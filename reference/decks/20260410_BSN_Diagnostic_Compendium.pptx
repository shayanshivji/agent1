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notesSlides/notesSlide1.xml" ContentType="application/vnd.openxmlformats-officedocument.presentationml.notesSlide+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notesSlides/notesSlide2.xml" ContentType="application/vnd.openxmlformats-officedocument.presentationml.notesSlide+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notesSlides/notesSlide3.xml" ContentType="application/vnd.openxmlformats-officedocument.presentationml.notesSlide+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notesSlides/notesSlide4.xml" ContentType="application/vnd.openxmlformats-officedocument.presentationml.notesSlide+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notesSlides/notesSlide5.xml" ContentType="application/vnd.openxmlformats-officedocument.presentationml.notesSlide+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notesSlides/notesSlide6.xml" ContentType="application/vnd.openxmlformats-officedocument.presentationml.notesSlide+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notesSlides/notesSlide7.xml" ContentType="application/vnd.openxmlformats-officedocument.presentationml.notesSlide+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notesSlides/notesSlide8.xml" ContentType="application/vnd.openxmlformats-officedocument.presentationml.notesSlide+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notesSlides/notesSlide9.xml" ContentType="application/vnd.openxmlformats-officedocument.presentationml.notesSlide+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notesSlides/notesSlide10.xml" ContentType="application/vnd.openxmlformats-officedocument.presentationml.notesSlide+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notesSlides/notesSlide11.xml" ContentType="application/vnd.openxmlformats-officedocument.presentationml.notesSlide+xml"/>
  <Override PartName="/ppt/tags/tag710.xml" ContentType="application/vnd.openxmlformats-officedocument.presentationml.tags+xml"/>
  <Override PartName="/ppt/tags/tag711.xml" ContentType="application/vnd.openxmlformats-officedocument.presentationml.tags+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notesSlides/notesSlide12.xml" ContentType="application/vnd.openxmlformats-officedocument.presentationml.notesSlide+xml"/>
  <Override PartName="/ppt/tags/tag720.xml" ContentType="application/vnd.openxmlformats-officedocument.presentationml.tags+xml"/>
  <Override PartName="/ppt/tags/tag721.xml" ContentType="application/vnd.openxmlformats-officedocument.presentationml.tags+xml"/>
  <Override PartName="/ppt/notesSlides/notesSlide13.xml" ContentType="application/vnd.openxmlformats-officedocument.presentationml.notesSlide+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notesSlides/notesSlide14.xml" ContentType="application/vnd.openxmlformats-officedocument.presentationml.notesSlide+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notesSlides/notesSlide15.xml" ContentType="application/vnd.openxmlformats-officedocument.presentationml.notesSlide+xml"/>
  <Override PartName="/ppt/tags/tag792.xml" ContentType="application/vnd.openxmlformats-officedocument.presentationml.tags+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notesSlides/notesSlide16.xml" ContentType="application/vnd.openxmlformats-officedocument.presentationml.notesSlide+xml"/>
  <Override PartName="/ppt/tags/tag832.xml" ContentType="application/vnd.openxmlformats-officedocument.presentationml.tags+xml"/>
  <Override PartName="/ppt/tags/tag833.xml" ContentType="application/vnd.openxmlformats-officedocument.presentationml.tags+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notesSlides/notesSlide17.xml" ContentType="application/vnd.openxmlformats-officedocument.presentationml.notesSlide+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notesSlides/notesSlide18.xml" ContentType="application/vnd.openxmlformats-officedocument.presentationml.notesSlide+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notesSlides/notesSlide19.xml" ContentType="application/vnd.openxmlformats-officedocument.presentationml.notesSlide+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notesSlides/notesSlide20.xml" ContentType="application/vnd.openxmlformats-officedocument.presentationml.notesSlide+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notesSlides/notesSlide21.xml" ContentType="application/vnd.openxmlformats-officedocument.presentationml.notesSlide+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notesSlides/notesSlide22.xml" ContentType="application/vnd.openxmlformats-officedocument.presentationml.notesSlide+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0.xml" ContentType="application/vnd.openxmlformats-officedocument.presentationml.tags+xml"/>
  <Override PartName="/ppt/notesSlides/notesSlide23.xml" ContentType="application/vnd.openxmlformats-officedocument.presentationml.notesSlide+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notesSlides/notesSlide24.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notesSlides/notesSlide25.xml" ContentType="application/vnd.openxmlformats-officedocument.presentationml.notesSlide+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tags/tag1168.xml" ContentType="application/vnd.openxmlformats-officedocument.presentationml.tags+xml"/>
  <Override PartName="/ppt/tags/tag1169.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tags/tag1289.xml" ContentType="application/vnd.openxmlformats-officedocument.presentationml.tags+xml"/>
  <Override PartName="/ppt/tags/tag1290.xml" ContentType="application/vnd.openxmlformats-officedocument.presentationml.tags+xml"/>
  <Override PartName="/ppt/tags/tag1291.xml" ContentType="application/vnd.openxmlformats-officedocument.presentationml.tags+xml"/>
  <Override PartName="/ppt/tags/tag1292.xml" ContentType="application/vnd.openxmlformats-officedocument.presentationml.tags+xml"/>
  <Override PartName="/ppt/tags/tag1293.xml" ContentType="application/vnd.openxmlformats-officedocument.presentationml.tags+xml"/>
  <Override PartName="/ppt/tags/tag1294.xml" ContentType="application/vnd.openxmlformats-officedocument.presentationml.tags+xml"/>
  <Override PartName="/ppt/tags/tag1295.xml" ContentType="application/vnd.openxmlformats-officedocument.presentationml.tags+xml"/>
  <Override PartName="/ppt/notesSlides/notesSlide26.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tags/tag1296.xml" ContentType="application/vnd.openxmlformats-officedocument.presentationml.tags+xml"/>
  <Override PartName="/ppt/tags/tag1297.xml" ContentType="application/vnd.openxmlformats-officedocument.presentationml.tags+xml"/>
  <Override PartName="/ppt/tags/tag1298.xml" ContentType="application/vnd.openxmlformats-officedocument.presentationml.tags+xml"/>
  <Override PartName="/ppt/tags/tag1299.xml" ContentType="application/vnd.openxmlformats-officedocument.presentationml.tags+xml"/>
  <Override PartName="/ppt/tags/tag1300.xml" ContentType="application/vnd.openxmlformats-officedocument.presentationml.tags+xml"/>
  <Override PartName="/ppt/tags/tag1301.xml" ContentType="application/vnd.openxmlformats-officedocument.presentationml.tags+xml"/>
  <Override PartName="/ppt/tags/tag1302.xml" ContentType="application/vnd.openxmlformats-officedocument.presentationml.tags+xml"/>
  <Override PartName="/ppt/tags/tag1303.xml" ContentType="application/vnd.openxmlformats-officedocument.presentationml.tags+xml"/>
  <Override PartName="/ppt/tags/tag1304.xml" ContentType="application/vnd.openxmlformats-officedocument.presentationml.tags+xml"/>
  <Override PartName="/ppt/tags/tag1305.xml" ContentType="application/vnd.openxmlformats-officedocument.presentationml.tags+xml"/>
  <Override PartName="/ppt/tags/tag1306.xml" ContentType="application/vnd.openxmlformats-officedocument.presentationml.tags+xml"/>
  <Override PartName="/ppt/tags/tag1307.xml" ContentType="application/vnd.openxmlformats-officedocument.presentationml.tags+xml"/>
  <Override PartName="/ppt/tags/tag1308.xml" ContentType="application/vnd.openxmlformats-officedocument.presentationml.tags+xml"/>
  <Override PartName="/ppt/tags/tag1309.xml" ContentType="application/vnd.openxmlformats-officedocument.presentationml.tags+xml"/>
  <Override PartName="/ppt/tags/tag1310.xml" ContentType="application/vnd.openxmlformats-officedocument.presentationml.tags+xml"/>
  <Override PartName="/ppt/tags/tag1311.xml" ContentType="application/vnd.openxmlformats-officedocument.presentationml.tags+xml"/>
  <Override PartName="/ppt/tags/tag1312.xml" ContentType="application/vnd.openxmlformats-officedocument.presentationml.tags+xml"/>
  <Override PartName="/ppt/tags/tag1313.xml" ContentType="application/vnd.openxmlformats-officedocument.presentationml.tags+xml"/>
  <Override PartName="/ppt/tags/tag1314.xml" ContentType="application/vnd.openxmlformats-officedocument.presentationml.tags+xml"/>
  <Override PartName="/ppt/tags/tag1315.xml" ContentType="application/vnd.openxmlformats-officedocument.presentationml.tags+xml"/>
  <Override PartName="/ppt/tags/tag1316.xml" ContentType="application/vnd.openxmlformats-officedocument.presentationml.tags+xml"/>
  <Override PartName="/ppt/tags/tag1317.xml" ContentType="application/vnd.openxmlformats-officedocument.presentationml.tags+xml"/>
  <Override PartName="/ppt/tags/tag1318.xml" ContentType="application/vnd.openxmlformats-officedocument.presentationml.tags+xml"/>
  <Override PartName="/ppt/tags/tag1319.xml" ContentType="application/vnd.openxmlformats-officedocument.presentationml.tags+xml"/>
  <Override PartName="/ppt/tags/tag1320.xml" ContentType="application/vnd.openxmlformats-officedocument.presentationml.tags+xml"/>
  <Override PartName="/ppt/tags/tag1321.xml" ContentType="application/vnd.openxmlformats-officedocument.presentationml.tags+xml"/>
  <Override PartName="/ppt/tags/tag1322.xml" ContentType="application/vnd.openxmlformats-officedocument.presentationml.tags+xml"/>
  <Override PartName="/ppt/tags/tag1323.xml" ContentType="application/vnd.openxmlformats-officedocument.presentationml.tags+xml"/>
  <Override PartName="/ppt/tags/tag1324.xml" ContentType="application/vnd.openxmlformats-officedocument.presentationml.tags+xml"/>
  <Override PartName="/ppt/tags/tag1325.xml" ContentType="application/vnd.openxmlformats-officedocument.presentationml.tags+xml"/>
  <Override PartName="/ppt/tags/tag1326.xml" ContentType="application/vnd.openxmlformats-officedocument.presentationml.tags+xml"/>
  <Override PartName="/ppt/tags/tag1327.xml" ContentType="application/vnd.openxmlformats-officedocument.presentationml.tags+xml"/>
  <Override PartName="/ppt/tags/tag1328.xml" ContentType="application/vnd.openxmlformats-officedocument.presentationml.tags+xml"/>
  <Override PartName="/ppt/tags/tag1329.xml" ContentType="application/vnd.openxmlformats-officedocument.presentationml.tags+xml"/>
  <Override PartName="/ppt/tags/tag1330.xml" ContentType="application/vnd.openxmlformats-officedocument.presentationml.tags+xml"/>
  <Override PartName="/ppt/tags/tag1331.xml" ContentType="application/vnd.openxmlformats-officedocument.presentationml.tags+xml"/>
  <Override PartName="/ppt/tags/tag1332.xml" ContentType="application/vnd.openxmlformats-officedocument.presentationml.tags+xml"/>
  <Override PartName="/ppt/tags/tag1333.xml" ContentType="application/vnd.openxmlformats-officedocument.presentationml.tags+xml"/>
  <Override PartName="/ppt/tags/tag1334.xml" ContentType="application/vnd.openxmlformats-officedocument.presentationml.tags+xml"/>
  <Override PartName="/ppt/tags/tag1335.xml" ContentType="application/vnd.openxmlformats-officedocument.presentationml.tags+xml"/>
  <Override PartName="/ppt/tags/tag1336.xml" ContentType="application/vnd.openxmlformats-officedocument.presentationml.tags+xml"/>
  <Override PartName="/ppt/tags/tag1337.xml" ContentType="application/vnd.openxmlformats-officedocument.presentationml.tags+xml"/>
  <Override PartName="/ppt/tags/tag1338.xml" ContentType="application/vnd.openxmlformats-officedocument.presentationml.tags+xml"/>
  <Override PartName="/ppt/tags/tag1339.xml" ContentType="application/vnd.openxmlformats-officedocument.presentationml.tags+xml"/>
  <Override PartName="/ppt/tags/tag1340.xml" ContentType="application/vnd.openxmlformats-officedocument.presentationml.tags+xml"/>
  <Override PartName="/ppt/tags/tag1341.xml" ContentType="application/vnd.openxmlformats-officedocument.presentationml.tags+xml"/>
  <Override PartName="/ppt/tags/tag1342.xml" ContentType="application/vnd.openxmlformats-officedocument.presentationml.tags+xml"/>
  <Override PartName="/ppt/tags/tag1343.xml" ContentType="application/vnd.openxmlformats-officedocument.presentationml.tags+xml"/>
  <Override PartName="/ppt/tags/tag1344.xml" ContentType="application/vnd.openxmlformats-officedocument.presentationml.tags+xml"/>
  <Override PartName="/ppt/tags/tag1345.xml" ContentType="application/vnd.openxmlformats-officedocument.presentationml.tags+xml"/>
  <Override PartName="/ppt/tags/tag1346.xml" ContentType="application/vnd.openxmlformats-officedocument.presentationml.tags+xml"/>
  <Override PartName="/ppt/tags/tag1347.xml" ContentType="application/vnd.openxmlformats-officedocument.presentationml.tags+xml"/>
  <Override PartName="/ppt/tags/tag1348.xml" ContentType="application/vnd.openxmlformats-officedocument.presentationml.tags+xml"/>
  <Override PartName="/ppt/tags/tag1349.xml" ContentType="application/vnd.openxmlformats-officedocument.presentationml.tags+xml"/>
  <Override PartName="/ppt/tags/tag1350.xml" ContentType="application/vnd.openxmlformats-officedocument.presentationml.tags+xml"/>
  <Override PartName="/ppt/tags/tag1351.xml" ContentType="application/vnd.openxmlformats-officedocument.presentationml.tags+xml"/>
  <Override PartName="/ppt/tags/tag1352.xml" ContentType="application/vnd.openxmlformats-officedocument.presentationml.tags+xml"/>
  <Override PartName="/ppt/tags/tag1353.xml" ContentType="application/vnd.openxmlformats-officedocument.presentationml.tags+xml"/>
  <Override PartName="/ppt/tags/tag1354.xml" ContentType="application/vnd.openxmlformats-officedocument.presentationml.tags+xml"/>
  <Override PartName="/ppt/tags/tag1355.xml" ContentType="application/vnd.openxmlformats-officedocument.presentationml.tags+xml"/>
  <Override PartName="/ppt/tags/tag1356.xml" ContentType="application/vnd.openxmlformats-officedocument.presentationml.tags+xml"/>
  <Override PartName="/ppt/tags/tag1357.xml" ContentType="application/vnd.openxmlformats-officedocument.presentationml.tags+xml"/>
  <Override PartName="/ppt/tags/tag1358.xml" ContentType="application/vnd.openxmlformats-officedocument.presentationml.tags+xml"/>
  <Override PartName="/ppt/tags/tag1359.xml" ContentType="application/vnd.openxmlformats-officedocument.presentationml.tags+xml"/>
  <Override PartName="/ppt/tags/tag1360.xml" ContentType="application/vnd.openxmlformats-officedocument.presentationml.tags+xml"/>
  <Override PartName="/ppt/tags/tag1361.xml" ContentType="application/vnd.openxmlformats-officedocument.presentationml.tags+xml"/>
  <Override PartName="/ppt/tags/tag1362.xml" ContentType="application/vnd.openxmlformats-officedocument.presentationml.tags+xml"/>
  <Override PartName="/ppt/tags/tag1363.xml" ContentType="application/vnd.openxmlformats-officedocument.presentationml.tags+xml"/>
  <Override PartName="/ppt/tags/tag1364.xml" ContentType="application/vnd.openxmlformats-officedocument.presentationml.tags+xml"/>
  <Override PartName="/ppt/tags/tag1365.xml" ContentType="application/vnd.openxmlformats-officedocument.presentationml.tags+xml"/>
  <Override PartName="/ppt/tags/tag1366.xml" ContentType="application/vnd.openxmlformats-officedocument.presentationml.tags+xml"/>
  <Override PartName="/ppt/tags/tag1367.xml" ContentType="application/vnd.openxmlformats-officedocument.presentationml.tags+xml"/>
  <Override PartName="/ppt/tags/tag1368.xml" ContentType="application/vnd.openxmlformats-officedocument.presentationml.tags+xml"/>
  <Override PartName="/ppt/tags/tag1369.xml" ContentType="application/vnd.openxmlformats-officedocument.presentationml.tags+xml"/>
  <Override PartName="/ppt/tags/tag1370.xml" ContentType="application/vnd.openxmlformats-officedocument.presentationml.tags+xml"/>
  <Override PartName="/ppt/tags/tag1371.xml" ContentType="application/vnd.openxmlformats-officedocument.presentationml.tags+xml"/>
  <Override PartName="/ppt/tags/tag1372.xml" ContentType="application/vnd.openxmlformats-officedocument.presentationml.tags+xml"/>
  <Override PartName="/ppt/tags/tag1373.xml" ContentType="application/vnd.openxmlformats-officedocument.presentationml.tags+xml"/>
  <Override PartName="/ppt/tags/tag1374.xml" ContentType="application/vnd.openxmlformats-officedocument.presentationml.tags+xml"/>
  <Override PartName="/ppt/tags/tag1375.xml" ContentType="application/vnd.openxmlformats-officedocument.presentationml.tags+xml"/>
  <Override PartName="/ppt/tags/tag1376.xml" ContentType="application/vnd.openxmlformats-officedocument.presentationml.tags+xml"/>
  <Override PartName="/ppt/tags/tag1377.xml" ContentType="application/vnd.openxmlformats-officedocument.presentationml.tags+xml"/>
  <Override PartName="/ppt/notesSlides/notesSlide27.xml" ContentType="application/vnd.openxmlformats-officedocument.presentationml.notesSlide+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5"/>
    <p:sldMasterId id="2147483864" r:id="rId6"/>
    <p:sldMasterId id="2147483900" r:id="rId7"/>
  </p:sldMasterIdLst>
  <p:notesMasterIdLst>
    <p:notesMasterId r:id="rId40"/>
  </p:notesMasterIdLst>
  <p:handoutMasterIdLst>
    <p:handoutMasterId r:id="rId41"/>
  </p:handoutMasterIdLst>
  <p:sldIdLst>
    <p:sldId id="2147483622" r:id="rId8"/>
    <p:sldId id="3823" r:id="rId9"/>
    <p:sldId id="335" r:id="rId10"/>
    <p:sldId id="337" r:id="rId11"/>
    <p:sldId id="290" r:id="rId12"/>
    <p:sldId id="302" r:id="rId13"/>
    <p:sldId id="338" r:id="rId14"/>
    <p:sldId id="2147374975" r:id="rId15"/>
    <p:sldId id="2147374976" r:id="rId16"/>
    <p:sldId id="303" r:id="rId17"/>
    <p:sldId id="275" r:id="rId18"/>
    <p:sldId id="269" r:id="rId19"/>
    <p:sldId id="288" r:id="rId20"/>
    <p:sldId id="286" r:id="rId21"/>
    <p:sldId id="291" r:id="rId22"/>
    <p:sldId id="340" r:id="rId23"/>
    <p:sldId id="295" r:id="rId24"/>
    <p:sldId id="2147374974" r:id="rId25"/>
    <p:sldId id="271" r:id="rId26"/>
    <p:sldId id="265" r:id="rId27"/>
    <p:sldId id="325" r:id="rId28"/>
    <p:sldId id="281" r:id="rId29"/>
    <p:sldId id="336" r:id="rId30"/>
    <p:sldId id="285" r:id="rId31"/>
    <p:sldId id="359" r:id="rId32"/>
    <p:sldId id="330" r:id="rId33"/>
    <p:sldId id="3824" r:id="rId34"/>
    <p:sldId id="368" r:id="rId35"/>
    <p:sldId id="349" r:id="rId36"/>
    <p:sldId id="356" r:id="rId37"/>
    <p:sldId id="2147483624" r:id="rId38"/>
    <p:sldId id="2147483625" r:id="rId39"/>
  </p:sldIdLst>
  <p:sldSz cx="12192000" cy="6858000"/>
  <p:notesSz cx="7102475" cy="9388475"/>
  <p:custDataLst>
    <p:tags r:id="rId4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497640-9F12-D0D7-23C7-745A10EB2387}" name="Srikanth Jayarajan" initials="SJ" userId="dMYpSlfjzFcYPEDsXjVgLmU1LCIkAjLNCqtAilE+2dM="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Haley Rich" initials="HR" lastIdx="1" clrIdx="0">
    <p:extLst>
      <p:ext uri="{19B8F6BF-5375-455C-9EA6-DF929625EA0E}">
        <p15:presenceInfo xmlns:p15="http://schemas.microsoft.com/office/powerpoint/2012/main" userId="S-1-5-21-1801674531-1788223648-725345543-1185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0D0D0"/>
    <a:srgbClr val="051C2C"/>
    <a:srgbClr val="000000"/>
    <a:srgbClr val="7F7F7F"/>
    <a:srgbClr val="AFC3FF"/>
    <a:srgbClr val="0D3171"/>
    <a:srgbClr val="E6E6E6"/>
    <a:srgbClr val="4D4D4D"/>
    <a:srgbClr val="00A9F4"/>
    <a:srgbClr val="1F40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62" autoAdjust="0"/>
  </p:normalViewPr>
  <p:slideViewPr>
    <p:cSldViewPr snapToGrid="0">
      <p:cViewPr varScale="1">
        <p:scale>
          <a:sx n="81" d="100"/>
          <a:sy n="81" d="100"/>
        </p:scale>
        <p:origin x="84" y="20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slide" Target="slides/slide32.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tags" Target="tags/tag1.xml"/><Relationship Id="rId47" Type="http://schemas.openxmlformats.org/officeDocument/2006/relationships/tableStyles" Target="tableStyles.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notesMaster" Target="notesMasters/notesMaster1.xml"/><Relationship Id="rId45" Type="http://schemas.openxmlformats.org/officeDocument/2006/relationships/viewProps" Target="viewProps.xml"/><Relationship Id="rId5" Type="http://schemas.openxmlformats.org/officeDocument/2006/relationships/slideMaster" Target="slideMasters/slideMaster1.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microsoft.com/office/2018/10/relationships/authors" Target="authors.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presProps" Target="presProps.xml"/><Relationship Id="rId4" Type="http://schemas.openxmlformats.org/officeDocument/2006/relationships/customXml" Target="../customXml/item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commentAuthors" Target="commentAuthors.xml"/><Relationship Id="rId48" Type="http://schemas.microsoft.com/office/2016/11/relationships/changesInfo" Target="changesInfos/changesInfo1.xml"/><Relationship Id="rId8" Type="http://schemas.openxmlformats.org/officeDocument/2006/relationships/slide" Target="slides/slid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theme" Target="theme/theme1.xml"/><Relationship Id="rId20" Type="http://schemas.openxmlformats.org/officeDocument/2006/relationships/slide" Target="slides/slide13.xml"/><Relationship Id="rId41"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Master" Target="slideMasters/slideMaster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manuele D'Avolio" userId="63b952b8-c4b7-480c-b009-11c0c1fb44ac" providerId="ADAL" clId="{7C482CEA-A9A7-4448-9B34-94A77C485563}"/>
    <pc:docChg chg="undo modSld">
      <pc:chgData name="Emanuele D'Avolio" userId="63b952b8-c4b7-480c-b009-11c0c1fb44ac" providerId="ADAL" clId="{7C482CEA-A9A7-4448-9B34-94A77C485563}" dt="2026-05-23T18:13:16.908" v="3" actId="1036"/>
      <pc:docMkLst>
        <pc:docMk/>
      </pc:docMkLst>
      <pc:sldChg chg="modSp mod">
        <pc:chgData name="Emanuele D'Avolio" userId="63b952b8-c4b7-480c-b009-11c0c1fb44ac" providerId="ADAL" clId="{7C482CEA-A9A7-4448-9B34-94A77C485563}" dt="2026-05-23T18:13:16.908" v="3" actId="1036"/>
        <pc:sldMkLst>
          <pc:docMk/>
          <pc:sldMk cId="468322296" sldId="2147483622"/>
        </pc:sldMkLst>
        <pc:spChg chg="mod">
          <ac:chgData name="Emanuele D'Avolio" userId="63b952b8-c4b7-480c-b009-11c0c1fb44ac" providerId="ADAL" clId="{7C482CEA-A9A7-4448-9B34-94A77C485563}" dt="2026-05-23T18:13:16.908" v="3" actId="1036"/>
          <ac:spMkLst>
            <pc:docMk/>
            <pc:sldMk cId="468322296" sldId="2147483622"/>
            <ac:spMk id="3" creationId="{C8EF9807-2C96-0508-45A3-94F7B673D0FB}"/>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Binary_Worksheet3.xlsb"/></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Binary_Worksheet4.xlsb"/></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Binary_Worksheet5.xlsb"/></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Binary_Worksheet6.xlsb"/></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Binary_Worksheet7.xlsb"/></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Binary_Worksheet8.xlsb"/></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Binary_Worksheet9.xlsb"/></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Binary_Worksheet10.xlsb"/></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Binary_Worksheet11.xlsb"/></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Binary_Worksheet12.xlsb"/></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Binary_Worksheet13.xlsb"/></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2238065716057036E-2"/>
          <c:y val="6.79886685552408E-2"/>
          <c:w val="0.93552386856788594"/>
          <c:h val="0.86402266288951846"/>
        </c:manualLayout>
      </c:layout>
      <c:barChart>
        <c:barDir val="bar"/>
        <c:grouping val="stacked"/>
        <c:varyColors val="0"/>
        <c:ser>
          <c:idx val="0"/>
          <c:order val="0"/>
          <c:spPr>
            <a:noFill/>
            <a:ln>
              <a:noFill/>
            </a:ln>
          </c:spPr>
          <c:invertIfNegative val="0"/>
          <c:dPt>
            <c:idx val="0"/>
            <c:invertIfNegative val="0"/>
            <c:bubble3D val="0"/>
            <c:spPr>
              <a:solidFill>
                <a:srgbClr val="4D4D4D"/>
              </a:solidFill>
              <a:ln w="9525" cmpd="sng" algn="ctr">
                <a:solidFill>
                  <a:schemeClr val="bg1"/>
                </a:solidFill>
                <a:prstDash val="solid"/>
              </a:ln>
            </c:spPr>
            <c:extLst>
              <c:ext xmlns:c16="http://schemas.microsoft.com/office/drawing/2014/chart" uri="{C3380CC4-5D6E-409C-BE32-E72D297353CC}">
                <c16:uniqueId val="{00000000-0D08-413F-A758-9438BF548CE1}"/>
              </c:ext>
            </c:extLst>
          </c:dPt>
          <c:dPt>
            <c:idx val="6"/>
            <c:invertIfNegative val="0"/>
            <c:bubble3D val="0"/>
            <c:spPr>
              <a:solidFill>
                <a:srgbClr val="99C4FF"/>
              </a:solidFill>
              <a:ln w="9525" cmpd="sng" algn="ctr">
                <a:solidFill>
                  <a:schemeClr val="bg1"/>
                </a:solidFill>
                <a:prstDash val="solid"/>
              </a:ln>
            </c:spPr>
            <c:extLst>
              <c:ext xmlns:c16="http://schemas.microsoft.com/office/drawing/2014/chart" uri="{C3380CC4-5D6E-409C-BE32-E72D297353CC}">
                <c16:uniqueId val="{00000001-0D08-413F-A758-9438BF548CE1}"/>
              </c:ext>
            </c:extLst>
          </c:dPt>
          <c:dLbls>
            <c:dLbl>
              <c:idx val="6"/>
              <c:layout>
                <c:manualLayout>
                  <c:x val="0"/>
                  <c:y val="0"/>
                </c:manualLayout>
              </c:layout>
              <c:numFmt formatCode="#,##0.0;#,##0.0;0" sourceLinked="0"/>
              <c:spPr>
                <a:noFill/>
                <a:ln>
                  <a:noFill/>
                </a:ln>
              </c:spPr>
              <c:txPr>
                <a:bodyPr wrap="none"/>
                <a:lstStyle/>
                <a:p>
                  <a:pPr>
                    <a:defRPr sz="12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0D08-413F-A758-9438BF548CE1}"/>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29.100000000000009</c:v>
                </c:pt>
                <c:pt idx="1">
                  <c:v>28.4</c:v>
                </c:pt>
                <c:pt idx="2">
                  <c:v>27.200000000000003</c:v>
                </c:pt>
                <c:pt idx="3">
                  <c:v>25.200000000000006</c:v>
                </c:pt>
                <c:pt idx="4">
                  <c:v>24.6</c:v>
                </c:pt>
                <c:pt idx="5">
                  <c:v>23.900000000000002</c:v>
                </c:pt>
                <c:pt idx="6">
                  <c:v>23.900000000000002</c:v>
                </c:pt>
              </c:numCache>
            </c:numRef>
          </c:val>
          <c:extLst>
            <c:ext xmlns:c16="http://schemas.microsoft.com/office/drawing/2014/chart" uri="{C3380CC4-5D6E-409C-BE32-E72D297353CC}">
              <c16:uniqueId val="{00000002-0D08-413F-A758-9438BF548CE1}"/>
            </c:ext>
          </c:extLst>
        </c:ser>
        <c:ser>
          <c:idx val="1"/>
          <c:order val="1"/>
          <c:spPr>
            <a:solidFill>
              <a:srgbClr val="99C4FF"/>
            </a:solidFill>
            <a:ln>
              <a:noFill/>
            </a:ln>
          </c:spPr>
          <c:invertIfNegative val="0"/>
          <c:val>
            <c:numRef>
              <c:f>Sheet1!$A$2:$G$2</c:f>
              <c:numCache>
                <c:formatCode>General</c:formatCode>
                <c:ptCount val="7"/>
                <c:pt idx="1">
                  <c:v>0.69999999999999929</c:v>
                </c:pt>
                <c:pt idx="2">
                  <c:v>1.1999999999999993</c:v>
                </c:pt>
                <c:pt idx="3">
                  <c:v>2</c:v>
                </c:pt>
                <c:pt idx="4">
                  <c:v>0.60000000000000142</c:v>
                </c:pt>
                <c:pt idx="5">
                  <c:v>0.69999999999999929</c:v>
                </c:pt>
              </c:numCache>
            </c:numRef>
          </c:val>
          <c:extLst>
            <c:ext xmlns:c16="http://schemas.microsoft.com/office/drawing/2014/chart" uri="{C3380CC4-5D6E-409C-BE32-E72D297353CC}">
              <c16:uniqueId val="{00000003-0D08-413F-A758-9438BF548CE1}"/>
            </c:ext>
          </c:extLst>
        </c:ser>
        <c:dLbls>
          <c:showLegendKey val="0"/>
          <c:showVal val="0"/>
          <c:showCatName val="0"/>
          <c:showSerName val="0"/>
          <c:showPercent val="0"/>
          <c:showBubbleSize val="0"/>
        </c:dLbls>
        <c:gapWidth val="40"/>
        <c:overlap val="100"/>
        <c:axId val="1511025920"/>
        <c:axId val="1"/>
      </c:barChart>
      <c:catAx>
        <c:axId val="1511025920"/>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39"/>
          <c:min val="0"/>
        </c:scaling>
        <c:delete val="1"/>
        <c:axPos val="t"/>
        <c:numFmt formatCode="General" sourceLinked="1"/>
        <c:majorTickMark val="out"/>
        <c:minorTickMark val="none"/>
        <c:tickLblPos val="nextTo"/>
        <c:crossAx val="1511025920"/>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1287605294825514E-2"/>
          <c:y val="6.79886685552408E-2"/>
          <c:w val="0.93742478941034901"/>
          <c:h val="0.86402266288951846"/>
        </c:manualLayout>
      </c:layout>
      <c:barChart>
        <c:barDir val="bar"/>
        <c:grouping val="stacked"/>
        <c:varyColors val="0"/>
        <c:ser>
          <c:idx val="0"/>
          <c:order val="0"/>
          <c:spPr>
            <a:noFill/>
            <a:ln>
              <a:noFill/>
            </a:ln>
          </c:spPr>
          <c:invertIfNegative val="0"/>
          <c:dPt>
            <c:idx val="0"/>
            <c:invertIfNegative val="0"/>
            <c:bubble3D val="0"/>
            <c:spPr>
              <a:solidFill>
                <a:srgbClr val="4D4D4D"/>
              </a:solidFill>
              <a:ln w="9525" cmpd="sng" algn="ctr">
                <a:solidFill>
                  <a:schemeClr val="bg1"/>
                </a:solidFill>
                <a:prstDash val="solid"/>
              </a:ln>
            </c:spPr>
            <c:extLst>
              <c:ext xmlns:c16="http://schemas.microsoft.com/office/drawing/2014/chart" uri="{C3380CC4-5D6E-409C-BE32-E72D297353CC}">
                <c16:uniqueId val="{00000000-9DB9-49DE-A811-F036299ED489}"/>
              </c:ext>
            </c:extLst>
          </c:dPt>
          <c:dPt>
            <c:idx val="6"/>
            <c:invertIfNegative val="0"/>
            <c:bubble3D val="0"/>
            <c:spPr>
              <a:solidFill>
                <a:srgbClr val="2251FF"/>
              </a:solidFill>
              <a:ln>
                <a:noFill/>
              </a:ln>
            </c:spPr>
            <c:extLst>
              <c:ext xmlns:c16="http://schemas.microsoft.com/office/drawing/2014/chart" uri="{C3380CC4-5D6E-409C-BE32-E72D297353CC}">
                <c16:uniqueId val="{00000001-9DB9-49DE-A811-F036299ED489}"/>
              </c:ext>
            </c:extLst>
          </c:dPt>
          <c:dLbls>
            <c:dLbl>
              <c:idx val="0"/>
              <c:layout>
                <c:manualLayout>
                  <c:x val="0"/>
                  <c:y val="0"/>
                </c:manualLayout>
              </c:layout>
              <c:numFmt formatCode="#,##0.0;#,##0.0;0" sourceLinked="0"/>
              <c:spPr>
                <a:noFill/>
                <a:ln>
                  <a:noFill/>
                </a:ln>
              </c:spPr>
              <c:txPr>
                <a:bodyPr wrap="none"/>
                <a:lstStyle/>
                <a:p>
                  <a:pPr>
                    <a:defRPr sz="1200" b="1" kern="1200">
                      <a:solidFill>
                        <a:srgbClr val="FFFFFF"/>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9DB9-49DE-A811-F036299ED489}"/>
                </c:ext>
              </c:extLst>
            </c:dLbl>
            <c:dLbl>
              <c:idx val="6"/>
              <c:layout>
                <c:manualLayout>
                  <c:x val="-6.0168471720818293E-4"/>
                  <c:y val="0"/>
                </c:manualLayout>
              </c:layout>
              <c:numFmt formatCode="#,##0.0;#,##0.0;0" sourceLinked="0"/>
              <c:spPr>
                <a:noFill/>
                <a:ln>
                  <a:noFill/>
                </a:ln>
              </c:spPr>
              <c:txPr>
                <a:bodyPr wrap="none"/>
                <a:lstStyle/>
                <a:p>
                  <a:pPr>
                    <a:defRPr sz="1200" b="1" kern="1200">
                      <a:solidFill>
                        <a:srgbClr val="FFFFFF"/>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9DB9-49DE-A811-F036299ED48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29.1</c:v>
                </c:pt>
                <c:pt idx="1">
                  <c:v>27.300000000000004</c:v>
                </c:pt>
                <c:pt idx="2">
                  <c:v>24.400000000000006</c:v>
                </c:pt>
                <c:pt idx="3">
                  <c:v>21.300000000000004</c:v>
                </c:pt>
                <c:pt idx="4">
                  <c:v>19.700000000000003</c:v>
                </c:pt>
                <c:pt idx="5">
                  <c:v>18.100000000000001</c:v>
                </c:pt>
                <c:pt idx="6">
                  <c:v>18.100000000000001</c:v>
                </c:pt>
              </c:numCache>
            </c:numRef>
          </c:val>
          <c:extLst>
            <c:ext xmlns:c16="http://schemas.microsoft.com/office/drawing/2014/chart" uri="{C3380CC4-5D6E-409C-BE32-E72D297353CC}">
              <c16:uniqueId val="{00000002-9DB9-49DE-A811-F036299ED489}"/>
            </c:ext>
          </c:extLst>
        </c:ser>
        <c:ser>
          <c:idx val="1"/>
          <c:order val="1"/>
          <c:spPr>
            <a:solidFill>
              <a:srgbClr val="2251FF"/>
            </a:solidFill>
            <a:ln>
              <a:noFill/>
            </a:ln>
          </c:spPr>
          <c:invertIfNegative val="0"/>
          <c:val>
            <c:numRef>
              <c:f>Sheet1!$A$2:$G$2</c:f>
              <c:numCache>
                <c:formatCode>General</c:formatCode>
                <c:ptCount val="7"/>
                <c:pt idx="1">
                  <c:v>1.8000000000000007</c:v>
                </c:pt>
                <c:pt idx="2">
                  <c:v>2.8999999999999986</c:v>
                </c:pt>
                <c:pt idx="3">
                  <c:v>3.1000000000000014</c:v>
                </c:pt>
                <c:pt idx="4">
                  <c:v>1.6000000000000014</c:v>
                </c:pt>
                <c:pt idx="5">
                  <c:v>1.6000000000000014</c:v>
                </c:pt>
              </c:numCache>
            </c:numRef>
          </c:val>
          <c:extLst>
            <c:ext xmlns:c16="http://schemas.microsoft.com/office/drawing/2014/chart" uri="{C3380CC4-5D6E-409C-BE32-E72D297353CC}">
              <c16:uniqueId val="{00000003-9DB9-49DE-A811-F036299ED489}"/>
            </c:ext>
          </c:extLst>
        </c:ser>
        <c:dLbls>
          <c:showLegendKey val="0"/>
          <c:showVal val="0"/>
          <c:showCatName val="0"/>
          <c:showSerName val="0"/>
          <c:showPercent val="0"/>
          <c:showBubbleSize val="0"/>
        </c:dLbls>
        <c:gapWidth val="40"/>
        <c:overlap val="100"/>
        <c:axId val="1683562384"/>
        <c:axId val="1"/>
      </c:barChart>
      <c:catAx>
        <c:axId val="1683562384"/>
        <c:scaling>
          <c:orientation val="maxMin"/>
        </c:scaling>
        <c:delete val="0"/>
        <c:axPos val="l"/>
        <c:majorGridlines>
          <c:spPr>
            <a:ln>
              <a:noFill/>
            </a:ln>
          </c:spPr>
        </c:majorGridlines>
        <c:majorTickMark val="none"/>
        <c:minorTickMark val="none"/>
        <c:tickLblPos val="none"/>
        <c:spPr>
          <a:ln w="9525" cmpd="sng" algn="ctr">
            <a:solidFill>
              <a:srgbClr val="000000"/>
            </a:solidFill>
            <a:prstDash val="solid"/>
          </a:ln>
        </c:spPr>
        <c:crossAx val="1"/>
        <c:crosses val="min"/>
        <c:auto val="0"/>
        <c:lblAlgn val="ctr"/>
        <c:lblOffset val="100"/>
        <c:noMultiLvlLbl val="0"/>
      </c:catAx>
      <c:valAx>
        <c:axId val="1"/>
        <c:scaling>
          <c:orientation val="minMax"/>
          <c:max val="39"/>
          <c:min val="0"/>
        </c:scaling>
        <c:delete val="1"/>
        <c:axPos val="t"/>
        <c:numFmt formatCode="General" sourceLinked="1"/>
        <c:majorTickMark val="out"/>
        <c:minorTickMark val="none"/>
        <c:tickLblPos val="nextTo"/>
        <c:crossAx val="1683562384"/>
        <c:crosses val="min"/>
        <c:crossBetween val="between"/>
      </c:valAx>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0409356725146199E-2"/>
          <c:y val="6.79886685552408E-2"/>
          <c:w val="0.93918128654970756"/>
          <c:h val="0.86402266288951846"/>
        </c:manualLayout>
      </c:layout>
      <c:barChart>
        <c:barDir val="bar"/>
        <c:grouping val="stacked"/>
        <c:varyColors val="0"/>
        <c:ser>
          <c:idx val="0"/>
          <c:order val="0"/>
          <c:spPr>
            <a:noFill/>
            <a:ln>
              <a:noFill/>
            </a:ln>
          </c:spPr>
          <c:invertIfNegative val="0"/>
          <c:dPt>
            <c:idx val="0"/>
            <c:invertIfNegative val="0"/>
            <c:bubble3D val="0"/>
            <c:spPr>
              <a:solidFill>
                <a:srgbClr val="4D4D4D"/>
              </a:solidFill>
              <a:ln w="9525" cmpd="sng" algn="ctr">
                <a:solidFill>
                  <a:schemeClr val="bg1"/>
                </a:solidFill>
                <a:prstDash val="solid"/>
              </a:ln>
            </c:spPr>
            <c:extLst>
              <c:ext xmlns:c16="http://schemas.microsoft.com/office/drawing/2014/chart" uri="{C3380CC4-5D6E-409C-BE32-E72D297353CC}">
                <c16:uniqueId val="{00000000-BF6F-4A7A-AFEA-987EA8045DA8}"/>
              </c:ext>
            </c:extLst>
          </c:dPt>
          <c:dPt>
            <c:idx val="6"/>
            <c:invertIfNegative val="0"/>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1-BF6F-4A7A-AFEA-987EA8045DA8}"/>
              </c:ext>
            </c:extLst>
          </c:dPt>
          <c:dLbls>
            <c:dLbl>
              <c:idx val="6"/>
              <c:layout>
                <c:manualLayout>
                  <c:x val="0"/>
                  <c:y val="0"/>
                </c:manualLayout>
              </c:layout>
              <c:numFmt formatCode="#,##0.0;#,##0.0;0" sourceLinked="0"/>
              <c:spPr>
                <a:noFill/>
                <a:ln>
                  <a:noFill/>
                </a:ln>
              </c:spPr>
              <c:txPr>
                <a:bodyPr wrap="none"/>
                <a:lstStyle/>
                <a:p>
                  <a:pPr>
                    <a:defRPr sz="1200" b="1" kern="1200">
                      <a:solidFill>
                        <a:srgbClr val="FFFFFF"/>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BF6F-4A7A-AFEA-987EA8045DA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29.1</c:v>
                </c:pt>
                <c:pt idx="1">
                  <c:v>25.700000000000003</c:v>
                </c:pt>
                <c:pt idx="2">
                  <c:v>22.400000000000002</c:v>
                </c:pt>
                <c:pt idx="3">
                  <c:v>15.700000000000003</c:v>
                </c:pt>
                <c:pt idx="4">
                  <c:v>13.000000000000002</c:v>
                </c:pt>
                <c:pt idx="5">
                  <c:v>10.200000000000003</c:v>
                </c:pt>
                <c:pt idx="6">
                  <c:v>10.200000000000003</c:v>
                </c:pt>
              </c:numCache>
            </c:numRef>
          </c:val>
          <c:extLst>
            <c:ext xmlns:c16="http://schemas.microsoft.com/office/drawing/2014/chart" uri="{C3380CC4-5D6E-409C-BE32-E72D297353CC}">
              <c16:uniqueId val="{00000002-BF6F-4A7A-AFEA-987EA8045DA8}"/>
            </c:ext>
          </c:extLst>
        </c:ser>
        <c:ser>
          <c:idx val="1"/>
          <c:order val="1"/>
          <c:spPr>
            <a:solidFill>
              <a:schemeClr val="accent1"/>
            </a:solidFill>
            <a:ln>
              <a:noFill/>
            </a:ln>
          </c:spPr>
          <c:invertIfNegative val="0"/>
          <c:dLbls>
            <c:dLbl>
              <c:idx val="1"/>
              <c:layout>
                <c:manualLayout>
                  <c:x val="0"/>
                  <c:y val="0"/>
                </c:manualLayout>
              </c:layout>
              <c:numFmt formatCode="#,##0.0;#,##0.0;0" sourceLinked="0"/>
              <c:spPr>
                <a:noFill/>
                <a:ln>
                  <a:noFill/>
                </a:ln>
              </c:spPr>
              <c:txPr>
                <a:bodyPr wrap="none"/>
                <a:lstStyle/>
                <a:p>
                  <a:pPr>
                    <a:defRPr sz="1200" kern="1200">
                      <a:solidFill>
                        <a:srgbClr val="FFFFFF"/>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BF6F-4A7A-AFEA-987EA8045DA8}"/>
                </c:ext>
              </c:extLst>
            </c:dLbl>
            <c:dLbl>
              <c:idx val="2"/>
              <c:layout>
                <c:manualLayout>
                  <c:x val="0"/>
                  <c:y val="0"/>
                </c:manualLayout>
              </c:layout>
              <c:numFmt formatCode="#,##0.0;#,##0.0;0" sourceLinked="0"/>
              <c:spPr>
                <a:noFill/>
                <a:ln>
                  <a:noFill/>
                </a:ln>
              </c:spPr>
              <c:txPr>
                <a:bodyPr wrap="none"/>
                <a:lstStyle/>
                <a:p>
                  <a:pPr>
                    <a:defRPr sz="1200" kern="1200">
                      <a:solidFill>
                        <a:srgbClr val="FFFFFF"/>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BF6F-4A7A-AFEA-987EA8045DA8}"/>
                </c:ext>
              </c:extLst>
            </c:dLbl>
            <c:dLbl>
              <c:idx val="3"/>
              <c:layout>
                <c:manualLayout>
                  <c:x val="0"/>
                  <c:y val="0"/>
                </c:manualLayout>
              </c:layout>
              <c:numFmt formatCode="#,##0.0;#,##0.0;0" sourceLinked="0"/>
              <c:spPr>
                <a:noFill/>
                <a:ln>
                  <a:noFill/>
                </a:ln>
              </c:spPr>
              <c:txPr>
                <a:bodyPr wrap="none"/>
                <a:lstStyle/>
                <a:p>
                  <a:pPr>
                    <a:defRPr sz="1200" kern="1200">
                      <a:solidFill>
                        <a:srgbClr val="FFFFFF"/>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BF6F-4A7A-AFEA-987EA8045DA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1">
                  <c:v>3.3999999999999986</c:v>
                </c:pt>
                <c:pt idx="2">
                  <c:v>3.3000000000000007</c:v>
                </c:pt>
                <c:pt idx="3">
                  <c:v>6.6999999999999993</c:v>
                </c:pt>
                <c:pt idx="4">
                  <c:v>2.7000000000000011</c:v>
                </c:pt>
                <c:pt idx="5">
                  <c:v>2.8000000000000007</c:v>
                </c:pt>
              </c:numCache>
            </c:numRef>
          </c:val>
          <c:extLst>
            <c:ext xmlns:c16="http://schemas.microsoft.com/office/drawing/2014/chart" uri="{C3380CC4-5D6E-409C-BE32-E72D297353CC}">
              <c16:uniqueId val="{00000006-BF6F-4A7A-AFEA-987EA8045DA8}"/>
            </c:ext>
          </c:extLst>
        </c:ser>
        <c:dLbls>
          <c:showLegendKey val="0"/>
          <c:showVal val="0"/>
          <c:showCatName val="0"/>
          <c:showSerName val="0"/>
          <c:showPercent val="0"/>
          <c:showBubbleSize val="0"/>
        </c:dLbls>
        <c:gapWidth val="40"/>
        <c:overlap val="100"/>
        <c:axId val="1777338368"/>
        <c:axId val="1"/>
      </c:barChart>
      <c:catAx>
        <c:axId val="1777338368"/>
        <c:scaling>
          <c:orientation val="maxMin"/>
        </c:scaling>
        <c:delete val="0"/>
        <c:axPos val="l"/>
        <c:majorGridlines>
          <c:spPr>
            <a:ln>
              <a:noFill/>
            </a:ln>
          </c:spPr>
        </c:majorGridlines>
        <c:majorTickMark val="none"/>
        <c:minorTickMark val="none"/>
        <c:tickLblPos val="none"/>
        <c:spPr>
          <a:ln w="9525" cmpd="sng" algn="ctr">
            <a:solidFill>
              <a:srgbClr val="000000"/>
            </a:solidFill>
            <a:prstDash val="solid"/>
          </a:ln>
        </c:spPr>
        <c:crossAx val="1"/>
        <c:crosses val="min"/>
        <c:auto val="0"/>
        <c:lblAlgn val="ctr"/>
        <c:lblOffset val="100"/>
        <c:noMultiLvlLbl val="0"/>
      </c:catAx>
      <c:valAx>
        <c:axId val="1"/>
        <c:scaling>
          <c:orientation val="minMax"/>
          <c:max val="39"/>
          <c:min val="0"/>
        </c:scaling>
        <c:delete val="1"/>
        <c:axPos val="t"/>
        <c:numFmt formatCode="General" sourceLinked="1"/>
        <c:majorTickMark val="out"/>
        <c:minorTickMark val="none"/>
        <c:tickLblPos val="nextTo"/>
        <c:crossAx val="1777338368"/>
        <c:crosses val="min"/>
        <c:crossBetween val="between"/>
      </c:valAx>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280788177339902"/>
          <c:y val="6.0425531914893617E-2"/>
          <c:w val="0.57438423645320202"/>
          <c:h val="0.87914893617021272"/>
        </c:manualLayout>
      </c:layout>
      <c:barChart>
        <c:barDir val="bar"/>
        <c:grouping val="stacked"/>
        <c:varyColors val="0"/>
        <c:ser>
          <c:idx val="0"/>
          <c:order val="0"/>
          <c:spPr>
            <a:noFill/>
            <a:ln>
              <a:noFill/>
            </a:ln>
          </c:spPr>
          <c:invertIfNegative val="0"/>
          <c:dPt>
            <c:idx val="0"/>
            <c:invertIfNegative val="0"/>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0-44AE-42CC-89F9-3F329C0C4917}"/>
              </c:ext>
            </c:extLst>
          </c:dPt>
          <c:dPt>
            <c:idx val="6"/>
            <c:invertIfNegative val="0"/>
            <c:bubble3D val="0"/>
            <c:spPr>
              <a:solidFill>
                <a:srgbClr val="061F79"/>
              </a:solidFill>
              <a:ln w="9525" cmpd="sng" algn="ctr">
                <a:solidFill>
                  <a:schemeClr val="bg1"/>
                </a:solidFill>
                <a:prstDash val="solid"/>
              </a:ln>
            </c:spPr>
            <c:extLst>
              <c:ext xmlns:c16="http://schemas.microsoft.com/office/drawing/2014/chart" uri="{C3380CC4-5D6E-409C-BE32-E72D297353CC}">
                <c16:uniqueId val="{00000001-44AE-42CC-89F9-3F329C0C4917}"/>
              </c:ext>
            </c:extLst>
          </c:dPt>
          <c:dLbls>
            <c:dLbl>
              <c:idx val="6"/>
              <c:layout>
                <c:manualLayout>
                  <c:x val="0.13990147783251231"/>
                  <c:y val="0"/>
                </c:manualLayout>
              </c:layout>
              <c:numFmt formatCode="#,##0.0;&quot;-&quot;#,##0.0;0" sourceLinked="0"/>
              <c:spPr>
                <a:noFill/>
                <a:ln>
                  <a:noFill/>
                </a:ln>
              </c:spPr>
              <c:txPr>
                <a:bodyPr wrap="none"/>
                <a:lstStyle/>
                <a:p>
                  <a:pPr>
                    <a:defRPr sz="10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4AE-42CC-89F9-3F329C0C491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5.6999999999999993</c:v>
                </c:pt>
                <c:pt idx="1">
                  <c:v>4.2000000000000011</c:v>
                </c:pt>
                <c:pt idx="3">
                  <c:v>1.6000000000000003</c:v>
                </c:pt>
                <c:pt idx="4">
                  <c:v>1.5600000000000005</c:v>
                </c:pt>
                <c:pt idx="6">
                  <c:v>1.5600000000000005</c:v>
                </c:pt>
              </c:numCache>
            </c:numRef>
          </c:val>
          <c:extLst>
            <c:ext xmlns:c16="http://schemas.microsoft.com/office/drawing/2014/chart" uri="{C3380CC4-5D6E-409C-BE32-E72D297353CC}">
              <c16:uniqueId val="{00000002-44AE-42CC-89F9-3F329C0C4917}"/>
            </c:ext>
          </c:extLst>
        </c:ser>
        <c:ser>
          <c:idx val="1"/>
          <c:order val="1"/>
          <c:spPr>
            <a:solidFill>
              <a:srgbClr val="B3B3B3"/>
            </a:solidFill>
            <a:ln>
              <a:noFill/>
            </a:ln>
          </c:spPr>
          <c:invertIfNegative val="0"/>
          <c:dLbls>
            <c:dLbl>
              <c:idx val="1"/>
              <c:layout>
                <c:manualLayout>
                  <c:x val="-9.8522167487684722E-4"/>
                  <c:y val="0"/>
                </c:manualLayout>
              </c:layout>
              <c:numFmt formatCode="#,##0.0;#,##0.0;0"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44AE-42CC-89F9-3F329C0C4917}"/>
                </c:ext>
              </c:extLst>
            </c:dLbl>
            <c:dLbl>
              <c:idx val="3"/>
              <c:layout>
                <c:manualLayout>
                  <c:x val="0"/>
                  <c:y val="0"/>
                </c:manualLayout>
              </c:layout>
              <c:numFmt formatCode="#,##0.0;#,##0.0;0"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44AE-42CC-89F9-3F329C0C4917}"/>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1">
                  <c:v>1.5</c:v>
                </c:pt>
                <c:pt idx="3">
                  <c:v>2.5999999999999996</c:v>
                </c:pt>
                <c:pt idx="4">
                  <c:v>4.0000000000000036E-2</c:v>
                </c:pt>
              </c:numCache>
            </c:numRef>
          </c:val>
          <c:extLst>
            <c:ext xmlns:c16="http://schemas.microsoft.com/office/drawing/2014/chart" uri="{C3380CC4-5D6E-409C-BE32-E72D297353CC}">
              <c16:uniqueId val="{00000005-44AE-42CC-89F9-3F329C0C4917}"/>
            </c:ext>
          </c:extLst>
        </c:ser>
        <c:dLbls>
          <c:showLegendKey val="0"/>
          <c:showVal val="0"/>
          <c:showCatName val="0"/>
          <c:showSerName val="0"/>
          <c:showPercent val="0"/>
          <c:showBubbleSize val="0"/>
        </c:dLbls>
        <c:gapWidth val="40"/>
        <c:overlap val="100"/>
        <c:axId val="938983695"/>
        <c:axId val="1"/>
      </c:barChart>
      <c:catAx>
        <c:axId val="938983695"/>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6440000000000001"/>
          <c:min val="0"/>
        </c:scaling>
        <c:delete val="1"/>
        <c:axPos val="t"/>
        <c:numFmt formatCode="General" sourceLinked="1"/>
        <c:majorTickMark val="out"/>
        <c:minorTickMark val="none"/>
        <c:tickLblPos val="nextTo"/>
        <c:crossAx val="938983695"/>
        <c:crosses val="min"/>
        <c:crossBetween val="between"/>
      </c:valAx>
    </c:plotArea>
    <c:plotVisOnly val="0"/>
    <c:dispBlanksAs val="gap"/>
    <c:showDLblsOverMax val="1"/>
  </c:chart>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280788177339902"/>
          <c:y val="6.0425531914893617E-2"/>
          <c:w val="0.57438423645320202"/>
          <c:h val="0.87914893617021272"/>
        </c:manualLayout>
      </c:layout>
      <c:barChart>
        <c:barDir val="bar"/>
        <c:grouping val="stacked"/>
        <c:varyColors val="0"/>
        <c:ser>
          <c:idx val="0"/>
          <c:order val="0"/>
          <c:spPr>
            <a:noFill/>
            <a:ln>
              <a:noFill/>
            </a:ln>
          </c:spPr>
          <c:invertIfNegative val="0"/>
          <c:dPt>
            <c:idx val="0"/>
            <c:invertIfNegative val="0"/>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0-4152-4C7F-8916-700649C5C0E4}"/>
              </c:ext>
            </c:extLst>
          </c:dPt>
          <c:dPt>
            <c:idx val="6"/>
            <c:invertIfNegative val="0"/>
            <c:bubble3D val="0"/>
            <c:spPr>
              <a:solidFill>
                <a:srgbClr val="061F79"/>
              </a:solidFill>
              <a:ln w="9525" cmpd="sng" algn="ctr">
                <a:solidFill>
                  <a:schemeClr val="bg1"/>
                </a:solidFill>
                <a:prstDash val="solid"/>
              </a:ln>
            </c:spPr>
            <c:extLst>
              <c:ext xmlns:c16="http://schemas.microsoft.com/office/drawing/2014/chart" uri="{C3380CC4-5D6E-409C-BE32-E72D297353CC}">
                <c16:uniqueId val="{00000001-4152-4C7F-8916-700649C5C0E4}"/>
              </c:ext>
            </c:extLst>
          </c:dPt>
          <c:dLbls>
            <c:dLbl>
              <c:idx val="6"/>
              <c:layout>
                <c:manualLayout>
                  <c:x val="0.15369458128078817"/>
                  <c:y val="0"/>
                </c:manualLayout>
              </c:layout>
              <c:numFmt formatCode="#,##0.0;&quot;-&quot;#,##0.0;0" sourceLinked="0"/>
              <c:spPr>
                <a:noFill/>
                <a:ln>
                  <a:noFill/>
                </a:ln>
              </c:spPr>
              <c:txPr>
                <a:bodyPr wrap="none"/>
                <a:lstStyle/>
                <a:p>
                  <a:pPr>
                    <a:defRPr sz="10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152-4C7F-8916-700649C5C0E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7.6440000000000001</c:v>
                </c:pt>
                <c:pt idx="1">
                  <c:v>6.1440000000000001</c:v>
                </c:pt>
                <c:pt idx="2">
                  <c:v>5.5939999999999994</c:v>
                </c:pt>
                <c:pt idx="3">
                  <c:v>4.2489999999999997</c:v>
                </c:pt>
                <c:pt idx="4">
                  <c:v>3.9630000000000001</c:v>
                </c:pt>
                <c:pt idx="5">
                  <c:v>1.9430000000000005</c:v>
                </c:pt>
                <c:pt idx="6">
                  <c:v>1.9430000000000005</c:v>
                </c:pt>
              </c:numCache>
            </c:numRef>
          </c:val>
          <c:extLst>
            <c:ext xmlns:c16="http://schemas.microsoft.com/office/drawing/2014/chart" uri="{C3380CC4-5D6E-409C-BE32-E72D297353CC}">
              <c16:uniqueId val="{00000002-4152-4C7F-8916-700649C5C0E4}"/>
            </c:ext>
          </c:extLst>
        </c:ser>
        <c:ser>
          <c:idx val="1"/>
          <c:order val="1"/>
          <c:spPr>
            <a:solidFill>
              <a:srgbClr val="B3B3B3"/>
            </a:solidFill>
            <a:ln>
              <a:noFill/>
            </a:ln>
          </c:spPr>
          <c:invertIfNegative val="0"/>
          <c:dLbls>
            <c:dLbl>
              <c:idx val="1"/>
              <c:layout>
                <c:manualLayout>
                  <c:x val="0"/>
                  <c:y val="0"/>
                </c:manualLayout>
              </c:layout>
              <c:numFmt formatCode="#,##0.0;#,##0.0;0"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4152-4C7F-8916-700649C5C0E4}"/>
                </c:ext>
              </c:extLst>
            </c:dLbl>
            <c:dLbl>
              <c:idx val="5"/>
              <c:layout>
                <c:manualLayout>
                  <c:x val="0"/>
                  <c:y val="0"/>
                </c:manualLayout>
              </c:layout>
              <c:numFmt formatCode="#,##0.0;#,##0.0;0"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4152-4C7F-8916-700649C5C0E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1">
                  <c:v>1.5</c:v>
                </c:pt>
                <c:pt idx="2">
                  <c:v>0.54999999999999982</c:v>
                </c:pt>
                <c:pt idx="3">
                  <c:v>1.3449999999999998</c:v>
                </c:pt>
                <c:pt idx="4">
                  <c:v>0.28599999999999959</c:v>
                </c:pt>
                <c:pt idx="5">
                  <c:v>2.02</c:v>
                </c:pt>
              </c:numCache>
            </c:numRef>
          </c:val>
          <c:extLst>
            <c:ext xmlns:c16="http://schemas.microsoft.com/office/drawing/2014/chart" uri="{C3380CC4-5D6E-409C-BE32-E72D297353CC}">
              <c16:uniqueId val="{00000005-4152-4C7F-8916-700649C5C0E4}"/>
            </c:ext>
          </c:extLst>
        </c:ser>
        <c:dLbls>
          <c:showLegendKey val="0"/>
          <c:showVal val="0"/>
          <c:showCatName val="0"/>
          <c:showSerName val="0"/>
          <c:showPercent val="0"/>
          <c:showBubbleSize val="0"/>
        </c:dLbls>
        <c:gapWidth val="40"/>
        <c:overlap val="100"/>
        <c:axId val="1160246704"/>
        <c:axId val="1"/>
      </c:barChart>
      <c:catAx>
        <c:axId val="1160246704"/>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6440000000000001"/>
          <c:min val="0"/>
        </c:scaling>
        <c:delete val="1"/>
        <c:axPos val="t"/>
        <c:numFmt formatCode="General" sourceLinked="1"/>
        <c:majorTickMark val="out"/>
        <c:minorTickMark val="none"/>
        <c:tickLblPos val="nextTo"/>
        <c:crossAx val="1160246704"/>
        <c:crosses val="min"/>
        <c:crossBetween val="between"/>
      </c:valAx>
    </c:plotArea>
    <c:plotVisOnly val="0"/>
    <c:dispBlanksAs val="gap"/>
    <c:showDLblsOverMax val="1"/>
  </c:chart>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280788177339902"/>
          <c:y val="6.0425531914893617E-2"/>
          <c:w val="0.57438423645320202"/>
          <c:h val="0.87914893617021272"/>
        </c:manualLayout>
      </c:layout>
      <c:barChart>
        <c:barDir val="bar"/>
        <c:grouping val="stacked"/>
        <c:varyColors val="0"/>
        <c:ser>
          <c:idx val="0"/>
          <c:order val="0"/>
          <c:spPr>
            <a:noFill/>
            <a:ln>
              <a:noFill/>
            </a:ln>
          </c:spPr>
          <c:invertIfNegative val="0"/>
          <c:dPt>
            <c:idx val="0"/>
            <c:invertIfNegative val="0"/>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0-C99B-4F3D-9AE3-CEA9F8212F75}"/>
              </c:ext>
            </c:extLst>
          </c:dPt>
          <c:dPt>
            <c:idx val="6"/>
            <c:invertIfNegative val="0"/>
            <c:bubble3D val="0"/>
            <c:spPr>
              <a:solidFill>
                <a:srgbClr val="061F79"/>
              </a:solidFill>
              <a:ln w="9525" cmpd="sng" algn="ctr">
                <a:solidFill>
                  <a:schemeClr val="bg1"/>
                </a:solidFill>
                <a:prstDash val="solid"/>
              </a:ln>
            </c:spPr>
            <c:extLst>
              <c:ext xmlns:c16="http://schemas.microsoft.com/office/drawing/2014/chart" uri="{C3380CC4-5D6E-409C-BE32-E72D297353CC}">
                <c16:uniqueId val="{00000001-C99B-4F3D-9AE3-CEA9F8212F75}"/>
              </c:ext>
            </c:extLst>
          </c:dPt>
          <c:dLbls>
            <c:dLbl>
              <c:idx val="6"/>
              <c:layout>
                <c:manualLayout>
                  <c:x val="0.15270935960591134"/>
                  <c:y val="0"/>
                </c:manualLayout>
              </c:layout>
              <c:numFmt formatCode="#,##0.0;&quot;-&quot;#,##0.0;0" sourceLinked="0"/>
              <c:spPr>
                <a:noFill/>
                <a:ln>
                  <a:noFill/>
                </a:ln>
              </c:spPr>
              <c:txPr>
                <a:bodyPr wrap="none"/>
                <a:lstStyle/>
                <a:p>
                  <a:pPr>
                    <a:defRPr sz="10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C99B-4F3D-9AE3-CEA9F8212F7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3.5999999999999996</c:v>
                </c:pt>
                <c:pt idx="2">
                  <c:v>3.4550000000000001</c:v>
                </c:pt>
                <c:pt idx="3">
                  <c:v>2.0549999999999997</c:v>
                </c:pt>
                <c:pt idx="4">
                  <c:v>1.915</c:v>
                </c:pt>
                <c:pt idx="6">
                  <c:v>1.915</c:v>
                </c:pt>
              </c:numCache>
            </c:numRef>
          </c:val>
          <c:extLst>
            <c:ext xmlns:c16="http://schemas.microsoft.com/office/drawing/2014/chart" uri="{C3380CC4-5D6E-409C-BE32-E72D297353CC}">
              <c16:uniqueId val="{00000002-C99B-4F3D-9AE3-CEA9F8212F75}"/>
            </c:ext>
          </c:extLst>
        </c:ser>
        <c:ser>
          <c:idx val="1"/>
          <c:order val="1"/>
          <c:spPr>
            <a:solidFill>
              <a:srgbClr val="B3B3B3"/>
            </a:solidFill>
            <a:ln>
              <a:noFill/>
            </a:ln>
          </c:spPr>
          <c:invertIfNegative val="0"/>
          <c:dLbls>
            <c:dLbl>
              <c:idx val="4"/>
              <c:layout>
                <c:manualLayout>
                  <c:x val="8.6699507389162558E-2"/>
                  <c:y val="0"/>
                </c:manualLayout>
              </c:layout>
              <c:numFmt formatCode="#,##0.0;#,##0.0;0"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C99B-4F3D-9AE3-CEA9F8212F7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2">
                  <c:v>0.14500000000000002</c:v>
                </c:pt>
                <c:pt idx="3">
                  <c:v>1.4</c:v>
                </c:pt>
                <c:pt idx="4">
                  <c:v>0.14000000000000012</c:v>
                </c:pt>
              </c:numCache>
            </c:numRef>
          </c:val>
          <c:extLst>
            <c:ext xmlns:c16="http://schemas.microsoft.com/office/drawing/2014/chart" uri="{C3380CC4-5D6E-409C-BE32-E72D297353CC}">
              <c16:uniqueId val="{00000004-C99B-4F3D-9AE3-CEA9F8212F75}"/>
            </c:ext>
          </c:extLst>
        </c:ser>
        <c:dLbls>
          <c:showLegendKey val="0"/>
          <c:showVal val="0"/>
          <c:showCatName val="0"/>
          <c:showSerName val="0"/>
          <c:showPercent val="0"/>
          <c:showBubbleSize val="0"/>
        </c:dLbls>
        <c:gapWidth val="40"/>
        <c:overlap val="100"/>
        <c:axId val="904934511"/>
        <c:axId val="1"/>
      </c:barChart>
      <c:catAx>
        <c:axId val="904934511"/>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6440000000000001"/>
          <c:min val="0"/>
        </c:scaling>
        <c:delete val="1"/>
        <c:axPos val="t"/>
        <c:numFmt formatCode="General" sourceLinked="1"/>
        <c:majorTickMark val="out"/>
        <c:minorTickMark val="none"/>
        <c:tickLblPos val="nextTo"/>
        <c:crossAx val="904934511"/>
        <c:crosses val="min"/>
        <c:crossBetween val="between"/>
      </c:valAx>
    </c:plotArea>
    <c:plotVisOnly val="0"/>
    <c:dispBlanksAs val="gap"/>
    <c:showDLblsOverMax val="1"/>
  </c:chart>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280788177339902"/>
          <c:y val="6.0425531914893617E-2"/>
          <c:w val="0.57438423645320202"/>
          <c:h val="0.87914893617021272"/>
        </c:manualLayout>
      </c:layout>
      <c:barChart>
        <c:barDir val="bar"/>
        <c:grouping val="stacked"/>
        <c:varyColors val="0"/>
        <c:ser>
          <c:idx val="0"/>
          <c:order val="0"/>
          <c:spPr>
            <a:noFill/>
            <a:ln>
              <a:noFill/>
            </a:ln>
          </c:spPr>
          <c:invertIfNegative val="0"/>
          <c:dPt>
            <c:idx val="0"/>
            <c:invertIfNegative val="0"/>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0-BF76-47FC-B963-36AA466918A4}"/>
              </c:ext>
            </c:extLst>
          </c:dPt>
          <c:dPt>
            <c:idx val="6"/>
            <c:invertIfNegative val="0"/>
            <c:bubble3D val="0"/>
            <c:spPr>
              <a:solidFill>
                <a:srgbClr val="061F79"/>
              </a:solidFill>
              <a:ln w="9525" cmpd="sng" algn="ctr">
                <a:solidFill>
                  <a:schemeClr val="bg1"/>
                </a:solidFill>
                <a:prstDash val="solid"/>
              </a:ln>
            </c:spPr>
            <c:extLst>
              <c:ext xmlns:c16="http://schemas.microsoft.com/office/drawing/2014/chart" uri="{C3380CC4-5D6E-409C-BE32-E72D297353CC}">
                <c16:uniqueId val="{00000001-BF76-47FC-B963-36AA466918A4}"/>
              </c:ext>
            </c:extLst>
          </c:dPt>
          <c:dLbls>
            <c:dLbl>
              <c:idx val="6"/>
              <c:layout>
                <c:manualLayout>
                  <c:x val="0.11625615763546798"/>
                  <c:y val="0"/>
                </c:manualLayout>
              </c:layout>
              <c:numFmt formatCode="#,##0.0;&quot;-&quot;#,##0.0;0" sourceLinked="0"/>
              <c:spPr>
                <a:noFill/>
                <a:ln>
                  <a:noFill/>
                </a:ln>
              </c:spPr>
              <c:txPr>
                <a:bodyPr wrap="none"/>
                <a:lstStyle/>
                <a:p>
                  <a:pPr>
                    <a:defRPr sz="10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BF76-47FC-B963-36AA466918A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3.5</c:v>
                </c:pt>
                <c:pt idx="1">
                  <c:v>3.5</c:v>
                </c:pt>
                <c:pt idx="2">
                  <c:v>0.94</c:v>
                </c:pt>
                <c:pt idx="3">
                  <c:v>0.94</c:v>
                </c:pt>
                <c:pt idx="4">
                  <c:v>0.94</c:v>
                </c:pt>
                <c:pt idx="5">
                  <c:v>0.94</c:v>
                </c:pt>
                <c:pt idx="6">
                  <c:v>0.94</c:v>
                </c:pt>
              </c:numCache>
            </c:numRef>
          </c:val>
          <c:extLst>
            <c:ext xmlns:c16="http://schemas.microsoft.com/office/drawing/2014/chart" uri="{C3380CC4-5D6E-409C-BE32-E72D297353CC}">
              <c16:uniqueId val="{00000002-BF76-47FC-B963-36AA466918A4}"/>
            </c:ext>
          </c:extLst>
        </c:ser>
        <c:ser>
          <c:idx val="1"/>
          <c:order val="1"/>
          <c:spPr>
            <a:solidFill>
              <a:srgbClr val="B3B3B3"/>
            </a:solidFill>
            <a:ln>
              <a:noFill/>
            </a:ln>
          </c:spPr>
          <c:invertIfNegative val="0"/>
          <c:dLbls>
            <c:dLbl>
              <c:idx val="2"/>
              <c:layout>
                <c:manualLayout>
                  <c:x val="0"/>
                  <c:y val="0"/>
                </c:manualLayout>
              </c:layout>
              <c:numFmt formatCode="#,##0.0;#,##0.0;0"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BF76-47FC-B963-36AA466918A4}"/>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1">
                  <c:v>0</c:v>
                </c:pt>
                <c:pt idx="2">
                  <c:v>2.56</c:v>
                </c:pt>
                <c:pt idx="3">
                  <c:v>0</c:v>
                </c:pt>
                <c:pt idx="4">
                  <c:v>0</c:v>
                </c:pt>
                <c:pt idx="5">
                  <c:v>0</c:v>
                </c:pt>
              </c:numCache>
            </c:numRef>
          </c:val>
          <c:extLst>
            <c:ext xmlns:c16="http://schemas.microsoft.com/office/drawing/2014/chart" uri="{C3380CC4-5D6E-409C-BE32-E72D297353CC}">
              <c16:uniqueId val="{00000004-BF76-47FC-B963-36AA466918A4}"/>
            </c:ext>
          </c:extLst>
        </c:ser>
        <c:dLbls>
          <c:showLegendKey val="0"/>
          <c:showVal val="0"/>
          <c:showCatName val="0"/>
          <c:showSerName val="0"/>
          <c:showPercent val="0"/>
          <c:showBubbleSize val="0"/>
        </c:dLbls>
        <c:gapWidth val="40"/>
        <c:overlap val="100"/>
        <c:axId val="904718031"/>
        <c:axId val="1"/>
      </c:barChart>
      <c:catAx>
        <c:axId val="904718031"/>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6440000000000001"/>
          <c:min val="0"/>
        </c:scaling>
        <c:delete val="1"/>
        <c:axPos val="t"/>
        <c:numFmt formatCode="General" sourceLinked="1"/>
        <c:majorTickMark val="out"/>
        <c:minorTickMark val="none"/>
        <c:tickLblPos val="nextTo"/>
        <c:crossAx val="904718031"/>
        <c:crosses val="min"/>
        <c:crossBetween val="between"/>
      </c:valAx>
    </c:plotArea>
    <c:plotVisOnly val="0"/>
    <c:dispBlanksAs val="gap"/>
    <c:showDLblsOverMax val="1"/>
  </c:chart>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280788177339902"/>
          <c:y val="6.0425531914893617E-2"/>
          <c:w val="0.57438423645320202"/>
          <c:h val="0.87914893617021272"/>
        </c:manualLayout>
      </c:layout>
      <c:barChart>
        <c:barDir val="bar"/>
        <c:grouping val="stacked"/>
        <c:varyColors val="0"/>
        <c:ser>
          <c:idx val="0"/>
          <c:order val="0"/>
          <c:spPr>
            <a:noFill/>
            <a:ln>
              <a:noFill/>
            </a:ln>
          </c:spPr>
          <c:invertIfNegative val="0"/>
          <c:dPt>
            <c:idx val="0"/>
            <c:invertIfNegative val="0"/>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0-01B9-4D65-937C-2FD8FB3C8E99}"/>
              </c:ext>
            </c:extLst>
          </c:dPt>
          <c:dPt>
            <c:idx val="6"/>
            <c:invertIfNegative val="0"/>
            <c:bubble3D val="0"/>
            <c:spPr>
              <a:solidFill>
                <a:srgbClr val="061F79"/>
              </a:solidFill>
              <a:ln w="9525" cmpd="sng" algn="ctr">
                <a:solidFill>
                  <a:schemeClr val="bg1"/>
                </a:solidFill>
                <a:prstDash val="solid"/>
              </a:ln>
            </c:spPr>
            <c:extLst>
              <c:ext xmlns:c16="http://schemas.microsoft.com/office/drawing/2014/chart" uri="{C3380CC4-5D6E-409C-BE32-E72D297353CC}">
                <c16:uniqueId val="{00000001-01B9-4D65-937C-2FD8FB3C8E99}"/>
              </c:ext>
            </c:extLst>
          </c:dPt>
          <c:dLbls>
            <c:dLbl>
              <c:idx val="6"/>
              <c:layout>
                <c:manualLayout>
                  <c:x val="0.10935960591133005"/>
                  <c:y val="0"/>
                </c:manualLayout>
              </c:layout>
              <c:numFmt formatCode="#,##0.0;&quot;-&quot;#,##0.0;0" sourceLinked="0"/>
              <c:spPr>
                <a:noFill/>
                <a:ln>
                  <a:noFill/>
                </a:ln>
              </c:spPr>
              <c:txPr>
                <a:bodyPr wrap="none"/>
                <a:lstStyle/>
                <a:p>
                  <a:pPr>
                    <a:defRPr sz="10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01B9-4D65-937C-2FD8FB3C8E9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2.34</c:v>
                </c:pt>
                <c:pt idx="1">
                  <c:v>2.34</c:v>
                </c:pt>
                <c:pt idx="2">
                  <c:v>2.34</c:v>
                </c:pt>
                <c:pt idx="3">
                  <c:v>2.34</c:v>
                </c:pt>
                <c:pt idx="4">
                  <c:v>0.7609999999999999</c:v>
                </c:pt>
                <c:pt idx="5">
                  <c:v>0.7609999999999999</c:v>
                </c:pt>
                <c:pt idx="6">
                  <c:v>0.7609999999999999</c:v>
                </c:pt>
              </c:numCache>
            </c:numRef>
          </c:val>
          <c:extLst>
            <c:ext xmlns:c16="http://schemas.microsoft.com/office/drawing/2014/chart" uri="{C3380CC4-5D6E-409C-BE32-E72D297353CC}">
              <c16:uniqueId val="{00000002-01B9-4D65-937C-2FD8FB3C8E99}"/>
            </c:ext>
          </c:extLst>
        </c:ser>
        <c:ser>
          <c:idx val="1"/>
          <c:order val="1"/>
          <c:spPr>
            <a:solidFill>
              <a:srgbClr val="B3B3B3"/>
            </a:solidFill>
            <a:ln>
              <a:noFill/>
            </a:ln>
          </c:spPr>
          <c:invertIfNegative val="0"/>
          <c:dLbls>
            <c:dLbl>
              <c:idx val="4"/>
              <c:layout>
                <c:manualLayout>
                  <c:x val="0"/>
                  <c:y val="0"/>
                </c:manualLayout>
              </c:layout>
              <c:numFmt formatCode="#,##0.0;#,##0.0;0"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01B9-4D65-937C-2FD8FB3C8E9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1">
                  <c:v>0</c:v>
                </c:pt>
                <c:pt idx="2">
                  <c:v>0</c:v>
                </c:pt>
                <c:pt idx="3">
                  <c:v>0</c:v>
                </c:pt>
                <c:pt idx="4">
                  <c:v>1.579</c:v>
                </c:pt>
                <c:pt idx="5">
                  <c:v>0</c:v>
                </c:pt>
              </c:numCache>
            </c:numRef>
          </c:val>
          <c:extLst>
            <c:ext xmlns:c16="http://schemas.microsoft.com/office/drawing/2014/chart" uri="{C3380CC4-5D6E-409C-BE32-E72D297353CC}">
              <c16:uniqueId val="{00000004-01B9-4D65-937C-2FD8FB3C8E99}"/>
            </c:ext>
          </c:extLst>
        </c:ser>
        <c:dLbls>
          <c:showLegendKey val="0"/>
          <c:showVal val="0"/>
          <c:showCatName val="0"/>
          <c:showSerName val="0"/>
          <c:showPercent val="0"/>
          <c:showBubbleSize val="0"/>
        </c:dLbls>
        <c:gapWidth val="40"/>
        <c:overlap val="100"/>
        <c:axId val="916985407"/>
        <c:axId val="1"/>
      </c:barChart>
      <c:catAx>
        <c:axId val="916985407"/>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6440000000000001"/>
          <c:min val="0"/>
        </c:scaling>
        <c:delete val="1"/>
        <c:axPos val="t"/>
        <c:numFmt formatCode="General" sourceLinked="1"/>
        <c:majorTickMark val="out"/>
        <c:minorTickMark val="none"/>
        <c:tickLblPos val="nextTo"/>
        <c:crossAx val="916985407"/>
        <c:crosses val="min"/>
        <c:crossBetween val="between"/>
      </c:valAx>
    </c:plotArea>
    <c:plotVisOnly val="0"/>
    <c:dispBlanksAs val="gap"/>
    <c:showDLblsOverMax val="1"/>
  </c:chart>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280788177339902"/>
          <c:y val="6.0425531914893617E-2"/>
          <c:w val="0.57438423645320202"/>
          <c:h val="0.87914893617021272"/>
        </c:manualLayout>
      </c:layout>
      <c:barChart>
        <c:barDir val="bar"/>
        <c:grouping val="stacked"/>
        <c:varyColors val="0"/>
        <c:ser>
          <c:idx val="0"/>
          <c:order val="0"/>
          <c:spPr>
            <a:noFill/>
            <a:ln>
              <a:noFill/>
            </a:ln>
          </c:spPr>
          <c:invertIfNegative val="0"/>
          <c:dPt>
            <c:idx val="0"/>
            <c:invertIfNegative val="0"/>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0-396F-447F-9ADE-98932674B56F}"/>
              </c:ext>
            </c:extLst>
          </c:dPt>
          <c:dPt>
            <c:idx val="6"/>
            <c:invertIfNegative val="0"/>
            <c:bubble3D val="0"/>
            <c:spPr>
              <a:solidFill>
                <a:srgbClr val="061F79"/>
              </a:solidFill>
              <a:ln w="9525" cmpd="sng" algn="ctr">
                <a:solidFill>
                  <a:schemeClr val="bg1"/>
                </a:solidFill>
                <a:prstDash val="solid"/>
              </a:ln>
            </c:spPr>
            <c:extLst>
              <c:ext xmlns:c16="http://schemas.microsoft.com/office/drawing/2014/chart" uri="{C3380CC4-5D6E-409C-BE32-E72D297353CC}">
                <c16:uniqueId val="{00000001-396F-447F-9ADE-98932674B56F}"/>
              </c:ext>
            </c:extLst>
          </c:dPt>
          <c:dLbls>
            <c:dLbl>
              <c:idx val="6"/>
              <c:layout>
                <c:manualLayout>
                  <c:x val="0.11330049261083744"/>
                  <c:y val="0"/>
                </c:manualLayout>
              </c:layout>
              <c:numFmt formatCode="#,##0.0;&quot;-&quot;#,##0.0;0" sourceLinked="0"/>
              <c:spPr>
                <a:noFill/>
                <a:ln>
                  <a:noFill/>
                </a:ln>
              </c:spPr>
              <c:txPr>
                <a:bodyPr wrap="none"/>
                <a:lstStyle/>
                <a:p>
                  <a:pPr>
                    <a:defRPr sz="10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396F-447F-9ADE-98932674B56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2.2000000000000002</c:v>
                </c:pt>
                <c:pt idx="1">
                  <c:v>2.2000000000000002</c:v>
                </c:pt>
                <c:pt idx="2">
                  <c:v>2.17</c:v>
                </c:pt>
                <c:pt idx="3">
                  <c:v>2.17</c:v>
                </c:pt>
                <c:pt idx="4">
                  <c:v>1.67</c:v>
                </c:pt>
                <c:pt idx="5">
                  <c:v>0.87000000000000011</c:v>
                </c:pt>
                <c:pt idx="6">
                  <c:v>0.87000000000000011</c:v>
                </c:pt>
              </c:numCache>
            </c:numRef>
          </c:val>
          <c:extLst>
            <c:ext xmlns:c16="http://schemas.microsoft.com/office/drawing/2014/chart" uri="{C3380CC4-5D6E-409C-BE32-E72D297353CC}">
              <c16:uniqueId val="{00000002-396F-447F-9ADE-98932674B56F}"/>
            </c:ext>
          </c:extLst>
        </c:ser>
        <c:ser>
          <c:idx val="1"/>
          <c:order val="1"/>
          <c:spPr>
            <a:solidFill>
              <a:srgbClr val="B3B3B3"/>
            </a:solidFill>
            <a:ln>
              <a:noFill/>
            </a:ln>
          </c:spPr>
          <c:invertIfNegative val="0"/>
          <c:val>
            <c:numRef>
              <c:f>Sheet1!$A$2:$G$2</c:f>
              <c:numCache>
                <c:formatCode>General</c:formatCode>
                <c:ptCount val="7"/>
                <c:pt idx="1">
                  <c:v>0</c:v>
                </c:pt>
                <c:pt idx="2">
                  <c:v>2.9999999999999805E-2</c:v>
                </c:pt>
                <c:pt idx="3">
                  <c:v>0</c:v>
                </c:pt>
                <c:pt idx="4">
                  <c:v>0.5</c:v>
                </c:pt>
                <c:pt idx="5">
                  <c:v>0.8</c:v>
                </c:pt>
              </c:numCache>
            </c:numRef>
          </c:val>
          <c:extLst>
            <c:ext xmlns:c16="http://schemas.microsoft.com/office/drawing/2014/chart" uri="{C3380CC4-5D6E-409C-BE32-E72D297353CC}">
              <c16:uniqueId val="{00000003-396F-447F-9ADE-98932674B56F}"/>
            </c:ext>
          </c:extLst>
        </c:ser>
        <c:dLbls>
          <c:showLegendKey val="0"/>
          <c:showVal val="0"/>
          <c:showCatName val="0"/>
          <c:showSerName val="0"/>
          <c:showPercent val="0"/>
          <c:showBubbleSize val="0"/>
        </c:dLbls>
        <c:gapWidth val="40"/>
        <c:overlap val="100"/>
        <c:axId val="1610732127"/>
        <c:axId val="1"/>
      </c:barChart>
      <c:catAx>
        <c:axId val="1610732127"/>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6440000000000001"/>
          <c:min val="0"/>
        </c:scaling>
        <c:delete val="1"/>
        <c:axPos val="t"/>
        <c:numFmt formatCode="General" sourceLinked="1"/>
        <c:majorTickMark val="out"/>
        <c:minorTickMark val="none"/>
        <c:tickLblPos val="nextTo"/>
        <c:crossAx val="1610732127"/>
        <c:crosses val="min"/>
        <c:crossBetween val="between"/>
      </c:valAx>
    </c:plotArea>
    <c:plotVisOnly val="0"/>
    <c:dispBlanksAs val="gap"/>
    <c:showDLblsOverMax val="1"/>
  </c:chart>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280788177339902"/>
          <c:y val="6.0425531914893617E-2"/>
          <c:w val="0.57438423645320202"/>
          <c:h val="0.87914893617021272"/>
        </c:manualLayout>
      </c:layout>
      <c:barChart>
        <c:barDir val="bar"/>
        <c:grouping val="stacked"/>
        <c:varyColors val="0"/>
        <c:ser>
          <c:idx val="0"/>
          <c:order val="0"/>
          <c:spPr>
            <a:noFill/>
            <a:ln>
              <a:noFill/>
            </a:ln>
          </c:spPr>
          <c:invertIfNegative val="0"/>
          <c:dPt>
            <c:idx val="0"/>
            <c:invertIfNegative val="0"/>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0-52FA-4871-90E6-3793531865F8}"/>
              </c:ext>
            </c:extLst>
          </c:dPt>
          <c:dPt>
            <c:idx val="6"/>
            <c:invertIfNegative val="0"/>
            <c:bubble3D val="0"/>
            <c:spPr>
              <a:solidFill>
                <a:srgbClr val="061F79"/>
              </a:solidFill>
              <a:ln w="9525" cmpd="sng" algn="ctr">
                <a:solidFill>
                  <a:schemeClr val="bg1"/>
                </a:solidFill>
                <a:prstDash val="solid"/>
              </a:ln>
            </c:spPr>
            <c:extLst>
              <c:ext xmlns:c16="http://schemas.microsoft.com/office/drawing/2014/chart" uri="{C3380CC4-5D6E-409C-BE32-E72D297353CC}">
                <c16:uniqueId val="{00000001-52FA-4871-90E6-3793531865F8}"/>
              </c:ext>
            </c:extLst>
          </c:dPt>
          <c:dLbls>
            <c:dLbl>
              <c:idx val="6"/>
              <c:layout>
                <c:manualLayout>
                  <c:x val="0.11133004926108374"/>
                  <c:y val="0"/>
                </c:manualLayout>
              </c:layout>
              <c:numFmt formatCode="#,##0.0;&quot;-&quot;#,##0.0;0" sourceLinked="0"/>
              <c:spPr>
                <a:noFill/>
                <a:ln>
                  <a:noFill/>
                </a:ln>
              </c:spPr>
              <c:txPr>
                <a:bodyPr wrap="none"/>
                <a:lstStyle/>
                <a:p>
                  <a:pPr>
                    <a:defRPr sz="10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52FA-4871-90E6-3793531865F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2.3999999999999995</c:v>
                </c:pt>
                <c:pt idx="1">
                  <c:v>2.343</c:v>
                </c:pt>
                <c:pt idx="2">
                  <c:v>2.343</c:v>
                </c:pt>
                <c:pt idx="3">
                  <c:v>0.94300000000000006</c:v>
                </c:pt>
                <c:pt idx="4">
                  <c:v>0.85400000000000009</c:v>
                </c:pt>
                <c:pt idx="5">
                  <c:v>0.81400000000000006</c:v>
                </c:pt>
                <c:pt idx="6">
                  <c:v>0.81400000000000006</c:v>
                </c:pt>
              </c:numCache>
            </c:numRef>
          </c:val>
          <c:extLst>
            <c:ext xmlns:c16="http://schemas.microsoft.com/office/drawing/2014/chart" uri="{C3380CC4-5D6E-409C-BE32-E72D297353CC}">
              <c16:uniqueId val="{00000002-52FA-4871-90E6-3793531865F8}"/>
            </c:ext>
          </c:extLst>
        </c:ser>
        <c:ser>
          <c:idx val="1"/>
          <c:order val="1"/>
          <c:spPr>
            <a:solidFill>
              <a:srgbClr val="B3B3B3"/>
            </a:solidFill>
            <a:ln>
              <a:noFill/>
            </a:ln>
          </c:spPr>
          <c:invertIfNegative val="0"/>
          <c:val>
            <c:numRef>
              <c:f>Sheet1!$A$2:$G$2</c:f>
              <c:numCache>
                <c:formatCode>General</c:formatCode>
                <c:ptCount val="7"/>
                <c:pt idx="1">
                  <c:v>5.699999999999994E-2</c:v>
                </c:pt>
                <c:pt idx="2">
                  <c:v>0</c:v>
                </c:pt>
                <c:pt idx="3">
                  <c:v>1.4</c:v>
                </c:pt>
                <c:pt idx="4">
                  <c:v>8.8999999999999968E-2</c:v>
                </c:pt>
                <c:pt idx="5">
                  <c:v>4.0000000000000036E-2</c:v>
                </c:pt>
              </c:numCache>
            </c:numRef>
          </c:val>
          <c:extLst>
            <c:ext xmlns:c16="http://schemas.microsoft.com/office/drawing/2014/chart" uri="{C3380CC4-5D6E-409C-BE32-E72D297353CC}">
              <c16:uniqueId val="{00000003-52FA-4871-90E6-3793531865F8}"/>
            </c:ext>
          </c:extLst>
        </c:ser>
        <c:dLbls>
          <c:showLegendKey val="0"/>
          <c:showVal val="0"/>
          <c:showCatName val="0"/>
          <c:showSerName val="0"/>
          <c:showPercent val="0"/>
          <c:showBubbleSize val="0"/>
        </c:dLbls>
        <c:gapWidth val="40"/>
        <c:overlap val="100"/>
        <c:axId val="399235744"/>
        <c:axId val="1"/>
      </c:barChart>
      <c:catAx>
        <c:axId val="399235744"/>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6440000000000001"/>
          <c:min val="0"/>
        </c:scaling>
        <c:delete val="1"/>
        <c:axPos val="t"/>
        <c:numFmt formatCode="General" sourceLinked="1"/>
        <c:majorTickMark val="out"/>
        <c:minorTickMark val="none"/>
        <c:tickLblPos val="nextTo"/>
        <c:crossAx val="399235744"/>
        <c:crosses val="min"/>
        <c:crossBetween val="between"/>
      </c:valAx>
    </c:plotArea>
    <c:plotVisOnly val="0"/>
    <c:dispBlanksAs val="gap"/>
    <c:showDLblsOverMax val="1"/>
  </c:chart>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21280788177339902"/>
          <c:y val="6.0425531914893617E-2"/>
          <c:w val="0.57438423645320202"/>
          <c:h val="0.87914893617021272"/>
        </c:manualLayout>
      </c:layout>
      <c:barChart>
        <c:barDir val="bar"/>
        <c:grouping val="stacked"/>
        <c:varyColors val="0"/>
        <c:ser>
          <c:idx val="0"/>
          <c:order val="0"/>
          <c:spPr>
            <a:noFill/>
            <a:ln>
              <a:noFill/>
            </a:ln>
          </c:spPr>
          <c:invertIfNegative val="0"/>
          <c:dPt>
            <c:idx val="0"/>
            <c:invertIfNegative val="0"/>
            <c:bubble3D val="0"/>
            <c:spPr>
              <a:solidFill>
                <a:schemeClr val="accent1"/>
              </a:solidFill>
              <a:ln w="9525" cmpd="sng" algn="ctr">
                <a:solidFill>
                  <a:schemeClr val="bg1"/>
                </a:solidFill>
                <a:prstDash val="solid"/>
              </a:ln>
            </c:spPr>
            <c:extLst>
              <c:ext xmlns:c16="http://schemas.microsoft.com/office/drawing/2014/chart" uri="{C3380CC4-5D6E-409C-BE32-E72D297353CC}">
                <c16:uniqueId val="{00000000-DE3F-4227-9D5E-086DAEED0D92}"/>
              </c:ext>
            </c:extLst>
          </c:dPt>
          <c:dPt>
            <c:idx val="6"/>
            <c:invertIfNegative val="0"/>
            <c:bubble3D val="0"/>
            <c:spPr>
              <a:solidFill>
                <a:srgbClr val="061F79"/>
              </a:solidFill>
              <a:ln w="9525" cmpd="sng" algn="ctr">
                <a:solidFill>
                  <a:schemeClr val="bg1"/>
                </a:solidFill>
                <a:prstDash val="solid"/>
              </a:ln>
            </c:spPr>
            <c:extLst>
              <c:ext xmlns:c16="http://schemas.microsoft.com/office/drawing/2014/chart" uri="{C3380CC4-5D6E-409C-BE32-E72D297353CC}">
                <c16:uniqueId val="{00000001-DE3F-4227-9D5E-086DAEED0D92}"/>
              </c:ext>
            </c:extLst>
          </c:dPt>
          <c:dLbls>
            <c:dLbl>
              <c:idx val="6"/>
              <c:layout>
                <c:manualLayout>
                  <c:x val="0.12216748768472907"/>
                  <c:y val="0"/>
                </c:manualLayout>
              </c:layout>
              <c:numFmt formatCode="#,##0.0;&quot;-&quot;#,##0.0;0" sourceLinked="0"/>
              <c:spPr>
                <a:noFill/>
                <a:ln>
                  <a:noFill/>
                </a:ln>
              </c:spPr>
              <c:txPr>
                <a:bodyPr wrap="none"/>
                <a:lstStyle/>
                <a:p>
                  <a:pPr>
                    <a:defRPr sz="1000" b="1"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DE3F-4227-9D5E-086DAEED0D9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Sheet1!$A$1:$G$1</c:f>
              <c:numCache>
                <c:formatCode>General</c:formatCode>
                <c:ptCount val="7"/>
                <c:pt idx="0">
                  <c:v>1.6</c:v>
                </c:pt>
                <c:pt idx="1">
                  <c:v>1.2000000000000002</c:v>
                </c:pt>
                <c:pt idx="2">
                  <c:v>1.2000000000000002</c:v>
                </c:pt>
                <c:pt idx="3">
                  <c:v>1.2000000000000002</c:v>
                </c:pt>
                <c:pt idx="4">
                  <c:v>1.1000000000000001</c:v>
                </c:pt>
                <c:pt idx="5">
                  <c:v>1.1000000000000001</c:v>
                </c:pt>
                <c:pt idx="6">
                  <c:v>1.1000000000000001</c:v>
                </c:pt>
              </c:numCache>
            </c:numRef>
          </c:val>
          <c:extLst>
            <c:ext xmlns:c16="http://schemas.microsoft.com/office/drawing/2014/chart" uri="{C3380CC4-5D6E-409C-BE32-E72D297353CC}">
              <c16:uniqueId val="{00000002-DE3F-4227-9D5E-086DAEED0D92}"/>
            </c:ext>
          </c:extLst>
        </c:ser>
        <c:ser>
          <c:idx val="1"/>
          <c:order val="1"/>
          <c:spPr>
            <a:solidFill>
              <a:srgbClr val="B3B3B3"/>
            </a:solidFill>
            <a:ln>
              <a:noFill/>
            </a:ln>
          </c:spPr>
          <c:invertIfNegative val="0"/>
          <c:dLbls>
            <c:dLbl>
              <c:idx val="1"/>
              <c:layout>
                <c:manualLayout>
                  <c:x val="9.556650246305419E-2"/>
                  <c:y val="0"/>
                </c:manualLayout>
              </c:layout>
              <c:numFmt formatCode="#,##0.0;#,##0.0;0"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DE3F-4227-9D5E-086DAEED0D92}"/>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Sheet1!$A$2:$G$2</c:f>
              <c:numCache>
                <c:formatCode>General</c:formatCode>
                <c:ptCount val="7"/>
                <c:pt idx="1">
                  <c:v>0.39999999999999991</c:v>
                </c:pt>
                <c:pt idx="2">
                  <c:v>0</c:v>
                </c:pt>
                <c:pt idx="3">
                  <c:v>0</c:v>
                </c:pt>
                <c:pt idx="4">
                  <c:v>0.10000000000000009</c:v>
                </c:pt>
                <c:pt idx="5">
                  <c:v>0</c:v>
                </c:pt>
              </c:numCache>
            </c:numRef>
          </c:val>
          <c:extLst>
            <c:ext xmlns:c16="http://schemas.microsoft.com/office/drawing/2014/chart" uri="{C3380CC4-5D6E-409C-BE32-E72D297353CC}">
              <c16:uniqueId val="{00000004-DE3F-4227-9D5E-086DAEED0D92}"/>
            </c:ext>
          </c:extLst>
        </c:ser>
        <c:dLbls>
          <c:showLegendKey val="0"/>
          <c:showVal val="0"/>
          <c:showCatName val="0"/>
          <c:showSerName val="0"/>
          <c:showPercent val="0"/>
          <c:showBubbleSize val="0"/>
        </c:dLbls>
        <c:gapWidth val="40"/>
        <c:overlap val="100"/>
        <c:axId val="853257039"/>
        <c:axId val="1"/>
      </c:barChart>
      <c:catAx>
        <c:axId val="853257039"/>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7.6440000000000001"/>
          <c:min val="0"/>
        </c:scaling>
        <c:delete val="1"/>
        <c:axPos val="t"/>
        <c:numFmt formatCode="General" sourceLinked="1"/>
        <c:majorTickMark val="out"/>
        <c:minorTickMark val="none"/>
        <c:tickLblPos val="nextTo"/>
        <c:crossAx val="853257039"/>
        <c:crosses val="min"/>
        <c:crossBetween val="between"/>
      </c:valAx>
    </c:plotArea>
    <c:plotVisOnly val="0"/>
    <c:dispBlanksAs val="gap"/>
    <c:showDLblsOverMax val="1"/>
  </c:chart>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8067349926793559E-2"/>
          <c:y val="5.5642633228840124E-2"/>
          <c:w val="0.92386530014641288"/>
          <c:h val="0.88871473354231978"/>
        </c:manualLayout>
      </c:layout>
      <c:barChart>
        <c:barDir val="col"/>
        <c:grouping val="stacked"/>
        <c:varyColors val="0"/>
        <c:ser>
          <c:idx val="0"/>
          <c:order val="0"/>
          <c:spPr>
            <a:solidFill>
              <a:srgbClr val="061F79"/>
            </a:solidFill>
            <a:ln w="9525" cmpd="sng" algn="ctr">
              <a:solidFill>
                <a:srgbClr val="FFFFFF"/>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4AEB-4A12-B8AF-215DF2A364E8}"/>
                </c:ext>
              </c:extLst>
            </c:dLbl>
            <c:dLbl>
              <c:idx val="1"/>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4AEB-4A12-B8AF-215DF2A364E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14.984126984126988</c:v>
                </c:pt>
                <c:pt idx="1">
                  <c:v>14.984126984126988</c:v>
                </c:pt>
              </c:numCache>
            </c:numRef>
          </c:val>
          <c:extLst>
            <c:ext xmlns:c16="http://schemas.microsoft.com/office/drawing/2014/chart" uri="{C3380CC4-5D6E-409C-BE32-E72D297353CC}">
              <c16:uniqueId val="{00000002-4AEB-4A12-B8AF-215DF2A364E8}"/>
            </c:ext>
          </c:extLst>
        </c:ser>
        <c:ser>
          <c:idx val="1"/>
          <c:order val="1"/>
          <c:spPr>
            <a:solidFill>
              <a:schemeClr val="accent2"/>
            </a:solidFill>
            <a:ln w="9525" cmpd="sng" algn="ctr">
              <a:solidFill>
                <a:srgbClr val="FFFFFF"/>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4AEB-4A12-B8AF-215DF2A364E8}"/>
                </c:ext>
              </c:extLst>
            </c:dLbl>
            <c:dLbl>
              <c:idx val="1"/>
              <c:layout>
                <c:manualLayout>
                  <c:x val="0"/>
                  <c:y val="-3.9184952978056425E-4"/>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4-4AEB-4A12-B8AF-215DF2A364E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51.079365079365068</c:v>
                </c:pt>
                <c:pt idx="1">
                  <c:v>6.1295238095238069</c:v>
                </c:pt>
              </c:numCache>
            </c:numRef>
          </c:val>
          <c:extLst>
            <c:ext xmlns:c16="http://schemas.microsoft.com/office/drawing/2014/chart" uri="{C3380CC4-5D6E-409C-BE32-E72D297353CC}">
              <c16:uniqueId val="{00000005-4AEB-4A12-B8AF-215DF2A364E8}"/>
            </c:ext>
          </c:extLst>
        </c:ser>
        <c:ser>
          <c:idx val="2"/>
          <c:order val="2"/>
          <c:spPr>
            <a:solidFill>
              <a:schemeClr val="accent3"/>
            </a:solidFill>
            <a:ln w="9525" cmpd="sng" algn="ctr">
              <a:solidFill>
                <a:srgbClr val="FFFFFF"/>
              </a:solidFill>
              <a:prstDash val="solid"/>
            </a:ln>
          </c:spPr>
          <c:invertIfNegative val="0"/>
          <c:val>
            <c:numRef>
              <c:f>Sheet1!$A$3:$B$3</c:f>
              <c:numCache>
                <c:formatCode>General</c:formatCode>
                <c:ptCount val="2"/>
                <c:pt idx="0">
                  <c:v>0</c:v>
                </c:pt>
                <c:pt idx="1">
                  <c:v>0</c:v>
                </c:pt>
              </c:numCache>
            </c:numRef>
          </c:val>
          <c:extLst>
            <c:ext xmlns:c16="http://schemas.microsoft.com/office/drawing/2014/chart" uri="{C3380CC4-5D6E-409C-BE32-E72D297353CC}">
              <c16:uniqueId val="{00000006-4AEB-4A12-B8AF-215DF2A364E8}"/>
            </c:ext>
          </c:extLst>
        </c:ser>
        <c:ser>
          <c:idx val="3"/>
          <c:order val="3"/>
          <c:spPr>
            <a:solidFill>
              <a:schemeClr val="accent4"/>
            </a:solidFill>
            <a:ln w="9525" cmpd="sng" algn="ctr">
              <a:solidFill>
                <a:srgbClr val="FFFFFF"/>
              </a:solidFill>
              <a:prstDash val="solid"/>
            </a:ln>
          </c:spPr>
          <c:invertIfNegative val="0"/>
          <c:dLbls>
            <c:dLbl>
              <c:idx val="0"/>
              <c:layout>
                <c:manualLayout>
                  <c:x val="0.2225475841874085"/>
                  <c:y val="0"/>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4AEB-4A12-B8AF-215DF2A364E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1.0000000000000009</c:v>
                </c:pt>
                <c:pt idx="1">
                  <c:v>0.25000000000000022</c:v>
                </c:pt>
              </c:numCache>
            </c:numRef>
          </c:val>
          <c:extLst>
            <c:ext xmlns:c16="http://schemas.microsoft.com/office/drawing/2014/chart" uri="{C3380CC4-5D6E-409C-BE32-E72D297353CC}">
              <c16:uniqueId val="{00000008-4AEB-4A12-B8AF-215DF2A364E8}"/>
            </c:ext>
          </c:extLst>
        </c:ser>
        <c:ser>
          <c:idx val="4"/>
          <c:order val="4"/>
          <c:spPr>
            <a:solidFill>
              <a:schemeClr val="accent5"/>
            </a:solidFill>
            <a:ln w="9525" cmpd="sng" algn="ctr">
              <a:solidFill>
                <a:srgbClr val="FFFFFF"/>
              </a:solidFill>
              <a:prstDash val="solid"/>
            </a:ln>
          </c:spPr>
          <c:invertIfNegative val="0"/>
          <c:val>
            <c:numRef>
              <c:f>Sheet1!$A$5:$B$5</c:f>
              <c:numCache>
                <c:formatCode>General</c:formatCode>
                <c:ptCount val="2"/>
                <c:pt idx="0">
                  <c:v>0</c:v>
                </c:pt>
                <c:pt idx="1">
                  <c:v>0</c:v>
                </c:pt>
              </c:numCache>
            </c:numRef>
          </c:val>
          <c:extLst>
            <c:ext xmlns:c16="http://schemas.microsoft.com/office/drawing/2014/chart" uri="{C3380CC4-5D6E-409C-BE32-E72D297353CC}">
              <c16:uniqueId val="{00000009-4AEB-4A12-B8AF-215DF2A364E8}"/>
            </c:ext>
          </c:extLst>
        </c:ser>
        <c:ser>
          <c:idx val="5"/>
          <c:order val="5"/>
          <c:spPr>
            <a:solidFill>
              <a:schemeClr val="accent3"/>
            </a:solidFill>
            <a:ln w="9525" cmpd="sng" algn="ctr">
              <a:solidFill>
                <a:srgbClr val="FFFFFF"/>
              </a:solidFill>
              <a:prstDash val="solid"/>
            </a:ln>
          </c:spPr>
          <c:invertIfNegative val="0"/>
          <c:dLbls>
            <c:dLbl>
              <c:idx val="0"/>
              <c:layout>
                <c:manualLayout>
                  <c:x val="0"/>
                  <c:y val="-3.9184952978056425E-4"/>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4AEB-4A12-B8AF-215DF2A364E8}"/>
                </c:ext>
              </c:extLst>
            </c:dLbl>
            <c:dLbl>
              <c:idx val="1"/>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B-4AEB-4A12-B8AF-215DF2A364E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Sheet1!$A$6:$B$6</c:f>
              <c:numCache>
                <c:formatCode>General</c:formatCode>
                <c:ptCount val="2"/>
                <c:pt idx="0">
                  <c:v>32.936507936507944</c:v>
                </c:pt>
                <c:pt idx="1">
                  <c:v>7.2460317460317452</c:v>
                </c:pt>
              </c:numCache>
            </c:numRef>
          </c:val>
          <c:extLst>
            <c:ext xmlns:c16="http://schemas.microsoft.com/office/drawing/2014/chart" uri="{C3380CC4-5D6E-409C-BE32-E72D297353CC}">
              <c16:uniqueId val="{0000000C-4AEB-4A12-B8AF-215DF2A364E8}"/>
            </c:ext>
          </c:extLst>
        </c:ser>
        <c:ser>
          <c:idx val="6"/>
          <c:order val="6"/>
          <c:spPr>
            <a:solidFill>
              <a:srgbClr val="FFFFFF"/>
            </a:solidFill>
            <a:ln w="9525" cmpd="sng" algn="ctr">
              <a:solidFill>
                <a:srgbClr val="000000"/>
              </a:solidFill>
              <a:prstDash val="solid"/>
            </a:ln>
          </c:spPr>
          <c:invertIfNegative val="0"/>
          <c:dLbls>
            <c:dLbl>
              <c:idx val="1"/>
              <c:layout>
                <c:manualLayout>
                  <c:x val="0"/>
                  <c:y val="-3.9184952978056425E-4"/>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4AEB-4A12-B8AF-215DF2A364E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Sheet1!$A$7:$B$7</c:f>
              <c:numCache>
                <c:formatCode>General</c:formatCode>
                <c:ptCount val="2"/>
                <c:pt idx="1">
                  <c:v>71.390317460317448</c:v>
                </c:pt>
              </c:numCache>
            </c:numRef>
          </c:val>
          <c:extLst>
            <c:ext xmlns:c16="http://schemas.microsoft.com/office/drawing/2014/chart" uri="{C3380CC4-5D6E-409C-BE32-E72D297353CC}">
              <c16:uniqueId val="{0000000E-4AEB-4A12-B8AF-215DF2A364E8}"/>
            </c:ext>
          </c:extLst>
        </c:ser>
        <c:dLbls>
          <c:showLegendKey val="0"/>
          <c:showVal val="0"/>
          <c:showCatName val="0"/>
          <c:showSerName val="0"/>
          <c:showPercent val="0"/>
          <c:showBubbleSize val="0"/>
        </c:dLbls>
        <c:gapWidth val="40"/>
        <c:overlap val="100"/>
        <c:axId val="1768514272"/>
        <c:axId val="1"/>
      </c:barChart>
      <c:catAx>
        <c:axId val="176851427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1768514272"/>
        <c:crosses val="min"/>
        <c:crossBetween val="between"/>
      </c:valAx>
    </c:plotArea>
    <c:plotVisOnly val="0"/>
    <c:dispBlanksAs val="gap"/>
    <c:showDLblsOverMax val="1"/>
  </c:chart>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8207200587803088E-2"/>
          <c:y val="5.5642633228840124E-2"/>
          <c:w val="0.92358559882439384"/>
          <c:h val="0.88871473354231978"/>
        </c:manualLayout>
      </c:layout>
      <c:barChart>
        <c:barDir val="col"/>
        <c:grouping val="stacked"/>
        <c:varyColors val="0"/>
        <c:ser>
          <c:idx val="0"/>
          <c:order val="0"/>
          <c:spPr>
            <a:solidFill>
              <a:srgbClr val="061F79"/>
            </a:solidFill>
            <a:ln w="9525" cmpd="sng" algn="ctr">
              <a:solidFill>
                <a:srgbClr val="FFFFFF"/>
              </a:solidFill>
              <a:prstDash val="solid"/>
            </a:ln>
          </c:spPr>
          <c:invertIfNegative val="0"/>
          <c:dPt>
            <c:idx val="0"/>
            <c:invertIfNegative val="0"/>
            <c:bubble3D val="0"/>
            <c:spPr>
              <a:solidFill>
                <a:schemeClr val="accent1"/>
              </a:solidFill>
              <a:ln w="9525" cmpd="sng" algn="ctr">
                <a:solidFill>
                  <a:srgbClr val="FFFFFF"/>
                </a:solidFill>
                <a:prstDash val="solid"/>
              </a:ln>
            </c:spPr>
            <c:extLst>
              <c:ext xmlns:c16="http://schemas.microsoft.com/office/drawing/2014/chart" uri="{C3380CC4-5D6E-409C-BE32-E72D297353CC}">
                <c16:uniqueId val="{00000000-2265-47EB-BA11-EA8E73117173}"/>
              </c:ext>
            </c:extLst>
          </c:dPt>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2265-47EB-BA11-EA8E73117173}"/>
                </c:ext>
              </c:extLst>
            </c:dLbl>
            <c:dLbl>
              <c:idx val="1"/>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2265-47EB-BA11-EA8E7311717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22.4</c:v>
                </c:pt>
                <c:pt idx="1">
                  <c:v>22.4</c:v>
                </c:pt>
              </c:numCache>
            </c:numRef>
          </c:val>
          <c:extLst>
            <c:ext xmlns:c16="http://schemas.microsoft.com/office/drawing/2014/chart" uri="{C3380CC4-5D6E-409C-BE32-E72D297353CC}">
              <c16:uniqueId val="{00000002-2265-47EB-BA11-EA8E73117173}"/>
            </c:ext>
          </c:extLst>
        </c:ser>
        <c:ser>
          <c:idx val="1"/>
          <c:order val="1"/>
          <c:spPr>
            <a:solidFill>
              <a:schemeClr val="accent2"/>
            </a:solidFill>
            <a:ln w="9525" cmpd="sng" algn="ctr">
              <a:solidFill>
                <a:srgbClr val="FFFFFF"/>
              </a:solidFill>
              <a:prstDash val="solid"/>
            </a:ln>
          </c:spPr>
          <c:invertIfNegative val="0"/>
          <c:val>
            <c:numRef>
              <c:f>Sheet1!$A$2:$B$2</c:f>
              <c:numCache>
                <c:formatCode>General</c:formatCode>
                <c:ptCount val="2"/>
                <c:pt idx="0">
                  <c:v>0</c:v>
                </c:pt>
                <c:pt idx="1">
                  <c:v>0</c:v>
                </c:pt>
              </c:numCache>
            </c:numRef>
          </c:val>
          <c:extLst>
            <c:ext xmlns:c16="http://schemas.microsoft.com/office/drawing/2014/chart" uri="{C3380CC4-5D6E-409C-BE32-E72D297353CC}">
              <c16:uniqueId val="{00000003-2265-47EB-BA11-EA8E73117173}"/>
            </c:ext>
          </c:extLst>
        </c:ser>
        <c:ser>
          <c:idx val="2"/>
          <c:order val="2"/>
          <c:spPr>
            <a:solidFill>
              <a:srgbClr val="C3E6FD"/>
            </a:solidFill>
            <a:ln w="9525" cmpd="sng" algn="ctr">
              <a:solidFill>
                <a:srgbClr val="FFFFFF"/>
              </a:solidFill>
              <a:prstDash val="solid"/>
            </a:ln>
          </c:spPr>
          <c:invertIfNegative val="0"/>
          <c:val>
            <c:numRef>
              <c:f>Sheet1!$A$3:$B$3</c:f>
              <c:numCache>
                <c:formatCode>General</c:formatCode>
                <c:ptCount val="2"/>
                <c:pt idx="0">
                  <c:v>1.9999999999999991</c:v>
                </c:pt>
                <c:pt idx="1">
                  <c:v>0.40000000000000036</c:v>
                </c:pt>
              </c:numCache>
            </c:numRef>
          </c:val>
          <c:extLst>
            <c:ext xmlns:c16="http://schemas.microsoft.com/office/drawing/2014/chart" uri="{C3380CC4-5D6E-409C-BE32-E72D297353CC}">
              <c16:uniqueId val="{00000004-2265-47EB-BA11-EA8E73117173}"/>
            </c:ext>
          </c:extLst>
        </c:ser>
        <c:ser>
          <c:idx val="3"/>
          <c:order val="3"/>
          <c:spPr>
            <a:solidFill>
              <a:srgbClr val="1537BA"/>
            </a:solidFill>
            <a:ln w="9525" cmpd="sng" algn="ctr">
              <a:solidFill>
                <a:srgbClr val="FFFFFF"/>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2265-47EB-BA11-EA8E73117173}"/>
                </c:ext>
              </c:extLst>
            </c:dLbl>
            <c:dLbl>
              <c:idx val="1"/>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6-2265-47EB-BA11-EA8E7311717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32.400000000000006</c:v>
                </c:pt>
                <c:pt idx="1">
                  <c:v>8.1000000000000014</c:v>
                </c:pt>
              </c:numCache>
            </c:numRef>
          </c:val>
          <c:extLst>
            <c:ext xmlns:c16="http://schemas.microsoft.com/office/drawing/2014/chart" uri="{C3380CC4-5D6E-409C-BE32-E72D297353CC}">
              <c16:uniqueId val="{00000007-2265-47EB-BA11-EA8E73117173}"/>
            </c:ext>
          </c:extLst>
        </c:ser>
        <c:ser>
          <c:idx val="4"/>
          <c:order val="4"/>
          <c:spPr>
            <a:solidFill>
              <a:schemeClr val="accent6"/>
            </a:solidFill>
            <a:ln w="9525" cmpd="sng" algn="ctr">
              <a:solidFill>
                <a:srgbClr val="FFFFFF"/>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8-2265-47EB-BA11-EA8E73117173}"/>
                </c:ext>
              </c:extLst>
            </c:dLbl>
            <c:dLbl>
              <c:idx val="1"/>
              <c:layout>
                <c:manualLayout>
                  <c:x val="0"/>
                  <c:y val="0"/>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2265-47EB-BA11-EA8E7311717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Sheet1!$A$5:$B$5</c:f>
              <c:numCache>
                <c:formatCode>General</c:formatCode>
                <c:ptCount val="2"/>
                <c:pt idx="0">
                  <c:v>43.199999999999996</c:v>
                </c:pt>
                <c:pt idx="1">
                  <c:v>8.639999999999997</c:v>
                </c:pt>
              </c:numCache>
            </c:numRef>
          </c:val>
          <c:extLst>
            <c:ext xmlns:c16="http://schemas.microsoft.com/office/drawing/2014/chart" uri="{C3380CC4-5D6E-409C-BE32-E72D297353CC}">
              <c16:uniqueId val="{0000000A-2265-47EB-BA11-EA8E73117173}"/>
            </c:ext>
          </c:extLst>
        </c:ser>
        <c:ser>
          <c:idx val="5"/>
          <c:order val="5"/>
          <c:spPr>
            <a:solidFill>
              <a:schemeClr val="accent6"/>
            </a:solidFill>
            <a:ln w="9525" cmpd="sng" algn="ctr">
              <a:solidFill>
                <a:srgbClr val="FFFFFF"/>
              </a:solidFill>
              <a:prstDash val="solid"/>
            </a:ln>
          </c:spPr>
          <c:invertIfNegative val="0"/>
          <c:val>
            <c:numRef>
              <c:f>Sheet1!$A$6:$B$6</c:f>
              <c:numCache>
                <c:formatCode>General</c:formatCode>
                <c:ptCount val="2"/>
                <c:pt idx="0">
                  <c:v>0</c:v>
                </c:pt>
                <c:pt idx="1">
                  <c:v>0</c:v>
                </c:pt>
              </c:numCache>
            </c:numRef>
          </c:val>
          <c:extLst>
            <c:ext xmlns:c16="http://schemas.microsoft.com/office/drawing/2014/chart" uri="{C3380CC4-5D6E-409C-BE32-E72D297353CC}">
              <c16:uniqueId val="{0000000B-2265-47EB-BA11-EA8E73117173}"/>
            </c:ext>
          </c:extLst>
        </c:ser>
        <c:ser>
          <c:idx val="6"/>
          <c:order val="6"/>
          <c:spPr>
            <a:solidFill>
              <a:srgbClr val="FFFFFF"/>
            </a:solidFill>
            <a:ln w="9525" cmpd="sng" algn="ctr">
              <a:solidFill>
                <a:srgbClr val="000000"/>
              </a:solidFill>
              <a:prstDash val="solid"/>
            </a:ln>
          </c:spPr>
          <c:invertIfNegative val="0"/>
          <c:dLbls>
            <c:dLbl>
              <c:idx val="1"/>
              <c:layout>
                <c:manualLayout>
                  <c:x val="0"/>
                  <c:y val="-3.9184952978056425E-4"/>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2265-47EB-BA11-EA8E73117173}"/>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Sheet1!$A$7:$B$7</c:f>
              <c:numCache>
                <c:formatCode>General</c:formatCode>
                <c:ptCount val="2"/>
                <c:pt idx="1">
                  <c:v>60.46</c:v>
                </c:pt>
              </c:numCache>
            </c:numRef>
          </c:val>
          <c:extLst>
            <c:ext xmlns:c16="http://schemas.microsoft.com/office/drawing/2014/chart" uri="{C3380CC4-5D6E-409C-BE32-E72D297353CC}">
              <c16:uniqueId val="{0000000D-2265-47EB-BA11-EA8E73117173}"/>
            </c:ext>
          </c:extLst>
        </c:ser>
        <c:dLbls>
          <c:showLegendKey val="0"/>
          <c:showVal val="0"/>
          <c:showCatName val="0"/>
          <c:showSerName val="0"/>
          <c:showPercent val="0"/>
          <c:showBubbleSize val="0"/>
        </c:dLbls>
        <c:gapWidth val="40"/>
        <c:overlap val="100"/>
        <c:axId val="1380086592"/>
        <c:axId val="1"/>
      </c:barChart>
      <c:catAx>
        <c:axId val="1380086592"/>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1380086592"/>
        <c:crosses val="min"/>
        <c:crossBetween val="between"/>
      </c:valAx>
    </c:plotArea>
    <c:plotVisOnly val="0"/>
    <c:dispBlanksAs val="gap"/>
    <c:showDLblsOverMax val="1"/>
  </c:chart>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781818181818182E-2"/>
          <c:y val="5.5642633228840124E-2"/>
          <c:w val="0.92436363636363639"/>
          <c:h val="0.88871473354231978"/>
        </c:manualLayout>
      </c:layout>
      <c:barChart>
        <c:barDir val="col"/>
        <c:grouping val="stacked"/>
        <c:varyColors val="0"/>
        <c:ser>
          <c:idx val="0"/>
          <c:order val="0"/>
          <c:spPr>
            <a:solidFill>
              <a:srgbClr val="061F79"/>
            </a:solidFill>
            <a:ln w="9525" cmpd="sng" algn="ctr">
              <a:solidFill>
                <a:srgbClr val="FFFFFF"/>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56D5-4116-984F-B4B7CD70FF15}"/>
                </c:ext>
              </c:extLst>
            </c:dLbl>
            <c:dLbl>
              <c:idx val="1"/>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56D5-4116-984F-B4B7CD70FF1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8.0000000000000071</c:v>
                </c:pt>
                <c:pt idx="1">
                  <c:v>8.0000000000000071</c:v>
                </c:pt>
              </c:numCache>
            </c:numRef>
          </c:val>
          <c:extLst>
            <c:ext xmlns:c16="http://schemas.microsoft.com/office/drawing/2014/chart" uri="{C3380CC4-5D6E-409C-BE32-E72D297353CC}">
              <c16:uniqueId val="{00000002-56D5-4116-984F-B4B7CD70FF15}"/>
            </c:ext>
          </c:extLst>
        </c:ser>
        <c:ser>
          <c:idx val="1"/>
          <c:order val="1"/>
          <c:spPr>
            <a:solidFill>
              <a:schemeClr val="accent2"/>
            </a:solidFill>
            <a:ln w="9525" cmpd="sng" algn="ctr">
              <a:solidFill>
                <a:srgbClr val="FFFFFF"/>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56D5-4116-984F-B4B7CD70FF1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Sheet1!$A$2:$B$2</c:f>
              <c:numCache>
                <c:formatCode>General</c:formatCode>
                <c:ptCount val="2"/>
                <c:pt idx="0">
                  <c:v>20</c:v>
                </c:pt>
                <c:pt idx="1">
                  <c:v>2.3999999999999995</c:v>
                </c:pt>
              </c:numCache>
            </c:numRef>
          </c:val>
          <c:extLst>
            <c:ext xmlns:c16="http://schemas.microsoft.com/office/drawing/2014/chart" uri="{C3380CC4-5D6E-409C-BE32-E72D297353CC}">
              <c16:uniqueId val="{00000004-56D5-4116-984F-B4B7CD70FF15}"/>
            </c:ext>
          </c:extLst>
        </c:ser>
        <c:ser>
          <c:idx val="2"/>
          <c:order val="2"/>
          <c:spPr>
            <a:solidFill>
              <a:srgbClr val="C3E6FD"/>
            </a:solidFill>
            <a:ln w="9525" cmpd="sng" algn="ctr">
              <a:solidFill>
                <a:srgbClr val="FFFFFF"/>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5-56D5-4116-984F-B4B7CD70FF1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Sheet1!$A$3:$B$3</c:f>
              <c:numCache>
                <c:formatCode>General</c:formatCode>
                <c:ptCount val="2"/>
                <c:pt idx="0">
                  <c:v>9.0000000000000018</c:v>
                </c:pt>
                <c:pt idx="1">
                  <c:v>1.7999999999999989</c:v>
                </c:pt>
              </c:numCache>
            </c:numRef>
          </c:val>
          <c:extLst>
            <c:ext xmlns:c16="http://schemas.microsoft.com/office/drawing/2014/chart" uri="{C3380CC4-5D6E-409C-BE32-E72D297353CC}">
              <c16:uniqueId val="{00000006-56D5-4116-984F-B4B7CD70FF15}"/>
            </c:ext>
          </c:extLst>
        </c:ser>
        <c:ser>
          <c:idx val="3"/>
          <c:order val="3"/>
          <c:spPr>
            <a:solidFill>
              <a:srgbClr val="1537BA"/>
            </a:solidFill>
            <a:ln w="9525" cmpd="sng" algn="ctr">
              <a:solidFill>
                <a:srgbClr val="FFFFFF"/>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7-56D5-4116-984F-B4B7CD70FF1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Sheet1!$A$4:$B$4</c:f>
              <c:numCache>
                <c:formatCode>General</c:formatCode>
                <c:ptCount val="2"/>
                <c:pt idx="0">
                  <c:v>4.9999999999999991</c:v>
                </c:pt>
                <c:pt idx="1">
                  <c:v>1.2500000000000011</c:v>
                </c:pt>
              </c:numCache>
            </c:numRef>
          </c:val>
          <c:extLst>
            <c:ext xmlns:c16="http://schemas.microsoft.com/office/drawing/2014/chart" uri="{C3380CC4-5D6E-409C-BE32-E72D297353CC}">
              <c16:uniqueId val="{00000008-56D5-4116-984F-B4B7CD70FF15}"/>
            </c:ext>
          </c:extLst>
        </c:ser>
        <c:ser>
          <c:idx val="4"/>
          <c:order val="4"/>
          <c:spPr>
            <a:solidFill>
              <a:schemeClr val="accent6"/>
            </a:solidFill>
            <a:ln w="9525" cmpd="sng" algn="ctr">
              <a:solidFill>
                <a:srgbClr val="FFFFFF"/>
              </a:solidFill>
              <a:prstDash val="solid"/>
            </a:ln>
          </c:spPr>
          <c:invertIfNegative val="0"/>
          <c:dLbls>
            <c:dLbl>
              <c:idx val="0"/>
              <c:layout>
                <c:manualLayout>
                  <c:x val="0"/>
                  <c:y val="0"/>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9-56D5-4116-984F-B4B7CD70FF15}"/>
                </c:ext>
              </c:extLst>
            </c:dLbl>
            <c:dLbl>
              <c:idx val="1"/>
              <c:layout>
                <c:manualLayout>
                  <c:x val="0"/>
                  <c:y val="0"/>
                </c:manualLayout>
              </c:layout>
              <c:numFmt formatCode="#,##0&quot;%&quot;;&quot;-&quot;#,##0&quot;%&quot;;0&quot;%&quot;" sourceLinked="0"/>
              <c:spPr>
                <a:noFill/>
                <a:ln>
                  <a:noFill/>
                </a:ln>
              </c:spPr>
              <c:txPr>
                <a:bodyPr wrap="none"/>
                <a:lstStyle/>
                <a:p>
                  <a:pPr>
                    <a:defRPr sz="10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A-56D5-4116-984F-B4B7CD70FF1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Sheet1!$A$5:$B$5</c:f>
              <c:numCache>
                <c:formatCode>General</c:formatCode>
                <c:ptCount val="2"/>
                <c:pt idx="0">
                  <c:v>32.999999999999993</c:v>
                </c:pt>
                <c:pt idx="1">
                  <c:v>6.5999999999999979</c:v>
                </c:pt>
              </c:numCache>
            </c:numRef>
          </c:val>
          <c:extLst>
            <c:ext xmlns:c16="http://schemas.microsoft.com/office/drawing/2014/chart" uri="{C3380CC4-5D6E-409C-BE32-E72D297353CC}">
              <c16:uniqueId val="{0000000B-56D5-4116-984F-B4B7CD70FF15}"/>
            </c:ext>
          </c:extLst>
        </c:ser>
        <c:ser>
          <c:idx val="5"/>
          <c:order val="5"/>
          <c:spPr>
            <a:solidFill>
              <a:schemeClr val="accent3"/>
            </a:solidFill>
            <a:ln w="9525" cmpd="sng" algn="ctr">
              <a:solidFill>
                <a:srgbClr val="FFFFFF"/>
              </a:solidFill>
              <a:prstDash val="solid"/>
            </a:ln>
          </c:spPr>
          <c:invertIfNegative val="0"/>
          <c:dLbls>
            <c:dLbl>
              <c:idx val="0"/>
              <c:layout>
                <c:manualLayout>
                  <c:x val="0"/>
                  <c:y val="-3.9184952978056425E-4"/>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C-56D5-4116-984F-B4B7CD70FF15}"/>
                </c:ext>
              </c:extLst>
            </c:dLbl>
            <c:dLbl>
              <c:idx val="1"/>
              <c:layout>
                <c:manualLayout>
                  <c:x val="0"/>
                  <c:y val="0"/>
                </c:manualLayout>
              </c:layout>
              <c:numFmt formatCode="#,##0&quot;%&quot;;&quot;-&quot;#,##0&quot;%&quot;;0&quot;%&quot;" sourceLinked="0"/>
              <c:spPr>
                <a:noFill/>
                <a:ln>
                  <a:noFill/>
                </a:ln>
              </c:spPr>
              <c:txPr>
                <a:bodyPr wrap="none"/>
                <a:lstStyle/>
                <a:p>
                  <a:pPr>
                    <a:defRPr sz="1000" kern="1200">
                      <a:solidFill>
                        <a:schemeClr val="tx2"/>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D-56D5-4116-984F-B4B7CD70FF1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Sheet1!$A$6:$B$6</c:f>
              <c:numCache>
                <c:formatCode>General</c:formatCode>
                <c:ptCount val="2"/>
                <c:pt idx="0">
                  <c:v>25</c:v>
                </c:pt>
                <c:pt idx="1">
                  <c:v>5.5000000000000018</c:v>
                </c:pt>
              </c:numCache>
            </c:numRef>
          </c:val>
          <c:extLst>
            <c:ext xmlns:c16="http://schemas.microsoft.com/office/drawing/2014/chart" uri="{C3380CC4-5D6E-409C-BE32-E72D297353CC}">
              <c16:uniqueId val="{0000000E-56D5-4116-984F-B4B7CD70FF15}"/>
            </c:ext>
          </c:extLst>
        </c:ser>
        <c:ser>
          <c:idx val="6"/>
          <c:order val="6"/>
          <c:spPr>
            <a:solidFill>
              <a:srgbClr val="FFFFFF"/>
            </a:solidFill>
            <a:ln w="9525" cmpd="sng" algn="ctr">
              <a:solidFill>
                <a:srgbClr val="000000"/>
              </a:solidFill>
              <a:prstDash val="solid"/>
            </a:ln>
          </c:spPr>
          <c:invertIfNegative val="0"/>
          <c:val>
            <c:numRef>
              <c:f>Sheet1!$A$7:$B$7</c:f>
              <c:numCache>
                <c:formatCode>General</c:formatCode>
                <c:ptCount val="2"/>
                <c:pt idx="1">
                  <c:v>74.449999999999989</c:v>
                </c:pt>
              </c:numCache>
            </c:numRef>
          </c:val>
          <c:extLst>
            <c:ext xmlns:c16="http://schemas.microsoft.com/office/drawing/2014/chart" uri="{C3380CC4-5D6E-409C-BE32-E72D297353CC}">
              <c16:uniqueId val="{0000000F-56D5-4116-984F-B4B7CD70FF15}"/>
            </c:ext>
          </c:extLst>
        </c:ser>
        <c:dLbls>
          <c:showLegendKey val="0"/>
          <c:showVal val="0"/>
          <c:showCatName val="0"/>
          <c:showSerName val="0"/>
          <c:showPercent val="0"/>
          <c:showBubbleSize val="0"/>
        </c:dLbls>
        <c:gapWidth val="40"/>
        <c:overlap val="100"/>
        <c:axId val="1416143456"/>
        <c:axId val="1"/>
      </c:barChart>
      <c:catAx>
        <c:axId val="1416143456"/>
        <c:scaling>
          <c:orientation val="minMax"/>
        </c:scaling>
        <c:delete val="0"/>
        <c:axPos val="b"/>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1"/>
        <c:axPos val="l"/>
        <c:numFmt formatCode="General" sourceLinked="1"/>
        <c:majorTickMark val="out"/>
        <c:minorTickMark val="none"/>
        <c:tickLblPos val="nextTo"/>
        <c:crossAx val="1416143456"/>
        <c:crosses val="min"/>
        <c:crossBetween val="between"/>
      </c:valAx>
    </c:plotArea>
    <c:plotVisOnly val="0"/>
    <c:dispBlanksAs val="gap"/>
    <c:showDLblsOverMax val="1"/>
  </c:chart>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04BC41E-EAC0-4D88-BA59-21A53C68F870}"/>
              </a:ext>
            </a:extLst>
          </p:cNvPr>
          <p:cNvSpPr>
            <a:spLocks noGrp="1"/>
          </p:cNvSpPr>
          <p:nvPr>
            <p:ph type="hdr" sz="quarter"/>
          </p:nvPr>
        </p:nvSpPr>
        <p:spPr>
          <a:xfrm>
            <a:off x="0" y="0"/>
            <a:ext cx="3078163" cy="469900"/>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0B5C4BB-B13C-4942-8E14-023ED14A3DB8}"/>
              </a:ext>
            </a:extLst>
          </p:cNvPr>
          <p:cNvSpPr>
            <a:spLocks noGrp="1"/>
          </p:cNvSpPr>
          <p:nvPr>
            <p:ph type="dt" sz="quarter" idx="1"/>
          </p:nvPr>
        </p:nvSpPr>
        <p:spPr>
          <a:xfrm>
            <a:off x="4022725" y="0"/>
            <a:ext cx="3078163" cy="469900"/>
          </a:xfrm>
          <a:prstGeom prst="rect">
            <a:avLst/>
          </a:prstGeom>
        </p:spPr>
        <p:txBody>
          <a:bodyPr vert="horz" lIns="91440" tIns="45720" rIns="91440" bIns="45720" rtlCol="0"/>
          <a:lstStyle>
            <a:lvl1pPr algn="r">
              <a:defRPr sz="1200"/>
            </a:lvl1pPr>
          </a:lstStyle>
          <a:p>
            <a:fld id="{A6BD5B6C-20AF-4F0F-889A-7AADC7535123}" type="datetime3">
              <a:rPr lang="en-US" smtClean="0"/>
              <a:t>23 May 2026</a:t>
            </a:fld>
            <a:endParaRPr lang="en-US"/>
          </a:p>
        </p:txBody>
      </p:sp>
      <p:sp>
        <p:nvSpPr>
          <p:cNvPr id="4" name="Footer Placeholder 3">
            <a:extLst>
              <a:ext uri="{FF2B5EF4-FFF2-40B4-BE49-F238E27FC236}">
                <a16:creationId xmlns:a16="http://schemas.microsoft.com/office/drawing/2014/main" id="{78221145-1027-4A39-B15A-DD84A26C2039}"/>
              </a:ext>
            </a:extLst>
          </p:cNvPr>
          <p:cNvSpPr>
            <a:spLocks noGrp="1"/>
          </p:cNvSpPr>
          <p:nvPr>
            <p:ph type="ftr" sz="quarter" idx="2"/>
          </p:nvPr>
        </p:nvSpPr>
        <p:spPr>
          <a:xfrm>
            <a:off x="0" y="8918575"/>
            <a:ext cx="3078163" cy="469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A147719-50F5-4089-8123-86F5AF9C8847}"/>
              </a:ext>
            </a:extLst>
          </p:cNvPr>
          <p:cNvSpPr>
            <a:spLocks noGrp="1"/>
          </p:cNvSpPr>
          <p:nvPr>
            <p:ph type="sldNum" sz="quarter" idx="3"/>
          </p:nvPr>
        </p:nvSpPr>
        <p:spPr>
          <a:xfrm>
            <a:off x="4022725" y="8918575"/>
            <a:ext cx="3078163" cy="469900"/>
          </a:xfrm>
          <a:prstGeom prst="rect">
            <a:avLst/>
          </a:prstGeom>
        </p:spPr>
        <p:txBody>
          <a:bodyPr vert="horz" lIns="91440" tIns="45720" rIns="91440" bIns="45720" rtlCol="0" anchor="b"/>
          <a:lstStyle>
            <a:lvl1pPr algn="r">
              <a:defRPr sz="1200"/>
            </a:lvl1pPr>
          </a:lstStyle>
          <a:p>
            <a:fld id="{D2610F73-99D1-48E7-A408-B5EB5C8393F8}" type="slidenum">
              <a:rPr lang="en-US" smtClean="0"/>
              <a:t>‹#›</a:t>
            </a:fld>
            <a:endParaRPr lang="en-US"/>
          </a:p>
        </p:txBody>
      </p:sp>
    </p:spTree>
    <p:extLst>
      <p:ext uri="{BB962C8B-B14F-4D97-AF65-F5344CB8AC3E}">
        <p14:creationId xmlns:p14="http://schemas.microsoft.com/office/powerpoint/2010/main" val="247319651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71054"/>
          </a:xfrm>
          <a:prstGeom prst="rect">
            <a:avLst/>
          </a:prstGeom>
        </p:spPr>
        <p:txBody>
          <a:bodyPr vert="horz" lIns="914400" tIns="47114" rIns="94229" bIns="47114" rtlCol="0"/>
          <a:lstStyle>
            <a:lvl1pPr algn="l">
              <a:defRPr sz="900">
                <a:latin typeface="+mn-lt"/>
                <a:cs typeface="Arial" panose="020B0604020202020204" pitchFamily="34" charset="0"/>
              </a:defRPr>
            </a:lvl1pPr>
          </a:lstStyle>
          <a:p>
            <a:endParaRPr lang="en-US"/>
          </a:p>
        </p:txBody>
      </p:sp>
      <p:sp>
        <p:nvSpPr>
          <p:cNvPr id="3" name="Date Placeholder 2"/>
          <p:cNvSpPr>
            <a:spLocks noGrp="1"/>
          </p:cNvSpPr>
          <p:nvPr>
            <p:ph type="dt" idx="1"/>
          </p:nvPr>
        </p:nvSpPr>
        <p:spPr>
          <a:xfrm>
            <a:off x="4023092" y="0"/>
            <a:ext cx="3077739" cy="471054"/>
          </a:xfrm>
          <a:prstGeom prst="rect">
            <a:avLst/>
          </a:prstGeom>
        </p:spPr>
        <p:txBody>
          <a:bodyPr vert="horz" lIns="94229" tIns="47114" rIns="914400" bIns="47114" rtlCol="0"/>
          <a:lstStyle>
            <a:lvl1pPr algn="r">
              <a:defRPr sz="900">
                <a:latin typeface="+mn-lt"/>
                <a:cs typeface="Arial" panose="020B0604020202020204" pitchFamily="34" charset="0"/>
              </a:defRPr>
            </a:lvl1pPr>
          </a:lstStyle>
          <a:p>
            <a:fld id="{1DF34805-1F01-4BDA-A8CA-FCEA2B4BC8D0}" type="datetime3">
              <a:rPr lang="en-US" smtClean="0"/>
              <a:pPr/>
              <a:t>23 May 2026</a:t>
            </a:fld>
            <a:endParaRPr lang="en-US"/>
          </a:p>
        </p:txBody>
      </p:sp>
      <p:sp>
        <p:nvSpPr>
          <p:cNvPr id="4" name="Slide Image Placeholder 3"/>
          <p:cNvSpPr>
            <a:spLocks noGrp="1" noRot="1" noChangeAspect="1"/>
          </p:cNvSpPr>
          <p:nvPr>
            <p:ph type="sldImg" idx="2"/>
          </p:nvPr>
        </p:nvSpPr>
        <p:spPr>
          <a:xfrm>
            <a:off x="735013" y="563563"/>
            <a:ext cx="5632450" cy="3168650"/>
          </a:xfrm>
          <a:prstGeom prst="rect">
            <a:avLst/>
          </a:prstGeom>
          <a:noFill/>
          <a:ln w="6350">
            <a:solidFill>
              <a:prstClr val="black"/>
            </a:solidFill>
          </a:ln>
        </p:spPr>
        <p:txBody>
          <a:bodyPr vert="horz" lIns="94229" tIns="47114" rIns="94229" bIns="47114" rtlCol="0" anchor="ctr"/>
          <a:lstStyle/>
          <a:p>
            <a:endParaRPr lang="en-US"/>
          </a:p>
        </p:txBody>
      </p:sp>
      <p:sp>
        <p:nvSpPr>
          <p:cNvPr id="6" name="Footer Placeholder 5"/>
          <p:cNvSpPr>
            <a:spLocks noGrp="1"/>
          </p:cNvSpPr>
          <p:nvPr>
            <p:ph type="ftr" sz="quarter" idx="4"/>
          </p:nvPr>
        </p:nvSpPr>
        <p:spPr>
          <a:xfrm>
            <a:off x="0" y="8917422"/>
            <a:ext cx="3077739" cy="471053"/>
          </a:xfrm>
          <a:prstGeom prst="rect">
            <a:avLst/>
          </a:prstGeom>
        </p:spPr>
        <p:txBody>
          <a:bodyPr vert="horz" lIns="914400" tIns="47114" rIns="94229" bIns="47114" rtlCol="0" anchor="b"/>
          <a:lstStyle>
            <a:lvl1pPr algn="l">
              <a:defRPr sz="900">
                <a:latin typeface="+mn-lt"/>
                <a:cs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4023092" y="8917422"/>
            <a:ext cx="3077739" cy="471053"/>
          </a:xfrm>
          <a:prstGeom prst="rect">
            <a:avLst/>
          </a:prstGeom>
        </p:spPr>
        <p:txBody>
          <a:bodyPr vert="horz" lIns="94229" tIns="47114" rIns="914400" bIns="47114" rtlCol="0" anchor="b"/>
          <a:lstStyle>
            <a:lvl1pPr algn="r">
              <a:defRPr sz="900">
                <a:latin typeface="+mn-lt"/>
                <a:cs typeface="Arial" panose="020B0604020202020204" pitchFamily="34" charset="0"/>
              </a:defRPr>
            </a:lvl1pPr>
          </a:lstStyle>
          <a:p>
            <a:fld id="{CF5EBCF4-26FC-4F76-8DA1-52FDDC328D44}" type="slidenum">
              <a:rPr lang="en-US" smtClean="0"/>
              <a:pPr/>
              <a:t>‹#›</a:t>
            </a:fld>
            <a:endParaRPr lang="en-US"/>
          </a:p>
        </p:txBody>
      </p:sp>
      <p:sp>
        <p:nvSpPr>
          <p:cNvPr id="9" name="Notes Placeholder 8">
            <a:extLst>
              <a:ext uri="{FF2B5EF4-FFF2-40B4-BE49-F238E27FC236}">
                <a16:creationId xmlns:a16="http://schemas.microsoft.com/office/drawing/2014/main" id="{0CB7C52D-12F1-4B27-95B4-DB01358D59B9}"/>
              </a:ext>
            </a:extLst>
          </p:cNvPr>
          <p:cNvSpPr>
            <a:spLocks noGrp="1"/>
          </p:cNvSpPr>
          <p:nvPr>
            <p:ph type="body" sz="quarter" idx="3"/>
          </p:nvPr>
        </p:nvSpPr>
        <p:spPr>
          <a:xfrm>
            <a:off x="709613" y="4518025"/>
            <a:ext cx="5683250" cy="369728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0066646"/>
      </p:ext>
    </p:extLst>
  </p:cSld>
  <p:clrMap bg1="lt1" tx1="dk1" bg2="lt2" tx2="dk2" accent1="accent1" accent2="accent2" accent3="accent3" accent4="accent4" accent5="accent5" accent6="accent6" hlink="hlink" folHlink="folHlink"/>
  <p:hf hdr="0" ftr="0"/>
  <p:notesStyle>
    <a:lvl1pPr marL="0" algn="l" defTabSz="914400" rtl="0" eaLnBrk="1" latinLnBrk="0" hangingPunct="1">
      <a:lnSpc>
        <a:spcPct val="100000"/>
      </a:lnSpc>
      <a:spcBef>
        <a:spcPts val="400"/>
      </a:spcBef>
      <a:spcAft>
        <a:spcPts val="400"/>
      </a:spcAft>
      <a:defRPr lang="en-US" sz="1100" kern="1200">
        <a:solidFill>
          <a:schemeClr val="tx1"/>
        </a:solidFill>
        <a:latin typeface="+mn-lt"/>
        <a:ea typeface="+mn-ea"/>
        <a:cs typeface="Arial" panose="020B0604020202020204" pitchFamily="34" charset="0"/>
      </a:defRPr>
    </a:lvl1pPr>
    <a:lvl2pPr marL="171450" indent="-171450" algn="l" defTabSz="914400" rtl="0" eaLnBrk="1" latinLnBrk="0" hangingPunct="1">
      <a:buFont typeface="Wingdings" panose="05000000000000000000" pitchFamily="2" charset="2"/>
      <a:buChar char=""/>
      <a:defRPr lang="en-US" sz="1100" kern="1200">
        <a:solidFill>
          <a:schemeClr val="tx1"/>
        </a:solidFill>
        <a:latin typeface="+mn-lt"/>
        <a:ea typeface="+mn-ea"/>
        <a:cs typeface="+mn-cs"/>
      </a:defRPr>
    </a:lvl2pPr>
    <a:lvl3pPr marL="400050"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3pPr>
    <a:lvl4pPr marL="57943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4pPr>
    <a:lvl5pPr marL="750887" indent="-171450" algn="l" defTabSz="914400" rtl="0" eaLnBrk="1" latinLnBrk="0" hangingPunct="1">
      <a:buFont typeface="Arial" panose="020B0604020202020204" pitchFamily="34" charset="0"/>
      <a:buChar char="›"/>
      <a:defRPr lang="en-US" sz="11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 May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478565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3F045-EFFE-4CB8-54D0-14DCC836F4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B43E9E-4B51-1722-EF6D-8CC1EFC3DCA2}"/>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43E431F-EC82-2DB6-9DF8-3C47F7C02B2A}"/>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8C120A92-D517-03A0-D6C5-C72C86E0F728}"/>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 May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92D174D8-7B22-96D5-904F-6D1F6250C3E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4092768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40D14-2196-DF53-D417-EB2E32AEE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2C2AD-E289-7484-0D8C-EBE2A38FF7A6}"/>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FE8F23F2-EAD9-4106-80A5-4E93DA23102A}"/>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07831E31-9DA7-B909-E326-4409EE4805F1}"/>
              </a:ext>
            </a:extLst>
          </p:cNvPr>
          <p:cNvSpPr>
            <a:spLocks noGrp="1"/>
          </p:cNvSpPr>
          <p:nvPr>
            <p:ph type="dt" idx="1"/>
          </p:nvPr>
        </p:nvSpPr>
        <p:spPr/>
        <p:txBody>
          <a:bodyPr/>
          <a:lstStyle/>
          <a:p>
            <a:fld id="{1DF34805-1F01-4BDA-A8CA-FCEA2B4BC8D0}" type="datetime3">
              <a:rPr lang="en-US" smtClean="0"/>
              <a:pPr/>
              <a:t>23 May 2026</a:t>
            </a:fld>
            <a:endParaRPr lang="en-US"/>
          </a:p>
        </p:txBody>
      </p:sp>
      <p:sp>
        <p:nvSpPr>
          <p:cNvPr id="5" name="Slide Number Placeholder 4">
            <a:extLst>
              <a:ext uri="{FF2B5EF4-FFF2-40B4-BE49-F238E27FC236}">
                <a16:creationId xmlns:a16="http://schemas.microsoft.com/office/drawing/2014/main" id="{A8C883B9-A142-578B-653C-02DF60033756}"/>
              </a:ext>
            </a:extLst>
          </p:cNvPr>
          <p:cNvSpPr>
            <a:spLocks noGrp="1"/>
          </p:cNvSpPr>
          <p:nvPr>
            <p:ph type="sldNum" sz="quarter" idx="5"/>
          </p:nvPr>
        </p:nvSpPr>
        <p:spPr/>
        <p:txBody>
          <a:bodyPr/>
          <a:lstStyle/>
          <a:p>
            <a:fld id="{CF5EBCF4-26FC-4F76-8DA1-52FDDC328D44}" type="slidenum">
              <a:rPr lang="en-US" smtClean="0"/>
              <a:pPr/>
              <a:t>5</a:t>
            </a:fld>
            <a:endParaRPr lang="en-US"/>
          </a:p>
        </p:txBody>
      </p:sp>
    </p:spTree>
    <p:extLst>
      <p:ext uri="{BB962C8B-B14F-4D97-AF65-F5344CB8AC3E}">
        <p14:creationId xmlns:p14="http://schemas.microsoft.com/office/powerpoint/2010/main" val="4075645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0DC123-B051-D208-6E10-6D46A335A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1AD2E2-F307-C84F-DAE5-BD89F2ABCB8E}"/>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F85CA5BB-6135-F806-E2AE-178852B994BE}"/>
              </a:ext>
            </a:extLst>
          </p:cNvPr>
          <p:cNvSpPr>
            <a:spLocks noGrp="1"/>
          </p:cNvSpPr>
          <p:nvPr>
            <p:ph type="body" idx="1"/>
          </p:nvPr>
        </p:nvSpPr>
        <p:spPr/>
        <p:txBody>
          <a:bodyPr/>
          <a:lstStyle/>
          <a:p>
            <a:endParaRPr lang="es-ES"/>
          </a:p>
        </p:txBody>
      </p:sp>
      <p:sp>
        <p:nvSpPr>
          <p:cNvPr id="4" name="Date Placeholder 3">
            <a:extLst>
              <a:ext uri="{FF2B5EF4-FFF2-40B4-BE49-F238E27FC236}">
                <a16:creationId xmlns:a16="http://schemas.microsoft.com/office/drawing/2014/main" id="{980F94C0-5688-BF46-942D-0E1835CEB34B}"/>
              </a:ext>
            </a:extLst>
          </p:cNvPr>
          <p:cNvSpPr>
            <a:spLocks noGrp="1"/>
          </p:cNvSpPr>
          <p:nvPr>
            <p:ph type="dt" idx="1"/>
          </p:nvPr>
        </p:nvSpPr>
        <p:spPr/>
        <p:txBody>
          <a:bodyPr/>
          <a:lstStyle/>
          <a:p>
            <a:fld id="{1DF34805-1F01-4BDA-A8CA-FCEA2B4BC8D0}" type="datetime3">
              <a:rPr lang="en-US" smtClean="0"/>
              <a:pPr/>
              <a:t>23 May 2026</a:t>
            </a:fld>
            <a:endParaRPr lang="en-US"/>
          </a:p>
        </p:txBody>
      </p:sp>
      <p:sp>
        <p:nvSpPr>
          <p:cNvPr id="5" name="Slide Number Placeholder 4">
            <a:extLst>
              <a:ext uri="{FF2B5EF4-FFF2-40B4-BE49-F238E27FC236}">
                <a16:creationId xmlns:a16="http://schemas.microsoft.com/office/drawing/2014/main" id="{CEBB7313-903B-ED1C-2B7F-E3FD54F7C155}"/>
              </a:ext>
            </a:extLst>
          </p:cNvPr>
          <p:cNvSpPr>
            <a:spLocks noGrp="1"/>
          </p:cNvSpPr>
          <p:nvPr>
            <p:ph type="sldNum" sz="quarter" idx="5"/>
          </p:nvPr>
        </p:nvSpPr>
        <p:spPr/>
        <p:txBody>
          <a:bodyPr/>
          <a:lstStyle/>
          <a:p>
            <a:fld id="{CF5EBCF4-26FC-4F76-8DA1-52FDDC328D44}" type="slidenum">
              <a:rPr lang="en-US" smtClean="0"/>
              <a:pPr/>
              <a:t>6</a:t>
            </a:fld>
            <a:endParaRPr lang="en-US"/>
          </a:p>
        </p:txBody>
      </p:sp>
    </p:spTree>
    <p:extLst>
      <p:ext uri="{BB962C8B-B14F-4D97-AF65-F5344CB8AC3E}">
        <p14:creationId xmlns:p14="http://schemas.microsoft.com/office/powerpoint/2010/main" val="1409823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DC5907-1455-7288-F5E1-306D6E1A1F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3545D8-384B-2612-9F00-25D5C5D78709}"/>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2E0FB428-5217-F9B9-F3B2-355E0C55DE0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3BDE8C-CBD0-28E1-4BAA-8A4E75F7F57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59A539-5489-4E92-B4B4-6AEB6AE855B5}"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0310355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484E4-459D-935B-E9BD-2412AB6AD3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567D5D-9282-5506-1762-0E7854AD29B0}"/>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A6BEACE7-37D2-31BB-E51D-1FDF75FBCC21}"/>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C734DD1B-95B2-13BB-5130-BD886690460F}"/>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 May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F556D2B1-C5B5-95C4-0463-1D66327EE46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9499464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C0819-DD47-FE5F-E1D8-554F4A9FDE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CC64B7-ABCF-8A8B-40C5-93390F3744AD}"/>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A5EC2F5B-03F8-3B31-81E6-DDBB7D9C0793}"/>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4E8D3137-7A9E-2DB6-3AF0-61E1B22B984D}"/>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 May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B423841A-80A1-ED25-CEA9-071A5C021F3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913857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E29314-8E60-290E-E67C-160949736E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6BAEC-D5BE-89E7-EC74-CF19786A594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413518E-530E-0ED4-35B2-2AD317B3FCC0}"/>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F587C5EA-8757-E13D-2AF4-977CB76EEBF6}"/>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 May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A621A8CF-E8FF-38D3-3B72-174B6CE583A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0549019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78855-C8D1-7A2B-D24F-DC799733DA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973A0-EE8F-CE2A-B203-261C49EC8D4B}"/>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D1DC27B4-DDE0-4ED8-4E8C-0D4E0A963F6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EAF14C5-F22C-CB82-F976-832BF60BADA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59A539-5489-4E92-B4B4-6AEB6AE855B5}"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12905904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 May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4785656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NZ"/>
          </a:p>
        </p:txBody>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fld id="{1DF34805-1F01-4BDA-A8CA-FCEA2B4BC8D0}" type="datetime3">
              <a:rPr lang="en-US" smtClean="0"/>
              <a:pPr/>
              <a:t>23 May 2026</a:t>
            </a:fld>
            <a:endParaRPr lang="en-US"/>
          </a:p>
        </p:txBody>
      </p:sp>
      <p:sp>
        <p:nvSpPr>
          <p:cNvPr id="5" name="Slide Number Placeholder 4"/>
          <p:cNvSpPr>
            <a:spLocks noGrp="1"/>
          </p:cNvSpPr>
          <p:nvPr>
            <p:ph type="sldNum" sz="quarter" idx="5"/>
          </p:nvPr>
        </p:nvSpPr>
        <p:spPr/>
        <p:txBody>
          <a:bodyPr/>
          <a:lstStyle/>
          <a:p>
            <a:fld id="{CF5EBCF4-26FC-4F76-8DA1-52FDDC328D44}" type="slidenum">
              <a:rPr lang="en-US" smtClean="0"/>
              <a:pPr/>
              <a:t>14</a:t>
            </a:fld>
            <a:endParaRPr lang="en-US"/>
          </a:p>
        </p:txBody>
      </p:sp>
    </p:spTree>
    <p:extLst>
      <p:ext uri="{BB962C8B-B14F-4D97-AF65-F5344CB8AC3E}">
        <p14:creationId xmlns:p14="http://schemas.microsoft.com/office/powerpoint/2010/main" val="33460300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40D14-2196-DF53-D417-EB2E32AEE9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E2C2AD-E289-7484-0D8C-EBE2A38FF7A6}"/>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FE8F23F2-EAD9-4106-80A5-4E93DA23102A}"/>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07831E31-9DA7-B909-E326-4409EE4805F1}"/>
              </a:ext>
            </a:extLst>
          </p:cNvPr>
          <p:cNvSpPr>
            <a:spLocks noGrp="1"/>
          </p:cNvSpPr>
          <p:nvPr>
            <p:ph type="dt" idx="1"/>
          </p:nvPr>
        </p:nvSpPr>
        <p:spPr/>
        <p:txBody>
          <a:bodyPr/>
          <a:lstStyle/>
          <a:p>
            <a:fld id="{1DF34805-1F01-4BDA-A8CA-FCEA2B4BC8D0}" type="datetime3">
              <a:rPr lang="en-US" smtClean="0"/>
              <a:pPr/>
              <a:t>23 May 2026</a:t>
            </a:fld>
            <a:endParaRPr lang="en-US"/>
          </a:p>
        </p:txBody>
      </p:sp>
      <p:sp>
        <p:nvSpPr>
          <p:cNvPr id="5" name="Slide Number Placeholder 4">
            <a:extLst>
              <a:ext uri="{FF2B5EF4-FFF2-40B4-BE49-F238E27FC236}">
                <a16:creationId xmlns:a16="http://schemas.microsoft.com/office/drawing/2014/main" id="{A8C883B9-A142-578B-653C-02DF60033756}"/>
              </a:ext>
            </a:extLst>
          </p:cNvPr>
          <p:cNvSpPr>
            <a:spLocks noGrp="1"/>
          </p:cNvSpPr>
          <p:nvPr>
            <p:ph type="sldNum" sz="quarter" idx="5"/>
          </p:nvPr>
        </p:nvSpPr>
        <p:spPr/>
        <p:txBody>
          <a:bodyPr/>
          <a:lstStyle/>
          <a:p>
            <a:fld id="{CF5EBCF4-26FC-4F76-8DA1-52FDDC328D44}" type="slidenum">
              <a:rPr lang="en-US" smtClean="0"/>
              <a:pPr/>
              <a:t>15</a:t>
            </a:fld>
            <a:endParaRPr lang="en-US"/>
          </a:p>
        </p:txBody>
      </p:sp>
    </p:spTree>
    <p:extLst>
      <p:ext uri="{BB962C8B-B14F-4D97-AF65-F5344CB8AC3E}">
        <p14:creationId xmlns:p14="http://schemas.microsoft.com/office/powerpoint/2010/main" val="40756456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13EDE-C009-B2F0-4391-9105D78A70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82C5F8-C4BC-6766-7170-3D9F750F7EF6}"/>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EC58ACB4-86DA-F037-0271-EA83D5E3E19A}"/>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BE625518-08D3-E2EF-AB31-00986898ED3B}"/>
              </a:ext>
            </a:extLst>
          </p:cNvPr>
          <p:cNvSpPr>
            <a:spLocks noGrp="1"/>
          </p:cNvSpPr>
          <p:nvPr>
            <p:ph type="dt" idx="1"/>
          </p:nvPr>
        </p:nvSpPr>
        <p:spPr/>
        <p:txBody>
          <a:bodyPr/>
          <a:lstStyle/>
          <a:p>
            <a:fld id="{1DF34805-1F01-4BDA-A8CA-FCEA2B4BC8D0}" type="datetime3">
              <a:rPr lang="en-US" smtClean="0"/>
              <a:pPr/>
              <a:t>23 May 2026</a:t>
            </a:fld>
            <a:endParaRPr lang="en-US"/>
          </a:p>
        </p:txBody>
      </p:sp>
      <p:sp>
        <p:nvSpPr>
          <p:cNvPr id="5" name="Slide Number Placeholder 4">
            <a:extLst>
              <a:ext uri="{FF2B5EF4-FFF2-40B4-BE49-F238E27FC236}">
                <a16:creationId xmlns:a16="http://schemas.microsoft.com/office/drawing/2014/main" id="{E819C135-41E5-8039-B1C2-DF4CDDD2C103}"/>
              </a:ext>
            </a:extLst>
          </p:cNvPr>
          <p:cNvSpPr>
            <a:spLocks noGrp="1"/>
          </p:cNvSpPr>
          <p:nvPr>
            <p:ph type="sldNum" sz="quarter" idx="5"/>
          </p:nvPr>
        </p:nvSpPr>
        <p:spPr/>
        <p:txBody>
          <a:bodyPr/>
          <a:lstStyle/>
          <a:p>
            <a:fld id="{CF5EBCF4-26FC-4F76-8DA1-52FDDC328D44}" type="slidenum">
              <a:rPr lang="en-US" smtClean="0"/>
              <a:pPr/>
              <a:t>16</a:t>
            </a:fld>
            <a:endParaRPr lang="en-US"/>
          </a:p>
        </p:txBody>
      </p:sp>
    </p:spTree>
    <p:extLst>
      <p:ext uri="{BB962C8B-B14F-4D97-AF65-F5344CB8AC3E}">
        <p14:creationId xmlns:p14="http://schemas.microsoft.com/office/powerpoint/2010/main" val="242747763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72CED6-C4BF-6711-FE05-2A42B6CAF3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B8BC67-50DD-D887-2680-26062EAF510E}"/>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B684C098-E7F9-4BF3-0413-67A172587B6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B611FE-3F03-B0F3-87AE-302D1F34B5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59A539-5489-4E92-B4B4-6AEB6AE855B5}"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2585538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3C4CE-3037-4078-8CB2-7A53BA60E9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E7DADE-DAF9-48AE-B3FB-A2E040E74C91}"/>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786CAA81-01BA-3DDF-259B-F5EF23491A0C}"/>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943254F4-4897-126B-CF8A-7B3EA56C4CE0}"/>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 May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73D25B5D-0A1D-428A-4CA6-28FCE697FC3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2523026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8A769-FE68-4321-E439-414497BCC9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343099-F2F0-2867-A14A-0174619176A1}"/>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CA87587C-3E70-B39F-069D-5476EA451A27}"/>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6D61E7FE-FEFF-D711-39AF-6A69A929E301}"/>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 May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D1341E1C-5CBD-6E3A-E9C8-D9FE0D38CF5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5364260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BC81C-DB6F-632C-13C4-CE1757DDBB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87E7EE-4269-5FBF-EFD1-B1435E4F25A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30112B7-D83C-8DA7-227C-5BF1B57D55E3}"/>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F0030355-F2CA-490C-80E3-CA6C4FF46937}"/>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 May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6EBA4DC4-FF58-3FBB-67FB-F1229F3B9D1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1947906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3541CB-862F-DDFD-EDE1-BA0993DA98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080E1A-4EAF-6B10-6C90-50844E215E9F}"/>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D3BEB51D-8A18-3409-6672-0CEAD83175D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D9B707A-8F99-D9D9-2A48-7645390DBD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59A539-5489-4E92-B4B4-6AEB6AE855B5}"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4865559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DE8A2-A535-A2A4-C017-6FDE76B09C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AC1A41-A464-E8A5-AD08-DD52491B42E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EE66C363-2302-7500-97E7-0D23C10518AC}"/>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03657577-1584-87A5-0C65-15A604FE1701}"/>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 May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7A69CF86-796D-B528-ECED-1AF7202D6AE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1100948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9BCDB-CA0E-F2E5-969A-41BFB830EC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C5D21-81C6-0C8D-C9BA-20292C24A63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11952A6-272B-DA96-F768-0DCCBCB42C95}"/>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2DFFB346-22A0-6230-C502-71818EC38041}"/>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 May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1E29AA40-C87C-DC6C-DB55-BB6A8499EE5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1019991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2D601-4B2E-4AD7-23B1-2FB4B5A67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2ECE0A-8CCE-DEF3-7B0B-823310C4EF1E}"/>
              </a:ext>
            </a:extLst>
          </p:cNvPr>
          <p:cNvSpPr>
            <a:spLocks noGrp="1" noRot="1" noChangeAspect="1"/>
          </p:cNvSpPr>
          <p:nvPr>
            <p:ph type="sldImg"/>
          </p:nvPr>
        </p:nvSpPr>
        <p:spPr/>
        <p:txBody>
          <a:bodyPr/>
          <a:lstStyle/>
          <a:p>
            <a:endParaRPr lang="es-ES"/>
          </a:p>
        </p:txBody>
      </p:sp>
      <p:sp>
        <p:nvSpPr>
          <p:cNvPr id="3" name="Notes Placeholder 2">
            <a:extLst>
              <a:ext uri="{FF2B5EF4-FFF2-40B4-BE49-F238E27FC236}">
                <a16:creationId xmlns:a16="http://schemas.microsoft.com/office/drawing/2014/main" id="{04E5862C-7E05-2A8B-F1C4-40A20CEC07A3}"/>
              </a:ext>
            </a:extLst>
          </p:cNvPr>
          <p:cNvSpPr>
            <a:spLocks noGrp="1"/>
          </p:cNvSpPr>
          <p:nvPr>
            <p:ph type="body" idx="1"/>
          </p:nvPr>
        </p:nvSpPr>
        <p:spPr/>
        <p:txBody>
          <a:bodyPr/>
          <a:lstStyle/>
          <a:p>
            <a:endParaRPr lang="es-ES"/>
          </a:p>
        </p:txBody>
      </p:sp>
      <p:sp>
        <p:nvSpPr>
          <p:cNvPr id="4" name="Date Placeholder 3">
            <a:extLst>
              <a:ext uri="{FF2B5EF4-FFF2-40B4-BE49-F238E27FC236}">
                <a16:creationId xmlns:a16="http://schemas.microsoft.com/office/drawing/2014/main" id="{8525BE54-3C86-E467-DEBE-C745D2C4497E}"/>
              </a:ext>
            </a:extLst>
          </p:cNvPr>
          <p:cNvSpPr>
            <a:spLocks noGrp="1"/>
          </p:cNvSpPr>
          <p:nvPr>
            <p:ph type="dt" idx="1"/>
          </p:nvPr>
        </p:nvSpPr>
        <p:spPr/>
        <p:txBody>
          <a:bodyPr/>
          <a:lstStyle/>
          <a:p>
            <a:fld id="{1DF34805-1F01-4BDA-A8CA-FCEA2B4BC8D0}" type="datetime3">
              <a:rPr lang="en-US" smtClean="0"/>
              <a:pPr/>
              <a:t>23 May 2026</a:t>
            </a:fld>
            <a:endParaRPr lang="en-US"/>
          </a:p>
        </p:txBody>
      </p:sp>
      <p:sp>
        <p:nvSpPr>
          <p:cNvPr id="5" name="Slide Number Placeholder 4">
            <a:extLst>
              <a:ext uri="{FF2B5EF4-FFF2-40B4-BE49-F238E27FC236}">
                <a16:creationId xmlns:a16="http://schemas.microsoft.com/office/drawing/2014/main" id="{BEED6519-83B3-706C-C034-A632C1D844C9}"/>
              </a:ext>
            </a:extLst>
          </p:cNvPr>
          <p:cNvSpPr>
            <a:spLocks noGrp="1"/>
          </p:cNvSpPr>
          <p:nvPr>
            <p:ph type="sldNum" sz="quarter" idx="5"/>
          </p:nvPr>
        </p:nvSpPr>
        <p:spPr/>
        <p:txBody>
          <a:bodyPr/>
          <a:lstStyle/>
          <a:p>
            <a:fld id="{CF5EBCF4-26FC-4F76-8DA1-52FDDC328D44}" type="slidenum">
              <a:rPr lang="en-US" smtClean="0"/>
              <a:pPr/>
              <a:t>25</a:t>
            </a:fld>
            <a:endParaRPr lang="en-US"/>
          </a:p>
        </p:txBody>
      </p:sp>
    </p:spTree>
    <p:extLst>
      <p:ext uri="{BB962C8B-B14F-4D97-AF65-F5344CB8AC3E}">
        <p14:creationId xmlns:p14="http://schemas.microsoft.com/office/powerpoint/2010/main" val="35904636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EAA19-789E-5E55-8988-3E7105717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A2B9B-5EA6-05B5-0795-808DCD8318D8}"/>
              </a:ext>
            </a:extLst>
          </p:cNvPr>
          <p:cNvSpPr>
            <a:spLocks noGrp="1" noRot="1" noChangeAspect="1"/>
          </p:cNvSpPr>
          <p:nvPr>
            <p:ph type="sldImg"/>
          </p:nvPr>
        </p:nvSpPr>
        <p:spPr/>
        <p:txBody>
          <a:bodyPr/>
          <a:lstStyle/>
          <a:p>
            <a:endParaRPr lang="en-NZ"/>
          </a:p>
        </p:txBody>
      </p:sp>
      <p:sp>
        <p:nvSpPr>
          <p:cNvPr id="3" name="Notes Placeholder 2">
            <a:extLst>
              <a:ext uri="{FF2B5EF4-FFF2-40B4-BE49-F238E27FC236}">
                <a16:creationId xmlns:a16="http://schemas.microsoft.com/office/drawing/2014/main" id="{D4C275C9-24A1-4A9F-8B05-FD45D664DF64}"/>
              </a:ext>
            </a:extLst>
          </p:cNvPr>
          <p:cNvSpPr>
            <a:spLocks noGrp="1"/>
          </p:cNvSpPr>
          <p:nvPr>
            <p:ph type="body" idx="1"/>
          </p:nvPr>
        </p:nvSpPr>
        <p:spPr/>
        <p:txBody>
          <a:bodyPr/>
          <a:lstStyle/>
          <a:p>
            <a:endParaRPr lang="en-US" b="1"/>
          </a:p>
        </p:txBody>
      </p:sp>
      <p:sp>
        <p:nvSpPr>
          <p:cNvPr id="4" name="Slide Number Placeholder 3">
            <a:extLst>
              <a:ext uri="{FF2B5EF4-FFF2-40B4-BE49-F238E27FC236}">
                <a16:creationId xmlns:a16="http://schemas.microsoft.com/office/drawing/2014/main" id="{F52DCC7B-2F72-3D29-B8C6-0FF91A8E8A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C59A539-5489-4E92-B4B4-6AEB6AE855B5}"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5240503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 May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6037321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EEF93-209A-A8F4-342D-79782DB0AB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8ECCB9-50A4-4F42-8408-C953294D58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F733E0F-4243-C468-F216-698910FF0644}"/>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A62EC43D-ABC8-6BF4-C8D3-B6A17BF52127}"/>
              </a:ext>
            </a:extLst>
          </p:cNvPr>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 May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a:extLst>
              <a:ext uri="{FF2B5EF4-FFF2-40B4-BE49-F238E27FC236}">
                <a16:creationId xmlns:a16="http://schemas.microsoft.com/office/drawing/2014/main" id="{70E1C7F6-57EA-9013-31AD-9EFC1DEF7D4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412872262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 May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3187478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 May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21476271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Date Placeholder 3"/>
          <p:cNvSpPr>
            <a:spLocks noGrp="1"/>
          </p:cNvSpPr>
          <p:nvPr>
            <p:ph type="dt" idx="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F34805-1F01-4BDA-A8CA-FCEA2B4BC8D0}" type="datetime3">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23 May 2026</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5EBCF4-26FC-4F76-8DA1-52FDDC328D4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2795859293"/>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30.xml"/><Relationship Id="rId13" Type="http://schemas.openxmlformats.org/officeDocument/2006/relationships/oleObject" Target="../embeddings/oleObject2.bin"/><Relationship Id="rId3" Type="http://schemas.openxmlformats.org/officeDocument/2006/relationships/tags" Target="../tags/tag25.xml"/><Relationship Id="rId7" Type="http://schemas.openxmlformats.org/officeDocument/2006/relationships/tags" Target="../tags/tag29.xml"/><Relationship Id="rId12" Type="http://schemas.openxmlformats.org/officeDocument/2006/relationships/image" Target="../media/image4.svg"/><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media/image3.jpeg"/><Relationship Id="rId5" Type="http://schemas.openxmlformats.org/officeDocument/2006/relationships/tags" Target="../tags/tag27.xml"/><Relationship Id="rId10" Type="http://schemas.openxmlformats.org/officeDocument/2006/relationships/slideMaster" Target="../slideMasters/slideMaster1.xml"/><Relationship Id="rId4" Type="http://schemas.openxmlformats.org/officeDocument/2006/relationships/tags" Target="../tags/tag26.xml"/><Relationship Id="rId9" Type="http://schemas.openxmlformats.org/officeDocument/2006/relationships/tags" Target="../tags/tag31.xml"/><Relationship Id="rId14" Type="http://schemas.openxmlformats.org/officeDocument/2006/relationships/image" Target="../media/image5.emf"/></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34.xml"/><Relationship Id="rId7" Type="http://schemas.openxmlformats.org/officeDocument/2006/relationships/tags" Target="../tags/tag38.xml"/><Relationship Id="rId2" Type="http://schemas.openxmlformats.org/officeDocument/2006/relationships/tags" Target="../tags/tag33.xml"/><Relationship Id="rId1" Type="http://schemas.openxmlformats.org/officeDocument/2006/relationships/tags" Target="../tags/tag32.xml"/><Relationship Id="rId6" Type="http://schemas.openxmlformats.org/officeDocument/2006/relationships/tags" Target="../tags/tag37.xml"/><Relationship Id="rId5" Type="http://schemas.openxmlformats.org/officeDocument/2006/relationships/tags" Target="../tags/tag36.xml"/><Relationship Id="rId10" Type="http://schemas.openxmlformats.org/officeDocument/2006/relationships/image" Target="../media/image1.emf"/><Relationship Id="rId4" Type="http://schemas.openxmlformats.org/officeDocument/2006/relationships/tags" Target="../tags/tag35.xml"/><Relationship Id="rId9" Type="http://schemas.openxmlformats.org/officeDocument/2006/relationships/oleObject" Target="../embeddings/oleObject3.bin"/></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 Id="rId5" Type="http://schemas.openxmlformats.org/officeDocument/2006/relationships/slideMaster" Target="../slideMasters/slideMaster1.xml"/><Relationship Id="rId4" Type="http://schemas.openxmlformats.org/officeDocument/2006/relationships/tags" Target="../tags/tag42.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tags" Target="../tags/tag43.xml"/><Relationship Id="rId5" Type="http://schemas.openxmlformats.org/officeDocument/2006/relationships/slideMaster" Target="../slideMasters/slideMaster1.xml"/><Relationship Id="rId4" Type="http://schemas.openxmlformats.org/officeDocument/2006/relationships/tags" Target="../tags/tag46.xml"/></Relationships>
</file>

<file path=ppt/slideLayouts/_rels/slideLayout5.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49.xml"/><Relationship Id="rId7" Type="http://schemas.openxmlformats.org/officeDocument/2006/relationships/slideMaster" Target="../slideMasters/slideMaster1.xml"/><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tags" Target="../tags/tag52.xml"/><Relationship Id="rId5" Type="http://schemas.openxmlformats.org/officeDocument/2006/relationships/tags" Target="../tags/tag51.xml"/><Relationship Id="rId4" Type="http://schemas.openxmlformats.org/officeDocument/2006/relationships/tags" Target="../tags/tag50.xml"/><Relationship Id="rId9" Type="http://schemas.openxmlformats.org/officeDocument/2006/relationships/image" Target="../media/image6.emf"/></Relationships>
</file>

<file path=ppt/slideLayouts/_rels/slideLayout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55.xml"/><Relationship Id="rId7" Type="http://schemas.openxmlformats.org/officeDocument/2006/relationships/tags" Target="../tags/tag59.xml"/><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tags" Target="../tags/tag58.xml"/><Relationship Id="rId5" Type="http://schemas.openxmlformats.org/officeDocument/2006/relationships/tags" Target="../tags/tag57.xml"/><Relationship Id="rId10" Type="http://schemas.openxmlformats.org/officeDocument/2006/relationships/image" Target="../media/image6.emf"/><Relationship Id="rId4" Type="http://schemas.openxmlformats.org/officeDocument/2006/relationships/tags" Target="../tags/tag56.xml"/><Relationship Id="rId9" Type="http://schemas.openxmlformats.org/officeDocument/2006/relationships/oleObject" Target="../embeddings/oleObject5.bin"/></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67.xml"/><Relationship Id="rId3" Type="http://schemas.openxmlformats.org/officeDocument/2006/relationships/tags" Target="../tags/tag62.xml"/><Relationship Id="rId7" Type="http://schemas.openxmlformats.org/officeDocument/2006/relationships/tags" Target="../tags/tag66.xml"/><Relationship Id="rId12" Type="http://schemas.openxmlformats.org/officeDocument/2006/relationships/image" Target="../media/image1.emf"/><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tags" Target="../tags/tag65.xml"/><Relationship Id="rId11" Type="http://schemas.openxmlformats.org/officeDocument/2006/relationships/oleObject" Target="../embeddings/oleObject6.bin"/><Relationship Id="rId5" Type="http://schemas.openxmlformats.org/officeDocument/2006/relationships/tags" Target="../tags/tag64.xml"/><Relationship Id="rId10" Type="http://schemas.openxmlformats.org/officeDocument/2006/relationships/slideMaster" Target="../slideMasters/slideMaster1.xml"/><Relationship Id="rId4" Type="http://schemas.openxmlformats.org/officeDocument/2006/relationships/tags" Target="../tags/tag63.xml"/><Relationship Id="rId9" Type="http://schemas.openxmlformats.org/officeDocument/2006/relationships/tags" Target="../tags/tag68.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76.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image" Target="../media/image1.emf"/><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oleObject" Target="../embeddings/oleObject7.bin"/><Relationship Id="rId5" Type="http://schemas.openxmlformats.org/officeDocument/2006/relationships/tags" Target="../tags/tag73.xml"/><Relationship Id="rId10" Type="http://schemas.openxmlformats.org/officeDocument/2006/relationships/slideMaster" Target="../slideMasters/slideMaster1.xml"/><Relationship Id="rId4" Type="http://schemas.openxmlformats.org/officeDocument/2006/relationships/tags" Target="../tags/tag72.xml"/><Relationship Id="rId9" Type="http://schemas.openxmlformats.org/officeDocument/2006/relationships/tags" Target="../tags/tag77.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85.xml"/><Relationship Id="rId3" Type="http://schemas.openxmlformats.org/officeDocument/2006/relationships/tags" Target="../tags/tag80.xml"/><Relationship Id="rId7" Type="http://schemas.openxmlformats.org/officeDocument/2006/relationships/tags" Target="../tags/tag84.xml"/><Relationship Id="rId12" Type="http://schemas.openxmlformats.org/officeDocument/2006/relationships/image" Target="../media/image1.emf"/><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tags" Target="../tags/tag83.xml"/><Relationship Id="rId11" Type="http://schemas.openxmlformats.org/officeDocument/2006/relationships/oleObject" Target="../embeddings/oleObject8.bin"/><Relationship Id="rId5" Type="http://schemas.openxmlformats.org/officeDocument/2006/relationships/tags" Target="../tags/tag82.xml"/><Relationship Id="rId10" Type="http://schemas.openxmlformats.org/officeDocument/2006/relationships/slideMaster" Target="../slideMasters/slideMaster1.xml"/><Relationship Id="rId4" Type="http://schemas.openxmlformats.org/officeDocument/2006/relationships/tags" Target="../tags/tag81.xml"/><Relationship Id="rId9" Type="http://schemas.openxmlformats.org/officeDocument/2006/relationships/tags" Target="../tags/tag86.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94.xml"/><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image" Target="../media/image7.emf"/><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oleObject" Target="../embeddings/oleObject9.bin"/><Relationship Id="rId5" Type="http://schemas.openxmlformats.org/officeDocument/2006/relationships/tags" Target="../tags/tag91.xml"/><Relationship Id="rId10" Type="http://schemas.openxmlformats.org/officeDocument/2006/relationships/slideMaster" Target="../slideMasters/slideMaster1.xml"/><Relationship Id="rId4" Type="http://schemas.openxmlformats.org/officeDocument/2006/relationships/tags" Target="../tags/tag90.xml"/><Relationship Id="rId9" Type="http://schemas.openxmlformats.org/officeDocument/2006/relationships/tags" Target="../tags/tag95.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03.xml"/><Relationship Id="rId3" Type="http://schemas.openxmlformats.org/officeDocument/2006/relationships/tags" Target="../tags/tag98.xml"/><Relationship Id="rId7" Type="http://schemas.openxmlformats.org/officeDocument/2006/relationships/tags" Target="../tags/tag102.xml"/><Relationship Id="rId12" Type="http://schemas.openxmlformats.org/officeDocument/2006/relationships/image" Target="../media/image1.emf"/><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tags" Target="../tags/tag101.xml"/><Relationship Id="rId11" Type="http://schemas.openxmlformats.org/officeDocument/2006/relationships/oleObject" Target="../embeddings/oleObject8.bin"/><Relationship Id="rId5" Type="http://schemas.openxmlformats.org/officeDocument/2006/relationships/tags" Target="../tags/tag100.xml"/><Relationship Id="rId10" Type="http://schemas.openxmlformats.org/officeDocument/2006/relationships/slideMaster" Target="../slideMasters/slideMaster1.xml"/><Relationship Id="rId4" Type="http://schemas.openxmlformats.org/officeDocument/2006/relationships/tags" Target="../tags/tag99.xml"/><Relationship Id="rId9" Type="http://schemas.openxmlformats.org/officeDocument/2006/relationships/tags" Target="../tags/tag104.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107.xml"/><Relationship Id="rId2" Type="http://schemas.openxmlformats.org/officeDocument/2006/relationships/tags" Target="../tags/tag106.xml"/><Relationship Id="rId1" Type="http://schemas.openxmlformats.org/officeDocument/2006/relationships/tags" Target="../tags/tag105.xml"/><Relationship Id="rId6" Type="http://schemas.openxmlformats.org/officeDocument/2006/relationships/slideMaster" Target="../slideMasters/slideMaster1.xml"/><Relationship Id="rId5" Type="http://schemas.openxmlformats.org/officeDocument/2006/relationships/tags" Target="../tags/tag109.xml"/><Relationship Id="rId4" Type="http://schemas.openxmlformats.org/officeDocument/2006/relationships/tags" Target="../tags/tag108.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 Id="rId5" Type="http://schemas.openxmlformats.org/officeDocument/2006/relationships/slideMaster" Target="../slideMasters/slideMaster1.xml"/><Relationship Id="rId4" Type="http://schemas.openxmlformats.org/officeDocument/2006/relationships/tags" Target="../tags/tag113.xml"/></Relationships>
</file>

<file path=ppt/slideLayouts/_rels/slideLayout14.xml.rels><?xml version="1.0" encoding="UTF-8" standalone="yes"?>
<Relationships xmlns="http://schemas.openxmlformats.org/package/2006/relationships"><Relationship Id="rId8" Type="http://schemas.openxmlformats.org/officeDocument/2006/relationships/oleObject" Target="../embeddings/oleObject10.bin"/><Relationship Id="rId3" Type="http://schemas.openxmlformats.org/officeDocument/2006/relationships/tags" Target="../tags/tag116.xml"/><Relationship Id="rId7" Type="http://schemas.openxmlformats.org/officeDocument/2006/relationships/image" Target="../media/image8.sv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3.jpeg"/><Relationship Id="rId5" Type="http://schemas.openxmlformats.org/officeDocument/2006/relationships/slideMaster" Target="../slideMasters/slideMaster1.xml"/><Relationship Id="rId4" Type="http://schemas.openxmlformats.org/officeDocument/2006/relationships/tags" Target="../tags/tag117.xml"/><Relationship Id="rId9" Type="http://schemas.openxmlformats.org/officeDocument/2006/relationships/image" Target="../media/image5.emf"/></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oleObject" Target="../embeddings/oleObject12.bin"/><Relationship Id="rId3" Type="http://schemas.openxmlformats.org/officeDocument/2006/relationships/tags" Target="../tags/tag141.xml"/><Relationship Id="rId7" Type="http://schemas.openxmlformats.org/officeDocument/2006/relationships/tags" Target="../tags/tag145.xml"/><Relationship Id="rId12" Type="http://schemas.openxmlformats.org/officeDocument/2006/relationships/image" Target="../media/image4.svg"/><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image" Target="../media/image3.jpeg"/><Relationship Id="rId5" Type="http://schemas.openxmlformats.org/officeDocument/2006/relationships/tags" Target="../tags/tag143.xml"/><Relationship Id="rId10" Type="http://schemas.openxmlformats.org/officeDocument/2006/relationships/slideMaster" Target="../slideMasters/slideMaster2.xml"/><Relationship Id="rId4" Type="http://schemas.openxmlformats.org/officeDocument/2006/relationships/tags" Target="../tags/tag142.xml"/><Relationship Id="rId9" Type="http://schemas.openxmlformats.org/officeDocument/2006/relationships/tags" Target="../tags/tag147.xml"/><Relationship Id="rId14" Type="http://schemas.openxmlformats.org/officeDocument/2006/relationships/image" Target="../media/image5.emf"/></Relationships>
</file>

<file path=ppt/slideLayouts/_rels/slideLayout16.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50.xml"/><Relationship Id="rId7" Type="http://schemas.openxmlformats.org/officeDocument/2006/relationships/tags" Target="../tags/tag154.xml"/><Relationship Id="rId2" Type="http://schemas.openxmlformats.org/officeDocument/2006/relationships/tags" Target="../tags/tag149.xml"/><Relationship Id="rId1" Type="http://schemas.openxmlformats.org/officeDocument/2006/relationships/tags" Target="../tags/tag148.xml"/><Relationship Id="rId6" Type="http://schemas.openxmlformats.org/officeDocument/2006/relationships/tags" Target="../tags/tag153.xml"/><Relationship Id="rId5" Type="http://schemas.openxmlformats.org/officeDocument/2006/relationships/tags" Target="../tags/tag152.xml"/><Relationship Id="rId10" Type="http://schemas.openxmlformats.org/officeDocument/2006/relationships/image" Target="../media/image1.emf"/><Relationship Id="rId4" Type="http://schemas.openxmlformats.org/officeDocument/2006/relationships/tags" Target="../tags/tag151.xml"/><Relationship Id="rId9" Type="http://schemas.openxmlformats.org/officeDocument/2006/relationships/oleObject" Target="../embeddings/oleObject13.bin"/></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157.xml"/><Relationship Id="rId2" Type="http://schemas.openxmlformats.org/officeDocument/2006/relationships/tags" Target="../tags/tag156.xml"/><Relationship Id="rId1" Type="http://schemas.openxmlformats.org/officeDocument/2006/relationships/tags" Target="../tags/tag155.xml"/><Relationship Id="rId5" Type="http://schemas.openxmlformats.org/officeDocument/2006/relationships/slideMaster" Target="../slideMasters/slideMaster2.xml"/><Relationship Id="rId4" Type="http://schemas.openxmlformats.org/officeDocument/2006/relationships/tags" Target="../tags/tag158.xml"/></Relationships>
</file>

<file path=ppt/slideLayouts/_rels/slideLayout18.xml.rels><?xml version="1.0" encoding="UTF-8" standalone="yes"?>
<Relationships xmlns="http://schemas.openxmlformats.org/package/2006/relationships"><Relationship Id="rId3" Type="http://schemas.openxmlformats.org/officeDocument/2006/relationships/tags" Target="../tags/tag161.xml"/><Relationship Id="rId2" Type="http://schemas.openxmlformats.org/officeDocument/2006/relationships/tags" Target="../tags/tag160.xml"/><Relationship Id="rId1" Type="http://schemas.openxmlformats.org/officeDocument/2006/relationships/tags" Target="../tags/tag159.xml"/><Relationship Id="rId5" Type="http://schemas.openxmlformats.org/officeDocument/2006/relationships/slideMaster" Target="../slideMasters/slideMaster2.xml"/><Relationship Id="rId4" Type="http://schemas.openxmlformats.org/officeDocument/2006/relationships/tags" Target="../tags/tag162.xml"/></Relationships>
</file>

<file path=ppt/slideLayouts/_rels/slideLayout19.xml.rels><?xml version="1.0" encoding="UTF-8" standalone="yes"?>
<Relationships xmlns="http://schemas.openxmlformats.org/package/2006/relationships"><Relationship Id="rId8" Type="http://schemas.openxmlformats.org/officeDocument/2006/relationships/oleObject" Target="../embeddings/oleObject14.bin"/><Relationship Id="rId3" Type="http://schemas.openxmlformats.org/officeDocument/2006/relationships/tags" Target="../tags/tag165.xml"/><Relationship Id="rId7" Type="http://schemas.openxmlformats.org/officeDocument/2006/relationships/slideMaster" Target="../slideMasters/slideMaster2.xml"/><Relationship Id="rId2" Type="http://schemas.openxmlformats.org/officeDocument/2006/relationships/tags" Target="../tags/tag164.xml"/><Relationship Id="rId1" Type="http://schemas.openxmlformats.org/officeDocument/2006/relationships/tags" Target="../tags/tag163.xml"/><Relationship Id="rId6" Type="http://schemas.openxmlformats.org/officeDocument/2006/relationships/tags" Target="../tags/tag168.xml"/><Relationship Id="rId5" Type="http://schemas.openxmlformats.org/officeDocument/2006/relationships/tags" Target="../tags/tag167.xml"/><Relationship Id="rId4" Type="http://schemas.openxmlformats.org/officeDocument/2006/relationships/tags" Target="../tags/tag166.xml"/><Relationship Id="rId9" Type="http://schemas.openxmlformats.org/officeDocument/2006/relationships/image" Target="../media/image6.emf"/></Relationships>
</file>

<file path=ppt/slideLayouts/_rels/slideLayout20.xml.rels><?xml version="1.0" encoding="UTF-8" standalone="yes"?>
<Relationships xmlns="http://schemas.openxmlformats.org/package/2006/relationships"><Relationship Id="rId8" Type="http://schemas.openxmlformats.org/officeDocument/2006/relationships/slideMaster" Target="../slideMasters/slideMaster2.xml"/><Relationship Id="rId3" Type="http://schemas.openxmlformats.org/officeDocument/2006/relationships/tags" Target="../tags/tag171.xml"/><Relationship Id="rId7" Type="http://schemas.openxmlformats.org/officeDocument/2006/relationships/tags" Target="../tags/tag175.xml"/><Relationship Id="rId2" Type="http://schemas.openxmlformats.org/officeDocument/2006/relationships/tags" Target="../tags/tag170.xml"/><Relationship Id="rId1" Type="http://schemas.openxmlformats.org/officeDocument/2006/relationships/tags" Target="../tags/tag169.xml"/><Relationship Id="rId6" Type="http://schemas.openxmlformats.org/officeDocument/2006/relationships/tags" Target="../tags/tag174.xml"/><Relationship Id="rId5" Type="http://schemas.openxmlformats.org/officeDocument/2006/relationships/tags" Target="../tags/tag173.xml"/><Relationship Id="rId10" Type="http://schemas.openxmlformats.org/officeDocument/2006/relationships/image" Target="../media/image6.emf"/><Relationship Id="rId4" Type="http://schemas.openxmlformats.org/officeDocument/2006/relationships/tags" Target="../tags/tag172.xml"/><Relationship Id="rId9" Type="http://schemas.openxmlformats.org/officeDocument/2006/relationships/oleObject" Target="../embeddings/oleObject15.bin"/></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183.xml"/><Relationship Id="rId3" Type="http://schemas.openxmlformats.org/officeDocument/2006/relationships/tags" Target="../tags/tag178.xml"/><Relationship Id="rId7" Type="http://schemas.openxmlformats.org/officeDocument/2006/relationships/tags" Target="../tags/tag182.xml"/><Relationship Id="rId12" Type="http://schemas.openxmlformats.org/officeDocument/2006/relationships/image" Target="../media/image1.emf"/><Relationship Id="rId2" Type="http://schemas.openxmlformats.org/officeDocument/2006/relationships/tags" Target="../tags/tag177.xml"/><Relationship Id="rId1" Type="http://schemas.openxmlformats.org/officeDocument/2006/relationships/tags" Target="../tags/tag176.xml"/><Relationship Id="rId6" Type="http://schemas.openxmlformats.org/officeDocument/2006/relationships/tags" Target="../tags/tag181.xml"/><Relationship Id="rId11" Type="http://schemas.openxmlformats.org/officeDocument/2006/relationships/oleObject" Target="../embeddings/oleObject16.bin"/><Relationship Id="rId5" Type="http://schemas.openxmlformats.org/officeDocument/2006/relationships/tags" Target="../tags/tag180.xml"/><Relationship Id="rId10" Type="http://schemas.openxmlformats.org/officeDocument/2006/relationships/slideMaster" Target="../slideMasters/slideMaster2.xml"/><Relationship Id="rId4" Type="http://schemas.openxmlformats.org/officeDocument/2006/relationships/tags" Target="../tags/tag179.xml"/><Relationship Id="rId9" Type="http://schemas.openxmlformats.org/officeDocument/2006/relationships/tags" Target="../tags/tag184.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192.xml"/><Relationship Id="rId3" Type="http://schemas.openxmlformats.org/officeDocument/2006/relationships/tags" Target="../tags/tag187.xml"/><Relationship Id="rId7" Type="http://schemas.openxmlformats.org/officeDocument/2006/relationships/tags" Target="../tags/tag191.xml"/><Relationship Id="rId12" Type="http://schemas.openxmlformats.org/officeDocument/2006/relationships/image" Target="../media/image1.emf"/><Relationship Id="rId2" Type="http://schemas.openxmlformats.org/officeDocument/2006/relationships/tags" Target="../tags/tag186.xml"/><Relationship Id="rId1" Type="http://schemas.openxmlformats.org/officeDocument/2006/relationships/tags" Target="../tags/tag185.xml"/><Relationship Id="rId6" Type="http://schemas.openxmlformats.org/officeDocument/2006/relationships/tags" Target="../tags/tag190.xml"/><Relationship Id="rId11" Type="http://schemas.openxmlformats.org/officeDocument/2006/relationships/oleObject" Target="../embeddings/oleObject17.bin"/><Relationship Id="rId5" Type="http://schemas.openxmlformats.org/officeDocument/2006/relationships/tags" Target="../tags/tag189.xml"/><Relationship Id="rId10" Type="http://schemas.openxmlformats.org/officeDocument/2006/relationships/slideMaster" Target="../slideMasters/slideMaster2.xml"/><Relationship Id="rId4" Type="http://schemas.openxmlformats.org/officeDocument/2006/relationships/tags" Target="../tags/tag188.xml"/><Relationship Id="rId9" Type="http://schemas.openxmlformats.org/officeDocument/2006/relationships/tags" Target="../tags/tag193.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201.xml"/><Relationship Id="rId3" Type="http://schemas.openxmlformats.org/officeDocument/2006/relationships/tags" Target="../tags/tag196.xml"/><Relationship Id="rId7" Type="http://schemas.openxmlformats.org/officeDocument/2006/relationships/tags" Target="../tags/tag200.xml"/><Relationship Id="rId12" Type="http://schemas.openxmlformats.org/officeDocument/2006/relationships/image" Target="../media/image10.emf"/><Relationship Id="rId2" Type="http://schemas.openxmlformats.org/officeDocument/2006/relationships/tags" Target="../tags/tag195.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oleObject" Target="../embeddings/oleObject18.bin"/><Relationship Id="rId5" Type="http://schemas.openxmlformats.org/officeDocument/2006/relationships/tags" Target="../tags/tag198.xml"/><Relationship Id="rId10" Type="http://schemas.openxmlformats.org/officeDocument/2006/relationships/slideMaster" Target="../slideMasters/slideMaster2.xml"/><Relationship Id="rId4" Type="http://schemas.openxmlformats.org/officeDocument/2006/relationships/tags" Target="../tags/tag197.xml"/><Relationship Id="rId9" Type="http://schemas.openxmlformats.org/officeDocument/2006/relationships/tags" Target="../tags/tag202.xml"/></Relationships>
</file>

<file path=ppt/slideLayouts/_rels/slideLayout24.xml.rels><?xml version="1.0" encoding="UTF-8" standalone="yes"?>
<Relationships xmlns="http://schemas.openxmlformats.org/package/2006/relationships"><Relationship Id="rId8" Type="http://schemas.openxmlformats.org/officeDocument/2006/relationships/tags" Target="../tags/tag210.xml"/><Relationship Id="rId3" Type="http://schemas.openxmlformats.org/officeDocument/2006/relationships/tags" Target="../tags/tag205.xml"/><Relationship Id="rId7" Type="http://schemas.openxmlformats.org/officeDocument/2006/relationships/tags" Target="../tags/tag209.xml"/><Relationship Id="rId12" Type="http://schemas.openxmlformats.org/officeDocument/2006/relationships/image" Target="../media/image1.emf"/><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11" Type="http://schemas.openxmlformats.org/officeDocument/2006/relationships/oleObject" Target="../embeddings/oleObject19.bin"/><Relationship Id="rId5" Type="http://schemas.openxmlformats.org/officeDocument/2006/relationships/tags" Target="../tags/tag207.xml"/><Relationship Id="rId10" Type="http://schemas.openxmlformats.org/officeDocument/2006/relationships/slideMaster" Target="../slideMasters/slideMaster2.xml"/><Relationship Id="rId4" Type="http://schemas.openxmlformats.org/officeDocument/2006/relationships/tags" Target="../tags/tag206.xml"/><Relationship Id="rId9" Type="http://schemas.openxmlformats.org/officeDocument/2006/relationships/tags" Target="../tags/tag211.xml"/></Relationships>
</file>

<file path=ppt/slideLayouts/_rels/slideLayout25.xml.rels><?xml version="1.0" encoding="UTF-8" standalone="yes"?>
<Relationships xmlns="http://schemas.openxmlformats.org/package/2006/relationships"><Relationship Id="rId8" Type="http://schemas.openxmlformats.org/officeDocument/2006/relationships/tags" Target="../tags/tag219.xml"/><Relationship Id="rId3" Type="http://schemas.openxmlformats.org/officeDocument/2006/relationships/tags" Target="../tags/tag214.xml"/><Relationship Id="rId7" Type="http://schemas.openxmlformats.org/officeDocument/2006/relationships/tags" Target="../tags/tag218.xml"/><Relationship Id="rId12" Type="http://schemas.openxmlformats.org/officeDocument/2006/relationships/image" Target="../media/image10.emf"/><Relationship Id="rId2" Type="http://schemas.openxmlformats.org/officeDocument/2006/relationships/tags" Target="../tags/tag213.xml"/><Relationship Id="rId1" Type="http://schemas.openxmlformats.org/officeDocument/2006/relationships/tags" Target="../tags/tag212.xml"/><Relationship Id="rId6" Type="http://schemas.openxmlformats.org/officeDocument/2006/relationships/tags" Target="../tags/tag217.xml"/><Relationship Id="rId11" Type="http://schemas.openxmlformats.org/officeDocument/2006/relationships/oleObject" Target="../embeddings/oleObject20.bin"/><Relationship Id="rId5" Type="http://schemas.openxmlformats.org/officeDocument/2006/relationships/tags" Target="../tags/tag216.xml"/><Relationship Id="rId10" Type="http://schemas.openxmlformats.org/officeDocument/2006/relationships/slideMaster" Target="../slideMasters/slideMaster2.xml"/><Relationship Id="rId4" Type="http://schemas.openxmlformats.org/officeDocument/2006/relationships/tags" Target="../tags/tag215.xml"/><Relationship Id="rId9" Type="http://schemas.openxmlformats.org/officeDocument/2006/relationships/tags" Target="../tags/tag220.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228.xml"/><Relationship Id="rId3" Type="http://schemas.openxmlformats.org/officeDocument/2006/relationships/tags" Target="../tags/tag223.xml"/><Relationship Id="rId7" Type="http://schemas.openxmlformats.org/officeDocument/2006/relationships/tags" Target="../tags/tag227.xml"/><Relationship Id="rId12" Type="http://schemas.openxmlformats.org/officeDocument/2006/relationships/image" Target="../media/image10.emf"/><Relationship Id="rId2" Type="http://schemas.openxmlformats.org/officeDocument/2006/relationships/tags" Target="../tags/tag222.xml"/><Relationship Id="rId1" Type="http://schemas.openxmlformats.org/officeDocument/2006/relationships/tags" Target="../tags/tag221.xml"/><Relationship Id="rId6" Type="http://schemas.openxmlformats.org/officeDocument/2006/relationships/tags" Target="../tags/tag226.xml"/><Relationship Id="rId11" Type="http://schemas.openxmlformats.org/officeDocument/2006/relationships/oleObject" Target="../embeddings/oleObject21.bin"/><Relationship Id="rId5" Type="http://schemas.openxmlformats.org/officeDocument/2006/relationships/tags" Target="../tags/tag225.xml"/><Relationship Id="rId10" Type="http://schemas.openxmlformats.org/officeDocument/2006/relationships/slideMaster" Target="../slideMasters/slideMaster2.xml"/><Relationship Id="rId4" Type="http://schemas.openxmlformats.org/officeDocument/2006/relationships/tags" Target="../tags/tag224.xml"/><Relationship Id="rId9" Type="http://schemas.openxmlformats.org/officeDocument/2006/relationships/tags" Target="../tags/tag229.xml"/></Relationships>
</file>

<file path=ppt/slideLayouts/_rels/slideLayout27.xml.rels><?xml version="1.0" encoding="UTF-8" standalone="yes"?>
<Relationships xmlns="http://schemas.openxmlformats.org/package/2006/relationships"><Relationship Id="rId8" Type="http://schemas.openxmlformats.org/officeDocument/2006/relationships/tags" Target="../tags/tag237.xml"/><Relationship Id="rId3" Type="http://schemas.openxmlformats.org/officeDocument/2006/relationships/tags" Target="../tags/tag232.xml"/><Relationship Id="rId7" Type="http://schemas.openxmlformats.org/officeDocument/2006/relationships/tags" Target="../tags/tag236.xml"/><Relationship Id="rId12" Type="http://schemas.openxmlformats.org/officeDocument/2006/relationships/image" Target="../media/image1.emf"/><Relationship Id="rId2" Type="http://schemas.openxmlformats.org/officeDocument/2006/relationships/tags" Target="../tags/tag231.xml"/><Relationship Id="rId1" Type="http://schemas.openxmlformats.org/officeDocument/2006/relationships/tags" Target="../tags/tag230.xml"/><Relationship Id="rId6" Type="http://schemas.openxmlformats.org/officeDocument/2006/relationships/tags" Target="../tags/tag235.xml"/><Relationship Id="rId11" Type="http://schemas.openxmlformats.org/officeDocument/2006/relationships/oleObject" Target="../embeddings/oleObject22.bin"/><Relationship Id="rId5" Type="http://schemas.openxmlformats.org/officeDocument/2006/relationships/tags" Target="../tags/tag234.xml"/><Relationship Id="rId10" Type="http://schemas.openxmlformats.org/officeDocument/2006/relationships/slideMaster" Target="../slideMasters/slideMaster2.xml"/><Relationship Id="rId4" Type="http://schemas.openxmlformats.org/officeDocument/2006/relationships/tags" Target="../tags/tag233.xml"/><Relationship Id="rId9" Type="http://schemas.openxmlformats.org/officeDocument/2006/relationships/tags" Target="../tags/tag238.xml"/></Relationships>
</file>

<file path=ppt/slideLayouts/_rels/slideLayout28.xml.rels><?xml version="1.0" encoding="UTF-8" standalone="yes"?>
<Relationships xmlns="http://schemas.openxmlformats.org/package/2006/relationships"><Relationship Id="rId8" Type="http://schemas.openxmlformats.org/officeDocument/2006/relationships/tags" Target="../tags/tag246.xml"/><Relationship Id="rId3" Type="http://schemas.openxmlformats.org/officeDocument/2006/relationships/tags" Target="../tags/tag241.xml"/><Relationship Id="rId7" Type="http://schemas.openxmlformats.org/officeDocument/2006/relationships/tags" Target="../tags/tag245.xml"/><Relationship Id="rId12" Type="http://schemas.openxmlformats.org/officeDocument/2006/relationships/image" Target="../media/image1.emf"/><Relationship Id="rId2" Type="http://schemas.openxmlformats.org/officeDocument/2006/relationships/tags" Target="../tags/tag240.xml"/><Relationship Id="rId1" Type="http://schemas.openxmlformats.org/officeDocument/2006/relationships/tags" Target="../tags/tag239.xml"/><Relationship Id="rId6" Type="http://schemas.openxmlformats.org/officeDocument/2006/relationships/tags" Target="../tags/tag244.xml"/><Relationship Id="rId11" Type="http://schemas.openxmlformats.org/officeDocument/2006/relationships/oleObject" Target="../embeddings/oleObject23.bin"/><Relationship Id="rId5" Type="http://schemas.openxmlformats.org/officeDocument/2006/relationships/tags" Target="../tags/tag243.xml"/><Relationship Id="rId10" Type="http://schemas.openxmlformats.org/officeDocument/2006/relationships/slideMaster" Target="../slideMasters/slideMaster2.xml"/><Relationship Id="rId4" Type="http://schemas.openxmlformats.org/officeDocument/2006/relationships/tags" Target="../tags/tag242.xml"/><Relationship Id="rId9" Type="http://schemas.openxmlformats.org/officeDocument/2006/relationships/tags" Target="../tags/tag247.xml"/></Relationships>
</file>

<file path=ppt/slideLayouts/_rels/slideLayout29.xml.rels><?xml version="1.0" encoding="UTF-8" standalone="yes"?>
<Relationships xmlns="http://schemas.openxmlformats.org/package/2006/relationships"><Relationship Id="rId3" Type="http://schemas.openxmlformats.org/officeDocument/2006/relationships/tags" Target="../tags/tag250.xml"/><Relationship Id="rId2" Type="http://schemas.openxmlformats.org/officeDocument/2006/relationships/tags" Target="../tags/tag249.xml"/><Relationship Id="rId1" Type="http://schemas.openxmlformats.org/officeDocument/2006/relationships/tags" Target="../tags/tag248.xml"/><Relationship Id="rId6" Type="http://schemas.openxmlformats.org/officeDocument/2006/relationships/slideMaster" Target="../slideMasters/slideMaster2.xml"/><Relationship Id="rId5" Type="http://schemas.openxmlformats.org/officeDocument/2006/relationships/tags" Target="../tags/tag252.xml"/><Relationship Id="rId4" Type="http://schemas.openxmlformats.org/officeDocument/2006/relationships/tags" Target="../tags/tag251.xml"/></Relationships>
</file>

<file path=ppt/slideLayouts/_rels/slideLayout30.xml.rels><?xml version="1.0" encoding="UTF-8" standalone="yes"?>
<Relationships xmlns="http://schemas.openxmlformats.org/package/2006/relationships"><Relationship Id="rId3" Type="http://schemas.openxmlformats.org/officeDocument/2006/relationships/tags" Target="../tags/tag255.xml"/><Relationship Id="rId2" Type="http://schemas.openxmlformats.org/officeDocument/2006/relationships/tags" Target="../tags/tag254.xml"/><Relationship Id="rId1" Type="http://schemas.openxmlformats.org/officeDocument/2006/relationships/tags" Target="../tags/tag253.xml"/><Relationship Id="rId5" Type="http://schemas.openxmlformats.org/officeDocument/2006/relationships/slideMaster" Target="../slideMasters/slideMaster2.xml"/><Relationship Id="rId4" Type="http://schemas.openxmlformats.org/officeDocument/2006/relationships/tags" Target="../tags/tag256.xml"/></Relationships>
</file>

<file path=ppt/slideLayouts/_rels/slideLayout31.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tags" Target="../tags/tag259.xml"/><Relationship Id="rId7" Type="http://schemas.openxmlformats.org/officeDocument/2006/relationships/image" Target="../media/image8.svg"/><Relationship Id="rId2" Type="http://schemas.openxmlformats.org/officeDocument/2006/relationships/tags" Target="../tags/tag258.xml"/><Relationship Id="rId1" Type="http://schemas.openxmlformats.org/officeDocument/2006/relationships/tags" Target="../tags/tag257.xml"/><Relationship Id="rId6" Type="http://schemas.openxmlformats.org/officeDocument/2006/relationships/image" Target="../media/image3.jpeg"/><Relationship Id="rId5" Type="http://schemas.openxmlformats.org/officeDocument/2006/relationships/slideMaster" Target="../slideMasters/slideMaster2.xml"/><Relationship Id="rId4" Type="http://schemas.openxmlformats.org/officeDocument/2006/relationships/tags" Target="../tags/tag260.xml"/><Relationship Id="rId9" Type="http://schemas.openxmlformats.org/officeDocument/2006/relationships/image" Target="../media/image5.emf"/></Relationships>
</file>

<file path=ppt/slideLayouts/_rels/slideLayout32.xml.rels><?xml version="1.0" encoding="UTF-8" standalone="yes"?>
<Relationships xmlns="http://schemas.openxmlformats.org/package/2006/relationships"><Relationship Id="rId8" Type="http://schemas.openxmlformats.org/officeDocument/2006/relationships/tags" Target="../tags/tag289.xml"/><Relationship Id="rId3" Type="http://schemas.openxmlformats.org/officeDocument/2006/relationships/tags" Target="../tags/tag284.xml"/><Relationship Id="rId7" Type="http://schemas.openxmlformats.org/officeDocument/2006/relationships/tags" Target="../tags/tag288.xml"/><Relationship Id="rId12" Type="http://schemas.openxmlformats.org/officeDocument/2006/relationships/image" Target="../media/image5.emf"/><Relationship Id="rId2" Type="http://schemas.openxmlformats.org/officeDocument/2006/relationships/tags" Target="../tags/tag283.xml"/><Relationship Id="rId1" Type="http://schemas.openxmlformats.org/officeDocument/2006/relationships/tags" Target="../tags/tag282.xml"/><Relationship Id="rId6" Type="http://schemas.openxmlformats.org/officeDocument/2006/relationships/tags" Target="../tags/tag287.xml"/><Relationship Id="rId11" Type="http://schemas.openxmlformats.org/officeDocument/2006/relationships/oleObject" Target="../embeddings/oleObject2.bin"/><Relationship Id="rId5" Type="http://schemas.openxmlformats.org/officeDocument/2006/relationships/tags" Target="../tags/tag286.xml"/><Relationship Id="rId10" Type="http://schemas.openxmlformats.org/officeDocument/2006/relationships/image" Target="../media/image11.svg"/><Relationship Id="rId4" Type="http://schemas.openxmlformats.org/officeDocument/2006/relationships/tags" Target="../tags/tag285.xml"/><Relationship Id="rId9"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tags" Target="../tags/tag292.xml"/><Relationship Id="rId7" Type="http://schemas.openxmlformats.org/officeDocument/2006/relationships/image" Target="../media/image5.emf"/><Relationship Id="rId2" Type="http://schemas.openxmlformats.org/officeDocument/2006/relationships/tags" Target="../tags/tag291.xml"/><Relationship Id="rId1" Type="http://schemas.openxmlformats.org/officeDocument/2006/relationships/tags" Target="../tags/tag290.xml"/><Relationship Id="rId6" Type="http://schemas.openxmlformats.org/officeDocument/2006/relationships/oleObject" Target="../embeddings/oleObject10.bin"/><Relationship Id="rId5" Type="http://schemas.openxmlformats.org/officeDocument/2006/relationships/image" Target="../media/image12.svg"/><Relationship Id="rId4"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FFFFFF"/>
        </a:solidFill>
        <a:effectLst/>
      </p:bgPr>
    </p:bg>
    <p:spTree>
      <p:nvGrpSpPr>
        <p:cNvPr id="1" name=""/>
        <p:cNvGrpSpPr/>
        <p:nvPr/>
      </p:nvGrpSpPr>
      <p:grpSpPr>
        <a:xfrm>
          <a:off x="0" y="0"/>
          <a:ext cx="0" cy="0"/>
          <a:chOff x="0" y="0"/>
          <a:chExt cx="0" cy="0"/>
        </a:xfrm>
      </p:grpSpPr>
      <p:pic>
        <p:nvPicPr>
          <p:cNvPr id="16" name="Background">
            <a:extLst>
              <a:ext uri="{FF2B5EF4-FFF2-40B4-BE49-F238E27FC236}">
                <a16:creationId xmlns:a16="http://schemas.microsoft.com/office/drawing/2014/main" id="{BCFEF986-9186-F0C0-29CC-344333767E31}"/>
              </a:ext>
            </a:extLst>
          </p:cNvPr>
          <p:cNvPicPr>
            <a:picLocks noChangeAspect="1"/>
          </p:cNvPicPr>
          <p:nvPr userDrawn="1">
            <p:custDataLst>
              <p:tags r:id="rId1"/>
            </p:custDataLst>
          </p:nvPr>
        </p:nvPicPr>
        <p:blipFill>
          <a:blip r:embed="rId11"/>
          <a:stretch>
            <a:fillRect/>
          </a:stretch>
        </p:blipFill>
        <p:spPr>
          <a:xfrm>
            <a:off x="0" y="0"/>
            <a:ext cx="12192000" cy="6858000"/>
          </a:xfrm>
          <a:prstGeom prst="rect">
            <a:avLst/>
          </a:prstGeom>
        </p:spPr>
      </p:pic>
      <p:pic>
        <p:nvPicPr>
          <p:cNvPr id="4" name="Partnership">
            <a:extLst>
              <a:ext uri="{FF2B5EF4-FFF2-40B4-BE49-F238E27FC236}">
                <a16:creationId xmlns:a16="http://schemas.microsoft.com/office/drawing/2014/main" id="{FB5CAFB0-12DB-3ECB-96AD-62B18CAF3BA0}"/>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0" y="0"/>
            <a:ext cx="12192000" cy="6858000"/>
          </a:xfrm>
          <a:prstGeom prst="rect">
            <a:avLst/>
          </a:prstGeom>
        </p:spPr>
      </p:pic>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2"/>
            </p:custDataLst>
            <p:extLst>
              <p:ext uri="{D42A27DB-BD31-4B8C-83A1-F6EECF244321}">
                <p14:modId xmlns:p14="http://schemas.microsoft.com/office/powerpoint/2010/main" val="1103474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44" imgH="344" progId="TCLayout.ActiveDocument.1">
                  <p:embed/>
                </p:oleObj>
              </mc:Choice>
              <mc:Fallback>
                <p:oleObj name="think-cell Slide" r:id="rId13"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3"/>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grpSp>
        <p:nvGrpSpPr>
          <p:cNvPr id="17" name="logoimage">
            <a:extLst>
              <a:ext uri="{FF2B5EF4-FFF2-40B4-BE49-F238E27FC236}">
                <a16:creationId xmlns:a16="http://schemas.microsoft.com/office/drawing/2014/main" id="{949772D7-BAE9-BB95-C2D5-92588AD0D7EC}"/>
              </a:ext>
            </a:extLst>
          </p:cNvPr>
          <p:cNvGrpSpPr/>
          <p:nvPr userDrawn="1">
            <p:custDataLst>
              <p:tags r:id="rId4"/>
            </p:custDataLst>
          </p:nvPr>
        </p:nvGrpSpPr>
        <p:grpSpPr>
          <a:xfrm>
            <a:off x="551942" y="481160"/>
            <a:ext cx="1893201" cy="585216"/>
            <a:chOff x="551942" y="481160"/>
            <a:chExt cx="1893201" cy="585216"/>
          </a:xfrm>
        </p:grpSpPr>
        <p:sp>
          <p:nvSpPr>
            <p:cNvPr id="5" name="AutoShape 3">
              <a:extLst>
                <a:ext uri="{FF2B5EF4-FFF2-40B4-BE49-F238E27FC236}">
                  <a16:creationId xmlns:a16="http://schemas.microsoft.com/office/drawing/2014/main" id="{1F430752-9F46-430E-93A8-58E8FAF85299}"/>
                </a:ext>
              </a:extLst>
            </p:cNvPr>
            <p:cNvSpPr>
              <a:spLocks noChangeAspect="1" noChangeArrowheads="1" noTextEdit="1"/>
            </p:cNvSpPr>
            <p:nvPr userDrawn="1"/>
          </p:nvSpPr>
          <p:spPr bwMode="black">
            <a:xfrm>
              <a:off x="551942"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6" name="Freeform 5">
              <a:extLst>
                <a:ext uri="{FF2B5EF4-FFF2-40B4-BE49-F238E27FC236}">
                  <a16:creationId xmlns:a16="http://schemas.microsoft.com/office/drawing/2014/main" id="{20C9A1A2-5968-4C0E-9E0B-C061BA0E7F39}"/>
                </a:ext>
              </a:extLst>
            </p:cNvPr>
            <p:cNvSpPr>
              <a:spLocks noEditPoints="1"/>
            </p:cNvSpPr>
            <p:nvPr userDrawn="1"/>
          </p:nvSpPr>
          <p:spPr bwMode="black">
            <a:xfrm>
              <a:off x="551942"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3" name="ClientLogo">
            <a:extLst>
              <a:ext uri="{FF2B5EF4-FFF2-40B4-BE49-F238E27FC236}">
                <a16:creationId xmlns:a16="http://schemas.microsoft.com/office/drawing/2014/main" id="{0D1A260D-45D1-4D8D-ACC4-246C7DD9AFAD}"/>
              </a:ext>
            </a:extLst>
          </p:cNvPr>
          <p:cNvSpPr>
            <a:spLocks noGrp="1"/>
          </p:cNvSpPr>
          <p:nvPr userDrawn="1">
            <p:ph type="pic" sz="quarter" idx="14" hasCustomPrompt="1"/>
            <p:custDataLst>
              <p:tags r:id="rId5"/>
            </p:custDataLst>
          </p:nvPr>
        </p:nvSpPr>
        <p:spPr>
          <a:xfrm>
            <a:off x="551942" y="4984025"/>
            <a:ext cx="1901952" cy="969264"/>
          </a:xfrm>
          <a:prstGeom prst="rect">
            <a:avLst/>
          </a:prstGeom>
        </p:spPr>
        <p:txBody>
          <a:bodyPr>
            <a:noAutofit/>
          </a:bodyPr>
          <a:lstStyle>
            <a:lvl1pPr algn="ctr">
              <a:defRPr sz="1200">
                <a:solidFill>
                  <a:schemeClr val="tx2"/>
                </a:solidFill>
              </a:defRPr>
            </a:lvl1pPr>
          </a:lstStyle>
          <a:p>
            <a:r>
              <a:rPr lang="en-US"/>
              <a:t>Client 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userDrawn="1">
            <p:ph type="body" sz="quarter" idx="13" hasCustomPrompt="1"/>
            <p:custDataLst>
              <p:tags r:id="rId6"/>
            </p:custDataLst>
          </p:nvPr>
        </p:nvSpPr>
        <p:spPr>
          <a:xfrm>
            <a:off x="554736" y="4510168"/>
            <a:ext cx="6016752" cy="215444"/>
          </a:xfrm>
          <a:prstGeom prst="rect">
            <a:avLst/>
          </a:prstGeom>
        </p:spPr>
        <p:txBody>
          <a:bodyPr wrap="square">
            <a:noAutofit/>
          </a:bodyPr>
          <a:lstStyle>
            <a:lvl1pPr>
              <a:buNone/>
              <a:defRPr sz="1400">
                <a:solidFill>
                  <a:schemeClr val="tx2"/>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4" name="Subtitle">
            <a:extLst>
              <a:ext uri="{FF2B5EF4-FFF2-40B4-BE49-F238E27FC236}">
                <a16:creationId xmlns:a16="http://schemas.microsoft.com/office/drawing/2014/main" id="{BFC960F1-3A46-4C93-83F3-47AB2EB0D15E}"/>
              </a:ext>
            </a:extLst>
          </p:cNvPr>
          <p:cNvSpPr>
            <a:spLocks noGrp="1"/>
          </p:cNvSpPr>
          <p:nvPr userDrawn="1">
            <p:ph type="subTitle" idx="1"/>
            <p:custDataLst>
              <p:tags r:id="rId7"/>
            </p:custDataLst>
          </p:nvPr>
        </p:nvSpPr>
        <p:spPr>
          <a:xfrm>
            <a:off x="551942" y="4092559"/>
            <a:ext cx="6016752" cy="307777"/>
          </a:xfrm>
          <a:prstGeom prst="rect">
            <a:avLst/>
          </a:prstGeom>
        </p:spPr>
        <p:txBody>
          <a:bodyPr wrap="square">
            <a:sp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userDrawn="1">
            <p:ph type="title"/>
            <p:custDataLst>
              <p:tags r:id="rId8"/>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2"/>
                </a:solidFill>
              </a:defRPr>
            </a:lvl1pPr>
          </a:lstStyle>
          <a:p>
            <a:r>
              <a:rPr lang="en-US"/>
              <a:t>Click to edit Master title style</a:t>
            </a:r>
          </a:p>
        </p:txBody>
      </p:sp>
      <p:sp>
        <p:nvSpPr>
          <p:cNvPr id="19" name="Disclaimer-English (United States)">
            <a:extLst>
              <a:ext uri="{FF2B5EF4-FFF2-40B4-BE49-F238E27FC236}">
                <a16:creationId xmlns:a16="http://schemas.microsoft.com/office/drawing/2014/main" id="{FB7A54AC-E14F-4BA1-B48F-5284B039668B}"/>
              </a:ext>
            </a:extLst>
          </p:cNvPr>
          <p:cNvSpPr>
            <a:spLocks noChangeArrowheads="1"/>
          </p:cNvSpPr>
          <p:nvPr userDrawn="1">
            <p:custDataLst>
              <p:tags r:id="rId9"/>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750">
                <a:solidFill>
                  <a:schemeClr val="tx2"/>
                </a:solidFill>
                <a:latin typeface="+mn-lt"/>
              </a:rPr>
              <a:t>CONFIDENTIAL AND PROPRIETARY | © [#] McKinsey &amp; Company. </a:t>
            </a:r>
          </a:p>
          <a:p>
            <a:pPr defTabSz="804863" eaLnBrk="0" hangingPunct="0"/>
            <a:r>
              <a:rPr lang="en-US" sz="750">
                <a:solidFill>
                  <a:schemeClr val="tx2"/>
                </a:solidFill>
                <a:latin typeface="+mn-lt"/>
              </a:rPr>
              <a:t>This material is intended solely for your internal use and any use of this material without specific permission of McKinsey &amp; Company is strictly prohibited. All rights reserved.</a:t>
            </a:r>
          </a:p>
        </p:txBody>
      </p:sp>
    </p:spTree>
    <p:extLst>
      <p:ext uri="{BB962C8B-B14F-4D97-AF65-F5344CB8AC3E}">
        <p14:creationId xmlns:p14="http://schemas.microsoft.com/office/powerpoint/2010/main" val="3543058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8EFF8A2-0FB9-4B25-8B8D-492353274983}"/>
              </a:ext>
            </a:extLst>
          </p:cNvPr>
          <p:cNvGraphicFramePr>
            <a:graphicFrameLocks noChangeAspect="1"/>
          </p:cNvGraphicFramePr>
          <p:nvPr userDrawn="1">
            <p:custDataLst>
              <p:tags r:id="rId1"/>
            </p:custDataLst>
            <p:extLst>
              <p:ext uri="{D42A27DB-BD31-4B8C-83A1-F6EECF244321}">
                <p14:modId xmlns:p14="http://schemas.microsoft.com/office/powerpoint/2010/main" val="92742848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D8EFF8A2-0FB9-4B25-8B8D-4923532749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9F741700-5035-4E61-A4AC-1B3C7AE220D5}"/>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3"/>
            </p:custDataLst>
          </p:nvPr>
        </p:nvSpPr>
        <p:spPr>
          <a:xfrm>
            <a:off x="554736" y="182372"/>
            <a:ext cx="11082528" cy="731520"/>
          </a:xfrm>
        </p:spPr>
        <p:txBody>
          <a:bodyPr/>
          <a:lstStyle/>
          <a:p>
            <a:r>
              <a:rPr lang="en-US"/>
              <a:t>Click to edit Master title style</a:t>
            </a:r>
          </a:p>
        </p:txBody>
      </p:sp>
      <p:sp>
        <p:nvSpPr>
          <p:cNvPr id="9" name="Slide Number">
            <a:extLst>
              <a:ext uri="{FF2B5EF4-FFF2-40B4-BE49-F238E27FC236}">
                <a16:creationId xmlns:a16="http://schemas.microsoft.com/office/drawing/2014/main" id="{66686DBA-90DA-4033-B950-94CBD0D7A425}"/>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9238B1D6-2095-4826-AA45-9A4E6F7D1A1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6"/>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
        <p:nvSpPr>
          <p:cNvPr id="12" name="3. Subtitle">
            <a:extLst>
              <a:ext uri="{FF2B5EF4-FFF2-40B4-BE49-F238E27FC236}">
                <a16:creationId xmlns:a16="http://schemas.microsoft.com/office/drawing/2014/main" id="{1EE9FF4B-7331-4DE1-A594-C0C335ED5BE5}"/>
              </a:ext>
            </a:extLst>
          </p:cNvPr>
          <p:cNvSpPr>
            <a:spLocks noGrp="1"/>
          </p:cNvSpPr>
          <p:nvPr>
            <p:ph type="subTitle" idx="1"/>
            <p:custDataLst>
              <p:tags r:id="rId7"/>
            </p:custDataLst>
          </p:nvPr>
        </p:nvSpPr>
        <p:spPr>
          <a:xfrm>
            <a:off x="554736" y="903861"/>
            <a:ext cx="11082528" cy="246221"/>
          </a:xfrm>
        </p:spPr>
        <p:txBody>
          <a:bodyPr anchor="t" anchorCtr="0">
            <a:spAutoFit/>
          </a:bodyPr>
          <a:lstStyle/>
          <a:p>
            <a:r>
              <a:rPr lang="en-US" sz="1600"/>
              <a:t>Click to edit Master subtitle style</a:t>
            </a:r>
          </a:p>
        </p:txBody>
      </p:sp>
    </p:spTree>
    <p:extLst>
      <p:ext uri="{BB962C8B-B14F-4D97-AF65-F5344CB8AC3E}">
        <p14:creationId xmlns:p14="http://schemas.microsoft.com/office/powerpoint/2010/main" val="16082243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op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694944"/>
          </a:xfrm>
          <a:prstGeom prst="rect">
            <a:avLst/>
          </a:prstGeom>
        </p:spPr>
        <p:txBody>
          <a:bodyPr anchor="t">
            <a:noAutofit/>
          </a:bodyPr>
          <a:lstStyle>
            <a:lvl1pPr>
              <a:lnSpc>
                <a:spcPct val="90000"/>
              </a:lnSpc>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8" name="1. On-page tracker">
            <a:extLst>
              <a:ext uri="{FF2B5EF4-FFF2-40B4-BE49-F238E27FC236}">
                <a16:creationId xmlns:a16="http://schemas.microsoft.com/office/drawing/2014/main" id="{2382874E-5BAC-44EB-9C53-2930F0FC66DC}"/>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8524986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id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7" name="1. On-page tracker">
            <a:extLst>
              <a:ext uri="{FF2B5EF4-FFF2-40B4-BE49-F238E27FC236}">
                <a16:creationId xmlns:a16="http://schemas.microsoft.com/office/drawing/2014/main" id="{2A77292F-0F7C-43B4-9782-AB706C93BD64}"/>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079707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A608D4BB-56F5-4BF1-8C9C-8799BAA8CEEB}"/>
              </a:ext>
            </a:extLst>
          </p:cNvPr>
          <p:cNvGraphicFramePr>
            <a:graphicFrameLocks noChangeAspect="1"/>
          </p:cNvGraphicFramePr>
          <p:nvPr userDrawn="1">
            <p:custDataLst>
              <p:tags r:id="rId1"/>
            </p:custDataLst>
            <p:extLst>
              <p:ext uri="{D42A27DB-BD31-4B8C-83A1-F6EECF244321}">
                <p14:modId xmlns:p14="http://schemas.microsoft.com/office/powerpoint/2010/main" val="27037000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6" progId="TCLayout.ActiveDocument.1">
                  <p:embed/>
                </p:oleObj>
              </mc:Choice>
              <mc:Fallback>
                <p:oleObj name="think-cell Slide" r:id="rId8" imgW="473" imgH="476" progId="TCLayout.ActiveDocument.1">
                  <p:embed/>
                  <p:pic>
                    <p:nvPicPr>
                      <p:cNvPr id="3" name="Object 2" hidden="1">
                        <a:extLst>
                          <a:ext uri="{FF2B5EF4-FFF2-40B4-BE49-F238E27FC236}">
                            <a16:creationId xmlns:a16="http://schemas.microsoft.com/office/drawing/2014/main" id="{A608D4BB-56F5-4BF1-8C9C-8799BAA8CEEB}"/>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288743A-B5B4-4D5C-9D2C-F17D5A50E4BE}"/>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93000"/>
              </a:lnSpc>
              <a:defRPr sz="4400"/>
            </a:lvl1pPr>
          </a:lstStyle>
          <a:p>
            <a:r>
              <a:rPr lang="en-US"/>
              <a:t>Click to edit Master title style</a:t>
            </a:r>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07CA98DC-1A07-45D0-A835-AD1606EE7BAE}"/>
              </a:ext>
            </a:extLst>
          </p:cNvPr>
          <p:cNvSpPr>
            <a:spLocks noGrp="1"/>
          </p:cNvSpPr>
          <p:nvPr>
            <p:ph type="body" sz="quarter" idx="17" hasCustomPrompt="1"/>
            <p:custDataLst>
              <p:tags r:id="rId6"/>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497063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CD01A5A-D383-4F62-8841-DD0172530759}"/>
              </a:ext>
            </a:extLst>
          </p:cNvPr>
          <p:cNvGraphicFramePr>
            <a:graphicFrameLocks noChangeAspect="1"/>
          </p:cNvGraphicFramePr>
          <p:nvPr userDrawn="1">
            <p:custDataLst>
              <p:tags r:id="rId1"/>
            </p:custDataLst>
            <p:extLst>
              <p:ext uri="{D42A27DB-BD31-4B8C-83A1-F6EECF244321}">
                <p14:modId xmlns:p14="http://schemas.microsoft.com/office/powerpoint/2010/main" val="31372114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3" name="Object 2" hidden="1">
                        <a:extLst>
                          <a:ext uri="{FF2B5EF4-FFF2-40B4-BE49-F238E27FC236}">
                            <a16:creationId xmlns:a16="http://schemas.microsoft.com/office/drawing/2014/main" id="{2CD01A5A-D383-4F62-8841-DD0172530759}"/>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AC2F000-47EB-4070-866B-EF082C9E1028}"/>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3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8" name="2. Slide Title">
            <a:extLst>
              <a:ext uri="{FF2B5EF4-FFF2-40B4-BE49-F238E27FC236}">
                <a16:creationId xmlns:a16="http://schemas.microsoft.com/office/drawing/2014/main" id="{EA735538-C733-4892-93A4-7B433D8B8293}"/>
              </a:ext>
            </a:extLst>
          </p:cNvPr>
          <p:cNvSpPr>
            <a:spLocks noGrp="1"/>
          </p:cNvSpPr>
          <p:nvPr>
            <p:ph type="title" hasCustomPrompt="1"/>
            <p:custDataLst>
              <p:tags r:id="rId3"/>
            </p:custDataLst>
          </p:nvPr>
        </p:nvSpPr>
        <p:spPr>
          <a:xfrm>
            <a:off x="1505712" y="3592841"/>
            <a:ext cx="9180576" cy="486608"/>
          </a:xfrm>
          <a:prstGeom prst="rect">
            <a:avLst/>
          </a:prstGeom>
        </p:spPr>
        <p:txBody>
          <a:bodyPr>
            <a:spAutoFit/>
          </a:bodyPr>
          <a:lstStyle>
            <a:lvl1pPr>
              <a:lnSpc>
                <a:spcPct val="93000"/>
              </a:lnSpc>
              <a:defRPr sz="3400"/>
            </a:lvl1pPr>
          </a:lstStyle>
          <a:p>
            <a:r>
              <a:rPr lang="en-US"/>
              <a:t>“Click to add quote</a:t>
            </a:r>
          </a:p>
        </p:txBody>
      </p:sp>
      <p:sp>
        <p:nvSpPr>
          <p:cNvPr id="6" name="3. Subtitle">
            <a:extLst>
              <a:ext uri="{FF2B5EF4-FFF2-40B4-BE49-F238E27FC236}">
                <a16:creationId xmlns:a16="http://schemas.microsoft.com/office/drawing/2014/main" id="{8DB5022C-F66C-4018-82F3-195571DDD527}"/>
              </a:ext>
            </a:extLst>
          </p:cNvPr>
          <p:cNvSpPr>
            <a:spLocks noGrp="1"/>
          </p:cNvSpPr>
          <p:nvPr>
            <p:ph type="subTitle" idx="1" hasCustomPrompt="1"/>
            <p:custDataLst>
              <p:tags r:id="rId4"/>
            </p:custDataLst>
          </p:nvPr>
        </p:nvSpPr>
        <p:spPr>
          <a:xfrm>
            <a:off x="1505712" y="4284630"/>
            <a:ext cx="9180576" cy="246221"/>
          </a:xfrm>
        </p:spPr>
        <p:txBody>
          <a:bodyPr wrap="square" anchor="t">
            <a:spAutoFit/>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9" name="Slide Number">
            <a:extLst>
              <a:ext uri="{FF2B5EF4-FFF2-40B4-BE49-F238E27FC236}">
                <a16:creationId xmlns:a16="http://schemas.microsoft.com/office/drawing/2014/main" id="{FAEB6FCE-50CC-4F2B-A5B3-CB508EDFCD46}"/>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97195F4E-ECA7-41A9-AFF3-0C4DAD103DA6}"/>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469A753E-961A-4AC3-B6E0-4407B9A4AF36}"/>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411697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4">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DA8D6A48-EE20-4EB4-A234-9F3B16C02872}"/>
              </a:ext>
            </a:extLst>
          </p:cNvPr>
          <p:cNvGraphicFramePr>
            <a:graphicFrameLocks noChangeAspect="1"/>
          </p:cNvGraphicFramePr>
          <p:nvPr userDrawn="1">
            <p:custDataLst>
              <p:tags r:id="rId1"/>
            </p:custDataLst>
            <p:extLst>
              <p:ext uri="{D42A27DB-BD31-4B8C-83A1-F6EECF244321}">
                <p14:modId xmlns:p14="http://schemas.microsoft.com/office/powerpoint/2010/main" val="370779922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DA8D6A48-EE20-4EB4-A234-9F3B16C02872}"/>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6FAC554-F995-4246-BE36-413D2200D983}"/>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6"/>
            </p:custDataLst>
          </p:nvPr>
        </p:nvSpPr>
        <p:spPr>
          <a:xfrm>
            <a:off x="554736" y="2744369"/>
            <a:ext cx="2514600" cy="769441"/>
          </a:xfrm>
        </p:spPr>
        <p:txBody>
          <a:bodyPr anchor="b">
            <a:noAutofit/>
          </a:bodyPr>
          <a:lstStyle>
            <a:lvl1pPr>
              <a:defRPr>
                <a:solidFill>
                  <a:schemeClr val="tx1"/>
                </a:solidFill>
              </a:defRPr>
            </a:lvl1pPr>
          </a:lstStyle>
          <a:p>
            <a:r>
              <a:rPr lang="en-US"/>
              <a:t>Click to edit Master title style</a:t>
            </a:r>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7"/>
            </p:custDataLst>
          </p:nvPr>
        </p:nvSpPr>
        <p:spPr>
          <a:xfrm>
            <a:off x="554736" y="3659644"/>
            <a:ext cx="2514600" cy="492443"/>
          </a:xfrm>
        </p:spPr>
        <p:txBody>
          <a:bodyPr wrap="square" anchor="t">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25B2DE14-9B3F-4199-B082-9FEB12CE57EA}"/>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5" name="1. On-page tracker">
            <a:extLst>
              <a:ext uri="{FF2B5EF4-FFF2-40B4-BE49-F238E27FC236}">
                <a16:creationId xmlns:a16="http://schemas.microsoft.com/office/drawing/2014/main" id="{2C7757ED-5357-4B01-BB59-15D4406B0FDF}"/>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41894787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EE6E84E-0DE7-4EEF-8932-BF42153B3B56}"/>
              </a:ext>
            </a:extLst>
          </p:cNvPr>
          <p:cNvGraphicFramePr>
            <a:graphicFrameLocks noChangeAspect="1"/>
          </p:cNvGraphicFramePr>
          <p:nvPr userDrawn="1">
            <p:custDataLst>
              <p:tags r:id="rId1"/>
            </p:custDataLst>
            <p:extLst>
              <p:ext uri="{D42A27DB-BD31-4B8C-83A1-F6EECF244321}">
                <p14:modId xmlns:p14="http://schemas.microsoft.com/office/powerpoint/2010/main" val="23155183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EE6E84E-0DE7-4EEF-8932-BF42153B3B5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2D2E0F6-5BB5-47A0-8E4A-CD4E6673B199}"/>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Light">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6"/>
            </p:custDataLst>
          </p:nvPr>
        </p:nvSpPr>
        <p:spPr>
          <a:xfrm>
            <a:off x="554736" y="2744369"/>
            <a:ext cx="3465576" cy="769441"/>
          </a:xfrm>
          <a:prstGeom prst="rect">
            <a:avLst/>
          </a:prstGeom>
        </p:spPr>
        <p:txBody>
          <a:bodyPr wrap="square" anchor="b">
            <a:noAutofit/>
          </a:bodyPr>
          <a:lstStyle>
            <a:lvl1pPr algn="l">
              <a:defRPr>
                <a:solidFill>
                  <a:schemeClr val="tx1"/>
                </a:solidFill>
              </a:defRPr>
            </a:lvl1pPr>
          </a:lstStyle>
          <a:p>
            <a:r>
              <a:rPr lang="en-US"/>
              <a:t>Click to edit Master title style</a:t>
            </a:r>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7"/>
            </p:custDataLst>
          </p:nvPr>
        </p:nvSpPr>
        <p:spPr>
          <a:xfrm>
            <a:off x="554735" y="3659644"/>
            <a:ext cx="3465575" cy="246221"/>
          </a:xfrm>
        </p:spPr>
        <p:txBody>
          <a:bodyPr wrap="square" anchor="t">
            <a:spAutoFit/>
          </a:bodyPr>
          <a:lstStyle>
            <a:lvl1pPr marL="0" indent="0" algn="l">
              <a:buNone/>
              <a:defRPr sz="16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DA204BE1-D5C8-4D03-9090-21D41FEC78E0}"/>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5" name="1. On-page tracker">
            <a:extLst>
              <a:ext uri="{FF2B5EF4-FFF2-40B4-BE49-F238E27FC236}">
                <a16:creationId xmlns:a16="http://schemas.microsoft.com/office/drawing/2014/main" id="{1ADFA379-EDDB-4C62-A3BB-AC227312C688}"/>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1108990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1/2">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3149784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0" name="1. On-page tracker">
            <a:extLst>
              <a:ext uri="{FF2B5EF4-FFF2-40B4-BE49-F238E27FC236}">
                <a16:creationId xmlns:a16="http://schemas.microsoft.com/office/drawing/2014/main" id="{0E1A178A-6BDC-4A0A-9F92-72F6EB95AD81}"/>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
        <p:nvSpPr>
          <p:cNvPr id="24" name="2. Slide Title">
            <a:extLst>
              <a:ext uri="{FF2B5EF4-FFF2-40B4-BE49-F238E27FC236}">
                <a16:creationId xmlns:a16="http://schemas.microsoft.com/office/drawing/2014/main" id="{06A9E224-CFBD-42B8-A4C0-EFE2C017E523}"/>
              </a:ext>
            </a:extLst>
          </p:cNvPr>
          <p:cNvSpPr>
            <a:spLocks noGrp="1"/>
          </p:cNvSpPr>
          <p:nvPr>
            <p:ph type="title"/>
            <p:custDataLst>
              <p:tags r:id="rId8"/>
            </p:custDataLst>
          </p:nvPr>
        </p:nvSpPr>
        <p:spPr>
          <a:xfrm>
            <a:off x="554736" y="182372"/>
            <a:ext cx="5065776" cy="731520"/>
          </a:xfrm>
        </p:spPr>
        <p:txBody>
          <a:bodyPr/>
          <a:lstStyle/>
          <a:p>
            <a:r>
              <a:rPr lang="en-US"/>
              <a:t>Click to edit Master title style</a:t>
            </a:r>
          </a:p>
        </p:txBody>
      </p:sp>
      <p:sp>
        <p:nvSpPr>
          <p:cNvPr id="25" name="3. Subtitle">
            <a:extLst>
              <a:ext uri="{FF2B5EF4-FFF2-40B4-BE49-F238E27FC236}">
                <a16:creationId xmlns:a16="http://schemas.microsoft.com/office/drawing/2014/main" id="{F7FC2EC4-28A5-4B24-B46C-79BCB0964344}"/>
              </a:ext>
            </a:extLst>
          </p:cNvPr>
          <p:cNvSpPr>
            <a:spLocks noGrp="1"/>
          </p:cNvSpPr>
          <p:nvPr>
            <p:ph type="subTitle" idx="1"/>
            <p:custDataLst>
              <p:tags r:id="rId9"/>
            </p:custDataLst>
          </p:nvPr>
        </p:nvSpPr>
        <p:spPr>
          <a:xfrm>
            <a:off x="554736" y="903861"/>
            <a:ext cx="5065776" cy="246221"/>
          </a:xfrm>
        </p:spPr>
        <p:txBody>
          <a:bodyPr anchor="t" anchorCtr="0">
            <a:spAutoFit/>
          </a:bodyPr>
          <a:lstStyle/>
          <a:p>
            <a:r>
              <a:rPr lang="en-US" sz="1600"/>
              <a:t>Click to edit Master subtitle style</a:t>
            </a:r>
          </a:p>
        </p:txBody>
      </p:sp>
    </p:spTree>
    <p:extLst>
      <p:ext uri="{BB962C8B-B14F-4D97-AF65-F5344CB8AC3E}">
        <p14:creationId xmlns:p14="http://schemas.microsoft.com/office/powerpoint/2010/main" val="25986642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2/3">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93AC4C-5B2F-4A0C-8C9B-7295BEE1F457}"/>
              </a:ext>
            </a:extLst>
          </p:cNvPr>
          <p:cNvGraphicFramePr>
            <a:graphicFrameLocks noChangeAspect="1"/>
          </p:cNvGraphicFramePr>
          <p:nvPr userDrawn="1">
            <p:custDataLst>
              <p:tags r:id="rId1"/>
            </p:custDataLst>
            <p:extLst>
              <p:ext uri="{D42A27DB-BD31-4B8C-83A1-F6EECF244321}">
                <p14:modId xmlns:p14="http://schemas.microsoft.com/office/powerpoint/2010/main" val="19312443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572" imgH="588" progId="TCLayout.ActiveDocument.1">
                  <p:embed/>
                </p:oleObj>
              </mc:Choice>
              <mc:Fallback>
                <p:oleObj name="think-cell Slide" r:id="rId11" imgW="572" imgH="588" progId="TCLayout.ActiveDocument.1">
                  <p:embed/>
                  <p:pic>
                    <p:nvPicPr>
                      <p:cNvPr id="3" name="Object 2" hidden="1">
                        <a:extLst>
                          <a:ext uri="{FF2B5EF4-FFF2-40B4-BE49-F238E27FC236}">
                            <a16:creationId xmlns:a16="http://schemas.microsoft.com/office/drawing/2014/main" id="{C293AC4C-5B2F-4A0C-8C9B-7295BEE1F45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8F8ABD0-305F-4DFC-AC60-1FB7BB16830A}"/>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Light">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7830312" y="0"/>
            <a:ext cx="4361688"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1" name="5. Source" hidden="1">
            <a:extLst>
              <a:ext uri="{FF2B5EF4-FFF2-40B4-BE49-F238E27FC236}">
                <a16:creationId xmlns:a16="http://schemas.microsoft.com/office/drawing/2014/main" id="{F25A304F-F50E-4F96-991D-CFEB07060178}"/>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5" name="2. Slide Title">
            <a:extLst>
              <a:ext uri="{FF2B5EF4-FFF2-40B4-BE49-F238E27FC236}">
                <a16:creationId xmlns:a16="http://schemas.microsoft.com/office/drawing/2014/main" id="{AA4BE143-5F32-4F04-B536-5DD597732824}"/>
              </a:ext>
            </a:extLst>
          </p:cNvPr>
          <p:cNvSpPr>
            <a:spLocks noGrp="1"/>
          </p:cNvSpPr>
          <p:nvPr>
            <p:ph type="title"/>
            <p:custDataLst>
              <p:tags r:id="rId7"/>
            </p:custDataLst>
          </p:nvPr>
        </p:nvSpPr>
        <p:spPr>
          <a:xfrm>
            <a:off x="554736" y="182372"/>
            <a:ext cx="6967728" cy="731520"/>
          </a:xfrm>
        </p:spPr>
        <p:txBody>
          <a:bodyPr/>
          <a:lstStyle/>
          <a:p>
            <a:r>
              <a:rPr lang="en-US"/>
              <a:t>Click to edit Master title style</a:t>
            </a:r>
          </a:p>
        </p:txBody>
      </p:sp>
      <p:sp>
        <p:nvSpPr>
          <p:cNvPr id="26" name="3. Subtitle">
            <a:extLst>
              <a:ext uri="{FF2B5EF4-FFF2-40B4-BE49-F238E27FC236}">
                <a16:creationId xmlns:a16="http://schemas.microsoft.com/office/drawing/2014/main" id="{97E30C8F-A677-42C7-A072-4ACC7DC3D698}"/>
              </a:ext>
            </a:extLst>
          </p:cNvPr>
          <p:cNvSpPr>
            <a:spLocks noGrp="1"/>
          </p:cNvSpPr>
          <p:nvPr>
            <p:ph type="subTitle" idx="1"/>
            <p:custDataLst>
              <p:tags r:id="rId8"/>
            </p:custDataLst>
          </p:nvPr>
        </p:nvSpPr>
        <p:spPr>
          <a:xfrm>
            <a:off x="554736" y="903861"/>
            <a:ext cx="6967728" cy="246221"/>
          </a:xfrm>
        </p:spPr>
        <p:txBody>
          <a:bodyPr anchor="t" anchorCtr="0">
            <a:spAutoFit/>
          </a:bodyPr>
          <a:lstStyle/>
          <a:p>
            <a:r>
              <a:rPr lang="en-US" sz="1600"/>
              <a:t>Click to edit Master subtitle style</a:t>
            </a:r>
          </a:p>
        </p:txBody>
      </p:sp>
      <p:sp>
        <p:nvSpPr>
          <p:cNvPr id="19" name="1. On-page tracker">
            <a:extLst>
              <a:ext uri="{FF2B5EF4-FFF2-40B4-BE49-F238E27FC236}">
                <a16:creationId xmlns:a16="http://schemas.microsoft.com/office/drawing/2014/main" id="{288125BB-6CB4-4B7C-8E2B-CB1912430A39}"/>
              </a:ext>
            </a:extLst>
          </p:cNvPr>
          <p:cNvSpPr>
            <a:spLocks noGrp="1"/>
          </p:cNvSpPr>
          <p:nvPr>
            <p:ph type="body" sz="quarter" idx="18" hasCustomPrompt="1"/>
            <p:custDataLst>
              <p:tags r:id="rId9"/>
            </p:custDataLst>
          </p:nvPr>
        </p:nvSpPr>
        <p:spPr>
          <a:xfrm>
            <a:off x="8170323" y="78768"/>
            <a:ext cx="3466941" cy="123111"/>
          </a:xfrm>
        </p:spPr>
        <p:txBody>
          <a:bodyPr wrap="square"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257985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3/4 ">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F7114D8-6025-4386-BA96-B034FE6B3CDB}"/>
              </a:ext>
            </a:extLst>
          </p:cNvPr>
          <p:cNvGraphicFramePr>
            <a:graphicFrameLocks noChangeAspect="1"/>
          </p:cNvGraphicFramePr>
          <p:nvPr userDrawn="1">
            <p:custDataLst>
              <p:tags r:id="rId1"/>
            </p:custDataLst>
            <p:extLst>
              <p:ext uri="{D42A27DB-BD31-4B8C-83A1-F6EECF244321}">
                <p14:modId xmlns:p14="http://schemas.microsoft.com/office/powerpoint/2010/main" val="160234647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9F7114D8-6025-4386-BA96-B034FE6B3CD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25C86E70-6ADC-4EA2-90F2-373AC4FDE5D0}"/>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endParaRPr kumimoji="0" lang="en-US" sz="2500" b="1" i="0" u="none" strike="noStrike" kern="1200" cap="none" spc="0" normalizeH="0" baseline="0" noProof="0" err="1">
              <a:ln>
                <a:noFill/>
              </a:ln>
              <a:solidFill>
                <a:srgbClr val="FFFFFF"/>
              </a:solidFill>
              <a:effectLst/>
              <a:uLnTx/>
              <a:uFillTx/>
              <a:latin typeface="Georgia" panose="02040502050405020303" pitchFamily="18" charset="0"/>
              <a:ea typeface="+mj-ea"/>
              <a:cs typeface="+mj-cs"/>
              <a:sym typeface="Georgia" panose="02040502050405020303" pitchFamily="18" charset="0"/>
            </a:endParaRPr>
          </a:p>
        </p:txBody>
      </p:sp>
      <p:sp>
        <p:nvSpPr>
          <p:cNvPr id="23" name="RectangleLight">
            <a:extLst>
              <a:ext uri="{FF2B5EF4-FFF2-40B4-BE49-F238E27FC236}">
                <a16:creationId xmlns:a16="http://schemas.microsoft.com/office/drawing/2014/main" id="{A80E2F68-4ED6-42EF-9858-2FE4B1382825}"/>
              </a:ext>
            </a:extLst>
          </p:cNvPr>
          <p:cNvSpPr/>
          <p:nvPr userDrawn="1">
            <p:custDataLst>
              <p:tags r:id="rId3"/>
            </p:custDataLst>
          </p:nvPr>
        </p:nvSpPr>
        <p:spPr bwMode="ltGray">
          <a:xfrm>
            <a:off x="8781416" y="0"/>
            <a:ext cx="3410584" cy="6858000"/>
          </a:xfrm>
          <a:prstGeom prst="rect">
            <a:avLst/>
          </a:prstGeom>
          <a:solidFill>
            <a:srgbClr val="E6E6E6"/>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2" name="5. Source" hidden="1">
            <a:extLst>
              <a:ext uri="{FF2B5EF4-FFF2-40B4-BE49-F238E27FC236}">
                <a16:creationId xmlns:a16="http://schemas.microsoft.com/office/drawing/2014/main" id="{F5E9C22A-A356-4521-A359-338A663DFEA2}"/>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20" name="1. On-page tracker">
            <a:extLst>
              <a:ext uri="{FF2B5EF4-FFF2-40B4-BE49-F238E27FC236}">
                <a16:creationId xmlns:a16="http://schemas.microsoft.com/office/drawing/2014/main" id="{CA286AFC-8B29-4E70-86B3-6C866D5BEC95}"/>
              </a:ext>
            </a:extLst>
          </p:cNvPr>
          <p:cNvSpPr>
            <a:spLocks noGrp="1"/>
          </p:cNvSpPr>
          <p:nvPr>
            <p:ph type="body" sz="quarter" idx="17" hasCustomPrompt="1"/>
            <p:custDataLst>
              <p:tags r:id="rId7"/>
            </p:custDataLst>
          </p:nvPr>
        </p:nvSpPr>
        <p:spPr>
          <a:xfrm>
            <a:off x="9116813" y="78768"/>
            <a:ext cx="2520451" cy="123111"/>
          </a:xfrm>
        </p:spPr>
        <p:txBody>
          <a:bodyPr wrap="square" anchor="ctr" anchorCtr="0">
            <a:spAutoFit/>
          </a:bodyPr>
          <a:lstStyle>
            <a:lvl1pPr algn="r">
              <a:defRPr sz="800">
                <a:latin typeface="+mn-lt"/>
              </a:defRPr>
            </a:lvl1pPr>
          </a:lstStyle>
          <a:p>
            <a:pPr lvl="0"/>
            <a:r>
              <a:rPr lang="en-US"/>
              <a:t>Chapter › Topic</a:t>
            </a:r>
          </a:p>
        </p:txBody>
      </p:sp>
      <p:sp>
        <p:nvSpPr>
          <p:cNvPr id="21" name="2. Slide Title">
            <a:extLst>
              <a:ext uri="{FF2B5EF4-FFF2-40B4-BE49-F238E27FC236}">
                <a16:creationId xmlns:a16="http://schemas.microsoft.com/office/drawing/2014/main" id="{37073CF3-4B2B-440D-B24E-174E36B7892F}"/>
              </a:ext>
            </a:extLst>
          </p:cNvPr>
          <p:cNvSpPr>
            <a:spLocks noGrp="1"/>
          </p:cNvSpPr>
          <p:nvPr>
            <p:ph type="title"/>
            <p:custDataLst>
              <p:tags r:id="rId8"/>
            </p:custDataLst>
          </p:nvPr>
        </p:nvSpPr>
        <p:spPr>
          <a:xfrm>
            <a:off x="554736" y="182372"/>
            <a:ext cx="7918704" cy="731520"/>
          </a:xfrm>
        </p:spPr>
        <p:txBody>
          <a:bodyPr/>
          <a:lstStyle/>
          <a:p>
            <a:r>
              <a:rPr lang="en-US"/>
              <a:t>Click to edit Master title style</a:t>
            </a:r>
          </a:p>
        </p:txBody>
      </p:sp>
      <p:sp>
        <p:nvSpPr>
          <p:cNvPr id="26" name="3. Subtitle">
            <a:extLst>
              <a:ext uri="{FF2B5EF4-FFF2-40B4-BE49-F238E27FC236}">
                <a16:creationId xmlns:a16="http://schemas.microsoft.com/office/drawing/2014/main" id="{61C78DC4-4C20-4AA3-93C4-00442F85A83B}"/>
              </a:ext>
            </a:extLst>
          </p:cNvPr>
          <p:cNvSpPr>
            <a:spLocks noGrp="1"/>
          </p:cNvSpPr>
          <p:nvPr>
            <p:ph type="subTitle" idx="1"/>
            <p:custDataLst>
              <p:tags r:id="rId9"/>
            </p:custDataLst>
          </p:nvPr>
        </p:nvSpPr>
        <p:spPr>
          <a:xfrm>
            <a:off x="554736" y="903861"/>
            <a:ext cx="7918704" cy="246221"/>
          </a:xfrm>
        </p:spPr>
        <p:txBody>
          <a:bodyPr anchor="t" anchorCtr="0">
            <a:spAutoFit/>
          </a:bodyPr>
          <a:lstStyle/>
          <a:p>
            <a:r>
              <a:rPr lang="en-US" sz="1600"/>
              <a:t>Click to edit Master subtitle style</a:t>
            </a:r>
          </a:p>
        </p:txBody>
      </p:sp>
    </p:spTree>
    <p:extLst>
      <p:ext uri="{BB962C8B-B14F-4D97-AF65-F5344CB8AC3E}">
        <p14:creationId xmlns:p14="http://schemas.microsoft.com/office/powerpoint/2010/main" val="20837958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US"/>
              <a:t>Click to edit Master title style</a:t>
            </a:r>
          </a:p>
        </p:txBody>
      </p:sp>
      <p:sp>
        <p:nvSpPr>
          <p:cNvPr id="10" name="5. Source" hidden="1">
            <a:extLst>
              <a:ext uri="{FF2B5EF4-FFF2-40B4-BE49-F238E27FC236}">
                <a16:creationId xmlns:a16="http://schemas.microsoft.com/office/drawing/2014/main" id="{81E2484B-3E40-408C-A350-5EB40C8A09F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A91FB312-B423-41B9-AEAA-2BE53183470B}"/>
              </a:ext>
            </a:extLst>
          </p:cNvPr>
          <p:cNvSpPr>
            <a:spLocks noGrp="1"/>
          </p:cNvSpPr>
          <p:nvPr>
            <p:ph type="body" sz="quarter" idx="17" hasCustomPrompt="1"/>
            <p:custDataLst>
              <p:tags r:id="rId5"/>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9774993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ustom">
    <p:spTree>
      <p:nvGrpSpPr>
        <p:cNvPr id="1" name=""/>
        <p:cNvGrpSpPr/>
        <p:nvPr/>
      </p:nvGrpSpPr>
      <p:grpSpPr>
        <a:xfrm>
          <a:off x="0" y="0"/>
          <a:ext cx="0" cy="0"/>
          <a:chOff x="0" y="0"/>
          <a:chExt cx="0" cy="0"/>
        </a:xfrm>
      </p:grpSpPr>
      <p:sp>
        <p:nvSpPr>
          <p:cNvPr id="8" name="SlideLogoText">
            <a:extLst>
              <a:ext uri="{FF2B5EF4-FFF2-40B4-BE49-F238E27FC236}">
                <a16:creationId xmlns:a16="http://schemas.microsoft.com/office/drawing/2014/main" id="{92A63429-03F1-4595-BAE1-A5F5E74A0DF2}"/>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1. On-page tracker">
            <a:extLst>
              <a:ext uri="{FF2B5EF4-FFF2-40B4-BE49-F238E27FC236}">
                <a16:creationId xmlns:a16="http://schemas.microsoft.com/office/drawing/2014/main" id="{9AEB01CB-E358-4EC5-960A-ABFC66CD5A21}"/>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863007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7F09DF09-7587-AE72-141E-A41B41F94451}"/>
              </a:ext>
            </a:extLst>
          </p:cNvPr>
          <p:cNvPicPr>
            <a:picLocks noChangeAspect="1"/>
          </p:cNvPicPr>
          <p:nvPr userDrawn="1">
            <p:custDataLst>
              <p:tags r:id="rId1"/>
            </p:custDataLst>
          </p:nvPr>
        </p:nvPicPr>
        <p:blipFill>
          <a:blip r:embed="rId6"/>
          <a:stretch>
            <a:fillRect/>
          </a:stretch>
        </p:blipFill>
        <p:spPr>
          <a:xfrm>
            <a:off x="0" y="0"/>
            <a:ext cx="12192000" cy="6858000"/>
          </a:xfrm>
          <a:prstGeom prst="rect">
            <a:avLst/>
          </a:prstGeom>
        </p:spPr>
      </p:pic>
      <p:pic>
        <p:nvPicPr>
          <p:cNvPr id="5" name="Partnership">
            <a:extLst>
              <a:ext uri="{FF2B5EF4-FFF2-40B4-BE49-F238E27FC236}">
                <a16:creationId xmlns:a16="http://schemas.microsoft.com/office/drawing/2014/main" id="{90886F1E-7A28-AA11-3C3E-8B020F3D98DE}"/>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graphicFrame>
        <p:nvGraphicFramePr>
          <p:cNvPr id="4" name="Object 3" hidden="1">
            <a:extLst>
              <a:ext uri="{FF2B5EF4-FFF2-40B4-BE49-F238E27FC236}">
                <a16:creationId xmlns:a16="http://schemas.microsoft.com/office/drawing/2014/main" id="{832E4BA7-205B-4431-879A-B60A0FD6D20C}"/>
              </a:ext>
            </a:extLst>
          </p:cNvPr>
          <p:cNvGraphicFramePr>
            <a:graphicFrameLocks noChangeAspect="1"/>
          </p:cNvGraphicFramePr>
          <p:nvPr userDrawn="1">
            <p:custDataLst>
              <p:tags r:id="rId2"/>
            </p:custDataLst>
            <p:extLst>
              <p:ext uri="{D42A27DB-BD31-4B8C-83A1-F6EECF244321}">
                <p14:modId xmlns:p14="http://schemas.microsoft.com/office/powerpoint/2010/main" val="387788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4" name="Object 3" hidden="1">
                        <a:extLst>
                          <a:ext uri="{FF2B5EF4-FFF2-40B4-BE49-F238E27FC236}">
                            <a16:creationId xmlns:a16="http://schemas.microsoft.com/office/drawing/2014/main" id="{832E4BA7-205B-4431-879A-B60A0FD6D20C}"/>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11" name="logoimage">
            <a:extLst>
              <a:ext uri="{FF2B5EF4-FFF2-40B4-BE49-F238E27FC236}">
                <a16:creationId xmlns:a16="http://schemas.microsoft.com/office/drawing/2014/main" id="{732728C7-2C89-08A1-41A9-162BDB8C5CB9}"/>
              </a:ext>
            </a:extLst>
          </p:cNvPr>
          <p:cNvGrpSpPr/>
          <p:nvPr userDrawn="1">
            <p:custDataLst>
              <p:tags r:id="rId3"/>
            </p:custDataLst>
          </p:nvPr>
        </p:nvGrpSpPr>
        <p:grpSpPr>
          <a:xfrm>
            <a:off x="549271" y="481160"/>
            <a:ext cx="1893201" cy="585216"/>
            <a:chOff x="549271" y="481160"/>
            <a:chExt cx="1893201" cy="585216"/>
          </a:xfrm>
        </p:grpSpPr>
        <p:sp>
          <p:nvSpPr>
            <p:cNvPr id="14" name="AutoShape 3">
              <a:extLst>
                <a:ext uri="{FF2B5EF4-FFF2-40B4-BE49-F238E27FC236}">
                  <a16:creationId xmlns:a16="http://schemas.microsoft.com/office/drawing/2014/main" id="{DD51008E-BD46-4558-BF00-CDD9F0CE18C6}"/>
                </a:ext>
              </a:extLst>
            </p:cNvPr>
            <p:cNvSpPr>
              <a:spLocks noChangeAspect="1" noChangeArrowheads="1" noTextEdit="1"/>
            </p:cNvSpPr>
            <p:nvPr userDrawn="1"/>
          </p:nvSpPr>
          <p:spPr bwMode="black">
            <a:xfrm>
              <a:off x="549271"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15" name="Freeform 5">
              <a:extLst>
                <a:ext uri="{FF2B5EF4-FFF2-40B4-BE49-F238E27FC236}">
                  <a16:creationId xmlns:a16="http://schemas.microsoft.com/office/drawing/2014/main" id="{FC37904A-905D-4FD7-8DD4-604C419D9AB5}"/>
                </a:ext>
              </a:extLst>
            </p:cNvPr>
            <p:cNvSpPr>
              <a:spLocks noEditPoints="1"/>
            </p:cNvSpPr>
            <p:nvPr userDrawn="1"/>
          </p:nvSpPr>
          <p:spPr bwMode="black">
            <a:xfrm>
              <a:off x="549271"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8" name="5. Source" hidden="1">
            <a:extLst>
              <a:ext uri="{FF2B5EF4-FFF2-40B4-BE49-F238E27FC236}">
                <a16:creationId xmlns:a16="http://schemas.microsoft.com/office/drawing/2014/main" id="{330AE89A-7771-4A6E-A02D-893DCB66C876}"/>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4664705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Contrast Title">
    <p:bg>
      <p:bgPr>
        <a:solidFill>
          <a:srgbClr val="FFFFFF"/>
        </a:solidFill>
        <a:effectLst/>
      </p:bgPr>
    </p:bg>
    <p:spTree>
      <p:nvGrpSpPr>
        <p:cNvPr id="1" name=""/>
        <p:cNvGrpSpPr/>
        <p:nvPr/>
      </p:nvGrpSpPr>
      <p:grpSpPr>
        <a:xfrm>
          <a:off x="0" y="0"/>
          <a:ext cx="0" cy="0"/>
          <a:chOff x="0" y="0"/>
          <a:chExt cx="0" cy="0"/>
        </a:xfrm>
      </p:grpSpPr>
      <p:pic>
        <p:nvPicPr>
          <p:cNvPr id="10" name="Background">
            <a:extLst>
              <a:ext uri="{FF2B5EF4-FFF2-40B4-BE49-F238E27FC236}">
                <a16:creationId xmlns:a16="http://schemas.microsoft.com/office/drawing/2014/main" id="{0E1AA1CA-B589-A148-3F5A-385105B9B6B6}"/>
              </a:ext>
            </a:extLst>
          </p:cNvPr>
          <p:cNvPicPr>
            <a:picLocks noChangeAspect="1"/>
          </p:cNvPicPr>
          <p:nvPr userDrawn="1">
            <p:custDataLst>
              <p:tags r:id="rId1"/>
            </p:custDataLst>
          </p:nvPr>
        </p:nvPicPr>
        <p:blipFill>
          <a:blip r:embed="rId11"/>
          <a:stretch>
            <a:fillRect/>
          </a:stretch>
        </p:blipFill>
        <p:spPr>
          <a:xfrm>
            <a:off x="0" y="0"/>
            <a:ext cx="12192000" cy="6858000"/>
          </a:xfrm>
          <a:prstGeom prst="rect">
            <a:avLst/>
          </a:prstGeom>
        </p:spPr>
      </p:pic>
      <p:pic>
        <p:nvPicPr>
          <p:cNvPr id="6" name="Partnership">
            <a:extLst>
              <a:ext uri="{FF2B5EF4-FFF2-40B4-BE49-F238E27FC236}">
                <a16:creationId xmlns:a16="http://schemas.microsoft.com/office/drawing/2014/main" id="{A820C1EA-1C46-FBE2-06AE-01690E3DC46B}"/>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0" y="0"/>
            <a:ext cx="12192000" cy="6858000"/>
          </a:xfrm>
          <a:prstGeom prst="rect">
            <a:avLst/>
          </a:prstGeom>
        </p:spPr>
      </p:pic>
      <p:graphicFrame>
        <p:nvGraphicFramePr>
          <p:cNvPr id="3" name="Object 2" hidden="1">
            <a:extLst>
              <a:ext uri="{FF2B5EF4-FFF2-40B4-BE49-F238E27FC236}">
                <a16:creationId xmlns:a16="http://schemas.microsoft.com/office/drawing/2014/main" id="{7BEFF58C-83CF-420F-BF45-F188AE9E7308}"/>
              </a:ext>
            </a:extLst>
          </p:cNvPr>
          <p:cNvGraphicFramePr>
            <a:graphicFrameLocks noChangeAspect="1"/>
          </p:cNvGraphicFramePr>
          <p:nvPr userDrawn="1">
            <p:custDataLst>
              <p:tags r:id="rId2"/>
            </p:custDataLst>
            <p:extLst>
              <p:ext uri="{D42A27DB-BD31-4B8C-83A1-F6EECF244321}">
                <p14:modId xmlns:p14="http://schemas.microsoft.com/office/powerpoint/2010/main" val="13400213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344" imgH="344" progId="TCLayout.ActiveDocument.1">
                  <p:embed/>
                </p:oleObj>
              </mc:Choice>
              <mc:Fallback>
                <p:oleObj name="think-cell Slide" r:id="rId13" imgW="344" imgH="344" progId="TCLayout.ActiveDocument.1">
                  <p:embed/>
                  <p:pic>
                    <p:nvPicPr>
                      <p:cNvPr id="3" name="Object 2" hidden="1">
                        <a:extLst>
                          <a:ext uri="{FF2B5EF4-FFF2-40B4-BE49-F238E27FC236}">
                            <a16:creationId xmlns:a16="http://schemas.microsoft.com/office/drawing/2014/main" id="{7BEFF58C-83CF-420F-BF45-F188AE9E7308}"/>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BEC3B16-0840-4135-8BED-D45704C35593}"/>
              </a:ext>
            </a:extLst>
          </p:cNvPr>
          <p:cNvSpPr/>
          <p:nvPr userDrawn="1">
            <p:custDataLst>
              <p:tags r:id="rId3"/>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2" name="ClientLogo">
            <a:extLst>
              <a:ext uri="{FF2B5EF4-FFF2-40B4-BE49-F238E27FC236}">
                <a16:creationId xmlns:a16="http://schemas.microsoft.com/office/drawing/2014/main" id="{5A541723-8353-4CC2-AFDA-19C8B3B786BF}"/>
              </a:ext>
            </a:extLst>
          </p:cNvPr>
          <p:cNvSpPr>
            <a:spLocks noGrp="1"/>
          </p:cNvSpPr>
          <p:nvPr>
            <p:ph type="pic" sz="quarter" idx="14" hasCustomPrompt="1"/>
            <p:custDataLst>
              <p:tags r:id="rId4"/>
            </p:custDataLst>
          </p:nvPr>
        </p:nvSpPr>
        <p:spPr>
          <a:xfrm>
            <a:off x="551942" y="4984025"/>
            <a:ext cx="1901952" cy="969264"/>
          </a:xfrm>
          <a:prstGeom prst="rect">
            <a:avLst/>
          </a:prstGeom>
        </p:spPr>
        <p:txBody>
          <a:bodyPr>
            <a:noAutofit/>
          </a:bodyPr>
          <a:lstStyle>
            <a:lvl1pPr algn="ctr">
              <a:defRPr sz="1200">
                <a:solidFill>
                  <a:schemeClr val="tx1"/>
                </a:solidFill>
              </a:defRPr>
            </a:lvl1pPr>
          </a:lstStyle>
          <a:p>
            <a:r>
              <a:rPr lang="en-US"/>
              <a:t>Client logo goes here.</a:t>
            </a:r>
          </a:p>
        </p:txBody>
      </p:sp>
      <p:sp>
        <p:nvSpPr>
          <p:cNvPr id="13" name="Documenttype">
            <a:extLst>
              <a:ext uri="{FF2B5EF4-FFF2-40B4-BE49-F238E27FC236}">
                <a16:creationId xmlns:a16="http://schemas.microsoft.com/office/drawing/2014/main" id="{A8F38EAB-8863-4F94-ACD0-B6D27373BCC1}"/>
              </a:ext>
            </a:extLst>
          </p:cNvPr>
          <p:cNvSpPr>
            <a:spLocks noGrp="1"/>
          </p:cNvSpPr>
          <p:nvPr>
            <p:ph type="body" sz="quarter" idx="13" hasCustomPrompt="1"/>
            <p:custDataLst>
              <p:tags r:id="rId5"/>
            </p:custDataLst>
          </p:nvPr>
        </p:nvSpPr>
        <p:spPr>
          <a:xfrm>
            <a:off x="551942" y="4510168"/>
            <a:ext cx="6016752" cy="215444"/>
          </a:xfrm>
          <a:prstGeom prst="rect">
            <a:avLst/>
          </a:prstGeom>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4" name="Subtitle">
            <a:extLst>
              <a:ext uri="{FF2B5EF4-FFF2-40B4-BE49-F238E27FC236}">
                <a16:creationId xmlns:a16="http://schemas.microsoft.com/office/drawing/2014/main" id="{6C219131-971A-4BF6-8DFB-186691126F2C}"/>
              </a:ext>
            </a:extLst>
          </p:cNvPr>
          <p:cNvSpPr>
            <a:spLocks noGrp="1"/>
          </p:cNvSpPr>
          <p:nvPr>
            <p:ph type="subTitle" idx="1"/>
            <p:custDataLst>
              <p:tags r:id="rId6"/>
            </p:custDataLst>
          </p:nvPr>
        </p:nvSpPr>
        <p:spPr>
          <a:xfrm>
            <a:off x="551942" y="4092559"/>
            <a:ext cx="6016752" cy="307777"/>
          </a:xfrm>
          <a:prstGeom prst="rect">
            <a:avLst/>
          </a:prstGeom>
        </p:spPr>
        <p:txBody>
          <a:bodyPr wrap="square">
            <a:sp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1" name="Title">
            <a:extLst>
              <a:ext uri="{FF2B5EF4-FFF2-40B4-BE49-F238E27FC236}">
                <a16:creationId xmlns:a16="http://schemas.microsoft.com/office/drawing/2014/main" id="{B280F3D7-8B5E-4751-907E-C1D9BEBFDCB8}"/>
              </a:ext>
            </a:extLst>
          </p:cNvPr>
          <p:cNvSpPr>
            <a:spLocks noGrp="1"/>
          </p:cNvSpPr>
          <p:nvPr>
            <p:ph type="title"/>
            <p:custDataLst>
              <p:tags r:id="rId7"/>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1"/>
                </a:solidFill>
              </a:defRPr>
            </a:lvl1pPr>
          </a:lstStyle>
          <a:p>
            <a:r>
              <a:rPr lang="en-US"/>
              <a:t>Click to edit Master title style</a:t>
            </a:r>
          </a:p>
        </p:txBody>
      </p:sp>
      <p:sp>
        <p:nvSpPr>
          <p:cNvPr id="25" name="Disclaimer-English (United States)">
            <a:extLst>
              <a:ext uri="{FF2B5EF4-FFF2-40B4-BE49-F238E27FC236}">
                <a16:creationId xmlns:a16="http://schemas.microsoft.com/office/drawing/2014/main" id="{365FDE2E-B4AC-48A0-8D5A-94F648AEA896}"/>
              </a:ext>
            </a:extLst>
          </p:cNvPr>
          <p:cNvSpPr>
            <a:spLocks noChangeArrowheads="1"/>
          </p:cNvSpPr>
          <p:nvPr userDrawn="1">
            <p:custDataLst>
              <p:tags r:id="rId8"/>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750">
                <a:solidFill>
                  <a:schemeClr val="tx1"/>
                </a:solidFill>
                <a:latin typeface="+mn-lt"/>
              </a:rPr>
              <a:t>CONFIDENTIAL AND PROPRIETARY | © [#] McKinsey &amp; Company. </a:t>
            </a:r>
          </a:p>
          <a:p>
            <a:pPr defTabSz="804863" eaLnBrk="0" hangingPunct="0"/>
            <a:r>
              <a:rPr lang="en-US" sz="750">
                <a:solidFill>
                  <a:schemeClr val="tx1"/>
                </a:solidFill>
                <a:latin typeface="+mn-lt"/>
              </a:rPr>
              <a:t>This material is intended solely for your internal use and any use of this material without specific permission of McKinsey &amp; Company is strictly prohibited. All rights reserved.</a:t>
            </a:r>
          </a:p>
        </p:txBody>
      </p:sp>
      <p:grpSp>
        <p:nvGrpSpPr>
          <p:cNvPr id="11" name="logoimage">
            <a:extLst>
              <a:ext uri="{FF2B5EF4-FFF2-40B4-BE49-F238E27FC236}">
                <a16:creationId xmlns:a16="http://schemas.microsoft.com/office/drawing/2014/main" id="{1CF91F61-1A9C-80E4-FFA2-69DB20BBACC3}"/>
              </a:ext>
            </a:extLst>
          </p:cNvPr>
          <p:cNvGrpSpPr/>
          <p:nvPr userDrawn="1">
            <p:custDataLst>
              <p:tags r:id="rId9"/>
            </p:custDataLst>
          </p:nvPr>
        </p:nvGrpSpPr>
        <p:grpSpPr>
          <a:xfrm>
            <a:off x="551942" y="481160"/>
            <a:ext cx="1893201" cy="585216"/>
            <a:chOff x="551942" y="481160"/>
            <a:chExt cx="1893201" cy="585216"/>
          </a:xfrm>
        </p:grpSpPr>
        <p:sp>
          <p:nvSpPr>
            <p:cNvPr id="18" name="AutoShape 3">
              <a:extLst>
                <a:ext uri="{FF2B5EF4-FFF2-40B4-BE49-F238E27FC236}">
                  <a16:creationId xmlns:a16="http://schemas.microsoft.com/office/drawing/2014/main" id="{E8A472B5-EC20-41F1-91D8-281D2B5D8D1E}"/>
                </a:ext>
              </a:extLst>
            </p:cNvPr>
            <p:cNvSpPr>
              <a:spLocks noChangeAspect="1" noChangeArrowheads="1" noTextEdit="1"/>
            </p:cNvSpPr>
            <p:nvPr userDrawn="1"/>
          </p:nvSpPr>
          <p:spPr bwMode="black">
            <a:xfrm>
              <a:off x="551942"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22" name="Freeform 5">
              <a:extLst>
                <a:ext uri="{FF2B5EF4-FFF2-40B4-BE49-F238E27FC236}">
                  <a16:creationId xmlns:a16="http://schemas.microsoft.com/office/drawing/2014/main" id="{B5153A5B-4B89-4D4A-96F0-F9AFF4E7D0F5}"/>
                </a:ext>
              </a:extLst>
            </p:cNvPr>
            <p:cNvSpPr>
              <a:spLocks noEditPoints="1"/>
            </p:cNvSpPr>
            <p:nvPr userDrawn="1"/>
          </p:nvSpPr>
          <p:spPr bwMode="black">
            <a:xfrm>
              <a:off x="551942"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Tree>
    <p:extLst>
      <p:ext uri="{BB962C8B-B14F-4D97-AF65-F5344CB8AC3E}">
        <p14:creationId xmlns:p14="http://schemas.microsoft.com/office/powerpoint/2010/main" val="26885933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rast Defaul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D01440F-CB45-4B1E-BF2B-97953CB35508}"/>
              </a:ext>
            </a:extLst>
          </p:cNvPr>
          <p:cNvGraphicFramePr>
            <a:graphicFrameLocks noChangeAspect="1"/>
          </p:cNvGraphicFramePr>
          <p:nvPr userDrawn="1">
            <p:custDataLst>
              <p:tags r:id="rId1"/>
            </p:custDataLst>
            <p:extLst>
              <p:ext uri="{D42A27DB-BD31-4B8C-83A1-F6EECF244321}">
                <p14:modId xmlns:p14="http://schemas.microsoft.com/office/powerpoint/2010/main" val="353085684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13" imgH="416" progId="TCLayout.ActiveDocument.1">
                  <p:embed/>
                </p:oleObj>
              </mc:Choice>
              <mc:Fallback>
                <p:oleObj name="think-cell Slide" r:id="rId9" imgW="413" imgH="416" progId="TCLayout.ActiveDocument.1">
                  <p:embed/>
                  <p:pic>
                    <p:nvPicPr>
                      <p:cNvPr id="3" name="Object 2" hidden="1">
                        <a:extLst>
                          <a:ext uri="{FF2B5EF4-FFF2-40B4-BE49-F238E27FC236}">
                            <a16:creationId xmlns:a16="http://schemas.microsoft.com/office/drawing/2014/main" id="{6D01440F-CB45-4B1E-BF2B-97953CB35508}"/>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F95EE31F-4647-48C1-8F33-15A7FC3D359F}"/>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5" name="Slide Number">
            <a:extLst>
              <a:ext uri="{FF2B5EF4-FFF2-40B4-BE49-F238E27FC236}">
                <a16:creationId xmlns:a16="http://schemas.microsoft.com/office/drawing/2014/main" id="{E4920261-0593-4AC5-992E-73B8CB0A1C71}"/>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2" name="2. Slide Title">
            <a:extLst>
              <a:ext uri="{FF2B5EF4-FFF2-40B4-BE49-F238E27FC236}">
                <a16:creationId xmlns:a16="http://schemas.microsoft.com/office/drawing/2014/main" id="{0BDEB94E-58BF-43E2-8FF2-DCDA24AD4E9D}"/>
              </a:ext>
            </a:extLst>
          </p:cNvPr>
          <p:cNvSpPr>
            <a:spLocks noGrp="1"/>
          </p:cNvSpPr>
          <p:nvPr>
            <p:ph type="title"/>
            <p:custDataLst>
              <p:tags r:id="rId5"/>
            </p:custDataLst>
          </p:nvPr>
        </p:nvSpPr>
        <p:spPr>
          <a:xfrm>
            <a:off x="554736" y="182372"/>
            <a:ext cx="11082528" cy="731520"/>
          </a:xfrm>
        </p:spPr>
        <p:txBody>
          <a:bodyPr/>
          <a:lstStyle/>
          <a:p>
            <a:r>
              <a:rPr lang="en-US"/>
              <a:t>Click to edit Master title style</a:t>
            </a:r>
          </a:p>
        </p:txBody>
      </p:sp>
      <p:sp>
        <p:nvSpPr>
          <p:cNvPr id="14" name="3. Subtitle">
            <a:extLst>
              <a:ext uri="{FF2B5EF4-FFF2-40B4-BE49-F238E27FC236}">
                <a16:creationId xmlns:a16="http://schemas.microsoft.com/office/drawing/2014/main" id="{A865C2CC-D12C-4517-9906-7CCD161322EB}"/>
              </a:ext>
            </a:extLst>
          </p:cNvPr>
          <p:cNvSpPr>
            <a:spLocks noGrp="1"/>
          </p:cNvSpPr>
          <p:nvPr>
            <p:ph type="subTitle" idx="1"/>
            <p:custDataLst>
              <p:tags r:id="rId6"/>
            </p:custDataLst>
          </p:nvPr>
        </p:nvSpPr>
        <p:spPr>
          <a:xfrm>
            <a:off x="554736" y="903861"/>
            <a:ext cx="11082528" cy="246221"/>
          </a:xfrm>
        </p:spPr>
        <p:txBody>
          <a:bodyPr anchor="t" anchorCtr="0">
            <a:spAutoFit/>
          </a:bodyPr>
          <a:lstStyle/>
          <a:p>
            <a:r>
              <a:rPr lang="en-US" sz="1600"/>
              <a:t>Click to edit Master subtitle style</a:t>
            </a:r>
          </a:p>
        </p:txBody>
      </p:sp>
      <p:sp>
        <p:nvSpPr>
          <p:cNvPr id="17" name="1. On-page tracker">
            <a:extLst>
              <a:ext uri="{FF2B5EF4-FFF2-40B4-BE49-F238E27FC236}">
                <a16:creationId xmlns:a16="http://schemas.microsoft.com/office/drawing/2014/main" id="{FE52895E-A8CE-4207-AC48-2296C3D01401}"/>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8545150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rast Top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861774"/>
          </a:xfrm>
          <a:prstGeom prst="rect">
            <a:avLst/>
          </a:prstGeom>
        </p:spPr>
        <p:txBody>
          <a:bodyPr anchor="t">
            <a:noAutofit/>
          </a:bodyPr>
          <a:lstStyle>
            <a:lvl1pPr>
              <a:defRPr>
                <a:ln w="6350" cap="flat">
                  <a:noFill/>
                  <a:miter lim="800000"/>
                </a:ln>
              </a:defRPr>
            </a:lvl1pPr>
          </a:lstStyle>
          <a:p>
            <a:r>
              <a:rPr lang="en-US"/>
              <a:t>Click to edit Master title style</a:t>
            </a:r>
          </a:p>
        </p:txBody>
      </p:sp>
      <p:sp>
        <p:nvSpPr>
          <p:cNvPr id="4" name="Slide Number">
            <a:extLst>
              <a:ext uri="{FF2B5EF4-FFF2-40B4-BE49-F238E27FC236}">
                <a16:creationId xmlns:a16="http://schemas.microsoft.com/office/drawing/2014/main" id="{E74A6D15-9D93-480F-A207-CA245151AE26}"/>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33F722E2-991C-4728-97C9-8D281DB3C594}"/>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8" name="1. On-page tracker">
            <a:extLst>
              <a:ext uri="{FF2B5EF4-FFF2-40B4-BE49-F238E27FC236}">
                <a16:creationId xmlns:a16="http://schemas.microsoft.com/office/drawing/2014/main" id="{86FA29AF-027A-4D55-B276-E2DD256DB988}"/>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9219664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rast Mid Left">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defRPr>
            </a:lvl1pPr>
          </a:lstStyle>
          <a:p>
            <a:r>
              <a:rPr lang="en-US"/>
              <a:t>Click to edit Master title style</a:t>
            </a:r>
          </a:p>
        </p:txBody>
      </p:sp>
      <p:sp>
        <p:nvSpPr>
          <p:cNvPr id="9" name="Slide Number">
            <a:extLst>
              <a:ext uri="{FF2B5EF4-FFF2-40B4-BE49-F238E27FC236}">
                <a16:creationId xmlns:a16="http://schemas.microsoft.com/office/drawing/2014/main" id="{8CFBA6B2-A084-4532-80C0-2629A5553A76}"/>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677DA9EB-F148-4622-AB71-9F38D348578D}"/>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8" name="1. On-page tracker">
            <a:extLst>
              <a:ext uri="{FF2B5EF4-FFF2-40B4-BE49-F238E27FC236}">
                <a16:creationId xmlns:a16="http://schemas.microsoft.com/office/drawing/2014/main" id="{93728AF3-A71A-4C7A-97DE-605BB9E1802D}"/>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5282945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rast Section">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0A466E0-AD73-4F3A-9B78-5C1BB1238B16}"/>
              </a:ext>
            </a:extLst>
          </p:cNvPr>
          <p:cNvGraphicFramePr>
            <a:graphicFrameLocks noChangeAspect="1"/>
          </p:cNvGraphicFramePr>
          <p:nvPr userDrawn="1">
            <p:custDataLst>
              <p:tags r:id="rId1"/>
            </p:custDataLst>
            <p:extLst>
              <p:ext uri="{D42A27DB-BD31-4B8C-83A1-F6EECF244321}">
                <p14:modId xmlns:p14="http://schemas.microsoft.com/office/powerpoint/2010/main" val="181429864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73" imgH="476" progId="TCLayout.ActiveDocument.1">
                  <p:embed/>
                </p:oleObj>
              </mc:Choice>
              <mc:Fallback>
                <p:oleObj name="think-cell Slide" r:id="rId8" imgW="473" imgH="476" progId="TCLayout.ActiveDocument.1">
                  <p:embed/>
                  <p:pic>
                    <p:nvPicPr>
                      <p:cNvPr id="3" name="Object 2" hidden="1">
                        <a:extLst>
                          <a:ext uri="{FF2B5EF4-FFF2-40B4-BE49-F238E27FC236}">
                            <a16:creationId xmlns:a16="http://schemas.microsoft.com/office/drawing/2014/main" id="{70A466E0-AD73-4F3A-9B78-5C1BB1238B16}"/>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D52DFA4F-F49F-468D-B19A-F0D9ACACF902}"/>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E222DC4C-FD9F-4495-B0EA-3E6F1E35596A}"/>
              </a:ext>
            </a:extLst>
          </p:cNvPr>
          <p:cNvSpPr>
            <a:spLocks noGrp="1"/>
          </p:cNvSpPr>
          <p:nvPr>
            <p:ph type="title"/>
            <p:custDataLst>
              <p:tags r:id="rId3"/>
            </p:custDataLst>
          </p:nvPr>
        </p:nvSpPr>
        <p:spPr>
          <a:xfrm>
            <a:off x="554736" y="4580468"/>
            <a:ext cx="11082528" cy="677108"/>
          </a:xfrm>
        </p:spPr>
        <p:txBody>
          <a:bodyPr anchor="b">
            <a:noAutofit/>
          </a:bodyPr>
          <a:lstStyle>
            <a:lvl1pPr>
              <a:lnSpc>
                <a:spcPct val="93000"/>
              </a:lnSpc>
              <a:defRPr sz="4400"/>
            </a:lvl1pPr>
          </a:lstStyle>
          <a:p>
            <a:r>
              <a:rPr lang="en-US"/>
              <a:t>Click to edit Master title style</a:t>
            </a:r>
          </a:p>
        </p:txBody>
      </p:sp>
      <p:sp>
        <p:nvSpPr>
          <p:cNvPr id="8" name="Slide Number">
            <a:extLst>
              <a:ext uri="{FF2B5EF4-FFF2-40B4-BE49-F238E27FC236}">
                <a16:creationId xmlns:a16="http://schemas.microsoft.com/office/drawing/2014/main" id="{9AC4B822-CA6B-4F05-8715-F74C6D5D34B1}"/>
              </a:ext>
            </a:extLst>
          </p:cNvPr>
          <p:cNvSpPr>
            <a:spLocks noChangeArrowheads="1"/>
          </p:cNvSpPr>
          <p:nvPr userDrawn="1">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376B40D-309A-4442-81B2-638CDEBB2F7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54D7CBA4-82F6-465D-A903-99498223AB1A}"/>
              </a:ext>
            </a:extLst>
          </p:cNvPr>
          <p:cNvSpPr>
            <a:spLocks noGrp="1"/>
          </p:cNvSpPr>
          <p:nvPr>
            <p:ph type="body" sz="quarter" idx="17" hasCustomPrompt="1"/>
            <p:custDataLst>
              <p:tags r:id="rId6"/>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77501537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rast Quote">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65A42E5-8A95-48CC-91A7-EC09BEF8D283}"/>
              </a:ext>
            </a:extLst>
          </p:cNvPr>
          <p:cNvGraphicFramePr>
            <a:graphicFrameLocks noChangeAspect="1"/>
          </p:cNvGraphicFramePr>
          <p:nvPr userDrawn="1">
            <p:custDataLst>
              <p:tags r:id="rId1"/>
            </p:custDataLst>
            <p:extLst>
              <p:ext uri="{D42A27DB-BD31-4B8C-83A1-F6EECF244321}">
                <p14:modId xmlns:p14="http://schemas.microsoft.com/office/powerpoint/2010/main" val="41813966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6" progId="TCLayout.ActiveDocument.1">
                  <p:embed/>
                </p:oleObj>
              </mc:Choice>
              <mc:Fallback>
                <p:oleObj name="think-cell Slide" r:id="rId9" imgW="473" imgH="476" progId="TCLayout.ActiveDocument.1">
                  <p:embed/>
                  <p:pic>
                    <p:nvPicPr>
                      <p:cNvPr id="3" name="Object 2" hidden="1">
                        <a:extLst>
                          <a:ext uri="{FF2B5EF4-FFF2-40B4-BE49-F238E27FC236}">
                            <a16:creationId xmlns:a16="http://schemas.microsoft.com/office/drawing/2014/main" id="{965A42E5-8A95-48CC-91A7-EC09BEF8D283}"/>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96343A1-B4C8-41A2-9540-F666771DD092}"/>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34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2. Slide Title">
            <a:extLst>
              <a:ext uri="{FF2B5EF4-FFF2-40B4-BE49-F238E27FC236}">
                <a16:creationId xmlns:a16="http://schemas.microsoft.com/office/drawing/2014/main" id="{FB296734-15F7-4BDF-BF7F-AD560B3E09D7}"/>
              </a:ext>
            </a:extLst>
          </p:cNvPr>
          <p:cNvSpPr>
            <a:spLocks noGrp="1"/>
          </p:cNvSpPr>
          <p:nvPr>
            <p:ph type="title" hasCustomPrompt="1"/>
            <p:custDataLst>
              <p:tags r:id="rId3"/>
            </p:custDataLst>
          </p:nvPr>
        </p:nvSpPr>
        <p:spPr>
          <a:xfrm>
            <a:off x="1505712" y="3592841"/>
            <a:ext cx="9180576" cy="486608"/>
          </a:xfrm>
          <a:prstGeom prst="rect">
            <a:avLst/>
          </a:prstGeom>
        </p:spPr>
        <p:txBody>
          <a:bodyPr>
            <a:spAutoFit/>
          </a:bodyPr>
          <a:lstStyle>
            <a:lvl1pPr>
              <a:lnSpc>
                <a:spcPct val="93000"/>
              </a:lnSpc>
              <a:defRPr sz="3400"/>
            </a:lvl1pPr>
          </a:lstStyle>
          <a:p>
            <a:r>
              <a:rPr lang="en-US"/>
              <a:t>“Click to add quote</a:t>
            </a:r>
          </a:p>
        </p:txBody>
      </p:sp>
      <p:sp>
        <p:nvSpPr>
          <p:cNvPr id="9" name="3. Subtitle">
            <a:extLst>
              <a:ext uri="{FF2B5EF4-FFF2-40B4-BE49-F238E27FC236}">
                <a16:creationId xmlns:a16="http://schemas.microsoft.com/office/drawing/2014/main" id="{F91EA195-0A6B-4141-BE0A-C29B8632D98B}"/>
              </a:ext>
            </a:extLst>
          </p:cNvPr>
          <p:cNvSpPr>
            <a:spLocks noGrp="1"/>
          </p:cNvSpPr>
          <p:nvPr>
            <p:ph type="subTitle" idx="1" hasCustomPrompt="1"/>
            <p:custDataLst>
              <p:tags r:id="rId4"/>
            </p:custDataLst>
          </p:nvPr>
        </p:nvSpPr>
        <p:spPr>
          <a:xfrm>
            <a:off x="1505712" y="4284630"/>
            <a:ext cx="9180576" cy="246221"/>
          </a:xfrm>
        </p:spPr>
        <p:txBody>
          <a:bodyPr wrap="square" anchor="t">
            <a:spAutoFit/>
          </a:bodyPr>
          <a:lstStyle>
            <a:lvl1pPr marL="0" indent="0" algn="l">
              <a:buNone/>
              <a:defRPr sz="16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quote source</a:t>
            </a:r>
          </a:p>
        </p:txBody>
      </p:sp>
      <p:sp>
        <p:nvSpPr>
          <p:cNvPr id="8" name="Slide Number">
            <a:extLst>
              <a:ext uri="{FF2B5EF4-FFF2-40B4-BE49-F238E27FC236}">
                <a16:creationId xmlns:a16="http://schemas.microsoft.com/office/drawing/2014/main" id="{9A085514-D1F6-4D77-A23F-C5C66C21AB2E}"/>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1" name="5. Source" hidden="1">
            <a:extLst>
              <a:ext uri="{FF2B5EF4-FFF2-40B4-BE49-F238E27FC236}">
                <a16:creationId xmlns:a16="http://schemas.microsoft.com/office/drawing/2014/main" id="{C5FBD0AF-1EDD-41EB-9A6E-173435ADFFE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3" name="1. On-page tracker">
            <a:extLst>
              <a:ext uri="{FF2B5EF4-FFF2-40B4-BE49-F238E27FC236}">
                <a16:creationId xmlns:a16="http://schemas.microsoft.com/office/drawing/2014/main" id="{F4C99502-105F-4A25-9FB4-3478945E9EF7}"/>
              </a:ext>
            </a:extLst>
          </p:cNvPr>
          <p:cNvSpPr>
            <a:spLocks noGrp="1"/>
          </p:cNvSpPr>
          <p:nvPr>
            <p:ph type="body" sz="quarter" idx="17" hasCustomPrompt="1"/>
            <p:custDataLst>
              <p:tags r:id="rId7"/>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31267882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Contrast 1/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3A3BA4A-22A3-4843-892F-E42C155B4288}"/>
              </a:ext>
            </a:extLst>
          </p:cNvPr>
          <p:cNvGraphicFramePr>
            <a:graphicFrameLocks noChangeAspect="1"/>
          </p:cNvGraphicFramePr>
          <p:nvPr userDrawn="1">
            <p:custDataLst>
              <p:tags r:id="rId1"/>
            </p:custDataLst>
            <p:extLst>
              <p:ext uri="{D42A27DB-BD31-4B8C-83A1-F6EECF244321}">
                <p14:modId xmlns:p14="http://schemas.microsoft.com/office/powerpoint/2010/main" val="42599482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C3A3BA4A-22A3-4843-892F-E42C155B4288}"/>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5BF2AED7-361B-4221-9AF6-77A108DA0C2B}"/>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3413760" y="0"/>
            <a:ext cx="8778240"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2. Slide Title">
            <a:extLst>
              <a:ext uri="{FF2B5EF4-FFF2-40B4-BE49-F238E27FC236}">
                <a16:creationId xmlns:a16="http://schemas.microsoft.com/office/drawing/2014/main" id="{7C125983-42A9-42F7-AA00-F56CD87B285E}"/>
              </a:ext>
            </a:extLst>
          </p:cNvPr>
          <p:cNvSpPr>
            <a:spLocks noGrp="1"/>
          </p:cNvSpPr>
          <p:nvPr>
            <p:ph type="title"/>
            <p:custDataLst>
              <p:tags r:id="rId6"/>
            </p:custDataLst>
          </p:nvPr>
        </p:nvSpPr>
        <p:spPr>
          <a:xfrm>
            <a:off x="554736" y="2744369"/>
            <a:ext cx="2514600" cy="769441"/>
          </a:xfrm>
        </p:spPr>
        <p:txBody>
          <a:bodyPr vert="horz" anchor="b">
            <a:noAutofit/>
          </a:bodyPr>
          <a:lstStyle>
            <a:lvl1pPr>
              <a:defRPr>
                <a:solidFill>
                  <a:schemeClr val="bg2"/>
                </a:solidFill>
              </a:defRPr>
            </a:lvl1pPr>
          </a:lstStyle>
          <a:p>
            <a:r>
              <a:rPr lang="en-US"/>
              <a:t>Click to edit Master title</a:t>
            </a:r>
          </a:p>
        </p:txBody>
      </p:sp>
      <p:sp>
        <p:nvSpPr>
          <p:cNvPr id="20" name="3. Subtitle">
            <a:extLst>
              <a:ext uri="{FF2B5EF4-FFF2-40B4-BE49-F238E27FC236}">
                <a16:creationId xmlns:a16="http://schemas.microsoft.com/office/drawing/2014/main" id="{9D41FF9F-DFB7-4DFF-B338-08A2CA649393}"/>
              </a:ext>
            </a:extLst>
          </p:cNvPr>
          <p:cNvSpPr>
            <a:spLocks noGrp="1"/>
          </p:cNvSpPr>
          <p:nvPr>
            <p:ph type="subTitle" idx="1"/>
            <p:custDataLst>
              <p:tags r:id="rId7"/>
            </p:custDataLst>
          </p:nvPr>
        </p:nvSpPr>
        <p:spPr>
          <a:xfrm>
            <a:off x="554736" y="3659644"/>
            <a:ext cx="2514600" cy="492443"/>
          </a:xfrm>
        </p:spPr>
        <p:txBody>
          <a:bodyPr wrap="square" anchor="t">
            <a:spAutoFit/>
          </a:bodyPr>
          <a:lstStyle>
            <a:lvl1pPr marL="0" indent="0" algn="l">
              <a:buNone/>
              <a:defRPr sz="16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21" name="5. Source" hidden="1">
            <a:extLst>
              <a:ext uri="{FF2B5EF4-FFF2-40B4-BE49-F238E27FC236}">
                <a16:creationId xmlns:a16="http://schemas.microsoft.com/office/drawing/2014/main" id="{064AC035-5239-45FF-8383-33CBCD30D33E}"/>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bg2"/>
                </a:solidFill>
              </a:rPr>
              <a:t>Source: …</a:t>
            </a:r>
          </a:p>
        </p:txBody>
      </p:sp>
      <p:sp>
        <p:nvSpPr>
          <p:cNvPr id="15" name="1. On-page tracker">
            <a:extLst>
              <a:ext uri="{FF2B5EF4-FFF2-40B4-BE49-F238E27FC236}">
                <a16:creationId xmlns:a16="http://schemas.microsoft.com/office/drawing/2014/main" id="{3DF66089-C2CC-4E6A-A7ED-0B333FCF2C47}"/>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9896470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Contrast 1/3">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6AD2A36-39D2-411F-97A0-A924098965AA}"/>
              </a:ext>
            </a:extLst>
          </p:cNvPr>
          <p:cNvGraphicFramePr>
            <a:graphicFrameLocks noChangeAspect="1"/>
          </p:cNvGraphicFramePr>
          <p:nvPr userDrawn="1">
            <p:custDataLst>
              <p:tags r:id="rId1"/>
            </p:custDataLst>
            <p:extLst>
              <p:ext uri="{D42A27DB-BD31-4B8C-83A1-F6EECF244321}">
                <p14:modId xmlns:p14="http://schemas.microsoft.com/office/powerpoint/2010/main" val="421037860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4" name="Object 3" hidden="1">
                        <a:extLst>
                          <a:ext uri="{FF2B5EF4-FFF2-40B4-BE49-F238E27FC236}">
                            <a16:creationId xmlns:a16="http://schemas.microsoft.com/office/drawing/2014/main" id="{D6AD2A36-39D2-411F-97A0-A924098965AA}"/>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4E67A342-8C8E-4A76-A2F2-1541645630AD}"/>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6" name="RectangleDark">
            <a:extLst>
              <a:ext uri="{FF2B5EF4-FFF2-40B4-BE49-F238E27FC236}">
                <a16:creationId xmlns:a16="http://schemas.microsoft.com/office/drawing/2014/main" id="{3FA229FA-A3E6-464F-8FAE-54175450EBEB}"/>
              </a:ext>
            </a:extLst>
          </p:cNvPr>
          <p:cNvSpPr/>
          <p:nvPr userDrawn="1">
            <p:custDataLst>
              <p:tags r:id="rId3"/>
            </p:custDataLst>
          </p:nvPr>
        </p:nvSpPr>
        <p:spPr bwMode="ltGray">
          <a:xfrm>
            <a:off x="4364736" y="0"/>
            <a:ext cx="782726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bg2"/>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20" name="2. Slide Title">
            <a:extLst>
              <a:ext uri="{FF2B5EF4-FFF2-40B4-BE49-F238E27FC236}">
                <a16:creationId xmlns:a16="http://schemas.microsoft.com/office/drawing/2014/main" id="{F2EA5A09-84EC-4368-8C76-0BEA141A4333}"/>
              </a:ext>
            </a:extLst>
          </p:cNvPr>
          <p:cNvSpPr>
            <a:spLocks noGrp="1"/>
          </p:cNvSpPr>
          <p:nvPr>
            <p:ph type="title"/>
            <p:custDataLst>
              <p:tags r:id="rId6"/>
            </p:custDataLst>
          </p:nvPr>
        </p:nvSpPr>
        <p:spPr>
          <a:xfrm>
            <a:off x="554736" y="2744369"/>
            <a:ext cx="3465576" cy="769441"/>
          </a:xfrm>
          <a:prstGeom prst="rect">
            <a:avLst/>
          </a:prstGeom>
        </p:spPr>
        <p:txBody>
          <a:bodyPr vert="horz" wrap="square" anchor="b">
            <a:noAutofit/>
          </a:bodyPr>
          <a:lstStyle>
            <a:lvl1pPr algn="l">
              <a:defRPr>
                <a:solidFill>
                  <a:schemeClr val="bg2"/>
                </a:solidFill>
              </a:defRPr>
            </a:lvl1pPr>
          </a:lstStyle>
          <a:p>
            <a:r>
              <a:rPr lang="en-US"/>
              <a:t>Click to edit Master title style</a:t>
            </a:r>
          </a:p>
        </p:txBody>
      </p:sp>
      <p:sp>
        <p:nvSpPr>
          <p:cNvPr id="21" name="3. Subtitle">
            <a:extLst>
              <a:ext uri="{FF2B5EF4-FFF2-40B4-BE49-F238E27FC236}">
                <a16:creationId xmlns:a16="http://schemas.microsoft.com/office/drawing/2014/main" id="{4BAE0A91-D3D3-4C9A-9F81-3C13D960A341}"/>
              </a:ext>
            </a:extLst>
          </p:cNvPr>
          <p:cNvSpPr>
            <a:spLocks noGrp="1"/>
          </p:cNvSpPr>
          <p:nvPr>
            <p:ph type="subTitle" idx="1"/>
            <p:custDataLst>
              <p:tags r:id="rId7"/>
            </p:custDataLst>
          </p:nvPr>
        </p:nvSpPr>
        <p:spPr>
          <a:xfrm>
            <a:off x="554735" y="3659644"/>
            <a:ext cx="3465575" cy="246221"/>
          </a:xfrm>
        </p:spPr>
        <p:txBody>
          <a:bodyPr wrap="square" anchor="t">
            <a:spAutoFit/>
          </a:bodyPr>
          <a:lstStyle>
            <a:lvl1pPr marL="0" indent="0" algn="l">
              <a:buNone/>
              <a:defRPr sz="1600" b="0">
                <a:solidFill>
                  <a:schemeClr val="bg2"/>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p>
        </p:txBody>
      </p:sp>
      <p:sp>
        <p:nvSpPr>
          <p:cNvPr id="15" name="5. Source" hidden="1">
            <a:extLst>
              <a:ext uri="{FF2B5EF4-FFF2-40B4-BE49-F238E27FC236}">
                <a16:creationId xmlns:a16="http://schemas.microsoft.com/office/drawing/2014/main" id="{6BA86AD8-0ECF-4EA8-B346-D8EA2716E80C}"/>
              </a:ext>
            </a:extLst>
          </p:cNvPr>
          <p:cNvSpPr txBox="1"/>
          <p:nvPr userDrawn="1">
            <p:custDataLst>
              <p:tags r:id="rId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bg2"/>
                </a:solidFill>
              </a:rPr>
              <a:t>Source: …</a:t>
            </a:r>
          </a:p>
        </p:txBody>
      </p:sp>
      <p:sp>
        <p:nvSpPr>
          <p:cNvPr id="19" name="1. On-page tracker">
            <a:extLst>
              <a:ext uri="{FF2B5EF4-FFF2-40B4-BE49-F238E27FC236}">
                <a16:creationId xmlns:a16="http://schemas.microsoft.com/office/drawing/2014/main" id="{EDC5E9D8-BFBA-409D-B6E5-65A580E73B61}"/>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201729424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Contrast 1/2">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65793B5E-3475-4FCD-8164-7A168B5C1B4B}"/>
              </a:ext>
            </a:extLst>
          </p:cNvPr>
          <p:cNvGraphicFramePr>
            <a:graphicFrameLocks noChangeAspect="1"/>
          </p:cNvGraphicFramePr>
          <p:nvPr userDrawn="1">
            <p:custDataLst>
              <p:tags r:id="rId1"/>
            </p:custDataLst>
            <p:extLst>
              <p:ext uri="{D42A27DB-BD31-4B8C-83A1-F6EECF244321}">
                <p14:modId xmlns:p14="http://schemas.microsoft.com/office/powerpoint/2010/main" val="20305355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65793B5E-3475-4FCD-8164-7A168B5C1B4B}"/>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D89D8F9-1075-4B52-8375-8D4A2673D845}"/>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6092952"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bg2"/>
                </a:solidFill>
              </a:rPr>
              <a:t>Source: …</a:t>
            </a:r>
          </a:p>
        </p:txBody>
      </p:sp>
      <p:sp>
        <p:nvSpPr>
          <p:cNvPr id="21" name="2. Slide Title">
            <a:extLst>
              <a:ext uri="{FF2B5EF4-FFF2-40B4-BE49-F238E27FC236}">
                <a16:creationId xmlns:a16="http://schemas.microsoft.com/office/drawing/2014/main" id="{DF67D7DC-1A5A-4301-93C0-59BCC9FE6A85}"/>
              </a:ext>
            </a:extLst>
          </p:cNvPr>
          <p:cNvSpPr>
            <a:spLocks noGrp="1"/>
          </p:cNvSpPr>
          <p:nvPr>
            <p:ph type="title"/>
            <p:custDataLst>
              <p:tags r:id="rId7"/>
            </p:custDataLst>
          </p:nvPr>
        </p:nvSpPr>
        <p:spPr>
          <a:xfrm>
            <a:off x="554736" y="182372"/>
            <a:ext cx="5065776" cy="731520"/>
          </a:xfrm>
        </p:spPr>
        <p:txBody>
          <a:bodyPr vert="horz"/>
          <a:lstStyle>
            <a:lvl1pPr>
              <a:defRPr>
                <a:solidFill>
                  <a:schemeClr val="tx2"/>
                </a:solidFill>
              </a:defRPr>
            </a:lvl1pPr>
          </a:lstStyle>
          <a:p>
            <a:r>
              <a:rPr lang="en-US"/>
              <a:t>Click to edit Master title style</a:t>
            </a:r>
          </a:p>
        </p:txBody>
      </p:sp>
      <p:sp>
        <p:nvSpPr>
          <p:cNvPr id="23" name="3. Subtitle">
            <a:extLst>
              <a:ext uri="{FF2B5EF4-FFF2-40B4-BE49-F238E27FC236}">
                <a16:creationId xmlns:a16="http://schemas.microsoft.com/office/drawing/2014/main" id="{08590DB3-FFB4-489D-B120-ADFDC12014DE}"/>
              </a:ext>
            </a:extLst>
          </p:cNvPr>
          <p:cNvSpPr>
            <a:spLocks noGrp="1"/>
          </p:cNvSpPr>
          <p:nvPr>
            <p:ph type="subTitle" idx="1"/>
            <p:custDataLst>
              <p:tags r:id="rId8"/>
            </p:custDataLst>
          </p:nvPr>
        </p:nvSpPr>
        <p:spPr>
          <a:xfrm>
            <a:off x="554736" y="903861"/>
            <a:ext cx="5065776" cy="246221"/>
          </a:xfrm>
        </p:spPr>
        <p:txBody>
          <a:bodyPr anchor="t" anchorCtr="0">
            <a:spAutoFit/>
          </a:bodyPr>
          <a:lstStyle>
            <a:lvl1pPr>
              <a:defRPr>
                <a:solidFill>
                  <a:schemeClr val="tx2"/>
                </a:solidFill>
              </a:defRPr>
            </a:lvl1pPr>
          </a:lstStyle>
          <a:p>
            <a:r>
              <a:rPr lang="en-US" sz="1600"/>
              <a:t>Click to edit Master subtitle style</a:t>
            </a:r>
          </a:p>
        </p:txBody>
      </p:sp>
      <p:sp>
        <p:nvSpPr>
          <p:cNvPr id="24" name="1. On-page tracker">
            <a:extLst>
              <a:ext uri="{FF2B5EF4-FFF2-40B4-BE49-F238E27FC236}">
                <a16:creationId xmlns:a16="http://schemas.microsoft.com/office/drawing/2014/main" id="{CC3A7643-6C17-4DEC-88AD-F79B0F2E7A18}"/>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351856152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65214004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783031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bg2"/>
                </a:solidFill>
              </a:rPr>
              <a:t>Source: …</a:t>
            </a:r>
          </a:p>
        </p:txBody>
      </p:sp>
      <p:sp>
        <p:nvSpPr>
          <p:cNvPr id="21" name="2. Slide Title">
            <a:extLst>
              <a:ext uri="{FF2B5EF4-FFF2-40B4-BE49-F238E27FC236}">
                <a16:creationId xmlns:a16="http://schemas.microsoft.com/office/drawing/2014/main" id="{4A5E485D-7560-4AEC-8D55-C1425B9D1F47}"/>
              </a:ext>
            </a:extLst>
          </p:cNvPr>
          <p:cNvSpPr>
            <a:spLocks noGrp="1"/>
          </p:cNvSpPr>
          <p:nvPr>
            <p:ph type="title"/>
            <p:custDataLst>
              <p:tags r:id="rId7"/>
            </p:custDataLst>
          </p:nvPr>
        </p:nvSpPr>
        <p:spPr>
          <a:xfrm>
            <a:off x="554736" y="182372"/>
            <a:ext cx="6967728" cy="731520"/>
          </a:xfrm>
        </p:spPr>
        <p:txBody>
          <a:bodyPr vert="horz"/>
          <a:lstStyle>
            <a:lvl1pPr>
              <a:defRPr>
                <a:solidFill>
                  <a:schemeClr val="tx2"/>
                </a:solidFill>
              </a:defRPr>
            </a:lvl1pPr>
          </a:lstStyle>
          <a:p>
            <a:r>
              <a:rPr lang="en-US"/>
              <a:t>Click to edit Master title style</a:t>
            </a:r>
          </a:p>
        </p:txBody>
      </p:sp>
      <p:sp>
        <p:nvSpPr>
          <p:cNvPr id="22" name="3. Subtitle">
            <a:extLst>
              <a:ext uri="{FF2B5EF4-FFF2-40B4-BE49-F238E27FC236}">
                <a16:creationId xmlns:a16="http://schemas.microsoft.com/office/drawing/2014/main" id="{F1301516-07B7-4BE0-9669-E93BD5C22D18}"/>
              </a:ext>
            </a:extLst>
          </p:cNvPr>
          <p:cNvSpPr>
            <a:spLocks noGrp="1"/>
          </p:cNvSpPr>
          <p:nvPr>
            <p:ph type="subTitle" idx="1"/>
            <p:custDataLst>
              <p:tags r:id="rId8"/>
            </p:custDataLst>
          </p:nvPr>
        </p:nvSpPr>
        <p:spPr>
          <a:xfrm>
            <a:off x="554736" y="903861"/>
            <a:ext cx="6967728" cy="246221"/>
          </a:xfrm>
        </p:spPr>
        <p:txBody>
          <a:bodyPr anchor="t" anchorCtr="0">
            <a:spAutoFit/>
          </a:bodyPr>
          <a:lstStyle>
            <a:lvl1pPr>
              <a:defRPr>
                <a:solidFill>
                  <a:schemeClr val="tx2"/>
                </a:solidFill>
              </a:defRPr>
            </a:lvl1pPr>
          </a:lstStyle>
          <a:p>
            <a:r>
              <a:rPr lang="en-US" sz="1600"/>
              <a:t>Click to edit Master subtitle style</a:t>
            </a:r>
          </a:p>
        </p:txBody>
      </p:sp>
      <p:sp>
        <p:nvSpPr>
          <p:cNvPr id="15" name="1. On-page tracker">
            <a:extLst>
              <a:ext uri="{FF2B5EF4-FFF2-40B4-BE49-F238E27FC236}">
                <a16:creationId xmlns:a16="http://schemas.microsoft.com/office/drawing/2014/main" id="{D374A786-7E98-4488-A29B-98B4E357E7B8}"/>
              </a:ext>
            </a:extLst>
          </p:cNvPr>
          <p:cNvSpPr>
            <a:spLocks noGrp="1"/>
          </p:cNvSpPr>
          <p:nvPr>
            <p:ph type="body" sz="quarter" idx="18" hasCustomPrompt="1"/>
            <p:custDataLst>
              <p:tags r:id="rId9"/>
            </p:custDataLst>
          </p:nvPr>
        </p:nvSpPr>
        <p:spPr>
          <a:xfrm>
            <a:off x="8170322" y="78768"/>
            <a:ext cx="3466942" cy="123111"/>
          </a:xfrm>
        </p:spPr>
        <p:txBody>
          <a:bodyPr wrap="square"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14385532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3B19533A-7C36-4239-BCB1-336E4EF4EA93}"/>
              </a:ext>
            </a:extLst>
          </p:cNvPr>
          <p:cNvGraphicFramePr>
            <a:graphicFrameLocks noChangeAspect="1"/>
          </p:cNvGraphicFramePr>
          <p:nvPr userDrawn="1">
            <p:custDataLst>
              <p:tags r:id="rId1"/>
            </p:custDataLst>
            <p:extLst>
              <p:ext uri="{D42A27DB-BD31-4B8C-83A1-F6EECF244321}">
                <p14:modId xmlns:p14="http://schemas.microsoft.com/office/powerpoint/2010/main" val="10170600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3" name="Object 2" hidden="1">
                        <a:extLst>
                          <a:ext uri="{FF2B5EF4-FFF2-40B4-BE49-F238E27FC236}">
                            <a16:creationId xmlns:a16="http://schemas.microsoft.com/office/drawing/2014/main" id="{3B19533A-7C36-4239-BCB1-336E4EF4EA93}"/>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78F94EA0-F844-4358-BAB1-09AA056D6AC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500" b="1" i="0" u="none" strike="noStrike" kern="1200" cap="none" spc="0" normalizeH="0" baseline="0" noProof="0" err="1">
              <a:ln>
                <a:noFill/>
              </a:ln>
              <a:solidFill>
                <a:srgbClr val="051C2C"/>
              </a:solidFill>
              <a:effectLst/>
              <a:uLnTx/>
              <a:uFillTx/>
              <a:latin typeface="Georgia" panose="02040502050405020303" pitchFamily="18" charset="0"/>
              <a:ea typeface="+mj-ea"/>
              <a:cs typeface="+mj-cs"/>
              <a:sym typeface="Georgia" panose="02040502050405020303" pitchFamily="18" charset="0"/>
            </a:endParaRPr>
          </a:p>
        </p:txBody>
      </p:sp>
      <p:sp>
        <p:nvSpPr>
          <p:cNvPr id="22" name="RectangleLight">
            <a:extLst>
              <a:ext uri="{FF2B5EF4-FFF2-40B4-BE49-F238E27FC236}">
                <a16:creationId xmlns:a16="http://schemas.microsoft.com/office/drawing/2014/main" id="{65BA59B8-E166-40EF-A08B-73C27149A153}"/>
              </a:ext>
            </a:extLst>
          </p:cNvPr>
          <p:cNvSpPr/>
          <p:nvPr userDrawn="1">
            <p:custDataLst>
              <p:tags r:id="rId3"/>
            </p:custDataLst>
          </p:nvPr>
        </p:nvSpPr>
        <p:spPr bwMode="ltGray">
          <a:xfrm>
            <a:off x="8781416"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0F0F0"/>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
        <p:nvSpPr>
          <p:cNvPr id="21" name="2. Slide Title">
            <a:extLst>
              <a:ext uri="{FF2B5EF4-FFF2-40B4-BE49-F238E27FC236}">
                <a16:creationId xmlns:a16="http://schemas.microsoft.com/office/drawing/2014/main" id="{7387EF73-467A-4B89-B365-A62C8CF7BE39}"/>
              </a:ext>
            </a:extLst>
          </p:cNvPr>
          <p:cNvSpPr>
            <a:spLocks noGrp="1"/>
          </p:cNvSpPr>
          <p:nvPr>
            <p:ph type="title"/>
            <p:custDataLst>
              <p:tags r:id="rId7"/>
            </p:custDataLst>
          </p:nvPr>
        </p:nvSpPr>
        <p:spPr>
          <a:xfrm>
            <a:off x="554736" y="182372"/>
            <a:ext cx="7918704" cy="731520"/>
          </a:xfrm>
        </p:spPr>
        <p:txBody>
          <a:bodyPr vert="horz"/>
          <a:lstStyle>
            <a:lvl1pPr>
              <a:defRPr>
                <a:solidFill>
                  <a:schemeClr val="tx2"/>
                </a:solidFill>
              </a:defRPr>
            </a:lvl1pPr>
          </a:lstStyle>
          <a:p>
            <a:r>
              <a:rPr lang="en-US"/>
              <a:t>Click to edit Master title style</a:t>
            </a:r>
          </a:p>
        </p:txBody>
      </p:sp>
      <p:sp>
        <p:nvSpPr>
          <p:cNvPr id="27" name="3. Subtitle">
            <a:extLst>
              <a:ext uri="{FF2B5EF4-FFF2-40B4-BE49-F238E27FC236}">
                <a16:creationId xmlns:a16="http://schemas.microsoft.com/office/drawing/2014/main" id="{274629CD-1AB4-49FA-9F53-76F3C2EB06BF}"/>
              </a:ext>
            </a:extLst>
          </p:cNvPr>
          <p:cNvSpPr>
            <a:spLocks noGrp="1"/>
          </p:cNvSpPr>
          <p:nvPr>
            <p:ph type="subTitle" idx="1"/>
            <p:custDataLst>
              <p:tags r:id="rId8"/>
            </p:custDataLst>
          </p:nvPr>
        </p:nvSpPr>
        <p:spPr>
          <a:xfrm>
            <a:off x="554736" y="903861"/>
            <a:ext cx="7918704" cy="246221"/>
          </a:xfrm>
        </p:spPr>
        <p:txBody>
          <a:bodyPr anchor="t" anchorCtr="0">
            <a:spAutoFit/>
          </a:bodyPr>
          <a:lstStyle>
            <a:lvl1pPr>
              <a:defRPr>
                <a:solidFill>
                  <a:schemeClr val="tx2"/>
                </a:solidFill>
              </a:defRPr>
            </a:lvl1pPr>
          </a:lstStyle>
          <a:p>
            <a:r>
              <a:rPr lang="en-US" sz="1600"/>
              <a:t>Click to edit Master subtitle style</a:t>
            </a:r>
          </a:p>
        </p:txBody>
      </p:sp>
      <p:sp>
        <p:nvSpPr>
          <p:cNvPr id="28" name="1. On-page tracker">
            <a:extLst>
              <a:ext uri="{FF2B5EF4-FFF2-40B4-BE49-F238E27FC236}">
                <a16:creationId xmlns:a16="http://schemas.microsoft.com/office/drawing/2014/main" id="{DF5FDB83-729E-495E-B061-EB75DD93AD7B}"/>
              </a:ext>
            </a:extLst>
          </p:cNvPr>
          <p:cNvSpPr>
            <a:spLocks noGrp="1"/>
          </p:cNvSpPr>
          <p:nvPr>
            <p:ph type="body" sz="quarter" idx="17" hasCustomPrompt="1"/>
            <p:custDataLst>
              <p:tags r:id="rId9"/>
            </p:custDataLst>
          </p:nvPr>
        </p:nvSpPr>
        <p:spPr>
          <a:xfrm>
            <a:off x="9116813" y="78768"/>
            <a:ext cx="2520451" cy="123111"/>
          </a:xfrm>
        </p:spPr>
        <p:txBody>
          <a:bodyPr wrap="square" anchor="ctr" anchorCtr="0">
            <a:spAutoFit/>
          </a:bodyPr>
          <a:lstStyle>
            <a:lvl1pPr algn="r">
              <a:defRPr sz="800">
                <a:latin typeface="+mn-lt"/>
              </a:defRPr>
            </a:lvl1pPr>
          </a:lstStyle>
          <a:p>
            <a:pPr lvl="0"/>
            <a:r>
              <a:rPr lang="en-US"/>
              <a:t>Chapter › Topic</a:t>
            </a:r>
          </a:p>
        </p:txBody>
      </p:sp>
    </p:spTree>
    <p:extLst>
      <p:ext uri="{BB962C8B-B14F-4D97-AF65-F5344CB8AC3E}">
        <p14:creationId xmlns:p14="http://schemas.microsoft.com/office/powerpoint/2010/main" val="18687019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Reverse Contrast 1/2">
    <p:bg>
      <p:bgPr>
        <a:solidFill>
          <a:schemeClr val="tx1"/>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DB8ACA33-401E-43F4-A170-DD6C5D984D07}"/>
              </a:ext>
            </a:extLst>
          </p:cNvPr>
          <p:cNvGraphicFramePr>
            <a:graphicFrameLocks noChangeAspect="1"/>
          </p:cNvGraphicFramePr>
          <p:nvPr userDrawn="1">
            <p:custDataLst>
              <p:tags r:id="rId1"/>
            </p:custDataLst>
            <p:extLst>
              <p:ext uri="{D42A27DB-BD31-4B8C-83A1-F6EECF244321}">
                <p14:modId xmlns:p14="http://schemas.microsoft.com/office/powerpoint/2010/main" val="189180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73" imgH="473" progId="TCLayout.ActiveDocument.1">
                  <p:embed/>
                </p:oleObj>
              </mc:Choice>
              <mc:Fallback>
                <p:oleObj name="think-cell Slide" r:id="rId11" imgW="473" imgH="473" progId="TCLayout.ActiveDocument.1">
                  <p:embed/>
                  <p:pic>
                    <p:nvPicPr>
                      <p:cNvPr id="4" name="Object 3" hidden="1">
                        <a:extLst>
                          <a:ext uri="{FF2B5EF4-FFF2-40B4-BE49-F238E27FC236}">
                            <a16:creationId xmlns:a16="http://schemas.microsoft.com/office/drawing/2014/main" id="{DB8ACA33-401E-43F4-A170-DD6C5D984D07}"/>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34231008-BBCB-47D1-91D5-881CAE172F74}"/>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0" y="0"/>
            <a:ext cx="609904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2"/>
                </a:solidFill>
                <a:latin typeface="+mn-lt"/>
                <a:ea typeface="+mn-ea"/>
                <a:cs typeface="Arial" panose="020B0604020202020204" pitchFamily="34" charset="0"/>
              </a:rPr>
              <a:t>McKinsey &amp; Company</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9" name="5. Source" hidden="1">
            <a:extLst>
              <a:ext uri="{FF2B5EF4-FFF2-40B4-BE49-F238E27FC236}">
                <a16:creationId xmlns:a16="http://schemas.microsoft.com/office/drawing/2014/main" id="{4F4B7457-0497-46CF-9E9B-69EB8E74CC15}"/>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tx1"/>
                </a:solidFill>
              </a:rPr>
              <a:t>Source: …</a:t>
            </a:r>
          </a:p>
        </p:txBody>
      </p:sp>
      <p:sp>
        <p:nvSpPr>
          <p:cNvPr id="16" name="2. Slide Title">
            <a:extLst>
              <a:ext uri="{FF2B5EF4-FFF2-40B4-BE49-F238E27FC236}">
                <a16:creationId xmlns:a16="http://schemas.microsoft.com/office/drawing/2014/main" id="{A6572372-0AB1-4E81-BB71-21DAADA26CB0}"/>
              </a:ext>
            </a:extLst>
          </p:cNvPr>
          <p:cNvSpPr>
            <a:spLocks noGrp="1"/>
          </p:cNvSpPr>
          <p:nvPr>
            <p:ph type="title"/>
            <p:custDataLst>
              <p:tags r:id="rId7"/>
            </p:custDataLst>
          </p:nvPr>
        </p:nvSpPr>
        <p:spPr>
          <a:xfrm>
            <a:off x="554736" y="182372"/>
            <a:ext cx="5065776" cy="731520"/>
          </a:xfrm>
        </p:spPr>
        <p:txBody>
          <a:bodyPr vert="horz"/>
          <a:lstStyle>
            <a:lvl1pPr>
              <a:defRPr>
                <a:solidFill>
                  <a:schemeClr val="tx1"/>
                </a:solidFill>
              </a:defRPr>
            </a:lvl1pPr>
          </a:lstStyle>
          <a:p>
            <a:r>
              <a:rPr lang="en-US"/>
              <a:t>Click to edit Master title style</a:t>
            </a:r>
          </a:p>
        </p:txBody>
      </p:sp>
      <p:sp>
        <p:nvSpPr>
          <p:cNvPr id="21" name="3. Subtitle">
            <a:extLst>
              <a:ext uri="{FF2B5EF4-FFF2-40B4-BE49-F238E27FC236}">
                <a16:creationId xmlns:a16="http://schemas.microsoft.com/office/drawing/2014/main" id="{ECA9DF7A-E368-4E06-81DB-9573DB7F92EA}"/>
              </a:ext>
            </a:extLst>
          </p:cNvPr>
          <p:cNvSpPr>
            <a:spLocks noGrp="1"/>
          </p:cNvSpPr>
          <p:nvPr>
            <p:ph type="subTitle" idx="1"/>
            <p:custDataLst>
              <p:tags r:id="rId8"/>
            </p:custDataLst>
          </p:nvPr>
        </p:nvSpPr>
        <p:spPr>
          <a:xfrm>
            <a:off x="554736" y="903861"/>
            <a:ext cx="5065776" cy="246221"/>
          </a:xfrm>
        </p:spPr>
        <p:txBody>
          <a:bodyPr anchor="t" anchorCtr="0">
            <a:spAutoFit/>
          </a:bodyPr>
          <a:lstStyle>
            <a:lvl1pPr>
              <a:defRPr>
                <a:solidFill>
                  <a:schemeClr val="tx1"/>
                </a:solidFill>
              </a:defRPr>
            </a:lvl1pPr>
          </a:lstStyle>
          <a:p>
            <a:r>
              <a:rPr lang="en-US" sz="1600"/>
              <a:t>Click to edit Master subtitle style</a:t>
            </a:r>
          </a:p>
        </p:txBody>
      </p:sp>
      <p:sp>
        <p:nvSpPr>
          <p:cNvPr id="24" name="1. On-page tracker">
            <a:extLst>
              <a:ext uri="{FF2B5EF4-FFF2-40B4-BE49-F238E27FC236}">
                <a16:creationId xmlns:a16="http://schemas.microsoft.com/office/drawing/2014/main" id="{0343DE71-74EF-4CF3-AB14-F26D42418051}"/>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solidFill>
                  <a:schemeClr val="tx2"/>
                </a:solidFill>
                <a:latin typeface="+mn-lt"/>
              </a:defRPr>
            </a:lvl1pPr>
          </a:lstStyle>
          <a:p>
            <a:pPr lvl="0"/>
            <a:r>
              <a:rPr lang="en-US"/>
              <a:t>Chapter › Topic</a:t>
            </a:r>
          </a:p>
        </p:txBody>
      </p:sp>
    </p:spTree>
    <p:extLst>
      <p:ext uri="{BB962C8B-B14F-4D97-AF65-F5344CB8AC3E}">
        <p14:creationId xmlns:p14="http://schemas.microsoft.com/office/powerpoint/2010/main" val="27837923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Reverse Contrast 2/3">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5277506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5702" y="0"/>
            <a:ext cx="4361688"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2"/>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tx1"/>
                </a:solidFill>
              </a:rPr>
              <a:t>Source: …</a:t>
            </a:r>
          </a:p>
        </p:txBody>
      </p:sp>
      <p:sp>
        <p:nvSpPr>
          <p:cNvPr id="21" name="2. Slide Title">
            <a:extLst>
              <a:ext uri="{FF2B5EF4-FFF2-40B4-BE49-F238E27FC236}">
                <a16:creationId xmlns:a16="http://schemas.microsoft.com/office/drawing/2014/main" id="{61BAB226-116B-4061-AAA6-FA0B19E0A17E}"/>
              </a:ext>
            </a:extLst>
          </p:cNvPr>
          <p:cNvSpPr>
            <a:spLocks noGrp="1"/>
          </p:cNvSpPr>
          <p:nvPr>
            <p:ph type="title"/>
            <p:custDataLst>
              <p:tags r:id="rId7"/>
            </p:custDataLst>
          </p:nvPr>
        </p:nvSpPr>
        <p:spPr>
          <a:xfrm>
            <a:off x="554736" y="2743200"/>
            <a:ext cx="3465576" cy="770400"/>
          </a:xfrm>
        </p:spPr>
        <p:txBody>
          <a:bodyPr vert="horz"/>
          <a:lstStyle>
            <a:lvl1pPr>
              <a:defRPr>
                <a:solidFill>
                  <a:schemeClr val="tx1"/>
                </a:solidFill>
              </a:defRPr>
            </a:lvl1pPr>
          </a:lstStyle>
          <a:p>
            <a:r>
              <a:rPr lang="en-US"/>
              <a:t>Click to edit Master title style</a:t>
            </a:r>
          </a:p>
        </p:txBody>
      </p:sp>
      <p:sp>
        <p:nvSpPr>
          <p:cNvPr id="22" name="3. Subtitle">
            <a:extLst>
              <a:ext uri="{FF2B5EF4-FFF2-40B4-BE49-F238E27FC236}">
                <a16:creationId xmlns:a16="http://schemas.microsoft.com/office/drawing/2014/main" id="{901EC9FA-65C7-4AC6-A9AC-B43BD4264291}"/>
              </a:ext>
            </a:extLst>
          </p:cNvPr>
          <p:cNvSpPr>
            <a:spLocks noGrp="1"/>
          </p:cNvSpPr>
          <p:nvPr>
            <p:ph type="subTitle" idx="1"/>
            <p:custDataLst>
              <p:tags r:id="rId8"/>
            </p:custDataLst>
          </p:nvPr>
        </p:nvSpPr>
        <p:spPr>
          <a:xfrm>
            <a:off x="554736" y="3661200"/>
            <a:ext cx="3465576" cy="244800"/>
          </a:xfrm>
        </p:spPr>
        <p:txBody>
          <a:bodyPr anchor="t" anchorCtr="0">
            <a:spAutoFit/>
          </a:bodyPr>
          <a:lstStyle>
            <a:lvl1pPr>
              <a:defRPr>
                <a:solidFill>
                  <a:schemeClr val="tx1"/>
                </a:solidFill>
              </a:defRPr>
            </a:lvl1pPr>
          </a:lstStyle>
          <a:p>
            <a:r>
              <a:rPr lang="en-US" sz="1600"/>
              <a:t>Click to edit Master subtitle style</a:t>
            </a:r>
          </a:p>
        </p:txBody>
      </p:sp>
      <p:sp>
        <p:nvSpPr>
          <p:cNvPr id="23" name="1. On-page tracker">
            <a:extLst>
              <a:ext uri="{FF2B5EF4-FFF2-40B4-BE49-F238E27FC236}">
                <a16:creationId xmlns:a16="http://schemas.microsoft.com/office/drawing/2014/main" id="{A75CDD39-93AC-4160-B69B-06F75E5A85A6}"/>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solidFill>
                  <a:schemeClr val="tx2"/>
                </a:solidFill>
                <a:latin typeface="+mn-lt"/>
              </a:defRPr>
            </a:lvl1pPr>
          </a:lstStyle>
          <a:p>
            <a:pPr lvl="0"/>
            <a:r>
              <a:rPr lang="en-US"/>
              <a:t>Chapter › Topic</a:t>
            </a:r>
          </a:p>
        </p:txBody>
      </p:sp>
    </p:spTree>
    <p:extLst>
      <p:ext uri="{BB962C8B-B14F-4D97-AF65-F5344CB8AC3E}">
        <p14:creationId xmlns:p14="http://schemas.microsoft.com/office/powerpoint/2010/main" val="28794959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Reverse Contrast 3/4">
    <p:bg>
      <p:bgPr>
        <a:solidFill>
          <a:schemeClr val="tx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FCB55F70-6D9A-415C-82BE-CBDB3A3541E6}"/>
              </a:ext>
            </a:extLst>
          </p:cNvPr>
          <p:cNvGraphicFramePr>
            <a:graphicFrameLocks noChangeAspect="1"/>
          </p:cNvGraphicFramePr>
          <p:nvPr userDrawn="1">
            <p:custDataLst>
              <p:tags r:id="rId1"/>
            </p:custDataLst>
            <p:extLst>
              <p:ext uri="{D42A27DB-BD31-4B8C-83A1-F6EECF244321}">
                <p14:modId xmlns:p14="http://schemas.microsoft.com/office/powerpoint/2010/main" val="347135059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413" imgH="416" progId="TCLayout.ActiveDocument.1">
                  <p:embed/>
                </p:oleObj>
              </mc:Choice>
              <mc:Fallback>
                <p:oleObj name="think-cell Slide" r:id="rId11" imgW="413" imgH="416" progId="TCLayout.ActiveDocument.1">
                  <p:embed/>
                  <p:pic>
                    <p:nvPicPr>
                      <p:cNvPr id="3" name="Object 2" hidden="1">
                        <a:extLst>
                          <a:ext uri="{FF2B5EF4-FFF2-40B4-BE49-F238E27FC236}">
                            <a16:creationId xmlns:a16="http://schemas.microsoft.com/office/drawing/2014/main" id="{FCB55F70-6D9A-415C-82BE-CBDB3A3541E6}"/>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7F893DE-55B2-4BF3-87B6-545011BEFD97}"/>
              </a:ext>
            </a:extLst>
          </p:cNvPr>
          <p:cNvSpPr/>
          <p:nvPr userDrawn="1">
            <p:custDataLst>
              <p:tags r:id="rId2"/>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7" name="RectangleDark">
            <a:extLst>
              <a:ext uri="{FF2B5EF4-FFF2-40B4-BE49-F238E27FC236}">
                <a16:creationId xmlns:a16="http://schemas.microsoft.com/office/drawing/2014/main" id="{2365F90A-9CD8-40EE-93CD-2729135A9569}"/>
              </a:ext>
            </a:extLst>
          </p:cNvPr>
          <p:cNvSpPr/>
          <p:nvPr userDrawn="1">
            <p:custDataLst>
              <p:tags r:id="rId3"/>
            </p:custDataLst>
          </p:nvPr>
        </p:nvSpPr>
        <p:spPr bwMode="ltGray">
          <a:xfrm>
            <a:off x="-5702" y="0"/>
            <a:ext cx="3410584" cy="6858000"/>
          </a:xfrm>
          <a:prstGeom prst="rect">
            <a:avLst/>
          </a:prstGeom>
          <a:solidFill>
            <a:schemeClr val="bg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rgbClr val="F0F0F0"/>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userDrawn="1">
            <p:custDataLst>
              <p:tags r:id="rId4"/>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2"/>
                </a:solidFill>
                <a:latin typeface="+mn-lt"/>
                <a:ea typeface="+mn-ea"/>
                <a:cs typeface="Arial" panose="020B0604020202020204" pitchFamily="34" charset="0"/>
              </a:rPr>
              <a:t>McKinsey &amp; Company</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2"/>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2"/>
              </a:solidFill>
              <a:latin typeface="+mn-lt"/>
              <a:ea typeface="+mn-ea"/>
              <a:cs typeface="Arial" panose="020B0604020202020204" pitchFamily="34" charset="0"/>
            </a:endParaRPr>
          </a:p>
        </p:txBody>
      </p:sp>
      <p:sp>
        <p:nvSpPr>
          <p:cNvPr id="18" name="5. Source" hidden="1">
            <a:extLst>
              <a:ext uri="{FF2B5EF4-FFF2-40B4-BE49-F238E27FC236}">
                <a16:creationId xmlns:a16="http://schemas.microsoft.com/office/drawing/2014/main" id="{143701BF-655B-4E75-9AF7-14445CDB19BD}"/>
              </a:ext>
            </a:extLst>
          </p:cNvPr>
          <p:cNvSpPr txBox="1"/>
          <p:nvPr userDrawn="1">
            <p:custDataLst>
              <p:tags r:id="rId6"/>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solidFill>
                  <a:schemeClr val="tx1"/>
                </a:solidFill>
              </a:rPr>
              <a:t>Source: …</a:t>
            </a:r>
          </a:p>
        </p:txBody>
      </p:sp>
      <p:sp>
        <p:nvSpPr>
          <p:cNvPr id="24" name="2. Slide Title">
            <a:extLst>
              <a:ext uri="{FF2B5EF4-FFF2-40B4-BE49-F238E27FC236}">
                <a16:creationId xmlns:a16="http://schemas.microsoft.com/office/drawing/2014/main" id="{931FDB32-E5DC-4F7F-A1B1-FB3CC830903E}"/>
              </a:ext>
            </a:extLst>
          </p:cNvPr>
          <p:cNvSpPr>
            <a:spLocks noGrp="1"/>
          </p:cNvSpPr>
          <p:nvPr>
            <p:ph type="title" hasCustomPrompt="1"/>
            <p:custDataLst>
              <p:tags r:id="rId7"/>
            </p:custDataLst>
          </p:nvPr>
        </p:nvSpPr>
        <p:spPr>
          <a:xfrm>
            <a:off x="554736" y="2743200"/>
            <a:ext cx="2514600" cy="770400"/>
          </a:xfrm>
        </p:spPr>
        <p:txBody>
          <a:bodyPr vert="horz"/>
          <a:lstStyle>
            <a:lvl1pPr>
              <a:defRPr>
                <a:solidFill>
                  <a:schemeClr val="tx1"/>
                </a:solidFill>
              </a:defRPr>
            </a:lvl1pPr>
          </a:lstStyle>
          <a:p>
            <a:r>
              <a:rPr lang="en-US"/>
              <a:t>Click to edit title style</a:t>
            </a:r>
          </a:p>
        </p:txBody>
      </p:sp>
      <p:sp>
        <p:nvSpPr>
          <p:cNvPr id="25" name="3. Subtitle">
            <a:extLst>
              <a:ext uri="{FF2B5EF4-FFF2-40B4-BE49-F238E27FC236}">
                <a16:creationId xmlns:a16="http://schemas.microsoft.com/office/drawing/2014/main" id="{04057707-3F89-441E-A13E-6FCB40A78D50}"/>
              </a:ext>
            </a:extLst>
          </p:cNvPr>
          <p:cNvSpPr>
            <a:spLocks noGrp="1"/>
          </p:cNvSpPr>
          <p:nvPr>
            <p:ph type="subTitle" idx="1" hasCustomPrompt="1"/>
            <p:custDataLst>
              <p:tags r:id="rId8"/>
            </p:custDataLst>
          </p:nvPr>
        </p:nvSpPr>
        <p:spPr>
          <a:xfrm>
            <a:off x="554736" y="3661200"/>
            <a:ext cx="2514600" cy="246221"/>
          </a:xfrm>
        </p:spPr>
        <p:txBody>
          <a:bodyPr anchor="t" anchorCtr="0">
            <a:spAutoFit/>
          </a:bodyPr>
          <a:lstStyle>
            <a:lvl1pPr>
              <a:defRPr>
                <a:solidFill>
                  <a:schemeClr val="tx1"/>
                </a:solidFill>
              </a:defRPr>
            </a:lvl1pPr>
          </a:lstStyle>
          <a:p>
            <a:r>
              <a:rPr lang="en-US" sz="1600"/>
              <a:t>Click to edit subtitle style</a:t>
            </a:r>
          </a:p>
        </p:txBody>
      </p:sp>
      <p:sp>
        <p:nvSpPr>
          <p:cNvPr id="26" name="1. On-page tracker">
            <a:extLst>
              <a:ext uri="{FF2B5EF4-FFF2-40B4-BE49-F238E27FC236}">
                <a16:creationId xmlns:a16="http://schemas.microsoft.com/office/drawing/2014/main" id="{95F50EB6-435E-4A8C-B188-9BE2198DB2B9}"/>
              </a:ext>
            </a:extLst>
          </p:cNvPr>
          <p:cNvSpPr>
            <a:spLocks noGrp="1"/>
          </p:cNvSpPr>
          <p:nvPr>
            <p:ph type="body" sz="quarter" idx="17" hasCustomPrompt="1"/>
            <p:custDataLst>
              <p:tags r:id="rId9"/>
            </p:custDataLst>
          </p:nvPr>
        </p:nvSpPr>
        <p:spPr>
          <a:xfrm>
            <a:off x="7156704" y="78768"/>
            <a:ext cx="4480560" cy="123111"/>
          </a:xfrm>
        </p:spPr>
        <p:txBody>
          <a:bodyPr anchor="ctr" anchorCtr="0">
            <a:spAutoFit/>
          </a:bodyPr>
          <a:lstStyle>
            <a:lvl1pPr algn="r">
              <a:defRPr sz="800">
                <a:solidFill>
                  <a:schemeClr val="tx2"/>
                </a:solidFill>
                <a:latin typeface="+mn-lt"/>
              </a:defRPr>
            </a:lvl1pPr>
          </a:lstStyle>
          <a:p>
            <a:pPr lvl="0"/>
            <a:r>
              <a:rPr lang="en-US"/>
              <a:t>Chapter › Topic</a:t>
            </a:r>
          </a:p>
        </p:txBody>
      </p:sp>
    </p:spTree>
    <p:extLst>
      <p:ext uri="{BB962C8B-B14F-4D97-AF65-F5344CB8AC3E}">
        <p14:creationId xmlns:p14="http://schemas.microsoft.com/office/powerpoint/2010/main" val="13798855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Contrast 3-line">
    <p:spTree>
      <p:nvGrpSpPr>
        <p:cNvPr id="1" name=""/>
        <p:cNvGrpSpPr/>
        <p:nvPr/>
      </p:nvGrpSpPr>
      <p:grpSpPr>
        <a:xfrm>
          <a:off x="0" y="0"/>
          <a:ext cx="0" cy="0"/>
          <a:chOff x="0" y="0"/>
          <a:chExt cx="0" cy="0"/>
        </a:xfrm>
      </p:grpSpPr>
      <p:sp>
        <p:nvSpPr>
          <p:cNvPr id="14" name="SlideLogoText">
            <a:extLst>
              <a:ext uri="{FF2B5EF4-FFF2-40B4-BE49-F238E27FC236}">
                <a16:creationId xmlns:a16="http://schemas.microsoft.com/office/drawing/2014/main" id="{B789CE62-716F-47B1-B8FE-60436A1FA5A7}"/>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5" name="Slide Number">
            <a:extLst>
              <a:ext uri="{FF2B5EF4-FFF2-40B4-BE49-F238E27FC236}">
                <a16:creationId xmlns:a16="http://schemas.microsoft.com/office/drawing/2014/main" id="{0AA537C7-2883-43C1-848C-3A4E9645077F}"/>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4" name="2. Slide Title">
            <a:extLst>
              <a:ext uri="{FF2B5EF4-FFF2-40B4-BE49-F238E27FC236}">
                <a16:creationId xmlns:a16="http://schemas.microsoft.com/office/drawing/2014/main" id="{6C3D89FC-A4B9-4683-B64F-B0644150274F}"/>
              </a:ext>
            </a:extLst>
          </p:cNvPr>
          <p:cNvSpPr>
            <a:spLocks noGrp="1"/>
          </p:cNvSpPr>
          <p:nvPr>
            <p:ph type="title"/>
            <p:custDataLst>
              <p:tags r:id="rId3"/>
            </p:custDataLst>
          </p:nvPr>
        </p:nvSpPr>
        <p:spPr>
          <a:xfrm>
            <a:off x="554736" y="175171"/>
            <a:ext cx="11082528" cy="989512"/>
          </a:xfrm>
        </p:spPr>
        <p:txBody>
          <a:bodyPr>
            <a:noAutofit/>
          </a:bodyPr>
          <a:lstStyle>
            <a:lvl1pPr>
              <a:defRPr/>
            </a:lvl1pPr>
          </a:lstStyle>
          <a:p>
            <a:r>
              <a:rPr lang="en-US"/>
              <a:t>Click to edit Master title style</a:t>
            </a:r>
          </a:p>
        </p:txBody>
      </p:sp>
      <p:sp>
        <p:nvSpPr>
          <p:cNvPr id="10" name="5. Source" hidden="1">
            <a:extLst>
              <a:ext uri="{FF2B5EF4-FFF2-40B4-BE49-F238E27FC236}">
                <a16:creationId xmlns:a16="http://schemas.microsoft.com/office/drawing/2014/main" id="{67B1A162-B59D-4B89-B39B-FBDD9E751175}"/>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9" name="1. On-page tracker">
            <a:extLst>
              <a:ext uri="{FF2B5EF4-FFF2-40B4-BE49-F238E27FC236}">
                <a16:creationId xmlns:a16="http://schemas.microsoft.com/office/drawing/2014/main" id="{4511BB28-C86B-4C18-B1A3-EF33CF458B8E}"/>
              </a:ext>
            </a:extLst>
          </p:cNvPr>
          <p:cNvSpPr>
            <a:spLocks noGrp="1"/>
          </p:cNvSpPr>
          <p:nvPr>
            <p:ph type="body" sz="quarter" idx="17" hasCustomPrompt="1"/>
            <p:custDataLst>
              <p:tags r:id="rId5"/>
            </p:custDataLst>
          </p:nvPr>
        </p:nvSpPr>
        <p:spPr>
          <a:xfrm>
            <a:off x="7156704" y="78768"/>
            <a:ext cx="4480560" cy="123111"/>
          </a:xfrm>
        </p:spPr>
        <p:txBody>
          <a:bodyPr anchor="ctr" anchorCtr="0">
            <a:spAutoFit/>
          </a:bodyPr>
          <a:lstStyle>
            <a:lvl1pPr algn="r">
              <a:defRPr sz="800">
                <a:solidFill>
                  <a:schemeClr val="tx1"/>
                </a:solidFill>
                <a:latin typeface="+mn-lt"/>
              </a:defRPr>
            </a:lvl1pPr>
          </a:lstStyle>
          <a:p>
            <a:pPr lvl="0"/>
            <a:r>
              <a:rPr lang="en-US"/>
              <a:t>Chapter › Topic</a:t>
            </a:r>
          </a:p>
        </p:txBody>
      </p:sp>
    </p:spTree>
    <p:extLst>
      <p:ext uri="{BB962C8B-B14F-4D97-AF65-F5344CB8AC3E}">
        <p14:creationId xmlns:p14="http://schemas.microsoft.com/office/powerpoint/2010/main" val="15464079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ntrast Custom">
    <p:spTree>
      <p:nvGrpSpPr>
        <p:cNvPr id="1" name=""/>
        <p:cNvGrpSpPr/>
        <p:nvPr/>
      </p:nvGrpSpPr>
      <p:grpSpPr>
        <a:xfrm>
          <a:off x="0" y="0"/>
          <a:ext cx="0" cy="0"/>
          <a:chOff x="0" y="0"/>
          <a:chExt cx="0" cy="0"/>
        </a:xfrm>
      </p:grpSpPr>
      <p:sp>
        <p:nvSpPr>
          <p:cNvPr id="4" name="SlideLogoText">
            <a:extLst>
              <a:ext uri="{FF2B5EF4-FFF2-40B4-BE49-F238E27FC236}">
                <a16:creationId xmlns:a16="http://schemas.microsoft.com/office/drawing/2014/main" id="{2F705A80-1DB0-43C3-A71A-9587E6BCC3AD}"/>
              </a:ext>
            </a:extLst>
          </p:cNvPr>
          <p:cNvSpPr txBox="1"/>
          <p:nvPr userDrawn="1">
            <p:custDataLst>
              <p:tags r:id="rId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5" name="Slide Number">
            <a:extLst>
              <a:ext uri="{FF2B5EF4-FFF2-40B4-BE49-F238E27FC236}">
                <a16:creationId xmlns:a16="http://schemas.microsoft.com/office/drawing/2014/main" id="{4833D5AF-2A75-4978-AA54-00BA594BBA72}"/>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48684DB6-320C-4E95-A29C-791B412C8164}"/>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7" name="1. On-page tracker">
            <a:extLst>
              <a:ext uri="{FF2B5EF4-FFF2-40B4-BE49-F238E27FC236}">
                <a16:creationId xmlns:a16="http://schemas.microsoft.com/office/drawing/2014/main" id="{AD9436C5-E5F5-42BD-9013-D04449180E92}"/>
              </a:ext>
            </a:extLst>
          </p:cNvPr>
          <p:cNvSpPr>
            <a:spLocks noGrp="1"/>
          </p:cNvSpPr>
          <p:nvPr>
            <p:ph type="body" sz="quarter" idx="17" hasCustomPrompt="1"/>
            <p:custDataLst>
              <p:tags r:id="rId4"/>
            </p:custDataLst>
          </p:nvPr>
        </p:nvSpPr>
        <p:spPr>
          <a:xfrm>
            <a:off x="7156704" y="78768"/>
            <a:ext cx="4480560" cy="123111"/>
          </a:xfrm>
        </p:spPr>
        <p:txBody>
          <a:bodyPr anchor="ctr" anchorCtr="0">
            <a:spAutoFit/>
          </a:bodyPr>
          <a:lstStyle>
            <a:lvl1pPr algn="r">
              <a:defRPr sz="800">
                <a:solidFill>
                  <a:schemeClr val="tx1"/>
                </a:solidFill>
                <a:latin typeface="+mn-lt"/>
              </a:defRPr>
            </a:lvl1pPr>
          </a:lstStyle>
          <a:p>
            <a:pPr lvl="0"/>
            <a:r>
              <a:rPr lang="en-US"/>
              <a:t>Chapter › Topic</a:t>
            </a:r>
          </a:p>
        </p:txBody>
      </p:sp>
    </p:spTree>
    <p:extLst>
      <p:ext uri="{BB962C8B-B14F-4D97-AF65-F5344CB8AC3E}">
        <p14:creationId xmlns:p14="http://schemas.microsoft.com/office/powerpoint/2010/main" val="31964906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ntrast End">
    <p:bg>
      <p:bgPr>
        <a:solidFill>
          <a:srgbClr val="FFFFFF"/>
        </a:solidFill>
        <a:effectLst/>
      </p:bgPr>
    </p:bg>
    <p:spTree>
      <p:nvGrpSpPr>
        <p:cNvPr id="1" name=""/>
        <p:cNvGrpSpPr/>
        <p:nvPr/>
      </p:nvGrpSpPr>
      <p:grpSpPr>
        <a:xfrm>
          <a:off x="0" y="0"/>
          <a:ext cx="0" cy="0"/>
          <a:chOff x="0" y="0"/>
          <a:chExt cx="0" cy="0"/>
        </a:xfrm>
      </p:grpSpPr>
      <p:pic>
        <p:nvPicPr>
          <p:cNvPr id="7" name="Background">
            <a:extLst>
              <a:ext uri="{FF2B5EF4-FFF2-40B4-BE49-F238E27FC236}">
                <a16:creationId xmlns:a16="http://schemas.microsoft.com/office/drawing/2014/main" id="{CA123D5B-74B8-F064-78F4-0D9EDB033343}"/>
              </a:ext>
            </a:extLst>
          </p:cNvPr>
          <p:cNvPicPr>
            <a:picLocks noChangeAspect="1"/>
          </p:cNvPicPr>
          <p:nvPr userDrawn="1">
            <p:custDataLst>
              <p:tags r:id="rId1"/>
            </p:custDataLst>
          </p:nvPr>
        </p:nvPicPr>
        <p:blipFill>
          <a:blip r:embed="rId6"/>
          <a:stretch>
            <a:fillRect/>
          </a:stretch>
        </p:blipFill>
        <p:spPr>
          <a:xfrm>
            <a:off x="0" y="0"/>
            <a:ext cx="12192000" cy="6858000"/>
          </a:xfrm>
          <a:prstGeom prst="rect">
            <a:avLst/>
          </a:prstGeom>
        </p:spPr>
      </p:pic>
      <p:pic>
        <p:nvPicPr>
          <p:cNvPr id="4" name="Partnership">
            <a:extLst>
              <a:ext uri="{FF2B5EF4-FFF2-40B4-BE49-F238E27FC236}">
                <a16:creationId xmlns:a16="http://schemas.microsoft.com/office/drawing/2014/main" id="{62BD8777-62CB-D677-D858-25EAEF1734E7}"/>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graphicFrame>
        <p:nvGraphicFramePr>
          <p:cNvPr id="2" name="Object 1" hidden="1">
            <a:extLst>
              <a:ext uri="{FF2B5EF4-FFF2-40B4-BE49-F238E27FC236}">
                <a16:creationId xmlns:a16="http://schemas.microsoft.com/office/drawing/2014/main" id="{D491B0EE-37B4-4A8C-9C8F-48909747EA09}"/>
              </a:ext>
            </a:extLst>
          </p:cNvPr>
          <p:cNvGraphicFramePr>
            <a:graphicFrameLocks noChangeAspect="1"/>
          </p:cNvGraphicFramePr>
          <p:nvPr userDrawn="1">
            <p:custDataLst>
              <p:tags r:id="rId2"/>
            </p:custDataLst>
            <p:extLst>
              <p:ext uri="{D42A27DB-BD31-4B8C-83A1-F6EECF244321}">
                <p14:modId xmlns:p14="http://schemas.microsoft.com/office/powerpoint/2010/main" val="184226302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44" imgH="344" progId="TCLayout.ActiveDocument.1">
                  <p:embed/>
                </p:oleObj>
              </mc:Choice>
              <mc:Fallback>
                <p:oleObj name="think-cell Slide" r:id="rId8" imgW="344" imgH="344" progId="TCLayout.ActiveDocument.1">
                  <p:embed/>
                  <p:pic>
                    <p:nvPicPr>
                      <p:cNvPr id="2" name="Object 1" hidden="1">
                        <a:extLst>
                          <a:ext uri="{FF2B5EF4-FFF2-40B4-BE49-F238E27FC236}">
                            <a16:creationId xmlns:a16="http://schemas.microsoft.com/office/drawing/2014/main" id="{D491B0EE-37B4-4A8C-9C8F-48909747EA09}"/>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grpSp>
        <p:nvGrpSpPr>
          <p:cNvPr id="13" name="logoimage">
            <a:extLst>
              <a:ext uri="{FF2B5EF4-FFF2-40B4-BE49-F238E27FC236}">
                <a16:creationId xmlns:a16="http://schemas.microsoft.com/office/drawing/2014/main" id="{AD0997EF-FD61-992F-A8FF-31AE0FC310F2}"/>
              </a:ext>
            </a:extLst>
          </p:cNvPr>
          <p:cNvGrpSpPr/>
          <p:nvPr userDrawn="1">
            <p:custDataLst>
              <p:tags r:id="rId3"/>
            </p:custDataLst>
          </p:nvPr>
        </p:nvGrpSpPr>
        <p:grpSpPr>
          <a:xfrm>
            <a:off x="549271" y="481161"/>
            <a:ext cx="1893202" cy="585216"/>
            <a:chOff x="549271" y="481161"/>
            <a:chExt cx="1893202" cy="585216"/>
          </a:xfrm>
        </p:grpSpPr>
        <p:sp>
          <p:nvSpPr>
            <p:cNvPr id="8" name="AutoShape 3">
              <a:extLst>
                <a:ext uri="{FF2B5EF4-FFF2-40B4-BE49-F238E27FC236}">
                  <a16:creationId xmlns:a16="http://schemas.microsoft.com/office/drawing/2014/main" id="{FD120780-E7D0-42EA-AB5A-363335299EBE}"/>
                </a:ext>
              </a:extLst>
            </p:cNvPr>
            <p:cNvSpPr>
              <a:spLocks noChangeAspect="1" noChangeArrowheads="1" noTextEdit="1"/>
            </p:cNvSpPr>
            <p:nvPr userDrawn="1"/>
          </p:nvSpPr>
          <p:spPr bwMode="black">
            <a:xfrm>
              <a:off x="549271" y="481161"/>
              <a:ext cx="1893202"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9" name="Freeform 5">
              <a:extLst>
                <a:ext uri="{FF2B5EF4-FFF2-40B4-BE49-F238E27FC236}">
                  <a16:creationId xmlns:a16="http://schemas.microsoft.com/office/drawing/2014/main" id="{A9C60168-96E8-4CC3-91EC-B2F7F57959D9}"/>
                </a:ext>
              </a:extLst>
            </p:cNvPr>
            <p:cNvSpPr>
              <a:spLocks noEditPoints="1"/>
            </p:cNvSpPr>
            <p:nvPr userDrawn="1"/>
          </p:nvSpPr>
          <p:spPr bwMode="black">
            <a:xfrm>
              <a:off x="549271" y="481408"/>
              <a:ext cx="1893202"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FFFFFF"/>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10" name="5. Source" hidden="1">
            <a:extLst>
              <a:ext uri="{FF2B5EF4-FFF2-40B4-BE49-F238E27FC236}">
                <a16:creationId xmlns:a16="http://schemas.microsoft.com/office/drawing/2014/main" id="{EED9D83D-9CC3-45F3-876D-CC42BC0B70E0}"/>
              </a:ext>
            </a:extLst>
          </p:cNvPr>
          <p:cNvSpPr txBox="1"/>
          <p:nvPr userDrawn="1">
            <p:custDataLst>
              <p:tags r:id="rId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38970500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FFFFFF"/>
        </a:solidFill>
        <a:effectLst/>
      </p:bgPr>
    </p:bg>
    <p:spTree>
      <p:nvGrpSpPr>
        <p:cNvPr id="1" name=""/>
        <p:cNvGrpSpPr/>
        <p:nvPr/>
      </p:nvGrpSpPr>
      <p:grpSpPr>
        <a:xfrm>
          <a:off x="0" y="0"/>
          <a:ext cx="0" cy="0"/>
          <a:chOff x="0" y="0"/>
          <a:chExt cx="0" cy="0"/>
        </a:xfrm>
      </p:grpSpPr>
      <p:pic>
        <p:nvPicPr>
          <p:cNvPr id="7" name="Partnership">
            <a:extLst>
              <a:ext uri="{FF2B5EF4-FFF2-40B4-BE49-F238E27FC236}">
                <a16:creationId xmlns:a16="http://schemas.microsoft.com/office/drawing/2014/main" id="{FA6DEAE1-4106-A607-D3A8-6176BEA6C883}"/>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0" y="0"/>
            <a:ext cx="12192000" cy="6858000"/>
          </a:xfrm>
          <a:prstGeom prst="rect">
            <a:avLst/>
          </a:prstGeom>
        </p:spPr>
      </p:pic>
      <p:graphicFrame>
        <p:nvGraphicFramePr>
          <p:cNvPr id="9" name="Object 8" hidden="1">
            <a:extLst>
              <a:ext uri="{FF2B5EF4-FFF2-40B4-BE49-F238E27FC236}">
                <a16:creationId xmlns:a16="http://schemas.microsoft.com/office/drawing/2014/main" id="{16EA533F-94AF-4D02-A54D-267AD6DA2E6D}"/>
              </a:ext>
            </a:extLst>
          </p:cNvPr>
          <p:cNvGraphicFramePr>
            <a:graphicFrameLocks noChangeAspect="1"/>
          </p:cNvGraphicFramePr>
          <p:nvPr userDrawn="1">
            <p:custDataLst>
              <p:tags r:id="rId1"/>
            </p:custDataLst>
            <p:extLst>
              <p:ext uri="{D42A27DB-BD31-4B8C-83A1-F6EECF244321}">
                <p14:modId xmlns:p14="http://schemas.microsoft.com/office/powerpoint/2010/main" val="11034748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 imgW="344" imgH="344" progId="TCLayout.ActiveDocument.1">
                  <p:embed/>
                </p:oleObj>
              </mc:Choice>
              <mc:Fallback>
                <p:oleObj name="think-cell Slide" r:id="rId11" imgW="344" imgH="344" progId="TCLayout.ActiveDocument.1">
                  <p:embed/>
                  <p:pic>
                    <p:nvPicPr>
                      <p:cNvPr id="9" name="Object 8" hidden="1">
                        <a:extLst>
                          <a:ext uri="{FF2B5EF4-FFF2-40B4-BE49-F238E27FC236}">
                            <a16:creationId xmlns:a16="http://schemas.microsoft.com/office/drawing/2014/main" id="{16EA533F-94AF-4D02-A54D-267AD6DA2E6D}"/>
                          </a:ext>
                        </a:extLst>
                      </p:cNvPr>
                      <p:cNvPicPr/>
                      <p:nvPr/>
                    </p:nvPicPr>
                    <p:blipFill>
                      <a:blip r:embed="rId12"/>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C54CE3BD-55D7-42CB-8D9D-17E2A0D74581}"/>
              </a:ext>
            </a:extLst>
          </p:cNvPr>
          <p:cNvSpPr/>
          <p:nvPr userDrawn="1">
            <p:custDataLst>
              <p:tags r:id="rId2"/>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4400" b="1" i="0" baseline="0" err="1">
              <a:solidFill>
                <a:schemeClr val="bg1"/>
              </a:solidFill>
              <a:latin typeface="Georgia" panose="02040502050405020303" pitchFamily="18" charset="0"/>
              <a:ea typeface="+mj-ea"/>
              <a:cs typeface="+mj-cs"/>
              <a:sym typeface="Georgia" panose="02040502050405020303" pitchFamily="18" charset="0"/>
            </a:endParaRPr>
          </a:p>
        </p:txBody>
      </p:sp>
      <p:grpSp>
        <p:nvGrpSpPr>
          <p:cNvPr id="10" name="logoimage">
            <a:extLst>
              <a:ext uri="{FF2B5EF4-FFF2-40B4-BE49-F238E27FC236}">
                <a16:creationId xmlns:a16="http://schemas.microsoft.com/office/drawing/2014/main" id="{3EC3ECCE-009B-80E4-30F8-80D0637A4980}"/>
              </a:ext>
            </a:extLst>
          </p:cNvPr>
          <p:cNvGrpSpPr/>
          <p:nvPr userDrawn="1">
            <p:custDataLst>
              <p:tags r:id="rId3"/>
            </p:custDataLst>
          </p:nvPr>
        </p:nvGrpSpPr>
        <p:grpSpPr>
          <a:xfrm>
            <a:off x="551942" y="481160"/>
            <a:ext cx="1893201" cy="585216"/>
            <a:chOff x="551942" y="481160"/>
            <a:chExt cx="1893201" cy="585216"/>
          </a:xfrm>
        </p:grpSpPr>
        <p:sp>
          <p:nvSpPr>
            <p:cNvPr id="5" name="AutoShape 3">
              <a:extLst>
                <a:ext uri="{FF2B5EF4-FFF2-40B4-BE49-F238E27FC236}">
                  <a16:creationId xmlns:a16="http://schemas.microsoft.com/office/drawing/2014/main" id="{1F430752-9F46-430E-93A8-58E8FAF85299}"/>
                </a:ext>
              </a:extLst>
            </p:cNvPr>
            <p:cNvSpPr>
              <a:spLocks noChangeAspect="1" noChangeArrowheads="1" noTextEdit="1"/>
            </p:cNvSpPr>
            <p:nvPr userDrawn="1"/>
          </p:nvSpPr>
          <p:spPr bwMode="black">
            <a:xfrm>
              <a:off x="551942"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6" name="Freeform 5">
              <a:extLst>
                <a:ext uri="{FF2B5EF4-FFF2-40B4-BE49-F238E27FC236}">
                  <a16:creationId xmlns:a16="http://schemas.microsoft.com/office/drawing/2014/main" id="{20C9A1A2-5968-4C0E-9E0B-C061BA0E7F39}"/>
                </a:ext>
              </a:extLst>
            </p:cNvPr>
            <p:cNvSpPr>
              <a:spLocks noEditPoints="1"/>
            </p:cNvSpPr>
            <p:nvPr userDrawn="1"/>
          </p:nvSpPr>
          <p:spPr bwMode="black">
            <a:xfrm>
              <a:off x="551942"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051C2C"/>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3" name="ClientLogo">
            <a:extLst>
              <a:ext uri="{FF2B5EF4-FFF2-40B4-BE49-F238E27FC236}">
                <a16:creationId xmlns:a16="http://schemas.microsoft.com/office/drawing/2014/main" id="{0D1A260D-45D1-4D8D-ACC4-246C7DD9AFAD}"/>
              </a:ext>
            </a:extLst>
          </p:cNvPr>
          <p:cNvSpPr>
            <a:spLocks noGrp="1"/>
          </p:cNvSpPr>
          <p:nvPr userDrawn="1">
            <p:ph type="pic" sz="quarter" idx="14" hasCustomPrompt="1"/>
            <p:custDataLst>
              <p:tags r:id="rId4"/>
            </p:custDataLst>
          </p:nvPr>
        </p:nvSpPr>
        <p:spPr>
          <a:xfrm>
            <a:off x="551942" y="4984025"/>
            <a:ext cx="1901952" cy="969264"/>
          </a:xfrm>
          <a:prstGeom prst="rect">
            <a:avLst/>
          </a:prstGeom>
        </p:spPr>
        <p:txBody>
          <a:bodyPr>
            <a:noAutofit/>
          </a:bodyPr>
          <a:lstStyle>
            <a:lvl1pPr algn="ctr">
              <a:defRPr sz="1200">
                <a:solidFill>
                  <a:schemeClr val="tx1"/>
                </a:solidFill>
              </a:defRPr>
            </a:lvl1pPr>
          </a:lstStyle>
          <a:p>
            <a:r>
              <a:rPr lang="en-US"/>
              <a:t>Client 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userDrawn="1">
            <p:ph type="body" sz="quarter" idx="13" hasCustomPrompt="1"/>
            <p:custDataLst>
              <p:tags r:id="rId5"/>
            </p:custDataLst>
          </p:nvPr>
        </p:nvSpPr>
        <p:spPr>
          <a:xfrm>
            <a:off x="554736" y="4510168"/>
            <a:ext cx="6016752" cy="215444"/>
          </a:xfrm>
          <a:prstGeom prst="rect">
            <a:avLst/>
          </a:prstGeom>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a:t>Edit date or title/role</a:t>
            </a:r>
          </a:p>
        </p:txBody>
      </p:sp>
      <p:sp>
        <p:nvSpPr>
          <p:cNvPr id="14" name="Subtitle">
            <a:extLst>
              <a:ext uri="{FF2B5EF4-FFF2-40B4-BE49-F238E27FC236}">
                <a16:creationId xmlns:a16="http://schemas.microsoft.com/office/drawing/2014/main" id="{BFC960F1-3A46-4C93-83F3-47AB2EB0D15E}"/>
              </a:ext>
            </a:extLst>
          </p:cNvPr>
          <p:cNvSpPr>
            <a:spLocks noGrp="1"/>
          </p:cNvSpPr>
          <p:nvPr userDrawn="1">
            <p:ph type="subTitle" idx="1"/>
            <p:custDataLst>
              <p:tags r:id="rId6"/>
            </p:custDataLst>
          </p:nvPr>
        </p:nvSpPr>
        <p:spPr>
          <a:xfrm>
            <a:off x="551942" y="4092559"/>
            <a:ext cx="6016752" cy="307777"/>
          </a:xfrm>
          <a:prstGeom prst="rect">
            <a:avLst/>
          </a:prstGeom>
        </p:spPr>
        <p:txBody>
          <a:bodyPr wrap="square">
            <a:sp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userDrawn="1">
            <p:ph type="title"/>
            <p:custDataLst>
              <p:tags r:id="rId7"/>
            </p:custDataLst>
          </p:nvPr>
        </p:nvSpPr>
        <p:spPr>
          <a:xfrm>
            <a:off x="551942" y="2049805"/>
            <a:ext cx="6016752" cy="1921708"/>
          </a:xfrm>
          <a:prstGeom prst="rect">
            <a:avLst/>
          </a:prstGeom>
        </p:spPr>
        <p:txBody>
          <a:bodyPr vert="horz" anchor="b">
            <a:normAutofit/>
          </a:bodyPr>
          <a:lstStyle>
            <a:lvl1pPr>
              <a:defRPr sz="4400" baseline="0">
                <a:ln w="6350" cap="flat">
                  <a:noFill/>
                  <a:miter lim="800000"/>
                </a:ln>
                <a:solidFill>
                  <a:schemeClr val="tx1"/>
                </a:solidFill>
              </a:defRPr>
            </a:lvl1pPr>
          </a:lstStyle>
          <a:p>
            <a:r>
              <a:rPr lang="en-US"/>
              <a:t>Click to edit Master title style</a:t>
            </a:r>
          </a:p>
        </p:txBody>
      </p:sp>
      <p:sp>
        <p:nvSpPr>
          <p:cNvPr id="19" name="Disclaimer-English (United States)">
            <a:extLst>
              <a:ext uri="{FF2B5EF4-FFF2-40B4-BE49-F238E27FC236}">
                <a16:creationId xmlns:a16="http://schemas.microsoft.com/office/drawing/2014/main" id="{FB7A54AC-E14F-4BA1-B48F-5284B039668B}"/>
              </a:ext>
            </a:extLst>
          </p:cNvPr>
          <p:cNvSpPr>
            <a:spLocks noChangeArrowheads="1"/>
          </p:cNvSpPr>
          <p:nvPr userDrawn="1">
            <p:custDataLst>
              <p:tags r:id="rId8"/>
            </p:custDataLst>
          </p:nvPr>
        </p:nvSpPr>
        <p:spPr bwMode="black">
          <a:xfrm>
            <a:off x="551942" y="6190488"/>
            <a:ext cx="3995928" cy="356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nchorCtr="0">
            <a:noAutofit/>
          </a:bodyPr>
          <a:lstStyle/>
          <a:p>
            <a:pPr defTabSz="804863" eaLnBrk="0" hangingPunct="0"/>
            <a:r>
              <a:rPr lang="en-US" sz="750">
                <a:solidFill>
                  <a:schemeClr val="tx1"/>
                </a:solidFill>
                <a:latin typeface="+mn-lt"/>
              </a:rPr>
              <a:t>CONFIDENTIAL AND PROPRIETARY | © 2026 McKinsey &amp; Company. </a:t>
            </a:r>
          </a:p>
          <a:p>
            <a:pPr defTabSz="804863" eaLnBrk="0" hangingPunct="0"/>
            <a:r>
              <a:rPr lang="en-US" sz="750">
                <a:solidFill>
                  <a:schemeClr val="tx1"/>
                </a:solidFill>
                <a:latin typeface="+mn-lt"/>
              </a:rPr>
              <a:t>This material is intended solely for your internal use and any use of this material without specific permission of McKinsey &amp; Company is strictly prohibited. All rights reserved.</a:t>
            </a:r>
          </a:p>
        </p:txBody>
      </p:sp>
    </p:spTree>
    <p:extLst>
      <p:ext uri="{BB962C8B-B14F-4D97-AF65-F5344CB8AC3E}">
        <p14:creationId xmlns:p14="http://schemas.microsoft.com/office/powerpoint/2010/main" val="377192239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p:spTree>
      <p:nvGrpSpPr>
        <p:cNvPr id="1" name=""/>
        <p:cNvGrpSpPr/>
        <p:nvPr/>
      </p:nvGrpSpPr>
      <p:grpSpPr>
        <a:xfrm>
          <a:off x="0" y="0"/>
          <a:ext cx="0" cy="0"/>
          <a:chOff x="0" y="0"/>
          <a:chExt cx="0" cy="0"/>
        </a:xfrm>
      </p:grpSpPr>
      <p:pic>
        <p:nvPicPr>
          <p:cNvPr id="3" name="Partnership">
            <a:extLst>
              <a:ext uri="{FF2B5EF4-FFF2-40B4-BE49-F238E27FC236}">
                <a16:creationId xmlns:a16="http://schemas.microsoft.com/office/drawing/2014/main" id="{DEF6F235-A4C4-242F-C416-A59B0202903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0" y="0"/>
            <a:ext cx="12192000" cy="6858000"/>
          </a:xfrm>
          <a:prstGeom prst="rect">
            <a:avLst/>
          </a:prstGeom>
        </p:spPr>
      </p:pic>
      <p:graphicFrame>
        <p:nvGraphicFramePr>
          <p:cNvPr id="4" name="Object 3" hidden="1">
            <a:extLst>
              <a:ext uri="{FF2B5EF4-FFF2-40B4-BE49-F238E27FC236}">
                <a16:creationId xmlns:a16="http://schemas.microsoft.com/office/drawing/2014/main" id="{832E4BA7-205B-4431-879A-B60A0FD6D20C}"/>
              </a:ext>
            </a:extLst>
          </p:cNvPr>
          <p:cNvGraphicFramePr>
            <a:graphicFrameLocks noChangeAspect="1"/>
          </p:cNvGraphicFramePr>
          <p:nvPr userDrawn="1">
            <p:custDataLst>
              <p:tags r:id="rId1"/>
            </p:custDataLst>
            <p:extLst>
              <p:ext uri="{D42A27DB-BD31-4B8C-83A1-F6EECF244321}">
                <p14:modId xmlns:p14="http://schemas.microsoft.com/office/powerpoint/2010/main" val="38778887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44" imgH="344" progId="TCLayout.ActiveDocument.1">
                  <p:embed/>
                </p:oleObj>
              </mc:Choice>
              <mc:Fallback>
                <p:oleObj name="think-cell Slide" r:id="rId6" imgW="344" imgH="344" progId="TCLayout.ActiveDocument.1">
                  <p:embed/>
                  <p:pic>
                    <p:nvPicPr>
                      <p:cNvPr id="4" name="Object 3" hidden="1">
                        <a:extLst>
                          <a:ext uri="{FF2B5EF4-FFF2-40B4-BE49-F238E27FC236}">
                            <a16:creationId xmlns:a16="http://schemas.microsoft.com/office/drawing/2014/main" id="{832E4BA7-205B-4431-879A-B60A0FD6D20C}"/>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6" name="logoimage">
            <a:extLst>
              <a:ext uri="{FF2B5EF4-FFF2-40B4-BE49-F238E27FC236}">
                <a16:creationId xmlns:a16="http://schemas.microsoft.com/office/drawing/2014/main" id="{2E9A829B-40A9-12BC-C3E1-3EFD2337A9DB}"/>
              </a:ext>
            </a:extLst>
          </p:cNvPr>
          <p:cNvGrpSpPr/>
          <p:nvPr userDrawn="1">
            <p:custDataLst>
              <p:tags r:id="rId2"/>
            </p:custDataLst>
          </p:nvPr>
        </p:nvGrpSpPr>
        <p:grpSpPr>
          <a:xfrm>
            <a:off x="549271" y="481160"/>
            <a:ext cx="1893201" cy="585216"/>
            <a:chOff x="549271" y="481160"/>
            <a:chExt cx="1893201" cy="585216"/>
          </a:xfrm>
        </p:grpSpPr>
        <p:sp>
          <p:nvSpPr>
            <p:cNvPr id="14" name="AutoShape 3">
              <a:extLst>
                <a:ext uri="{FF2B5EF4-FFF2-40B4-BE49-F238E27FC236}">
                  <a16:creationId xmlns:a16="http://schemas.microsoft.com/office/drawing/2014/main" id="{DD51008E-BD46-4558-BF00-CDD9F0CE18C6}"/>
                </a:ext>
              </a:extLst>
            </p:cNvPr>
            <p:cNvSpPr>
              <a:spLocks noChangeAspect="1" noChangeArrowheads="1" noTextEdit="1"/>
            </p:cNvSpPr>
            <p:nvPr userDrawn="1"/>
          </p:nvSpPr>
          <p:spPr bwMode="black">
            <a:xfrm>
              <a:off x="549271" y="481160"/>
              <a:ext cx="1893201" cy="585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sp>
          <p:nvSpPr>
            <p:cNvPr id="15" name="Freeform 5">
              <a:extLst>
                <a:ext uri="{FF2B5EF4-FFF2-40B4-BE49-F238E27FC236}">
                  <a16:creationId xmlns:a16="http://schemas.microsoft.com/office/drawing/2014/main" id="{FC37904A-905D-4FD7-8DD4-604C419D9AB5}"/>
                </a:ext>
              </a:extLst>
            </p:cNvPr>
            <p:cNvSpPr>
              <a:spLocks noEditPoints="1"/>
            </p:cNvSpPr>
            <p:nvPr userDrawn="1"/>
          </p:nvSpPr>
          <p:spPr bwMode="black">
            <a:xfrm>
              <a:off x="549271" y="481407"/>
              <a:ext cx="1893201" cy="584969"/>
            </a:xfrm>
            <a:custGeom>
              <a:avLst/>
              <a:gdLst>
                <a:gd name="T0" fmla="*/ 4209 w 15155"/>
                <a:gd name="T1" fmla="*/ 2986 h 4678"/>
                <a:gd name="T2" fmla="*/ 3707 w 15155"/>
                <a:gd name="T3" fmla="*/ 2422 h 4678"/>
                <a:gd name="T4" fmla="*/ 3712 w 15155"/>
                <a:gd name="T5" fmla="*/ 2340 h 4678"/>
                <a:gd name="T6" fmla="*/ 4724 w 15155"/>
                <a:gd name="T7" fmla="*/ 4124 h 4678"/>
                <a:gd name="T8" fmla="*/ 3330 w 15155"/>
                <a:gd name="T9" fmla="*/ 3521 h 4678"/>
                <a:gd name="T10" fmla="*/ 5673 w 15155"/>
                <a:gd name="T11" fmla="*/ 3002 h 4678"/>
                <a:gd name="T12" fmla="*/ 6627 w 15155"/>
                <a:gd name="T13" fmla="*/ 2408 h 4678"/>
                <a:gd name="T14" fmla="*/ 6279 w 15155"/>
                <a:gd name="T15" fmla="*/ 4007 h 4678"/>
                <a:gd name="T16" fmla="*/ 10270 w 15155"/>
                <a:gd name="T17" fmla="*/ 3073 h 4678"/>
                <a:gd name="T18" fmla="*/ 10801 w 15155"/>
                <a:gd name="T19" fmla="*/ 4678 h 4678"/>
                <a:gd name="T20" fmla="*/ 11466 w 15155"/>
                <a:gd name="T21" fmla="*/ 3537 h 4678"/>
                <a:gd name="T22" fmla="*/ 10602 w 15155"/>
                <a:gd name="T23" fmla="*/ 3405 h 4678"/>
                <a:gd name="T24" fmla="*/ 14762 w 15155"/>
                <a:gd name="T25" fmla="*/ 3073 h 4678"/>
                <a:gd name="T26" fmla="*/ 14505 w 15155"/>
                <a:gd name="T27" fmla="*/ 2986 h 4678"/>
                <a:gd name="T28" fmla="*/ 14145 w 15155"/>
                <a:gd name="T29" fmla="*/ 4620 h 4678"/>
                <a:gd name="T30" fmla="*/ 15155 w 15155"/>
                <a:gd name="T31" fmla="*/ 2986 h 4678"/>
                <a:gd name="T32" fmla="*/ 10231 w 15155"/>
                <a:gd name="T33" fmla="*/ 4037 h 4678"/>
                <a:gd name="T34" fmla="*/ 9005 w 15155"/>
                <a:gd name="T35" fmla="*/ 2961 h 4678"/>
                <a:gd name="T36" fmla="*/ 8378 w 15155"/>
                <a:gd name="T37" fmla="*/ 3194 h 4678"/>
                <a:gd name="T38" fmla="*/ 8775 w 15155"/>
                <a:gd name="T39" fmla="*/ 4037 h 4678"/>
                <a:gd name="T40" fmla="*/ 9107 w 15155"/>
                <a:gd name="T41" fmla="*/ 3916 h 4678"/>
                <a:gd name="T42" fmla="*/ 9439 w 15155"/>
                <a:gd name="T43" fmla="*/ 4037 h 4678"/>
                <a:gd name="T44" fmla="*/ 9712 w 15155"/>
                <a:gd name="T45" fmla="*/ 4037 h 4678"/>
                <a:gd name="T46" fmla="*/ 7962 w 15155"/>
                <a:gd name="T47" fmla="*/ 3741 h 4678"/>
                <a:gd name="T48" fmla="*/ 7962 w 15155"/>
                <a:gd name="T49" fmla="*/ 3741 h 4678"/>
                <a:gd name="T50" fmla="*/ 12654 w 15155"/>
                <a:gd name="T51" fmla="*/ 2986 h 4678"/>
                <a:gd name="T52" fmla="*/ 12586 w 15155"/>
                <a:gd name="T53" fmla="*/ 4036 h 4678"/>
                <a:gd name="T54" fmla="*/ 11780 w 15155"/>
                <a:gd name="T55" fmla="*/ 3367 h 4678"/>
                <a:gd name="T56" fmla="*/ 11871 w 15155"/>
                <a:gd name="T57" fmla="*/ 4146 h 4678"/>
                <a:gd name="T58" fmla="*/ 13060 w 15155"/>
                <a:gd name="T59" fmla="*/ 3917 h 4678"/>
                <a:gd name="T60" fmla="*/ 13423 w 15155"/>
                <a:gd name="T61" fmla="*/ 4037 h 4678"/>
                <a:gd name="T62" fmla="*/ 12250 w 15155"/>
                <a:gd name="T63" fmla="*/ 3787 h 4678"/>
                <a:gd name="T64" fmla="*/ 12250 w 15155"/>
                <a:gd name="T65" fmla="*/ 3787 h 4678"/>
                <a:gd name="T66" fmla="*/ 8758 w 15155"/>
                <a:gd name="T67" fmla="*/ 1080 h 4678"/>
                <a:gd name="T68" fmla="*/ 8559 w 15155"/>
                <a:gd name="T69" fmla="*/ 1013 h 4678"/>
                <a:gd name="T70" fmla="*/ 9105 w 15155"/>
                <a:gd name="T71" fmla="*/ 2310 h 4678"/>
                <a:gd name="T72" fmla="*/ 9553 w 15155"/>
                <a:gd name="T73" fmla="*/ 626 h 4678"/>
                <a:gd name="T74" fmla="*/ 9293 w 15155"/>
                <a:gd name="T75" fmla="*/ 713 h 4678"/>
                <a:gd name="T76" fmla="*/ 8947 w 15155"/>
                <a:gd name="T77" fmla="*/ 843 h 4678"/>
                <a:gd name="T78" fmla="*/ 5105 w 15155"/>
                <a:gd name="T79" fmla="*/ 349 h 4678"/>
                <a:gd name="T80" fmla="*/ 3793 w 15155"/>
                <a:gd name="T81" fmla="*/ 882 h 4678"/>
                <a:gd name="T82" fmla="*/ 5848 w 15155"/>
                <a:gd name="T83" fmla="*/ 981 h 4678"/>
                <a:gd name="T84" fmla="*/ 6211 w 15155"/>
                <a:gd name="T85" fmla="*/ 1763 h 4678"/>
                <a:gd name="T86" fmla="*/ 6296 w 15155"/>
                <a:gd name="T87" fmla="*/ 601 h 4678"/>
                <a:gd name="T88" fmla="*/ 5638 w 15155"/>
                <a:gd name="T89" fmla="*/ 833 h 4678"/>
                <a:gd name="T90" fmla="*/ 4836 w 15155"/>
                <a:gd name="T91" fmla="*/ 625 h 4678"/>
                <a:gd name="T92" fmla="*/ 4778 w 15155"/>
                <a:gd name="T93" fmla="*/ 1676 h 4678"/>
                <a:gd name="T94" fmla="*/ 4692 w 15155"/>
                <a:gd name="T95" fmla="*/ 0 h 4678"/>
                <a:gd name="T96" fmla="*/ 3614 w 15155"/>
                <a:gd name="T97" fmla="*/ 221 h 4678"/>
                <a:gd name="T98" fmla="*/ 3236 w 15155"/>
                <a:gd name="T99" fmla="*/ 88 h 4678"/>
                <a:gd name="T100" fmla="*/ 3836 w 15155"/>
                <a:gd name="T101" fmla="*/ 1763 h 4678"/>
                <a:gd name="T102" fmla="*/ 7219 w 15155"/>
                <a:gd name="T103" fmla="*/ 683 h 4678"/>
                <a:gd name="T104" fmla="*/ 7226 w 15155"/>
                <a:gd name="T105" fmla="*/ 598 h 4678"/>
                <a:gd name="T106" fmla="*/ 6952 w 15155"/>
                <a:gd name="T107" fmla="*/ 1361 h 4678"/>
                <a:gd name="T108" fmla="*/ 7720 w 15155"/>
                <a:gd name="T109" fmla="*/ 1446 h 4678"/>
                <a:gd name="T110" fmla="*/ 3049 w 15155"/>
                <a:gd name="T111" fmla="*/ 753 h 4678"/>
                <a:gd name="T112" fmla="*/ 2703 w 15155"/>
                <a:gd name="T113" fmla="*/ 1584 h 4678"/>
                <a:gd name="T114" fmla="*/ 87 w 15155"/>
                <a:gd name="T115" fmla="*/ 88 h 4678"/>
                <a:gd name="T116" fmla="*/ 549 w 15155"/>
                <a:gd name="T117" fmla="*/ 1763 h 4678"/>
                <a:gd name="T118" fmla="*/ 1609 w 15155"/>
                <a:gd name="T119" fmla="*/ 259 h 4678"/>
                <a:gd name="T120" fmla="*/ 2069 w 15155"/>
                <a:gd name="T121" fmla="*/ 1676 h 4678"/>
                <a:gd name="T122" fmla="*/ 2070 w 15155"/>
                <a:gd name="T123" fmla="*/ 0 h 46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155" h="4678">
                  <a:moveTo>
                    <a:pt x="4451" y="3751"/>
                  </a:moveTo>
                  <a:cubicBezTo>
                    <a:pt x="4549" y="3607"/>
                    <a:pt x="4604" y="3438"/>
                    <a:pt x="4609" y="3264"/>
                  </a:cubicBezTo>
                  <a:cubicBezTo>
                    <a:pt x="4611" y="3211"/>
                    <a:pt x="4732" y="3072"/>
                    <a:pt x="4766" y="3072"/>
                  </a:cubicBezTo>
                  <a:cubicBezTo>
                    <a:pt x="4834" y="3072"/>
                    <a:pt x="4834" y="3072"/>
                    <a:pt x="4834" y="3072"/>
                  </a:cubicBezTo>
                  <a:cubicBezTo>
                    <a:pt x="4834" y="2986"/>
                    <a:pt x="4834" y="2986"/>
                    <a:pt x="4834" y="2986"/>
                  </a:cubicBezTo>
                  <a:cubicBezTo>
                    <a:pt x="4209" y="2986"/>
                    <a:pt x="4209" y="2986"/>
                    <a:pt x="4209" y="2986"/>
                  </a:cubicBezTo>
                  <a:cubicBezTo>
                    <a:pt x="4209" y="3073"/>
                    <a:pt x="4209" y="3073"/>
                    <a:pt x="4209" y="3073"/>
                  </a:cubicBezTo>
                  <a:cubicBezTo>
                    <a:pt x="4380" y="3078"/>
                    <a:pt x="4487" y="3175"/>
                    <a:pt x="4487" y="3337"/>
                  </a:cubicBezTo>
                  <a:cubicBezTo>
                    <a:pt x="4487" y="3482"/>
                    <a:pt x="4463" y="3591"/>
                    <a:pt x="4395" y="3702"/>
                  </a:cubicBezTo>
                  <a:cubicBezTo>
                    <a:pt x="4155" y="3489"/>
                    <a:pt x="3882" y="3230"/>
                    <a:pt x="3654" y="2986"/>
                  </a:cubicBezTo>
                  <a:cubicBezTo>
                    <a:pt x="3501" y="2928"/>
                    <a:pt x="3404" y="2814"/>
                    <a:pt x="3404" y="2673"/>
                  </a:cubicBezTo>
                  <a:cubicBezTo>
                    <a:pt x="3404" y="2514"/>
                    <a:pt x="3518" y="2422"/>
                    <a:pt x="3707" y="2422"/>
                  </a:cubicBezTo>
                  <a:cubicBezTo>
                    <a:pt x="3942" y="2422"/>
                    <a:pt x="4116" y="2659"/>
                    <a:pt x="4116" y="2777"/>
                  </a:cubicBezTo>
                  <a:cubicBezTo>
                    <a:pt x="4191" y="2777"/>
                    <a:pt x="4191" y="2777"/>
                    <a:pt x="4191" y="2777"/>
                  </a:cubicBezTo>
                  <a:cubicBezTo>
                    <a:pt x="4191" y="2362"/>
                    <a:pt x="4191" y="2362"/>
                    <a:pt x="4191" y="2362"/>
                  </a:cubicBezTo>
                  <a:cubicBezTo>
                    <a:pt x="4116" y="2362"/>
                    <a:pt x="4116" y="2362"/>
                    <a:pt x="4116" y="2362"/>
                  </a:cubicBezTo>
                  <a:cubicBezTo>
                    <a:pt x="4097" y="2391"/>
                    <a:pt x="4074" y="2393"/>
                    <a:pt x="4034" y="2393"/>
                  </a:cubicBezTo>
                  <a:cubicBezTo>
                    <a:pt x="3959" y="2393"/>
                    <a:pt x="3874" y="2340"/>
                    <a:pt x="3712" y="2340"/>
                  </a:cubicBezTo>
                  <a:cubicBezTo>
                    <a:pt x="3453" y="2340"/>
                    <a:pt x="3288" y="2480"/>
                    <a:pt x="3288" y="2732"/>
                  </a:cubicBezTo>
                  <a:cubicBezTo>
                    <a:pt x="3288" y="2887"/>
                    <a:pt x="3346" y="2991"/>
                    <a:pt x="3431" y="3100"/>
                  </a:cubicBezTo>
                  <a:cubicBezTo>
                    <a:pt x="3253" y="3219"/>
                    <a:pt x="3146" y="3420"/>
                    <a:pt x="3148" y="3634"/>
                  </a:cubicBezTo>
                  <a:cubicBezTo>
                    <a:pt x="3148" y="3944"/>
                    <a:pt x="3421" y="4155"/>
                    <a:pt x="3707" y="4155"/>
                  </a:cubicBezTo>
                  <a:cubicBezTo>
                    <a:pt x="3966" y="4155"/>
                    <a:pt x="4145" y="4080"/>
                    <a:pt x="4286" y="3944"/>
                  </a:cubicBezTo>
                  <a:cubicBezTo>
                    <a:pt x="4431" y="4078"/>
                    <a:pt x="4552" y="4124"/>
                    <a:pt x="4724" y="4124"/>
                  </a:cubicBezTo>
                  <a:cubicBezTo>
                    <a:pt x="4913" y="4124"/>
                    <a:pt x="4913" y="4124"/>
                    <a:pt x="4913" y="4124"/>
                  </a:cubicBezTo>
                  <a:cubicBezTo>
                    <a:pt x="4913" y="4036"/>
                    <a:pt x="4913" y="4036"/>
                    <a:pt x="4913" y="4036"/>
                  </a:cubicBezTo>
                  <a:cubicBezTo>
                    <a:pt x="4809" y="4036"/>
                    <a:pt x="4809" y="4036"/>
                    <a:pt x="4809" y="4036"/>
                  </a:cubicBezTo>
                  <a:cubicBezTo>
                    <a:pt x="4685" y="3947"/>
                    <a:pt x="4565" y="3852"/>
                    <a:pt x="4451" y="3751"/>
                  </a:cubicBezTo>
                  <a:close/>
                  <a:moveTo>
                    <a:pt x="3851" y="4015"/>
                  </a:moveTo>
                  <a:cubicBezTo>
                    <a:pt x="3599" y="4015"/>
                    <a:pt x="3330" y="3772"/>
                    <a:pt x="3330" y="3521"/>
                  </a:cubicBezTo>
                  <a:cubicBezTo>
                    <a:pt x="3330" y="3339"/>
                    <a:pt x="3378" y="3243"/>
                    <a:pt x="3470" y="3148"/>
                  </a:cubicBezTo>
                  <a:cubicBezTo>
                    <a:pt x="3707" y="3414"/>
                    <a:pt x="3962" y="3664"/>
                    <a:pt x="4233" y="3896"/>
                  </a:cubicBezTo>
                  <a:cubicBezTo>
                    <a:pt x="4134" y="3971"/>
                    <a:pt x="4008" y="4015"/>
                    <a:pt x="3851" y="4015"/>
                  </a:cubicBezTo>
                  <a:close/>
                  <a:moveTo>
                    <a:pt x="6279" y="4007"/>
                  </a:moveTo>
                  <a:cubicBezTo>
                    <a:pt x="5920" y="4007"/>
                    <a:pt x="5707" y="3758"/>
                    <a:pt x="5678" y="3450"/>
                  </a:cubicBezTo>
                  <a:cubicBezTo>
                    <a:pt x="5664" y="3301"/>
                    <a:pt x="5663" y="3151"/>
                    <a:pt x="5673" y="3002"/>
                  </a:cubicBezTo>
                  <a:cubicBezTo>
                    <a:pt x="5705" y="2605"/>
                    <a:pt x="5887" y="2435"/>
                    <a:pt x="6192" y="2435"/>
                  </a:cubicBezTo>
                  <a:cubicBezTo>
                    <a:pt x="6523" y="2435"/>
                    <a:pt x="6726" y="2803"/>
                    <a:pt x="6726" y="2985"/>
                  </a:cubicBezTo>
                  <a:cubicBezTo>
                    <a:pt x="6801" y="2985"/>
                    <a:pt x="6801" y="2985"/>
                    <a:pt x="6801" y="2985"/>
                  </a:cubicBezTo>
                  <a:cubicBezTo>
                    <a:pt x="6801" y="2362"/>
                    <a:pt x="6801" y="2362"/>
                    <a:pt x="6801" y="2362"/>
                  </a:cubicBezTo>
                  <a:cubicBezTo>
                    <a:pt x="6736" y="2362"/>
                    <a:pt x="6736" y="2362"/>
                    <a:pt x="6736" y="2362"/>
                  </a:cubicBezTo>
                  <a:cubicBezTo>
                    <a:pt x="6709" y="2393"/>
                    <a:pt x="6683" y="2408"/>
                    <a:pt x="6627" y="2408"/>
                  </a:cubicBezTo>
                  <a:cubicBezTo>
                    <a:pt x="6489" y="2408"/>
                    <a:pt x="6370" y="2330"/>
                    <a:pt x="6181" y="2330"/>
                  </a:cubicBezTo>
                  <a:cubicBezTo>
                    <a:pt x="5687" y="2330"/>
                    <a:pt x="5392" y="2732"/>
                    <a:pt x="5392" y="3236"/>
                  </a:cubicBezTo>
                  <a:cubicBezTo>
                    <a:pt x="5392" y="3740"/>
                    <a:pt x="5719" y="4156"/>
                    <a:pt x="6225" y="4156"/>
                  </a:cubicBezTo>
                  <a:cubicBezTo>
                    <a:pt x="6577" y="4156"/>
                    <a:pt x="6824" y="3967"/>
                    <a:pt x="6937" y="3652"/>
                  </a:cubicBezTo>
                  <a:cubicBezTo>
                    <a:pt x="6845" y="3652"/>
                    <a:pt x="6845" y="3652"/>
                    <a:pt x="6845" y="3652"/>
                  </a:cubicBezTo>
                  <a:cubicBezTo>
                    <a:pt x="6731" y="3884"/>
                    <a:pt x="6583" y="4007"/>
                    <a:pt x="6279" y="4007"/>
                  </a:cubicBezTo>
                  <a:close/>
                  <a:moveTo>
                    <a:pt x="11018" y="2957"/>
                  </a:moveTo>
                  <a:cubicBezTo>
                    <a:pt x="10830" y="2957"/>
                    <a:pt x="10704" y="3037"/>
                    <a:pt x="10605" y="3221"/>
                  </a:cubicBezTo>
                  <a:cubicBezTo>
                    <a:pt x="10566" y="2986"/>
                    <a:pt x="10566" y="2986"/>
                    <a:pt x="10566" y="2986"/>
                  </a:cubicBezTo>
                  <a:cubicBezTo>
                    <a:pt x="10195" y="2986"/>
                    <a:pt x="10195" y="2986"/>
                    <a:pt x="10195" y="2986"/>
                  </a:cubicBezTo>
                  <a:cubicBezTo>
                    <a:pt x="10195" y="3073"/>
                    <a:pt x="10195" y="3073"/>
                    <a:pt x="10195" y="3073"/>
                  </a:cubicBezTo>
                  <a:cubicBezTo>
                    <a:pt x="10270" y="3073"/>
                    <a:pt x="10270" y="3073"/>
                    <a:pt x="10270" y="3073"/>
                  </a:cubicBezTo>
                  <a:cubicBezTo>
                    <a:pt x="10304" y="3073"/>
                    <a:pt x="10391" y="3158"/>
                    <a:pt x="10391" y="3194"/>
                  </a:cubicBezTo>
                  <a:cubicBezTo>
                    <a:pt x="10391" y="4470"/>
                    <a:pt x="10391" y="4470"/>
                    <a:pt x="10391" y="4470"/>
                  </a:cubicBezTo>
                  <a:cubicBezTo>
                    <a:pt x="10391" y="4508"/>
                    <a:pt x="10304" y="4591"/>
                    <a:pt x="10270" y="4591"/>
                  </a:cubicBezTo>
                  <a:cubicBezTo>
                    <a:pt x="10195" y="4591"/>
                    <a:pt x="10195" y="4591"/>
                    <a:pt x="10195" y="4591"/>
                  </a:cubicBezTo>
                  <a:cubicBezTo>
                    <a:pt x="10195" y="4678"/>
                    <a:pt x="10195" y="4678"/>
                    <a:pt x="10195" y="4678"/>
                  </a:cubicBezTo>
                  <a:cubicBezTo>
                    <a:pt x="10801" y="4678"/>
                    <a:pt x="10801" y="4678"/>
                    <a:pt x="10801" y="4678"/>
                  </a:cubicBezTo>
                  <a:cubicBezTo>
                    <a:pt x="10801" y="4591"/>
                    <a:pt x="10801" y="4591"/>
                    <a:pt x="10801" y="4591"/>
                  </a:cubicBezTo>
                  <a:cubicBezTo>
                    <a:pt x="10726" y="4591"/>
                    <a:pt x="10726" y="4591"/>
                    <a:pt x="10726" y="4591"/>
                  </a:cubicBezTo>
                  <a:cubicBezTo>
                    <a:pt x="10694" y="4591"/>
                    <a:pt x="10605" y="4508"/>
                    <a:pt x="10605" y="4470"/>
                  </a:cubicBezTo>
                  <a:cubicBezTo>
                    <a:pt x="10605" y="3922"/>
                    <a:pt x="10605" y="3922"/>
                    <a:pt x="10605" y="3922"/>
                  </a:cubicBezTo>
                  <a:cubicBezTo>
                    <a:pt x="10687" y="4070"/>
                    <a:pt x="10793" y="4147"/>
                    <a:pt x="10994" y="4147"/>
                  </a:cubicBezTo>
                  <a:cubicBezTo>
                    <a:pt x="11272" y="4147"/>
                    <a:pt x="11466" y="3888"/>
                    <a:pt x="11466" y="3537"/>
                  </a:cubicBezTo>
                  <a:cubicBezTo>
                    <a:pt x="11466" y="3186"/>
                    <a:pt x="11297" y="2957"/>
                    <a:pt x="11018" y="2957"/>
                  </a:cubicBezTo>
                  <a:close/>
                  <a:moveTo>
                    <a:pt x="11246" y="3722"/>
                  </a:moveTo>
                  <a:cubicBezTo>
                    <a:pt x="11222" y="3903"/>
                    <a:pt x="11130" y="4027"/>
                    <a:pt x="10934" y="4027"/>
                  </a:cubicBezTo>
                  <a:cubicBezTo>
                    <a:pt x="10753" y="4029"/>
                    <a:pt x="10604" y="3884"/>
                    <a:pt x="10602" y="3703"/>
                  </a:cubicBezTo>
                  <a:cubicBezTo>
                    <a:pt x="10602" y="3701"/>
                    <a:pt x="10602" y="3698"/>
                    <a:pt x="10602" y="3695"/>
                  </a:cubicBezTo>
                  <a:cubicBezTo>
                    <a:pt x="10602" y="3405"/>
                    <a:pt x="10602" y="3405"/>
                    <a:pt x="10602" y="3405"/>
                  </a:cubicBezTo>
                  <a:cubicBezTo>
                    <a:pt x="10658" y="3225"/>
                    <a:pt x="10767" y="3092"/>
                    <a:pt x="10961" y="3092"/>
                  </a:cubicBezTo>
                  <a:cubicBezTo>
                    <a:pt x="11125" y="3092"/>
                    <a:pt x="11224" y="3208"/>
                    <a:pt x="11249" y="3390"/>
                  </a:cubicBezTo>
                  <a:cubicBezTo>
                    <a:pt x="11262" y="3500"/>
                    <a:pt x="11261" y="3612"/>
                    <a:pt x="11246" y="3722"/>
                  </a:cubicBezTo>
                  <a:close/>
                  <a:moveTo>
                    <a:pt x="14693" y="2986"/>
                  </a:moveTo>
                  <a:cubicBezTo>
                    <a:pt x="14693" y="3073"/>
                    <a:pt x="14693" y="3073"/>
                    <a:pt x="14693" y="3073"/>
                  </a:cubicBezTo>
                  <a:cubicBezTo>
                    <a:pt x="14762" y="3073"/>
                    <a:pt x="14762" y="3073"/>
                    <a:pt x="14762" y="3073"/>
                  </a:cubicBezTo>
                  <a:cubicBezTo>
                    <a:pt x="14794" y="3073"/>
                    <a:pt x="14864" y="3153"/>
                    <a:pt x="14862" y="3199"/>
                  </a:cubicBezTo>
                  <a:cubicBezTo>
                    <a:pt x="14610" y="3758"/>
                    <a:pt x="14610" y="3758"/>
                    <a:pt x="14610" y="3758"/>
                  </a:cubicBezTo>
                  <a:cubicBezTo>
                    <a:pt x="14335" y="3196"/>
                    <a:pt x="14335" y="3196"/>
                    <a:pt x="14335" y="3196"/>
                  </a:cubicBezTo>
                  <a:cubicBezTo>
                    <a:pt x="14335" y="3154"/>
                    <a:pt x="14403" y="3073"/>
                    <a:pt x="14434" y="3073"/>
                  </a:cubicBezTo>
                  <a:cubicBezTo>
                    <a:pt x="14505" y="3073"/>
                    <a:pt x="14505" y="3073"/>
                    <a:pt x="14505" y="3073"/>
                  </a:cubicBezTo>
                  <a:cubicBezTo>
                    <a:pt x="14505" y="2986"/>
                    <a:pt x="14505" y="2986"/>
                    <a:pt x="14505" y="2986"/>
                  </a:cubicBezTo>
                  <a:cubicBezTo>
                    <a:pt x="13889" y="2986"/>
                    <a:pt x="13889" y="2986"/>
                    <a:pt x="13889" y="2986"/>
                  </a:cubicBezTo>
                  <a:cubicBezTo>
                    <a:pt x="13889" y="3073"/>
                    <a:pt x="13889" y="3073"/>
                    <a:pt x="13889" y="3073"/>
                  </a:cubicBezTo>
                  <a:cubicBezTo>
                    <a:pt x="13940" y="3073"/>
                    <a:pt x="13940" y="3073"/>
                    <a:pt x="13940" y="3073"/>
                  </a:cubicBezTo>
                  <a:cubicBezTo>
                    <a:pt x="13969" y="3073"/>
                    <a:pt x="14068" y="3167"/>
                    <a:pt x="14087" y="3204"/>
                  </a:cubicBezTo>
                  <a:cubicBezTo>
                    <a:pt x="14489" y="3995"/>
                    <a:pt x="14489" y="3995"/>
                    <a:pt x="14489" y="3995"/>
                  </a:cubicBezTo>
                  <a:cubicBezTo>
                    <a:pt x="14145" y="4620"/>
                    <a:pt x="14145" y="4620"/>
                    <a:pt x="14145" y="4620"/>
                  </a:cubicBezTo>
                  <a:cubicBezTo>
                    <a:pt x="14245" y="4671"/>
                    <a:pt x="14245" y="4671"/>
                    <a:pt x="14245" y="4671"/>
                  </a:cubicBezTo>
                  <a:cubicBezTo>
                    <a:pt x="14584" y="4030"/>
                    <a:pt x="14584" y="4030"/>
                    <a:pt x="14584" y="4030"/>
                  </a:cubicBezTo>
                  <a:cubicBezTo>
                    <a:pt x="14968" y="3199"/>
                    <a:pt x="14968" y="3199"/>
                    <a:pt x="14968" y="3199"/>
                  </a:cubicBezTo>
                  <a:cubicBezTo>
                    <a:pt x="14993" y="3161"/>
                    <a:pt x="15075" y="3073"/>
                    <a:pt x="15102" y="3073"/>
                  </a:cubicBezTo>
                  <a:cubicBezTo>
                    <a:pt x="15155" y="3073"/>
                    <a:pt x="15155" y="3073"/>
                    <a:pt x="15155" y="3073"/>
                  </a:cubicBezTo>
                  <a:cubicBezTo>
                    <a:pt x="15155" y="2986"/>
                    <a:pt x="15155" y="2986"/>
                    <a:pt x="15155" y="2986"/>
                  </a:cubicBezTo>
                  <a:lnTo>
                    <a:pt x="14693" y="2986"/>
                  </a:lnTo>
                  <a:close/>
                  <a:moveTo>
                    <a:pt x="9712" y="4037"/>
                  </a:moveTo>
                  <a:cubicBezTo>
                    <a:pt x="9647" y="4037"/>
                    <a:pt x="9647" y="4037"/>
                    <a:pt x="9647" y="4037"/>
                  </a:cubicBezTo>
                  <a:cubicBezTo>
                    <a:pt x="9647" y="4124"/>
                    <a:pt x="9647" y="4124"/>
                    <a:pt x="9647" y="4124"/>
                  </a:cubicBezTo>
                  <a:cubicBezTo>
                    <a:pt x="10231" y="4124"/>
                    <a:pt x="10231" y="4124"/>
                    <a:pt x="10231" y="4124"/>
                  </a:cubicBezTo>
                  <a:cubicBezTo>
                    <a:pt x="10231" y="4037"/>
                    <a:pt x="10231" y="4037"/>
                    <a:pt x="10231" y="4037"/>
                  </a:cubicBezTo>
                  <a:cubicBezTo>
                    <a:pt x="10165" y="4037"/>
                    <a:pt x="10165" y="4037"/>
                    <a:pt x="10165" y="4037"/>
                  </a:cubicBezTo>
                  <a:cubicBezTo>
                    <a:pt x="10131" y="4037"/>
                    <a:pt x="10044" y="3954"/>
                    <a:pt x="10044" y="3916"/>
                  </a:cubicBezTo>
                  <a:cubicBezTo>
                    <a:pt x="10044" y="3288"/>
                    <a:pt x="10044" y="3288"/>
                    <a:pt x="10044" y="3288"/>
                  </a:cubicBezTo>
                  <a:cubicBezTo>
                    <a:pt x="10044" y="3080"/>
                    <a:pt x="9904" y="2964"/>
                    <a:pt x="9732" y="2964"/>
                  </a:cubicBezTo>
                  <a:cubicBezTo>
                    <a:pt x="9538" y="2964"/>
                    <a:pt x="9448" y="3066"/>
                    <a:pt x="9308" y="3204"/>
                  </a:cubicBezTo>
                  <a:cubicBezTo>
                    <a:pt x="9287" y="3044"/>
                    <a:pt x="9158" y="2961"/>
                    <a:pt x="9005" y="2961"/>
                  </a:cubicBezTo>
                  <a:cubicBezTo>
                    <a:pt x="8804" y="2961"/>
                    <a:pt x="8720" y="3068"/>
                    <a:pt x="8589" y="3206"/>
                  </a:cubicBezTo>
                  <a:cubicBezTo>
                    <a:pt x="8544" y="2986"/>
                    <a:pt x="8544" y="2986"/>
                    <a:pt x="8544" y="2986"/>
                  </a:cubicBezTo>
                  <a:cubicBezTo>
                    <a:pt x="8192" y="2986"/>
                    <a:pt x="8192" y="2986"/>
                    <a:pt x="8192" y="2986"/>
                  </a:cubicBezTo>
                  <a:cubicBezTo>
                    <a:pt x="8192" y="3073"/>
                    <a:pt x="8192" y="3073"/>
                    <a:pt x="8192" y="3073"/>
                  </a:cubicBezTo>
                  <a:cubicBezTo>
                    <a:pt x="8257" y="3073"/>
                    <a:pt x="8257" y="3073"/>
                    <a:pt x="8257" y="3073"/>
                  </a:cubicBezTo>
                  <a:cubicBezTo>
                    <a:pt x="8291" y="3073"/>
                    <a:pt x="8378" y="3158"/>
                    <a:pt x="8378" y="3194"/>
                  </a:cubicBezTo>
                  <a:cubicBezTo>
                    <a:pt x="8378" y="3916"/>
                    <a:pt x="8378" y="3916"/>
                    <a:pt x="8378" y="3916"/>
                  </a:cubicBezTo>
                  <a:cubicBezTo>
                    <a:pt x="8378" y="3954"/>
                    <a:pt x="8291" y="4037"/>
                    <a:pt x="8257" y="4037"/>
                  </a:cubicBezTo>
                  <a:cubicBezTo>
                    <a:pt x="8192" y="4037"/>
                    <a:pt x="8192" y="4037"/>
                    <a:pt x="8192" y="4037"/>
                  </a:cubicBezTo>
                  <a:cubicBezTo>
                    <a:pt x="8192" y="4124"/>
                    <a:pt x="8192" y="4124"/>
                    <a:pt x="8192" y="4124"/>
                  </a:cubicBezTo>
                  <a:cubicBezTo>
                    <a:pt x="8775" y="4124"/>
                    <a:pt x="8775" y="4124"/>
                    <a:pt x="8775" y="4124"/>
                  </a:cubicBezTo>
                  <a:cubicBezTo>
                    <a:pt x="8775" y="4037"/>
                    <a:pt x="8775" y="4037"/>
                    <a:pt x="8775" y="4037"/>
                  </a:cubicBezTo>
                  <a:cubicBezTo>
                    <a:pt x="8710" y="4037"/>
                    <a:pt x="8710" y="4037"/>
                    <a:pt x="8710" y="4037"/>
                  </a:cubicBezTo>
                  <a:cubicBezTo>
                    <a:pt x="8676" y="4037"/>
                    <a:pt x="8589" y="3954"/>
                    <a:pt x="8589" y="3916"/>
                  </a:cubicBezTo>
                  <a:cubicBezTo>
                    <a:pt x="8589" y="3330"/>
                    <a:pt x="8589" y="3330"/>
                    <a:pt x="8589" y="3330"/>
                  </a:cubicBezTo>
                  <a:cubicBezTo>
                    <a:pt x="8589" y="3252"/>
                    <a:pt x="8775" y="3099"/>
                    <a:pt x="8925" y="3099"/>
                  </a:cubicBezTo>
                  <a:cubicBezTo>
                    <a:pt x="9049" y="3099"/>
                    <a:pt x="9107" y="3177"/>
                    <a:pt x="9107" y="3288"/>
                  </a:cubicBezTo>
                  <a:cubicBezTo>
                    <a:pt x="9107" y="3916"/>
                    <a:pt x="9107" y="3916"/>
                    <a:pt x="9107" y="3916"/>
                  </a:cubicBezTo>
                  <a:cubicBezTo>
                    <a:pt x="9107" y="3954"/>
                    <a:pt x="9020" y="4037"/>
                    <a:pt x="8986" y="4037"/>
                  </a:cubicBezTo>
                  <a:cubicBezTo>
                    <a:pt x="8921" y="4037"/>
                    <a:pt x="8921" y="4037"/>
                    <a:pt x="8921" y="4037"/>
                  </a:cubicBezTo>
                  <a:cubicBezTo>
                    <a:pt x="8921" y="4124"/>
                    <a:pt x="8921" y="4124"/>
                    <a:pt x="8921" y="4124"/>
                  </a:cubicBezTo>
                  <a:cubicBezTo>
                    <a:pt x="9504" y="4124"/>
                    <a:pt x="9504" y="4124"/>
                    <a:pt x="9504" y="4124"/>
                  </a:cubicBezTo>
                  <a:cubicBezTo>
                    <a:pt x="9504" y="4037"/>
                    <a:pt x="9504" y="4037"/>
                    <a:pt x="9504" y="4037"/>
                  </a:cubicBezTo>
                  <a:cubicBezTo>
                    <a:pt x="9439" y="4037"/>
                    <a:pt x="9439" y="4037"/>
                    <a:pt x="9439" y="4037"/>
                  </a:cubicBezTo>
                  <a:cubicBezTo>
                    <a:pt x="9405" y="4037"/>
                    <a:pt x="9318" y="3954"/>
                    <a:pt x="9318" y="3916"/>
                  </a:cubicBezTo>
                  <a:cubicBezTo>
                    <a:pt x="9318" y="3323"/>
                    <a:pt x="9318" y="3323"/>
                    <a:pt x="9318" y="3323"/>
                  </a:cubicBezTo>
                  <a:cubicBezTo>
                    <a:pt x="9318" y="3246"/>
                    <a:pt x="9504" y="3101"/>
                    <a:pt x="9654" y="3101"/>
                  </a:cubicBezTo>
                  <a:cubicBezTo>
                    <a:pt x="9778" y="3101"/>
                    <a:pt x="9833" y="3178"/>
                    <a:pt x="9833" y="3289"/>
                  </a:cubicBezTo>
                  <a:cubicBezTo>
                    <a:pt x="9833" y="3917"/>
                    <a:pt x="9833" y="3917"/>
                    <a:pt x="9833" y="3917"/>
                  </a:cubicBezTo>
                  <a:cubicBezTo>
                    <a:pt x="9833" y="3954"/>
                    <a:pt x="9746" y="4037"/>
                    <a:pt x="9712" y="4037"/>
                  </a:cubicBezTo>
                  <a:close/>
                  <a:moveTo>
                    <a:pt x="7623" y="2957"/>
                  </a:moveTo>
                  <a:cubicBezTo>
                    <a:pt x="7320" y="2957"/>
                    <a:pt x="7051" y="3184"/>
                    <a:pt x="7051" y="3555"/>
                  </a:cubicBezTo>
                  <a:cubicBezTo>
                    <a:pt x="7051" y="3926"/>
                    <a:pt x="7320" y="4156"/>
                    <a:pt x="7623" y="4156"/>
                  </a:cubicBezTo>
                  <a:cubicBezTo>
                    <a:pt x="7925" y="4156"/>
                    <a:pt x="8192" y="3926"/>
                    <a:pt x="8192" y="3555"/>
                  </a:cubicBezTo>
                  <a:cubicBezTo>
                    <a:pt x="8192" y="3185"/>
                    <a:pt x="7925" y="2957"/>
                    <a:pt x="7623" y="2957"/>
                  </a:cubicBezTo>
                  <a:close/>
                  <a:moveTo>
                    <a:pt x="7962" y="3741"/>
                  </a:moveTo>
                  <a:cubicBezTo>
                    <a:pt x="7940" y="3920"/>
                    <a:pt x="7841" y="4044"/>
                    <a:pt x="7625" y="4044"/>
                  </a:cubicBezTo>
                  <a:cubicBezTo>
                    <a:pt x="7415" y="4044"/>
                    <a:pt x="7315" y="3916"/>
                    <a:pt x="7289" y="3739"/>
                  </a:cubicBezTo>
                  <a:cubicBezTo>
                    <a:pt x="7272" y="3613"/>
                    <a:pt x="7272" y="3485"/>
                    <a:pt x="7289" y="3359"/>
                  </a:cubicBezTo>
                  <a:cubicBezTo>
                    <a:pt x="7315" y="3177"/>
                    <a:pt x="7420" y="3056"/>
                    <a:pt x="7625" y="3056"/>
                  </a:cubicBezTo>
                  <a:cubicBezTo>
                    <a:pt x="7839" y="3056"/>
                    <a:pt x="7940" y="3177"/>
                    <a:pt x="7962" y="3361"/>
                  </a:cubicBezTo>
                  <a:cubicBezTo>
                    <a:pt x="7976" y="3487"/>
                    <a:pt x="7976" y="3615"/>
                    <a:pt x="7962" y="3741"/>
                  </a:cubicBezTo>
                  <a:close/>
                  <a:moveTo>
                    <a:pt x="13826" y="3916"/>
                  </a:moveTo>
                  <a:cubicBezTo>
                    <a:pt x="13826" y="3288"/>
                    <a:pt x="13826" y="3288"/>
                    <a:pt x="13826" y="3288"/>
                  </a:cubicBezTo>
                  <a:cubicBezTo>
                    <a:pt x="13826" y="3092"/>
                    <a:pt x="13685" y="2961"/>
                    <a:pt x="13509" y="2961"/>
                  </a:cubicBezTo>
                  <a:cubicBezTo>
                    <a:pt x="13303" y="2961"/>
                    <a:pt x="13196" y="3080"/>
                    <a:pt x="13058" y="3221"/>
                  </a:cubicBezTo>
                  <a:cubicBezTo>
                    <a:pt x="13016" y="2986"/>
                    <a:pt x="13016" y="2986"/>
                    <a:pt x="13016" y="2986"/>
                  </a:cubicBezTo>
                  <a:cubicBezTo>
                    <a:pt x="12654" y="2986"/>
                    <a:pt x="12654" y="2986"/>
                    <a:pt x="12654" y="2986"/>
                  </a:cubicBezTo>
                  <a:cubicBezTo>
                    <a:pt x="12654" y="3073"/>
                    <a:pt x="12654" y="3073"/>
                    <a:pt x="12654" y="3073"/>
                  </a:cubicBezTo>
                  <a:cubicBezTo>
                    <a:pt x="12724" y="3073"/>
                    <a:pt x="12724" y="3073"/>
                    <a:pt x="12724" y="3073"/>
                  </a:cubicBezTo>
                  <a:cubicBezTo>
                    <a:pt x="12758" y="3073"/>
                    <a:pt x="12850" y="3158"/>
                    <a:pt x="12850" y="3194"/>
                  </a:cubicBezTo>
                  <a:cubicBezTo>
                    <a:pt x="12850" y="3915"/>
                    <a:pt x="12850" y="3915"/>
                    <a:pt x="12850" y="3915"/>
                  </a:cubicBezTo>
                  <a:cubicBezTo>
                    <a:pt x="12850" y="3954"/>
                    <a:pt x="12758" y="4036"/>
                    <a:pt x="12724" y="4036"/>
                  </a:cubicBezTo>
                  <a:cubicBezTo>
                    <a:pt x="12586" y="4036"/>
                    <a:pt x="12586" y="4036"/>
                    <a:pt x="12586" y="4036"/>
                  </a:cubicBezTo>
                  <a:cubicBezTo>
                    <a:pt x="12555" y="4036"/>
                    <a:pt x="12460" y="3954"/>
                    <a:pt x="12460" y="3915"/>
                  </a:cubicBezTo>
                  <a:cubicBezTo>
                    <a:pt x="12460" y="3302"/>
                    <a:pt x="12460" y="3302"/>
                    <a:pt x="12460" y="3302"/>
                  </a:cubicBezTo>
                  <a:cubicBezTo>
                    <a:pt x="12460" y="3077"/>
                    <a:pt x="12267" y="2956"/>
                    <a:pt x="12020" y="2956"/>
                  </a:cubicBezTo>
                  <a:cubicBezTo>
                    <a:pt x="11787" y="2956"/>
                    <a:pt x="11639" y="3041"/>
                    <a:pt x="11545" y="3138"/>
                  </a:cubicBezTo>
                  <a:cubicBezTo>
                    <a:pt x="11698" y="3367"/>
                    <a:pt x="11698" y="3367"/>
                    <a:pt x="11698" y="3367"/>
                  </a:cubicBezTo>
                  <a:cubicBezTo>
                    <a:pt x="11780" y="3367"/>
                    <a:pt x="11780" y="3367"/>
                    <a:pt x="11780" y="3367"/>
                  </a:cubicBezTo>
                  <a:cubicBezTo>
                    <a:pt x="11695" y="3171"/>
                    <a:pt x="11773" y="3041"/>
                    <a:pt x="11969" y="3041"/>
                  </a:cubicBezTo>
                  <a:cubicBezTo>
                    <a:pt x="12175" y="3041"/>
                    <a:pt x="12252" y="3138"/>
                    <a:pt x="12250" y="3300"/>
                  </a:cubicBezTo>
                  <a:cubicBezTo>
                    <a:pt x="12247" y="3435"/>
                    <a:pt x="12247" y="3435"/>
                    <a:pt x="12247" y="3435"/>
                  </a:cubicBezTo>
                  <a:cubicBezTo>
                    <a:pt x="11952" y="3496"/>
                    <a:pt x="11952" y="3496"/>
                    <a:pt x="11952" y="3496"/>
                  </a:cubicBezTo>
                  <a:cubicBezTo>
                    <a:pt x="11790" y="3531"/>
                    <a:pt x="11578" y="3608"/>
                    <a:pt x="11578" y="3836"/>
                  </a:cubicBezTo>
                  <a:cubicBezTo>
                    <a:pt x="11578" y="4023"/>
                    <a:pt x="11714" y="4146"/>
                    <a:pt x="11871" y="4146"/>
                  </a:cubicBezTo>
                  <a:cubicBezTo>
                    <a:pt x="12041" y="4146"/>
                    <a:pt x="12162" y="4008"/>
                    <a:pt x="12254" y="3890"/>
                  </a:cubicBezTo>
                  <a:cubicBezTo>
                    <a:pt x="12283" y="4125"/>
                    <a:pt x="12283" y="4125"/>
                    <a:pt x="12283" y="4125"/>
                  </a:cubicBezTo>
                  <a:cubicBezTo>
                    <a:pt x="13251" y="4125"/>
                    <a:pt x="13251" y="4125"/>
                    <a:pt x="13251" y="4125"/>
                  </a:cubicBezTo>
                  <a:cubicBezTo>
                    <a:pt x="13251" y="4038"/>
                    <a:pt x="13251" y="4038"/>
                    <a:pt x="13251" y="4038"/>
                  </a:cubicBezTo>
                  <a:cubicBezTo>
                    <a:pt x="13186" y="4038"/>
                    <a:pt x="13186" y="4038"/>
                    <a:pt x="13186" y="4038"/>
                  </a:cubicBezTo>
                  <a:cubicBezTo>
                    <a:pt x="13152" y="4038"/>
                    <a:pt x="13060" y="3955"/>
                    <a:pt x="13060" y="3917"/>
                  </a:cubicBezTo>
                  <a:cubicBezTo>
                    <a:pt x="13060" y="3342"/>
                    <a:pt x="13060" y="3342"/>
                    <a:pt x="13060" y="3342"/>
                  </a:cubicBezTo>
                  <a:cubicBezTo>
                    <a:pt x="13060" y="3264"/>
                    <a:pt x="13271" y="3104"/>
                    <a:pt x="13433" y="3104"/>
                  </a:cubicBezTo>
                  <a:cubicBezTo>
                    <a:pt x="13557" y="3104"/>
                    <a:pt x="13615" y="3190"/>
                    <a:pt x="13615" y="3301"/>
                  </a:cubicBezTo>
                  <a:cubicBezTo>
                    <a:pt x="13615" y="3916"/>
                    <a:pt x="13615" y="3916"/>
                    <a:pt x="13615" y="3916"/>
                  </a:cubicBezTo>
                  <a:cubicBezTo>
                    <a:pt x="13615" y="3954"/>
                    <a:pt x="13523" y="4037"/>
                    <a:pt x="13489" y="4037"/>
                  </a:cubicBezTo>
                  <a:cubicBezTo>
                    <a:pt x="13423" y="4037"/>
                    <a:pt x="13423" y="4037"/>
                    <a:pt x="13423" y="4037"/>
                  </a:cubicBezTo>
                  <a:cubicBezTo>
                    <a:pt x="13423" y="4124"/>
                    <a:pt x="13423" y="4124"/>
                    <a:pt x="13423" y="4124"/>
                  </a:cubicBezTo>
                  <a:cubicBezTo>
                    <a:pt x="14022" y="4124"/>
                    <a:pt x="14022" y="4124"/>
                    <a:pt x="14022" y="4124"/>
                  </a:cubicBezTo>
                  <a:cubicBezTo>
                    <a:pt x="14022" y="4037"/>
                    <a:pt x="14022" y="4037"/>
                    <a:pt x="14022" y="4037"/>
                  </a:cubicBezTo>
                  <a:cubicBezTo>
                    <a:pt x="13952" y="4037"/>
                    <a:pt x="13952" y="4037"/>
                    <a:pt x="13952" y="4037"/>
                  </a:cubicBezTo>
                  <a:cubicBezTo>
                    <a:pt x="13918" y="4037"/>
                    <a:pt x="13826" y="3954"/>
                    <a:pt x="13826" y="3916"/>
                  </a:cubicBezTo>
                  <a:close/>
                  <a:moveTo>
                    <a:pt x="12250" y="3787"/>
                  </a:moveTo>
                  <a:cubicBezTo>
                    <a:pt x="12201" y="3873"/>
                    <a:pt x="12080" y="3988"/>
                    <a:pt x="11969" y="3988"/>
                  </a:cubicBezTo>
                  <a:cubicBezTo>
                    <a:pt x="11872" y="3993"/>
                    <a:pt x="11789" y="3918"/>
                    <a:pt x="11785" y="3820"/>
                  </a:cubicBezTo>
                  <a:cubicBezTo>
                    <a:pt x="11785" y="3816"/>
                    <a:pt x="11785" y="3811"/>
                    <a:pt x="11785" y="3807"/>
                  </a:cubicBezTo>
                  <a:cubicBezTo>
                    <a:pt x="11785" y="3693"/>
                    <a:pt x="11833" y="3618"/>
                    <a:pt x="11977" y="3582"/>
                  </a:cubicBezTo>
                  <a:cubicBezTo>
                    <a:pt x="12251" y="3511"/>
                    <a:pt x="12251" y="3511"/>
                    <a:pt x="12251" y="3511"/>
                  </a:cubicBezTo>
                  <a:lnTo>
                    <a:pt x="12250" y="3787"/>
                  </a:lnTo>
                  <a:close/>
                  <a:moveTo>
                    <a:pt x="8336" y="1790"/>
                  </a:moveTo>
                  <a:cubicBezTo>
                    <a:pt x="8617" y="1790"/>
                    <a:pt x="8765" y="1637"/>
                    <a:pt x="8840" y="1388"/>
                  </a:cubicBezTo>
                  <a:cubicBezTo>
                    <a:pt x="8769" y="1388"/>
                    <a:pt x="8769" y="1388"/>
                    <a:pt x="8769" y="1388"/>
                  </a:cubicBezTo>
                  <a:cubicBezTo>
                    <a:pt x="8697" y="1519"/>
                    <a:pt x="8605" y="1584"/>
                    <a:pt x="8411" y="1584"/>
                  </a:cubicBezTo>
                  <a:cubicBezTo>
                    <a:pt x="8152" y="1584"/>
                    <a:pt x="8002" y="1349"/>
                    <a:pt x="7997" y="1141"/>
                  </a:cubicBezTo>
                  <a:cubicBezTo>
                    <a:pt x="8758" y="1080"/>
                    <a:pt x="8758" y="1080"/>
                    <a:pt x="8758" y="1080"/>
                  </a:cubicBezTo>
                  <a:cubicBezTo>
                    <a:pt x="8753" y="997"/>
                    <a:pt x="8753" y="997"/>
                    <a:pt x="8753" y="997"/>
                  </a:cubicBezTo>
                  <a:cubicBezTo>
                    <a:pt x="8740" y="774"/>
                    <a:pt x="8595" y="600"/>
                    <a:pt x="8336" y="598"/>
                  </a:cubicBezTo>
                  <a:cubicBezTo>
                    <a:pt x="8041" y="595"/>
                    <a:pt x="7811" y="857"/>
                    <a:pt x="7811" y="1196"/>
                  </a:cubicBezTo>
                  <a:cubicBezTo>
                    <a:pt x="7811" y="1519"/>
                    <a:pt x="8033" y="1790"/>
                    <a:pt x="8336" y="1790"/>
                  </a:cubicBezTo>
                  <a:close/>
                  <a:moveTo>
                    <a:pt x="8331" y="686"/>
                  </a:moveTo>
                  <a:cubicBezTo>
                    <a:pt x="8554" y="686"/>
                    <a:pt x="8578" y="850"/>
                    <a:pt x="8559" y="1013"/>
                  </a:cubicBezTo>
                  <a:cubicBezTo>
                    <a:pt x="7990" y="1061"/>
                    <a:pt x="7990" y="1061"/>
                    <a:pt x="7990" y="1061"/>
                  </a:cubicBezTo>
                  <a:cubicBezTo>
                    <a:pt x="7997" y="882"/>
                    <a:pt x="8094" y="686"/>
                    <a:pt x="8331" y="686"/>
                  </a:cubicBezTo>
                  <a:close/>
                  <a:moveTo>
                    <a:pt x="8947" y="843"/>
                  </a:moveTo>
                  <a:cubicBezTo>
                    <a:pt x="9349" y="1635"/>
                    <a:pt x="9349" y="1635"/>
                    <a:pt x="9349" y="1635"/>
                  </a:cubicBezTo>
                  <a:cubicBezTo>
                    <a:pt x="9005" y="2259"/>
                    <a:pt x="9005" y="2259"/>
                    <a:pt x="9005" y="2259"/>
                  </a:cubicBezTo>
                  <a:cubicBezTo>
                    <a:pt x="9105" y="2310"/>
                    <a:pt x="9105" y="2310"/>
                    <a:pt x="9105" y="2310"/>
                  </a:cubicBezTo>
                  <a:cubicBezTo>
                    <a:pt x="9444" y="1669"/>
                    <a:pt x="9444" y="1669"/>
                    <a:pt x="9444" y="1669"/>
                  </a:cubicBezTo>
                  <a:cubicBezTo>
                    <a:pt x="9828" y="839"/>
                    <a:pt x="9828" y="839"/>
                    <a:pt x="9828" y="839"/>
                  </a:cubicBezTo>
                  <a:cubicBezTo>
                    <a:pt x="9853" y="800"/>
                    <a:pt x="9935" y="713"/>
                    <a:pt x="9962" y="713"/>
                  </a:cubicBezTo>
                  <a:cubicBezTo>
                    <a:pt x="10015" y="713"/>
                    <a:pt x="10015" y="713"/>
                    <a:pt x="10015" y="713"/>
                  </a:cubicBezTo>
                  <a:cubicBezTo>
                    <a:pt x="10015" y="626"/>
                    <a:pt x="10015" y="626"/>
                    <a:pt x="10015" y="626"/>
                  </a:cubicBezTo>
                  <a:cubicBezTo>
                    <a:pt x="9553" y="626"/>
                    <a:pt x="9553" y="626"/>
                    <a:pt x="9553" y="626"/>
                  </a:cubicBezTo>
                  <a:cubicBezTo>
                    <a:pt x="9553" y="713"/>
                    <a:pt x="9553" y="713"/>
                    <a:pt x="9553" y="713"/>
                  </a:cubicBezTo>
                  <a:cubicBezTo>
                    <a:pt x="9623" y="713"/>
                    <a:pt x="9623" y="713"/>
                    <a:pt x="9623" y="713"/>
                  </a:cubicBezTo>
                  <a:cubicBezTo>
                    <a:pt x="9654" y="713"/>
                    <a:pt x="9725" y="793"/>
                    <a:pt x="9722" y="839"/>
                  </a:cubicBezTo>
                  <a:cubicBezTo>
                    <a:pt x="9470" y="1398"/>
                    <a:pt x="9470" y="1398"/>
                    <a:pt x="9470" y="1398"/>
                  </a:cubicBezTo>
                  <a:cubicBezTo>
                    <a:pt x="9194" y="836"/>
                    <a:pt x="9194" y="836"/>
                    <a:pt x="9194" y="836"/>
                  </a:cubicBezTo>
                  <a:cubicBezTo>
                    <a:pt x="9194" y="794"/>
                    <a:pt x="9262" y="713"/>
                    <a:pt x="9293" y="713"/>
                  </a:cubicBezTo>
                  <a:cubicBezTo>
                    <a:pt x="9364" y="713"/>
                    <a:pt x="9364" y="713"/>
                    <a:pt x="9364" y="713"/>
                  </a:cubicBezTo>
                  <a:cubicBezTo>
                    <a:pt x="9364" y="626"/>
                    <a:pt x="9364" y="626"/>
                    <a:pt x="9364" y="626"/>
                  </a:cubicBezTo>
                  <a:cubicBezTo>
                    <a:pt x="8749" y="626"/>
                    <a:pt x="8749" y="626"/>
                    <a:pt x="8749" y="626"/>
                  </a:cubicBezTo>
                  <a:cubicBezTo>
                    <a:pt x="8749" y="713"/>
                    <a:pt x="8749" y="713"/>
                    <a:pt x="8749" y="713"/>
                  </a:cubicBezTo>
                  <a:cubicBezTo>
                    <a:pt x="8800" y="713"/>
                    <a:pt x="8800" y="713"/>
                    <a:pt x="8800" y="713"/>
                  </a:cubicBezTo>
                  <a:cubicBezTo>
                    <a:pt x="8829" y="712"/>
                    <a:pt x="8928" y="807"/>
                    <a:pt x="8947" y="843"/>
                  </a:cubicBezTo>
                  <a:close/>
                  <a:moveTo>
                    <a:pt x="5117" y="349"/>
                  </a:moveTo>
                  <a:cubicBezTo>
                    <a:pt x="5195" y="353"/>
                    <a:pt x="5261" y="293"/>
                    <a:pt x="5265" y="215"/>
                  </a:cubicBezTo>
                  <a:cubicBezTo>
                    <a:pt x="5265" y="210"/>
                    <a:pt x="5265" y="206"/>
                    <a:pt x="5265" y="201"/>
                  </a:cubicBezTo>
                  <a:cubicBezTo>
                    <a:pt x="5265" y="112"/>
                    <a:pt x="5202" y="56"/>
                    <a:pt x="5117" y="56"/>
                  </a:cubicBezTo>
                  <a:cubicBezTo>
                    <a:pt x="5032" y="56"/>
                    <a:pt x="4967" y="112"/>
                    <a:pt x="4967" y="201"/>
                  </a:cubicBezTo>
                  <a:cubicBezTo>
                    <a:pt x="4965" y="280"/>
                    <a:pt x="5026" y="346"/>
                    <a:pt x="5105" y="349"/>
                  </a:cubicBezTo>
                  <a:cubicBezTo>
                    <a:pt x="5109" y="349"/>
                    <a:pt x="5113" y="349"/>
                    <a:pt x="5117" y="349"/>
                  </a:cubicBezTo>
                  <a:close/>
                  <a:moveTo>
                    <a:pt x="3836" y="1676"/>
                  </a:moveTo>
                  <a:cubicBezTo>
                    <a:pt x="3749" y="1676"/>
                    <a:pt x="3749" y="1676"/>
                    <a:pt x="3749" y="1676"/>
                  </a:cubicBezTo>
                  <a:cubicBezTo>
                    <a:pt x="3715" y="1676"/>
                    <a:pt x="3613" y="1579"/>
                    <a:pt x="3613" y="1543"/>
                  </a:cubicBezTo>
                  <a:cubicBezTo>
                    <a:pt x="3613" y="1075"/>
                    <a:pt x="3613" y="1075"/>
                    <a:pt x="3613" y="1075"/>
                  </a:cubicBezTo>
                  <a:cubicBezTo>
                    <a:pt x="3793" y="882"/>
                    <a:pt x="3793" y="882"/>
                    <a:pt x="3793" y="882"/>
                  </a:cubicBezTo>
                  <a:cubicBezTo>
                    <a:pt x="4403" y="1763"/>
                    <a:pt x="4403" y="1763"/>
                    <a:pt x="4403" y="1763"/>
                  </a:cubicBezTo>
                  <a:cubicBezTo>
                    <a:pt x="6040" y="1763"/>
                    <a:pt x="6040" y="1763"/>
                    <a:pt x="6040" y="1763"/>
                  </a:cubicBezTo>
                  <a:cubicBezTo>
                    <a:pt x="6040" y="1676"/>
                    <a:pt x="6040" y="1676"/>
                    <a:pt x="6040" y="1676"/>
                  </a:cubicBezTo>
                  <a:cubicBezTo>
                    <a:pt x="5974" y="1676"/>
                    <a:pt x="5974" y="1676"/>
                    <a:pt x="5974" y="1676"/>
                  </a:cubicBezTo>
                  <a:cubicBezTo>
                    <a:pt x="5940" y="1676"/>
                    <a:pt x="5848" y="1594"/>
                    <a:pt x="5848" y="1555"/>
                  </a:cubicBezTo>
                  <a:cubicBezTo>
                    <a:pt x="5848" y="981"/>
                    <a:pt x="5848" y="981"/>
                    <a:pt x="5848" y="981"/>
                  </a:cubicBezTo>
                  <a:cubicBezTo>
                    <a:pt x="5848" y="904"/>
                    <a:pt x="6059" y="744"/>
                    <a:pt x="6221" y="744"/>
                  </a:cubicBezTo>
                  <a:cubicBezTo>
                    <a:pt x="6345" y="744"/>
                    <a:pt x="6403" y="829"/>
                    <a:pt x="6403" y="940"/>
                  </a:cubicBezTo>
                  <a:cubicBezTo>
                    <a:pt x="6403" y="1555"/>
                    <a:pt x="6403" y="1555"/>
                    <a:pt x="6403" y="1555"/>
                  </a:cubicBezTo>
                  <a:cubicBezTo>
                    <a:pt x="6403" y="1594"/>
                    <a:pt x="6311" y="1676"/>
                    <a:pt x="6277" y="1676"/>
                  </a:cubicBezTo>
                  <a:cubicBezTo>
                    <a:pt x="6211" y="1676"/>
                    <a:pt x="6211" y="1676"/>
                    <a:pt x="6211" y="1676"/>
                  </a:cubicBezTo>
                  <a:cubicBezTo>
                    <a:pt x="6211" y="1763"/>
                    <a:pt x="6211" y="1763"/>
                    <a:pt x="6211" y="1763"/>
                  </a:cubicBezTo>
                  <a:cubicBezTo>
                    <a:pt x="6810" y="1763"/>
                    <a:pt x="6810" y="1763"/>
                    <a:pt x="6810" y="1763"/>
                  </a:cubicBezTo>
                  <a:cubicBezTo>
                    <a:pt x="6810" y="1676"/>
                    <a:pt x="6810" y="1676"/>
                    <a:pt x="6810" y="1676"/>
                  </a:cubicBezTo>
                  <a:cubicBezTo>
                    <a:pt x="6739" y="1676"/>
                    <a:pt x="6739" y="1676"/>
                    <a:pt x="6739" y="1676"/>
                  </a:cubicBezTo>
                  <a:cubicBezTo>
                    <a:pt x="6706" y="1676"/>
                    <a:pt x="6613" y="1594"/>
                    <a:pt x="6613" y="1555"/>
                  </a:cubicBezTo>
                  <a:cubicBezTo>
                    <a:pt x="6613" y="928"/>
                    <a:pt x="6613" y="928"/>
                    <a:pt x="6613" y="928"/>
                  </a:cubicBezTo>
                  <a:cubicBezTo>
                    <a:pt x="6613" y="732"/>
                    <a:pt x="6473" y="601"/>
                    <a:pt x="6296" y="601"/>
                  </a:cubicBezTo>
                  <a:cubicBezTo>
                    <a:pt x="6091" y="601"/>
                    <a:pt x="5984" y="720"/>
                    <a:pt x="5846" y="860"/>
                  </a:cubicBezTo>
                  <a:cubicBezTo>
                    <a:pt x="5803" y="625"/>
                    <a:pt x="5803" y="625"/>
                    <a:pt x="5803" y="625"/>
                  </a:cubicBezTo>
                  <a:cubicBezTo>
                    <a:pt x="5441" y="625"/>
                    <a:pt x="5441" y="625"/>
                    <a:pt x="5441" y="625"/>
                  </a:cubicBezTo>
                  <a:cubicBezTo>
                    <a:pt x="5441" y="712"/>
                    <a:pt x="5441" y="712"/>
                    <a:pt x="5441" y="712"/>
                  </a:cubicBezTo>
                  <a:cubicBezTo>
                    <a:pt x="5512" y="712"/>
                    <a:pt x="5512" y="712"/>
                    <a:pt x="5512" y="712"/>
                  </a:cubicBezTo>
                  <a:cubicBezTo>
                    <a:pt x="5546" y="712"/>
                    <a:pt x="5638" y="798"/>
                    <a:pt x="5638" y="833"/>
                  </a:cubicBezTo>
                  <a:cubicBezTo>
                    <a:pt x="5638" y="1555"/>
                    <a:pt x="5638" y="1555"/>
                    <a:pt x="5638" y="1555"/>
                  </a:cubicBezTo>
                  <a:cubicBezTo>
                    <a:pt x="5638" y="1593"/>
                    <a:pt x="5546" y="1676"/>
                    <a:pt x="5512" y="1676"/>
                  </a:cubicBezTo>
                  <a:cubicBezTo>
                    <a:pt x="5371" y="1676"/>
                    <a:pt x="5371" y="1676"/>
                    <a:pt x="5371" y="1676"/>
                  </a:cubicBezTo>
                  <a:cubicBezTo>
                    <a:pt x="5340" y="1676"/>
                    <a:pt x="5245" y="1593"/>
                    <a:pt x="5245" y="1555"/>
                  </a:cubicBezTo>
                  <a:cubicBezTo>
                    <a:pt x="5245" y="625"/>
                    <a:pt x="5245" y="625"/>
                    <a:pt x="5245" y="625"/>
                  </a:cubicBezTo>
                  <a:cubicBezTo>
                    <a:pt x="4836" y="625"/>
                    <a:pt x="4836" y="625"/>
                    <a:pt x="4836" y="625"/>
                  </a:cubicBezTo>
                  <a:cubicBezTo>
                    <a:pt x="4836" y="712"/>
                    <a:pt x="4836" y="712"/>
                    <a:pt x="4836" y="712"/>
                  </a:cubicBezTo>
                  <a:cubicBezTo>
                    <a:pt x="4906" y="712"/>
                    <a:pt x="4906" y="712"/>
                    <a:pt x="4906" y="712"/>
                  </a:cubicBezTo>
                  <a:cubicBezTo>
                    <a:pt x="4940" y="712"/>
                    <a:pt x="5032" y="798"/>
                    <a:pt x="5032" y="833"/>
                  </a:cubicBezTo>
                  <a:cubicBezTo>
                    <a:pt x="5032" y="1555"/>
                    <a:pt x="5032" y="1555"/>
                    <a:pt x="5032" y="1555"/>
                  </a:cubicBezTo>
                  <a:cubicBezTo>
                    <a:pt x="5032" y="1594"/>
                    <a:pt x="4940" y="1676"/>
                    <a:pt x="4906" y="1676"/>
                  </a:cubicBezTo>
                  <a:cubicBezTo>
                    <a:pt x="4778" y="1676"/>
                    <a:pt x="4778" y="1676"/>
                    <a:pt x="4778" y="1676"/>
                  </a:cubicBezTo>
                  <a:cubicBezTo>
                    <a:pt x="4742" y="1676"/>
                    <a:pt x="4599" y="1567"/>
                    <a:pt x="4570" y="1528"/>
                  </a:cubicBezTo>
                  <a:cubicBezTo>
                    <a:pt x="3953" y="707"/>
                    <a:pt x="3953" y="707"/>
                    <a:pt x="3953" y="707"/>
                  </a:cubicBezTo>
                  <a:cubicBezTo>
                    <a:pt x="4381" y="247"/>
                    <a:pt x="4381" y="247"/>
                    <a:pt x="4381" y="247"/>
                  </a:cubicBezTo>
                  <a:cubicBezTo>
                    <a:pt x="4405" y="221"/>
                    <a:pt x="4572" y="88"/>
                    <a:pt x="4606" y="88"/>
                  </a:cubicBezTo>
                  <a:cubicBezTo>
                    <a:pt x="4692" y="88"/>
                    <a:pt x="4692" y="88"/>
                    <a:pt x="4692" y="88"/>
                  </a:cubicBezTo>
                  <a:cubicBezTo>
                    <a:pt x="4692" y="0"/>
                    <a:pt x="4692" y="0"/>
                    <a:pt x="4692" y="0"/>
                  </a:cubicBezTo>
                  <a:cubicBezTo>
                    <a:pt x="4052" y="0"/>
                    <a:pt x="4052" y="0"/>
                    <a:pt x="4052" y="0"/>
                  </a:cubicBezTo>
                  <a:cubicBezTo>
                    <a:pt x="4052" y="88"/>
                    <a:pt x="4052" y="88"/>
                    <a:pt x="4052" y="88"/>
                  </a:cubicBezTo>
                  <a:cubicBezTo>
                    <a:pt x="4137" y="88"/>
                    <a:pt x="4137" y="88"/>
                    <a:pt x="4137" y="88"/>
                  </a:cubicBezTo>
                  <a:cubicBezTo>
                    <a:pt x="4171" y="88"/>
                    <a:pt x="4270" y="209"/>
                    <a:pt x="4244" y="240"/>
                  </a:cubicBezTo>
                  <a:cubicBezTo>
                    <a:pt x="3614" y="942"/>
                    <a:pt x="3614" y="942"/>
                    <a:pt x="3614" y="942"/>
                  </a:cubicBezTo>
                  <a:cubicBezTo>
                    <a:pt x="3614" y="221"/>
                    <a:pt x="3614" y="221"/>
                    <a:pt x="3614" y="221"/>
                  </a:cubicBezTo>
                  <a:cubicBezTo>
                    <a:pt x="3614" y="184"/>
                    <a:pt x="3716" y="88"/>
                    <a:pt x="3750" y="88"/>
                  </a:cubicBezTo>
                  <a:cubicBezTo>
                    <a:pt x="3837" y="88"/>
                    <a:pt x="3837" y="88"/>
                    <a:pt x="3837" y="88"/>
                  </a:cubicBezTo>
                  <a:cubicBezTo>
                    <a:pt x="3837" y="0"/>
                    <a:pt x="3837" y="0"/>
                    <a:pt x="3837" y="0"/>
                  </a:cubicBezTo>
                  <a:cubicBezTo>
                    <a:pt x="3149" y="0"/>
                    <a:pt x="3149" y="0"/>
                    <a:pt x="3149" y="0"/>
                  </a:cubicBezTo>
                  <a:cubicBezTo>
                    <a:pt x="3149" y="88"/>
                    <a:pt x="3149" y="88"/>
                    <a:pt x="3149" y="88"/>
                  </a:cubicBezTo>
                  <a:cubicBezTo>
                    <a:pt x="3236" y="88"/>
                    <a:pt x="3236" y="88"/>
                    <a:pt x="3236" y="88"/>
                  </a:cubicBezTo>
                  <a:cubicBezTo>
                    <a:pt x="3270" y="88"/>
                    <a:pt x="3371" y="184"/>
                    <a:pt x="3371" y="221"/>
                  </a:cubicBezTo>
                  <a:cubicBezTo>
                    <a:pt x="3371" y="1543"/>
                    <a:pt x="3371" y="1543"/>
                    <a:pt x="3371" y="1543"/>
                  </a:cubicBezTo>
                  <a:cubicBezTo>
                    <a:pt x="3371" y="1579"/>
                    <a:pt x="3270" y="1676"/>
                    <a:pt x="3236" y="1676"/>
                  </a:cubicBezTo>
                  <a:cubicBezTo>
                    <a:pt x="3149" y="1676"/>
                    <a:pt x="3149" y="1676"/>
                    <a:pt x="3149" y="1676"/>
                  </a:cubicBezTo>
                  <a:cubicBezTo>
                    <a:pt x="3149" y="1763"/>
                    <a:pt x="3149" y="1763"/>
                    <a:pt x="3149" y="1763"/>
                  </a:cubicBezTo>
                  <a:cubicBezTo>
                    <a:pt x="3836" y="1763"/>
                    <a:pt x="3836" y="1763"/>
                    <a:pt x="3836" y="1763"/>
                  </a:cubicBezTo>
                  <a:lnTo>
                    <a:pt x="3836" y="1676"/>
                  </a:lnTo>
                  <a:close/>
                  <a:moveTo>
                    <a:pt x="7720" y="1446"/>
                  </a:moveTo>
                  <a:cubicBezTo>
                    <a:pt x="7720" y="1262"/>
                    <a:pt x="7579" y="1163"/>
                    <a:pt x="7456" y="1114"/>
                  </a:cubicBezTo>
                  <a:cubicBezTo>
                    <a:pt x="7361" y="1078"/>
                    <a:pt x="7296" y="1049"/>
                    <a:pt x="7209" y="1013"/>
                  </a:cubicBezTo>
                  <a:cubicBezTo>
                    <a:pt x="7090" y="962"/>
                    <a:pt x="7023" y="927"/>
                    <a:pt x="7023" y="829"/>
                  </a:cubicBezTo>
                  <a:cubicBezTo>
                    <a:pt x="7023" y="739"/>
                    <a:pt x="7085" y="683"/>
                    <a:pt x="7219" y="683"/>
                  </a:cubicBezTo>
                  <a:cubicBezTo>
                    <a:pt x="7432" y="683"/>
                    <a:pt x="7565" y="884"/>
                    <a:pt x="7565" y="979"/>
                  </a:cubicBezTo>
                  <a:cubicBezTo>
                    <a:pt x="7635" y="979"/>
                    <a:pt x="7635" y="979"/>
                    <a:pt x="7635" y="979"/>
                  </a:cubicBezTo>
                  <a:cubicBezTo>
                    <a:pt x="7635" y="625"/>
                    <a:pt x="7635" y="625"/>
                    <a:pt x="7635" y="625"/>
                  </a:cubicBezTo>
                  <a:cubicBezTo>
                    <a:pt x="7572" y="625"/>
                    <a:pt x="7572" y="625"/>
                    <a:pt x="7572" y="625"/>
                  </a:cubicBezTo>
                  <a:cubicBezTo>
                    <a:pt x="7562" y="649"/>
                    <a:pt x="7543" y="657"/>
                    <a:pt x="7509" y="657"/>
                  </a:cubicBezTo>
                  <a:cubicBezTo>
                    <a:pt x="7422" y="657"/>
                    <a:pt x="7352" y="598"/>
                    <a:pt x="7226" y="598"/>
                  </a:cubicBezTo>
                  <a:cubicBezTo>
                    <a:pt x="7015" y="598"/>
                    <a:pt x="6882" y="707"/>
                    <a:pt x="6882" y="913"/>
                  </a:cubicBezTo>
                  <a:cubicBezTo>
                    <a:pt x="6882" y="1071"/>
                    <a:pt x="6986" y="1160"/>
                    <a:pt x="7124" y="1223"/>
                  </a:cubicBezTo>
                  <a:cubicBezTo>
                    <a:pt x="7216" y="1264"/>
                    <a:pt x="7282" y="1291"/>
                    <a:pt x="7361" y="1325"/>
                  </a:cubicBezTo>
                  <a:cubicBezTo>
                    <a:pt x="7463" y="1367"/>
                    <a:pt x="7577" y="1412"/>
                    <a:pt x="7577" y="1540"/>
                  </a:cubicBezTo>
                  <a:cubicBezTo>
                    <a:pt x="7577" y="1647"/>
                    <a:pt x="7497" y="1695"/>
                    <a:pt x="7354" y="1695"/>
                  </a:cubicBezTo>
                  <a:cubicBezTo>
                    <a:pt x="7107" y="1695"/>
                    <a:pt x="6952" y="1468"/>
                    <a:pt x="6952" y="1361"/>
                  </a:cubicBezTo>
                  <a:cubicBezTo>
                    <a:pt x="6882" y="1361"/>
                    <a:pt x="6882" y="1361"/>
                    <a:pt x="6882" y="1361"/>
                  </a:cubicBezTo>
                  <a:cubicBezTo>
                    <a:pt x="6882" y="1763"/>
                    <a:pt x="6882" y="1763"/>
                    <a:pt x="6882" y="1763"/>
                  </a:cubicBezTo>
                  <a:cubicBezTo>
                    <a:pt x="6938" y="1763"/>
                    <a:pt x="6938" y="1763"/>
                    <a:pt x="6938" y="1763"/>
                  </a:cubicBezTo>
                  <a:cubicBezTo>
                    <a:pt x="6967" y="1737"/>
                    <a:pt x="6979" y="1725"/>
                    <a:pt x="7025" y="1725"/>
                  </a:cubicBezTo>
                  <a:cubicBezTo>
                    <a:pt x="7124" y="1725"/>
                    <a:pt x="7209" y="1790"/>
                    <a:pt x="7354" y="1790"/>
                  </a:cubicBezTo>
                  <a:cubicBezTo>
                    <a:pt x="7570" y="1790"/>
                    <a:pt x="7720" y="1664"/>
                    <a:pt x="7720" y="1446"/>
                  </a:cubicBezTo>
                  <a:close/>
                  <a:moveTo>
                    <a:pt x="2703" y="1584"/>
                  </a:moveTo>
                  <a:cubicBezTo>
                    <a:pt x="2442" y="1584"/>
                    <a:pt x="2282" y="1383"/>
                    <a:pt x="2282" y="1129"/>
                  </a:cubicBezTo>
                  <a:cubicBezTo>
                    <a:pt x="2282" y="860"/>
                    <a:pt x="2391" y="683"/>
                    <a:pt x="2618" y="683"/>
                  </a:cubicBezTo>
                  <a:cubicBezTo>
                    <a:pt x="2815" y="683"/>
                    <a:pt x="2844" y="840"/>
                    <a:pt x="2812" y="1017"/>
                  </a:cubicBezTo>
                  <a:cubicBezTo>
                    <a:pt x="2882" y="1013"/>
                    <a:pt x="2882" y="1013"/>
                    <a:pt x="2882" y="1013"/>
                  </a:cubicBezTo>
                  <a:cubicBezTo>
                    <a:pt x="3049" y="753"/>
                    <a:pt x="3049" y="753"/>
                    <a:pt x="3049" y="753"/>
                  </a:cubicBezTo>
                  <a:cubicBezTo>
                    <a:pt x="2945" y="649"/>
                    <a:pt x="2824" y="596"/>
                    <a:pt x="2645" y="596"/>
                  </a:cubicBezTo>
                  <a:cubicBezTo>
                    <a:pt x="2345" y="596"/>
                    <a:pt x="2100" y="833"/>
                    <a:pt x="2100" y="1201"/>
                  </a:cubicBezTo>
                  <a:cubicBezTo>
                    <a:pt x="2100" y="1526"/>
                    <a:pt x="2306" y="1792"/>
                    <a:pt x="2623" y="1792"/>
                  </a:cubicBezTo>
                  <a:cubicBezTo>
                    <a:pt x="2909" y="1792"/>
                    <a:pt x="3061" y="1635"/>
                    <a:pt x="3136" y="1386"/>
                  </a:cubicBezTo>
                  <a:cubicBezTo>
                    <a:pt x="3066" y="1386"/>
                    <a:pt x="3066" y="1386"/>
                    <a:pt x="3066" y="1386"/>
                  </a:cubicBezTo>
                  <a:cubicBezTo>
                    <a:pt x="2986" y="1519"/>
                    <a:pt x="2902" y="1584"/>
                    <a:pt x="2703" y="1584"/>
                  </a:cubicBezTo>
                  <a:close/>
                  <a:moveTo>
                    <a:pt x="1053" y="1322"/>
                  </a:moveTo>
                  <a:cubicBezTo>
                    <a:pt x="1041" y="1322"/>
                    <a:pt x="1041" y="1322"/>
                    <a:pt x="1041" y="1322"/>
                  </a:cubicBezTo>
                  <a:cubicBezTo>
                    <a:pt x="511" y="0"/>
                    <a:pt x="511" y="0"/>
                    <a:pt x="511" y="0"/>
                  </a:cubicBezTo>
                  <a:cubicBezTo>
                    <a:pt x="0" y="0"/>
                    <a:pt x="0" y="0"/>
                    <a:pt x="0" y="0"/>
                  </a:cubicBezTo>
                  <a:cubicBezTo>
                    <a:pt x="0" y="88"/>
                    <a:pt x="0" y="88"/>
                    <a:pt x="0" y="88"/>
                  </a:cubicBezTo>
                  <a:cubicBezTo>
                    <a:pt x="87" y="88"/>
                    <a:pt x="87" y="88"/>
                    <a:pt x="87" y="88"/>
                  </a:cubicBezTo>
                  <a:cubicBezTo>
                    <a:pt x="121" y="88"/>
                    <a:pt x="223" y="184"/>
                    <a:pt x="223" y="221"/>
                  </a:cubicBezTo>
                  <a:cubicBezTo>
                    <a:pt x="223" y="1543"/>
                    <a:pt x="223" y="1543"/>
                    <a:pt x="223" y="1543"/>
                  </a:cubicBezTo>
                  <a:cubicBezTo>
                    <a:pt x="223" y="1579"/>
                    <a:pt x="121" y="1676"/>
                    <a:pt x="87" y="1676"/>
                  </a:cubicBezTo>
                  <a:cubicBezTo>
                    <a:pt x="0" y="1676"/>
                    <a:pt x="0" y="1676"/>
                    <a:pt x="0" y="1676"/>
                  </a:cubicBezTo>
                  <a:cubicBezTo>
                    <a:pt x="0" y="1763"/>
                    <a:pt x="0" y="1763"/>
                    <a:pt x="0" y="1763"/>
                  </a:cubicBezTo>
                  <a:cubicBezTo>
                    <a:pt x="549" y="1763"/>
                    <a:pt x="549" y="1763"/>
                    <a:pt x="549" y="1763"/>
                  </a:cubicBezTo>
                  <a:cubicBezTo>
                    <a:pt x="549" y="1676"/>
                    <a:pt x="549" y="1676"/>
                    <a:pt x="549" y="1676"/>
                  </a:cubicBezTo>
                  <a:cubicBezTo>
                    <a:pt x="462" y="1676"/>
                    <a:pt x="462" y="1676"/>
                    <a:pt x="462" y="1676"/>
                  </a:cubicBezTo>
                  <a:cubicBezTo>
                    <a:pt x="428" y="1676"/>
                    <a:pt x="327" y="1579"/>
                    <a:pt x="327" y="1543"/>
                  </a:cubicBezTo>
                  <a:cubicBezTo>
                    <a:pt x="327" y="233"/>
                    <a:pt x="327" y="233"/>
                    <a:pt x="327" y="233"/>
                  </a:cubicBezTo>
                  <a:cubicBezTo>
                    <a:pt x="968" y="1794"/>
                    <a:pt x="968" y="1794"/>
                    <a:pt x="968" y="1794"/>
                  </a:cubicBezTo>
                  <a:cubicBezTo>
                    <a:pt x="1609" y="259"/>
                    <a:pt x="1609" y="259"/>
                    <a:pt x="1609" y="259"/>
                  </a:cubicBezTo>
                  <a:cubicBezTo>
                    <a:pt x="1609" y="1543"/>
                    <a:pt x="1609" y="1543"/>
                    <a:pt x="1609" y="1543"/>
                  </a:cubicBezTo>
                  <a:cubicBezTo>
                    <a:pt x="1609" y="1579"/>
                    <a:pt x="1507" y="1676"/>
                    <a:pt x="1473" y="1676"/>
                  </a:cubicBezTo>
                  <a:cubicBezTo>
                    <a:pt x="1386" y="1676"/>
                    <a:pt x="1386" y="1676"/>
                    <a:pt x="1386" y="1676"/>
                  </a:cubicBezTo>
                  <a:cubicBezTo>
                    <a:pt x="1386" y="1763"/>
                    <a:pt x="1386" y="1763"/>
                    <a:pt x="1386" y="1763"/>
                  </a:cubicBezTo>
                  <a:cubicBezTo>
                    <a:pt x="2069" y="1763"/>
                    <a:pt x="2069" y="1763"/>
                    <a:pt x="2069" y="1763"/>
                  </a:cubicBezTo>
                  <a:cubicBezTo>
                    <a:pt x="2069" y="1676"/>
                    <a:pt x="2069" y="1676"/>
                    <a:pt x="2069" y="1676"/>
                  </a:cubicBezTo>
                  <a:cubicBezTo>
                    <a:pt x="1983" y="1676"/>
                    <a:pt x="1983" y="1676"/>
                    <a:pt x="1983" y="1676"/>
                  </a:cubicBezTo>
                  <a:cubicBezTo>
                    <a:pt x="1949" y="1676"/>
                    <a:pt x="1848" y="1579"/>
                    <a:pt x="1848" y="1543"/>
                  </a:cubicBezTo>
                  <a:cubicBezTo>
                    <a:pt x="1848" y="221"/>
                    <a:pt x="1848" y="221"/>
                    <a:pt x="1848" y="221"/>
                  </a:cubicBezTo>
                  <a:cubicBezTo>
                    <a:pt x="1848" y="184"/>
                    <a:pt x="1949" y="88"/>
                    <a:pt x="1983" y="88"/>
                  </a:cubicBezTo>
                  <a:cubicBezTo>
                    <a:pt x="2070" y="88"/>
                    <a:pt x="2070" y="88"/>
                    <a:pt x="2070" y="88"/>
                  </a:cubicBezTo>
                  <a:cubicBezTo>
                    <a:pt x="2070" y="0"/>
                    <a:pt x="2070" y="0"/>
                    <a:pt x="2070" y="0"/>
                  </a:cubicBezTo>
                  <a:cubicBezTo>
                    <a:pt x="1610" y="0"/>
                    <a:pt x="1610" y="0"/>
                    <a:pt x="1610" y="0"/>
                  </a:cubicBezTo>
                  <a:lnTo>
                    <a:pt x="1053" y="1322"/>
                  </a:lnTo>
                  <a:close/>
                </a:path>
              </a:pathLst>
            </a:custGeom>
            <a:solidFill>
              <a:srgbClr val="051C2C"/>
            </a:solidFill>
            <a:ln>
              <a:noFill/>
            </a:ln>
          </p:spPr>
          <p:txBody>
            <a:bodyPr vert="horz" wrap="square" lIns="91440" tIns="45720" rIns="91440" bIns="45720" numCol="1" anchor="t" anchorCtr="0" compatLnSpc="1">
              <a:prstTxWarp prst="textNoShape">
                <a:avLst/>
              </a:prstTxWarp>
            </a:bodyPr>
            <a:lstStyle/>
            <a:p>
              <a:endParaRPr lang="en-US">
                <a:latin typeface="Arial" panose="020B0604020202020204" pitchFamily="34" charset="0"/>
              </a:endParaRPr>
            </a:p>
          </p:txBody>
        </p:sp>
      </p:grpSp>
      <p:sp>
        <p:nvSpPr>
          <p:cNvPr id="8" name="5. Source" hidden="1">
            <a:extLst>
              <a:ext uri="{FF2B5EF4-FFF2-40B4-BE49-F238E27FC236}">
                <a16:creationId xmlns:a16="http://schemas.microsoft.com/office/drawing/2014/main" id="{330AE89A-7771-4A6E-A02D-893DCB66C876}"/>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425696284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tags" Target="../tags/tag4.xml"/><Relationship Id="rId26" Type="http://schemas.openxmlformats.org/officeDocument/2006/relationships/tags" Target="../tags/tag12.xml"/><Relationship Id="rId39" Type="http://schemas.openxmlformats.org/officeDocument/2006/relationships/image" Target="../media/image2.svg"/><Relationship Id="rId21" Type="http://schemas.openxmlformats.org/officeDocument/2006/relationships/tags" Target="../tags/tag7.xml"/><Relationship Id="rId34" Type="http://schemas.openxmlformats.org/officeDocument/2006/relationships/tags" Target="../tags/tag20.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ags" Target="../tags/tag3.xml"/><Relationship Id="rId25" Type="http://schemas.openxmlformats.org/officeDocument/2006/relationships/tags" Target="../tags/tag11.xml"/><Relationship Id="rId33" Type="http://schemas.openxmlformats.org/officeDocument/2006/relationships/tags" Target="../tags/tag19.xml"/><Relationship Id="rId38"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tags" Target="../tags/tag2.xml"/><Relationship Id="rId20" Type="http://schemas.openxmlformats.org/officeDocument/2006/relationships/tags" Target="../tags/tag6.xml"/><Relationship Id="rId29" Type="http://schemas.openxmlformats.org/officeDocument/2006/relationships/tags" Target="../tags/tag15.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10.xml"/><Relationship Id="rId32" Type="http://schemas.openxmlformats.org/officeDocument/2006/relationships/tags" Target="../tags/tag18.xml"/><Relationship Id="rId37" Type="http://schemas.openxmlformats.org/officeDocument/2006/relationships/oleObject" Target="../embeddings/oleObject1.bin"/><Relationship Id="rId5" Type="http://schemas.openxmlformats.org/officeDocument/2006/relationships/slideLayout" Target="../slideLayouts/slideLayout5.xml"/><Relationship Id="rId15" Type="http://schemas.openxmlformats.org/officeDocument/2006/relationships/theme" Target="../theme/theme1.xml"/><Relationship Id="rId23" Type="http://schemas.openxmlformats.org/officeDocument/2006/relationships/tags" Target="../tags/tag9.xml"/><Relationship Id="rId28" Type="http://schemas.openxmlformats.org/officeDocument/2006/relationships/tags" Target="../tags/tag14.xml"/><Relationship Id="rId36" Type="http://schemas.openxmlformats.org/officeDocument/2006/relationships/tags" Target="../tags/tag22.xml"/><Relationship Id="rId10" Type="http://schemas.openxmlformats.org/officeDocument/2006/relationships/slideLayout" Target="../slideLayouts/slideLayout10.xml"/><Relationship Id="rId19" Type="http://schemas.openxmlformats.org/officeDocument/2006/relationships/tags" Target="../tags/tag5.xml"/><Relationship Id="rId31" Type="http://schemas.openxmlformats.org/officeDocument/2006/relationships/tags" Target="../tags/tag17.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8.xml"/><Relationship Id="rId27" Type="http://schemas.openxmlformats.org/officeDocument/2006/relationships/tags" Target="../tags/tag13.xml"/><Relationship Id="rId30" Type="http://schemas.openxmlformats.org/officeDocument/2006/relationships/tags" Target="../tags/tag16.xml"/><Relationship Id="rId35" Type="http://schemas.openxmlformats.org/officeDocument/2006/relationships/tags" Target="../tags/tag2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7.xml"/><Relationship Id="rId18" Type="http://schemas.openxmlformats.org/officeDocument/2006/relationships/theme" Target="../theme/theme2.xml"/><Relationship Id="rId26" Type="http://schemas.openxmlformats.org/officeDocument/2006/relationships/tags" Target="../tags/tag125.xml"/><Relationship Id="rId39" Type="http://schemas.openxmlformats.org/officeDocument/2006/relationships/tags" Target="../tags/tag138.xml"/><Relationship Id="rId21" Type="http://schemas.openxmlformats.org/officeDocument/2006/relationships/tags" Target="../tags/tag120.xml"/><Relationship Id="rId34" Type="http://schemas.openxmlformats.org/officeDocument/2006/relationships/tags" Target="../tags/tag133.xml"/><Relationship Id="rId42" Type="http://schemas.openxmlformats.org/officeDocument/2006/relationships/image" Target="../media/image9.svg"/><Relationship Id="rId7" Type="http://schemas.openxmlformats.org/officeDocument/2006/relationships/slideLayout" Target="../slideLayouts/slideLayout21.xml"/><Relationship Id="rId2" Type="http://schemas.openxmlformats.org/officeDocument/2006/relationships/slideLayout" Target="../slideLayouts/slideLayout16.xml"/><Relationship Id="rId16" Type="http://schemas.openxmlformats.org/officeDocument/2006/relationships/slideLayout" Target="../slideLayouts/slideLayout30.xml"/><Relationship Id="rId20" Type="http://schemas.openxmlformats.org/officeDocument/2006/relationships/tags" Target="../tags/tag119.xml"/><Relationship Id="rId29" Type="http://schemas.openxmlformats.org/officeDocument/2006/relationships/tags" Target="../tags/tag128.xml"/><Relationship Id="rId41" Type="http://schemas.openxmlformats.org/officeDocument/2006/relationships/image" Target="../media/image5.emf"/><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24" Type="http://schemas.openxmlformats.org/officeDocument/2006/relationships/tags" Target="../tags/tag123.xml"/><Relationship Id="rId32" Type="http://schemas.openxmlformats.org/officeDocument/2006/relationships/tags" Target="../tags/tag131.xml"/><Relationship Id="rId37" Type="http://schemas.openxmlformats.org/officeDocument/2006/relationships/tags" Target="../tags/tag136.xml"/><Relationship Id="rId40" Type="http://schemas.openxmlformats.org/officeDocument/2006/relationships/oleObject" Target="../embeddings/oleObject11.bin"/><Relationship Id="rId5" Type="http://schemas.openxmlformats.org/officeDocument/2006/relationships/slideLayout" Target="../slideLayouts/slideLayout19.xml"/><Relationship Id="rId15" Type="http://schemas.openxmlformats.org/officeDocument/2006/relationships/slideLayout" Target="../slideLayouts/slideLayout29.xml"/><Relationship Id="rId23" Type="http://schemas.openxmlformats.org/officeDocument/2006/relationships/tags" Target="../tags/tag122.xml"/><Relationship Id="rId28" Type="http://schemas.openxmlformats.org/officeDocument/2006/relationships/tags" Target="../tags/tag127.xml"/><Relationship Id="rId36" Type="http://schemas.openxmlformats.org/officeDocument/2006/relationships/tags" Target="../tags/tag135.xml"/><Relationship Id="rId10" Type="http://schemas.openxmlformats.org/officeDocument/2006/relationships/slideLayout" Target="../slideLayouts/slideLayout24.xml"/><Relationship Id="rId19" Type="http://schemas.openxmlformats.org/officeDocument/2006/relationships/tags" Target="../tags/tag118.xml"/><Relationship Id="rId31" Type="http://schemas.openxmlformats.org/officeDocument/2006/relationships/tags" Target="../tags/tag130.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slideLayout" Target="../slideLayouts/slideLayout28.xml"/><Relationship Id="rId22" Type="http://schemas.openxmlformats.org/officeDocument/2006/relationships/tags" Target="../tags/tag121.xml"/><Relationship Id="rId27" Type="http://schemas.openxmlformats.org/officeDocument/2006/relationships/tags" Target="../tags/tag126.xml"/><Relationship Id="rId30" Type="http://schemas.openxmlformats.org/officeDocument/2006/relationships/tags" Target="../tags/tag129.xml"/><Relationship Id="rId35" Type="http://schemas.openxmlformats.org/officeDocument/2006/relationships/tags" Target="../tags/tag134.xml"/><Relationship Id="rId8" Type="http://schemas.openxmlformats.org/officeDocument/2006/relationships/slideLayout" Target="../slideLayouts/slideLayout22.xml"/><Relationship Id="rId3" Type="http://schemas.openxmlformats.org/officeDocument/2006/relationships/slideLayout" Target="../slideLayouts/slideLayout17.xml"/><Relationship Id="rId12" Type="http://schemas.openxmlformats.org/officeDocument/2006/relationships/slideLayout" Target="../slideLayouts/slideLayout26.xml"/><Relationship Id="rId17" Type="http://schemas.openxmlformats.org/officeDocument/2006/relationships/slideLayout" Target="../slideLayouts/slideLayout31.xml"/><Relationship Id="rId25" Type="http://schemas.openxmlformats.org/officeDocument/2006/relationships/tags" Target="../tags/tag124.xml"/><Relationship Id="rId33" Type="http://schemas.openxmlformats.org/officeDocument/2006/relationships/tags" Target="../tags/tag132.xml"/><Relationship Id="rId38" Type="http://schemas.openxmlformats.org/officeDocument/2006/relationships/tags" Target="../tags/tag137.xml"/></Relationships>
</file>

<file path=ppt/slideMasters/_rels/slideMaster3.xml.rels><?xml version="1.0" encoding="UTF-8" standalone="yes"?>
<Relationships xmlns="http://schemas.openxmlformats.org/package/2006/relationships"><Relationship Id="rId8" Type="http://schemas.openxmlformats.org/officeDocument/2006/relationships/tags" Target="../tags/tag265.xml"/><Relationship Id="rId13" Type="http://schemas.openxmlformats.org/officeDocument/2006/relationships/tags" Target="../tags/tag270.xml"/><Relationship Id="rId18" Type="http://schemas.openxmlformats.org/officeDocument/2006/relationships/tags" Target="../tags/tag275.xml"/><Relationship Id="rId26" Type="http://schemas.openxmlformats.org/officeDocument/2006/relationships/image" Target="../media/image1.emf"/><Relationship Id="rId3" Type="http://schemas.openxmlformats.org/officeDocument/2006/relationships/theme" Target="../theme/theme3.xml"/><Relationship Id="rId21" Type="http://schemas.openxmlformats.org/officeDocument/2006/relationships/tags" Target="../tags/tag278.xml"/><Relationship Id="rId7" Type="http://schemas.openxmlformats.org/officeDocument/2006/relationships/tags" Target="../tags/tag264.xml"/><Relationship Id="rId12" Type="http://schemas.openxmlformats.org/officeDocument/2006/relationships/tags" Target="../tags/tag269.xml"/><Relationship Id="rId17" Type="http://schemas.openxmlformats.org/officeDocument/2006/relationships/tags" Target="../tags/tag274.xml"/><Relationship Id="rId25" Type="http://schemas.openxmlformats.org/officeDocument/2006/relationships/oleObject" Target="../embeddings/oleObject1.bin"/><Relationship Id="rId2" Type="http://schemas.openxmlformats.org/officeDocument/2006/relationships/slideLayout" Target="../slideLayouts/slideLayout33.xml"/><Relationship Id="rId16" Type="http://schemas.openxmlformats.org/officeDocument/2006/relationships/tags" Target="../tags/tag273.xml"/><Relationship Id="rId20" Type="http://schemas.openxmlformats.org/officeDocument/2006/relationships/tags" Target="../tags/tag277.xml"/><Relationship Id="rId1" Type="http://schemas.openxmlformats.org/officeDocument/2006/relationships/slideLayout" Target="../slideLayouts/slideLayout32.xml"/><Relationship Id="rId6" Type="http://schemas.openxmlformats.org/officeDocument/2006/relationships/tags" Target="../tags/tag263.xml"/><Relationship Id="rId11" Type="http://schemas.openxmlformats.org/officeDocument/2006/relationships/tags" Target="../tags/tag268.xml"/><Relationship Id="rId24" Type="http://schemas.openxmlformats.org/officeDocument/2006/relationships/tags" Target="../tags/tag281.xml"/><Relationship Id="rId5" Type="http://schemas.openxmlformats.org/officeDocument/2006/relationships/tags" Target="../tags/tag262.xml"/><Relationship Id="rId15" Type="http://schemas.openxmlformats.org/officeDocument/2006/relationships/tags" Target="../tags/tag272.xml"/><Relationship Id="rId23" Type="http://schemas.openxmlformats.org/officeDocument/2006/relationships/tags" Target="../tags/tag280.xml"/><Relationship Id="rId10" Type="http://schemas.openxmlformats.org/officeDocument/2006/relationships/tags" Target="../tags/tag267.xml"/><Relationship Id="rId19" Type="http://schemas.openxmlformats.org/officeDocument/2006/relationships/tags" Target="../tags/tag276.xml"/><Relationship Id="rId4" Type="http://schemas.openxmlformats.org/officeDocument/2006/relationships/tags" Target="../tags/tag261.xml"/><Relationship Id="rId9" Type="http://schemas.openxmlformats.org/officeDocument/2006/relationships/tags" Target="../tags/tag266.xml"/><Relationship Id="rId14" Type="http://schemas.openxmlformats.org/officeDocument/2006/relationships/tags" Target="../tags/tag271.xml"/><Relationship Id="rId22" Type="http://schemas.openxmlformats.org/officeDocument/2006/relationships/tags" Target="../tags/tag279.xml"/><Relationship Id="rId27"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16"/>
            </p:custDataLst>
            <p:extLst>
              <p:ext uri="{D42A27DB-BD31-4B8C-83A1-F6EECF244321}">
                <p14:modId xmlns:p14="http://schemas.microsoft.com/office/powerpoint/2010/main" val="15842838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7" imgW="413" imgH="416" progId="TCLayout.ActiveDocument.1">
                  <p:embed/>
                </p:oleObj>
              </mc:Choice>
              <mc:Fallback>
                <p:oleObj name="think-cell Slide" r:id="rId37"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38"/>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userDrawn="1">
            <p:custDataLst>
              <p:tags r:id="rId17"/>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18"/>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19"/>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20"/>
            </p:custDataLst>
          </p:nvPr>
        </p:nvSpPr>
        <p:spPr>
          <a:xfrm>
            <a:off x="554736" y="172212"/>
            <a:ext cx="11082528" cy="731520"/>
          </a:xfrm>
          <a:prstGeom prst="rect">
            <a:avLst/>
          </a:prstGeom>
        </p:spPr>
        <p:txBody>
          <a:bodyPr vert="horz" wrap="square" lIns="0" tIns="0" rIns="0" bIns="0" rtlCol="0" anchor="b" anchorCtr="0">
            <a:noAutofit/>
          </a:bodyPr>
          <a:lstStyle/>
          <a:p>
            <a:r>
              <a:rPr lang="en-US"/>
              <a:t>Click to edit Master title style</a:t>
            </a:r>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6" name="Grid" hidden="1">
            <a:extLst>
              <a:ext uri="{FF2B5EF4-FFF2-40B4-BE49-F238E27FC236}">
                <a16:creationId xmlns:a16="http://schemas.microsoft.com/office/drawing/2014/main" id="{6579EC00-B6CE-6B6A-27BD-68A33477E9F1}"/>
              </a:ext>
            </a:extLst>
          </p:cNvPr>
          <p:cNvPicPr>
            <a:picLocks noChangeAspect="1"/>
          </p:cNvPicPr>
          <p:nvPr userDrawn="1">
            <p:custDataLst>
              <p:tags r:id="rId21"/>
            </p:custDataLst>
          </p:nvPr>
        </p:nvPicPr>
        <p:blipFill>
          <a:blip>
            <a:extLst>
              <a:ext uri="{96DAC541-7B7A-43D3-8B79-37D633B846F1}">
                <asvg:svgBlip xmlns:asvg="http://schemas.microsoft.com/office/drawing/2016/SVG/main" r:embed="rId39"/>
              </a:ext>
            </a:extLst>
          </a:blip>
          <a:stretch>
            <a:fillRect/>
          </a:stretch>
        </p:blipFill>
        <p:spPr>
          <a:xfrm>
            <a:off x="3699" y="0"/>
            <a:ext cx="12184602" cy="6858000"/>
          </a:xfrm>
          <a:prstGeom prst="rect">
            <a:avLst/>
          </a:prstGeom>
        </p:spPr>
      </p:pic>
      <p:grpSp>
        <p:nvGrpSpPr>
          <p:cNvPr id="187" name="LegendBoxes" hidden="1">
            <a:extLst>
              <a:ext uri="{FF2B5EF4-FFF2-40B4-BE49-F238E27FC236}">
                <a16:creationId xmlns:a16="http://schemas.microsoft.com/office/drawing/2014/main" id="{5048A9C9-0655-49B2-A283-6A54678F321B}"/>
              </a:ext>
            </a:extLst>
          </p:cNvPr>
          <p:cNvGrpSpPr/>
          <p:nvPr userDrawn="1"/>
        </p:nvGrpSpPr>
        <p:grpSpPr>
          <a:xfrm>
            <a:off x="10728000" y="4323600"/>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4" name="LegendMoons" hidden="1">
            <a:extLst>
              <a:ext uri="{FF2B5EF4-FFF2-40B4-BE49-F238E27FC236}">
                <a16:creationId xmlns:a16="http://schemas.microsoft.com/office/drawing/2014/main" id="{A74D0957-B8E1-0203-5942-B3CDCECEFC07}"/>
              </a:ext>
            </a:extLst>
          </p:cNvPr>
          <p:cNvGrpSpPr/>
          <p:nvPr userDrawn="1"/>
        </p:nvGrpSpPr>
        <p:grpSpPr>
          <a:xfrm>
            <a:off x="10692000" y="1339200"/>
            <a:ext cx="1023616" cy="1731859"/>
            <a:chOff x="7723680" y="1702457"/>
            <a:chExt cx="1023616" cy="1731859"/>
          </a:xfrm>
        </p:grpSpPr>
        <p:sp>
          <p:nvSpPr>
            <p:cNvPr id="5" name="Legend1">
              <a:extLst>
                <a:ext uri="{FF2B5EF4-FFF2-40B4-BE49-F238E27FC236}">
                  <a16:creationId xmlns:a16="http://schemas.microsoft.com/office/drawing/2014/main" id="{A579D789-E781-7373-9902-2ED2044F84A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6" name="Legend2">
              <a:extLst>
                <a:ext uri="{FF2B5EF4-FFF2-40B4-BE49-F238E27FC236}">
                  <a16:creationId xmlns:a16="http://schemas.microsoft.com/office/drawing/2014/main" id="{AE219666-526F-9C6F-0799-DEDE1ED7C6B4}"/>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7" name="Legend3">
              <a:extLst>
                <a:ext uri="{FF2B5EF4-FFF2-40B4-BE49-F238E27FC236}">
                  <a16:creationId xmlns:a16="http://schemas.microsoft.com/office/drawing/2014/main" id="{22CE313E-44F3-0F57-9118-789F5A7E4BE2}"/>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8" name="Legend4">
              <a:extLst>
                <a:ext uri="{FF2B5EF4-FFF2-40B4-BE49-F238E27FC236}">
                  <a16:creationId xmlns:a16="http://schemas.microsoft.com/office/drawing/2014/main" id="{D0B5E1D7-1CD7-D84F-3620-B4FA0EF324DB}"/>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9" name="Legend5">
              <a:extLst>
                <a:ext uri="{FF2B5EF4-FFF2-40B4-BE49-F238E27FC236}">
                  <a16:creationId xmlns:a16="http://schemas.microsoft.com/office/drawing/2014/main" id="{F40C396B-7721-8A80-0BC4-C8F93B6E54CA}"/>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10" name="MoonLegend1">
              <a:extLst>
                <a:ext uri="{FF2B5EF4-FFF2-40B4-BE49-F238E27FC236}">
                  <a16:creationId xmlns:a16="http://schemas.microsoft.com/office/drawing/2014/main" id="{D19BD4EA-9682-50D3-B979-152445E49E10}"/>
                </a:ext>
              </a:extLst>
            </p:cNvPr>
            <p:cNvGrpSpPr>
              <a:grpSpLocks noChangeAspect="1"/>
            </p:cNvGrpSpPr>
            <p:nvPr>
              <p:custDataLst>
                <p:tags r:id="rId22"/>
              </p:custDataLst>
            </p:nvPr>
          </p:nvGrpSpPr>
          <p:grpSpPr>
            <a:xfrm>
              <a:off x="7723680" y="1702457"/>
              <a:ext cx="228600" cy="228600"/>
              <a:chOff x="762000" y="1270000"/>
              <a:chExt cx="254000" cy="254000"/>
            </a:xfrm>
          </p:grpSpPr>
          <p:sp>
            <p:nvSpPr>
              <p:cNvPr id="24" name="Oval 23">
                <a:extLst>
                  <a:ext uri="{FF2B5EF4-FFF2-40B4-BE49-F238E27FC236}">
                    <a16:creationId xmlns:a16="http://schemas.microsoft.com/office/drawing/2014/main" id="{4A0B6C31-1F56-F41C-44CD-9D5FBF4D0344}"/>
                  </a:ext>
                </a:extLst>
              </p:cNvPr>
              <p:cNvSpPr/>
              <p:nvPr>
                <p:custDataLst>
                  <p:tags r:id="rId35"/>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5" name="Arc 24" hidden="1">
                <a:extLst>
                  <a:ext uri="{FF2B5EF4-FFF2-40B4-BE49-F238E27FC236}">
                    <a16:creationId xmlns:a16="http://schemas.microsoft.com/office/drawing/2014/main" id="{B50CF1FE-8D31-700D-F0C2-ACB607372AE4}"/>
                  </a:ext>
                </a:extLst>
              </p:cNvPr>
              <p:cNvSpPr/>
              <p:nvPr>
                <p:custDataLst>
                  <p:tags r:id="rId36"/>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 name="MoonLegend2">
              <a:extLst>
                <a:ext uri="{FF2B5EF4-FFF2-40B4-BE49-F238E27FC236}">
                  <a16:creationId xmlns:a16="http://schemas.microsoft.com/office/drawing/2014/main" id="{E34FB525-F2A2-061A-A353-799809BF5FC7}"/>
                </a:ext>
              </a:extLst>
            </p:cNvPr>
            <p:cNvGrpSpPr>
              <a:grpSpLocks noChangeAspect="1"/>
            </p:cNvGrpSpPr>
            <p:nvPr>
              <p:custDataLst>
                <p:tags r:id="rId23"/>
              </p:custDataLst>
            </p:nvPr>
          </p:nvGrpSpPr>
          <p:grpSpPr>
            <a:xfrm>
              <a:off x="7723680" y="2078270"/>
              <a:ext cx="228600" cy="228600"/>
              <a:chOff x="762000" y="1270000"/>
              <a:chExt cx="254000" cy="254000"/>
            </a:xfrm>
          </p:grpSpPr>
          <p:sp>
            <p:nvSpPr>
              <p:cNvPr id="22" name="Oval 21">
                <a:extLst>
                  <a:ext uri="{FF2B5EF4-FFF2-40B4-BE49-F238E27FC236}">
                    <a16:creationId xmlns:a16="http://schemas.microsoft.com/office/drawing/2014/main" id="{0DC6EA1B-42E3-0F8A-87FD-05CAF1FDA5FA}"/>
                  </a:ext>
                </a:extLst>
              </p:cNvPr>
              <p:cNvSpPr/>
              <p:nvPr>
                <p:custDataLst>
                  <p:tags r:id="rId33"/>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3" name="Arc 22">
                <a:extLst>
                  <a:ext uri="{FF2B5EF4-FFF2-40B4-BE49-F238E27FC236}">
                    <a16:creationId xmlns:a16="http://schemas.microsoft.com/office/drawing/2014/main" id="{349961EB-4044-DDFA-0CF7-F5D66FDD64FA}"/>
                  </a:ext>
                </a:extLst>
              </p:cNvPr>
              <p:cNvSpPr/>
              <p:nvPr>
                <p:custDataLst>
                  <p:tags r:id="rId34"/>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2" name="MoonLegend3">
              <a:extLst>
                <a:ext uri="{FF2B5EF4-FFF2-40B4-BE49-F238E27FC236}">
                  <a16:creationId xmlns:a16="http://schemas.microsoft.com/office/drawing/2014/main" id="{81D58525-2DB4-58E3-4841-2B88C4F9BBE1}"/>
                </a:ext>
              </a:extLst>
            </p:cNvPr>
            <p:cNvGrpSpPr>
              <a:grpSpLocks noChangeAspect="1"/>
            </p:cNvGrpSpPr>
            <p:nvPr>
              <p:custDataLst>
                <p:tags r:id="rId24"/>
              </p:custDataLst>
            </p:nvPr>
          </p:nvGrpSpPr>
          <p:grpSpPr>
            <a:xfrm>
              <a:off x="7723680" y="2454085"/>
              <a:ext cx="228600" cy="228600"/>
              <a:chOff x="762000" y="1270000"/>
              <a:chExt cx="254000" cy="254000"/>
            </a:xfrm>
          </p:grpSpPr>
          <p:sp>
            <p:nvSpPr>
              <p:cNvPr id="20" name="Oval 19">
                <a:extLst>
                  <a:ext uri="{FF2B5EF4-FFF2-40B4-BE49-F238E27FC236}">
                    <a16:creationId xmlns:a16="http://schemas.microsoft.com/office/drawing/2014/main" id="{6D052903-9CD8-AB5E-E69F-03405F848828}"/>
                  </a:ext>
                </a:extLst>
              </p:cNvPr>
              <p:cNvSpPr/>
              <p:nvPr>
                <p:custDataLst>
                  <p:tags r:id="rId31"/>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1" name="Arc 20">
                <a:extLst>
                  <a:ext uri="{FF2B5EF4-FFF2-40B4-BE49-F238E27FC236}">
                    <a16:creationId xmlns:a16="http://schemas.microsoft.com/office/drawing/2014/main" id="{BB370F7E-886E-6962-667A-24DD8C636B1C}"/>
                  </a:ext>
                </a:extLst>
              </p:cNvPr>
              <p:cNvSpPr/>
              <p:nvPr>
                <p:custDataLst>
                  <p:tags r:id="rId32"/>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 name="MoonLegend4">
              <a:extLst>
                <a:ext uri="{FF2B5EF4-FFF2-40B4-BE49-F238E27FC236}">
                  <a16:creationId xmlns:a16="http://schemas.microsoft.com/office/drawing/2014/main" id="{12DC2918-BD74-B2EB-0BB2-D46E7084496E}"/>
                </a:ext>
              </a:extLst>
            </p:cNvPr>
            <p:cNvGrpSpPr>
              <a:grpSpLocks noChangeAspect="1"/>
            </p:cNvGrpSpPr>
            <p:nvPr>
              <p:custDataLst>
                <p:tags r:id="rId25"/>
              </p:custDataLst>
            </p:nvPr>
          </p:nvGrpSpPr>
          <p:grpSpPr>
            <a:xfrm>
              <a:off x="7723680" y="2829900"/>
              <a:ext cx="228600" cy="228600"/>
              <a:chOff x="762000" y="1270000"/>
              <a:chExt cx="254000" cy="254000"/>
            </a:xfrm>
          </p:grpSpPr>
          <p:sp>
            <p:nvSpPr>
              <p:cNvPr id="18" name="Oval 17">
                <a:extLst>
                  <a:ext uri="{FF2B5EF4-FFF2-40B4-BE49-F238E27FC236}">
                    <a16:creationId xmlns:a16="http://schemas.microsoft.com/office/drawing/2014/main" id="{78309338-2E0C-8EAB-278B-36BB84E8955A}"/>
                  </a:ext>
                </a:extLst>
              </p:cNvPr>
              <p:cNvSpPr/>
              <p:nvPr>
                <p:custDataLst>
                  <p:tags r:id="rId29"/>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9" name="Arc 18">
                <a:extLst>
                  <a:ext uri="{FF2B5EF4-FFF2-40B4-BE49-F238E27FC236}">
                    <a16:creationId xmlns:a16="http://schemas.microsoft.com/office/drawing/2014/main" id="{28AA2C47-9903-4C18-8098-1106BE8B1977}"/>
                  </a:ext>
                </a:extLst>
              </p:cNvPr>
              <p:cNvSpPr/>
              <p:nvPr>
                <p:custDataLst>
                  <p:tags r:id="rId30"/>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 name="MoonLegend5">
              <a:extLst>
                <a:ext uri="{FF2B5EF4-FFF2-40B4-BE49-F238E27FC236}">
                  <a16:creationId xmlns:a16="http://schemas.microsoft.com/office/drawing/2014/main" id="{85016F10-0401-6973-A0D0-23D227FF8FED}"/>
                </a:ext>
              </a:extLst>
            </p:cNvPr>
            <p:cNvGrpSpPr>
              <a:grpSpLocks noChangeAspect="1"/>
            </p:cNvGrpSpPr>
            <p:nvPr>
              <p:custDataLst>
                <p:tags r:id="rId26"/>
              </p:custDataLst>
            </p:nvPr>
          </p:nvGrpSpPr>
          <p:grpSpPr>
            <a:xfrm>
              <a:off x="7723680" y="3205716"/>
              <a:ext cx="228600" cy="228600"/>
              <a:chOff x="762000" y="1270000"/>
              <a:chExt cx="254000" cy="254000"/>
            </a:xfrm>
          </p:grpSpPr>
          <p:sp>
            <p:nvSpPr>
              <p:cNvPr id="15" name="Oval 14">
                <a:extLst>
                  <a:ext uri="{FF2B5EF4-FFF2-40B4-BE49-F238E27FC236}">
                    <a16:creationId xmlns:a16="http://schemas.microsoft.com/office/drawing/2014/main" id="{88041A10-C91C-7EF2-F7EA-D1D0412188C6}"/>
                  </a:ext>
                </a:extLst>
              </p:cNvPr>
              <p:cNvSpPr/>
              <p:nvPr>
                <p:custDataLst>
                  <p:tags r:id="rId27"/>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7" name="Arc 16">
                <a:extLst>
                  <a:ext uri="{FF2B5EF4-FFF2-40B4-BE49-F238E27FC236}">
                    <a16:creationId xmlns:a16="http://schemas.microsoft.com/office/drawing/2014/main" id="{B1A7ADC8-55DF-963B-3C8A-AAB44F2EF672}"/>
                  </a:ext>
                </a:extLst>
              </p:cNvPr>
              <p:cNvSpPr/>
              <p:nvPr>
                <p:custDataLst>
                  <p:tags r:id="rId28"/>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userDrawn="1"/>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userDrawn="1"/>
        </p:nvGrpSpPr>
        <p:grpSpPr>
          <a:xfrm>
            <a:off x="10440000" y="3243600"/>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Tree>
    <p:extLst>
      <p:ext uri="{BB962C8B-B14F-4D97-AF65-F5344CB8AC3E}">
        <p14:creationId xmlns:p14="http://schemas.microsoft.com/office/powerpoint/2010/main" val="2969229741"/>
      </p:ext>
    </p:extLst>
  </p:cSld>
  <p:clrMap bg1="lt1" tx1="dk1" bg2="lt2" tx2="dk2" accent1="accent1" accent2="accent2" accent3="accent3" accent4="accent4" accent5="accent5" accent6="accent6" hlink="hlink" folHlink="folHlink"/>
  <p:sldLayoutIdLst>
    <p:sldLayoutId id="2147483794" r:id="rId1"/>
    <p:sldLayoutId id="2147483654" r:id="rId2"/>
    <p:sldLayoutId id="2147483807" r:id="rId3"/>
    <p:sldLayoutId id="2147483800" r:id="rId4"/>
    <p:sldLayoutId id="2147483659" r:id="rId5"/>
    <p:sldLayoutId id="2147483804" r:id="rId6"/>
    <p:sldLayoutId id="2147483886" r:id="rId7"/>
    <p:sldLayoutId id="2147483887" r:id="rId8"/>
    <p:sldLayoutId id="2147483888" r:id="rId9"/>
    <p:sldLayoutId id="2147483889" r:id="rId10"/>
    <p:sldLayoutId id="2147483890" r:id="rId11"/>
    <p:sldLayoutId id="2147483879" r:id="rId12"/>
    <p:sldLayoutId id="2147483706" r:id="rId13"/>
    <p:sldLayoutId id="2147483718" r:id="rId14"/>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08800E62-ECD5-472D-995B-013B57BB4C07}"/>
              </a:ext>
            </a:extLst>
          </p:cNvPr>
          <p:cNvGraphicFramePr>
            <a:graphicFrameLocks noChangeAspect="1"/>
          </p:cNvGraphicFramePr>
          <p:nvPr userDrawn="1">
            <p:custDataLst>
              <p:tags r:id="rId19"/>
            </p:custDataLst>
            <p:extLst>
              <p:ext uri="{D42A27DB-BD31-4B8C-83A1-F6EECF244321}">
                <p14:modId xmlns:p14="http://schemas.microsoft.com/office/powerpoint/2010/main" val="236443739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0" imgW="344" imgH="344" progId="TCLayout.ActiveDocument.1">
                  <p:embed/>
                </p:oleObj>
              </mc:Choice>
              <mc:Fallback>
                <p:oleObj name="think-cell Slide" r:id="rId40" imgW="344" imgH="344" progId="TCLayout.ActiveDocument.1">
                  <p:embed/>
                  <p:pic>
                    <p:nvPicPr>
                      <p:cNvPr id="3" name="Object 2" hidden="1">
                        <a:extLst>
                          <a:ext uri="{FF2B5EF4-FFF2-40B4-BE49-F238E27FC236}">
                            <a16:creationId xmlns:a16="http://schemas.microsoft.com/office/drawing/2014/main" id="{08800E62-ECD5-472D-995B-013B57BB4C07}"/>
                          </a:ext>
                        </a:extLst>
                      </p:cNvPr>
                      <p:cNvPicPr/>
                      <p:nvPr/>
                    </p:nvPicPr>
                    <p:blipFill>
                      <a:blip r:embed="rId41"/>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1D1744EB-7E76-4AE2-88F6-C0D4CE03B5BB}"/>
              </a:ext>
            </a:extLst>
          </p:cNvPr>
          <p:cNvSpPr/>
          <p:nvPr userDrawn="1">
            <p:custDataLst>
              <p:tags r:id="rId20"/>
            </p:custDataLst>
          </p:nvPr>
        </p:nvSpPr>
        <p:spPr>
          <a:xfrm>
            <a:off x="0" y="0"/>
            <a:ext cx="158750" cy="158750"/>
          </a:xfrm>
          <a:prstGeom prst="rect">
            <a:avLst/>
          </a:prstGeom>
          <a:solidFill>
            <a:schemeClr val="tx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a:spcBef>
                <a:spcPts val="300"/>
              </a:spcBef>
              <a:spcAft>
                <a:spcPts val="30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21"/>
            </p:custDataLst>
          </p:nvPr>
        </p:nvSpPr>
        <p:spPr bwMode="black">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53" name="2. Slide Title">
            <a:extLst>
              <a:ext uri="{FF2B5EF4-FFF2-40B4-BE49-F238E27FC236}">
                <a16:creationId xmlns:a16="http://schemas.microsoft.com/office/drawing/2014/main" id="{7C8D601E-A2E1-4979-AE83-B694B9829662}"/>
              </a:ext>
            </a:extLst>
          </p:cNvPr>
          <p:cNvSpPr>
            <a:spLocks noGrp="1"/>
          </p:cNvSpPr>
          <p:nvPr>
            <p:ph type="title"/>
            <p:custDataLst>
              <p:tags r:id="rId22"/>
            </p:custDataLst>
          </p:nvPr>
        </p:nvSpPr>
        <p:spPr>
          <a:xfrm>
            <a:off x="554736" y="172212"/>
            <a:ext cx="11082528" cy="731520"/>
          </a:xfrm>
          <a:prstGeom prst="rect">
            <a:avLst/>
          </a:prstGeom>
        </p:spPr>
        <p:txBody>
          <a:bodyPr vert="horz" wrap="square" lIns="0" tIns="0" rIns="0" bIns="0" rtlCol="0" anchor="b" anchorCtr="0">
            <a:noAutofit/>
          </a:bodyPr>
          <a:lstStyle/>
          <a:p>
            <a:r>
              <a:rPr lang="en-US"/>
              <a:t>Click to edit Master title style</a:t>
            </a:r>
          </a:p>
        </p:txBody>
      </p:sp>
      <p:sp>
        <p:nvSpPr>
          <p:cNvPr id="54" name="Text Placeholder 2">
            <a:extLst>
              <a:ext uri="{FF2B5EF4-FFF2-40B4-BE49-F238E27FC236}">
                <a16:creationId xmlns:a16="http://schemas.microsoft.com/office/drawing/2014/main" id="{6A9C4AD8-E579-4AD3-9B92-5A31AC8DDA01}"/>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pic>
        <p:nvPicPr>
          <p:cNvPr id="25" name="Grid" hidden="1">
            <a:extLst>
              <a:ext uri="{FF2B5EF4-FFF2-40B4-BE49-F238E27FC236}">
                <a16:creationId xmlns:a16="http://schemas.microsoft.com/office/drawing/2014/main" id="{4ADF17BC-6AB0-D905-BDC8-DB658360EB6C}"/>
              </a:ext>
            </a:extLst>
          </p:cNvPr>
          <p:cNvPicPr>
            <a:picLocks noChangeAspect="1"/>
          </p:cNvPicPr>
          <p:nvPr userDrawn="1">
            <p:custDataLst>
              <p:tags r:id="rId23"/>
            </p:custDataLst>
          </p:nvPr>
        </p:nvPicPr>
        <p:blipFill>
          <a:blip>
            <a:extLst>
              <a:ext uri="{96DAC541-7B7A-43D3-8B79-37D633B846F1}">
                <asvg:svgBlip xmlns:asvg="http://schemas.microsoft.com/office/drawing/2016/SVG/main" r:embed="rId42"/>
              </a:ext>
            </a:extLst>
          </a:blip>
          <a:stretch>
            <a:fillRect/>
          </a:stretch>
        </p:blipFill>
        <p:spPr>
          <a:xfrm>
            <a:off x="3699" y="0"/>
            <a:ext cx="12184602" cy="6858000"/>
          </a:xfrm>
          <a:prstGeom prst="rect">
            <a:avLst/>
          </a:prstGeom>
        </p:spPr>
      </p:pic>
      <p:sp>
        <p:nvSpPr>
          <p:cNvPr id="145" name="4. Footnote" hidden="1">
            <a:extLst>
              <a:ext uri="{FF2B5EF4-FFF2-40B4-BE49-F238E27FC236}">
                <a16:creationId xmlns:a16="http://schemas.microsoft.com/office/drawing/2014/main" id="{56E3DC21-21DB-42FE-8721-1BC0E89F13AE}"/>
              </a:ext>
            </a:extLst>
          </p:cNvPr>
          <p:cNvSpPr txBox="1"/>
          <p:nvPr userDrawn="1">
            <p:custDataLst>
              <p:tags r:id="rId24"/>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grpSp>
        <p:nvGrpSpPr>
          <p:cNvPr id="185" name="LegendBoxes" hidden="1">
            <a:extLst>
              <a:ext uri="{FF2B5EF4-FFF2-40B4-BE49-F238E27FC236}">
                <a16:creationId xmlns:a16="http://schemas.microsoft.com/office/drawing/2014/main" id="{28785628-9685-42DD-85C6-4A7FDEAEB9E4}"/>
              </a:ext>
            </a:extLst>
          </p:cNvPr>
          <p:cNvGrpSpPr/>
          <p:nvPr userDrawn="1"/>
        </p:nvGrpSpPr>
        <p:grpSpPr>
          <a:xfrm>
            <a:off x="10722394" y="4323600"/>
            <a:ext cx="984864" cy="1717282"/>
            <a:chOff x="9585951" y="2980105"/>
            <a:chExt cx="984864" cy="1717282"/>
          </a:xfrm>
        </p:grpSpPr>
        <p:sp>
          <p:nvSpPr>
            <p:cNvPr id="186" name="RectangleLegend1">
              <a:extLst>
                <a:ext uri="{FF2B5EF4-FFF2-40B4-BE49-F238E27FC236}">
                  <a16:creationId xmlns:a16="http://schemas.microsoft.com/office/drawing/2014/main" id="{F6C915EA-5130-4DA7-8B9A-5E522A1DBE2F}"/>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7" name="RectangleLegend2">
              <a:extLst>
                <a:ext uri="{FF2B5EF4-FFF2-40B4-BE49-F238E27FC236}">
                  <a16:creationId xmlns:a16="http://schemas.microsoft.com/office/drawing/2014/main" id="{056BAC0D-94D9-4BAA-A238-909A42CD485B}"/>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8" name="RectangleLegend3">
              <a:extLst>
                <a:ext uri="{FF2B5EF4-FFF2-40B4-BE49-F238E27FC236}">
                  <a16:creationId xmlns:a16="http://schemas.microsoft.com/office/drawing/2014/main" id="{BC7BB400-0474-421B-B1C4-D9D83F8D7025}"/>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4">
              <a:extLst>
                <a:ext uri="{FF2B5EF4-FFF2-40B4-BE49-F238E27FC236}">
                  <a16:creationId xmlns:a16="http://schemas.microsoft.com/office/drawing/2014/main" id="{5D84FBCC-8195-429D-ADA2-ADF26D0822E2}"/>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5">
              <a:extLst>
                <a:ext uri="{FF2B5EF4-FFF2-40B4-BE49-F238E27FC236}">
                  <a16:creationId xmlns:a16="http://schemas.microsoft.com/office/drawing/2014/main" id="{655825D0-671B-44EC-90C5-7913A4E7BAB9}"/>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Legend1">
              <a:extLst>
                <a:ext uri="{FF2B5EF4-FFF2-40B4-BE49-F238E27FC236}">
                  <a16:creationId xmlns:a16="http://schemas.microsoft.com/office/drawing/2014/main" id="{CD018A8B-4FD0-4C99-AA47-D684D1049136}"/>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2" name="Legend2">
              <a:extLst>
                <a:ext uri="{FF2B5EF4-FFF2-40B4-BE49-F238E27FC236}">
                  <a16:creationId xmlns:a16="http://schemas.microsoft.com/office/drawing/2014/main" id="{24E194E3-38A9-4A3A-AEBA-D1DCF1935051}"/>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3" name="Legend3">
              <a:extLst>
                <a:ext uri="{FF2B5EF4-FFF2-40B4-BE49-F238E27FC236}">
                  <a16:creationId xmlns:a16="http://schemas.microsoft.com/office/drawing/2014/main" id="{DCCF084D-A8B2-46B3-BE03-CFDA8E58B2B9}"/>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4" name="Legend4">
              <a:extLst>
                <a:ext uri="{FF2B5EF4-FFF2-40B4-BE49-F238E27FC236}">
                  <a16:creationId xmlns:a16="http://schemas.microsoft.com/office/drawing/2014/main" id="{0E49468C-EFEE-4C9A-BECB-CC10BE34BF4B}"/>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5" name="Legend5">
              <a:extLst>
                <a:ext uri="{FF2B5EF4-FFF2-40B4-BE49-F238E27FC236}">
                  <a16:creationId xmlns:a16="http://schemas.microsoft.com/office/drawing/2014/main" id="{443480AB-89E7-497E-A131-91869590BDB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4" name="LegendMoons" hidden="1">
            <a:extLst>
              <a:ext uri="{FF2B5EF4-FFF2-40B4-BE49-F238E27FC236}">
                <a16:creationId xmlns:a16="http://schemas.microsoft.com/office/drawing/2014/main" id="{78CA310D-6D76-F64D-43BD-A9F8058D0B83}"/>
              </a:ext>
            </a:extLst>
          </p:cNvPr>
          <p:cNvGrpSpPr/>
          <p:nvPr userDrawn="1"/>
        </p:nvGrpSpPr>
        <p:grpSpPr>
          <a:xfrm>
            <a:off x="10692000" y="1339200"/>
            <a:ext cx="1023616" cy="1731859"/>
            <a:chOff x="7723680" y="1702457"/>
            <a:chExt cx="1023616" cy="1731859"/>
          </a:xfrm>
        </p:grpSpPr>
        <p:sp>
          <p:nvSpPr>
            <p:cNvPr id="5" name="Legend1">
              <a:extLst>
                <a:ext uri="{FF2B5EF4-FFF2-40B4-BE49-F238E27FC236}">
                  <a16:creationId xmlns:a16="http://schemas.microsoft.com/office/drawing/2014/main" id="{5EB4C1BD-D02B-BD12-5727-6F58C39BD4CB}"/>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6" name="Legend2">
              <a:extLst>
                <a:ext uri="{FF2B5EF4-FFF2-40B4-BE49-F238E27FC236}">
                  <a16:creationId xmlns:a16="http://schemas.microsoft.com/office/drawing/2014/main" id="{760D5CA7-F2EA-45CF-81C8-C3EDA5FA3954}"/>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7" name="Legend3">
              <a:extLst>
                <a:ext uri="{FF2B5EF4-FFF2-40B4-BE49-F238E27FC236}">
                  <a16:creationId xmlns:a16="http://schemas.microsoft.com/office/drawing/2014/main" id="{EB43A491-1FC0-C08D-DC0F-9312F78D3BB5}"/>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8" name="Legend4">
              <a:extLst>
                <a:ext uri="{FF2B5EF4-FFF2-40B4-BE49-F238E27FC236}">
                  <a16:creationId xmlns:a16="http://schemas.microsoft.com/office/drawing/2014/main" id="{41DC0170-C64F-96F4-DD57-F6BBE781B8CA}"/>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9" name="Legend5">
              <a:extLst>
                <a:ext uri="{FF2B5EF4-FFF2-40B4-BE49-F238E27FC236}">
                  <a16:creationId xmlns:a16="http://schemas.microsoft.com/office/drawing/2014/main" id="{7E1C2B9C-8B0A-AC6B-B386-E28E8F253128}"/>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10" name="MoonLegend1">
              <a:extLst>
                <a:ext uri="{FF2B5EF4-FFF2-40B4-BE49-F238E27FC236}">
                  <a16:creationId xmlns:a16="http://schemas.microsoft.com/office/drawing/2014/main" id="{C1E862B0-BA6B-93BC-31CC-9EDF1CA824BB}"/>
                </a:ext>
              </a:extLst>
            </p:cNvPr>
            <p:cNvGrpSpPr>
              <a:grpSpLocks noChangeAspect="1"/>
            </p:cNvGrpSpPr>
            <p:nvPr>
              <p:custDataLst>
                <p:tags r:id="rId25"/>
              </p:custDataLst>
            </p:nvPr>
          </p:nvGrpSpPr>
          <p:grpSpPr>
            <a:xfrm>
              <a:off x="7723680" y="1702457"/>
              <a:ext cx="228600" cy="228600"/>
              <a:chOff x="762000" y="1270000"/>
              <a:chExt cx="254000" cy="254000"/>
            </a:xfrm>
          </p:grpSpPr>
          <p:sp>
            <p:nvSpPr>
              <p:cNvPr id="23" name="Oval 22">
                <a:extLst>
                  <a:ext uri="{FF2B5EF4-FFF2-40B4-BE49-F238E27FC236}">
                    <a16:creationId xmlns:a16="http://schemas.microsoft.com/office/drawing/2014/main" id="{34A84F48-2944-98CC-156D-EC5FA62990B9}"/>
                  </a:ext>
                </a:extLst>
              </p:cNvPr>
              <p:cNvSpPr/>
              <p:nvPr>
                <p:custDataLst>
                  <p:tags r:id="rId38"/>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4" name="Arc 23" hidden="1">
                <a:extLst>
                  <a:ext uri="{FF2B5EF4-FFF2-40B4-BE49-F238E27FC236}">
                    <a16:creationId xmlns:a16="http://schemas.microsoft.com/office/drawing/2014/main" id="{49AE9D7C-3BC5-C5DD-0AFA-71D915D9D8D1}"/>
                  </a:ext>
                </a:extLst>
              </p:cNvPr>
              <p:cNvSpPr/>
              <p:nvPr>
                <p:custDataLst>
                  <p:tags r:id="rId39"/>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 name="MoonLegend2">
              <a:extLst>
                <a:ext uri="{FF2B5EF4-FFF2-40B4-BE49-F238E27FC236}">
                  <a16:creationId xmlns:a16="http://schemas.microsoft.com/office/drawing/2014/main" id="{3623EFE0-7A55-35A0-763D-A7CCEABC5767}"/>
                </a:ext>
              </a:extLst>
            </p:cNvPr>
            <p:cNvGrpSpPr>
              <a:grpSpLocks noChangeAspect="1"/>
            </p:cNvGrpSpPr>
            <p:nvPr>
              <p:custDataLst>
                <p:tags r:id="rId26"/>
              </p:custDataLst>
            </p:nvPr>
          </p:nvGrpSpPr>
          <p:grpSpPr>
            <a:xfrm>
              <a:off x="7723680" y="2078270"/>
              <a:ext cx="228600" cy="228600"/>
              <a:chOff x="762000" y="1270000"/>
              <a:chExt cx="254000" cy="254000"/>
            </a:xfrm>
          </p:grpSpPr>
          <p:sp>
            <p:nvSpPr>
              <p:cNvPr id="21" name="Oval 20">
                <a:extLst>
                  <a:ext uri="{FF2B5EF4-FFF2-40B4-BE49-F238E27FC236}">
                    <a16:creationId xmlns:a16="http://schemas.microsoft.com/office/drawing/2014/main" id="{FA3B4311-025C-426B-9E06-BDDA476EF4AE}"/>
                  </a:ext>
                </a:extLst>
              </p:cNvPr>
              <p:cNvSpPr/>
              <p:nvPr>
                <p:custDataLst>
                  <p:tags r:id="rId36"/>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2" name="Arc 21">
                <a:extLst>
                  <a:ext uri="{FF2B5EF4-FFF2-40B4-BE49-F238E27FC236}">
                    <a16:creationId xmlns:a16="http://schemas.microsoft.com/office/drawing/2014/main" id="{9ABB8959-417A-20E2-3BFB-820D653F8B1E}"/>
                  </a:ext>
                </a:extLst>
              </p:cNvPr>
              <p:cNvSpPr/>
              <p:nvPr>
                <p:custDataLst>
                  <p:tags r:id="rId37"/>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2" name="MoonLegend3">
              <a:extLst>
                <a:ext uri="{FF2B5EF4-FFF2-40B4-BE49-F238E27FC236}">
                  <a16:creationId xmlns:a16="http://schemas.microsoft.com/office/drawing/2014/main" id="{7A7E4CBF-9B94-C8D7-EF8F-9662FD33055A}"/>
                </a:ext>
              </a:extLst>
            </p:cNvPr>
            <p:cNvGrpSpPr>
              <a:grpSpLocks noChangeAspect="1"/>
            </p:cNvGrpSpPr>
            <p:nvPr>
              <p:custDataLst>
                <p:tags r:id="rId27"/>
              </p:custDataLst>
            </p:nvPr>
          </p:nvGrpSpPr>
          <p:grpSpPr>
            <a:xfrm>
              <a:off x="7723680" y="2454085"/>
              <a:ext cx="228600" cy="228600"/>
              <a:chOff x="762000" y="1270000"/>
              <a:chExt cx="254000" cy="254000"/>
            </a:xfrm>
          </p:grpSpPr>
          <p:sp>
            <p:nvSpPr>
              <p:cNvPr id="19" name="Oval 18">
                <a:extLst>
                  <a:ext uri="{FF2B5EF4-FFF2-40B4-BE49-F238E27FC236}">
                    <a16:creationId xmlns:a16="http://schemas.microsoft.com/office/drawing/2014/main" id="{25A66490-5468-AC46-5ED5-E8212992AFCC}"/>
                  </a:ext>
                </a:extLst>
              </p:cNvPr>
              <p:cNvSpPr/>
              <p:nvPr>
                <p:custDataLst>
                  <p:tags r:id="rId34"/>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0" name="Arc 19">
                <a:extLst>
                  <a:ext uri="{FF2B5EF4-FFF2-40B4-BE49-F238E27FC236}">
                    <a16:creationId xmlns:a16="http://schemas.microsoft.com/office/drawing/2014/main" id="{2164DC02-AF00-DEB2-344B-46D05BDC2865}"/>
                  </a:ext>
                </a:extLst>
              </p:cNvPr>
              <p:cNvSpPr/>
              <p:nvPr>
                <p:custDataLst>
                  <p:tags r:id="rId35"/>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 name="MoonLegend4">
              <a:extLst>
                <a:ext uri="{FF2B5EF4-FFF2-40B4-BE49-F238E27FC236}">
                  <a16:creationId xmlns:a16="http://schemas.microsoft.com/office/drawing/2014/main" id="{37ACCC41-9C6B-7C20-5C62-B34B467FA718}"/>
                </a:ext>
              </a:extLst>
            </p:cNvPr>
            <p:cNvGrpSpPr>
              <a:grpSpLocks noChangeAspect="1"/>
            </p:cNvGrpSpPr>
            <p:nvPr>
              <p:custDataLst>
                <p:tags r:id="rId28"/>
              </p:custDataLst>
            </p:nvPr>
          </p:nvGrpSpPr>
          <p:grpSpPr>
            <a:xfrm>
              <a:off x="7723680" y="2829900"/>
              <a:ext cx="228600" cy="228600"/>
              <a:chOff x="762000" y="1270000"/>
              <a:chExt cx="254000" cy="254000"/>
            </a:xfrm>
          </p:grpSpPr>
          <p:sp>
            <p:nvSpPr>
              <p:cNvPr id="17" name="Oval 16">
                <a:extLst>
                  <a:ext uri="{FF2B5EF4-FFF2-40B4-BE49-F238E27FC236}">
                    <a16:creationId xmlns:a16="http://schemas.microsoft.com/office/drawing/2014/main" id="{14731651-049D-FD74-10A9-3B77CDA9C266}"/>
                  </a:ext>
                </a:extLst>
              </p:cNvPr>
              <p:cNvSpPr/>
              <p:nvPr>
                <p:custDataLst>
                  <p:tags r:id="rId32"/>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8" name="Arc 17">
                <a:extLst>
                  <a:ext uri="{FF2B5EF4-FFF2-40B4-BE49-F238E27FC236}">
                    <a16:creationId xmlns:a16="http://schemas.microsoft.com/office/drawing/2014/main" id="{5AADA01A-6C4E-7E32-6930-9C7BE1CCCDFC}"/>
                  </a:ext>
                </a:extLst>
              </p:cNvPr>
              <p:cNvSpPr/>
              <p:nvPr>
                <p:custDataLst>
                  <p:tags r:id="rId33"/>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 name="MoonLegend5">
              <a:extLst>
                <a:ext uri="{FF2B5EF4-FFF2-40B4-BE49-F238E27FC236}">
                  <a16:creationId xmlns:a16="http://schemas.microsoft.com/office/drawing/2014/main" id="{E9C1FE7B-027B-2A18-4D77-A6B6DC1EDC9F}"/>
                </a:ext>
              </a:extLst>
            </p:cNvPr>
            <p:cNvGrpSpPr>
              <a:grpSpLocks noChangeAspect="1"/>
            </p:cNvGrpSpPr>
            <p:nvPr>
              <p:custDataLst>
                <p:tags r:id="rId29"/>
              </p:custDataLst>
            </p:nvPr>
          </p:nvGrpSpPr>
          <p:grpSpPr>
            <a:xfrm>
              <a:off x="7723680" y="3205716"/>
              <a:ext cx="228600" cy="228600"/>
              <a:chOff x="762000" y="1270000"/>
              <a:chExt cx="254000" cy="254000"/>
            </a:xfrm>
          </p:grpSpPr>
          <p:sp>
            <p:nvSpPr>
              <p:cNvPr id="15" name="Oval 14">
                <a:extLst>
                  <a:ext uri="{FF2B5EF4-FFF2-40B4-BE49-F238E27FC236}">
                    <a16:creationId xmlns:a16="http://schemas.microsoft.com/office/drawing/2014/main" id="{25520F20-D7D9-7F64-BF4E-B26721F00ED8}"/>
                  </a:ext>
                </a:extLst>
              </p:cNvPr>
              <p:cNvSpPr/>
              <p:nvPr>
                <p:custDataLst>
                  <p:tags r:id="rId30"/>
                </p:custDataLst>
              </p:nvPr>
            </p:nvSpPr>
            <p:spPr>
              <a:xfrm>
                <a:off x="762000" y="1270000"/>
                <a:ext cx="254000" cy="254000"/>
              </a:xfrm>
              <a:prstGeom prst="ellipse">
                <a:avLst/>
              </a:prstGeom>
              <a:solidFill>
                <a:srgbClr val="757575"/>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6" name="Arc 15">
                <a:extLst>
                  <a:ext uri="{FF2B5EF4-FFF2-40B4-BE49-F238E27FC236}">
                    <a16:creationId xmlns:a16="http://schemas.microsoft.com/office/drawing/2014/main" id="{1AC3D5E5-FFBA-7695-4382-807739B76632}"/>
                  </a:ext>
                </a:extLst>
              </p:cNvPr>
              <p:cNvSpPr/>
              <p:nvPr>
                <p:custDataLst>
                  <p:tags r:id="rId31"/>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7" name="Sticker" hidden="1">
            <a:extLst>
              <a:ext uri="{FF2B5EF4-FFF2-40B4-BE49-F238E27FC236}">
                <a16:creationId xmlns:a16="http://schemas.microsoft.com/office/drawing/2014/main" id="{174FA759-1A16-45E2-B8DB-6AC61DFC92D4}"/>
              </a:ext>
            </a:extLst>
          </p:cNvPr>
          <p:cNvGrpSpPr>
            <a:grpSpLocks noChangeAspect="1"/>
          </p:cNvGrpSpPr>
          <p:nvPr userDrawn="1"/>
        </p:nvGrpSpPr>
        <p:grpSpPr bwMode="gray">
          <a:xfrm>
            <a:off x="559460" y="1289273"/>
            <a:ext cx="428337" cy="156997"/>
            <a:chOff x="8456447" y="272180"/>
            <a:chExt cx="322188" cy="156966"/>
          </a:xfrm>
        </p:grpSpPr>
        <p:sp>
          <p:nvSpPr>
            <p:cNvPr id="168" name="StickerRectangle">
              <a:extLst>
                <a:ext uri="{FF2B5EF4-FFF2-40B4-BE49-F238E27FC236}">
                  <a16:creationId xmlns:a16="http://schemas.microsoft.com/office/drawing/2014/main" id="{99FB5892-A9FF-4D0E-8661-19A39D5E096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169" name="StickerUnderline">
              <a:extLst>
                <a:ext uri="{FF2B5EF4-FFF2-40B4-BE49-F238E27FC236}">
                  <a16:creationId xmlns:a16="http://schemas.microsoft.com/office/drawing/2014/main" id="{B821CB31-49E5-49E7-966F-3C5449557168}"/>
                </a:ext>
              </a:extLst>
            </p:cNvPr>
            <p:cNvCxnSpPr>
              <a:cxnSpLocks noChangeShapeType="1"/>
              <a:stCxn id="168" idx="4"/>
              <a:endCxn id="168"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44" name="LegendLines" hidden="1">
            <a:extLst>
              <a:ext uri="{FF2B5EF4-FFF2-40B4-BE49-F238E27FC236}">
                <a16:creationId xmlns:a16="http://schemas.microsoft.com/office/drawing/2014/main" id="{96520A0D-E8D0-48B5-8162-BA1976A5C3E1}"/>
              </a:ext>
            </a:extLst>
          </p:cNvPr>
          <p:cNvGrpSpPr/>
          <p:nvPr userDrawn="1"/>
        </p:nvGrpSpPr>
        <p:grpSpPr>
          <a:xfrm>
            <a:off x="10440000" y="3243600"/>
            <a:ext cx="1269335" cy="958286"/>
            <a:chOff x="4372690" y="3739101"/>
            <a:chExt cx="1269335" cy="958286"/>
          </a:xfrm>
        </p:grpSpPr>
        <p:sp>
          <p:nvSpPr>
            <p:cNvPr id="170" name="Legend1">
              <a:extLst>
                <a:ext uri="{FF2B5EF4-FFF2-40B4-BE49-F238E27FC236}">
                  <a16:creationId xmlns:a16="http://schemas.microsoft.com/office/drawing/2014/main" id="{D5E27233-7661-43E0-8C1B-859EBE562598}"/>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71" name="Legend2">
              <a:extLst>
                <a:ext uri="{FF2B5EF4-FFF2-40B4-BE49-F238E27FC236}">
                  <a16:creationId xmlns:a16="http://schemas.microsoft.com/office/drawing/2014/main" id="{215BA769-FC3A-4971-81E8-16C8E7138029}"/>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72" name="Legend3">
              <a:extLst>
                <a:ext uri="{FF2B5EF4-FFF2-40B4-BE49-F238E27FC236}">
                  <a16:creationId xmlns:a16="http://schemas.microsoft.com/office/drawing/2014/main" id="{75880242-A8D7-441D-805E-B817DF5CA854}"/>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73" name="LineLegend3">
              <a:extLst>
                <a:ext uri="{FF2B5EF4-FFF2-40B4-BE49-F238E27FC236}">
                  <a16:creationId xmlns:a16="http://schemas.microsoft.com/office/drawing/2014/main" id="{5C3089E9-5649-4103-BA5F-72175F24BEF8}"/>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74" name="LineLegend2">
              <a:extLst>
                <a:ext uri="{FF2B5EF4-FFF2-40B4-BE49-F238E27FC236}">
                  <a16:creationId xmlns:a16="http://schemas.microsoft.com/office/drawing/2014/main" id="{70A7CFCE-D526-433E-9FBC-6DEF2F5E9EB4}"/>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75" name="LineLegend1">
              <a:extLst>
                <a:ext uri="{FF2B5EF4-FFF2-40B4-BE49-F238E27FC236}">
                  <a16:creationId xmlns:a16="http://schemas.microsoft.com/office/drawing/2014/main" id="{4AD9EC0A-8F45-49FA-BB0F-195682A6F6BE}"/>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Tree>
    <p:extLst>
      <p:ext uri="{BB962C8B-B14F-4D97-AF65-F5344CB8AC3E}">
        <p14:creationId xmlns:p14="http://schemas.microsoft.com/office/powerpoint/2010/main" val="3386525249"/>
      </p:ext>
    </p:extLst>
  </p:cSld>
  <p:clrMap bg1="lt1" tx1="dk1" bg2="lt2" tx2="dk2" accent1="accent1" accent2="accent2" accent3="accent3" accent4="accent4" accent5="accent5" accent6="accent6" hlink="hlink" folHlink="folHlink"/>
  <p:sldLayoutIdLst>
    <p:sldLayoutId id="2147483865" r:id="rId1"/>
    <p:sldLayoutId id="2147483866" r:id="rId2"/>
    <p:sldLayoutId id="2147483867" r:id="rId3"/>
    <p:sldLayoutId id="2147483868" r:id="rId4"/>
    <p:sldLayoutId id="2147483870" r:id="rId5"/>
    <p:sldLayoutId id="2147483871" r:id="rId6"/>
    <p:sldLayoutId id="2147483891" r:id="rId7"/>
    <p:sldLayoutId id="2147483892" r:id="rId8"/>
    <p:sldLayoutId id="2147483893" r:id="rId9"/>
    <p:sldLayoutId id="2147483894" r:id="rId10"/>
    <p:sldLayoutId id="2147483895" r:id="rId11"/>
    <p:sldLayoutId id="2147483896" r:id="rId12"/>
    <p:sldLayoutId id="2147483897" r:id="rId13"/>
    <p:sldLayoutId id="2147483898" r:id="rId14"/>
    <p:sldLayoutId id="2147483880" r:id="rId15"/>
    <p:sldLayoutId id="2147483877" r:id="rId16"/>
    <p:sldLayoutId id="2147483899" r:id="rId17"/>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4BC40847-AF8B-4097-9A07-2349A751A051}"/>
              </a:ext>
            </a:extLst>
          </p:cNvPr>
          <p:cNvGraphicFramePr>
            <a:graphicFrameLocks noChangeAspect="1"/>
          </p:cNvGraphicFramePr>
          <p:nvPr userDrawn="1">
            <p:custDataLst>
              <p:tags r:id="rId4"/>
            </p:custDataLst>
            <p:extLst>
              <p:ext uri="{D42A27DB-BD31-4B8C-83A1-F6EECF244321}">
                <p14:modId xmlns:p14="http://schemas.microsoft.com/office/powerpoint/2010/main" val="158428387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5" imgW="413" imgH="416" progId="TCLayout.ActiveDocument.1">
                  <p:embed/>
                </p:oleObj>
              </mc:Choice>
              <mc:Fallback>
                <p:oleObj name="think-cell Slide" r:id="rId25" imgW="413" imgH="416" progId="TCLayout.ActiveDocument.1">
                  <p:embed/>
                  <p:pic>
                    <p:nvPicPr>
                      <p:cNvPr id="3" name="Object 2" hidden="1">
                        <a:extLst>
                          <a:ext uri="{FF2B5EF4-FFF2-40B4-BE49-F238E27FC236}">
                            <a16:creationId xmlns:a16="http://schemas.microsoft.com/office/drawing/2014/main" id="{4BC40847-AF8B-4097-9A07-2349A751A051}"/>
                          </a:ext>
                        </a:extLst>
                      </p:cNvPr>
                      <p:cNvPicPr/>
                      <p:nvPr/>
                    </p:nvPicPr>
                    <p:blipFill>
                      <a:blip r:embed="rId2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A194173E-7BB3-47F4-8EAD-18BFC563F97A}"/>
              </a:ext>
            </a:extLst>
          </p:cNvPr>
          <p:cNvSpPr/>
          <p:nvPr userDrawn="1">
            <p:custDataLst>
              <p:tags r:id="rId5"/>
            </p:custDataLst>
          </p:nvPr>
        </p:nvSpPr>
        <p:spPr>
          <a:xfrm>
            <a:off x="0" y="0"/>
            <a:ext cx="158750" cy="158750"/>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pPr>
            <a:endParaRPr lang="en-US" sz="2500" b="1" i="0" baseline="0" err="1">
              <a:solidFill>
                <a:schemeClr val="bg1"/>
              </a:solidFill>
              <a:latin typeface="Georgia" panose="02040502050405020303" pitchFamily="18" charset="0"/>
              <a:ea typeface="+mj-ea"/>
              <a:cs typeface="+mj-cs"/>
              <a:sym typeface="Georgia" panose="02040502050405020303" pitchFamily="18" charset="0"/>
            </a:endParaRPr>
          </a:p>
        </p:txBody>
      </p:sp>
      <p:sp>
        <p:nvSpPr>
          <p:cNvPr id="103" name="SlideLogoText">
            <a:extLst>
              <a:ext uri="{FF2B5EF4-FFF2-40B4-BE49-F238E27FC236}">
                <a16:creationId xmlns:a16="http://schemas.microsoft.com/office/drawing/2014/main" id="{69FC0062-74AE-4BDA-ACE7-D069B448DDBC}"/>
              </a:ext>
            </a:extLst>
          </p:cNvPr>
          <p:cNvSpPr txBox="1"/>
          <p:nvPr userDrawn="1">
            <p:custDataLst>
              <p:tags r:id="rId6"/>
            </p:custDataLst>
          </p:nvPr>
        </p:nvSpPr>
        <p:spPr>
          <a:xfrm>
            <a:off x="10142505" y="6499381"/>
            <a:ext cx="1134927" cy="138499"/>
          </a:xfrm>
          <a:prstGeom prst="rect">
            <a:avLst/>
          </a:prstGeom>
          <a:noFill/>
        </p:spPr>
        <p:txBody>
          <a:bodyPr wrap="none" lIns="0" tIns="0" rIns="0" bIns="0" rtlCol="0" anchor="b">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1200">
                <a:solidFill>
                  <a:schemeClr val="tx1"/>
                </a:solidFill>
                <a:latin typeface="+mn-lt"/>
                <a:ea typeface="+mn-ea"/>
                <a:cs typeface="Arial" panose="020B0604020202020204" pitchFamily="34" charset="0"/>
              </a:rPr>
              <a:t>McKinsey &amp; Company</a:t>
            </a:r>
          </a:p>
        </p:txBody>
      </p:sp>
      <p:sp>
        <p:nvSpPr>
          <p:cNvPr id="16" name="4. Footnote" hidden="1">
            <a:extLst>
              <a:ext uri="{FF2B5EF4-FFF2-40B4-BE49-F238E27FC236}">
                <a16:creationId xmlns:a16="http://schemas.microsoft.com/office/drawing/2014/main" id="{772E4927-517C-4D61-9929-9FFDE5F31A03}"/>
              </a:ext>
            </a:extLst>
          </p:cNvPr>
          <p:cNvSpPr txBox="1"/>
          <p:nvPr userDrawn="1">
            <p:custDataLst>
              <p:tags r:id="rId7"/>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8"/>
            </p:custDataLst>
          </p:nvPr>
        </p:nvSpPr>
        <p:spPr>
          <a:xfrm>
            <a:off x="554736" y="172212"/>
            <a:ext cx="11082528" cy="731520"/>
          </a:xfrm>
          <a:prstGeom prst="rect">
            <a:avLst/>
          </a:prstGeom>
        </p:spPr>
        <p:txBody>
          <a:bodyPr vert="horz" wrap="square" lIns="0" tIns="0" rIns="0" bIns="0" rtlCol="0" anchor="b" anchorCtr="0">
            <a:noAutofit/>
          </a:bodyPr>
          <a:lstStyle/>
          <a:p>
            <a:r>
              <a:rPr lang="en-US"/>
              <a:t>Click to edit Master title style</a:t>
            </a:r>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26" name="Grid" hidden="1">
            <a:extLst>
              <a:ext uri="{FF2B5EF4-FFF2-40B4-BE49-F238E27FC236}">
                <a16:creationId xmlns:a16="http://schemas.microsoft.com/office/drawing/2014/main" id="{6579EC00-B6CE-6B6A-27BD-68A33477E9F1}"/>
              </a:ext>
            </a:extLst>
          </p:cNvPr>
          <p:cNvPicPr>
            <a:picLocks noChangeAspect="1"/>
          </p:cNvPicPr>
          <p:nvPr userDrawn="1">
            <p:custDataLst>
              <p:tags r:id="rId9"/>
            </p:custDataLst>
          </p:nvPr>
        </p:nvPicPr>
        <p:blipFill>
          <a:blip>
            <a:extLst>
              <a:ext uri="{96DAC541-7B7A-43D3-8B79-37D633B846F1}">
                <asvg:svgBlip xmlns:asvg="http://schemas.microsoft.com/office/drawing/2016/SVG/main" r:embed="rId27"/>
              </a:ext>
            </a:extLst>
          </a:blip>
          <a:stretch>
            <a:fillRect/>
          </a:stretch>
        </p:blipFill>
        <p:spPr>
          <a:xfrm>
            <a:off x="3699" y="0"/>
            <a:ext cx="12184602" cy="6858000"/>
          </a:xfrm>
          <a:prstGeom prst="rect">
            <a:avLst/>
          </a:prstGeom>
        </p:spPr>
      </p:pic>
      <p:grpSp>
        <p:nvGrpSpPr>
          <p:cNvPr id="187" name="LegendBoxes" hidden="1">
            <a:extLst>
              <a:ext uri="{FF2B5EF4-FFF2-40B4-BE49-F238E27FC236}">
                <a16:creationId xmlns:a16="http://schemas.microsoft.com/office/drawing/2014/main" id="{5048A9C9-0655-49B2-A283-6A54678F321B}"/>
              </a:ext>
            </a:extLst>
          </p:cNvPr>
          <p:cNvGrpSpPr/>
          <p:nvPr userDrawn="1"/>
        </p:nvGrpSpPr>
        <p:grpSpPr>
          <a:xfrm>
            <a:off x="10728000" y="4323600"/>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err="1">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4" name="LegendMoons" hidden="1">
            <a:extLst>
              <a:ext uri="{FF2B5EF4-FFF2-40B4-BE49-F238E27FC236}">
                <a16:creationId xmlns:a16="http://schemas.microsoft.com/office/drawing/2014/main" id="{A74D0957-B8E1-0203-5942-B3CDCECEFC07}"/>
              </a:ext>
            </a:extLst>
          </p:cNvPr>
          <p:cNvGrpSpPr/>
          <p:nvPr userDrawn="1"/>
        </p:nvGrpSpPr>
        <p:grpSpPr>
          <a:xfrm>
            <a:off x="10692000" y="1339200"/>
            <a:ext cx="1023616" cy="1731859"/>
            <a:chOff x="7723680" y="1702457"/>
            <a:chExt cx="1023616" cy="1731859"/>
          </a:xfrm>
        </p:grpSpPr>
        <p:sp>
          <p:nvSpPr>
            <p:cNvPr id="5" name="Legend1">
              <a:extLst>
                <a:ext uri="{FF2B5EF4-FFF2-40B4-BE49-F238E27FC236}">
                  <a16:creationId xmlns:a16="http://schemas.microsoft.com/office/drawing/2014/main" id="{A579D789-E781-7373-9902-2ED2044F84A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6" name="Legend2">
              <a:extLst>
                <a:ext uri="{FF2B5EF4-FFF2-40B4-BE49-F238E27FC236}">
                  <a16:creationId xmlns:a16="http://schemas.microsoft.com/office/drawing/2014/main" id="{AE219666-526F-9C6F-0799-DEDE1ED7C6B4}"/>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7" name="Legend3">
              <a:extLst>
                <a:ext uri="{FF2B5EF4-FFF2-40B4-BE49-F238E27FC236}">
                  <a16:creationId xmlns:a16="http://schemas.microsoft.com/office/drawing/2014/main" id="{22CE313E-44F3-0F57-9118-789F5A7E4BE2}"/>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8" name="Legend4">
              <a:extLst>
                <a:ext uri="{FF2B5EF4-FFF2-40B4-BE49-F238E27FC236}">
                  <a16:creationId xmlns:a16="http://schemas.microsoft.com/office/drawing/2014/main" id="{D0B5E1D7-1CD7-D84F-3620-B4FA0EF324DB}"/>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9" name="Legend5">
              <a:extLst>
                <a:ext uri="{FF2B5EF4-FFF2-40B4-BE49-F238E27FC236}">
                  <a16:creationId xmlns:a16="http://schemas.microsoft.com/office/drawing/2014/main" id="{F40C396B-7721-8A80-0BC4-C8F93B6E54CA}"/>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10" name="MoonLegend1">
              <a:extLst>
                <a:ext uri="{FF2B5EF4-FFF2-40B4-BE49-F238E27FC236}">
                  <a16:creationId xmlns:a16="http://schemas.microsoft.com/office/drawing/2014/main" id="{D19BD4EA-9682-50D3-B979-152445E49E10}"/>
                </a:ext>
              </a:extLst>
            </p:cNvPr>
            <p:cNvGrpSpPr>
              <a:grpSpLocks noChangeAspect="1"/>
            </p:cNvGrpSpPr>
            <p:nvPr>
              <p:custDataLst>
                <p:tags r:id="rId10"/>
              </p:custDataLst>
            </p:nvPr>
          </p:nvGrpSpPr>
          <p:grpSpPr>
            <a:xfrm>
              <a:off x="7723680" y="1702457"/>
              <a:ext cx="228600" cy="228600"/>
              <a:chOff x="762000" y="1270000"/>
              <a:chExt cx="254000" cy="254000"/>
            </a:xfrm>
          </p:grpSpPr>
          <p:sp>
            <p:nvSpPr>
              <p:cNvPr id="24" name="Oval 23">
                <a:extLst>
                  <a:ext uri="{FF2B5EF4-FFF2-40B4-BE49-F238E27FC236}">
                    <a16:creationId xmlns:a16="http://schemas.microsoft.com/office/drawing/2014/main" id="{4A0B6C31-1F56-F41C-44CD-9D5FBF4D0344}"/>
                  </a:ext>
                </a:extLst>
              </p:cNvPr>
              <p:cNvSpPr/>
              <p:nvPr>
                <p:custDataLst>
                  <p:tags r:id="rId23"/>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5" name="Arc 24" hidden="1">
                <a:extLst>
                  <a:ext uri="{FF2B5EF4-FFF2-40B4-BE49-F238E27FC236}">
                    <a16:creationId xmlns:a16="http://schemas.microsoft.com/office/drawing/2014/main" id="{B50CF1FE-8D31-700D-F0C2-ACB607372AE4}"/>
                  </a:ext>
                </a:extLst>
              </p:cNvPr>
              <p:cNvSpPr/>
              <p:nvPr>
                <p:custDataLst>
                  <p:tags r:id="rId24"/>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1" name="MoonLegend2">
              <a:extLst>
                <a:ext uri="{FF2B5EF4-FFF2-40B4-BE49-F238E27FC236}">
                  <a16:creationId xmlns:a16="http://schemas.microsoft.com/office/drawing/2014/main" id="{E34FB525-F2A2-061A-A353-799809BF5FC7}"/>
                </a:ext>
              </a:extLst>
            </p:cNvPr>
            <p:cNvGrpSpPr>
              <a:grpSpLocks noChangeAspect="1"/>
            </p:cNvGrpSpPr>
            <p:nvPr>
              <p:custDataLst>
                <p:tags r:id="rId11"/>
              </p:custDataLst>
            </p:nvPr>
          </p:nvGrpSpPr>
          <p:grpSpPr>
            <a:xfrm>
              <a:off x="7723680" y="2078270"/>
              <a:ext cx="228600" cy="228600"/>
              <a:chOff x="762000" y="1270000"/>
              <a:chExt cx="254000" cy="254000"/>
            </a:xfrm>
          </p:grpSpPr>
          <p:sp>
            <p:nvSpPr>
              <p:cNvPr id="22" name="Oval 21">
                <a:extLst>
                  <a:ext uri="{FF2B5EF4-FFF2-40B4-BE49-F238E27FC236}">
                    <a16:creationId xmlns:a16="http://schemas.microsoft.com/office/drawing/2014/main" id="{0DC6EA1B-42E3-0F8A-87FD-05CAF1FDA5FA}"/>
                  </a:ext>
                </a:extLst>
              </p:cNvPr>
              <p:cNvSpPr/>
              <p:nvPr>
                <p:custDataLst>
                  <p:tags r:id="rId21"/>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3" name="Arc 22">
                <a:extLst>
                  <a:ext uri="{FF2B5EF4-FFF2-40B4-BE49-F238E27FC236}">
                    <a16:creationId xmlns:a16="http://schemas.microsoft.com/office/drawing/2014/main" id="{349961EB-4044-DDFA-0CF7-F5D66FDD64FA}"/>
                  </a:ext>
                </a:extLst>
              </p:cNvPr>
              <p:cNvSpPr/>
              <p:nvPr>
                <p:custDataLst>
                  <p:tags r:id="rId22"/>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2" name="MoonLegend3">
              <a:extLst>
                <a:ext uri="{FF2B5EF4-FFF2-40B4-BE49-F238E27FC236}">
                  <a16:creationId xmlns:a16="http://schemas.microsoft.com/office/drawing/2014/main" id="{81D58525-2DB4-58E3-4841-2B88C4F9BBE1}"/>
                </a:ext>
              </a:extLst>
            </p:cNvPr>
            <p:cNvGrpSpPr>
              <a:grpSpLocks noChangeAspect="1"/>
            </p:cNvGrpSpPr>
            <p:nvPr>
              <p:custDataLst>
                <p:tags r:id="rId12"/>
              </p:custDataLst>
            </p:nvPr>
          </p:nvGrpSpPr>
          <p:grpSpPr>
            <a:xfrm>
              <a:off x="7723680" y="2454085"/>
              <a:ext cx="228600" cy="228600"/>
              <a:chOff x="762000" y="1270000"/>
              <a:chExt cx="254000" cy="254000"/>
            </a:xfrm>
          </p:grpSpPr>
          <p:sp>
            <p:nvSpPr>
              <p:cNvPr id="20" name="Oval 19">
                <a:extLst>
                  <a:ext uri="{FF2B5EF4-FFF2-40B4-BE49-F238E27FC236}">
                    <a16:creationId xmlns:a16="http://schemas.microsoft.com/office/drawing/2014/main" id="{6D052903-9CD8-AB5E-E69F-03405F848828}"/>
                  </a:ext>
                </a:extLst>
              </p:cNvPr>
              <p:cNvSpPr/>
              <p:nvPr>
                <p:custDataLst>
                  <p:tags r:id="rId19"/>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21" name="Arc 20">
                <a:extLst>
                  <a:ext uri="{FF2B5EF4-FFF2-40B4-BE49-F238E27FC236}">
                    <a16:creationId xmlns:a16="http://schemas.microsoft.com/office/drawing/2014/main" id="{BB370F7E-886E-6962-667A-24DD8C636B1C}"/>
                  </a:ext>
                </a:extLst>
              </p:cNvPr>
              <p:cNvSpPr/>
              <p:nvPr>
                <p:custDataLst>
                  <p:tags r:id="rId20"/>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3" name="MoonLegend4">
              <a:extLst>
                <a:ext uri="{FF2B5EF4-FFF2-40B4-BE49-F238E27FC236}">
                  <a16:creationId xmlns:a16="http://schemas.microsoft.com/office/drawing/2014/main" id="{12DC2918-BD74-B2EB-0BB2-D46E7084496E}"/>
                </a:ext>
              </a:extLst>
            </p:cNvPr>
            <p:cNvGrpSpPr>
              <a:grpSpLocks noChangeAspect="1"/>
            </p:cNvGrpSpPr>
            <p:nvPr>
              <p:custDataLst>
                <p:tags r:id="rId13"/>
              </p:custDataLst>
            </p:nvPr>
          </p:nvGrpSpPr>
          <p:grpSpPr>
            <a:xfrm>
              <a:off x="7723680" y="2829900"/>
              <a:ext cx="228600" cy="228600"/>
              <a:chOff x="762000" y="1270000"/>
              <a:chExt cx="254000" cy="254000"/>
            </a:xfrm>
          </p:grpSpPr>
          <p:sp>
            <p:nvSpPr>
              <p:cNvPr id="18" name="Oval 17">
                <a:extLst>
                  <a:ext uri="{FF2B5EF4-FFF2-40B4-BE49-F238E27FC236}">
                    <a16:creationId xmlns:a16="http://schemas.microsoft.com/office/drawing/2014/main" id="{78309338-2E0C-8EAB-278B-36BB84E8955A}"/>
                  </a:ext>
                </a:extLst>
              </p:cNvPr>
              <p:cNvSpPr/>
              <p:nvPr>
                <p:custDataLst>
                  <p:tags r:id="rId17"/>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9" name="Arc 18">
                <a:extLst>
                  <a:ext uri="{FF2B5EF4-FFF2-40B4-BE49-F238E27FC236}">
                    <a16:creationId xmlns:a16="http://schemas.microsoft.com/office/drawing/2014/main" id="{28AA2C47-9903-4C18-8098-1106BE8B1977}"/>
                  </a:ext>
                </a:extLst>
              </p:cNvPr>
              <p:cNvSpPr/>
              <p:nvPr>
                <p:custDataLst>
                  <p:tags r:id="rId18"/>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14" name="MoonLegend5">
              <a:extLst>
                <a:ext uri="{FF2B5EF4-FFF2-40B4-BE49-F238E27FC236}">
                  <a16:creationId xmlns:a16="http://schemas.microsoft.com/office/drawing/2014/main" id="{85016F10-0401-6973-A0D0-23D227FF8FED}"/>
                </a:ext>
              </a:extLst>
            </p:cNvPr>
            <p:cNvGrpSpPr>
              <a:grpSpLocks noChangeAspect="1"/>
            </p:cNvGrpSpPr>
            <p:nvPr>
              <p:custDataLst>
                <p:tags r:id="rId14"/>
              </p:custDataLst>
            </p:nvPr>
          </p:nvGrpSpPr>
          <p:grpSpPr>
            <a:xfrm>
              <a:off x="7723680" y="3205716"/>
              <a:ext cx="228600" cy="228600"/>
              <a:chOff x="762000" y="1270000"/>
              <a:chExt cx="254000" cy="254000"/>
            </a:xfrm>
          </p:grpSpPr>
          <p:sp>
            <p:nvSpPr>
              <p:cNvPr id="15" name="Oval 14">
                <a:extLst>
                  <a:ext uri="{FF2B5EF4-FFF2-40B4-BE49-F238E27FC236}">
                    <a16:creationId xmlns:a16="http://schemas.microsoft.com/office/drawing/2014/main" id="{88041A10-C91C-7EF2-F7EA-D1D0412188C6}"/>
                  </a:ext>
                </a:extLst>
              </p:cNvPr>
              <p:cNvSpPr/>
              <p:nvPr>
                <p:custDataLst>
                  <p:tags r:id="rId15"/>
                </p:custDataLst>
              </p:nvPr>
            </p:nvSpPr>
            <p:spPr>
              <a:xfrm>
                <a:off x="762000" y="1270000"/>
                <a:ext cx="254000" cy="254000"/>
              </a:xfrm>
              <a:prstGeom prst="ellipse">
                <a:avLst/>
              </a:prstGeom>
              <a:solidFill>
                <a:srgbClr val="CCCCCC"/>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7" name="Arc 16">
                <a:extLst>
                  <a:ext uri="{FF2B5EF4-FFF2-40B4-BE49-F238E27FC236}">
                    <a16:creationId xmlns:a16="http://schemas.microsoft.com/office/drawing/2014/main" id="{B1A7ADC8-55DF-963B-3C8A-AAB44F2EF672}"/>
                  </a:ext>
                </a:extLst>
              </p:cNvPr>
              <p:cNvSpPr/>
              <p:nvPr>
                <p:custDataLst>
                  <p:tags r:id="rId16"/>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userDrawn="1"/>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userDrawn="1"/>
        </p:nvGrpSpPr>
        <p:grpSpPr>
          <a:xfrm>
            <a:off x="10440000" y="3243600"/>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Tree>
    <p:extLst>
      <p:ext uri="{BB962C8B-B14F-4D97-AF65-F5344CB8AC3E}">
        <p14:creationId xmlns:p14="http://schemas.microsoft.com/office/powerpoint/2010/main" val="1044068778"/>
      </p:ext>
    </p:extLst>
  </p:cSld>
  <p:clrMap bg1="lt1" tx1="dk1" bg2="lt2" tx2="dk2" accent1="accent1" accent2="accent2" accent3="accent3" accent4="accent4" accent5="accent5" accent6="accent6" hlink="hlink" folHlink="folHlink"/>
  <p:sldLayoutIdLst>
    <p:sldLayoutId id="2147483901" r:id="rId1"/>
    <p:sldLayoutId id="2147483902" r:id="rId2"/>
  </p:sldLayoutIdLst>
  <p:txStyles>
    <p:titleStyle>
      <a:lvl1pPr algn="l" defTabSz="914400" rtl="0" eaLnBrk="1" latinLnBrk="0" hangingPunct="1">
        <a:lnSpc>
          <a:spcPct val="93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68">
          <p15:clr>
            <a:srgbClr val="5ACBF0"/>
          </p15:clr>
        </p15:guide>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tags" Target="../tags/tag295.xml"/><Relationship Id="rId7" Type="http://schemas.openxmlformats.org/officeDocument/2006/relationships/slideLayout" Target="../slideLayouts/slideLayout32.xml"/><Relationship Id="rId2" Type="http://schemas.openxmlformats.org/officeDocument/2006/relationships/tags" Target="../tags/tag294.xml"/><Relationship Id="rId1" Type="http://schemas.openxmlformats.org/officeDocument/2006/relationships/tags" Target="../tags/tag293.xml"/><Relationship Id="rId6" Type="http://schemas.openxmlformats.org/officeDocument/2006/relationships/tags" Target="../tags/tag298.xml"/><Relationship Id="rId5" Type="http://schemas.openxmlformats.org/officeDocument/2006/relationships/tags" Target="../tags/tag297.xml"/><Relationship Id="rId10" Type="http://schemas.openxmlformats.org/officeDocument/2006/relationships/image" Target="../media/image14.jpeg"/><Relationship Id="rId4" Type="http://schemas.openxmlformats.org/officeDocument/2006/relationships/tags" Target="../tags/tag296.xml"/><Relationship Id="rId9" Type="http://schemas.openxmlformats.org/officeDocument/2006/relationships/image" Target="../media/image13.emf"/></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0.xml"/><Relationship Id="rId1" Type="http://schemas.openxmlformats.org/officeDocument/2006/relationships/tags" Target="../tags/tag299.xml"/><Relationship Id="rId5" Type="http://schemas.openxmlformats.org/officeDocument/2006/relationships/image" Target="../media/image10.emf"/><Relationship Id="rId4" Type="http://schemas.openxmlformats.org/officeDocument/2006/relationships/oleObject" Target="../embeddings/oleObject26.bin"/></Relationships>
</file>

<file path=ppt/slides/_rels/slide3.xml.rels><?xml version="1.0" encoding="UTF-8" standalone="yes"?>
<Relationships xmlns="http://schemas.openxmlformats.org/package/2006/relationships"><Relationship Id="rId13" Type="http://schemas.openxmlformats.org/officeDocument/2006/relationships/tags" Target="../tags/tag313.xml"/><Relationship Id="rId18" Type="http://schemas.openxmlformats.org/officeDocument/2006/relationships/tags" Target="../tags/tag318.xml"/><Relationship Id="rId26" Type="http://schemas.openxmlformats.org/officeDocument/2006/relationships/tags" Target="../tags/tag326.xml"/><Relationship Id="rId39" Type="http://schemas.openxmlformats.org/officeDocument/2006/relationships/tags" Target="../tags/tag339.xml"/><Relationship Id="rId21" Type="http://schemas.openxmlformats.org/officeDocument/2006/relationships/tags" Target="../tags/tag321.xml"/><Relationship Id="rId34" Type="http://schemas.openxmlformats.org/officeDocument/2006/relationships/tags" Target="../tags/tag334.xml"/><Relationship Id="rId42" Type="http://schemas.openxmlformats.org/officeDocument/2006/relationships/tags" Target="../tags/tag342.xml"/><Relationship Id="rId47" Type="http://schemas.openxmlformats.org/officeDocument/2006/relationships/tags" Target="../tags/tag347.xml"/><Relationship Id="rId50" Type="http://schemas.openxmlformats.org/officeDocument/2006/relationships/tags" Target="../tags/tag350.xml"/><Relationship Id="rId55" Type="http://schemas.openxmlformats.org/officeDocument/2006/relationships/notesSlide" Target="../notesSlides/notesSlide1.xml"/><Relationship Id="rId7" Type="http://schemas.openxmlformats.org/officeDocument/2006/relationships/tags" Target="../tags/tag307.xml"/><Relationship Id="rId2" Type="http://schemas.openxmlformats.org/officeDocument/2006/relationships/tags" Target="../tags/tag302.xml"/><Relationship Id="rId16" Type="http://schemas.openxmlformats.org/officeDocument/2006/relationships/tags" Target="../tags/tag316.xml"/><Relationship Id="rId29" Type="http://schemas.openxmlformats.org/officeDocument/2006/relationships/tags" Target="../tags/tag329.xml"/><Relationship Id="rId11" Type="http://schemas.openxmlformats.org/officeDocument/2006/relationships/tags" Target="../tags/tag311.xml"/><Relationship Id="rId24" Type="http://schemas.openxmlformats.org/officeDocument/2006/relationships/tags" Target="../tags/tag324.xml"/><Relationship Id="rId32" Type="http://schemas.openxmlformats.org/officeDocument/2006/relationships/tags" Target="../tags/tag332.xml"/><Relationship Id="rId37" Type="http://schemas.openxmlformats.org/officeDocument/2006/relationships/tags" Target="../tags/tag337.xml"/><Relationship Id="rId40" Type="http://schemas.openxmlformats.org/officeDocument/2006/relationships/tags" Target="../tags/tag340.xml"/><Relationship Id="rId45" Type="http://schemas.openxmlformats.org/officeDocument/2006/relationships/tags" Target="../tags/tag345.xml"/><Relationship Id="rId53" Type="http://schemas.openxmlformats.org/officeDocument/2006/relationships/tags" Target="../tags/tag353.xml"/><Relationship Id="rId58" Type="http://schemas.openxmlformats.org/officeDocument/2006/relationships/image" Target="../media/image16.svg"/><Relationship Id="rId5" Type="http://schemas.openxmlformats.org/officeDocument/2006/relationships/tags" Target="../tags/tag305.xml"/><Relationship Id="rId61" Type="http://schemas.openxmlformats.org/officeDocument/2006/relationships/image" Target="../media/image19.svg"/><Relationship Id="rId19" Type="http://schemas.openxmlformats.org/officeDocument/2006/relationships/tags" Target="../tags/tag319.xml"/><Relationship Id="rId14" Type="http://schemas.openxmlformats.org/officeDocument/2006/relationships/tags" Target="../tags/tag314.xml"/><Relationship Id="rId22" Type="http://schemas.openxmlformats.org/officeDocument/2006/relationships/tags" Target="../tags/tag322.xml"/><Relationship Id="rId27" Type="http://schemas.openxmlformats.org/officeDocument/2006/relationships/tags" Target="../tags/tag327.xml"/><Relationship Id="rId30" Type="http://schemas.openxmlformats.org/officeDocument/2006/relationships/tags" Target="../tags/tag330.xml"/><Relationship Id="rId35" Type="http://schemas.openxmlformats.org/officeDocument/2006/relationships/tags" Target="../tags/tag335.xml"/><Relationship Id="rId43" Type="http://schemas.openxmlformats.org/officeDocument/2006/relationships/tags" Target="../tags/tag343.xml"/><Relationship Id="rId48" Type="http://schemas.openxmlformats.org/officeDocument/2006/relationships/tags" Target="../tags/tag348.xml"/><Relationship Id="rId56" Type="http://schemas.openxmlformats.org/officeDocument/2006/relationships/oleObject" Target="../embeddings/oleObject27.bin"/><Relationship Id="rId8" Type="http://schemas.openxmlformats.org/officeDocument/2006/relationships/tags" Target="../tags/tag308.xml"/><Relationship Id="rId51" Type="http://schemas.openxmlformats.org/officeDocument/2006/relationships/tags" Target="../tags/tag351.xml"/><Relationship Id="rId3" Type="http://schemas.openxmlformats.org/officeDocument/2006/relationships/tags" Target="../tags/tag303.xml"/><Relationship Id="rId12" Type="http://schemas.openxmlformats.org/officeDocument/2006/relationships/tags" Target="../tags/tag312.xml"/><Relationship Id="rId17" Type="http://schemas.openxmlformats.org/officeDocument/2006/relationships/tags" Target="../tags/tag317.xml"/><Relationship Id="rId25" Type="http://schemas.openxmlformats.org/officeDocument/2006/relationships/tags" Target="../tags/tag325.xml"/><Relationship Id="rId33" Type="http://schemas.openxmlformats.org/officeDocument/2006/relationships/tags" Target="../tags/tag333.xml"/><Relationship Id="rId38" Type="http://schemas.openxmlformats.org/officeDocument/2006/relationships/tags" Target="../tags/tag338.xml"/><Relationship Id="rId46" Type="http://schemas.openxmlformats.org/officeDocument/2006/relationships/tags" Target="../tags/tag346.xml"/><Relationship Id="rId59" Type="http://schemas.openxmlformats.org/officeDocument/2006/relationships/image" Target="../media/image17.svg"/><Relationship Id="rId20" Type="http://schemas.openxmlformats.org/officeDocument/2006/relationships/tags" Target="../tags/tag320.xml"/><Relationship Id="rId41" Type="http://schemas.openxmlformats.org/officeDocument/2006/relationships/tags" Target="../tags/tag341.xml"/><Relationship Id="rId54" Type="http://schemas.openxmlformats.org/officeDocument/2006/relationships/slideLayout" Target="../slideLayouts/slideLayout2.xml"/><Relationship Id="rId62" Type="http://schemas.openxmlformats.org/officeDocument/2006/relationships/image" Target="../media/image20.svg"/><Relationship Id="rId1" Type="http://schemas.openxmlformats.org/officeDocument/2006/relationships/tags" Target="../tags/tag301.xml"/><Relationship Id="rId6" Type="http://schemas.openxmlformats.org/officeDocument/2006/relationships/tags" Target="../tags/tag306.xml"/><Relationship Id="rId15" Type="http://schemas.openxmlformats.org/officeDocument/2006/relationships/tags" Target="../tags/tag315.xml"/><Relationship Id="rId23" Type="http://schemas.openxmlformats.org/officeDocument/2006/relationships/tags" Target="../tags/tag323.xml"/><Relationship Id="rId28" Type="http://schemas.openxmlformats.org/officeDocument/2006/relationships/tags" Target="../tags/tag328.xml"/><Relationship Id="rId36" Type="http://schemas.openxmlformats.org/officeDocument/2006/relationships/tags" Target="../tags/tag336.xml"/><Relationship Id="rId49" Type="http://schemas.openxmlformats.org/officeDocument/2006/relationships/tags" Target="../tags/tag349.xml"/><Relationship Id="rId57" Type="http://schemas.openxmlformats.org/officeDocument/2006/relationships/image" Target="../media/image15.emf"/><Relationship Id="rId10" Type="http://schemas.openxmlformats.org/officeDocument/2006/relationships/tags" Target="../tags/tag310.xml"/><Relationship Id="rId31" Type="http://schemas.openxmlformats.org/officeDocument/2006/relationships/tags" Target="../tags/tag331.xml"/><Relationship Id="rId44" Type="http://schemas.openxmlformats.org/officeDocument/2006/relationships/tags" Target="../tags/tag344.xml"/><Relationship Id="rId52" Type="http://schemas.openxmlformats.org/officeDocument/2006/relationships/tags" Target="../tags/tag352.xml"/><Relationship Id="rId60" Type="http://schemas.openxmlformats.org/officeDocument/2006/relationships/image" Target="../media/image18.svg"/><Relationship Id="rId4" Type="http://schemas.openxmlformats.org/officeDocument/2006/relationships/tags" Target="../tags/tag304.xml"/><Relationship Id="rId9" Type="http://schemas.openxmlformats.org/officeDocument/2006/relationships/tags" Target="../tags/tag309.xml"/></Relationships>
</file>

<file path=ppt/slides/_rels/slide4.xml.rels><?xml version="1.0" encoding="UTF-8" standalone="yes"?>
<Relationships xmlns="http://schemas.openxmlformats.org/package/2006/relationships"><Relationship Id="rId13" Type="http://schemas.openxmlformats.org/officeDocument/2006/relationships/tags" Target="../tags/tag366.xml"/><Relationship Id="rId18" Type="http://schemas.openxmlformats.org/officeDocument/2006/relationships/tags" Target="../tags/tag371.xml"/><Relationship Id="rId26" Type="http://schemas.openxmlformats.org/officeDocument/2006/relationships/tags" Target="../tags/tag379.xml"/><Relationship Id="rId39" Type="http://schemas.openxmlformats.org/officeDocument/2006/relationships/tags" Target="../tags/tag392.xml"/><Relationship Id="rId21" Type="http://schemas.openxmlformats.org/officeDocument/2006/relationships/tags" Target="../tags/tag374.xml"/><Relationship Id="rId34" Type="http://schemas.openxmlformats.org/officeDocument/2006/relationships/tags" Target="../tags/tag387.xml"/><Relationship Id="rId42" Type="http://schemas.openxmlformats.org/officeDocument/2006/relationships/tags" Target="../tags/tag395.xml"/><Relationship Id="rId47" Type="http://schemas.openxmlformats.org/officeDocument/2006/relationships/image" Target="../media/image15.emf"/><Relationship Id="rId50" Type="http://schemas.openxmlformats.org/officeDocument/2006/relationships/image" Target="../media/image18.svg"/><Relationship Id="rId7" Type="http://schemas.openxmlformats.org/officeDocument/2006/relationships/tags" Target="../tags/tag360.xml"/><Relationship Id="rId2" Type="http://schemas.openxmlformats.org/officeDocument/2006/relationships/tags" Target="../tags/tag355.xml"/><Relationship Id="rId16" Type="http://schemas.openxmlformats.org/officeDocument/2006/relationships/tags" Target="../tags/tag369.xml"/><Relationship Id="rId29" Type="http://schemas.openxmlformats.org/officeDocument/2006/relationships/tags" Target="../tags/tag382.xml"/><Relationship Id="rId11" Type="http://schemas.openxmlformats.org/officeDocument/2006/relationships/tags" Target="../tags/tag364.xml"/><Relationship Id="rId24" Type="http://schemas.openxmlformats.org/officeDocument/2006/relationships/tags" Target="../tags/tag377.xml"/><Relationship Id="rId32" Type="http://schemas.openxmlformats.org/officeDocument/2006/relationships/tags" Target="../tags/tag385.xml"/><Relationship Id="rId37" Type="http://schemas.openxmlformats.org/officeDocument/2006/relationships/tags" Target="../tags/tag390.xml"/><Relationship Id="rId40" Type="http://schemas.openxmlformats.org/officeDocument/2006/relationships/tags" Target="../tags/tag393.xml"/><Relationship Id="rId45" Type="http://schemas.openxmlformats.org/officeDocument/2006/relationships/notesSlide" Target="../notesSlides/notesSlide2.xml"/><Relationship Id="rId5" Type="http://schemas.openxmlformats.org/officeDocument/2006/relationships/tags" Target="../tags/tag358.xml"/><Relationship Id="rId15" Type="http://schemas.openxmlformats.org/officeDocument/2006/relationships/tags" Target="../tags/tag368.xml"/><Relationship Id="rId23" Type="http://schemas.openxmlformats.org/officeDocument/2006/relationships/tags" Target="../tags/tag376.xml"/><Relationship Id="rId28" Type="http://schemas.openxmlformats.org/officeDocument/2006/relationships/tags" Target="../tags/tag381.xml"/><Relationship Id="rId36" Type="http://schemas.openxmlformats.org/officeDocument/2006/relationships/tags" Target="../tags/tag389.xml"/><Relationship Id="rId49" Type="http://schemas.openxmlformats.org/officeDocument/2006/relationships/image" Target="../media/image17.svg"/><Relationship Id="rId10" Type="http://schemas.openxmlformats.org/officeDocument/2006/relationships/tags" Target="../tags/tag363.xml"/><Relationship Id="rId19" Type="http://schemas.openxmlformats.org/officeDocument/2006/relationships/tags" Target="../tags/tag372.xml"/><Relationship Id="rId31" Type="http://schemas.openxmlformats.org/officeDocument/2006/relationships/tags" Target="../tags/tag384.xml"/><Relationship Id="rId44" Type="http://schemas.openxmlformats.org/officeDocument/2006/relationships/slideLayout" Target="../slideLayouts/slideLayout2.xml"/><Relationship Id="rId52" Type="http://schemas.openxmlformats.org/officeDocument/2006/relationships/image" Target="../media/image20.svg"/><Relationship Id="rId4" Type="http://schemas.openxmlformats.org/officeDocument/2006/relationships/tags" Target="../tags/tag357.xml"/><Relationship Id="rId9" Type="http://schemas.openxmlformats.org/officeDocument/2006/relationships/tags" Target="../tags/tag362.xml"/><Relationship Id="rId14" Type="http://schemas.openxmlformats.org/officeDocument/2006/relationships/tags" Target="../tags/tag367.xml"/><Relationship Id="rId22" Type="http://schemas.openxmlformats.org/officeDocument/2006/relationships/tags" Target="../tags/tag375.xml"/><Relationship Id="rId27" Type="http://schemas.openxmlformats.org/officeDocument/2006/relationships/tags" Target="../tags/tag380.xml"/><Relationship Id="rId30" Type="http://schemas.openxmlformats.org/officeDocument/2006/relationships/tags" Target="../tags/tag383.xml"/><Relationship Id="rId35" Type="http://schemas.openxmlformats.org/officeDocument/2006/relationships/tags" Target="../tags/tag388.xml"/><Relationship Id="rId43" Type="http://schemas.openxmlformats.org/officeDocument/2006/relationships/tags" Target="../tags/tag396.xml"/><Relationship Id="rId48" Type="http://schemas.openxmlformats.org/officeDocument/2006/relationships/image" Target="../media/image16.svg"/><Relationship Id="rId8" Type="http://schemas.openxmlformats.org/officeDocument/2006/relationships/tags" Target="../tags/tag361.xml"/><Relationship Id="rId51" Type="http://schemas.openxmlformats.org/officeDocument/2006/relationships/image" Target="../media/image19.svg"/><Relationship Id="rId3" Type="http://schemas.openxmlformats.org/officeDocument/2006/relationships/tags" Target="../tags/tag356.xml"/><Relationship Id="rId12" Type="http://schemas.openxmlformats.org/officeDocument/2006/relationships/tags" Target="../tags/tag365.xml"/><Relationship Id="rId17" Type="http://schemas.openxmlformats.org/officeDocument/2006/relationships/tags" Target="../tags/tag370.xml"/><Relationship Id="rId25" Type="http://schemas.openxmlformats.org/officeDocument/2006/relationships/tags" Target="../tags/tag378.xml"/><Relationship Id="rId33" Type="http://schemas.openxmlformats.org/officeDocument/2006/relationships/tags" Target="../tags/tag386.xml"/><Relationship Id="rId38" Type="http://schemas.openxmlformats.org/officeDocument/2006/relationships/tags" Target="../tags/tag391.xml"/><Relationship Id="rId46" Type="http://schemas.openxmlformats.org/officeDocument/2006/relationships/oleObject" Target="../embeddings/oleObject28.bin"/><Relationship Id="rId20" Type="http://schemas.openxmlformats.org/officeDocument/2006/relationships/tags" Target="../tags/tag373.xml"/><Relationship Id="rId41" Type="http://schemas.openxmlformats.org/officeDocument/2006/relationships/tags" Target="../tags/tag394.xml"/><Relationship Id="rId1" Type="http://schemas.openxmlformats.org/officeDocument/2006/relationships/tags" Target="../tags/tag354.xml"/><Relationship Id="rId6" Type="http://schemas.openxmlformats.org/officeDocument/2006/relationships/tags" Target="../tags/tag359.xml"/></Relationships>
</file>

<file path=ppt/slides/_rels/slide5.xml.rels><?xml version="1.0" encoding="UTF-8" standalone="yes"?>
<Relationships xmlns="http://schemas.openxmlformats.org/package/2006/relationships"><Relationship Id="rId8" Type="http://schemas.openxmlformats.org/officeDocument/2006/relationships/tags" Target="../tags/tag404.xml"/><Relationship Id="rId13" Type="http://schemas.openxmlformats.org/officeDocument/2006/relationships/tags" Target="../tags/tag409.xml"/><Relationship Id="rId18" Type="http://schemas.openxmlformats.org/officeDocument/2006/relationships/notesSlide" Target="../notesSlides/notesSlide3.xml"/><Relationship Id="rId3" Type="http://schemas.openxmlformats.org/officeDocument/2006/relationships/tags" Target="../tags/tag399.xml"/><Relationship Id="rId7" Type="http://schemas.openxmlformats.org/officeDocument/2006/relationships/tags" Target="../tags/tag403.xml"/><Relationship Id="rId12" Type="http://schemas.openxmlformats.org/officeDocument/2006/relationships/tags" Target="../tags/tag408.xml"/><Relationship Id="rId17" Type="http://schemas.openxmlformats.org/officeDocument/2006/relationships/slideLayout" Target="../slideLayouts/slideLayout2.xml"/><Relationship Id="rId2" Type="http://schemas.openxmlformats.org/officeDocument/2006/relationships/tags" Target="../tags/tag398.xml"/><Relationship Id="rId16" Type="http://schemas.openxmlformats.org/officeDocument/2006/relationships/tags" Target="../tags/tag412.xml"/><Relationship Id="rId20" Type="http://schemas.openxmlformats.org/officeDocument/2006/relationships/image" Target="../media/image15.emf"/><Relationship Id="rId1" Type="http://schemas.openxmlformats.org/officeDocument/2006/relationships/tags" Target="../tags/tag397.xml"/><Relationship Id="rId6" Type="http://schemas.openxmlformats.org/officeDocument/2006/relationships/tags" Target="../tags/tag402.xml"/><Relationship Id="rId11" Type="http://schemas.openxmlformats.org/officeDocument/2006/relationships/tags" Target="../tags/tag407.xml"/><Relationship Id="rId5" Type="http://schemas.openxmlformats.org/officeDocument/2006/relationships/tags" Target="../tags/tag401.xml"/><Relationship Id="rId15" Type="http://schemas.openxmlformats.org/officeDocument/2006/relationships/tags" Target="../tags/tag411.xml"/><Relationship Id="rId10" Type="http://schemas.openxmlformats.org/officeDocument/2006/relationships/tags" Target="../tags/tag406.xml"/><Relationship Id="rId19" Type="http://schemas.openxmlformats.org/officeDocument/2006/relationships/oleObject" Target="../embeddings/oleObject29.bin"/><Relationship Id="rId4" Type="http://schemas.openxmlformats.org/officeDocument/2006/relationships/tags" Target="../tags/tag400.xml"/><Relationship Id="rId9" Type="http://schemas.openxmlformats.org/officeDocument/2006/relationships/tags" Target="../tags/tag405.xml"/><Relationship Id="rId14" Type="http://schemas.openxmlformats.org/officeDocument/2006/relationships/tags" Target="../tags/tag410.xml"/></Relationships>
</file>

<file path=ppt/slides/_rels/slide6.xml.rels><?xml version="1.0" encoding="UTF-8" standalone="yes"?>
<Relationships xmlns="http://schemas.openxmlformats.org/package/2006/relationships"><Relationship Id="rId3" Type="http://schemas.openxmlformats.org/officeDocument/2006/relationships/tags" Target="../tags/tag415.xml"/><Relationship Id="rId7" Type="http://schemas.openxmlformats.org/officeDocument/2006/relationships/image" Target="../media/image6.emf"/><Relationship Id="rId2" Type="http://schemas.openxmlformats.org/officeDocument/2006/relationships/tags" Target="../tags/tag414.xml"/><Relationship Id="rId1" Type="http://schemas.openxmlformats.org/officeDocument/2006/relationships/tags" Target="../tags/tag413.xml"/><Relationship Id="rId6" Type="http://schemas.openxmlformats.org/officeDocument/2006/relationships/oleObject" Target="../embeddings/oleObject30.bin"/><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tags" Target="../tags/tag423.xml"/><Relationship Id="rId13" Type="http://schemas.openxmlformats.org/officeDocument/2006/relationships/tags" Target="../tags/tag428.xml"/><Relationship Id="rId18" Type="http://schemas.openxmlformats.org/officeDocument/2006/relationships/tags" Target="../tags/tag433.xml"/><Relationship Id="rId26" Type="http://schemas.openxmlformats.org/officeDocument/2006/relationships/tags" Target="../tags/tag441.xml"/><Relationship Id="rId3" Type="http://schemas.openxmlformats.org/officeDocument/2006/relationships/tags" Target="../tags/tag418.xml"/><Relationship Id="rId21" Type="http://schemas.openxmlformats.org/officeDocument/2006/relationships/tags" Target="../tags/tag436.xml"/><Relationship Id="rId7" Type="http://schemas.openxmlformats.org/officeDocument/2006/relationships/tags" Target="../tags/tag422.xml"/><Relationship Id="rId12" Type="http://schemas.openxmlformats.org/officeDocument/2006/relationships/tags" Target="../tags/tag427.xml"/><Relationship Id="rId17" Type="http://schemas.openxmlformats.org/officeDocument/2006/relationships/tags" Target="../tags/tag432.xml"/><Relationship Id="rId25" Type="http://schemas.openxmlformats.org/officeDocument/2006/relationships/tags" Target="../tags/tag440.xml"/><Relationship Id="rId2" Type="http://schemas.openxmlformats.org/officeDocument/2006/relationships/tags" Target="../tags/tag417.xml"/><Relationship Id="rId16" Type="http://schemas.openxmlformats.org/officeDocument/2006/relationships/tags" Target="../tags/tag431.xml"/><Relationship Id="rId20" Type="http://schemas.openxmlformats.org/officeDocument/2006/relationships/tags" Target="../tags/tag435.xml"/><Relationship Id="rId29" Type="http://schemas.openxmlformats.org/officeDocument/2006/relationships/oleObject" Target="../embeddings/oleObject31.bin"/><Relationship Id="rId1" Type="http://schemas.openxmlformats.org/officeDocument/2006/relationships/tags" Target="../tags/tag416.xml"/><Relationship Id="rId6" Type="http://schemas.openxmlformats.org/officeDocument/2006/relationships/tags" Target="../tags/tag421.xml"/><Relationship Id="rId11" Type="http://schemas.openxmlformats.org/officeDocument/2006/relationships/tags" Target="../tags/tag426.xml"/><Relationship Id="rId24" Type="http://schemas.openxmlformats.org/officeDocument/2006/relationships/tags" Target="../tags/tag439.xml"/><Relationship Id="rId5" Type="http://schemas.openxmlformats.org/officeDocument/2006/relationships/tags" Target="../tags/tag420.xml"/><Relationship Id="rId15" Type="http://schemas.openxmlformats.org/officeDocument/2006/relationships/tags" Target="../tags/tag430.xml"/><Relationship Id="rId23" Type="http://schemas.openxmlformats.org/officeDocument/2006/relationships/tags" Target="../tags/tag438.xml"/><Relationship Id="rId28" Type="http://schemas.openxmlformats.org/officeDocument/2006/relationships/notesSlide" Target="../notesSlides/notesSlide5.xml"/><Relationship Id="rId10" Type="http://schemas.openxmlformats.org/officeDocument/2006/relationships/tags" Target="../tags/tag425.xml"/><Relationship Id="rId19" Type="http://schemas.openxmlformats.org/officeDocument/2006/relationships/tags" Target="../tags/tag434.xml"/><Relationship Id="rId4" Type="http://schemas.openxmlformats.org/officeDocument/2006/relationships/tags" Target="../tags/tag419.xml"/><Relationship Id="rId9" Type="http://schemas.openxmlformats.org/officeDocument/2006/relationships/tags" Target="../tags/tag424.xml"/><Relationship Id="rId14" Type="http://schemas.openxmlformats.org/officeDocument/2006/relationships/tags" Target="../tags/tag429.xml"/><Relationship Id="rId22" Type="http://schemas.openxmlformats.org/officeDocument/2006/relationships/tags" Target="../tags/tag437.xml"/><Relationship Id="rId27" Type="http://schemas.openxmlformats.org/officeDocument/2006/relationships/slideLayout" Target="../slideLayouts/slideLayout2.xml"/><Relationship Id="rId30" Type="http://schemas.openxmlformats.org/officeDocument/2006/relationships/image" Target="../media/image6.emf"/></Relationships>
</file>

<file path=ppt/slides/_rels/slide8.xml.rels><?xml version="1.0" encoding="UTF-8" standalone="yes"?>
<Relationships xmlns="http://schemas.openxmlformats.org/package/2006/relationships"><Relationship Id="rId13" Type="http://schemas.openxmlformats.org/officeDocument/2006/relationships/tags" Target="../tags/tag454.xml"/><Relationship Id="rId18" Type="http://schemas.openxmlformats.org/officeDocument/2006/relationships/tags" Target="../tags/tag459.xml"/><Relationship Id="rId26" Type="http://schemas.openxmlformats.org/officeDocument/2006/relationships/tags" Target="../tags/tag467.xml"/><Relationship Id="rId39" Type="http://schemas.openxmlformats.org/officeDocument/2006/relationships/tags" Target="../tags/tag480.xml"/><Relationship Id="rId21" Type="http://schemas.openxmlformats.org/officeDocument/2006/relationships/tags" Target="../tags/tag462.xml"/><Relationship Id="rId34" Type="http://schemas.openxmlformats.org/officeDocument/2006/relationships/tags" Target="../tags/tag475.xml"/><Relationship Id="rId42" Type="http://schemas.openxmlformats.org/officeDocument/2006/relationships/tags" Target="../tags/tag483.xml"/><Relationship Id="rId47" Type="http://schemas.openxmlformats.org/officeDocument/2006/relationships/tags" Target="../tags/tag488.xml"/><Relationship Id="rId50" Type="http://schemas.openxmlformats.org/officeDocument/2006/relationships/tags" Target="../tags/tag491.xml"/><Relationship Id="rId55" Type="http://schemas.openxmlformats.org/officeDocument/2006/relationships/slideLayout" Target="../slideLayouts/slideLayout2.xml"/><Relationship Id="rId63" Type="http://schemas.openxmlformats.org/officeDocument/2006/relationships/image" Target="../media/image19.svg"/><Relationship Id="rId7" Type="http://schemas.openxmlformats.org/officeDocument/2006/relationships/tags" Target="../tags/tag448.xml"/><Relationship Id="rId2" Type="http://schemas.openxmlformats.org/officeDocument/2006/relationships/tags" Target="../tags/tag443.xml"/><Relationship Id="rId16" Type="http://schemas.openxmlformats.org/officeDocument/2006/relationships/tags" Target="../tags/tag457.xml"/><Relationship Id="rId29" Type="http://schemas.openxmlformats.org/officeDocument/2006/relationships/tags" Target="../tags/tag470.xml"/><Relationship Id="rId11" Type="http://schemas.openxmlformats.org/officeDocument/2006/relationships/tags" Target="../tags/tag452.xml"/><Relationship Id="rId24" Type="http://schemas.openxmlformats.org/officeDocument/2006/relationships/tags" Target="../tags/tag465.xml"/><Relationship Id="rId32" Type="http://schemas.openxmlformats.org/officeDocument/2006/relationships/tags" Target="../tags/tag473.xml"/><Relationship Id="rId37" Type="http://schemas.openxmlformats.org/officeDocument/2006/relationships/tags" Target="../tags/tag478.xml"/><Relationship Id="rId40" Type="http://schemas.openxmlformats.org/officeDocument/2006/relationships/tags" Target="../tags/tag481.xml"/><Relationship Id="rId45" Type="http://schemas.openxmlformats.org/officeDocument/2006/relationships/tags" Target="../tags/tag486.xml"/><Relationship Id="rId53" Type="http://schemas.openxmlformats.org/officeDocument/2006/relationships/tags" Target="../tags/tag494.xml"/><Relationship Id="rId58" Type="http://schemas.openxmlformats.org/officeDocument/2006/relationships/image" Target="../media/image15.emf"/><Relationship Id="rId5" Type="http://schemas.openxmlformats.org/officeDocument/2006/relationships/tags" Target="../tags/tag446.xml"/><Relationship Id="rId61" Type="http://schemas.openxmlformats.org/officeDocument/2006/relationships/image" Target="../media/image21.svg"/><Relationship Id="rId19" Type="http://schemas.openxmlformats.org/officeDocument/2006/relationships/tags" Target="../tags/tag460.xml"/><Relationship Id="rId14" Type="http://schemas.openxmlformats.org/officeDocument/2006/relationships/tags" Target="../tags/tag455.xml"/><Relationship Id="rId22" Type="http://schemas.openxmlformats.org/officeDocument/2006/relationships/tags" Target="../tags/tag463.xml"/><Relationship Id="rId27" Type="http://schemas.openxmlformats.org/officeDocument/2006/relationships/tags" Target="../tags/tag468.xml"/><Relationship Id="rId30" Type="http://schemas.openxmlformats.org/officeDocument/2006/relationships/tags" Target="../tags/tag471.xml"/><Relationship Id="rId35" Type="http://schemas.openxmlformats.org/officeDocument/2006/relationships/tags" Target="../tags/tag476.xml"/><Relationship Id="rId43" Type="http://schemas.openxmlformats.org/officeDocument/2006/relationships/tags" Target="../tags/tag484.xml"/><Relationship Id="rId48" Type="http://schemas.openxmlformats.org/officeDocument/2006/relationships/tags" Target="../tags/tag489.xml"/><Relationship Id="rId56" Type="http://schemas.openxmlformats.org/officeDocument/2006/relationships/notesSlide" Target="../notesSlides/notesSlide6.xml"/><Relationship Id="rId8" Type="http://schemas.openxmlformats.org/officeDocument/2006/relationships/tags" Target="../tags/tag449.xml"/><Relationship Id="rId51" Type="http://schemas.openxmlformats.org/officeDocument/2006/relationships/tags" Target="../tags/tag492.xml"/><Relationship Id="rId3" Type="http://schemas.openxmlformats.org/officeDocument/2006/relationships/tags" Target="../tags/tag444.xml"/><Relationship Id="rId12" Type="http://schemas.openxmlformats.org/officeDocument/2006/relationships/tags" Target="../tags/tag453.xml"/><Relationship Id="rId17" Type="http://schemas.openxmlformats.org/officeDocument/2006/relationships/tags" Target="../tags/tag458.xml"/><Relationship Id="rId25" Type="http://schemas.openxmlformats.org/officeDocument/2006/relationships/tags" Target="../tags/tag466.xml"/><Relationship Id="rId33" Type="http://schemas.openxmlformats.org/officeDocument/2006/relationships/tags" Target="../tags/tag474.xml"/><Relationship Id="rId38" Type="http://schemas.openxmlformats.org/officeDocument/2006/relationships/tags" Target="../tags/tag479.xml"/><Relationship Id="rId46" Type="http://schemas.openxmlformats.org/officeDocument/2006/relationships/tags" Target="../tags/tag487.xml"/><Relationship Id="rId59" Type="http://schemas.openxmlformats.org/officeDocument/2006/relationships/image" Target="../media/image16.svg"/><Relationship Id="rId20" Type="http://schemas.openxmlformats.org/officeDocument/2006/relationships/tags" Target="../tags/tag461.xml"/><Relationship Id="rId41" Type="http://schemas.openxmlformats.org/officeDocument/2006/relationships/tags" Target="../tags/tag482.xml"/><Relationship Id="rId54" Type="http://schemas.openxmlformats.org/officeDocument/2006/relationships/tags" Target="../tags/tag495.xml"/><Relationship Id="rId62" Type="http://schemas.openxmlformats.org/officeDocument/2006/relationships/image" Target="../media/image18.svg"/><Relationship Id="rId1" Type="http://schemas.openxmlformats.org/officeDocument/2006/relationships/tags" Target="../tags/tag442.xml"/><Relationship Id="rId6" Type="http://schemas.openxmlformats.org/officeDocument/2006/relationships/tags" Target="../tags/tag447.xml"/><Relationship Id="rId15" Type="http://schemas.openxmlformats.org/officeDocument/2006/relationships/tags" Target="../tags/tag456.xml"/><Relationship Id="rId23" Type="http://schemas.openxmlformats.org/officeDocument/2006/relationships/tags" Target="../tags/tag464.xml"/><Relationship Id="rId28" Type="http://schemas.openxmlformats.org/officeDocument/2006/relationships/tags" Target="../tags/tag469.xml"/><Relationship Id="rId36" Type="http://schemas.openxmlformats.org/officeDocument/2006/relationships/tags" Target="../tags/tag477.xml"/><Relationship Id="rId49" Type="http://schemas.openxmlformats.org/officeDocument/2006/relationships/tags" Target="../tags/tag490.xml"/><Relationship Id="rId57" Type="http://schemas.openxmlformats.org/officeDocument/2006/relationships/oleObject" Target="../embeddings/oleObject32.bin"/><Relationship Id="rId10" Type="http://schemas.openxmlformats.org/officeDocument/2006/relationships/tags" Target="../tags/tag451.xml"/><Relationship Id="rId31" Type="http://schemas.openxmlformats.org/officeDocument/2006/relationships/tags" Target="../tags/tag472.xml"/><Relationship Id="rId44" Type="http://schemas.openxmlformats.org/officeDocument/2006/relationships/tags" Target="../tags/tag485.xml"/><Relationship Id="rId52" Type="http://schemas.openxmlformats.org/officeDocument/2006/relationships/tags" Target="../tags/tag493.xml"/><Relationship Id="rId60" Type="http://schemas.openxmlformats.org/officeDocument/2006/relationships/image" Target="../media/image17.svg"/><Relationship Id="rId4" Type="http://schemas.openxmlformats.org/officeDocument/2006/relationships/tags" Target="../tags/tag445.xml"/><Relationship Id="rId9" Type="http://schemas.openxmlformats.org/officeDocument/2006/relationships/tags" Target="../tags/tag450.xml"/></Relationships>
</file>

<file path=ppt/slides/_rels/slide9.xml.rels><?xml version="1.0" encoding="UTF-8" standalone="yes"?>
<Relationships xmlns="http://schemas.openxmlformats.org/package/2006/relationships"><Relationship Id="rId13" Type="http://schemas.openxmlformats.org/officeDocument/2006/relationships/tags" Target="../tags/tag508.xml"/><Relationship Id="rId18" Type="http://schemas.openxmlformats.org/officeDocument/2006/relationships/tags" Target="../tags/tag513.xml"/><Relationship Id="rId26" Type="http://schemas.openxmlformats.org/officeDocument/2006/relationships/tags" Target="../tags/tag521.xml"/><Relationship Id="rId39" Type="http://schemas.openxmlformats.org/officeDocument/2006/relationships/tags" Target="../tags/tag534.xml"/><Relationship Id="rId21" Type="http://schemas.openxmlformats.org/officeDocument/2006/relationships/tags" Target="../tags/tag516.xml"/><Relationship Id="rId34" Type="http://schemas.openxmlformats.org/officeDocument/2006/relationships/tags" Target="../tags/tag529.xml"/><Relationship Id="rId42" Type="http://schemas.openxmlformats.org/officeDocument/2006/relationships/tags" Target="../tags/tag537.xml"/><Relationship Id="rId47" Type="http://schemas.openxmlformats.org/officeDocument/2006/relationships/slideLayout" Target="../slideLayouts/slideLayout2.xml"/><Relationship Id="rId50" Type="http://schemas.openxmlformats.org/officeDocument/2006/relationships/image" Target="../media/image15.emf"/><Relationship Id="rId7" Type="http://schemas.openxmlformats.org/officeDocument/2006/relationships/tags" Target="../tags/tag502.xml"/><Relationship Id="rId2" Type="http://schemas.openxmlformats.org/officeDocument/2006/relationships/tags" Target="../tags/tag497.xml"/><Relationship Id="rId16" Type="http://schemas.openxmlformats.org/officeDocument/2006/relationships/tags" Target="../tags/tag511.xml"/><Relationship Id="rId29" Type="http://schemas.openxmlformats.org/officeDocument/2006/relationships/tags" Target="../tags/tag524.xml"/><Relationship Id="rId11" Type="http://schemas.openxmlformats.org/officeDocument/2006/relationships/tags" Target="../tags/tag506.xml"/><Relationship Id="rId24" Type="http://schemas.openxmlformats.org/officeDocument/2006/relationships/tags" Target="../tags/tag519.xml"/><Relationship Id="rId32" Type="http://schemas.openxmlformats.org/officeDocument/2006/relationships/tags" Target="../tags/tag527.xml"/><Relationship Id="rId37" Type="http://schemas.openxmlformats.org/officeDocument/2006/relationships/tags" Target="../tags/tag532.xml"/><Relationship Id="rId40" Type="http://schemas.openxmlformats.org/officeDocument/2006/relationships/tags" Target="../tags/tag535.xml"/><Relationship Id="rId45" Type="http://schemas.openxmlformats.org/officeDocument/2006/relationships/tags" Target="../tags/tag540.xml"/><Relationship Id="rId53" Type="http://schemas.openxmlformats.org/officeDocument/2006/relationships/image" Target="../media/image18.svg"/><Relationship Id="rId5" Type="http://schemas.openxmlformats.org/officeDocument/2006/relationships/tags" Target="../tags/tag500.xml"/><Relationship Id="rId10" Type="http://schemas.openxmlformats.org/officeDocument/2006/relationships/tags" Target="../tags/tag505.xml"/><Relationship Id="rId19" Type="http://schemas.openxmlformats.org/officeDocument/2006/relationships/tags" Target="../tags/tag514.xml"/><Relationship Id="rId31" Type="http://schemas.openxmlformats.org/officeDocument/2006/relationships/tags" Target="../tags/tag526.xml"/><Relationship Id="rId44" Type="http://schemas.openxmlformats.org/officeDocument/2006/relationships/tags" Target="../tags/tag539.xml"/><Relationship Id="rId52" Type="http://schemas.openxmlformats.org/officeDocument/2006/relationships/image" Target="../media/image17.svg"/><Relationship Id="rId4" Type="http://schemas.openxmlformats.org/officeDocument/2006/relationships/tags" Target="../tags/tag499.xml"/><Relationship Id="rId9" Type="http://schemas.openxmlformats.org/officeDocument/2006/relationships/tags" Target="../tags/tag504.xml"/><Relationship Id="rId14" Type="http://schemas.openxmlformats.org/officeDocument/2006/relationships/tags" Target="../tags/tag509.xml"/><Relationship Id="rId22" Type="http://schemas.openxmlformats.org/officeDocument/2006/relationships/tags" Target="../tags/tag517.xml"/><Relationship Id="rId27" Type="http://schemas.openxmlformats.org/officeDocument/2006/relationships/tags" Target="../tags/tag522.xml"/><Relationship Id="rId30" Type="http://schemas.openxmlformats.org/officeDocument/2006/relationships/tags" Target="../tags/tag525.xml"/><Relationship Id="rId35" Type="http://schemas.openxmlformats.org/officeDocument/2006/relationships/tags" Target="../tags/tag530.xml"/><Relationship Id="rId43" Type="http://schemas.openxmlformats.org/officeDocument/2006/relationships/tags" Target="../tags/tag538.xml"/><Relationship Id="rId48" Type="http://schemas.openxmlformats.org/officeDocument/2006/relationships/notesSlide" Target="../notesSlides/notesSlide7.xml"/><Relationship Id="rId8" Type="http://schemas.openxmlformats.org/officeDocument/2006/relationships/tags" Target="../tags/tag503.xml"/><Relationship Id="rId51" Type="http://schemas.openxmlformats.org/officeDocument/2006/relationships/image" Target="../media/image16.svg"/><Relationship Id="rId3" Type="http://schemas.openxmlformats.org/officeDocument/2006/relationships/tags" Target="../tags/tag498.xml"/><Relationship Id="rId12" Type="http://schemas.openxmlformats.org/officeDocument/2006/relationships/tags" Target="../tags/tag507.xml"/><Relationship Id="rId17" Type="http://schemas.openxmlformats.org/officeDocument/2006/relationships/tags" Target="../tags/tag512.xml"/><Relationship Id="rId25" Type="http://schemas.openxmlformats.org/officeDocument/2006/relationships/tags" Target="../tags/tag520.xml"/><Relationship Id="rId33" Type="http://schemas.openxmlformats.org/officeDocument/2006/relationships/tags" Target="../tags/tag528.xml"/><Relationship Id="rId38" Type="http://schemas.openxmlformats.org/officeDocument/2006/relationships/tags" Target="../tags/tag533.xml"/><Relationship Id="rId46" Type="http://schemas.openxmlformats.org/officeDocument/2006/relationships/tags" Target="../tags/tag541.xml"/><Relationship Id="rId20" Type="http://schemas.openxmlformats.org/officeDocument/2006/relationships/tags" Target="../tags/tag515.xml"/><Relationship Id="rId41" Type="http://schemas.openxmlformats.org/officeDocument/2006/relationships/tags" Target="../tags/tag536.xml"/><Relationship Id="rId54" Type="http://schemas.openxmlformats.org/officeDocument/2006/relationships/image" Target="../media/image19.svg"/><Relationship Id="rId1" Type="http://schemas.openxmlformats.org/officeDocument/2006/relationships/tags" Target="../tags/tag496.xml"/><Relationship Id="rId6" Type="http://schemas.openxmlformats.org/officeDocument/2006/relationships/tags" Target="../tags/tag501.xml"/><Relationship Id="rId15" Type="http://schemas.openxmlformats.org/officeDocument/2006/relationships/tags" Target="../tags/tag510.xml"/><Relationship Id="rId23" Type="http://schemas.openxmlformats.org/officeDocument/2006/relationships/tags" Target="../tags/tag518.xml"/><Relationship Id="rId28" Type="http://schemas.openxmlformats.org/officeDocument/2006/relationships/tags" Target="../tags/tag523.xml"/><Relationship Id="rId36" Type="http://schemas.openxmlformats.org/officeDocument/2006/relationships/tags" Target="../tags/tag531.xml"/><Relationship Id="rId49" Type="http://schemas.openxmlformats.org/officeDocument/2006/relationships/oleObject" Target="../embeddings/oleObject33.bin"/></Relationships>
</file>

<file path=ppt/slides/_rels/slide10.xml.rels><?xml version="1.0" encoding="UTF-8" standalone="yes"?>
<Relationships xmlns="http://schemas.openxmlformats.org/package/2006/relationships"><Relationship Id="rId13" Type="http://schemas.openxmlformats.org/officeDocument/2006/relationships/tags" Target="../tags/tag554.xml"/><Relationship Id="rId18" Type="http://schemas.openxmlformats.org/officeDocument/2006/relationships/tags" Target="../tags/tag559.xml"/><Relationship Id="rId26" Type="http://schemas.openxmlformats.org/officeDocument/2006/relationships/tags" Target="../tags/tag567.xml"/><Relationship Id="rId39" Type="http://schemas.openxmlformats.org/officeDocument/2006/relationships/tags" Target="../tags/tag580.xml"/><Relationship Id="rId21" Type="http://schemas.openxmlformats.org/officeDocument/2006/relationships/tags" Target="../tags/tag562.xml"/><Relationship Id="rId34" Type="http://schemas.openxmlformats.org/officeDocument/2006/relationships/tags" Target="../tags/tag575.xml"/><Relationship Id="rId42" Type="http://schemas.openxmlformats.org/officeDocument/2006/relationships/tags" Target="../tags/tag583.xml"/><Relationship Id="rId47" Type="http://schemas.openxmlformats.org/officeDocument/2006/relationships/image" Target="../media/image15.emf"/><Relationship Id="rId7" Type="http://schemas.openxmlformats.org/officeDocument/2006/relationships/tags" Target="../tags/tag548.xml"/><Relationship Id="rId2" Type="http://schemas.openxmlformats.org/officeDocument/2006/relationships/tags" Target="../tags/tag543.xml"/><Relationship Id="rId16" Type="http://schemas.openxmlformats.org/officeDocument/2006/relationships/tags" Target="../tags/tag557.xml"/><Relationship Id="rId29" Type="http://schemas.openxmlformats.org/officeDocument/2006/relationships/tags" Target="../tags/tag570.xml"/><Relationship Id="rId1" Type="http://schemas.openxmlformats.org/officeDocument/2006/relationships/tags" Target="../tags/tag542.xml"/><Relationship Id="rId6" Type="http://schemas.openxmlformats.org/officeDocument/2006/relationships/tags" Target="../tags/tag547.xml"/><Relationship Id="rId11" Type="http://schemas.openxmlformats.org/officeDocument/2006/relationships/tags" Target="../tags/tag552.xml"/><Relationship Id="rId24" Type="http://schemas.openxmlformats.org/officeDocument/2006/relationships/tags" Target="../tags/tag565.xml"/><Relationship Id="rId32" Type="http://schemas.openxmlformats.org/officeDocument/2006/relationships/tags" Target="../tags/tag573.xml"/><Relationship Id="rId37" Type="http://schemas.openxmlformats.org/officeDocument/2006/relationships/tags" Target="../tags/tag578.xml"/><Relationship Id="rId40" Type="http://schemas.openxmlformats.org/officeDocument/2006/relationships/tags" Target="../tags/tag581.xml"/><Relationship Id="rId45" Type="http://schemas.openxmlformats.org/officeDocument/2006/relationships/notesSlide" Target="../notesSlides/notesSlide8.xml"/><Relationship Id="rId5" Type="http://schemas.openxmlformats.org/officeDocument/2006/relationships/tags" Target="../tags/tag546.xml"/><Relationship Id="rId15" Type="http://schemas.openxmlformats.org/officeDocument/2006/relationships/tags" Target="../tags/tag556.xml"/><Relationship Id="rId23" Type="http://schemas.openxmlformats.org/officeDocument/2006/relationships/tags" Target="../tags/tag564.xml"/><Relationship Id="rId28" Type="http://schemas.openxmlformats.org/officeDocument/2006/relationships/tags" Target="../tags/tag569.xml"/><Relationship Id="rId36" Type="http://schemas.openxmlformats.org/officeDocument/2006/relationships/tags" Target="../tags/tag577.xml"/><Relationship Id="rId10" Type="http://schemas.openxmlformats.org/officeDocument/2006/relationships/tags" Target="../tags/tag551.xml"/><Relationship Id="rId19" Type="http://schemas.openxmlformats.org/officeDocument/2006/relationships/tags" Target="../tags/tag560.xml"/><Relationship Id="rId31" Type="http://schemas.openxmlformats.org/officeDocument/2006/relationships/tags" Target="../tags/tag572.xml"/><Relationship Id="rId44" Type="http://schemas.openxmlformats.org/officeDocument/2006/relationships/slideLayout" Target="../slideLayouts/slideLayout2.xml"/><Relationship Id="rId4" Type="http://schemas.openxmlformats.org/officeDocument/2006/relationships/tags" Target="../tags/tag545.xml"/><Relationship Id="rId9" Type="http://schemas.openxmlformats.org/officeDocument/2006/relationships/tags" Target="../tags/tag550.xml"/><Relationship Id="rId14" Type="http://schemas.openxmlformats.org/officeDocument/2006/relationships/tags" Target="../tags/tag555.xml"/><Relationship Id="rId22" Type="http://schemas.openxmlformats.org/officeDocument/2006/relationships/tags" Target="../tags/tag563.xml"/><Relationship Id="rId27" Type="http://schemas.openxmlformats.org/officeDocument/2006/relationships/tags" Target="../tags/tag568.xml"/><Relationship Id="rId30" Type="http://schemas.openxmlformats.org/officeDocument/2006/relationships/tags" Target="../tags/tag571.xml"/><Relationship Id="rId35" Type="http://schemas.openxmlformats.org/officeDocument/2006/relationships/tags" Target="../tags/tag576.xml"/><Relationship Id="rId43" Type="http://schemas.openxmlformats.org/officeDocument/2006/relationships/tags" Target="../tags/tag584.xml"/><Relationship Id="rId8" Type="http://schemas.openxmlformats.org/officeDocument/2006/relationships/tags" Target="../tags/tag549.xml"/><Relationship Id="rId3" Type="http://schemas.openxmlformats.org/officeDocument/2006/relationships/tags" Target="../tags/tag544.xml"/><Relationship Id="rId12" Type="http://schemas.openxmlformats.org/officeDocument/2006/relationships/tags" Target="../tags/tag553.xml"/><Relationship Id="rId17" Type="http://schemas.openxmlformats.org/officeDocument/2006/relationships/tags" Target="../tags/tag558.xml"/><Relationship Id="rId25" Type="http://schemas.openxmlformats.org/officeDocument/2006/relationships/tags" Target="../tags/tag566.xml"/><Relationship Id="rId33" Type="http://schemas.openxmlformats.org/officeDocument/2006/relationships/tags" Target="../tags/tag574.xml"/><Relationship Id="rId38" Type="http://schemas.openxmlformats.org/officeDocument/2006/relationships/tags" Target="../tags/tag579.xml"/><Relationship Id="rId46" Type="http://schemas.openxmlformats.org/officeDocument/2006/relationships/oleObject" Target="../embeddings/oleObject34.bin"/><Relationship Id="rId20" Type="http://schemas.openxmlformats.org/officeDocument/2006/relationships/tags" Target="../tags/tag561.xml"/><Relationship Id="rId41" Type="http://schemas.openxmlformats.org/officeDocument/2006/relationships/tags" Target="../tags/tag582.xml"/></Relationships>
</file>

<file path=ppt/slides/_rels/slide11.xml.rels><?xml version="1.0" encoding="UTF-8" standalone="yes"?>
<Relationships xmlns="http://schemas.openxmlformats.org/package/2006/relationships"><Relationship Id="rId8" Type="http://schemas.openxmlformats.org/officeDocument/2006/relationships/tags" Target="../tags/tag592.xml"/><Relationship Id="rId13" Type="http://schemas.openxmlformats.org/officeDocument/2006/relationships/tags" Target="../tags/tag597.xml"/><Relationship Id="rId18" Type="http://schemas.openxmlformats.org/officeDocument/2006/relationships/tags" Target="../tags/tag602.xml"/><Relationship Id="rId26" Type="http://schemas.openxmlformats.org/officeDocument/2006/relationships/oleObject" Target="../embeddings/oleObject35.bin"/><Relationship Id="rId3" Type="http://schemas.openxmlformats.org/officeDocument/2006/relationships/tags" Target="../tags/tag587.xml"/><Relationship Id="rId21" Type="http://schemas.openxmlformats.org/officeDocument/2006/relationships/tags" Target="../tags/tag605.xml"/><Relationship Id="rId7" Type="http://schemas.openxmlformats.org/officeDocument/2006/relationships/tags" Target="../tags/tag591.xml"/><Relationship Id="rId12" Type="http://schemas.openxmlformats.org/officeDocument/2006/relationships/tags" Target="../tags/tag596.xml"/><Relationship Id="rId17" Type="http://schemas.openxmlformats.org/officeDocument/2006/relationships/tags" Target="../tags/tag601.xml"/><Relationship Id="rId25" Type="http://schemas.openxmlformats.org/officeDocument/2006/relationships/slideLayout" Target="../slideLayouts/slideLayout2.xml"/><Relationship Id="rId2" Type="http://schemas.openxmlformats.org/officeDocument/2006/relationships/tags" Target="../tags/tag586.xml"/><Relationship Id="rId16" Type="http://schemas.openxmlformats.org/officeDocument/2006/relationships/tags" Target="../tags/tag600.xml"/><Relationship Id="rId20" Type="http://schemas.openxmlformats.org/officeDocument/2006/relationships/tags" Target="../tags/tag604.xml"/><Relationship Id="rId29" Type="http://schemas.openxmlformats.org/officeDocument/2006/relationships/image" Target="../media/image23.png"/><Relationship Id="rId1" Type="http://schemas.openxmlformats.org/officeDocument/2006/relationships/tags" Target="../tags/tag585.xml"/><Relationship Id="rId6" Type="http://schemas.openxmlformats.org/officeDocument/2006/relationships/tags" Target="../tags/tag590.xml"/><Relationship Id="rId11" Type="http://schemas.openxmlformats.org/officeDocument/2006/relationships/tags" Target="../tags/tag595.xml"/><Relationship Id="rId24" Type="http://schemas.openxmlformats.org/officeDocument/2006/relationships/tags" Target="../tags/tag608.xml"/><Relationship Id="rId32" Type="http://schemas.openxmlformats.org/officeDocument/2006/relationships/image" Target="../media/image26.svg"/><Relationship Id="rId5" Type="http://schemas.openxmlformats.org/officeDocument/2006/relationships/tags" Target="../tags/tag589.xml"/><Relationship Id="rId15" Type="http://schemas.openxmlformats.org/officeDocument/2006/relationships/tags" Target="../tags/tag599.xml"/><Relationship Id="rId23" Type="http://schemas.openxmlformats.org/officeDocument/2006/relationships/tags" Target="../tags/tag607.xml"/><Relationship Id="rId28" Type="http://schemas.openxmlformats.org/officeDocument/2006/relationships/image" Target="../media/image22.png"/><Relationship Id="rId10" Type="http://schemas.openxmlformats.org/officeDocument/2006/relationships/tags" Target="../tags/tag594.xml"/><Relationship Id="rId19" Type="http://schemas.openxmlformats.org/officeDocument/2006/relationships/tags" Target="../tags/tag603.xml"/><Relationship Id="rId31" Type="http://schemas.openxmlformats.org/officeDocument/2006/relationships/image" Target="../media/image25.svg"/><Relationship Id="rId4" Type="http://schemas.openxmlformats.org/officeDocument/2006/relationships/tags" Target="../tags/tag588.xml"/><Relationship Id="rId9" Type="http://schemas.openxmlformats.org/officeDocument/2006/relationships/tags" Target="../tags/tag593.xml"/><Relationship Id="rId14" Type="http://schemas.openxmlformats.org/officeDocument/2006/relationships/tags" Target="../tags/tag598.xml"/><Relationship Id="rId22" Type="http://schemas.openxmlformats.org/officeDocument/2006/relationships/tags" Target="../tags/tag606.xml"/><Relationship Id="rId27" Type="http://schemas.openxmlformats.org/officeDocument/2006/relationships/image" Target="../media/image15.emf"/><Relationship Id="rId30" Type="http://schemas.openxmlformats.org/officeDocument/2006/relationships/image" Target="../media/image24.svg"/></Relationships>
</file>

<file path=ppt/slides/_rels/slide12.xml.rels><?xml version="1.0" encoding="UTF-8" standalone="yes"?>
<Relationships xmlns="http://schemas.openxmlformats.org/package/2006/relationships"><Relationship Id="rId8" Type="http://schemas.openxmlformats.org/officeDocument/2006/relationships/tags" Target="../tags/tag616.xml"/><Relationship Id="rId13" Type="http://schemas.openxmlformats.org/officeDocument/2006/relationships/tags" Target="../tags/tag621.xml"/><Relationship Id="rId18" Type="http://schemas.openxmlformats.org/officeDocument/2006/relationships/tags" Target="../tags/tag626.xml"/><Relationship Id="rId26" Type="http://schemas.openxmlformats.org/officeDocument/2006/relationships/tags" Target="../tags/tag634.xml"/><Relationship Id="rId3" Type="http://schemas.openxmlformats.org/officeDocument/2006/relationships/tags" Target="../tags/tag611.xml"/><Relationship Id="rId21" Type="http://schemas.openxmlformats.org/officeDocument/2006/relationships/tags" Target="../tags/tag629.xml"/><Relationship Id="rId7" Type="http://schemas.openxmlformats.org/officeDocument/2006/relationships/tags" Target="../tags/tag615.xml"/><Relationship Id="rId12" Type="http://schemas.openxmlformats.org/officeDocument/2006/relationships/tags" Target="../tags/tag620.xml"/><Relationship Id="rId17" Type="http://schemas.openxmlformats.org/officeDocument/2006/relationships/tags" Target="../tags/tag625.xml"/><Relationship Id="rId25" Type="http://schemas.openxmlformats.org/officeDocument/2006/relationships/tags" Target="../tags/tag633.xml"/><Relationship Id="rId2" Type="http://schemas.openxmlformats.org/officeDocument/2006/relationships/tags" Target="../tags/tag610.xml"/><Relationship Id="rId16" Type="http://schemas.openxmlformats.org/officeDocument/2006/relationships/tags" Target="../tags/tag624.xml"/><Relationship Id="rId20" Type="http://schemas.openxmlformats.org/officeDocument/2006/relationships/tags" Target="../tags/tag628.xml"/><Relationship Id="rId29" Type="http://schemas.openxmlformats.org/officeDocument/2006/relationships/oleObject" Target="../embeddings/oleObject36.bin"/><Relationship Id="rId1" Type="http://schemas.openxmlformats.org/officeDocument/2006/relationships/tags" Target="../tags/tag609.xml"/><Relationship Id="rId6" Type="http://schemas.openxmlformats.org/officeDocument/2006/relationships/tags" Target="../tags/tag614.xml"/><Relationship Id="rId11" Type="http://schemas.openxmlformats.org/officeDocument/2006/relationships/tags" Target="../tags/tag619.xml"/><Relationship Id="rId24" Type="http://schemas.openxmlformats.org/officeDocument/2006/relationships/tags" Target="../tags/tag632.xml"/><Relationship Id="rId5" Type="http://schemas.openxmlformats.org/officeDocument/2006/relationships/tags" Target="../tags/tag613.xml"/><Relationship Id="rId15" Type="http://schemas.openxmlformats.org/officeDocument/2006/relationships/tags" Target="../tags/tag623.xml"/><Relationship Id="rId23" Type="http://schemas.openxmlformats.org/officeDocument/2006/relationships/tags" Target="../tags/tag631.xml"/><Relationship Id="rId28" Type="http://schemas.openxmlformats.org/officeDocument/2006/relationships/notesSlide" Target="../notesSlides/notesSlide9.xml"/><Relationship Id="rId10" Type="http://schemas.openxmlformats.org/officeDocument/2006/relationships/tags" Target="../tags/tag618.xml"/><Relationship Id="rId19" Type="http://schemas.openxmlformats.org/officeDocument/2006/relationships/tags" Target="../tags/tag627.xml"/><Relationship Id="rId4" Type="http://schemas.openxmlformats.org/officeDocument/2006/relationships/tags" Target="../tags/tag612.xml"/><Relationship Id="rId9" Type="http://schemas.openxmlformats.org/officeDocument/2006/relationships/tags" Target="../tags/tag617.xml"/><Relationship Id="rId14" Type="http://schemas.openxmlformats.org/officeDocument/2006/relationships/tags" Target="../tags/tag622.xml"/><Relationship Id="rId22" Type="http://schemas.openxmlformats.org/officeDocument/2006/relationships/tags" Target="../tags/tag630.xml"/><Relationship Id="rId27" Type="http://schemas.openxmlformats.org/officeDocument/2006/relationships/slideLayout" Target="../slideLayouts/slideLayout2.xml"/><Relationship Id="rId30" Type="http://schemas.openxmlformats.org/officeDocument/2006/relationships/image" Target="../media/image6.emf"/></Relationships>
</file>

<file path=ppt/slides/_rels/slide13.xml.rels><?xml version="1.0" encoding="UTF-8" standalone="yes"?>
<Relationships xmlns="http://schemas.openxmlformats.org/package/2006/relationships"><Relationship Id="rId26" Type="http://schemas.openxmlformats.org/officeDocument/2006/relationships/tags" Target="../tags/tag660.xml"/><Relationship Id="rId21" Type="http://schemas.openxmlformats.org/officeDocument/2006/relationships/tags" Target="../tags/tag655.xml"/><Relationship Id="rId42" Type="http://schemas.openxmlformats.org/officeDocument/2006/relationships/tags" Target="../tags/tag676.xml"/><Relationship Id="rId47" Type="http://schemas.openxmlformats.org/officeDocument/2006/relationships/tags" Target="../tags/tag681.xml"/><Relationship Id="rId63" Type="http://schemas.openxmlformats.org/officeDocument/2006/relationships/tags" Target="../tags/tag697.xml"/><Relationship Id="rId68" Type="http://schemas.openxmlformats.org/officeDocument/2006/relationships/image" Target="../media/image16.svg"/><Relationship Id="rId7" Type="http://schemas.openxmlformats.org/officeDocument/2006/relationships/tags" Target="../tags/tag641.xml"/><Relationship Id="rId71" Type="http://schemas.openxmlformats.org/officeDocument/2006/relationships/image" Target="../media/image20.svg"/><Relationship Id="rId2" Type="http://schemas.openxmlformats.org/officeDocument/2006/relationships/tags" Target="../tags/tag636.xml"/><Relationship Id="rId16" Type="http://schemas.openxmlformats.org/officeDocument/2006/relationships/tags" Target="../tags/tag650.xml"/><Relationship Id="rId29" Type="http://schemas.openxmlformats.org/officeDocument/2006/relationships/tags" Target="../tags/tag663.xml"/><Relationship Id="rId11" Type="http://schemas.openxmlformats.org/officeDocument/2006/relationships/tags" Target="../tags/tag645.xml"/><Relationship Id="rId24" Type="http://schemas.openxmlformats.org/officeDocument/2006/relationships/tags" Target="../tags/tag658.xml"/><Relationship Id="rId32" Type="http://schemas.openxmlformats.org/officeDocument/2006/relationships/tags" Target="../tags/tag666.xml"/><Relationship Id="rId37" Type="http://schemas.openxmlformats.org/officeDocument/2006/relationships/tags" Target="../tags/tag671.xml"/><Relationship Id="rId40" Type="http://schemas.openxmlformats.org/officeDocument/2006/relationships/tags" Target="../tags/tag674.xml"/><Relationship Id="rId45" Type="http://schemas.openxmlformats.org/officeDocument/2006/relationships/tags" Target="../tags/tag679.xml"/><Relationship Id="rId53" Type="http://schemas.openxmlformats.org/officeDocument/2006/relationships/tags" Target="../tags/tag687.xml"/><Relationship Id="rId58" Type="http://schemas.openxmlformats.org/officeDocument/2006/relationships/tags" Target="../tags/tag692.xml"/><Relationship Id="rId66" Type="http://schemas.openxmlformats.org/officeDocument/2006/relationships/oleObject" Target="../embeddings/oleObject37.bin"/><Relationship Id="rId5" Type="http://schemas.openxmlformats.org/officeDocument/2006/relationships/tags" Target="../tags/tag639.xml"/><Relationship Id="rId61" Type="http://schemas.openxmlformats.org/officeDocument/2006/relationships/tags" Target="../tags/tag695.xml"/><Relationship Id="rId19" Type="http://schemas.openxmlformats.org/officeDocument/2006/relationships/tags" Target="../tags/tag653.xml"/><Relationship Id="rId14" Type="http://schemas.openxmlformats.org/officeDocument/2006/relationships/tags" Target="../tags/tag648.xml"/><Relationship Id="rId22" Type="http://schemas.openxmlformats.org/officeDocument/2006/relationships/tags" Target="../tags/tag656.xml"/><Relationship Id="rId27" Type="http://schemas.openxmlformats.org/officeDocument/2006/relationships/tags" Target="../tags/tag661.xml"/><Relationship Id="rId30" Type="http://schemas.openxmlformats.org/officeDocument/2006/relationships/tags" Target="../tags/tag664.xml"/><Relationship Id="rId35" Type="http://schemas.openxmlformats.org/officeDocument/2006/relationships/tags" Target="../tags/tag669.xml"/><Relationship Id="rId43" Type="http://schemas.openxmlformats.org/officeDocument/2006/relationships/tags" Target="../tags/tag677.xml"/><Relationship Id="rId48" Type="http://schemas.openxmlformats.org/officeDocument/2006/relationships/tags" Target="../tags/tag682.xml"/><Relationship Id="rId56" Type="http://schemas.openxmlformats.org/officeDocument/2006/relationships/tags" Target="../tags/tag690.xml"/><Relationship Id="rId64" Type="http://schemas.openxmlformats.org/officeDocument/2006/relationships/slideLayout" Target="../slideLayouts/slideLayout2.xml"/><Relationship Id="rId69" Type="http://schemas.openxmlformats.org/officeDocument/2006/relationships/image" Target="../media/image17.svg"/><Relationship Id="rId8" Type="http://schemas.openxmlformats.org/officeDocument/2006/relationships/tags" Target="../tags/tag642.xml"/><Relationship Id="rId51" Type="http://schemas.openxmlformats.org/officeDocument/2006/relationships/tags" Target="../tags/tag685.xml"/><Relationship Id="rId72" Type="http://schemas.openxmlformats.org/officeDocument/2006/relationships/image" Target="../media/image27.svg"/><Relationship Id="rId3" Type="http://schemas.openxmlformats.org/officeDocument/2006/relationships/tags" Target="../tags/tag637.xml"/><Relationship Id="rId12" Type="http://schemas.openxmlformats.org/officeDocument/2006/relationships/tags" Target="../tags/tag646.xml"/><Relationship Id="rId17" Type="http://schemas.openxmlformats.org/officeDocument/2006/relationships/tags" Target="../tags/tag651.xml"/><Relationship Id="rId25" Type="http://schemas.openxmlformats.org/officeDocument/2006/relationships/tags" Target="../tags/tag659.xml"/><Relationship Id="rId33" Type="http://schemas.openxmlformats.org/officeDocument/2006/relationships/tags" Target="../tags/tag667.xml"/><Relationship Id="rId38" Type="http://schemas.openxmlformats.org/officeDocument/2006/relationships/tags" Target="../tags/tag672.xml"/><Relationship Id="rId46" Type="http://schemas.openxmlformats.org/officeDocument/2006/relationships/tags" Target="../tags/tag680.xml"/><Relationship Id="rId59" Type="http://schemas.openxmlformats.org/officeDocument/2006/relationships/tags" Target="../tags/tag693.xml"/><Relationship Id="rId67" Type="http://schemas.openxmlformats.org/officeDocument/2006/relationships/image" Target="../media/image15.emf"/><Relationship Id="rId20" Type="http://schemas.openxmlformats.org/officeDocument/2006/relationships/tags" Target="../tags/tag654.xml"/><Relationship Id="rId41" Type="http://schemas.openxmlformats.org/officeDocument/2006/relationships/tags" Target="../tags/tag675.xml"/><Relationship Id="rId54" Type="http://schemas.openxmlformats.org/officeDocument/2006/relationships/tags" Target="../tags/tag688.xml"/><Relationship Id="rId62" Type="http://schemas.openxmlformats.org/officeDocument/2006/relationships/tags" Target="../tags/tag696.xml"/><Relationship Id="rId70" Type="http://schemas.openxmlformats.org/officeDocument/2006/relationships/image" Target="../media/image19.svg"/><Relationship Id="rId1" Type="http://schemas.openxmlformats.org/officeDocument/2006/relationships/tags" Target="../tags/tag635.xml"/><Relationship Id="rId6" Type="http://schemas.openxmlformats.org/officeDocument/2006/relationships/tags" Target="../tags/tag640.xml"/><Relationship Id="rId15" Type="http://schemas.openxmlformats.org/officeDocument/2006/relationships/tags" Target="../tags/tag649.xml"/><Relationship Id="rId23" Type="http://schemas.openxmlformats.org/officeDocument/2006/relationships/tags" Target="../tags/tag657.xml"/><Relationship Id="rId28" Type="http://schemas.openxmlformats.org/officeDocument/2006/relationships/tags" Target="../tags/tag662.xml"/><Relationship Id="rId36" Type="http://schemas.openxmlformats.org/officeDocument/2006/relationships/tags" Target="../tags/tag670.xml"/><Relationship Id="rId49" Type="http://schemas.openxmlformats.org/officeDocument/2006/relationships/tags" Target="../tags/tag683.xml"/><Relationship Id="rId57" Type="http://schemas.openxmlformats.org/officeDocument/2006/relationships/tags" Target="../tags/tag691.xml"/><Relationship Id="rId10" Type="http://schemas.openxmlformats.org/officeDocument/2006/relationships/tags" Target="../tags/tag644.xml"/><Relationship Id="rId31" Type="http://schemas.openxmlformats.org/officeDocument/2006/relationships/tags" Target="../tags/tag665.xml"/><Relationship Id="rId44" Type="http://schemas.openxmlformats.org/officeDocument/2006/relationships/tags" Target="../tags/tag678.xml"/><Relationship Id="rId52" Type="http://schemas.openxmlformats.org/officeDocument/2006/relationships/tags" Target="../tags/tag686.xml"/><Relationship Id="rId60" Type="http://schemas.openxmlformats.org/officeDocument/2006/relationships/tags" Target="../tags/tag694.xml"/><Relationship Id="rId65" Type="http://schemas.openxmlformats.org/officeDocument/2006/relationships/notesSlide" Target="../notesSlides/notesSlide10.xml"/><Relationship Id="rId4" Type="http://schemas.openxmlformats.org/officeDocument/2006/relationships/tags" Target="../tags/tag638.xml"/><Relationship Id="rId9" Type="http://schemas.openxmlformats.org/officeDocument/2006/relationships/tags" Target="../tags/tag643.xml"/><Relationship Id="rId13" Type="http://schemas.openxmlformats.org/officeDocument/2006/relationships/tags" Target="../tags/tag647.xml"/><Relationship Id="rId18" Type="http://schemas.openxmlformats.org/officeDocument/2006/relationships/tags" Target="../tags/tag652.xml"/><Relationship Id="rId39" Type="http://schemas.openxmlformats.org/officeDocument/2006/relationships/tags" Target="../tags/tag673.xml"/><Relationship Id="rId34" Type="http://schemas.openxmlformats.org/officeDocument/2006/relationships/tags" Target="../tags/tag668.xml"/><Relationship Id="rId50" Type="http://schemas.openxmlformats.org/officeDocument/2006/relationships/tags" Target="../tags/tag684.xml"/><Relationship Id="rId55" Type="http://schemas.openxmlformats.org/officeDocument/2006/relationships/tags" Target="../tags/tag689.xml"/></Relationships>
</file>

<file path=ppt/slides/_rels/slide14.xml.rels><?xml version="1.0" encoding="UTF-8" standalone="yes"?>
<Relationships xmlns="http://schemas.openxmlformats.org/package/2006/relationships"><Relationship Id="rId8" Type="http://schemas.openxmlformats.org/officeDocument/2006/relationships/tags" Target="../tags/tag705.xml"/><Relationship Id="rId13" Type="http://schemas.openxmlformats.org/officeDocument/2006/relationships/slideLayout" Target="../slideLayouts/slideLayout2.xml"/><Relationship Id="rId3" Type="http://schemas.openxmlformats.org/officeDocument/2006/relationships/tags" Target="../tags/tag700.xml"/><Relationship Id="rId7" Type="http://schemas.openxmlformats.org/officeDocument/2006/relationships/tags" Target="../tags/tag704.xml"/><Relationship Id="rId12" Type="http://schemas.openxmlformats.org/officeDocument/2006/relationships/tags" Target="../tags/tag709.xml"/><Relationship Id="rId2" Type="http://schemas.openxmlformats.org/officeDocument/2006/relationships/tags" Target="../tags/tag699.xml"/><Relationship Id="rId16" Type="http://schemas.openxmlformats.org/officeDocument/2006/relationships/image" Target="../media/image15.emf"/><Relationship Id="rId1" Type="http://schemas.openxmlformats.org/officeDocument/2006/relationships/tags" Target="../tags/tag698.xml"/><Relationship Id="rId6" Type="http://schemas.openxmlformats.org/officeDocument/2006/relationships/tags" Target="../tags/tag703.xml"/><Relationship Id="rId11" Type="http://schemas.openxmlformats.org/officeDocument/2006/relationships/tags" Target="../tags/tag708.xml"/><Relationship Id="rId5" Type="http://schemas.openxmlformats.org/officeDocument/2006/relationships/tags" Target="../tags/tag702.xml"/><Relationship Id="rId15" Type="http://schemas.openxmlformats.org/officeDocument/2006/relationships/oleObject" Target="../embeddings/oleObject38.bin"/><Relationship Id="rId10" Type="http://schemas.openxmlformats.org/officeDocument/2006/relationships/tags" Target="../tags/tag707.xml"/><Relationship Id="rId4" Type="http://schemas.openxmlformats.org/officeDocument/2006/relationships/tags" Target="../tags/tag701.xml"/><Relationship Id="rId9" Type="http://schemas.openxmlformats.org/officeDocument/2006/relationships/tags" Target="../tags/tag706.xml"/><Relationship Id="rId14"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8" Type="http://schemas.openxmlformats.org/officeDocument/2006/relationships/tags" Target="../tags/tag717.xml"/><Relationship Id="rId13" Type="http://schemas.openxmlformats.org/officeDocument/2006/relationships/oleObject" Target="../embeddings/oleObject39.bin"/><Relationship Id="rId3" Type="http://schemas.openxmlformats.org/officeDocument/2006/relationships/tags" Target="../tags/tag712.xml"/><Relationship Id="rId7" Type="http://schemas.openxmlformats.org/officeDocument/2006/relationships/tags" Target="../tags/tag716.xml"/><Relationship Id="rId12" Type="http://schemas.openxmlformats.org/officeDocument/2006/relationships/notesSlide" Target="../notesSlides/notesSlide12.xml"/><Relationship Id="rId2" Type="http://schemas.openxmlformats.org/officeDocument/2006/relationships/tags" Target="../tags/tag711.xml"/><Relationship Id="rId1" Type="http://schemas.openxmlformats.org/officeDocument/2006/relationships/tags" Target="../tags/tag710.xml"/><Relationship Id="rId6" Type="http://schemas.openxmlformats.org/officeDocument/2006/relationships/tags" Target="../tags/tag715.xml"/><Relationship Id="rId11" Type="http://schemas.openxmlformats.org/officeDocument/2006/relationships/slideLayout" Target="../slideLayouts/slideLayout2.xml"/><Relationship Id="rId5" Type="http://schemas.openxmlformats.org/officeDocument/2006/relationships/tags" Target="../tags/tag714.xml"/><Relationship Id="rId10" Type="http://schemas.openxmlformats.org/officeDocument/2006/relationships/tags" Target="../tags/tag719.xml"/><Relationship Id="rId4" Type="http://schemas.openxmlformats.org/officeDocument/2006/relationships/tags" Target="../tags/tag713.xml"/><Relationship Id="rId9" Type="http://schemas.openxmlformats.org/officeDocument/2006/relationships/tags" Target="../tags/tag718.xml"/><Relationship Id="rId14" Type="http://schemas.openxmlformats.org/officeDocument/2006/relationships/image" Target="../media/image15.emf"/></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8.svg"/><Relationship Id="rId2" Type="http://schemas.openxmlformats.org/officeDocument/2006/relationships/tags" Target="../tags/tag721.xml"/><Relationship Id="rId1" Type="http://schemas.openxmlformats.org/officeDocument/2006/relationships/tags" Target="../tags/tag720.xml"/><Relationship Id="rId6" Type="http://schemas.openxmlformats.org/officeDocument/2006/relationships/image" Target="../media/image13.emf"/><Relationship Id="rId5" Type="http://schemas.openxmlformats.org/officeDocument/2006/relationships/oleObject" Target="../embeddings/oleObject40.bin"/><Relationship Id="rId4"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8" Type="http://schemas.openxmlformats.org/officeDocument/2006/relationships/tags" Target="../tags/tag729.xml"/><Relationship Id="rId13" Type="http://schemas.openxmlformats.org/officeDocument/2006/relationships/tags" Target="../tags/tag734.xml"/><Relationship Id="rId18" Type="http://schemas.openxmlformats.org/officeDocument/2006/relationships/tags" Target="../tags/tag739.xml"/><Relationship Id="rId26" Type="http://schemas.openxmlformats.org/officeDocument/2006/relationships/tags" Target="../tags/tag747.xml"/><Relationship Id="rId3" Type="http://schemas.openxmlformats.org/officeDocument/2006/relationships/tags" Target="../tags/tag724.xml"/><Relationship Id="rId21" Type="http://schemas.openxmlformats.org/officeDocument/2006/relationships/tags" Target="../tags/tag742.xml"/><Relationship Id="rId7" Type="http://schemas.openxmlformats.org/officeDocument/2006/relationships/tags" Target="../tags/tag728.xml"/><Relationship Id="rId12" Type="http://schemas.openxmlformats.org/officeDocument/2006/relationships/tags" Target="../tags/tag733.xml"/><Relationship Id="rId17" Type="http://schemas.openxmlformats.org/officeDocument/2006/relationships/tags" Target="../tags/tag738.xml"/><Relationship Id="rId25" Type="http://schemas.openxmlformats.org/officeDocument/2006/relationships/tags" Target="../tags/tag746.xml"/><Relationship Id="rId2" Type="http://schemas.openxmlformats.org/officeDocument/2006/relationships/tags" Target="../tags/tag723.xml"/><Relationship Id="rId16" Type="http://schemas.openxmlformats.org/officeDocument/2006/relationships/tags" Target="../tags/tag737.xml"/><Relationship Id="rId20" Type="http://schemas.openxmlformats.org/officeDocument/2006/relationships/tags" Target="../tags/tag741.xml"/><Relationship Id="rId29" Type="http://schemas.openxmlformats.org/officeDocument/2006/relationships/notesSlide" Target="../notesSlides/notesSlide14.xml"/><Relationship Id="rId1" Type="http://schemas.openxmlformats.org/officeDocument/2006/relationships/tags" Target="../tags/tag722.xml"/><Relationship Id="rId6" Type="http://schemas.openxmlformats.org/officeDocument/2006/relationships/tags" Target="../tags/tag727.xml"/><Relationship Id="rId11" Type="http://schemas.openxmlformats.org/officeDocument/2006/relationships/tags" Target="../tags/tag732.xml"/><Relationship Id="rId24" Type="http://schemas.openxmlformats.org/officeDocument/2006/relationships/tags" Target="../tags/tag745.xml"/><Relationship Id="rId5" Type="http://schemas.openxmlformats.org/officeDocument/2006/relationships/tags" Target="../tags/tag726.xml"/><Relationship Id="rId15" Type="http://schemas.openxmlformats.org/officeDocument/2006/relationships/tags" Target="../tags/tag736.xml"/><Relationship Id="rId23" Type="http://schemas.openxmlformats.org/officeDocument/2006/relationships/tags" Target="../tags/tag744.xml"/><Relationship Id="rId28" Type="http://schemas.openxmlformats.org/officeDocument/2006/relationships/slideLayout" Target="../slideLayouts/slideLayout2.xml"/><Relationship Id="rId10" Type="http://schemas.openxmlformats.org/officeDocument/2006/relationships/tags" Target="../tags/tag731.xml"/><Relationship Id="rId19" Type="http://schemas.openxmlformats.org/officeDocument/2006/relationships/tags" Target="../tags/tag740.xml"/><Relationship Id="rId31" Type="http://schemas.openxmlformats.org/officeDocument/2006/relationships/image" Target="../media/image6.emf"/><Relationship Id="rId4" Type="http://schemas.openxmlformats.org/officeDocument/2006/relationships/tags" Target="../tags/tag725.xml"/><Relationship Id="rId9" Type="http://schemas.openxmlformats.org/officeDocument/2006/relationships/tags" Target="../tags/tag730.xml"/><Relationship Id="rId14" Type="http://schemas.openxmlformats.org/officeDocument/2006/relationships/tags" Target="../tags/tag735.xml"/><Relationship Id="rId22" Type="http://schemas.openxmlformats.org/officeDocument/2006/relationships/tags" Target="../tags/tag743.xml"/><Relationship Id="rId27" Type="http://schemas.openxmlformats.org/officeDocument/2006/relationships/tags" Target="../tags/tag748.xml"/><Relationship Id="rId30" Type="http://schemas.openxmlformats.org/officeDocument/2006/relationships/oleObject" Target="../embeddings/oleObject41.bin"/></Relationships>
</file>

<file path=ppt/slides/_rels/slide18.xml.rels><?xml version="1.0" encoding="UTF-8" standalone="yes"?>
<Relationships xmlns="http://schemas.openxmlformats.org/package/2006/relationships"><Relationship Id="rId13" Type="http://schemas.openxmlformats.org/officeDocument/2006/relationships/tags" Target="../tags/tag761.xml"/><Relationship Id="rId18" Type="http://schemas.openxmlformats.org/officeDocument/2006/relationships/tags" Target="../tags/tag766.xml"/><Relationship Id="rId26" Type="http://schemas.openxmlformats.org/officeDocument/2006/relationships/tags" Target="../tags/tag774.xml"/><Relationship Id="rId39" Type="http://schemas.openxmlformats.org/officeDocument/2006/relationships/tags" Target="../tags/tag787.xml"/><Relationship Id="rId21" Type="http://schemas.openxmlformats.org/officeDocument/2006/relationships/tags" Target="../tags/tag769.xml"/><Relationship Id="rId34" Type="http://schemas.openxmlformats.org/officeDocument/2006/relationships/tags" Target="../tags/tag782.xml"/><Relationship Id="rId42" Type="http://schemas.openxmlformats.org/officeDocument/2006/relationships/tags" Target="../tags/tag790.xml"/><Relationship Id="rId47" Type="http://schemas.openxmlformats.org/officeDocument/2006/relationships/image" Target="../media/image15.emf"/><Relationship Id="rId50" Type="http://schemas.openxmlformats.org/officeDocument/2006/relationships/image" Target="../media/image31.svg"/><Relationship Id="rId7" Type="http://schemas.openxmlformats.org/officeDocument/2006/relationships/tags" Target="../tags/tag755.xml"/><Relationship Id="rId2" Type="http://schemas.openxmlformats.org/officeDocument/2006/relationships/tags" Target="../tags/tag750.xml"/><Relationship Id="rId16" Type="http://schemas.openxmlformats.org/officeDocument/2006/relationships/tags" Target="../tags/tag764.xml"/><Relationship Id="rId29" Type="http://schemas.openxmlformats.org/officeDocument/2006/relationships/tags" Target="../tags/tag777.xml"/><Relationship Id="rId11" Type="http://schemas.openxmlformats.org/officeDocument/2006/relationships/tags" Target="../tags/tag759.xml"/><Relationship Id="rId24" Type="http://schemas.openxmlformats.org/officeDocument/2006/relationships/tags" Target="../tags/tag772.xml"/><Relationship Id="rId32" Type="http://schemas.openxmlformats.org/officeDocument/2006/relationships/tags" Target="../tags/tag780.xml"/><Relationship Id="rId37" Type="http://schemas.openxmlformats.org/officeDocument/2006/relationships/tags" Target="../tags/tag785.xml"/><Relationship Id="rId40" Type="http://schemas.openxmlformats.org/officeDocument/2006/relationships/tags" Target="../tags/tag788.xml"/><Relationship Id="rId45" Type="http://schemas.openxmlformats.org/officeDocument/2006/relationships/notesSlide" Target="../notesSlides/notesSlide15.xml"/><Relationship Id="rId5" Type="http://schemas.openxmlformats.org/officeDocument/2006/relationships/tags" Target="../tags/tag753.xml"/><Relationship Id="rId15" Type="http://schemas.openxmlformats.org/officeDocument/2006/relationships/tags" Target="../tags/tag763.xml"/><Relationship Id="rId23" Type="http://schemas.openxmlformats.org/officeDocument/2006/relationships/tags" Target="../tags/tag771.xml"/><Relationship Id="rId28" Type="http://schemas.openxmlformats.org/officeDocument/2006/relationships/tags" Target="../tags/tag776.xml"/><Relationship Id="rId36" Type="http://schemas.openxmlformats.org/officeDocument/2006/relationships/tags" Target="../tags/tag784.xml"/><Relationship Id="rId49" Type="http://schemas.openxmlformats.org/officeDocument/2006/relationships/image" Target="../media/image30.svg"/><Relationship Id="rId10" Type="http://schemas.openxmlformats.org/officeDocument/2006/relationships/tags" Target="../tags/tag758.xml"/><Relationship Id="rId19" Type="http://schemas.openxmlformats.org/officeDocument/2006/relationships/tags" Target="../tags/tag767.xml"/><Relationship Id="rId31" Type="http://schemas.openxmlformats.org/officeDocument/2006/relationships/tags" Target="../tags/tag779.xml"/><Relationship Id="rId44" Type="http://schemas.openxmlformats.org/officeDocument/2006/relationships/slideLayout" Target="../slideLayouts/slideLayout2.xml"/><Relationship Id="rId4" Type="http://schemas.openxmlformats.org/officeDocument/2006/relationships/tags" Target="../tags/tag752.xml"/><Relationship Id="rId9" Type="http://schemas.openxmlformats.org/officeDocument/2006/relationships/tags" Target="../tags/tag757.xml"/><Relationship Id="rId14" Type="http://schemas.openxmlformats.org/officeDocument/2006/relationships/tags" Target="../tags/tag762.xml"/><Relationship Id="rId22" Type="http://schemas.openxmlformats.org/officeDocument/2006/relationships/tags" Target="../tags/tag770.xml"/><Relationship Id="rId27" Type="http://schemas.openxmlformats.org/officeDocument/2006/relationships/tags" Target="../tags/tag775.xml"/><Relationship Id="rId30" Type="http://schemas.openxmlformats.org/officeDocument/2006/relationships/tags" Target="../tags/tag778.xml"/><Relationship Id="rId35" Type="http://schemas.openxmlformats.org/officeDocument/2006/relationships/tags" Target="../tags/tag783.xml"/><Relationship Id="rId43" Type="http://schemas.openxmlformats.org/officeDocument/2006/relationships/tags" Target="../tags/tag791.xml"/><Relationship Id="rId48" Type="http://schemas.openxmlformats.org/officeDocument/2006/relationships/image" Target="../media/image29.svg"/><Relationship Id="rId8" Type="http://schemas.openxmlformats.org/officeDocument/2006/relationships/tags" Target="../tags/tag756.xml"/><Relationship Id="rId51" Type="http://schemas.openxmlformats.org/officeDocument/2006/relationships/image" Target="../media/image16.svg"/><Relationship Id="rId3" Type="http://schemas.openxmlformats.org/officeDocument/2006/relationships/tags" Target="../tags/tag751.xml"/><Relationship Id="rId12" Type="http://schemas.openxmlformats.org/officeDocument/2006/relationships/tags" Target="../tags/tag760.xml"/><Relationship Id="rId17" Type="http://schemas.openxmlformats.org/officeDocument/2006/relationships/tags" Target="../tags/tag765.xml"/><Relationship Id="rId25" Type="http://schemas.openxmlformats.org/officeDocument/2006/relationships/tags" Target="../tags/tag773.xml"/><Relationship Id="rId33" Type="http://schemas.openxmlformats.org/officeDocument/2006/relationships/tags" Target="../tags/tag781.xml"/><Relationship Id="rId38" Type="http://schemas.openxmlformats.org/officeDocument/2006/relationships/tags" Target="../tags/tag786.xml"/><Relationship Id="rId46" Type="http://schemas.openxmlformats.org/officeDocument/2006/relationships/oleObject" Target="../embeddings/oleObject42.bin"/><Relationship Id="rId20" Type="http://schemas.openxmlformats.org/officeDocument/2006/relationships/tags" Target="../tags/tag768.xml"/><Relationship Id="rId41" Type="http://schemas.openxmlformats.org/officeDocument/2006/relationships/tags" Target="../tags/tag789.xml"/><Relationship Id="rId1" Type="http://schemas.openxmlformats.org/officeDocument/2006/relationships/tags" Target="../tags/tag749.xml"/><Relationship Id="rId6" Type="http://schemas.openxmlformats.org/officeDocument/2006/relationships/tags" Target="../tags/tag754.xml"/></Relationships>
</file>

<file path=ppt/slides/_rels/slide19.xml.rels><?xml version="1.0" encoding="UTF-8" standalone="yes"?>
<Relationships xmlns="http://schemas.openxmlformats.org/package/2006/relationships"><Relationship Id="rId13" Type="http://schemas.openxmlformats.org/officeDocument/2006/relationships/tags" Target="../tags/tag804.xml"/><Relationship Id="rId18" Type="http://schemas.openxmlformats.org/officeDocument/2006/relationships/tags" Target="../tags/tag809.xml"/><Relationship Id="rId26" Type="http://schemas.openxmlformats.org/officeDocument/2006/relationships/tags" Target="../tags/tag817.xml"/><Relationship Id="rId39" Type="http://schemas.openxmlformats.org/officeDocument/2006/relationships/tags" Target="../tags/tag830.xml"/><Relationship Id="rId21" Type="http://schemas.openxmlformats.org/officeDocument/2006/relationships/tags" Target="../tags/tag812.xml"/><Relationship Id="rId34" Type="http://schemas.openxmlformats.org/officeDocument/2006/relationships/tags" Target="../tags/tag825.xml"/><Relationship Id="rId42" Type="http://schemas.openxmlformats.org/officeDocument/2006/relationships/notesSlide" Target="../notesSlides/notesSlide16.xml"/><Relationship Id="rId47" Type="http://schemas.openxmlformats.org/officeDocument/2006/relationships/image" Target="../media/image31.svg"/><Relationship Id="rId7" Type="http://schemas.openxmlformats.org/officeDocument/2006/relationships/tags" Target="../tags/tag798.xml"/><Relationship Id="rId2" Type="http://schemas.openxmlformats.org/officeDocument/2006/relationships/tags" Target="../tags/tag793.xml"/><Relationship Id="rId16" Type="http://schemas.openxmlformats.org/officeDocument/2006/relationships/tags" Target="../tags/tag807.xml"/><Relationship Id="rId29" Type="http://schemas.openxmlformats.org/officeDocument/2006/relationships/tags" Target="../tags/tag820.xml"/><Relationship Id="rId1" Type="http://schemas.openxmlformats.org/officeDocument/2006/relationships/tags" Target="../tags/tag792.xml"/><Relationship Id="rId6" Type="http://schemas.openxmlformats.org/officeDocument/2006/relationships/tags" Target="../tags/tag797.xml"/><Relationship Id="rId11" Type="http://schemas.openxmlformats.org/officeDocument/2006/relationships/tags" Target="../tags/tag802.xml"/><Relationship Id="rId24" Type="http://schemas.openxmlformats.org/officeDocument/2006/relationships/tags" Target="../tags/tag815.xml"/><Relationship Id="rId32" Type="http://schemas.openxmlformats.org/officeDocument/2006/relationships/tags" Target="../tags/tag823.xml"/><Relationship Id="rId37" Type="http://schemas.openxmlformats.org/officeDocument/2006/relationships/tags" Target="../tags/tag828.xml"/><Relationship Id="rId40" Type="http://schemas.openxmlformats.org/officeDocument/2006/relationships/tags" Target="../tags/tag831.xml"/><Relationship Id="rId45" Type="http://schemas.openxmlformats.org/officeDocument/2006/relationships/image" Target="../media/image29.svg"/><Relationship Id="rId5" Type="http://schemas.openxmlformats.org/officeDocument/2006/relationships/tags" Target="../tags/tag796.xml"/><Relationship Id="rId15" Type="http://schemas.openxmlformats.org/officeDocument/2006/relationships/tags" Target="../tags/tag806.xml"/><Relationship Id="rId23" Type="http://schemas.openxmlformats.org/officeDocument/2006/relationships/tags" Target="../tags/tag814.xml"/><Relationship Id="rId28" Type="http://schemas.openxmlformats.org/officeDocument/2006/relationships/tags" Target="../tags/tag819.xml"/><Relationship Id="rId36" Type="http://schemas.openxmlformats.org/officeDocument/2006/relationships/tags" Target="../tags/tag827.xml"/><Relationship Id="rId10" Type="http://schemas.openxmlformats.org/officeDocument/2006/relationships/tags" Target="../tags/tag801.xml"/><Relationship Id="rId19" Type="http://schemas.openxmlformats.org/officeDocument/2006/relationships/tags" Target="../tags/tag810.xml"/><Relationship Id="rId31" Type="http://schemas.openxmlformats.org/officeDocument/2006/relationships/tags" Target="../tags/tag822.xml"/><Relationship Id="rId44" Type="http://schemas.openxmlformats.org/officeDocument/2006/relationships/image" Target="../media/image15.emf"/><Relationship Id="rId4" Type="http://schemas.openxmlformats.org/officeDocument/2006/relationships/tags" Target="../tags/tag795.xml"/><Relationship Id="rId9" Type="http://schemas.openxmlformats.org/officeDocument/2006/relationships/tags" Target="../tags/tag800.xml"/><Relationship Id="rId14" Type="http://schemas.openxmlformats.org/officeDocument/2006/relationships/tags" Target="../tags/tag805.xml"/><Relationship Id="rId22" Type="http://schemas.openxmlformats.org/officeDocument/2006/relationships/tags" Target="../tags/tag813.xml"/><Relationship Id="rId27" Type="http://schemas.openxmlformats.org/officeDocument/2006/relationships/tags" Target="../tags/tag818.xml"/><Relationship Id="rId30" Type="http://schemas.openxmlformats.org/officeDocument/2006/relationships/tags" Target="../tags/tag821.xml"/><Relationship Id="rId35" Type="http://schemas.openxmlformats.org/officeDocument/2006/relationships/tags" Target="../tags/tag826.xml"/><Relationship Id="rId43" Type="http://schemas.openxmlformats.org/officeDocument/2006/relationships/oleObject" Target="../embeddings/oleObject43.bin"/><Relationship Id="rId48" Type="http://schemas.openxmlformats.org/officeDocument/2006/relationships/image" Target="../media/image16.svg"/><Relationship Id="rId8" Type="http://schemas.openxmlformats.org/officeDocument/2006/relationships/tags" Target="../tags/tag799.xml"/><Relationship Id="rId3" Type="http://schemas.openxmlformats.org/officeDocument/2006/relationships/tags" Target="../tags/tag794.xml"/><Relationship Id="rId12" Type="http://schemas.openxmlformats.org/officeDocument/2006/relationships/tags" Target="../tags/tag803.xml"/><Relationship Id="rId17" Type="http://schemas.openxmlformats.org/officeDocument/2006/relationships/tags" Target="../tags/tag808.xml"/><Relationship Id="rId25" Type="http://schemas.openxmlformats.org/officeDocument/2006/relationships/tags" Target="../tags/tag816.xml"/><Relationship Id="rId33" Type="http://schemas.openxmlformats.org/officeDocument/2006/relationships/tags" Target="../tags/tag824.xml"/><Relationship Id="rId38" Type="http://schemas.openxmlformats.org/officeDocument/2006/relationships/tags" Target="../tags/tag829.xml"/><Relationship Id="rId46" Type="http://schemas.openxmlformats.org/officeDocument/2006/relationships/image" Target="../media/image30.svg"/><Relationship Id="rId20" Type="http://schemas.openxmlformats.org/officeDocument/2006/relationships/tags" Target="../tags/tag811.xml"/><Relationship Id="rId4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3" Type="http://schemas.openxmlformats.org/officeDocument/2006/relationships/tags" Target="../tags/tag844.xml"/><Relationship Id="rId18" Type="http://schemas.openxmlformats.org/officeDocument/2006/relationships/tags" Target="../tags/tag849.xml"/><Relationship Id="rId26" Type="http://schemas.openxmlformats.org/officeDocument/2006/relationships/tags" Target="../tags/tag857.xml"/><Relationship Id="rId3" Type="http://schemas.openxmlformats.org/officeDocument/2006/relationships/tags" Target="../tags/tag834.xml"/><Relationship Id="rId21" Type="http://schemas.openxmlformats.org/officeDocument/2006/relationships/tags" Target="../tags/tag852.xml"/><Relationship Id="rId34" Type="http://schemas.openxmlformats.org/officeDocument/2006/relationships/image" Target="../media/image15.emf"/><Relationship Id="rId7" Type="http://schemas.openxmlformats.org/officeDocument/2006/relationships/tags" Target="../tags/tag838.xml"/><Relationship Id="rId12" Type="http://schemas.openxmlformats.org/officeDocument/2006/relationships/tags" Target="../tags/tag843.xml"/><Relationship Id="rId17" Type="http://schemas.openxmlformats.org/officeDocument/2006/relationships/tags" Target="../tags/tag848.xml"/><Relationship Id="rId25" Type="http://schemas.openxmlformats.org/officeDocument/2006/relationships/tags" Target="../tags/tag856.xml"/><Relationship Id="rId33" Type="http://schemas.openxmlformats.org/officeDocument/2006/relationships/oleObject" Target="../embeddings/oleObject44.bin"/><Relationship Id="rId2" Type="http://schemas.openxmlformats.org/officeDocument/2006/relationships/tags" Target="../tags/tag833.xml"/><Relationship Id="rId16" Type="http://schemas.openxmlformats.org/officeDocument/2006/relationships/tags" Target="../tags/tag847.xml"/><Relationship Id="rId20" Type="http://schemas.openxmlformats.org/officeDocument/2006/relationships/tags" Target="../tags/tag851.xml"/><Relationship Id="rId29" Type="http://schemas.openxmlformats.org/officeDocument/2006/relationships/tags" Target="../tags/tag860.xml"/><Relationship Id="rId1" Type="http://schemas.openxmlformats.org/officeDocument/2006/relationships/tags" Target="../tags/tag832.xml"/><Relationship Id="rId6" Type="http://schemas.openxmlformats.org/officeDocument/2006/relationships/tags" Target="../tags/tag837.xml"/><Relationship Id="rId11" Type="http://schemas.openxmlformats.org/officeDocument/2006/relationships/tags" Target="../tags/tag842.xml"/><Relationship Id="rId24" Type="http://schemas.openxmlformats.org/officeDocument/2006/relationships/tags" Target="../tags/tag855.xml"/><Relationship Id="rId32" Type="http://schemas.openxmlformats.org/officeDocument/2006/relationships/notesSlide" Target="../notesSlides/notesSlide17.xml"/><Relationship Id="rId5" Type="http://schemas.openxmlformats.org/officeDocument/2006/relationships/tags" Target="../tags/tag836.xml"/><Relationship Id="rId15" Type="http://schemas.openxmlformats.org/officeDocument/2006/relationships/tags" Target="../tags/tag846.xml"/><Relationship Id="rId23" Type="http://schemas.openxmlformats.org/officeDocument/2006/relationships/tags" Target="../tags/tag854.xml"/><Relationship Id="rId28" Type="http://schemas.openxmlformats.org/officeDocument/2006/relationships/tags" Target="../tags/tag859.xml"/><Relationship Id="rId10" Type="http://schemas.openxmlformats.org/officeDocument/2006/relationships/tags" Target="../tags/tag841.xml"/><Relationship Id="rId19" Type="http://schemas.openxmlformats.org/officeDocument/2006/relationships/tags" Target="../tags/tag850.xml"/><Relationship Id="rId31" Type="http://schemas.openxmlformats.org/officeDocument/2006/relationships/slideLayout" Target="../slideLayouts/slideLayout2.xml"/><Relationship Id="rId4" Type="http://schemas.openxmlformats.org/officeDocument/2006/relationships/tags" Target="../tags/tag835.xml"/><Relationship Id="rId9" Type="http://schemas.openxmlformats.org/officeDocument/2006/relationships/tags" Target="../tags/tag840.xml"/><Relationship Id="rId14" Type="http://schemas.openxmlformats.org/officeDocument/2006/relationships/tags" Target="../tags/tag845.xml"/><Relationship Id="rId22" Type="http://schemas.openxmlformats.org/officeDocument/2006/relationships/tags" Target="../tags/tag853.xml"/><Relationship Id="rId27" Type="http://schemas.openxmlformats.org/officeDocument/2006/relationships/tags" Target="../tags/tag858.xml"/><Relationship Id="rId30" Type="http://schemas.openxmlformats.org/officeDocument/2006/relationships/tags" Target="../tags/tag861.xml"/><Relationship Id="rId8" Type="http://schemas.openxmlformats.org/officeDocument/2006/relationships/tags" Target="../tags/tag839.xml"/></Relationships>
</file>

<file path=ppt/slides/_rels/slide21.xml.rels><?xml version="1.0" encoding="UTF-8" standalone="yes"?>
<Relationships xmlns="http://schemas.openxmlformats.org/package/2006/relationships"><Relationship Id="rId8" Type="http://schemas.openxmlformats.org/officeDocument/2006/relationships/tags" Target="../tags/tag869.xml"/><Relationship Id="rId13" Type="http://schemas.openxmlformats.org/officeDocument/2006/relationships/tags" Target="../tags/tag874.xml"/><Relationship Id="rId18" Type="http://schemas.openxmlformats.org/officeDocument/2006/relationships/image" Target="../media/image15.emf"/><Relationship Id="rId3" Type="http://schemas.openxmlformats.org/officeDocument/2006/relationships/tags" Target="../tags/tag864.xml"/><Relationship Id="rId7" Type="http://schemas.openxmlformats.org/officeDocument/2006/relationships/tags" Target="../tags/tag868.xml"/><Relationship Id="rId12" Type="http://schemas.openxmlformats.org/officeDocument/2006/relationships/tags" Target="../tags/tag873.xml"/><Relationship Id="rId17" Type="http://schemas.openxmlformats.org/officeDocument/2006/relationships/oleObject" Target="../embeddings/oleObject45.bin"/><Relationship Id="rId2" Type="http://schemas.openxmlformats.org/officeDocument/2006/relationships/tags" Target="../tags/tag863.xml"/><Relationship Id="rId16" Type="http://schemas.openxmlformats.org/officeDocument/2006/relationships/slideLayout" Target="../slideLayouts/slideLayout2.xml"/><Relationship Id="rId1" Type="http://schemas.openxmlformats.org/officeDocument/2006/relationships/tags" Target="../tags/tag862.xml"/><Relationship Id="rId6" Type="http://schemas.openxmlformats.org/officeDocument/2006/relationships/tags" Target="../tags/tag867.xml"/><Relationship Id="rId11" Type="http://schemas.openxmlformats.org/officeDocument/2006/relationships/tags" Target="../tags/tag872.xml"/><Relationship Id="rId5" Type="http://schemas.openxmlformats.org/officeDocument/2006/relationships/tags" Target="../tags/tag866.xml"/><Relationship Id="rId15" Type="http://schemas.openxmlformats.org/officeDocument/2006/relationships/tags" Target="../tags/tag876.xml"/><Relationship Id="rId10" Type="http://schemas.openxmlformats.org/officeDocument/2006/relationships/tags" Target="../tags/tag871.xml"/><Relationship Id="rId19" Type="http://schemas.openxmlformats.org/officeDocument/2006/relationships/image" Target="../media/image32.svg"/><Relationship Id="rId4" Type="http://schemas.openxmlformats.org/officeDocument/2006/relationships/tags" Target="../tags/tag865.xml"/><Relationship Id="rId9" Type="http://schemas.openxmlformats.org/officeDocument/2006/relationships/tags" Target="../tags/tag870.xml"/><Relationship Id="rId14" Type="http://schemas.openxmlformats.org/officeDocument/2006/relationships/tags" Target="../tags/tag875.xml"/></Relationships>
</file>

<file path=ppt/slides/_rels/slide22.xml.rels><?xml version="1.0" encoding="UTF-8" standalone="yes"?>
<Relationships xmlns="http://schemas.openxmlformats.org/package/2006/relationships"><Relationship Id="rId8" Type="http://schemas.openxmlformats.org/officeDocument/2006/relationships/tags" Target="../tags/tag884.xml"/><Relationship Id="rId13" Type="http://schemas.openxmlformats.org/officeDocument/2006/relationships/tags" Target="../tags/tag889.xml"/><Relationship Id="rId18" Type="http://schemas.openxmlformats.org/officeDocument/2006/relationships/tags" Target="../tags/tag894.xml"/><Relationship Id="rId26" Type="http://schemas.openxmlformats.org/officeDocument/2006/relationships/notesSlide" Target="../notesSlides/notesSlide18.xml"/><Relationship Id="rId3" Type="http://schemas.openxmlformats.org/officeDocument/2006/relationships/tags" Target="../tags/tag879.xml"/><Relationship Id="rId21" Type="http://schemas.openxmlformats.org/officeDocument/2006/relationships/tags" Target="../tags/tag897.xml"/><Relationship Id="rId7" Type="http://schemas.openxmlformats.org/officeDocument/2006/relationships/tags" Target="../tags/tag883.xml"/><Relationship Id="rId12" Type="http://schemas.openxmlformats.org/officeDocument/2006/relationships/tags" Target="../tags/tag888.xml"/><Relationship Id="rId17" Type="http://schemas.openxmlformats.org/officeDocument/2006/relationships/tags" Target="../tags/tag893.xml"/><Relationship Id="rId25" Type="http://schemas.openxmlformats.org/officeDocument/2006/relationships/slideLayout" Target="../slideLayouts/slideLayout2.xml"/><Relationship Id="rId2" Type="http://schemas.openxmlformats.org/officeDocument/2006/relationships/tags" Target="../tags/tag878.xml"/><Relationship Id="rId16" Type="http://schemas.openxmlformats.org/officeDocument/2006/relationships/tags" Target="../tags/tag892.xml"/><Relationship Id="rId20" Type="http://schemas.openxmlformats.org/officeDocument/2006/relationships/tags" Target="../tags/tag896.xml"/><Relationship Id="rId1" Type="http://schemas.openxmlformats.org/officeDocument/2006/relationships/tags" Target="../tags/tag877.xml"/><Relationship Id="rId6" Type="http://schemas.openxmlformats.org/officeDocument/2006/relationships/tags" Target="../tags/tag882.xml"/><Relationship Id="rId11" Type="http://schemas.openxmlformats.org/officeDocument/2006/relationships/tags" Target="../tags/tag887.xml"/><Relationship Id="rId24" Type="http://schemas.openxmlformats.org/officeDocument/2006/relationships/tags" Target="../tags/tag900.xml"/><Relationship Id="rId5" Type="http://schemas.openxmlformats.org/officeDocument/2006/relationships/tags" Target="../tags/tag881.xml"/><Relationship Id="rId15" Type="http://schemas.openxmlformats.org/officeDocument/2006/relationships/tags" Target="../tags/tag891.xml"/><Relationship Id="rId23" Type="http://schemas.openxmlformats.org/officeDocument/2006/relationships/tags" Target="../tags/tag899.xml"/><Relationship Id="rId28" Type="http://schemas.openxmlformats.org/officeDocument/2006/relationships/image" Target="../media/image6.emf"/><Relationship Id="rId10" Type="http://schemas.openxmlformats.org/officeDocument/2006/relationships/tags" Target="../tags/tag886.xml"/><Relationship Id="rId19" Type="http://schemas.openxmlformats.org/officeDocument/2006/relationships/tags" Target="../tags/tag895.xml"/><Relationship Id="rId4" Type="http://schemas.openxmlformats.org/officeDocument/2006/relationships/tags" Target="../tags/tag880.xml"/><Relationship Id="rId9" Type="http://schemas.openxmlformats.org/officeDocument/2006/relationships/tags" Target="../tags/tag885.xml"/><Relationship Id="rId14" Type="http://schemas.openxmlformats.org/officeDocument/2006/relationships/tags" Target="../tags/tag890.xml"/><Relationship Id="rId22" Type="http://schemas.openxmlformats.org/officeDocument/2006/relationships/tags" Target="../tags/tag898.xml"/><Relationship Id="rId27" Type="http://schemas.openxmlformats.org/officeDocument/2006/relationships/oleObject" Target="../embeddings/oleObject46.bin"/></Relationships>
</file>

<file path=ppt/slides/_rels/slide23.xml.rels><?xml version="1.0" encoding="UTF-8" standalone="yes"?>
<Relationships xmlns="http://schemas.openxmlformats.org/package/2006/relationships"><Relationship Id="rId13" Type="http://schemas.openxmlformats.org/officeDocument/2006/relationships/tags" Target="../tags/tag913.xml"/><Relationship Id="rId18" Type="http://schemas.openxmlformats.org/officeDocument/2006/relationships/tags" Target="../tags/tag918.xml"/><Relationship Id="rId26" Type="http://schemas.openxmlformats.org/officeDocument/2006/relationships/tags" Target="../tags/tag926.xml"/><Relationship Id="rId39" Type="http://schemas.openxmlformats.org/officeDocument/2006/relationships/image" Target="../media/image19.svg"/><Relationship Id="rId21" Type="http://schemas.openxmlformats.org/officeDocument/2006/relationships/tags" Target="../tags/tag921.xml"/><Relationship Id="rId34" Type="http://schemas.openxmlformats.org/officeDocument/2006/relationships/oleObject" Target="../embeddings/oleObject47.bin"/><Relationship Id="rId7" Type="http://schemas.openxmlformats.org/officeDocument/2006/relationships/tags" Target="../tags/tag907.xml"/><Relationship Id="rId12" Type="http://schemas.openxmlformats.org/officeDocument/2006/relationships/tags" Target="../tags/tag912.xml"/><Relationship Id="rId17" Type="http://schemas.openxmlformats.org/officeDocument/2006/relationships/tags" Target="../tags/tag917.xml"/><Relationship Id="rId25" Type="http://schemas.openxmlformats.org/officeDocument/2006/relationships/tags" Target="../tags/tag925.xml"/><Relationship Id="rId33" Type="http://schemas.openxmlformats.org/officeDocument/2006/relationships/notesSlide" Target="../notesSlides/notesSlide19.xml"/><Relationship Id="rId38" Type="http://schemas.openxmlformats.org/officeDocument/2006/relationships/image" Target="../media/image18.svg"/><Relationship Id="rId2" Type="http://schemas.openxmlformats.org/officeDocument/2006/relationships/tags" Target="../tags/tag902.xml"/><Relationship Id="rId16" Type="http://schemas.openxmlformats.org/officeDocument/2006/relationships/tags" Target="../tags/tag916.xml"/><Relationship Id="rId20" Type="http://schemas.openxmlformats.org/officeDocument/2006/relationships/tags" Target="../tags/tag920.xml"/><Relationship Id="rId29" Type="http://schemas.openxmlformats.org/officeDocument/2006/relationships/tags" Target="../tags/tag929.xml"/><Relationship Id="rId1" Type="http://schemas.openxmlformats.org/officeDocument/2006/relationships/tags" Target="../tags/tag901.xml"/><Relationship Id="rId6" Type="http://schemas.openxmlformats.org/officeDocument/2006/relationships/tags" Target="../tags/tag906.xml"/><Relationship Id="rId11" Type="http://schemas.openxmlformats.org/officeDocument/2006/relationships/tags" Target="../tags/tag911.xml"/><Relationship Id="rId24" Type="http://schemas.openxmlformats.org/officeDocument/2006/relationships/tags" Target="../tags/tag924.xml"/><Relationship Id="rId32" Type="http://schemas.openxmlformats.org/officeDocument/2006/relationships/slideLayout" Target="../slideLayouts/slideLayout2.xml"/><Relationship Id="rId37" Type="http://schemas.openxmlformats.org/officeDocument/2006/relationships/image" Target="../media/image17.svg"/><Relationship Id="rId5" Type="http://schemas.openxmlformats.org/officeDocument/2006/relationships/tags" Target="../tags/tag905.xml"/><Relationship Id="rId15" Type="http://schemas.openxmlformats.org/officeDocument/2006/relationships/tags" Target="../tags/tag915.xml"/><Relationship Id="rId23" Type="http://schemas.openxmlformats.org/officeDocument/2006/relationships/tags" Target="../tags/tag923.xml"/><Relationship Id="rId28" Type="http://schemas.openxmlformats.org/officeDocument/2006/relationships/tags" Target="../tags/tag928.xml"/><Relationship Id="rId36" Type="http://schemas.openxmlformats.org/officeDocument/2006/relationships/image" Target="../media/image16.svg"/><Relationship Id="rId10" Type="http://schemas.openxmlformats.org/officeDocument/2006/relationships/tags" Target="../tags/tag910.xml"/><Relationship Id="rId19" Type="http://schemas.openxmlformats.org/officeDocument/2006/relationships/tags" Target="../tags/tag919.xml"/><Relationship Id="rId31" Type="http://schemas.openxmlformats.org/officeDocument/2006/relationships/tags" Target="../tags/tag931.xml"/><Relationship Id="rId4" Type="http://schemas.openxmlformats.org/officeDocument/2006/relationships/tags" Target="../tags/tag904.xml"/><Relationship Id="rId9" Type="http://schemas.openxmlformats.org/officeDocument/2006/relationships/tags" Target="../tags/tag909.xml"/><Relationship Id="rId14" Type="http://schemas.openxmlformats.org/officeDocument/2006/relationships/tags" Target="../tags/tag914.xml"/><Relationship Id="rId22" Type="http://schemas.openxmlformats.org/officeDocument/2006/relationships/tags" Target="../tags/tag922.xml"/><Relationship Id="rId27" Type="http://schemas.openxmlformats.org/officeDocument/2006/relationships/tags" Target="../tags/tag927.xml"/><Relationship Id="rId30" Type="http://schemas.openxmlformats.org/officeDocument/2006/relationships/tags" Target="../tags/tag930.xml"/><Relationship Id="rId35" Type="http://schemas.openxmlformats.org/officeDocument/2006/relationships/image" Target="../media/image15.emf"/><Relationship Id="rId8" Type="http://schemas.openxmlformats.org/officeDocument/2006/relationships/tags" Target="../tags/tag908.xml"/><Relationship Id="rId3" Type="http://schemas.openxmlformats.org/officeDocument/2006/relationships/tags" Target="../tags/tag903.xml"/></Relationships>
</file>

<file path=ppt/slides/_rels/slide24.xml.rels><?xml version="1.0" encoding="UTF-8" standalone="yes"?>
<Relationships xmlns="http://schemas.openxmlformats.org/package/2006/relationships"><Relationship Id="rId13" Type="http://schemas.openxmlformats.org/officeDocument/2006/relationships/tags" Target="../tags/tag944.xml"/><Relationship Id="rId18" Type="http://schemas.openxmlformats.org/officeDocument/2006/relationships/tags" Target="../tags/tag949.xml"/><Relationship Id="rId26" Type="http://schemas.openxmlformats.org/officeDocument/2006/relationships/tags" Target="../tags/tag957.xml"/><Relationship Id="rId3" Type="http://schemas.openxmlformats.org/officeDocument/2006/relationships/tags" Target="../tags/tag934.xml"/><Relationship Id="rId21" Type="http://schemas.openxmlformats.org/officeDocument/2006/relationships/tags" Target="../tags/tag952.xml"/><Relationship Id="rId34" Type="http://schemas.openxmlformats.org/officeDocument/2006/relationships/oleObject" Target="../embeddings/oleObject48.bin"/><Relationship Id="rId7" Type="http://schemas.openxmlformats.org/officeDocument/2006/relationships/tags" Target="../tags/tag938.xml"/><Relationship Id="rId12" Type="http://schemas.openxmlformats.org/officeDocument/2006/relationships/tags" Target="../tags/tag943.xml"/><Relationship Id="rId17" Type="http://schemas.openxmlformats.org/officeDocument/2006/relationships/tags" Target="../tags/tag948.xml"/><Relationship Id="rId25" Type="http://schemas.openxmlformats.org/officeDocument/2006/relationships/tags" Target="../tags/tag956.xml"/><Relationship Id="rId33" Type="http://schemas.openxmlformats.org/officeDocument/2006/relationships/notesSlide" Target="../notesSlides/notesSlide20.xml"/><Relationship Id="rId2" Type="http://schemas.openxmlformats.org/officeDocument/2006/relationships/tags" Target="../tags/tag933.xml"/><Relationship Id="rId16" Type="http://schemas.openxmlformats.org/officeDocument/2006/relationships/tags" Target="../tags/tag947.xml"/><Relationship Id="rId20" Type="http://schemas.openxmlformats.org/officeDocument/2006/relationships/tags" Target="../tags/tag951.xml"/><Relationship Id="rId29" Type="http://schemas.openxmlformats.org/officeDocument/2006/relationships/tags" Target="../tags/tag960.xml"/><Relationship Id="rId1" Type="http://schemas.openxmlformats.org/officeDocument/2006/relationships/tags" Target="../tags/tag932.xml"/><Relationship Id="rId6" Type="http://schemas.openxmlformats.org/officeDocument/2006/relationships/tags" Target="../tags/tag937.xml"/><Relationship Id="rId11" Type="http://schemas.openxmlformats.org/officeDocument/2006/relationships/tags" Target="../tags/tag942.xml"/><Relationship Id="rId24" Type="http://schemas.openxmlformats.org/officeDocument/2006/relationships/tags" Target="../tags/tag955.xml"/><Relationship Id="rId32" Type="http://schemas.openxmlformats.org/officeDocument/2006/relationships/slideLayout" Target="../slideLayouts/slideLayout2.xml"/><Relationship Id="rId5" Type="http://schemas.openxmlformats.org/officeDocument/2006/relationships/tags" Target="../tags/tag936.xml"/><Relationship Id="rId15" Type="http://schemas.openxmlformats.org/officeDocument/2006/relationships/tags" Target="../tags/tag946.xml"/><Relationship Id="rId23" Type="http://schemas.openxmlformats.org/officeDocument/2006/relationships/tags" Target="../tags/tag954.xml"/><Relationship Id="rId28" Type="http://schemas.openxmlformats.org/officeDocument/2006/relationships/tags" Target="../tags/tag959.xml"/><Relationship Id="rId10" Type="http://schemas.openxmlformats.org/officeDocument/2006/relationships/tags" Target="../tags/tag941.xml"/><Relationship Id="rId19" Type="http://schemas.openxmlformats.org/officeDocument/2006/relationships/tags" Target="../tags/tag950.xml"/><Relationship Id="rId31" Type="http://schemas.openxmlformats.org/officeDocument/2006/relationships/tags" Target="../tags/tag962.xml"/><Relationship Id="rId4" Type="http://schemas.openxmlformats.org/officeDocument/2006/relationships/tags" Target="../tags/tag935.xml"/><Relationship Id="rId9" Type="http://schemas.openxmlformats.org/officeDocument/2006/relationships/tags" Target="../tags/tag940.xml"/><Relationship Id="rId14" Type="http://schemas.openxmlformats.org/officeDocument/2006/relationships/tags" Target="../tags/tag945.xml"/><Relationship Id="rId22" Type="http://schemas.openxmlformats.org/officeDocument/2006/relationships/tags" Target="../tags/tag953.xml"/><Relationship Id="rId27" Type="http://schemas.openxmlformats.org/officeDocument/2006/relationships/tags" Target="../tags/tag958.xml"/><Relationship Id="rId30" Type="http://schemas.openxmlformats.org/officeDocument/2006/relationships/tags" Target="../tags/tag961.xml"/><Relationship Id="rId35" Type="http://schemas.openxmlformats.org/officeDocument/2006/relationships/image" Target="../media/image15.emf"/><Relationship Id="rId8" Type="http://schemas.openxmlformats.org/officeDocument/2006/relationships/tags" Target="../tags/tag939.xml"/></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49.bin"/><Relationship Id="rId3" Type="http://schemas.openxmlformats.org/officeDocument/2006/relationships/tags" Target="../tags/tag965.xml"/><Relationship Id="rId7" Type="http://schemas.openxmlformats.org/officeDocument/2006/relationships/notesSlide" Target="../notesSlides/notesSlide21.xml"/><Relationship Id="rId2" Type="http://schemas.openxmlformats.org/officeDocument/2006/relationships/tags" Target="../tags/tag964.xml"/><Relationship Id="rId1" Type="http://schemas.openxmlformats.org/officeDocument/2006/relationships/tags" Target="../tags/tag963.xml"/><Relationship Id="rId6" Type="http://schemas.openxmlformats.org/officeDocument/2006/relationships/slideLayout" Target="../slideLayouts/slideLayout2.xml"/><Relationship Id="rId5" Type="http://schemas.openxmlformats.org/officeDocument/2006/relationships/tags" Target="../tags/tag967.xml"/><Relationship Id="rId4" Type="http://schemas.openxmlformats.org/officeDocument/2006/relationships/tags" Target="../tags/tag966.xml"/><Relationship Id="rId9" Type="http://schemas.openxmlformats.org/officeDocument/2006/relationships/image" Target="../media/image6.emf"/></Relationships>
</file>

<file path=ppt/slides/_rels/slide26.xml.rels><?xml version="1.0" encoding="UTF-8" standalone="yes"?>
<Relationships xmlns="http://schemas.openxmlformats.org/package/2006/relationships"><Relationship Id="rId8" Type="http://schemas.openxmlformats.org/officeDocument/2006/relationships/tags" Target="../tags/tag975.xml"/><Relationship Id="rId13" Type="http://schemas.openxmlformats.org/officeDocument/2006/relationships/tags" Target="../tags/tag980.xml"/><Relationship Id="rId18" Type="http://schemas.openxmlformats.org/officeDocument/2006/relationships/tags" Target="../tags/tag985.xml"/><Relationship Id="rId26" Type="http://schemas.openxmlformats.org/officeDocument/2006/relationships/tags" Target="../tags/tag993.xml"/><Relationship Id="rId3" Type="http://schemas.openxmlformats.org/officeDocument/2006/relationships/tags" Target="../tags/tag970.xml"/><Relationship Id="rId21" Type="http://schemas.openxmlformats.org/officeDocument/2006/relationships/tags" Target="../tags/tag988.xml"/><Relationship Id="rId7" Type="http://schemas.openxmlformats.org/officeDocument/2006/relationships/tags" Target="../tags/tag974.xml"/><Relationship Id="rId12" Type="http://schemas.openxmlformats.org/officeDocument/2006/relationships/tags" Target="../tags/tag979.xml"/><Relationship Id="rId17" Type="http://schemas.openxmlformats.org/officeDocument/2006/relationships/tags" Target="../tags/tag984.xml"/><Relationship Id="rId25" Type="http://schemas.openxmlformats.org/officeDocument/2006/relationships/tags" Target="../tags/tag992.xml"/><Relationship Id="rId2" Type="http://schemas.openxmlformats.org/officeDocument/2006/relationships/tags" Target="../tags/tag969.xml"/><Relationship Id="rId16" Type="http://schemas.openxmlformats.org/officeDocument/2006/relationships/tags" Target="../tags/tag983.xml"/><Relationship Id="rId20" Type="http://schemas.openxmlformats.org/officeDocument/2006/relationships/tags" Target="../tags/tag987.xml"/><Relationship Id="rId29" Type="http://schemas.openxmlformats.org/officeDocument/2006/relationships/notesSlide" Target="../notesSlides/notesSlide22.xml"/><Relationship Id="rId1" Type="http://schemas.openxmlformats.org/officeDocument/2006/relationships/tags" Target="../tags/tag968.xml"/><Relationship Id="rId6" Type="http://schemas.openxmlformats.org/officeDocument/2006/relationships/tags" Target="../tags/tag973.xml"/><Relationship Id="rId11" Type="http://schemas.openxmlformats.org/officeDocument/2006/relationships/tags" Target="../tags/tag978.xml"/><Relationship Id="rId24" Type="http://schemas.openxmlformats.org/officeDocument/2006/relationships/tags" Target="../tags/tag991.xml"/><Relationship Id="rId5" Type="http://schemas.openxmlformats.org/officeDocument/2006/relationships/tags" Target="../tags/tag972.xml"/><Relationship Id="rId15" Type="http://schemas.openxmlformats.org/officeDocument/2006/relationships/tags" Target="../tags/tag982.xml"/><Relationship Id="rId23" Type="http://schemas.openxmlformats.org/officeDocument/2006/relationships/tags" Target="../tags/tag990.xml"/><Relationship Id="rId28" Type="http://schemas.openxmlformats.org/officeDocument/2006/relationships/slideLayout" Target="../slideLayouts/slideLayout2.xml"/><Relationship Id="rId10" Type="http://schemas.openxmlformats.org/officeDocument/2006/relationships/tags" Target="../tags/tag977.xml"/><Relationship Id="rId19" Type="http://schemas.openxmlformats.org/officeDocument/2006/relationships/tags" Target="../tags/tag986.xml"/><Relationship Id="rId31" Type="http://schemas.openxmlformats.org/officeDocument/2006/relationships/image" Target="../media/image6.emf"/><Relationship Id="rId4" Type="http://schemas.openxmlformats.org/officeDocument/2006/relationships/tags" Target="../tags/tag971.xml"/><Relationship Id="rId9" Type="http://schemas.openxmlformats.org/officeDocument/2006/relationships/tags" Target="../tags/tag976.xml"/><Relationship Id="rId14" Type="http://schemas.openxmlformats.org/officeDocument/2006/relationships/tags" Target="../tags/tag981.xml"/><Relationship Id="rId22" Type="http://schemas.openxmlformats.org/officeDocument/2006/relationships/tags" Target="../tags/tag989.xml"/><Relationship Id="rId27" Type="http://schemas.openxmlformats.org/officeDocument/2006/relationships/tags" Target="../tags/tag994.xml"/><Relationship Id="rId30" Type="http://schemas.openxmlformats.org/officeDocument/2006/relationships/oleObject" Target="../embeddings/oleObject50.bin"/></Relationships>
</file>

<file path=ppt/slides/_rels/slide27.xml.rels><?xml version="1.0" encoding="UTF-8" standalone="yes"?>
<Relationships xmlns="http://schemas.openxmlformats.org/package/2006/relationships"><Relationship Id="rId13" Type="http://schemas.openxmlformats.org/officeDocument/2006/relationships/tags" Target="../tags/tag1007.xml"/><Relationship Id="rId18" Type="http://schemas.openxmlformats.org/officeDocument/2006/relationships/tags" Target="../tags/tag1012.xml"/><Relationship Id="rId26" Type="http://schemas.openxmlformats.org/officeDocument/2006/relationships/tags" Target="../tags/tag1020.xml"/><Relationship Id="rId39" Type="http://schemas.openxmlformats.org/officeDocument/2006/relationships/tags" Target="../tags/tag1033.xml"/><Relationship Id="rId21" Type="http://schemas.openxmlformats.org/officeDocument/2006/relationships/tags" Target="../tags/tag1015.xml"/><Relationship Id="rId34" Type="http://schemas.openxmlformats.org/officeDocument/2006/relationships/tags" Target="../tags/tag1028.xml"/><Relationship Id="rId42" Type="http://schemas.openxmlformats.org/officeDocument/2006/relationships/tags" Target="../tags/tag1036.xml"/><Relationship Id="rId47" Type="http://schemas.openxmlformats.org/officeDocument/2006/relationships/slideLayout" Target="../slideLayouts/slideLayout2.xml"/><Relationship Id="rId50" Type="http://schemas.openxmlformats.org/officeDocument/2006/relationships/image" Target="../media/image10.emf"/><Relationship Id="rId7" Type="http://schemas.openxmlformats.org/officeDocument/2006/relationships/tags" Target="../tags/tag1001.xml"/><Relationship Id="rId2" Type="http://schemas.openxmlformats.org/officeDocument/2006/relationships/tags" Target="../tags/tag996.xml"/><Relationship Id="rId16" Type="http://schemas.openxmlformats.org/officeDocument/2006/relationships/tags" Target="../tags/tag1010.xml"/><Relationship Id="rId29" Type="http://schemas.openxmlformats.org/officeDocument/2006/relationships/tags" Target="../tags/tag1023.xml"/><Relationship Id="rId11" Type="http://schemas.openxmlformats.org/officeDocument/2006/relationships/tags" Target="../tags/tag1005.xml"/><Relationship Id="rId24" Type="http://schemas.openxmlformats.org/officeDocument/2006/relationships/tags" Target="../tags/tag1018.xml"/><Relationship Id="rId32" Type="http://schemas.openxmlformats.org/officeDocument/2006/relationships/tags" Target="../tags/tag1026.xml"/><Relationship Id="rId37" Type="http://schemas.openxmlformats.org/officeDocument/2006/relationships/tags" Target="../tags/tag1031.xml"/><Relationship Id="rId40" Type="http://schemas.openxmlformats.org/officeDocument/2006/relationships/tags" Target="../tags/tag1034.xml"/><Relationship Id="rId45" Type="http://schemas.openxmlformats.org/officeDocument/2006/relationships/tags" Target="../tags/tag1039.xml"/><Relationship Id="rId5" Type="http://schemas.openxmlformats.org/officeDocument/2006/relationships/tags" Target="../tags/tag999.xml"/><Relationship Id="rId15" Type="http://schemas.openxmlformats.org/officeDocument/2006/relationships/tags" Target="../tags/tag1009.xml"/><Relationship Id="rId23" Type="http://schemas.openxmlformats.org/officeDocument/2006/relationships/tags" Target="../tags/tag1017.xml"/><Relationship Id="rId28" Type="http://schemas.openxmlformats.org/officeDocument/2006/relationships/tags" Target="../tags/tag1022.xml"/><Relationship Id="rId36" Type="http://schemas.openxmlformats.org/officeDocument/2006/relationships/tags" Target="../tags/tag1030.xml"/><Relationship Id="rId49" Type="http://schemas.openxmlformats.org/officeDocument/2006/relationships/oleObject" Target="../embeddings/oleObject51.bin"/><Relationship Id="rId10" Type="http://schemas.openxmlformats.org/officeDocument/2006/relationships/tags" Target="../tags/tag1004.xml"/><Relationship Id="rId19" Type="http://schemas.openxmlformats.org/officeDocument/2006/relationships/tags" Target="../tags/tag1013.xml"/><Relationship Id="rId31" Type="http://schemas.openxmlformats.org/officeDocument/2006/relationships/tags" Target="../tags/tag1025.xml"/><Relationship Id="rId44" Type="http://schemas.openxmlformats.org/officeDocument/2006/relationships/tags" Target="../tags/tag1038.xml"/><Relationship Id="rId4" Type="http://schemas.openxmlformats.org/officeDocument/2006/relationships/tags" Target="../tags/tag998.xml"/><Relationship Id="rId9" Type="http://schemas.openxmlformats.org/officeDocument/2006/relationships/tags" Target="../tags/tag1003.xml"/><Relationship Id="rId14" Type="http://schemas.openxmlformats.org/officeDocument/2006/relationships/tags" Target="../tags/tag1008.xml"/><Relationship Id="rId22" Type="http://schemas.openxmlformats.org/officeDocument/2006/relationships/tags" Target="../tags/tag1016.xml"/><Relationship Id="rId27" Type="http://schemas.openxmlformats.org/officeDocument/2006/relationships/tags" Target="../tags/tag1021.xml"/><Relationship Id="rId30" Type="http://schemas.openxmlformats.org/officeDocument/2006/relationships/tags" Target="../tags/tag1024.xml"/><Relationship Id="rId35" Type="http://schemas.openxmlformats.org/officeDocument/2006/relationships/tags" Target="../tags/tag1029.xml"/><Relationship Id="rId43" Type="http://schemas.openxmlformats.org/officeDocument/2006/relationships/tags" Target="../tags/tag1037.xml"/><Relationship Id="rId48" Type="http://schemas.openxmlformats.org/officeDocument/2006/relationships/notesSlide" Target="../notesSlides/notesSlide23.xml"/><Relationship Id="rId8" Type="http://schemas.openxmlformats.org/officeDocument/2006/relationships/tags" Target="../tags/tag1002.xml"/><Relationship Id="rId3" Type="http://schemas.openxmlformats.org/officeDocument/2006/relationships/tags" Target="../tags/tag997.xml"/><Relationship Id="rId12" Type="http://schemas.openxmlformats.org/officeDocument/2006/relationships/tags" Target="../tags/tag1006.xml"/><Relationship Id="rId17" Type="http://schemas.openxmlformats.org/officeDocument/2006/relationships/tags" Target="../tags/tag1011.xml"/><Relationship Id="rId25" Type="http://schemas.openxmlformats.org/officeDocument/2006/relationships/tags" Target="../tags/tag1019.xml"/><Relationship Id="rId33" Type="http://schemas.openxmlformats.org/officeDocument/2006/relationships/tags" Target="../tags/tag1027.xml"/><Relationship Id="rId38" Type="http://schemas.openxmlformats.org/officeDocument/2006/relationships/tags" Target="../tags/tag1032.xml"/><Relationship Id="rId46" Type="http://schemas.openxmlformats.org/officeDocument/2006/relationships/tags" Target="../tags/tag1040.xml"/><Relationship Id="rId20" Type="http://schemas.openxmlformats.org/officeDocument/2006/relationships/tags" Target="../tags/tag1014.xml"/><Relationship Id="rId41" Type="http://schemas.openxmlformats.org/officeDocument/2006/relationships/tags" Target="../tags/tag1035.xml"/><Relationship Id="rId1" Type="http://schemas.openxmlformats.org/officeDocument/2006/relationships/tags" Target="../tags/tag995.xml"/><Relationship Id="rId6" Type="http://schemas.openxmlformats.org/officeDocument/2006/relationships/tags" Target="../tags/tag1000.xml"/></Relationships>
</file>

<file path=ppt/slides/_rels/slide28.xml.rels><?xml version="1.0" encoding="UTF-8" standalone="yes"?>
<Relationships xmlns="http://schemas.openxmlformats.org/package/2006/relationships"><Relationship Id="rId26" Type="http://schemas.openxmlformats.org/officeDocument/2006/relationships/tags" Target="../tags/tag1066.xml"/><Relationship Id="rId21" Type="http://schemas.openxmlformats.org/officeDocument/2006/relationships/tags" Target="../tags/tag1061.xml"/><Relationship Id="rId42" Type="http://schemas.openxmlformats.org/officeDocument/2006/relationships/tags" Target="../tags/tag1082.xml"/><Relationship Id="rId47" Type="http://schemas.openxmlformats.org/officeDocument/2006/relationships/tags" Target="../tags/tag1087.xml"/><Relationship Id="rId63" Type="http://schemas.openxmlformats.org/officeDocument/2006/relationships/slideLayout" Target="../slideLayouts/slideLayout2.xml"/><Relationship Id="rId68" Type="http://schemas.openxmlformats.org/officeDocument/2006/relationships/chart" Target="../charts/chart2.xml"/><Relationship Id="rId7" Type="http://schemas.openxmlformats.org/officeDocument/2006/relationships/tags" Target="../tags/tag1047.xml"/><Relationship Id="rId2" Type="http://schemas.openxmlformats.org/officeDocument/2006/relationships/tags" Target="../tags/tag1042.xml"/><Relationship Id="rId16" Type="http://schemas.openxmlformats.org/officeDocument/2006/relationships/tags" Target="../tags/tag1056.xml"/><Relationship Id="rId29" Type="http://schemas.openxmlformats.org/officeDocument/2006/relationships/tags" Target="../tags/tag1069.xml"/><Relationship Id="rId11" Type="http://schemas.openxmlformats.org/officeDocument/2006/relationships/tags" Target="../tags/tag1051.xml"/><Relationship Id="rId24" Type="http://schemas.openxmlformats.org/officeDocument/2006/relationships/tags" Target="../tags/tag1064.xml"/><Relationship Id="rId32" Type="http://schemas.openxmlformats.org/officeDocument/2006/relationships/tags" Target="../tags/tag1072.xml"/><Relationship Id="rId37" Type="http://schemas.openxmlformats.org/officeDocument/2006/relationships/tags" Target="../tags/tag1077.xml"/><Relationship Id="rId40" Type="http://schemas.openxmlformats.org/officeDocument/2006/relationships/tags" Target="../tags/tag1080.xml"/><Relationship Id="rId45" Type="http://schemas.openxmlformats.org/officeDocument/2006/relationships/tags" Target="../tags/tag1085.xml"/><Relationship Id="rId53" Type="http://schemas.openxmlformats.org/officeDocument/2006/relationships/tags" Target="../tags/tag1093.xml"/><Relationship Id="rId58" Type="http://schemas.openxmlformats.org/officeDocument/2006/relationships/tags" Target="../tags/tag1098.xml"/><Relationship Id="rId66" Type="http://schemas.openxmlformats.org/officeDocument/2006/relationships/image" Target="../media/image15.emf"/><Relationship Id="rId5" Type="http://schemas.openxmlformats.org/officeDocument/2006/relationships/tags" Target="../tags/tag1045.xml"/><Relationship Id="rId61" Type="http://schemas.openxmlformats.org/officeDocument/2006/relationships/tags" Target="../tags/tag1101.xml"/><Relationship Id="rId19" Type="http://schemas.openxmlformats.org/officeDocument/2006/relationships/tags" Target="../tags/tag1059.xml"/><Relationship Id="rId14" Type="http://schemas.openxmlformats.org/officeDocument/2006/relationships/tags" Target="../tags/tag1054.xml"/><Relationship Id="rId22" Type="http://schemas.openxmlformats.org/officeDocument/2006/relationships/tags" Target="../tags/tag1062.xml"/><Relationship Id="rId27" Type="http://schemas.openxmlformats.org/officeDocument/2006/relationships/tags" Target="../tags/tag1067.xml"/><Relationship Id="rId30" Type="http://schemas.openxmlformats.org/officeDocument/2006/relationships/tags" Target="../tags/tag1070.xml"/><Relationship Id="rId35" Type="http://schemas.openxmlformats.org/officeDocument/2006/relationships/tags" Target="../tags/tag1075.xml"/><Relationship Id="rId43" Type="http://schemas.openxmlformats.org/officeDocument/2006/relationships/tags" Target="../tags/tag1083.xml"/><Relationship Id="rId48" Type="http://schemas.openxmlformats.org/officeDocument/2006/relationships/tags" Target="../tags/tag1088.xml"/><Relationship Id="rId56" Type="http://schemas.openxmlformats.org/officeDocument/2006/relationships/tags" Target="../tags/tag1096.xml"/><Relationship Id="rId64" Type="http://schemas.openxmlformats.org/officeDocument/2006/relationships/notesSlide" Target="../notesSlides/notesSlide24.xml"/><Relationship Id="rId69" Type="http://schemas.openxmlformats.org/officeDocument/2006/relationships/chart" Target="../charts/chart3.xml"/><Relationship Id="rId8" Type="http://schemas.openxmlformats.org/officeDocument/2006/relationships/tags" Target="../tags/tag1048.xml"/><Relationship Id="rId51" Type="http://schemas.openxmlformats.org/officeDocument/2006/relationships/tags" Target="../tags/tag1091.xml"/><Relationship Id="rId3" Type="http://schemas.openxmlformats.org/officeDocument/2006/relationships/tags" Target="../tags/tag1043.xml"/><Relationship Id="rId12" Type="http://schemas.openxmlformats.org/officeDocument/2006/relationships/tags" Target="../tags/tag1052.xml"/><Relationship Id="rId17" Type="http://schemas.openxmlformats.org/officeDocument/2006/relationships/tags" Target="../tags/tag1057.xml"/><Relationship Id="rId25" Type="http://schemas.openxmlformats.org/officeDocument/2006/relationships/tags" Target="../tags/tag1065.xml"/><Relationship Id="rId33" Type="http://schemas.openxmlformats.org/officeDocument/2006/relationships/tags" Target="../tags/tag1073.xml"/><Relationship Id="rId38" Type="http://schemas.openxmlformats.org/officeDocument/2006/relationships/tags" Target="../tags/tag1078.xml"/><Relationship Id="rId46" Type="http://schemas.openxmlformats.org/officeDocument/2006/relationships/tags" Target="../tags/tag1086.xml"/><Relationship Id="rId59" Type="http://schemas.openxmlformats.org/officeDocument/2006/relationships/tags" Target="../tags/tag1099.xml"/><Relationship Id="rId67" Type="http://schemas.openxmlformats.org/officeDocument/2006/relationships/chart" Target="../charts/chart1.xml"/><Relationship Id="rId20" Type="http://schemas.openxmlformats.org/officeDocument/2006/relationships/tags" Target="../tags/tag1060.xml"/><Relationship Id="rId41" Type="http://schemas.openxmlformats.org/officeDocument/2006/relationships/tags" Target="../tags/tag1081.xml"/><Relationship Id="rId54" Type="http://schemas.openxmlformats.org/officeDocument/2006/relationships/tags" Target="../tags/tag1094.xml"/><Relationship Id="rId62" Type="http://schemas.openxmlformats.org/officeDocument/2006/relationships/tags" Target="../tags/tag1102.xml"/><Relationship Id="rId1" Type="http://schemas.openxmlformats.org/officeDocument/2006/relationships/tags" Target="../tags/tag1041.xml"/><Relationship Id="rId6" Type="http://schemas.openxmlformats.org/officeDocument/2006/relationships/tags" Target="../tags/tag1046.xml"/><Relationship Id="rId15" Type="http://schemas.openxmlformats.org/officeDocument/2006/relationships/tags" Target="../tags/tag1055.xml"/><Relationship Id="rId23" Type="http://schemas.openxmlformats.org/officeDocument/2006/relationships/tags" Target="../tags/tag1063.xml"/><Relationship Id="rId28" Type="http://schemas.openxmlformats.org/officeDocument/2006/relationships/tags" Target="../tags/tag1068.xml"/><Relationship Id="rId36" Type="http://schemas.openxmlformats.org/officeDocument/2006/relationships/tags" Target="../tags/tag1076.xml"/><Relationship Id="rId49" Type="http://schemas.openxmlformats.org/officeDocument/2006/relationships/tags" Target="../tags/tag1089.xml"/><Relationship Id="rId57" Type="http://schemas.openxmlformats.org/officeDocument/2006/relationships/tags" Target="../tags/tag1097.xml"/><Relationship Id="rId10" Type="http://schemas.openxmlformats.org/officeDocument/2006/relationships/tags" Target="../tags/tag1050.xml"/><Relationship Id="rId31" Type="http://schemas.openxmlformats.org/officeDocument/2006/relationships/tags" Target="../tags/tag1071.xml"/><Relationship Id="rId44" Type="http://schemas.openxmlformats.org/officeDocument/2006/relationships/tags" Target="../tags/tag1084.xml"/><Relationship Id="rId52" Type="http://schemas.openxmlformats.org/officeDocument/2006/relationships/tags" Target="../tags/tag1092.xml"/><Relationship Id="rId60" Type="http://schemas.openxmlformats.org/officeDocument/2006/relationships/tags" Target="../tags/tag1100.xml"/><Relationship Id="rId65" Type="http://schemas.openxmlformats.org/officeDocument/2006/relationships/oleObject" Target="../embeddings/oleObject52.bin"/><Relationship Id="rId4" Type="http://schemas.openxmlformats.org/officeDocument/2006/relationships/tags" Target="../tags/tag1044.xml"/><Relationship Id="rId9" Type="http://schemas.openxmlformats.org/officeDocument/2006/relationships/tags" Target="../tags/tag1049.xml"/><Relationship Id="rId13" Type="http://schemas.openxmlformats.org/officeDocument/2006/relationships/tags" Target="../tags/tag1053.xml"/><Relationship Id="rId18" Type="http://schemas.openxmlformats.org/officeDocument/2006/relationships/tags" Target="../tags/tag1058.xml"/><Relationship Id="rId39" Type="http://schemas.openxmlformats.org/officeDocument/2006/relationships/tags" Target="../tags/tag1079.xml"/><Relationship Id="rId34" Type="http://schemas.openxmlformats.org/officeDocument/2006/relationships/tags" Target="../tags/tag1074.xml"/><Relationship Id="rId50" Type="http://schemas.openxmlformats.org/officeDocument/2006/relationships/tags" Target="../tags/tag1090.xml"/><Relationship Id="rId55" Type="http://schemas.openxmlformats.org/officeDocument/2006/relationships/tags" Target="../tags/tag1095.xml"/></Relationships>
</file>

<file path=ppt/slides/_rels/slide29.xml.rels><?xml version="1.0" encoding="UTF-8" standalone="yes"?>
<Relationships xmlns="http://schemas.openxmlformats.org/package/2006/relationships"><Relationship Id="rId13" Type="http://schemas.openxmlformats.org/officeDocument/2006/relationships/tags" Target="../tags/tag1115.xml"/><Relationship Id="rId18" Type="http://schemas.openxmlformats.org/officeDocument/2006/relationships/tags" Target="../tags/tag1120.xml"/><Relationship Id="rId26" Type="http://schemas.openxmlformats.org/officeDocument/2006/relationships/tags" Target="../tags/tag1128.xml"/><Relationship Id="rId39" Type="http://schemas.openxmlformats.org/officeDocument/2006/relationships/tags" Target="../tags/tag1141.xml"/><Relationship Id="rId21" Type="http://schemas.openxmlformats.org/officeDocument/2006/relationships/tags" Target="../tags/tag1123.xml"/><Relationship Id="rId34" Type="http://schemas.openxmlformats.org/officeDocument/2006/relationships/tags" Target="../tags/tag1136.xml"/><Relationship Id="rId42" Type="http://schemas.openxmlformats.org/officeDocument/2006/relationships/tags" Target="../tags/tag1144.xml"/><Relationship Id="rId47" Type="http://schemas.openxmlformats.org/officeDocument/2006/relationships/image" Target="../media/image15.emf"/><Relationship Id="rId7" Type="http://schemas.openxmlformats.org/officeDocument/2006/relationships/tags" Target="../tags/tag1109.xml"/><Relationship Id="rId2" Type="http://schemas.openxmlformats.org/officeDocument/2006/relationships/tags" Target="../tags/tag1104.xml"/><Relationship Id="rId16" Type="http://schemas.openxmlformats.org/officeDocument/2006/relationships/tags" Target="../tags/tag1118.xml"/><Relationship Id="rId29" Type="http://schemas.openxmlformats.org/officeDocument/2006/relationships/tags" Target="../tags/tag1131.xml"/><Relationship Id="rId1" Type="http://schemas.openxmlformats.org/officeDocument/2006/relationships/tags" Target="../tags/tag1103.xml"/><Relationship Id="rId6" Type="http://schemas.openxmlformats.org/officeDocument/2006/relationships/tags" Target="../tags/tag1108.xml"/><Relationship Id="rId11" Type="http://schemas.openxmlformats.org/officeDocument/2006/relationships/tags" Target="../tags/tag1113.xml"/><Relationship Id="rId24" Type="http://schemas.openxmlformats.org/officeDocument/2006/relationships/tags" Target="../tags/tag1126.xml"/><Relationship Id="rId32" Type="http://schemas.openxmlformats.org/officeDocument/2006/relationships/tags" Target="../tags/tag1134.xml"/><Relationship Id="rId37" Type="http://schemas.openxmlformats.org/officeDocument/2006/relationships/tags" Target="../tags/tag1139.xml"/><Relationship Id="rId40" Type="http://schemas.openxmlformats.org/officeDocument/2006/relationships/tags" Target="../tags/tag1142.xml"/><Relationship Id="rId45" Type="http://schemas.openxmlformats.org/officeDocument/2006/relationships/notesSlide" Target="../notesSlides/notesSlide25.xml"/><Relationship Id="rId5" Type="http://schemas.openxmlformats.org/officeDocument/2006/relationships/tags" Target="../tags/tag1107.xml"/><Relationship Id="rId15" Type="http://schemas.openxmlformats.org/officeDocument/2006/relationships/tags" Target="../tags/tag1117.xml"/><Relationship Id="rId23" Type="http://schemas.openxmlformats.org/officeDocument/2006/relationships/tags" Target="../tags/tag1125.xml"/><Relationship Id="rId28" Type="http://schemas.openxmlformats.org/officeDocument/2006/relationships/tags" Target="../tags/tag1130.xml"/><Relationship Id="rId36" Type="http://schemas.openxmlformats.org/officeDocument/2006/relationships/tags" Target="../tags/tag1138.xml"/><Relationship Id="rId10" Type="http://schemas.openxmlformats.org/officeDocument/2006/relationships/tags" Target="../tags/tag1112.xml"/><Relationship Id="rId19" Type="http://schemas.openxmlformats.org/officeDocument/2006/relationships/tags" Target="../tags/tag1121.xml"/><Relationship Id="rId31" Type="http://schemas.openxmlformats.org/officeDocument/2006/relationships/tags" Target="../tags/tag1133.xml"/><Relationship Id="rId44" Type="http://schemas.openxmlformats.org/officeDocument/2006/relationships/slideLayout" Target="../slideLayouts/slideLayout2.xml"/><Relationship Id="rId4" Type="http://schemas.openxmlformats.org/officeDocument/2006/relationships/tags" Target="../tags/tag1106.xml"/><Relationship Id="rId9" Type="http://schemas.openxmlformats.org/officeDocument/2006/relationships/tags" Target="../tags/tag1111.xml"/><Relationship Id="rId14" Type="http://schemas.openxmlformats.org/officeDocument/2006/relationships/tags" Target="../tags/tag1116.xml"/><Relationship Id="rId22" Type="http://schemas.openxmlformats.org/officeDocument/2006/relationships/tags" Target="../tags/tag1124.xml"/><Relationship Id="rId27" Type="http://schemas.openxmlformats.org/officeDocument/2006/relationships/tags" Target="../tags/tag1129.xml"/><Relationship Id="rId30" Type="http://schemas.openxmlformats.org/officeDocument/2006/relationships/tags" Target="../tags/tag1132.xml"/><Relationship Id="rId35" Type="http://schemas.openxmlformats.org/officeDocument/2006/relationships/tags" Target="../tags/tag1137.xml"/><Relationship Id="rId43" Type="http://schemas.openxmlformats.org/officeDocument/2006/relationships/tags" Target="../tags/tag1145.xml"/><Relationship Id="rId8" Type="http://schemas.openxmlformats.org/officeDocument/2006/relationships/tags" Target="../tags/tag1110.xml"/><Relationship Id="rId3" Type="http://schemas.openxmlformats.org/officeDocument/2006/relationships/tags" Target="../tags/tag1105.xml"/><Relationship Id="rId12" Type="http://schemas.openxmlformats.org/officeDocument/2006/relationships/tags" Target="../tags/tag1114.xml"/><Relationship Id="rId17" Type="http://schemas.openxmlformats.org/officeDocument/2006/relationships/tags" Target="../tags/tag1119.xml"/><Relationship Id="rId25" Type="http://schemas.openxmlformats.org/officeDocument/2006/relationships/tags" Target="../tags/tag1127.xml"/><Relationship Id="rId33" Type="http://schemas.openxmlformats.org/officeDocument/2006/relationships/tags" Target="../tags/tag1135.xml"/><Relationship Id="rId38" Type="http://schemas.openxmlformats.org/officeDocument/2006/relationships/tags" Target="../tags/tag1140.xml"/><Relationship Id="rId46" Type="http://schemas.openxmlformats.org/officeDocument/2006/relationships/oleObject" Target="../embeddings/oleObject53.bin"/><Relationship Id="rId20" Type="http://schemas.openxmlformats.org/officeDocument/2006/relationships/tags" Target="../tags/tag1122.xml"/><Relationship Id="rId41" Type="http://schemas.openxmlformats.org/officeDocument/2006/relationships/tags" Target="../tags/tag1143.xml"/></Relationships>
</file>

<file path=ppt/slides/_rels/slide30.xml.rels><?xml version="1.0" encoding="UTF-8" standalone="yes"?>
<Relationships xmlns="http://schemas.openxmlformats.org/package/2006/relationships"><Relationship Id="rId117" Type="http://schemas.openxmlformats.org/officeDocument/2006/relationships/tags" Target="../tags/tag1262.xml"/><Relationship Id="rId21" Type="http://schemas.openxmlformats.org/officeDocument/2006/relationships/tags" Target="../tags/tag1166.xml"/><Relationship Id="rId42" Type="http://schemas.openxmlformats.org/officeDocument/2006/relationships/tags" Target="../tags/tag1187.xml"/><Relationship Id="rId63" Type="http://schemas.openxmlformats.org/officeDocument/2006/relationships/tags" Target="../tags/tag1208.xml"/><Relationship Id="rId84" Type="http://schemas.openxmlformats.org/officeDocument/2006/relationships/tags" Target="../tags/tag1229.xml"/><Relationship Id="rId138" Type="http://schemas.openxmlformats.org/officeDocument/2006/relationships/tags" Target="../tags/tag1283.xml"/><Relationship Id="rId159" Type="http://schemas.openxmlformats.org/officeDocument/2006/relationships/chart" Target="../charts/chart8.xml"/><Relationship Id="rId107" Type="http://schemas.openxmlformats.org/officeDocument/2006/relationships/tags" Target="../tags/tag1252.xml"/><Relationship Id="rId11" Type="http://schemas.openxmlformats.org/officeDocument/2006/relationships/tags" Target="../tags/tag1156.xml"/><Relationship Id="rId32" Type="http://schemas.openxmlformats.org/officeDocument/2006/relationships/tags" Target="../tags/tag1177.xml"/><Relationship Id="rId53" Type="http://schemas.openxmlformats.org/officeDocument/2006/relationships/tags" Target="../tags/tag1198.xml"/><Relationship Id="rId74" Type="http://schemas.openxmlformats.org/officeDocument/2006/relationships/tags" Target="../tags/tag1219.xml"/><Relationship Id="rId128" Type="http://schemas.openxmlformats.org/officeDocument/2006/relationships/tags" Target="../tags/tag1273.xml"/><Relationship Id="rId149" Type="http://schemas.openxmlformats.org/officeDocument/2006/relationships/tags" Target="../tags/tag1294.xml"/><Relationship Id="rId5" Type="http://schemas.openxmlformats.org/officeDocument/2006/relationships/tags" Target="../tags/tag1150.xml"/><Relationship Id="rId95" Type="http://schemas.openxmlformats.org/officeDocument/2006/relationships/tags" Target="../tags/tag1240.xml"/><Relationship Id="rId160" Type="http://schemas.openxmlformats.org/officeDocument/2006/relationships/chart" Target="../charts/chart9.xml"/><Relationship Id="rId22" Type="http://schemas.openxmlformats.org/officeDocument/2006/relationships/tags" Target="../tags/tag1167.xml"/><Relationship Id="rId43" Type="http://schemas.openxmlformats.org/officeDocument/2006/relationships/tags" Target="../tags/tag1188.xml"/><Relationship Id="rId64" Type="http://schemas.openxmlformats.org/officeDocument/2006/relationships/tags" Target="../tags/tag1209.xml"/><Relationship Id="rId118" Type="http://schemas.openxmlformats.org/officeDocument/2006/relationships/tags" Target="../tags/tag1263.xml"/><Relationship Id="rId139" Type="http://schemas.openxmlformats.org/officeDocument/2006/relationships/tags" Target="../tags/tag1284.xml"/><Relationship Id="rId85" Type="http://schemas.openxmlformats.org/officeDocument/2006/relationships/tags" Target="../tags/tag1230.xml"/><Relationship Id="rId150" Type="http://schemas.openxmlformats.org/officeDocument/2006/relationships/tags" Target="../tags/tag1295.xml"/><Relationship Id="rId12" Type="http://schemas.openxmlformats.org/officeDocument/2006/relationships/tags" Target="../tags/tag1157.xml"/><Relationship Id="rId17" Type="http://schemas.openxmlformats.org/officeDocument/2006/relationships/tags" Target="../tags/tag1162.xml"/><Relationship Id="rId33" Type="http://schemas.openxmlformats.org/officeDocument/2006/relationships/tags" Target="../tags/tag1178.xml"/><Relationship Id="rId38" Type="http://schemas.openxmlformats.org/officeDocument/2006/relationships/tags" Target="../tags/tag1183.xml"/><Relationship Id="rId59" Type="http://schemas.openxmlformats.org/officeDocument/2006/relationships/tags" Target="../tags/tag1204.xml"/><Relationship Id="rId103" Type="http://schemas.openxmlformats.org/officeDocument/2006/relationships/tags" Target="../tags/tag1248.xml"/><Relationship Id="rId108" Type="http://schemas.openxmlformats.org/officeDocument/2006/relationships/tags" Target="../tags/tag1253.xml"/><Relationship Id="rId124" Type="http://schemas.openxmlformats.org/officeDocument/2006/relationships/tags" Target="../tags/tag1269.xml"/><Relationship Id="rId129" Type="http://schemas.openxmlformats.org/officeDocument/2006/relationships/tags" Target="../tags/tag1274.xml"/><Relationship Id="rId54" Type="http://schemas.openxmlformats.org/officeDocument/2006/relationships/tags" Target="../tags/tag1199.xml"/><Relationship Id="rId70" Type="http://schemas.openxmlformats.org/officeDocument/2006/relationships/tags" Target="../tags/tag1215.xml"/><Relationship Id="rId75" Type="http://schemas.openxmlformats.org/officeDocument/2006/relationships/tags" Target="../tags/tag1220.xml"/><Relationship Id="rId91" Type="http://schemas.openxmlformats.org/officeDocument/2006/relationships/tags" Target="../tags/tag1236.xml"/><Relationship Id="rId96" Type="http://schemas.openxmlformats.org/officeDocument/2006/relationships/tags" Target="../tags/tag1241.xml"/><Relationship Id="rId140" Type="http://schemas.openxmlformats.org/officeDocument/2006/relationships/tags" Target="../tags/tag1285.xml"/><Relationship Id="rId145" Type="http://schemas.openxmlformats.org/officeDocument/2006/relationships/tags" Target="../tags/tag1290.xml"/><Relationship Id="rId161" Type="http://schemas.openxmlformats.org/officeDocument/2006/relationships/chart" Target="../charts/chart10.xml"/><Relationship Id="rId1" Type="http://schemas.openxmlformats.org/officeDocument/2006/relationships/tags" Target="../tags/tag1146.xml"/><Relationship Id="rId6" Type="http://schemas.openxmlformats.org/officeDocument/2006/relationships/tags" Target="../tags/tag1151.xml"/><Relationship Id="rId23" Type="http://schemas.openxmlformats.org/officeDocument/2006/relationships/tags" Target="../tags/tag1168.xml"/><Relationship Id="rId28" Type="http://schemas.openxmlformats.org/officeDocument/2006/relationships/tags" Target="../tags/tag1173.xml"/><Relationship Id="rId49" Type="http://schemas.openxmlformats.org/officeDocument/2006/relationships/tags" Target="../tags/tag1194.xml"/><Relationship Id="rId114" Type="http://schemas.openxmlformats.org/officeDocument/2006/relationships/tags" Target="../tags/tag1259.xml"/><Relationship Id="rId119" Type="http://schemas.openxmlformats.org/officeDocument/2006/relationships/tags" Target="../tags/tag1264.xml"/><Relationship Id="rId44" Type="http://schemas.openxmlformats.org/officeDocument/2006/relationships/tags" Target="../tags/tag1189.xml"/><Relationship Id="rId60" Type="http://schemas.openxmlformats.org/officeDocument/2006/relationships/tags" Target="../tags/tag1205.xml"/><Relationship Id="rId65" Type="http://schemas.openxmlformats.org/officeDocument/2006/relationships/tags" Target="../tags/tag1210.xml"/><Relationship Id="rId81" Type="http://schemas.openxmlformats.org/officeDocument/2006/relationships/tags" Target="../tags/tag1226.xml"/><Relationship Id="rId86" Type="http://schemas.openxmlformats.org/officeDocument/2006/relationships/tags" Target="../tags/tag1231.xml"/><Relationship Id="rId130" Type="http://schemas.openxmlformats.org/officeDocument/2006/relationships/tags" Target="../tags/tag1275.xml"/><Relationship Id="rId135" Type="http://schemas.openxmlformats.org/officeDocument/2006/relationships/tags" Target="../tags/tag1280.xml"/><Relationship Id="rId151" Type="http://schemas.openxmlformats.org/officeDocument/2006/relationships/slideLayout" Target="../slideLayouts/slideLayout2.xml"/><Relationship Id="rId156" Type="http://schemas.openxmlformats.org/officeDocument/2006/relationships/chart" Target="../charts/chart5.xml"/><Relationship Id="rId13" Type="http://schemas.openxmlformats.org/officeDocument/2006/relationships/tags" Target="../tags/tag1158.xml"/><Relationship Id="rId18" Type="http://schemas.openxmlformats.org/officeDocument/2006/relationships/tags" Target="../tags/tag1163.xml"/><Relationship Id="rId39" Type="http://schemas.openxmlformats.org/officeDocument/2006/relationships/tags" Target="../tags/tag1184.xml"/><Relationship Id="rId109" Type="http://schemas.openxmlformats.org/officeDocument/2006/relationships/tags" Target="../tags/tag1254.xml"/><Relationship Id="rId34" Type="http://schemas.openxmlformats.org/officeDocument/2006/relationships/tags" Target="../tags/tag1179.xml"/><Relationship Id="rId50" Type="http://schemas.openxmlformats.org/officeDocument/2006/relationships/tags" Target="../tags/tag1195.xml"/><Relationship Id="rId55" Type="http://schemas.openxmlformats.org/officeDocument/2006/relationships/tags" Target="../tags/tag1200.xml"/><Relationship Id="rId76" Type="http://schemas.openxmlformats.org/officeDocument/2006/relationships/tags" Target="../tags/tag1221.xml"/><Relationship Id="rId97" Type="http://schemas.openxmlformats.org/officeDocument/2006/relationships/tags" Target="../tags/tag1242.xml"/><Relationship Id="rId104" Type="http://schemas.openxmlformats.org/officeDocument/2006/relationships/tags" Target="../tags/tag1249.xml"/><Relationship Id="rId120" Type="http://schemas.openxmlformats.org/officeDocument/2006/relationships/tags" Target="../tags/tag1265.xml"/><Relationship Id="rId125" Type="http://schemas.openxmlformats.org/officeDocument/2006/relationships/tags" Target="../tags/tag1270.xml"/><Relationship Id="rId141" Type="http://schemas.openxmlformats.org/officeDocument/2006/relationships/tags" Target="../tags/tag1286.xml"/><Relationship Id="rId146" Type="http://schemas.openxmlformats.org/officeDocument/2006/relationships/tags" Target="../tags/tag1291.xml"/><Relationship Id="rId7" Type="http://schemas.openxmlformats.org/officeDocument/2006/relationships/tags" Target="../tags/tag1152.xml"/><Relationship Id="rId71" Type="http://schemas.openxmlformats.org/officeDocument/2006/relationships/tags" Target="../tags/tag1216.xml"/><Relationship Id="rId92" Type="http://schemas.openxmlformats.org/officeDocument/2006/relationships/tags" Target="../tags/tag1237.xml"/><Relationship Id="rId162" Type="http://schemas.openxmlformats.org/officeDocument/2006/relationships/chart" Target="../charts/chart11.xml"/><Relationship Id="rId2" Type="http://schemas.openxmlformats.org/officeDocument/2006/relationships/tags" Target="../tags/tag1147.xml"/><Relationship Id="rId29" Type="http://schemas.openxmlformats.org/officeDocument/2006/relationships/tags" Target="../tags/tag1174.xml"/><Relationship Id="rId24" Type="http://schemas.openxmlformats.org/officeDocument/2006/relationships/tags" Target="../tags/tag1169.xml"/><Relationship Id="rId40" Type="http://schemas.openxmlformats.org/officeDocument/2006/relationships/tags" Target="../tags/tag1185.xml"/><Relationship Id="rId45" Type="http://schemas.openxmlformats.org/officeDocument/2006/relationships/tags" Target="../tags/tag1190.xml"/><Relationship Id="rId66" Type="http://schemas.openxmlformats.org/officeDocument/2006/relationships/tags" Target="../tags/tag1211.xml"/><Relationship Id="rId87" Type="http://schemas.openxmlformats.org/officeDocument/2006/relationships/tags" Target="../tags/tag1232.xml"/><Relationship Id="rId110" Type="http://schemas.openxmlformats.org/officeDocument/2006/relationships/tags" Target="../tags/tag1255.xml"/><Relationship Id="rId115" Type="http://schemas.openxmlformats.org/officeDocument/2006/relationships/tags" Target="../tags/tag1260.xml"/><Relationship Id="rId131" Type="http://schemas.openxmlformats.org/officeDocument/2006/relationships/tags" Target="../tags/tag1276.xml"/><Relationship Id="rId136" Type="http://schemas.openxmlformats.org/officeDocument/2006/relationships/tags" Target="../tags/tag1281.xml"/><Relationship Id="rId157" Type="http://schemas.openxmlformats.org/officeDocument/2006/relationships/chart" Target="../charts/chart6.xml"/><Relationship Id="rId61" Type="http://schemas.openxmlformats.org/officeDocument/2006/relationships/tags" Target="../tags/tag1206.xml"/><Relationship Id="rId82" Type="http://schemas.openxmlformats.org/officeDocument/2006/relationships/tags" Target="../tags/tag1227.xml"/><Relationship Id="rId152" Type="http://schemas.openxmlformats.org/officeDocument/2006/relationships/notesSlide" Target="../notesSlides/notesSlide26.xml"/><Relationship Id="rId19" Type="http://schemas.openxmlformats.org/officeDocument/2006/relationships/tags" Target="../tags/tag1164.xml"/><Relationship Id="rId14" Type="http://schemas.openxmlformats.org/officeDocument/2006/relationships/tags" Target="../tags/tag1159.xml"/><Relationship Id="rId30" Type="http://schemas.openxmlformats.org/officeDocument/2006/relationships/tags" Target="../tags/tag1175.xml"/><Relationship Id="rId35" Type="http://schemas.openxmlformats.org/officeDocument/2006/relationships/tags" Target="../tags/tag1180.xml"/><Relationship Id="rId56" Type="http://schemas.openxmlformats.org/officeDocument/2006/relationships/tags" Target="../tags/tag1201.xml"/><Relationship Id="rId77" Type="http://schemas.openxmlformats.org/officeDocument/2006/relationships/tags" Target="../tags/tag1222.xml"/><Relationship Id="rId100" Type="http://schemas.openxmlformats.org/officeDocument/2006/relationships/tags" Target="../tags/tag1245.xml"/><Relationship Id="rId105" Type="http://schemas.openxmlformats.org/officeDocument/2006/relationships/tags" Target="../tags/tag1250.xml"/><Relationship Id="rId126" Type="http://schemas.openxmlformats.org/officeDocument/2006/relationships/tags" Target="../tags/tag1271.xml"/><Relationship Id="rId147" Type="http://schemas.openxmlformats.org/officeDocument/2006/relationships/tags" Target="../tags/tag1292.xml"/><Relationship Id="rId8" Type="http://schemas.openxmlformats.org/officeDocument/2006/relationships/tags" Target="../tags/tag1153.xml"/><Relationship Id="rId51" Type="http://schemas.openxmlformats.org/officeDocument/2006/relationships/tags" Target="../tags/tag1196.xml"/><Relationship Id="rId72" Type="http://schemas.openxmlformats.org/officeDocument/2006/relationships/tags" Target="../tags/tag1217.xml"/><Relationship Id="rId93" Type="http://schemas.openxmlformats.org/officeDocument/2006/relationships/tags" Target="../tags/tag1238.xml"/><Relationship Id="rId98" Type="http://schemas.openxmlformats.org/officeDocument/2006/relationships/tags" Target="../tags/tag1243.xml"/><Relationship Id="rId121" Type="http://schemas.openxmlformats.org/officeDocument/2006/relationships/tags" Target="../tags/tag1266.xml"/><Relationship Id="rId142" Type="http://schemas.openxmlformats.org/officeDocument/2006/relationships/tags" Target="../tags/tag1287.xml"/><Relationship Id="rId3" Type="http://schemas.openxmlformats.org/officeDocument/2006/relationships/tags" Target="../tags/tag1148.xml"/><Relationship Id="rId25" Type="http://schemas.openxmlformats.org/officeDocument/2006/relationships/tags" Target="../tags/tag1170.xml"/><Relationship Id="rId46" Type="http://schemas.openxmlformats.org/officeDocument/2006/relationships/tags" Target="../tags/tag1191.xml"/><Relationship Id="rId67" Type="http://schemas.openxmlformats.org/officeDocument/2006/relationships/tags" Target="../tags/tag1212.xml"/><Relationship Id="rId116" Type="http://schemas.openxmlformats.org/officeDocument/2006/relationships/tags" Target="../tags/tag1261.xml"/><Relationship Id="rId137" Type="http://schemas.openxmlformats.org/officeDocument/2006/relationships/tags" Target="../tags/tag1282.xml"/><Relationship Id="rId158" Type="http://schemas.openxmlformats.org/officeDocument/2006/relationships/chart" Target="../charts/chart7.xml"/><Relationship Id="rId20" Type="http://schemas.openxmlformats.org/officeDocument/2006/relationships/tags" Target="../tags/tag1165.xml"/><Relationship Id="rId41" Type="http://schemas.openxmlformats.org/officeDocument/2006/relationships/tags" Target="../tags/tag1186.xml"/><Relationship Id="rId62" Type="http://schemas.openxmlformats.org/officeDocument/2006/relationships/tags" Target="../tags/tag1207.xml"/><Relationship Id="rId83" Type="http://schemas.openxmlformats.org/officeDocument/2006/relationships/tags" Target="../tags/tag1228.xml"/><Relationship Id="rId88" Type="http://schemas.openxmlformats.org/officeDocument/2006/relationships/tags" Target="../tags/tag1233.xml"/><Relationship Id="rId111" Type="http://schemas.openxmlformats.org/officeDocument/2006/relationships/tags" Target="../tags/tag1256.xml"/><Relationship Id="rId132" Type="http://schemas.openxmlformats.org/officeDocument/2006/relationships/tags" Target="../tags/tag1277.xml"/><Relationship Id="rId153" Type="http://schemas.openxmlformats.org/officeDocument/2006/relationships/oleObject" Target="../embeddings/oleObject54.bin"/><Relationship Id="rId15" Type="http://schemas.openxmlformats.org/officeDocument/2006/relationships/tags" Target="../tags/tag1160.xml"/><Relationship Id="rId36" Type="http://schemas.openxmlformats.org/officeDocument/2006/relationships/tags" Target="../tags/tag1181.xml"/><Relationship Id="rId57" Type="http://schemas.openxmlformats.org/officeDocument/2006/relationships/tags" Target="../tags/tag1202.xml"/><Relationship Id="rId106" Type="http://schemas.openxmlformats.org/officeDocument/2006/relationships/tags" Target="../tags/tag1251.xml"/><Relationship Id="rId127" Type="http://schemas.openxmlformats.org/officeDocument/2006/relationships/tags" Target="../tags/tag1272.xml"/><Relationship Id="rId10" Type="http://schemas.openxmlformats.org/officeDocument/2006/relationships/tags" Target="../tags/tag1155.xml"/><Relationship Id="rId31" Type="http://schemas.openxmlformats.org/officeDocument/2006/relationships/tags" Target="../tags/tag1176.xml"/><Relationship Id="rId52" Type="http://schemas.openxmlformats.org/officeDocument/2006/relationships/tags" Target="../tags/tag1197.xml"/><Relationship Id="rId73" Type="http://schemas.openxmlformats.org/officeDocument/2006/relationships/tags" Target="../tags/tag1218.xml"/><Relationship Id="rId78" Type="http://schemas.openxmlformats.org/officeDocument/2006/relationships/tags" Target="../tags/tag1223.xml"/><Relationship Id="rId94" Type="http://schemas.openxmlformats.org/officeDocument/2006/relationships/tags" Target="../tags/tag1239.xml"/><Relationship Id="rId99" Type="http://schemas.openxmlformats.org/officeDocument/2006/relationships/tags" Target="../tags/tag1244.xml"/><Relationship Id="rId101" Type="http://schemas.openxmlformats.org/officeDocument/2006/relationships/tags" Target="../tags/tag1246.xml"/><Relationship Id="rId122" Type="http://schemas.openxmlformats.org/officeDocument/2006/relationships/tags" Target="../tags/tag1267.xml"/><Relationship Id="rId143" Type="http://schemas.openxmlformats.org/officeDocument/2006/relationships/tags" Target="../tags/tag1288.xml"/><Relationship Id="rId148" Type="http://schemas.openxmlformats.org/officeDocument/2006/relationships/tags" Target="../tags/tag1293.xml"/><Relationship Id="rId4" Type="http://schemas.openxmlformats.org/officeDocument/2006/relationships/tags" Target="../tags/tag1149.xml"/><Relationship Id="rId9" Type="http://schemas.openxmlformats.org/officeDocument/2006/relationships/tags" Target="../tags/tag1154.xml"/><Relationship Id="rId26" Type="http://schemas.openxmlformats.org/officeDocument/2006/relationships/tags" Target="../tags/tag1171.xml"/><Relationship Id="rId47" Type="http://schemas.openxmlformats.org/officeDocument/2006/relationships/tags" Target="../tags/tag1192.xml"/><Relationship Id="rId68" Type="http://schemas.openxmlformats.org/officeDocument/2006/relationships/tags" Target="../tags/tag1213.xml"/><Relationship Id="rId89" Type="http://schemas.openxmlformats.org/officeDocument/2006/relationships/tags" Target="../tags/tag1234.xml"/><Relationship Id="rId112" Type="http://schemas.openxmlformats.org/officeDocument/2006/relationships/tags" Target="../tags/tag1257.xml"/><Relationship Id="rId133" Type="http://schemas.openxmlformats.org/officeDocument/2006/relationships/tags" Target="../tags/tag1278.xml"/><Relationship Id="rId154" Type="http://schemas.openxmlformats.org/officeDocument/2006/relationships/image" Target="../media/image15.emf"/><Relationship Id="rId16" Type="http://schemas.openxmlformats.org/officeDocument/2006/relationships/tags" Target="../tags/tag1161.xml"/><Relationship Id="rId37" Type="http://schemas.openxmlformats.org/officeDocument/2006/relationships/tags" Target="../tags/tag1182.xml"/><Relationship Id="rId58" Type="http://schemas.openxmlformats.org/officeDocument/2006/relationships/tags" Target="../tags/tag1203.xml"/><Relationship Id="rId79" Type="http://schemas.openxmlformats.org/officeDocument/2006/relationships/tags" Target="../tags/tag1224.xml"/><Relationship Id="rId102" Type="http://schemas.openxmlformats.org/officeDocument/2006/relationships/tags" Target="../tags/tag1247.xml"/><Relationship Id="rId123" Type="http://schemas.openxmlformats.org/officeDocument/2006/relationships/tags" Target="../tags/tag1268.xml"/><Relationship Id="rId144" Type="http://schemas.openxmlformats.org/officeDocument/2006/relationships/tags" Target="../tags/tag1289.xml"/><Relationship Id="rId90" Type="http://schemas.openxmlformats.org/officeDocument/2006/relationships/tags" Target="../tags/tag1235.xml"/><Relationship Id="rId27" Type="http://schemas.openxmlformats.org/officeDocument/2006/relationships/tags" Target="../tags/tag1172.xml"/><Relationship Id="rId48" Type="http://schemas.openxmlformats.org/officeDocument/2006/relationships/tags" Target="../tags/tag1193.xml"/><Relationship Id="rId69" Type="http://schemas.openxmlformats.org/officeDocument/2006/relationships/tags" Target="../tags/tag1214.xml"/><Relationship Id="rId113" Type="http://schemas.openxmlformats.org/officeDocument/2006/relationships/tags" Target="../tags/tag1258.xml"/><Relationship Id="rId134" Type="http://schemas.openxmlformats.org/officeDocument/2006/relationships/tags" Target="../tags/tag1279.xml"/><Relationship Id="rId80" Type="http://schemas.openxmlformats.org/officeDocument/2006/relationships/tags" Target="../tags/tag1225.xml"/><Relationship Id="rId155" Type="http://schemas.openxmlformats.org/officeDocument/2006/relationships/chart" Target="../charts/chart4.xml"/></Relationships>
</file>

<file path=ppt/slides/_rels/slide31.xml.rels><?xml version="1.0" encoding="UTF-8" standalone="yes"?>
<Relationships xmlns="http://schemas.openxmlformats.org/package/2006/relationships"><Relationship Id="rId13" Type="http://schemas.openxmlformats.org/officeDocument/2006/relationships/tags" Target="../tags/tag1308.xml"/><Relationship Id="rId18" Type="http://schemas.openxmlformats.org/officeDocument/2006/relationships/tags" Target="../tags/tag1313.xml"/><Relationship Id="rId26" Type="http://schemas.openxmlformats.org/officeDocument/2006/relationships/tags" Target="../tags/tag1321.xml"/><Relationship Id="rId3" Type="http://schemas.openxmlformats.org/officeDocument/2006/relationships/tags" Target="../tags/tag1298.xml"/><Relationship Id="rId21" Type="http://schemas.openxmlformats.org/officeDocument/2006/relationships/tags" Target="../tags/tag1316.xml"/><Relationship Id="rId7" Type="http://schemas.openxmlformats.org/officeDocument/2006/relationships/tags" Target="../tags/tag1302.xml"/><Relationship Id="rId12" Type="http://schemas.openxmlformats.org/officeDocument/2006/relationships/tags" Target="../tags/tag1307.xml"/><Relationship Id="rId17" Type="http://schemas.openxmlformats.org/officeDocument/2006/relationships/tags" Target="../tags/tag1312.xml"/><Relationship Id="rId25" Type="http://schemas.openxmlformats.org/officeDocument/2006/relationships/tags" Target="../tags/tag1320.xml"/><Relationship Id="rId33" Type="http://schemas.openxmlformats.org/officeDocument/2006/relationships/image" Target="../media/image36.svg"/><Relationship Id="rId2" Type="http://schemas.openxmlformats.org/officeDocument/2006/relationships/tags" Target="../tags/tag1297.xml"/><Relationship Id="rId16" Type="http://schemas.openxmlformats.org/officeDocument/2006/relationships/tags" Target="../tags/tag1311.xml"/><Relationship Id="rId20" Type="http://schemas.openxmlformats.org/officeDocument/2006/relationships/tags" Target="../tags/tag1315.xml"/><Relationship Id="rId29" Type="http://schemas.openxmlformats.org/officeDocument/2006/relationships/image" Target="../media/image15.emf"/><Relationship Id="rId1" Type="http://schemas.openxmlformats.org/officeDocument/2006/relationships/tags" Target="../tags/tag1296.xml"/><Relationship Id="rId6" Type="http://schemas.openxmlformats.org/officeDocument/2006/relationships/tags" Target="../tags/tag1301.xml"/><Relationship Id="rId11" Type="http://schemas.openxmlformats.org/officeDocument/2006/relationships/tags" Target="../tags/tag1306.xml"/><Relationship Id="rId24" Type="http://schemas.openxmlformats.org/officeDocument/2006/relationships/tags" Target="../tags/tag1319.xml"/><Relationship Id="rId32" Type="http://schemas.openxmlformats.org/officeDocument/2006/relationships/image" Target="../media/image35.svg"/><Relationship Id="rId5" Type="http://schemas.openxmlformats.org/officeDocument/2006/relationships/tags" Target="../tags/tag1300.xml"/><Relationship Id="rId15" Type="http://schemas.openxmlformats.org/officeDocument/2006/relationships/tags" Target="../tags/tag1310.xml"/><Relationship Id="rId23" Type="http://schemas.openxmlformats.org/officeDocument/2006/relationships/tags" Target="../tags/tag1318.xml"/><Relationship Id="rId28" Type="http://schemas.openxmlformats.org/officeDocument/2006/relationships/oleObject" Target="../embeddings/oleObject55.bin"/><Relationship Id="rId10" Type="http://schemas.openxmlformats.org/officeDocument/2006/relationships/tags" Target="../tags/tag1305.xml"/><Relationship Id="rId19" Type="http://schemas.openxmlformats.org/officeDocument/2006/relationships/tags" Target="../tags/tag1314.xml"/><Relationship Id="rId31" Type="http://schemas.openxmlformats.org/officeDocument/2006/relationships/image" Target="../media/image34.svg"/><Relationship Id="rId4" Type="http://schemas.openxmlformats.org/officeDocument/2006/relationships/tags" Target="../tags/tag1299.xml"/><Relationship Id="rId9" Type="http://schemas.openxmlformats.org/officeDocument/2006/relationships/tags" Target="../tags/tag1304.xml"/><Relationship Id="rId14" Type="http://schemas.openxmlformats.org/officeDocument/2006/relationships/tags" Target="../tags/tag1309.xml"/><Relationship Id="rId22" Type="http://schemas.openxmlformats.org/officeDocument/2006/relationships/tags" Target="../tags/tag1317.xml"/><Relationship Id="rId27" Type="http://schemas.openxmlformats.org/officeDocument/2006/relationships/slideLayout" Target="../slideLayouts/slideLayout2.xml"/><Relationship Id="rId30" Type="http://schemas.openxmlformats.org/officeDocument/2006/relationships/image" Target="../media/image33.svg"/><Relationship Id="rId8" Type="http://schemas.openxmlformats.org/officeDocument/2006/relationships/tags" Target="../tags/tag1303.xml"/></Relationships>
</file>

<file path=ppt/slides/_rels/slide32.xml.rels><?xml version="1.0" encoding="UTF-8" standalone="yes"?>
<Relationships xmlns="http://schemas.openxmlformats.org/package/2006/relationships"><Relationship Id="rId13" Type="http://schemas.openxmlformats.org/officeDocument/2006/relationships/tags" Target="../tags/tag1334.xml"/><Relationship Id="rId18" Type="http://schemas.openxmlformats.org/officeDocument/2006/relationships/tags" Target="../tags/tag1339.xml"/><Relationship Id="rId26" Type="http://schemas.openxmlformats.org/officeDocument/2006/relationships/tags" Target="../tags/tag1347.xml"/><Relationship Id="rId39" Type="http://schemas.openxmlformats.org/officeDocument/2006/relationships/tags" Target="../tags/tag1360.xml"/><Relationship Id="rId21" Type="http://schemas.openxmlformats.org/officeDocument/2006/relationships/tags" Target="../tags/tag1342.xml"/><Relationship Id="rId34" Type="http://schemas.openxmlformats.org/officeDocument/2006/relationships/tags" Target="../tags/tag1355.xml"/><Relationship Id="rId42" Type="http://schemas.openxmlformats.org/officeDocument/2006/relationships/tags" Target="../tags/tag1363.xml"/><Relationship Id="rId47" Type="http://schemas.openxmlformats.org/officeDocument/2006/relationships/tags" Target="../tags/tag1368.xml"/><Relationship Id="rId50" Type="http://schemas.openxmlformats.org/officeDocument/2006/relationships/tags" Target="../tags/tag1371.xml"/><Relationship Id="rId55" Type="http://schemas.openxmlformats.org/officeDocument/2006/relationships/tags" Target="../tags/tag1376.xml"/><Relationship Id="rId63" Type="http://schemas.openxmlformats.org/officeDocument/2006/relationships/chart" Target="../charts/chart14.xml"/><Relationship Id="rId7" Type="http://schemas.openxmlformats.org/officeDocument/2006/relationships/tags" Target="../tags/tag1328.xml"/><Relationship Id="rId2" Type="http://schemas.openxmlformats.org/officeDocument/2006/relationships/tags" Target="../tags/tag1323.xml"/><Relationship Id="rId16" Type="http://schemas.openxmlformats.org/officeDocument/2006/relationships/tags" Target="../tags/tag1337.xml"/><Relationship Id="rId29" Type="http://schemas.openxmlformats.org/officeDocument/2006/relationships/tags" Target="../tags/tag1350.xml"/><Relationship Id="rId11" Type="http://schemas.openxmlformats.org/officeDocument/2006/relationships/tags" Target="../tags/tag1332.xml"/><Relationship Id="rId24" Type="http://schemas.openxmlformats.org/officeDocument/2006/relationships/tags" Target="../tags/tag1345.xml"/><Relationship Id="rId32" Type="http://schemas.openxmlformats.org/officeDocument/2006/relationships/tags" Target="../tags/tag1353.xml"/><Relationship Id="rId37" Type="http://schemas.openxmlformats.org/officeDocument/2006/relationships/tags" Target="../tags/tag1358.xml"/><Relationship Id="rId40" Type="http://schemas.openxmlformats.org/officeDocument/2006/relationships/tags" Target="../tags/tag1361.xml"/><Relationship Id="rId45" Type="http://schemas.openxmlformats.org/officeDocument/2006/relationships/tags" Target="../tags/tag1366.xml"/><Relationship Id="rId53" Type="http://schemas.openxmlformats.org/officeDocument/2006/relationships/tags" Target="../tags/tag1374.xml"/><Relationship Id="rId58" Type="http://schemas.openxmlformats.org/officeDocument/2006/relationships/notesSlide" Target="../notesSlides/notesSlide27.xml"/><Relationship Id="rId5" Type="http://schemas.openxmlformats.org/officeDocument/2006/relationships/tags" Target="../tags/tag1326.xml"/><Relationship Id="rId61" Type="http://schemas.openxmlformats.org/officeDocument/2006/relationships/chart" Target="../charts/chart12.xml"/><Relationship Id="rId19" Type="http://schemas.openxmlformats.org/officeDocument/2006/relationships/tags" Target="../tags/tag1340.xml"/><Relationship Id="rId14" Type="http://schemas.openxmlformats.org/officeDocument/2006/relationships/tags" Target="../tags/tag1335.xml"/><Relationship Id="rId22" Type="http://schemas.openxmlformats.org/officeDocument/2006/relationships/tags" Target="../tags/tag1343.xml"/><Relationship Id="rId27" Type="http://schemas.openxmlformats.org/officeDocument/2006/relationships/tags" Target="../tags/tag1348.xml"/><Relationship Id="rId30" Type="http://schemas.openxmlformats.org/officeDocument/2006/relationships/tags" Target="../tags/tag1351.xml"/><Relationship Id="rId35" Type="http://schemas.openxmlformats.org/officeDocument/2006/relationships/tags" Target="../tags/tag1356.xml"/><Relationship Id="rId43" Type="http://schemas.openxmlformats.org/officeDocument/2006/relationships/tags" Target="../tags/tag1364.xml"/><Relationship Id="rId48" Type="http://schemas.openxmlformats.org/officeDocument/2006/relationships/tags" Target="../tags/tag1369.xml"/><Relationship Id="rId56" Type="http://schemas.openxmlformats.org/officeDocument/2006/relationships/tags" Target="../tags/tag1377.xml"/><Relationship Id="rId8" Type="http://schemas.openxmlformats.org/officeDocument/2006/relationships/tags" Target="../tags/tag1329.xml"/><Relationship Id="rId51" Type="http://schemas.openxmlformats.org/officeDocument/2006/relationships/tags" Target="../tags/tag1372.xml"/><Relationship Id="rId3" Type="http://schemas.openxmlformats.org/officeDocument/2006/relationships/tags" Target="../tags/tag1324.xml"/><Relationship Id="rId12" Type="http://schemas.openxmlformats.org/officeDocument/2006/relationships/tags" Target="../tags/tag1333.xml"/><Relationship Id="rId17" Type="http://schemas.openxmlformats.org/officeDocument/2006/relationships/tags" Target="../tags/tag1338.xml"/><Relationship Id="rId25" Type="http://schemas.openxmlformats.org/officeDocument/2006/relationships/tags" Target="../tags/tag1346.xml"/><Relationship Id="rId33" Type="http://schemas.openxmlformats.org/officeDocument/2006/relationships/tags" Target="../tags/tag1354.xml"/><Relationship Id="rId38" Type="http://schemas.openxmlformats.org/officeDocument/2006/relationships/tags" Target="../tags/tag1359.xml"/><Relationship Id="rId46" Type="http://schemas.openxmlformats.org/officeDocument/2006/relationships/tags" Target="../tags/tag1367.xml"/><Relationship Id="rId59" Type="http://schemas.openxmlformats.org/officeDocument/2006/relationships/oleObject" Target="../embeddings/oleObject56.bin"/><Relationship Id="rId20" Type="http://schemas.openxmlformats.org/officeDocument/2006/relationships/tags" Target="../tags/tag1341.xml"/><Relationship Id="rId41" Type="http://schemas.openxmlformats.org/officeDocument/2006/relationships/tags" Target="../tags/tag1362.xml"/><Relationship Id="rId54" Type="http://schemas.openxmlformats.org/officeDocument/2006/relationships/tags" Target="../tags/tag1375.xml"/><Relationship Id="rId62" Type="http://schemas.openxmlformats.org/officeDocument/2006/relationships/chart" Target="../charts/chart13.xml"/><Relationship Id="rId1" Type="http://schemas.openxmlformats.org/officeDocument/2006/relationships/tags" Target="../tags/tag1322.xml"/><Relationship Id="rId6" Type="http://schemas.openxmlformats.org/officeDocument/2006/relationships/tags" Target="../tags/tag1327.xml"/><Relationship Id="rId15" Type="http://schemas.openxmlformats.org/officeDocument/2006/relationships/tags" Target="../tags/tag1336.xml"/><Relationship Id="rId23" Type="http://schemas.openxmlformats.org/officeDocument/2006/relationships/tags" Target="../tags/tag1344.xml"/><Relationship Id="rId28" Type="http://schemas.openxmlformats.org/officeDocument/2006/relationships/tags" Target="../tags/tag1349.xml"/><Relationship Id="rId36" Type="http://schemas.openxmlformats.org/officeDocument/2006/relationships/tags" Target="../tags/tag1357.xml"/><Relationship Id="rId49" Type="http://schemas.openxmlformats.org/officeDocument/2006/relationships/tags" Target="../tags/tag1370.xml"/><Relationship Id="rId57" Type="http://schemas.openxmlformats.org/officeDocument/2006/relationships/slideLayout" Target="../slideLayouts/slideLayout2.xml"/><Relationship Id="rId10" Type="http://schemas.openxmlformats.org/officeDocument/2006/relationships/tags" Target="../tags/tag1331.xml"/><Relationship Id="rId31" Type="http://schemas.openxmlformats.org/officeDocument/2006/relationships/tags" Target="../tags/tag1352.xml"/><Relationship Id="rId44" Type="http://schemas.openxmlformats.org/officeDocument/2006/relationships/tags" Target="../tags/tag1365.xml"/><Relationship Id="rId52" Type="http://schemas.openxmlformats.org/officeDocument/2006/relationships/tags" Target="../tags/tag1373.xml"/><Relationship Id="rId60" Type="http://schemas.openxmlformats.org/officeDocument/2006/relationships/image" Target="../media/image13.emf"/><Relationship Id="rId4" Type="http://schemas.openxmlformats.org/officeDocument/2006/relationships/tags" Target="../tags/tag1325.xml"/><Relationship Id="rId9" Type="http://schemas.openxmlformats.org/officeDocument/2006/relationships/tags" Target="../tags/tag13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8" hidden="1">
            <a:extLst>
              <a:ext uri="{FF2B5EF4-FFF2-40B4-BE49-F238E27FC236}">
                <a16:creationId xmlns:a16="http://schemas.microsoft.com/office/drawing/2014/main" id="{9F0EAC0D-3DDE-F135-DDCE-B1520D97C0AF}"/>
              </a:ext>
            </a:extLst>
          </p:cNvPr>
          <p:cNvGraphicFramePr>
            <a:graphicFrameLocks noChangeAspect="1"/>
          </p:cNvGraphicFramePr>
          <p:nvPr>
            <p:custDataLst>
              <p:tags r:id="rId1"/>
            </p:custDataLst>
            <p:extLst>
              <p:ext uri="{D42A27DB-BD31-4B8C-83A1-F6EECF244321}">
                <p14:modId xmlns:p14="http://schemas.microsoft.com/office/powerpoint/2010/main" val="206426630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404" imgH="403" progId="TCLayout.ActiveDocument.1">
                  <p:embed/>
                </p:oleObj>
              </mc:Choice>
              <mc:Fallback>
                <p:oleObj name="think-cell Slide" r:id="rId8" imgW="404" imgH="403" progId="TCLayout.ActiveDocument.1">
                  <p:embed/>
                  <p:pic>
                    <p:nvPicPr>
                      <p:cNvPr id="7" name="Object 8" hidden="1">
                        <a:extLst>
                          <a:ext uri="{FF2B5EF4-FFF2-40B4-BE49-F238E27FC236}">
                            <a16:creationId xmlns:a16="http://schemas.microsoft.com/office/drawing/2014/main" id="{9F0EAC0D-3DDE-F135-DDCE-B1520D97C0AF}"/>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3" name="Documenttype">
            <a:extLst>
              <a:ext uri="{FF2B5EF4-FFF2-40B4-BE49-F238E27FC236}">
                <a16:creationId xmlns:a16="http://schemas.microsoft.com/office/drawing/2014/main" id="{C8EF9807-2C96-0508-45A3-94F7B673D0FB}"/>
              </a:ext>
            </a:extLst>
          </p:cNvPr>
          <p:cNvSpPr>
            <a:spLocks noGrp="1"/>
          </p:cNvSpPr>
          <p:nvPr>
            <p:ph type="body" sz="quarter" idx="13"/>
            <p:custDataLst>
              <p:tags r:id="rId2"/>
            </p:custDataLst>
          </p:nvPr>
        </p:nvSpPr>
        <p:spPr>
          <a:xfrm>
            <a:off x="551942" y="4721164"/>
            <a:ext cx="6016752" cy="215444"/>
          </a:xfrm>
        </p:spPr>
        <p:txBody>
          <a:bodyPr/>
          <a:lstStyle/>
          <a:p>
            <a:r>
              <a:rPr lang="en-US" kern="0" dirty="0">
                <a:cs typeface="Arial"/>
              </a:rPr>
              <a:t>April 2026</a:t>
            </a:r>
          </a:p>
        </p:txBody>
      </p:sp>
      <p:sp>
        <p:nvSpPr>
          <p:cNvPr id="5" name="Title">
            <a:extLst>
              <a:ext uri="{FF2B5EF4-FFF2-40B4-BE49-F238E27FC236}">
                <a16:creationId xmlns:a16="http://schemas.microsoft.com/office/drawing/2014/main" id="{1E8E7DB5-D592-FB3F-1914-2125FCCB3BD3}"/>
              </a:ext>
            </a:extLst>
          </p:cNvPr>
          <p:cNvSpPr>
            <a:spLocks noGrp="1"/>
          </p:cNvSpPr>
          <p:nvPr>
            <p:ph type="title"/>
            <p:custDataLst>
              <p:tags r:id="rId3"/>
            </p:custDataLst>
          </p:nvPr>
        </p:nvSpPr>
        <p:spPr>
          <a:xfrm>
            <a:off x="551942" y="2224734"/>
            <a:ext cx="5544058" cy="1921708"/>
          </a:xfrm>
        </p:spPr>
        <p:txBody>
          <a:bodyPr vert="horz">
            <a:normAutofit/>
          </a:bodyPr>
          <a:lstStyle/>
          <a:p>
            <a:r>
              <a:rPr lang="en-CA" sz="3600" dirty="0"/>
              <a:t>BSN Sports: Phase 1 (Diagnostic) Compendium</a:t>
            </a:r>
            <a:endParaRPr lang="en-US" sz="3600" dirty="0"/>
          </a:p>
        </p:txBody>
      </p:sp>
      <p:pic>
        <p:nvPicPr>
          <p:cNvPr id="8" name="Picture 4" descr="BSN SPORTS - Bothell, WA - Alignable">
            <a:extLst>
              <a:ext uri="{FF2B5EF4-FFF2-40B4-BE49-F238E27FC236}">
                <a16:creationId xmlns:a16="http://schemas.microsoft.com/office/drawing/2014/main" id="{1AD70270-E296-E78E-7112-6C7B8FBE080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9352" y="5146868"/>
            <a:ext cx="2524366" cy="687298"/>
          </a:xfrm>
          <a:prstGeom prst="rect">
            <a:avLst/>
          </a:prstGeom>
          <a:noFill/>
          <a:extLst>
            <a:ext uri="{909E8E84-426E-40DD-AFC4-6F175D3DCCD1}">
              <a14:hiddenFill xmlns:a14="http://schemas.microsoft.com/office/drawing/2010/main">
                <a:solidFill>
                  <a:srgbClr val="FFFFFF"/>
                </a:solidFill>
              </a14:hiddenFill>
            </a:ext>
          </a:extLst>
        </p:spPr>
      </p:pic>
      <p:sp>
        <p:nvSpPr>
          <p:cNvPr id="12" name="Sticky">
            <a:extLst>
              <a:ext uri="{FF2B5EF4-FFF2-40B4-BE49-F238E27FC236}">
                <a16:creationId xmlns:a16="http://schemas.microsoft.com/office/drawing/2014/main" id="{07A2FA40-FCB2-FDFF-E907-173668814070}"/>
              </a:ext>
            </a:extLst>
          </p:cNvPr>
          <p:cNvSpPr/>
          <p:nvPr>
            <p:custDataLst>
              <p:tags r:id="rId4"/>
            </p:custDataLst>
          </p:nvPr>
        </p:nvSpPr>
        <p:spPr>
          <a:xfrm>
            <a:off x="12321277" y="0"/>
            <a:ext cx="3080648" cy="4840015"/>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marL="342900" marR="0" lvl="0" indent="-342900" algn="l" defTabSz="914400" rtl="0" eaLnBrk="1" fontAlgn="auto" latinLnBrk="0" hangingPunct="1">
              <a:lnSpc>
                <a:spcPct val="100000"/>
              </a:lnSpc>
              <a:spcBef>
                <a:spcPts val="300"/>
              </a:spcBef>
              <a:spcAft>
                <a:spcPts val="300"/>
              </a:spcAft>
              <a:buClrTx/>
              <a:buSzTx/>
              <a:buFontTx/>
              <a:buAutoNum type="arabicPeriod"/>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Ensuring NSP (Isabella) and Order visibility &amp; tracking (Shreya) content is latest </a:t>
            </a:r>
            <a:r>
              <a:rPr kumimoji="0" lang="en-US" sz="1200" b="0" i="0" u="none" strike="noStrike" kern="1200" cap="none" spc="0" normalizeH="0" baseline="0" noProof="0">
                <a:ln>
                  <a:noFill/>
                </a:ln>
                <a:solidFill>
                  <a:srgbClr val="000000"/>
                </a:solidFill>
                <a:effectLst/>
                <a:uLnTx/>
                <a:uFillTx/>
                <a:latin typeface="Arial"/>
                <a:ea typeface="+mn-ea"/>
                <a:cs typeface="+mn-cs"/>
              </a:rPr>
              <a:t>– send to Khalid offline (email) </a:t>
            </a:r>
          </a:p>
          <a:p>
            <a:pPr marL="342900" marR="0" lvl="0" indent="-342900" algn="l" defTabSz="914400" rtl="0" eaLnBrk="1" fontAlgn="auto" latinLnBrk="0" hangingPunct="1">
              <a:lnSpc>
                <a:spcPct val="100000"/>
              </a:lnSpc>
              <a:spcBef>
                <a:spcPts val="300"/>
              </a:spcBef>
              <a:spcAft>
                <a:spcPts val="300"/>
              </a:spcAft>
              <a:buClrTx/>
              <a:buSzTx/>
              <a:buFontTx/>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Value estimates:</a:t>
            </a:r>
          </a:p>
          <a:p>
            <a:pPr marL="457200" marR="0" lvl="1" indent="0" algn="l"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a. Productivity:</a:t>
            </a:r>
          </a:p>
          <a:p>
            <a:pPr marL="914400" marR="0" lvl="2" indent="0" algn="l"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 Robin and Isabella / Shreya to review all numbers in detail and ensure you are aligned </a:t>
            </a:r>
          </a:p>
          <a:p>
            <a:pPr marL="1657350" marR="0" lvl="3" indent="-285750" algn="l" defTabSz="914400" rtl="0" eaLnBrk="1" fontAlgn="auto" latinLnBrk="0" hangingPunct="1">
              <a:lnSpc>
                <a:spcPct val="100000"/>
              </a:lnSpc>
              <a:spcBef>
                <a:spcPts val="300"/>
              </a:spcBef>
              <a:spcAft>
                <a:spcPts val="300"/>
              </a:spcAft>
              <a:buClrTx/>
              <a:buSzTx/>
              <a:buFontTx/>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Emanuele and team to go through all excel (2h)</a:t>
            </a:r>
          </a:p>
          <a:p>
            <a:pPr marL="457200" marR="0" lvl="1" indent="0" algn="l"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b. Additional benefits:</a:t>
            </a:r>
          </a:p>
          <a:p>
            <a:pPr marL="457200" marR="0" lvl="1" indent="0" algn="l"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	- Estimate additional benefits especially for NSP</a:t>
            </a:r>
          </a:p>
          <a:p>
            <a:pPr marL="457200" marR="0" lvl="1" indent="0" algn="l"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c. Align on rubric for assessment and prioritization</a:t>
            </a:r>
          </a:p>
          <a:p>
            <a:pPr marL="457200" marR="0" lvl="1" indent="0" algn="l" defTabSz="914400" rtl="0" eaLnBrk="1" fontAlgn="auto" latinLnBrk="0" hangingPunct="1">
              <a:lnSpc>
                <a:spcPct val="100000"/>
              </a:lnSpc>
              <a:spcBef>
                <a:spcPts val="300"/>
              </a:spcBef>
              <a:spcAft>
                <a:spcPts val="300"/>
              </a:spcAft>
              <a:buClrTx/>
              <a:buSzTx/>
              <a:buFontTx/>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a:p>
            <a:pPr marL="457200" marR="0" lvl="1" indent="0" algn="l"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3. Org design implication</a:t>
            </a:r>
          </a:p>
        </p:txBody>
      </p:sp>
      <p:sp>
        <p:nvSpPr>
          <p:cNvPr id="4" name="Sticky">
            <a:extLst>
              <a:ext uri="{FF2B5EF4-FFF2-40B4-BE49-F238E27FC236}">
                <a16:creationId xmlns:a16="http://schemas.microsoft.com/office/drawing/2014/main" id="{2A36382A-3FCE-5A78-4CD5-5FD5B7929AA0}"/>
              </a:ext>
            </a:extLst>
          </p:cNvPr>
          <p:cNvSpPr/>
          <p:nvPr>
            <p:custDataLst>
              <p:tags r:id="rId5"/>
            </p:custDataLst>
          </p:nvPr>
        </p:nvSpPr>
        <p:spPr>
          <a:xfrm>
            <a:off x="12321277" y="4956497"/>
            <a:ext cx="3080648" cy="2071793"/>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For Satish:</a:t>
            </a:r>
          </a:p>
          <a:p>
            <a:pPr marL="342900" marR="0" lvl="0" indent="-342900" algn="l" defTabSz="914400" rtl="0" eaLnBrk="1" fontAlgn="auto" latinLnBrk="0" hangingPunct="1">
              <a:lnSpc>
                <a:spcPct val="100000"/>
              </a:lnSpc>
              <a:spcBef>
                <a:spcPts val="300"/>
              </a:spcBef>
              <a:spcAft>
                <a:spcPts val="300"/>
              </a:spcAft>
              <a:buClrTx/>
              <a:buSzTx/>
              <a:buFontTx/>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Onboarding session (60min)</a:t>
            </a:r>
          </a:p>
          <a:p>
            <a:pPr marL="342900" marR="0" lvl="0" indent="-342900" algn="l" defTabSz="914400" rtl="0" eaLnBrk="1" fontAlgn="auto" latinLnBrk="0" hangingPunct="1">
              <a:lnSpc>
                <a:spcPct val="100000"/>
              </a:lnSpc>
              <a:spcBef>
                <a:spcPts val="300"/>
              </a:spcBef>
              <a:spcAft>
                <a:spcPts val="300"/>
              </a:spcAft>
              <a:buClrTx/>
              <a:buSzTx/>
              <a:buFontTx/>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QB 101 session for him</a:t>
            </a:r>
          </a:p>
          <a:p>
            <a:pPr marL="342900" marR="0" lvl="0" indent="-342900" algn="l" defTabSz="914400" rtl="0" eaLnBrk="1" fontAlgn="auto" latinLnBrk="0" hangingPunct="1">
              <a:lnSpc>
                <a:spcPct val="100000"/>
              </a:lnSpc>
              <a:spcBef>
                <a:spcPts val="300"/>
              </a:spcBef>
              <a:spcAft>
                <a:spcPts val="300"/>
              </a:spcAft>
              <a:buClrTx/>
              <a:buSzTx/>
              <a:buFontTx/>
              <a:buAutoNum type="arabicPeriod"/>
              <a:tabLst/>
              <a:defRPr/>
            </a:pPr>
            <a:r>
              <a:rPr kumimoji="0" lang="en-US" sz="1200" b="0" i="0" u="none" strike="noStrike" kern="1200" cap="none" spc="0" normalizeH="0" baseline="0" noProof="0">
                <a:ln>
                  <a:noFill/>
                </a:ln>
                <a:solidFill>
                  <a:srgbClr val="000000"/>
                </a:solidFill>
                <a:effectLst/>
                <a:uLnTx/>
                <a:uFillTx/>
                <a:latin typeface="Arial"/>
                <a:ea typeface="+mn-ea"/>
                <a:cs typeface="+mn-cs"/>
              </a:rPr>
              <a:t>How can we best help you execute this – we are not an SI, we are a force multiple</a:t>
            </a:r>
          </a:p>
          <a:p>
            <a:pPr marL="342900" marR="0" lvl="0" indent="-342900" algn="l" defTabSz="914400" rtl="0" eaLnBrk="1" fontAlgn="auto" latinLnBrk="0" hangingPunct="1">
              <a:lnSpc>
                <a:spcPct val="100000"/>
              </a:lnSpc>
              <a:spcBef>
                <a:spcPts val="300"/>
              </a:spcBef>
              <a:spcAft>
                <a:spcPts val="300"/>
              </a:spcAft>
              <a:buClrTx/>
              <a:buSzTx/>
              <a:buFontTx/>
              <a:buAutoNum type="arabicPeriod"/>
              <a:tabLst/>
              <a:defRPr/>
            </a:pP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11" name="Sticky">
            <a:extLst>
              <a:ext uri="{FF2B5EF4-FFF2-40B4-BE49-F238E27FC236}">
                <a16:creationId xmlns:a16="http://schemas.microsoft.com/office/drawing/2014/main" id="{4EA487B0-C0E7-05FB-3966-C048659F8F95}"/>
              </a:ext>
            </a:extLst>
          </p:cNvPr>
          <p:cNvSpPr/>
          <p:nvPr>
            <p:custDataLst>
              <p:tags r:id="rId6"/>
            </p:custDataLst>
          </p:nvPr>
        </p:nvSpPr>
        <p:spPr>
          <a:xfrm>
            <a:off x="12321277" y="4071518"/>
            <a:ext cx="1905000" cy="749485"/>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a:ea typeface="+mn-ea"/>
                <a:cs typeface="+mn-cs"/>
              </a:rPr>
              <a:t>Max Fox </a:t>
            </a:r>
            <a:r>
              <a:rPr kumimoji="0" lang="en-US" sz="1600" b="0" i="0" u="none" strike="noStrike" kern="1200" cap="none" spc="0" normalizeH="0" baseline="0" noProof="0" err="1">
                <a:ln>
                  <a:noFill/>
                </a:ln>
                <a:solidFill>
                  <a:srgbClr val="000000"/>
                </a:solidFill>
                <a:effectLst/>
                <a:uLnTx/>
                <a:uFillTx/>
                <a:latin typeface="Arial"/>
                <a:ea typeface="+mn-ea"/>
                <a:cs typeface="+mn-cs"/>
              </a:rPr>
              <a:t>jurkiwicz</a:t>
            </a:r>
            <a:r>
              <a:rPr kumimoji="0" lang="en-US" sz="1600" b="0" i="0" u="none" strike="noStrike" kern="1200" cap="none" spc="0" normalizeH="0" baseline="0" noProof="0">
                <a:ln>
                  <a:noFill/>
                </a:ln>
                <a:solidFill>
                  <a:srgbClr val="000000"/>
                </a:solidFill>
                <a:effectLst/>
                <a:uLnTx/>
                <a:uFillTx/>
                <a:latin typeface="Arial"/>
                <a:ea typeface="+mn-ea"/>
                <a:cs typeface="+mn-cs"/>
              </a:rPr>
              <a:t> -  SAP alliance</a:t>
            </a:r>
          </a:p>
        </p:txBody>
      </p:sp>
    </p:spTree>
    <p:extLst>
      <p:ext uri="{BB962C8B-B14F-4D97-AF65-F5344CB8AC3E}">
        <p14:creationId xmlns:p14="http://schemas.microsoft.com/office/powerpoint/2010/main" val="4683222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29" name="Object 2" hidden="1">
            <a:extLst>
              <a:ext uri="{FF2B5EF4-FFF2-40B4-BE49-F238E27FC236}">
                <a16:creationId xmlns:a16="http://schemas.microsoft.com/office/drawing/2014/main" id="{E64F7256-C29E-4997-857C-AEF0ED139B59}"/>
              </a:ext>
            </a:extLst>
          </p:cNvPr>
          <p:cNvGraphicFramePr>
            <a:graphicFrameLocks noChangeAspect="1"/>
          </p:cNvGraphicFramePr>
          <p:nvPr>
            <p:custDataLst>
              <p:tags r:id="rId1"/>
            </p:custDataLst>
            <p:extLst>
              <p:ext uri="{D42A27DB-BD31-4B8C-83A1-F6EECF244321}">
                <p14:modId xmlns:p14="http://schemas.microsoft.com/office/powerpoint/2010/main" val="26873876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629" name="Object 2" hidden="1">
                        <a:extLst>
                          <a:ext uri="{FF2B5EF4-FFF2-40B4-BE49-F238E27FC236}">
                            <a16:creationId xmlns:a16="http://schemas.microsoft.com/office/drawing/2014/main" id="{E64F7256-C29E-4997-857C-AEF0ED139B5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FD87B07D-E896-4BD1-9FF6-020F36CD907D}"/>
              </a:ext>
            </a:extLst>
          </p:cNvPr>
          <p:cNvSpPr>
            <a:spLocks noGrp="1"/>
          </p:cNvSpPr>
          <p:nvPr>
            <p:ph type="title"/>
            <p:custDataLst>
              <p:tags r:id="rId2"/>
            </p:custDataLst>
          </p:nvPr>
        </p:nvSpPr>
        <p:spPr>
          <a:xfrm>
            <a:off x="554736" y="406437"/>
            <a:ext cx="11082528" cy="715581"/>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dirty="0"/>
              <a:t>Five processes have been mapped, and corresponding improvement initiatives for each have been identified</a:t>
            </a:r>
          </a:p>
        </p:txBody>
      </p:sp>
      <p:sp>
        <p:nvSpPr>
          <p:cNvPr id="6" name="Oval 5">
            <a:extLst>
              <a:ext uri="{FF2B5EF4-FFF2-40B4-BE49-F238E27FC236}">
                <a16:creationId xmlns:a16="http://schemas.microsoft.com/office/drawing/2014/main" id="{5424A848-EFA4-4A34-8DF9-381B669F1098}"/>
              </a:ext>
            </a:extLst>
          </p:cNvPr>
          <p:cNvSpPr/>
          <p:nvPr/>
        </p:nvSpPr>
        <p:spPr>
          <a:xfrm>
            <a:off x="1251170" y="2399250"/>
            <a:ext cx="499433" cy="45403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2000">
                <a:solidFill>
                  <a:schemeClr val="tx2"/>
                </a:solidFill>
              </a:rPr>
              <a:t>A</a:t>
            </a:r>
          </a:p>
        </p:txBody>
      </p:sp>
      <p:sp>
        <p:nvSpPr>
          <p:cNvPr id="22" name="Oval 21">
            <a:extLst>
              <a:ext uri="{FF2B5EF4-FFF2-40B4-BE49-F238E27FC236}">
                <a16:creationId xmlns:a16="http://schemas.microsoft.com/office/drawing/2014/main" id="{E5336530-0C7C-41A7-967F-280562EEF069}"/>
              </a:ext>
            </a:extLst>
          </p:cNvPr>
          <p:cNvSpPr/>
          <p:nvPr/>
        </p:nvSpPr>
        <p:spPr>
          <a:xfrm>
            <a:off x="3548727" y="2399250"/>
            <a:ext cx="499433" cy="45403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2000">
                <a:solidFill>
                  <a:schemeClr val="tx2"/>
                </a:solidFill>
              </a:rPr>
              <a:t>B</a:t>
            </a:r>
          </a:p>
        </p:txBody>
      </p:sp>
      <p:sp>
        <p:nvSpPr>
          <p:cNvPr id="23" name="Oval 22">
            <a:extLst>
              <a:ext uri="{FF2B5EF4-FFF2-40B4-BE49-F238E27FC236}">
                <a16:creationId xmlns:a16="http://schemas.microsoft.com/office/drawing/2014/main" id="{54A332F9-A08D-47FD-AC99-BDAAF48AAF64}"/>
              </a:ext>
            </a:extLst>
          </p:cNvPr>
          <p:cNvSpPr/>
          <p:nvPr/>
        </p:nvSpPr>
        <p:spPr>
          <a:xfrm>
            <a:off x="5846284" y="2399250"/>
            <a:ext cx="499433" cy="45403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2000">
                <a:solidFill>
                  <a:schemeClr val="tx2"/>
                </a:solidFill>
              </a:rPr>
              <a:t>C</a:t>
            </a:r>
          </a:p>
        </p:txBody>
      </p:sp>
      <p:sp>
        <p:nvSpPr>
          <p:cNvPr id="24" name="Oval 23">
            <a:extLst>
              <a:ext uri="{FF2B5EF4-FFF2-40B4-BE49-F238E27FC236}">
                <a16:creationId xmlns:a16="http://schemas.microsoft.com/office/drawing/2014/main" id="{E505BF96-8EB9-47FB-9025-CC8BC786FE13}"/>
              </a:ext>
            </a:extLst>
          </p:cNvPr>
          <p:cNvSpPr/>
          <p:nvPr/>
        </p:nvSpPr>
        <p:spPr>
          <a:xfrm>
            <a:off x="8143841" y="2399250"/>
            <a:ext cx="499433" cy="45403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2000">
                <a:solidFill>
                  <a:schemeClr val="tx2"/>
                </a:solidFill>
              </a:rPr>
              <a:t>D</a:t>
            </a:r>
          </a:p>
        </p:txBody>
      </p:sp>
      <p:sp>
        <p:nvSpPr>
          <p:cNvPr id="30" name="Oval 29">
            <a:extLst>
              <a:ext uri="{FF2B5EF4-FFF2-40B4-BE49-F238E27FC236}">
                <a16:creationId xmlns:a16="http://schemas.microsoft.com/office/drawing/2014/main" id="{9A51AAFC-0A4D-41A4-A286-E6355F5CB2AD}"/>
              </a:ext>
            </a:extLst>
          </p:cNvPr>
          <p:cNvSpPr/>
          <p:nvPr/>
        </p:nvSpPr>
        <p:spPr>
          <a:xfrm>
            <a:off x="10441398" y="2399250"/>
            <a:ext cx="499433" cy="454030"/>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2000">
                <a:solidFill>
                  <a:schemeClr val="tx2"/>
                </a:solidFill>
              </a:rPr>
              <a:t>E</a:t>
            </a:r>
          </a:p>
        </p:txBody>
      </p:sp>
      <p:sp>
        <p:nvSpPr>
          <p:cNvPr id="17" name="TextBox 16">
            <a:extLst>
              <a:ext uri="{FF2B5EF4-FFF2-40B4-BE49-F238E27FC236}">
                <a16:creationId xmlns:a16="http://schemas.microsoft.com/office/drawing/2014/main" id="{0D1C7320-18D2-4985-88C3-5F863939B364}"/>
              </a:ext>
            </a:extLst>
          </p:cNvPr>
          <p:cNvSpPr txBox="1">
            <a:spLocks/>
          </p:cNvSpPr>
          <p:nvPr/>
        </p:nvSpPr>
        <p:spPr>
          <a:xfrm>
            <a:off x="554736" y="3131860"/>
            <a:ext cx="1892300" cy="6155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2000" b="1"/>
              <a:t>Order intake &amp; creation</a:t>
            </a:r>
          </a:p>
        </p:txBody>
      </p:sp>
      <p:sp>
        <p:nvSpPr>
          <p:cNvPr id="18" name="TextBox 17">
            <a:extLst>
              <a:ext uri="{FF2B5EF4-FFF2-40B4-BE49-F238E27FC236}">
                <a16:creationId xmlns:a16="http://schemas.microsoft.com/office/drawing/2014/main" id="{BAA6BF63-65A7-4ADF-BA3D-A6B7E56A10E1}"/>
              </a:ext>
            </a:extLst>
          </p:cNvPr>
          <p:cNvSpPr txBox="1">
            <a:spLocks/>
          </p:cNvSpPr>
          <p:nvPr/>
        </p:nvSpPr>
        <p:spPr>
          <a:xfrm>
            <a:off x="2852293" y="3131860"/>
            <a:ext cx="1892300" cy="6155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2000" b="1"/>
              <a:t>My Team Shop (MTS)</a:t>
            </a:r>
          </a:p>
        </p:txBody>
      </p:sp>
      <p:sp>
        <p:nvSpPr>
          <p:cNvPr id="19" name="TextBox 18">
            <a:extLst>
              <a:ext uri="{FF2B5EF4-FFF2-40B4-BE49-F238E27FC236}">
                <a16:creationId xmlns:a16="http://schemas.microsoft.com/office/drawing/2014/main" id="{C3E61540-A2D6-4562-B9AD-648E92619C6B}"/>
              </a:ext>
            </a:extLst>
          </p:cNvPr>
          <p:cNvSpPr txBox="1">
            <a:spLocks/>
          </p:cNvSpPr>
          <p:nvPr/>
        </p:nvSpPr>
        <p:spPr>
          <a:xfrm>
            <a:off x="7447407" y="3131860"/>
            <a:ext cx="1892300" cy="6155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2000" b="1"/>
              <a:t>Returns &amp; replacements</a:t>
            </a:r>
          </a:p>
        </p:txBody>
      </p:sp>
      <p:sp>
        <p:nvSpPr>
          <p:cNvPr id="20" name="TextBox 19">
            <a:extLst>
              <a:ext uri="{FF2B5EF4-FFF2-40B4-BE49-F238E27FC236}">
                <a16:creationId xmlns:a16="http://schemas.microsoft.com/office/drawing/2014/main" id="{7C3585E1-C91D-44A2-96A5-251F63BF1E49}"/>
              </a:ext>
            </a:extLst>
          </p:cNvPr>
          <p:cNvSpPr txBox="1">
            <a:spLocks/>
          </p:cNvSpPr>
          <p:nvPr/>
        </p:nvSpPr>
        <p:spPr>
          <a:xfrm>
            <a:off x="5149850" y="3439636"/>
            <a:ext cx="1892300"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2000" b="1"/>
              <a:t>NSP handling</a:t>
            </a:r>
          </a:p>
        </p:txBody>
      </p:sp>
      <p:sp>
        <p:nvSpPr>
          <p:cNvPr id="21" name="TextBox 20">
            <a:extLst>
              <a:ext uri="{FF2B5EF4-FFF2-40B4-BE49-F238E27FC236}">
                <a16:creationId xmlns:a16="http://schemas.microsoft.com/office/drawing/2014/main" id="{43B118D2-52F4-4C5F-9A0B-DB09C32D3D1F}"/>
              </a:ext>
            </a:extLst>
          </p:cNvPr>
          <p:cNvSpPr txBox="1">
            <a:spLocks/>
          </p:cNvSpPr>
          <p:nvPr/>
        </p:nvSpPr>
        <p:spPr>
          <a:xfrm>
            <a:off x="9744964" y="3131860"/>
            <a:ext cx="1892300" cy="6155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lgn="ctr"/>
            <a:r>
              <a:rPr lang="en-US" sz="2000" b="1"/>
              <a:t>Order visibility &amp; tracking</a:t>
            </a:r>
          </a:p>
        </p:txBody>
      </p:sp>
      <p:sp>
        <p:nvSpPr>
          <p:cNvPr id="25" name="TextBox 24">
            <a:extLst>
              <a:ext uri="{FF2B5EF4-FFF2-40B4-BE49-F238E27FC236}">
                <a16:creationId xmlns:a16="http://schemas.microsoft.com/office/drawing/2014/main" id="{E4282F0C-E4D0-407C-A352-B9109CB93CA9}"/>
              </a:ext>
            </a:extLst>
          </p:cNvPr>
          <p:cNvSpPr txBox="1"/>
          <p:nvPr/>
        </p:nvSpPr>
        <p:spPr>
          <a:xfrm>
            <a:off x="554736" y="4068284"/>
            <a:ext cx="1892300" cy="14773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Converting customer requirements into an accurate order that can be processed by downstream teams and systems</a:t>
            </a:r>
          </a:p>
        </p:txBody>
      </p:sp>
      <p:sp>
        <p:nvSpPr>
          <p:cNvPr id="27" name="TextBox 26">
            <a:extLst>
              <a:ext uri="{FF2B5EF4-FFF2-40B4-BE49-F238E27FC236}">
                <a16:creationId xmlns:a16="http://schemas.microsoft.com/office/drawing/2014/main" id="{E40935E1-0F63-4B55-909C-AE028D48DBFE}"/>
              </a:ext>
            </a:extLst>
          </p:cNvPr>
          <p:cNvSpPr txBox="1"/>
          <p:nvPr/>
        </p:nvSpPr>
        <p:spPr>
          <a:xfrm>
            <a:off x="2852293" y="4068284"/>
            <a:ext cx="1892300" cy="14773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a:t>Enabling the setup and ongoing management of My Team Stores to support customized team selling</a:t>
            </a:r>
          </a:p>
        </p:txBody>
      </p:sp>
      <p:sp>
        <p:nvSpPr>
          <p:cNvPr id="28" name="TextBox 27">
            <a:extLst>
              <a:ext uri="{FF2B5EF4-FFF2-40B4-BE49-F238E27FC236}">
                <a16:creationId xmlns:a16="http://schemas.microsoft.com/office/drawing/2014/main" id="{C6EA3998-CF1A-4D28-B557-EA56A72CEC3D}"/>
              </a:ext>
            </a:extLst>
          </p:cNvPr>
          <p:cNvSpPr txBox="1"/>
          <p:nvPr/>
        </p:nvSpPr>
        <p:spPr>
          <a:xfrm>
            <a:off x="5149850" y="4068284"/>
            <a:ext cx="1892300" cy="147732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a:t>Managing non-SKU products that cannot be handled through the standardized process for SKU’ed up items</a:t>
            </a:r>
          </a:p>
        </p:txBody>
      </p:sp>
      <p:sp>
        <p:nvSpPr>
          <p:cNvPr id="29" name="TextBox 28">
            <a:extLst>
              <a:ext uri="{FF2B5EF4-FFF2-40B4-BE49-F238E27FC236}">
                <a16:creationId xmlns:a16="http://schemas.microsoft.com/office/drawing/2014/main" id="{098F532A-2F26-4ECF-A518-5D7DC8642F8D}"/>
              </a:ext>
            </a:extLst>
          </p:cNvPr>
          <p:cNvSpPr txBox="1"/>
          <p:nvPr/>
        </p:nvSpPr>
        <p:spPr>
          <a:xfrm>
            <a:off x="7447407" y="4068284"/>
            <a:ext cx="1892300" cy="172354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a:t>Resolving customer issues after order placement, including remediation such as returns, replacements, or refunds</a:t>
            </a:r>
          </a:p>
        </p:txBody>
      </p:sp>
      <p:sp>
        <p:nvSpPr>
          <p:cNvPr id="36" name="TextBox 35">
            <a:extLst>
              <a:ext uri="{FF2B5EF4-FFF2-40B4-BE49-F238E27FC236}">
                <a16:creationId xmlns:a16="http://schemas.microsoft.com/office/drawing/2014/main" id="{E0B1A9C3-FB12-4EA2-A99B-6C4E5F6FDDEA}"/>
              </a:ext>
            </a:extLst>
          </p:cNvPr>
          <p:cNvSpPr txBox="1"/>
          <p:nvPr/>
        </p:nvSpPr>
        <p:spPr>
          <a:xfrm>
            <a:off x="9744964" y="4068284"/>
            <a:ext cx="1892300" cy="1723549"/>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a:t>Providing internal teams and customers a clearer view of order and shipment status throughout the fulfillment journey</a:t>
            </a:r>
          </a:p>
        </p:txBody>
      </p:sp>
      <p:cxnSp>
        <p:nvCxnSpPr>
          <p:cNvPr id="31" name="Straight Connector 30">
            <a:extLst>
              <a:ext uri="{FF2B5EF4-FFF2-40B4-BE49-F238E27FC236}">
                <a16:creationId xmlns:a16="http://schemas.microsoft.com/office/drawing/2014/main" id="{4156B8DC-672A-4242-B756-F4368A4AB8E2}"/>
              </a:ext>
            </a:extLst>
          </p:cNvPr>
          <p:cNvCxnSpPr>
            <a:cxnSpLocks/>
          </p:cNvCxnSpPr>
          <p:nvPr/>
        </p:nvCxnSpPr>
        <p:spPr>
          <a:xfrm>
            <a:off x="554736" y="3907848"/>
            <a:ext cx="1892300"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6C58F0C-E273-430A-966F-D618302A04BA}"/>
              </a:ext>
            </a:extLst>
          </p:cNvPr>
          <p:cNvCxnSpPr>
            <a:cxnSpLocks/>
          </p:cNvCxnSpPr>
          <p:nvPr/>
        </p:nvCxnSpPr>
        <p:spPr>
          <a:xfrm>
            <a:off x="2852293" y="3907848"/>
            <a:ext cx="1892300"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D6AE30AD-9372-40CA-92C7-39F8CC84275F}"/>
              </a:ext>
            </a:extLst>
          </p:cNvPr>
          <p:cNvCxnSpPr>
            <a:cxnSpLocks/>
          </p:cNvCxnSpPr>
          <p:nvPr/>
        </p:nvCxnSpPr>
        <p:spPr>
          <a:xfrm>
            <a:off x="5149850" y="3907848"/>
            <a:ext cx="1892300"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9F22683D-7B25-44C6-A59E-1A1F978552E6}"/>
              </a:ext>
            </a:extLst>
          </p:cNvPr>
          <p:cNvCxnSpPr>
            <a:cxnSpLocks/>
          </p:cNvCxnSpPr>
          <p:nvPr/>
        </p:nvCxnSpPr>
        <p:spPr>
          <a:xfrm>
            <a:off x="7447407" y="3907848"/>
            <a:ext cx="1892300"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885EC1BA-8559-4322-8D33-6186B9E9290D}"/>
              </a:ext>
            </a:extLst>
          </p:cNvPr>
          <p:cNvCxnSpPr>
            <a:cxnSpLocks/>
          </p:cNvCxnSpPr>
          <p:nvPr/>
        </p:nvCxnSpPr>
        <p:spPr>
          <a:xfrm>
            <a:off x="9744964" y="3907848"/>
            <a:ext cx="1892300"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Oval 3">
            <a:extLst>
              <a:ext uri="{FF2B5EF4-FFF2-40B4-BE49-F238E27FC236}">
                <a16:creationId xmlns:a16="http://schemas.microsoft.com/office/drawing/2014/main" id="{B948CF05-3299-0A26-7453-E7349BFDFE50}"/>
              </a:ext>
            </a:extLst>
          </p:cNvPr>
          <p:cNvSpPr/>
          <p:nvPr/>
        </p:nvSpPr>
        <p:spPr>
          <a:xfrm>
            <a:off x="10251520" y="1553748"/>
            <a:ext cx="227575" cy="206886"/>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1100" dirty="0">
                <a:solidFill>
                  <a:schemeClr val="tx2"/>
                </a:solidFill>
              </a:rPr>
              <a:t>x</a:t>
            </a:r>
          </a:p>
        </p:txBody>
      </p:sp>
      <p:sp>
        <p:nvSpPr>
          <p:cNvPr id="5" name="TextBox 4">
            <a:extLst>
              <a:ext uri="{FF2B5EF4-FFF2-40B4-BE49-F238E27FC236}">
                <a16:creationId xmlns:a16="http://schemas.microsoft.com/office/drawing/2014/main" id="{98B53808-9A7A-36E6-CAAE-891E7D480C49}"/>
              </a:ext>
            </a:extLst>
          </p:cNvPr>
          <p:cNvSpPr txBox="1"/>
          <p:nvPr/>
        </p:nvSpPr>
        <p:spPr>
          <a:xfrm>
            <a:off x="10567087" y="1580247"/>
            <a:ext cx="1070177" cy="153888"/>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dirty="0"/>
              <a:t>Details to follow</a:t>
            </a:r>
          </a:p>
        </p:txBody>
      </p:sp>
    </p:spTree>
    <p:extLst>
      <p:ext uri="{BB962C8B-B14F-4D97-AF65-F5344CB8AC3E}">
        <p14:creationId xmlns:p14="http://schemas.microsoft.com/office/powerpoint/2010/main" val="9294431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DF5C0-1C76-A68E-F0A4-3ED94B7271D7}"/>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893CF9C2-6124-2936-3DF2-4D7C6606C6D7}"/>
              </a:ext>
            </a:extLst>
          </p:cNvPr>
          <p:cNvGraphicFramePr>
            <a:graphicFrameLocks noChangeAspect="1"/>
          </p:cNvGraphicFramePr>
          <p:nvPr>
            <p:custDataLst>
              <p:tags r:id="rId1"/>
            </p:custDataLst>
            <p:extLst>
              <p:ext uri="{D42A27DB-BD31-4B8C-83A1-F6EECF244321}">
                <p14:modId xmlns:p14="http://schemas.microsoft.com/office/powerpoint/2010/main" val="414492143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6" imgW="404" imgH="405" progId="TCLayout.ActiveDocument.1">
                  <p:embed/>
                </p:oleObj>
              </mc:Choice>
              <mc:Fallback>
                <p:oleObj name="think-cell Slide" r:id="rId56" imgW="404" imgH="405" progId="TCLayout.ActiveDocument.1">
                  <p:embed/>
                  <p:pic>
                    <p:nvPicPr>
                      <p:cNvPr id="6" name="Object 2" hidden="1">
                        <a:extLst>
                          <a:ext uri="{FF2B5EF4-FFF2-40B4-BE49-F238E27FC236}">
                            <a16:creationId xmlns:a16="http://schemas.microsoft.com/office/drawing/2014/main" id="{893CF9C2-6124-2936-3DF2-4D7C6606C6D7}"/>
                          </a:ext>
                        </a:extLst>
                      </p:cNvPr>
                      <p:cNvPicPr/>
                      <p:nvPr/>
                    </p:nvPicPr>
                    <p:blipFill>
                      <a:blip r:embed="rId57"/>
                      <a:stretch>
                        <a:fillRect/>
                      </a:stretch>
                    </p:blipFill>
                    <p:spPr>
                      <a:xfrm>
                        <a:off x="1588" y="1588"/>
                        <a:ext cx="1588" cy="1588"/>
                      </a:xfrm>
                      <a:prstGeom prst="rect">
                        <a:avLst/>
                      </a:prstGeom>
                    </p:spPr>
                  </p:pic>
                </p:oleObj>
              </mc:Fallback>
            </mc:AlternateContent>
          </a:graphicData>
        </a:graphic>
      </p:graphicFrame>
      <p:cxnSp>
        <p:nvCxnSpPr>
          <p:cNvPr id="122" name="Straight Arrow Connector 121">
            <a:extLst>
              <a:ext uri="{FF2B5EF4-FFF2-40B4-BE49-F238E27FC236}">
                <a16:creationId xmlns:a16="http://schemas.microsoft.com/office/drawing/2014/main" id="{F2E38FE8-4314-1FAA-C7F9-19F2EFB589D4}"/>
              </a:ext>
            </a:extLst>
          </p:cNvPr>
          <p:cNvCxnSpPr>
            <a:cxnSpLocks/>
          </p:cNvCxnSpPr>
          <p:nvPr/>
        </p:nvCxnSpPr>
        <p:spPr>
          <a:xfrm>
            <a:off x="8736943" y="4402360"/>
            <a:ext cx="0" cy="1470025"/>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48" name="GreyLineContentSeparatorDefault 69">
            <a:extLst>
              <a:ext uri="{FF2B5EF4-FFF2-40B4-BE49-F238E27FC236}">
                <a16:creationId xmlns:a16="http://schemas.microsoft.com/office/drawing/2014/main" id="{4A3F70D3-13F1-FD61-E5C5-B15E9DDFD952}"/>
              </a:ext>
            </a:extLst>
          </p:cNvPr>
          <p:cNvCxnSpPr>
            <a:cxnSpLocks/>
          </p:cNvCxnSpPr>
          <p:nvPr>
            <p:custDataLst>
              <p:tags r:id="rId2"/>
            </p:custDataLst>
          </p:nvPr>
        </p:nvCxnSpPr>
        <p:spPr>
          <a:xfrm>
            <a:off x="554736" y="5747568"/>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 name="2. Slide Title">
            <a:extLst>
              <a:ext uri="{FF2B5EF4-FFF2-40B4-BE49-F238E27FC236}">
                <a16:creationId xmlns:a16="http://schemas.microsoft.com/office/drawing/2014/main" id="{989BEA2C-C7F5-8759-2A45-AA9974B5B6EB}"/>
              </a:ext>
            </a:extLst>
          </p:cNvPr>
          <p:cNvSpPr>
            <a:spLocks noGrp="1"/>
          </p:cNvSpPr>
          <p:nvPr>
            <p:ph type="title"/>
            <p:custDataLst>
              <p:tags r:id="rId3"/>
            </p:custDataLst>
          </p:nvPr>
        </p:nvSpPr>
        <p:spPr>
          <a:xfrm>
            <a:off x="554736" y="392735"/>
            <a:ext cx="11082528" cy="357790"/>
          </a:xfrm>
          <a:noFill/>
          <a:ln/>
          <a:extLst>
            <a:ext uri="{909E8E84-426E-40DD-AFC4-6F175D3DCCD1}">
              <a14:hiddenFill xmlns:a14="http://schemas.microsoft.com/office/drawing/2010/main">
                <a:solidFill>
                  <a:srgbClr val="FFFFFF"/>
                </a:solidFill>
              </a14:hiddenFill>
            </a:ext>
          </a:extLst>
        </p:spPr>
        <p:txBody>
          <a:bodyPr vert="horz">
            <a:spAutoFit/>
          </a:bodyPr>
          <a:lstStyle/>
          <a:p>
            <a:r>
              <a:rPr lang="en-US" dirty="0"/>
              <a:t>A. Order Intake &amp; Creation: FSP - TM process flow</a:t>
            </a:r>
          </a:p>
        </p:txBody>
      </p:sp>
      <p:sp>
        <p:nvSpPr>
          <p:cNvPr id="24" name="TextBox 23">
            <a:extLst>
              <a:ext uri="{FF2B5EF4-FFF2-40B4-BE49-F238E27FC236}">
                <a16:creationId xmlns:a16="http://schemas.microsoft.com/office/drawing/2014/main" id="{754B57A5-A642-1AEF-D37C-4FDFB0F97070}"/>
              </a:ext>
            </a:extLst>
          </p:cNvPr>
          <p:cNvSpPr txBox="1">
            <a:spLocks/>
          </p:cNvSpPr>
          <p:nvPr>
            <p:custDataLst>
              <p:tags r:id="rId4"/>
            </p:custDataLst>
          </p:nvPr>
        </p:nvSpPr>
        <p:spPr>
          <a:xfrm>
            <a:off x="1818609" y="1766204"/>
            <a:ext cx="4003673" cy="459261"/>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(e.g., high school coach) contacts FSP with order request (no standardized order template, significant variance in how much required information is shared by the customer in initial request)</a:t>
            </a:r>
          </a:p>
        </p:txBody>
      </p:sp>
      <p:sp>
        <p:nvSpPr>
          <p:cNvPr id="30" name="TextBox 29">
            <a:extLst>
              <a:ext uri="{FF2B5EF4-FFF2-40B4-BE49-F238E27FC236}">
                <a16:creationId xmlns:a16="http://schemas.microsoft.com/office/drawing/2014/main" id="{9CBA26EA-C0C3-BEDA-0671-F2109FE9C102}"/>
              </a:ext>
            </a:extLst>
          </p:cNvPr>
          <p:cNvSpPr txBox="1">
            <a:spLocks/>
          </p:cNvSpPr>
          <p:nvPr>
            <p:custDataLst>
              <p:tags r:id="rId5"/>
            </p:custDataLst>
          </p:nvPr>
        </p:nvSpPr>
        <p:spPr>
          <a:xfrm>
            <a:off x="1818608" y="3154263"/>
            <a:ext cx="1956816" cy="247590"/>
          </a:xfrm>
          <a:prstGeom prst="roundRect">
            <a:avLst/>
          </a:prstGeom>
          <a:solidFill>
            <a:schemeClr val="accent3">
              <a:lumMod val="20000"/>
              <a:lumOff val="80000"/>
            </a:schemeClr>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Receives order details in Engage</a:t>
            </a:r>
          </a:p>
        </p:txBody>
      </p:sp>
      <p:sp>
        <p:nvSpPr>
          <p:cNvPr id="31" name="TextBox 30">
            <a:extLst>
              <a:ext uri="{FF2B5EF4-FFF2-40B4-BE49-F238E27FC236}">
                <a16:creationId xmlns:a16="http://schemas.microsoft.com/office/drawing/2014/main" id="{2CAF29AC-017A-C318-A138-A46427F9E1DD}"/>
              </a:ext>
            </a:extLst>
          </p:cNvPr>
          <p:cNvSpPr txBox="1">
            <a:spLocks/>
          </p:cNvSpPr>
          <p:nvPr>
            <p:custDataLst>
              <p:tags r:id="rId6"/>
            </p:custDataLst>
          </p:nvPr>
        </p:nvSpPr>
        <p:spPr>
          <a:xfrm>
            <a:off x="8465594" y="2745948"/>
            <a:ext cx="2884967" cy="136208"/>
          </a:xfrm>
          <a:prstGeom prst="roundRect">
            <a:avLst/>
          </a:prstGeom>
          <a:solidFill>
            <a:schemeClr val="accent3">
              <a:lumMod val="20000"/>
              <a:lumOff val="80000"/>
            </a:schemeClr>
          </a:solidFill>
          <a:ln>
            <a:solidFill>
              <a:schemeClr val="tx1"/>
            </a:solidFill>
            <a:prstDash val="solid"/>
          </a:ln>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FSP v</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alidates final product/shipping pricing and margin</a:t>
            </a:r>
          </a:p>
        </p:txBody>
      </p:sp>
      <p:sp>
        <p:nvSpPr>
          <p:cNvPr id="10" name="TextBox 9">
            <a:extLst>
              <a:ext uri="{FF2B5EF4-FFF2-40B4-BE49-F238E27FC236}">
                <a16:creationId xmlns:a16="http://schemas.microsoft.com/office/drawing/2014/main" id="{D143FDEC-11F3-53FB-FA7A-9D4BB810DBB7}"/>
              </a:ext>
            </a:extLst>
          </p:cNvPr>
          <p:cNvSpPr txBox="1">
            <a:spLocks/>
          </p:cNvSpPr>
          <p:nvPr>
            <p:custDataLst>
              <p:tags r:id="rId7"/>
            </p:custDataLst>
          </p:nvPr>
        </p:nvSpPr>
        <p:spPr>
          <a:xfrm>
            <a:off x="1818609" y="2500837"/>
            <a:ext cx="1956816" cy="544830"/>
          </a:xfrm>
          <a:prstGeom prst="roundRect">
            <a:avLst/>
          </a:prstGeom>
          <a:ln>
            <a:solidFill>
              <a:schemeClr val="tx1"/>
            </a:solidFill>
          </a:ln>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FSP emails order request inbox to start order (automatically directed to assigned TM, corresponding ticket opened in Engage)</a:t>
            </a:r>
          </a:p>
        </p:txBody>
      </p:sp>
      <p:pic>
        <p:nvPicPr>
          <p:cNvPr id="87" name="CustomIcon">
            <a:extLst>
              <a:ext uri="{FF2B5EF4-FFF2-40B4-BE49-F238E27FC236}">
                <a16:creationId xmlns:a16="http://schemas.microsoft.com/office/drawing/2014/main" id="{A1BF87AF-47E7-AD57-5076-24F85E2388F4}"/>
              </a:ext>
            </a:extLst>
          </p:cNvPr>
          <p:cNvPicPr>
            <a:picLocks/>
          </p:cNvPicPr>
          <p:nvPr>
            <p:custDataLst>
              <p:tags r:id="rId8"/>
            </p:custDataLst>
          </p:nvPr>
        </p:nvPicPr>
        <p:blipFill>
          <a:blip>
            <a:extLst>
              <a:ext uri="{96DAC541-7B7A-43D3-8B79-37D633B846F1}">
                <asvg:svgBlip xmlns:asvg="http://schemas.microsoft.com/office/drawing/2016/SVG/main" r:embed="rId58"/>
              </a:ext>
            </a:extLst>
          </a:blip>
          <a:stretch>
            <a:fillRect/>
          </a:stretch>
        </p:blipFill>
        <p:spPr>
          <a:xfrm>
            <a:off x="3092949" y="4699682"/>
            <a:ext cx="183126" cy="182880"/>
          </a:xfrm>
          <a:prstGeom prst="rect">
            <a:avLst/>
          </a:prstGeom>
        </p:spPr>
      </p:pic>
      <p:sp>
        <p:nvSpPr>
          <p:cNvPr id="119" name="TextBox 118">
            <a:extLst>
              <a:ext uri="{FF2B5EF4-FFF2-40B4-BE49-F238E27FC236}">
                <a16:creationId xmlns:a16="http://schemas.microsoft.com/office/drawing/2014/main" id="{1855BC9F-F467-AAFA-74C4-07F00F6DF8D3}"/>
              </a:ext>
            </a:extLst>
          </p:cNvPr>
          <p:cNvSpPr txBox="1">
            <a:spLocks/>
          </p:cNvSpPr>
          <p:nvPr>
            <p:custDataLst>
              <p:tags r:id="rId9"/>
            </p:custDataLst>
          </p:nvPr>
        </p:nvSpPr>
        <p:spPr>
          <a:xfrm>
            <a:off x="1818608" y="4123419"/>
            <a:ext cx="4003673" cy="537138"/>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Emails FSP if needed information is missing. Ongoing additional follow-ups may occur (e.g., FSP provides non-specific request for track uniforms, TM sends all relevant SKUs and asks for details on budget, design, other constraints)</a:t>
            </a:r>
          </a:p>
        </p:txBody>
      </p:sp>
      <p:cxnSp>
        <p:nvCxnSpPr>
          <p:cNvPr id="133" name="Straight Arrow Connector 132">
            <a:extLst>
              <a:ext uri="{FF2B5EF4-FFF2-40B4-BE49-F238E27FC236}">
                <a16:creationId xmlns:a16="http://schemas.microsoft.com/office/drawing/2014/main" id="{C130692D-8F67-E859-15C1-ABE8F67FFFFD}"/>
              </a:ext>
            </a:extLst>
          </p:cNvPr>
          <p:cNvCxnSpPr>
            <a:cxnSpLocks/>
          </p:cNvCxnSpPr>
          <p:nvPr/>
        </p:nvCxnSpPr>
        <p:spPr>
          <a:xfrm>
            <a:off x="2797016" y="3413382"/>
            <a:ext cx="0" cy="711637"/>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41" name="TextBox 140">
            <a:extLst>
              <a:ext uri="{FF2B5EF4-FFF2-40B4-BE49-F238E27FC236}">
                <a16:creationId xmlns:a16="http://schemas.microsoft.com/office/drawing/2014/main" id="{9EB4105E-C7E7-E07D-0E2F-EA1B8A062284}"/>
              </a:ext>
            </a:extLst>
          </p:cNvPr>
          <p:cNvSpPr txBox="1">
            <a:spLocks/>
          </p:cNvSpPr>
          <p:nvPr>
            <p:custDataLst>
              <p:tags r:id="rId10"/>
            </p:custDataLst>
          </p:nvPr>
        </p:nvSpPr>
        <p:spPr>
          <a:xfrm>
            <a:off x="6057595" y="3160019"/>
            <a:ext cx="2041637" cy="596400"/>
          </a:xfrm>
          <a:prstGeom prst="roundRect">
            <a:avLst/>
          </a:prstGeom>
          <a:solidFill>
            <a:schemeClr val="accent3">
              <a:lumMod val="20000"/>
              <a:lumOff val="80000"/>
            </a:schemeClr>
          </a:solidFill>
          <a:ln>
            <a:solidFill>
              <a:schemeClr val="tx1"/>
            </a:solidFill>
            <a:prstDash val="solid"/>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TM creates order in VOE or QOE system (VOE can be used for standard SKU order, QOE required if order includes an NSP) and selects products</a:t>
            </a:r>
          </a:p>
        </p:txBody>
      </p:sp>
      <p:cxnSp>
        <p:nvCxnSpPr>
          <p:cNvPr id="146" name="Connector: Elbow 145">
            <a:extLst>
              <a:ext uri="{FF2B5EF4-FFF2-40B4-BE49-F238E27FC236}">
                <a16:creationId xmlns:a16="http://schemas.microsoft.com/office/drawing/2014/main" id="{44F09149-6FFC-8A76-6B38-0FB2C2E9DDE0}"/>
              </a:ext>
            </a:extLst>
          </p:cNvPr>
          <p:cNvCxnSpPr>
            <a:cxnSpLocks/>
            <a:stCxn id="119" idx="3"/>
            <a:endCxn id="141" idx="1"/>
          </p:cNvCxnSpPr>
          <p:nvPr/>
        </p:nvCxnSpPr>
        <p:spPr>
          <a:xfrm flipV="1">
            <a:off x="5822281" y="3458219"/>
            <a:ext cx="235314" cy="933769"/>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66" name="TextBox 165">
            <a:extLst>
              <a:ext uri="{FF2B5EF4-FFF2-40B4-BE49-F238E27FC236}">
                <a16:creationId xmlns:a16="http://schemas.microsoft.com/office/drawing/2014/main" id="{9C76CC4C-83E3-0A47-C27F-8775EA699A69}"/>
              </a:ext>
            </a:extLst>
          </p:cNvPr>
          <p:cNvSpPr txBox="1">
            <a:spLocks/>
          </p:cNvSpPr>
          <p:nvPr>
            <p:custDataLst>
              <p:tags r:id="rId11"/>
            </p:custDataLst>
          </p:nvPr>
        </p:nvSpPr>
        <p:spPr>
          <a:xfrm>
            <a:off x="8511917" y="4090784"/>
            <a:ext cx="1636306" cy="311576"/>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If cost outdated, TM r</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eaches out to vendor to update pricing</a:t>
            </a:r>
          </a:p>
        </p:txBody>
      </p:sp>
      <p:sp>
        <p:nvSpPr>
          <p:cNvPr id="201" name="TextBox 200">
            <a:extLst>
              <a:ext uri="{FF2B5EF4-FFF2-40B4-BE49-F238E27FC236}">
                <a16:creationId xmlns:a16="http://schemas.microsoft.com/office/drawing/2014/main" id="{0F1C65A3-3FD0-BD76-3046-ACB58EB1237F}"/>
              </a:ext>
            </a:extLst>
          </p:cNvPr>
          <p:cNvSpPr txBox="1">
            <a:spLocks/>
          </p:cNvSpPr>
          <p:nvPr/>
        </p:nvSpPr>
        <p:spPr>
          <a:xfrm>
            <a:off x="3361109" y="4699682"/>
            <a:ext cx="2412008" cy="24622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Incomplete order information (for estimated 30-50% of orders) drives additional follow-ups and delays</a:t>
            </a:r>
          </a:p>
        </p:txBody>
      </p:sp>
      <p:sp>
        <p:nvSpPr>
          <p:cNvPr id="202" name="TextBox 201">
            <a:extLst>
              <a:ext uri="{FF2B5EF4-FFF2-40B4-BE49-F238E27FC236}">
                <a16:creationId xmlns:a16="http://schemas.microsoft.com/office/drawing/2014/main" id="{5712C103-620A-6B88-6FDD-7A4054BE9449}"/>
              </a:ext>
            </a:extLst>
          </p:cNvPr>
          <p:cNvSpPr txBox="1">
            <a:spLocks/>
          </p:cNvSpPr>
          <p:nvPr>
            <p:custDataLst>
              <p:tags r:id="rId12"/>
            </p:custDataLst>
          </p:nvPr>
        </p:nvSpPr>
        <p:spPr>
          <a:xfrm>
            <a:off x="8115664" y="5881370"/>
            <a:ext cx="1176344" cy="445037"/>
          </a:xfrm>
          <a:prstGeom prst="roundRect">
            <a:avLst/>
          </a:prstGeom>
          <a:solidFill>
            <a:schemeClr val="accent3">
              <a:lumMod val="20000"/>
              <a:lumOff val="80000"/>
            </a:schemeClr>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Purchasing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updates costs from vendors on SAP</a:t>
            </a:r>
          </a:p>
        </p:txBody>
      </p:sp>
      <p:sp>
        <p:nvSpPr>
          <p:cNvPr id="241" name="TextBox 240">
            <a:extLst>
              <a:ext uri="{FF2B5EF4-FFF2-40B4-BE49-F238E27FC236}">
                <a16:creationId xmlns:a16="http://schemas.microsoft.com/office/drawing/2014/main" id="{019BD449-DAF0-74D6-1143-2A896753EEA6}"/>
              </a:ext>
            </a:extLst>
          </p:cNvPr>
          <p:cNvSpPr txBox="1">
            <a:spLocks/>
          </p:cNvSpPr>
          <p:nvPr>
            <p:custDataLst>
              <p:tags r:id="rId13"/>
            </p:custDataLst>
          </p:nvPr>
        </p:nvSpPr>
        <p:spPr>
          <a:xfrm>
            <a:off x="3865466" y="2500837"/>
            <a:ext cx="1956816" cy="544830"/>
          </a:xfrm>
          <a:prstGeom prst="roundRect">
            <a:avLst/>
          </a:prstGeom>
          <a:ln>
            <a:solidFill>
              <a:schemeClr val="tx1"/>
            </a:solidFill>
          </a:ln>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FSP calls/texts/Teams/emails TM to start order (not an approved channel). No auto-ticket is created, and the TM’s queue is interrupted to address request</a:t>
            </a:r>
          </a:p>
        </p:txBody>
      </p:sp>
      <p:cxnSp>
        <p:nvCxnSpPr>
          <p:cNvPr id="243" name="Straight Arrow Connector 242">
            <a:extLst>
              <a:ext uri="{FF2B5EF4-FFF2-40B4-BE49-F238E27FC236}">
                <a16:creationId xmlns:a16="http://schemas.microsoft.com/office/drawing/2014/main" id="{FB0B7C0A-D277-CFD8-0554-20360CD145CB}"/>
              </a:ext>
            </a:extLst>
          </p:cNvPr>
          <p:cNvCxnSpPr>
            <a:cxnSpLocks/>
          </p:cNvCxnSpPr>
          <p:nvPr/>
        </p:nvCxnSpPr>
        <p:spPr>
          <a:xfrm rot="5400000">
            <a:off x="3171046" y="1860673"/>
            <a:ext cx="275372" cy="1023429"/>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245" name="Straight Arrow Connector 244">
            <a:extLst>
              <a:ext uri="{FF2B5EF4-FFF2-40B4-BE49-F238E27FC236}">
                <a16:creationId xmlns:a16="http://schemas.microsoft.com/office/drawing/2014/main" id="{04AB2E8E-84FD-9D57-CCE8-CDE196B1B656}"/>
              </a:ext>
            </a:extLst>
          </p:cNvPr>
          <p:cNvCxnSpPr>
            <a:cxnSpLocks/>
          </p:cNvCxnSpPr>
          <p:nvPr/>
        </p:nvCxnSpPr>
        <p:spPr>
          <a:xfrm rot="16200000" flipH="1">
            <a:off x="4194474" y="1860673"/>
            <a:ext cx="275372" cy="1023428"/>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248" name="Straight Arrow Connector 247">
            <a:extLst>
              <a:ext uri="{FF2B5EF4-FFF2-40B4-BE49-F238E27FC236}">
                <a16:creationId xmlns:a16="http://schemas.microsoft.com/office/drawing/2014/main" id="{A3A81237-73E3-4865-A9B7-DE671C5A85A8}"/>
              </a:ext>
            </a:extLst>
          </p:cNvPr>
          <p:cNvCxnSpPr>
            <a:cxnSpLocks/>
            <a:stCxn id="10" idx="2"/>
          </p:cNvCxnSpPr>
          <p:nvPr/>
        </p:nvCxnSpPr>
        <p:spPr>
          <a:xfrm flipH="1">
            <a:off x="2797016" y="3045667"/>
            <a:ext cx="1" cy="110257"/>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53" name="TextBox 252">
            <a:extLst>
              <a:ext uri="{FF2B5EF4-FFF2-40B4-BE49-F238E27FC236}">
                <a16:creationId xmlns:a16="http://schemas.microsoft.com/office/drawing/2014/main" id="{E324F927-5BAE-7353-A356-EBB7E77BF76B}"/>
              </a:ext>
            </a:extLst>
          </p:cNvPr>
          <p:cNvSpPr txBox="1">
            <a:spLocks/>
          </p:cNvSpPr>
          <p:nvPr>
            <p:custDataLst>
              <p:tags r:id="rId14"/>
            </p:custDataLst>
          </p:nvPr>
        </p:nvSpPr>
        <p:spPr>
          <a:xfrm>
            <a:off x="3865466" y="3154263"/>
            <a:ext cx="1956816" cy="247590"/>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Manually captures order details</a:t>
            </a:r>
          </a:p>
        </p:txBody>
      </p:sp>
      <p:cxnSp>
        <p:nvCxnSpPr>
          <p:cNvPr id="254" name="Straight Arrow Connector 253">
            <a:extLst>
              <a:ext uri="{FF2B5EF4-FFF2-40B4-BE49-F238E27FC236}">
                <a16:creationId xmlns:a16="http://schemas.microsoft.com/office/drawing/2014/main" id="{EC94D8E5-7059-E62E-D875-308FD39108AA}"/>
              </a:ext>
            </a:extLst>
          </p:cNvPr>
          <p:cNvCxnSpPr>
            <a:cxnSpLocks/>
            <a:stCxn id="241" idx="2"/>
          </p:cNvCxnSpPr>
          <p:nvPr/>
        </p:nvCxnSpPr>
        <p:spPr>
          <a:xfrm>
            <a:off x="4843874" y="3045667"/>
            <a:ext cx="0" cy="12553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59" name="TextBox 258">
            <a:extLst>
              <a:ext uri="{FF2B5EF4-FFF2-40B4-BE49-F238E27FC236}">
                <a16:creationId xmlns:a16="http://schemas.microsoft.com/office/drawing/2014/main" id="{3641E56E-18E8-7ED6-B17E-438BAD750CF7}"/>
              </a:ext>
            </a:extLst>
          </p:cNvPr>
          <p:cNvSpPr txBox="1">
            <a:spLocks/>
          </p:cNvSpPr>
          <p:nvPr>
            <p:custDataLst>
              <p:tags r:id="rId15"/>
            </p:custDataLst>
          </p:nvPr>
        </p:nvSpPr>
        <p:spPr>
          <a:xfrm>
            <a:off x="8890015" y="1988074"/>
            <a:ext cx="2332006" cy="387496"/>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   FSP / Customer a</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pproves order or provides edits to order and pricing</a:t>
            </a:r>
          </a:p>
        </p:txBody>
      </p:sp>
      <p:cxnSp>
        <p:nvCxnSpPr>
          <p:cNvPr id="263" name="Straight Arrow Connector 262">
            <a:extLst>
              <a:ext uri="{FF2B5EF4-FFF2-40B4-BE49-F238E27FC236}">
                <a16:creationId xmlns:a16="http://schemas.microsoft.com/office/drawing/2014/main" id="{BCD4ECA8-D86B-0EC0-A7EC-267FDB8C6DFE}"/>
              </a:ext>
            </a:extLst>
          </p:cNvPr>
          <p:cNvCxnSpPr>
            <a:cxnSpLocks/>
            <a:endCxn id="166" idx="0"/>
          </p:cNvCxnSpPr>
          <p:nvPr/>
        </p:nvCxnSpPr>
        <p:spPr>
          <a:xfrm>
            <a:off x="9330070" y="2940402"/>
            <a:ext cx="0" cy="1150382"/>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276" name="Connector: Elbow 275">
            <a:extLst>
              <a:ext uri="{FF2B5EF4-FFF2-40B4-BE49-F238E27FC236}">
                <a16:creationId xmlns:a16="http://schemas.microsoft.com/office/drawing/2014/main" id="{ABC1CF92-F9FA-44E1-4BCF-8045DDE354EA}"/>
              </a:ext>
            </a:extLst>
          </p:cNvPr>
          <p:cNvCxnSpPr>
            <a:cxnSpLocks/>
            <a:stCxn id="89" idx="3"/>
            <a:endCxn id="31" idx="1"/>
          </p:cNvCxnSpPr>
          <p:nvPr/>
        </p:nvCxnSpPr>
        <p:spPr>
          <a:xfrm>
            <a:off x="8077139" y="2002253"/>
            <a:ext cx="388455" cy="811799"/>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82" name="TextBox 281">
            <a:extLst>
              <a:ext uri="{FF2B5EF4-FFF2-40B4-BE49-F238E27FC236}">
                <a16:creationId xmlns:a16="http://schemas.microsoft.com/office/drawing/2014/main" id="{6D59C3E2-AA5F-3791-F8C5-03570008EDFD}"/>
              </a:ext>
            </a:extLst>
          </p:cNvPr>
          <p:cNvSpPr txBox="1">
            <a:spLocks/>
          </p:cNvSpPr>
          <p:nvPr>
            <p:custDataLst>
              <p:tags r:id="rId16"/>
            </p:custDataLst>
          </p:nvPr>
        </p:nvSpPr>
        <p:spPr>
          <a:xfrm>
            <a:off x="9330070" y="5367697"/>
            <a:ext cx="2200800" cy="372389"/>
          </a:xfrm>
          <a:prstGeom prst="roundRect">
            <a:avLst/>
          </a:prstGeom>
          <a:solidFill>
            <a:schemeClr val="accent3">
              <a:lumMod val="20000"/>
              <a:lumOff val="80000"/>
            </a:schemeClr>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Support Sales Pro with any edits to order once </a:t>
            </a:r>
            <a:b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b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is released by TM </a:t>
            </a: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(if applicable)</a:t>
            </a:r>
          </a:p>
        </p:txBody>
      </p:sp>
      <p:cxnSp>
        <p:nvCxnSpPr>
          <p:cNvPr id="289" name="Connector: Elbow 288">
            <a:extLst>
              <a:ext uri="{FF2B5EF4-FFF2-40B4-BE49-F238E27FC236}">
                <a16:creationId xmlns:a16="http://schemas.microsoft.com/office/drawing/2014/main" id="{5E2B85E0-E7D1-F82A-6C1E-DE680AC8BA66}"/>
              </a:ext>
            </a:extLst>
          </p:cNvPr>
          <p:cNvCxnSpPr>
            <a:cxnSpLocks/>
            <a:stCxn id="259" idx="3"/>
            <a:endCxn id="31" idx="3"/>
          </p:cNvCxnSpPr>
          <p:nvPr/>
        </p:nvCxnSpPr>
        <p:spPr>
          <a:xfrm>
            <a:off x="11222021" y="2181822"/>
            <a:ext cx="128540" cy="632230"/>
          </a:xfrm>
          <a:prstGeom prst="bentConnector3">
            <a:avLst>
              <a:gd name="adj1" fmla="val 277843"/>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5" name="Connector: Elbow 294">
            <a:extLst>
              <a:ext uri="{FF2B5EF4-FFF2-40B4-BE49-F238E27FC236}">
                <a16:creationId xmlns:a16="http://schemas.microsoft.com/office/drawing/2014/main" id="{6D769681-CD5A-30F7-D034-69443F4B6AC2}"/>
              </a:ext>
            </a:extLst>
          </p:cNvPr>
          <p:cNvCxnSpPr>
            <a:cxnSpLocks/>
            <a:stCxn id="157" idx="3"/>
            <a:endCxn id="282" idx="3"/>
          </p:cNvCxnSpPr>
          <p:nvPr/>
        </p:nvCxnSpPr>
        <p:spPr>
          <a:xfrm>
            <a:off x="11337615" y="4846468"/>
            <a:ext cx="193255" cy="707424"/>
          </a:xfrm>
          <a:prstGeom prst="bentConnector3">
            <a:avLst>
              <a:gd name="adj1" fmla="val 156778"/>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C529EC1E-4DAB-2AFA-9A88-1D35F5A00137}"/>
              </a:ext>
            </a:extLst>
          </p:cNvPr>
          <p:cNvSpPr txBox="1">
            <a:spLocks/>
          </p:cNvSpPr>
          <p:nvPr>
            <p:custDataLst>
              <p:tags r:id="rId17"/>
            </p:custDataLst>
          </p:nvPr>
        </p:nvSpPr>
        <p:spPr>
          <a:xfrm>
            <a:off x="8452648" y="4661240"/>
            <a:ext cx="2884967" cy="370455"/>
          </a:xfrm>
          <a:prstGeom prst="roundRect">
            <a:avLst/>
          </a:prstGeom>
          <a:solidFill>
            <a:schemeClr val="accent3">
              <a:lumMod val="20000"/>
              <a:lumOff val="80000"/>
            </a:schemeClr>
          </a:solidFill>
          <a:ln>
            <a:solidFill>
              <a:schemeClr val="tx1"/>
            </a:solidFill>
            <a:prstDash val="solid"/>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Sends order details to FSP for approval (in VOE, option to send directly to Customer for approval if preferred by FSP)</a:t>
            </a:r>
          </a:p>
        </p:txBody>
      </p:sp>
      <p:cxnSp>
        <p:nvCxnSpPr>
          <p:cNvPr id="312" name="Straight Arrow Connector 311">
            <a:extLst>
              <a:ext uri="{FF2B5EF4-FFF2-40B4-BE49-F238E27FC236}">
                <a16:creationId xmlns:a16="http://schemas.microsoft.com/office/drawing/2014/main" id="{8F7F0339-0016-0DC7-BA2E-43C4F4D0E7F0}"/>
              </a:ext>
            </a:extLst>
          </p:cNvPr>
          <p:cNvCxnSpPr>
            <a:cxnSpLocks/>
          </p:cNvCxnSpPr>
          <p:nvPr/>
        </p:nvCxnSpPr>
        <p:spPr>
          <a:xfrm>
            <a:off x="10508071" y="5750357"/>
            <a:ext cx="0" cy="18288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313" name="TextBox 312">
            <a:extLst>
              <a:ext uri="{FF2B5EF4-FFF2-40B4-BE49-F238E27FC236}">
                <a16:creationId xmlns:a16="http://schemas.microsoft.com/office/drawing/2014/main" id="{D77D67EE-13A5-D386-94E5-EE73B09565C0}"/>
              </a:ext>
            </a:extLst>
          </p:cNvPr>
          <p:cNvSpPr txBox="1">
            <a:spLocks/>
          </p:cNvSpPr>
          <p:nvPr>
            <p:custDataLst>
              <p:tags r:id="rId18"/>
            </p:custDataLst>
          </p:nvPr>
        </p:nvSpPr>
        <p:spPr>
          <a:xfrm>
            <a:off x="9590893" y="5923705"/>
            <a:ext cx="1939978" cy="445037"/>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Purchasing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resolves errors in submitted orders and sends to TM/FSP/SSR to resolve if infeasible </a:t>
            </a: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(if applicable)</a:t>
            </a:r>
          </a:p>
        </p:txBody>
      </p:sp>
      <p:cxnSp>
        <p:nvCxnSpPr>
          <p:cNvPr id="316" name="Connector: Elbow 315">
            <a:extLst>
              <a:ext uri="{FF2B5EF4-FFF2-40B4-BE49-F238E27FC236}">
                <a16:creationId xmlns:a16="http://schemas.microsoft.com/office/drawing/2014/main" id="{B2504FD3-BE1D-3C3B-E1D4-B62C534E8E65}"/>
              </a:ext>
            </a:extLst>
          </p:cNvPr>
          <p:cNvCxnSpPr>
            <a:cxnSpLocks/>
            <a:stCxn id="259" idx="3"/>
            <a:endCxn id="166" idx="3"/>
          </p:cNvCxnSpPr>
          <p:nvPr/>
        </p:nvCxnSpPr>
        <p:spPr>
          <a:xfrm flipH="1">
            <a:off x="10148223" y="2181822"/>
            <a:ext cx="1073798" cy="2064750"/>
          </a:xfrm>
          <a:prstGeom prst="bentConnector3">
            <a:avLst>
              <a:gd name="adj1" fmla="val -39172"/>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333" name="CustomIcon">
            <a:extLst>
              <a:ext uri="{FF2B5EF4-FFF2-40B4-BE49-F238E27FC236}">
                <a16:creationId xmlns:a16="http://schemas.microsoft.com/office/drawing/2014/main" id="{7016CFB8-AC9D-948E-6667-B331E391D5AC}"/>
              </a:ext>
            </a:extLst>
          </p:cNvPr>
          <p:cNvPicPr>
            <a:picLocks/>
          </p:cNvPicPr>
          <p:nvPr>
            <p:custDataLst>
              <p:tags r:id="rId19"/>
            </p:custDataLst>
          </p:nvPr>
        </p:nvPicPr>
        <p:blipFill>
          <a:blip>
            <a:extLst>
              <a:ext uri="{96DAC541-7B7A-43D3-8B79-37D633B846F1}">
                <asvg:svgBlip xmlns:asvg="http://schemas.microsoft.com/office/drawing/2016/SVG/main" r:embed="rId58"/>
              </a:ext>
            </a:extLst>
          </a:blip>
          <a:stretch>
            <a:fillRect/>
          </a:stretch>
        </p:blipFill>
        <p:spPr>
          <a:xfrm>
            <a:off x="6013636" y="2687651"/>
            <a:ext cx="183126" cy="182880"/>
          </a:xfrm>
          <a:prstGeom prst="rect">
            <a:avLst/>
          </a:prstGeom>
        </p:spPr>
      </p:pic>
      <p:sp>
        <p:nvSpPr>
          <p:cNvPr id="3" name="TextBox 2">
            <a:extLst>
              <a:ext uri="{FF2B5EF4-FFF2-40B4-BE49-F238E27FC236}">
                <a16:creationId xmlns:a16="http://schemas.microsoft.com/office/drawing/2014/main" id="{18F379C3-E391-8EE3-4F55-8A5CFF15B18B}"/>
              </a:ext>
            </a:extLst>
          </p:cNvPr>
          <p:cNvSpPr txBox="1"/>
          <p:nvPr/>
        </p:nvSpPr>
        <p:spPr>
          <a:xfrm>
            <a:off x="554736" y="1413748"/>
            <a:ext cx="1029785"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Key stakeholders  </a:t>
            </a:r>
          </a:p>
        </p:txBody>
      </p:sp>
      <p:cxnSp>
        <p:nvCxnSpPr>
          <p:cNvPr id="7" name="LineBasicDefault 37">
            <a:extLst>
              <a:ext uri="{FF2B5EF4-FFF2-40B4-BE49-F238E27FC236}">
                <a16:creationId xmlns:a16="http://schemas.microsoft.com/office/drawing/2014/main" id="{37C394FC-77E7-71DA-EAD5-AE7FC88DACC4}"/>
              </a:ext>
            </a:extLst>
          </p:cNvPr>
          <p:cNvCxnSpPr>
            <a:cxnSpLocks/>
          </p:cNvCxnSpPr>
          <p:nvPr>
            <p:custDataLst>
              <p:tags r:id="rId20"/>
            </p:custDataLst>
          </p:nvPr>
        </p:nvCxnSpPr>
        <p:spPr>
          <a:xfrm>
            <a:off x="554736" y="1743224"/>
            <a:ext cx="1108252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C410C4AA-0545-18D5-7278-E0529B57C05A}"/>
              </a:ext>
            </a:extLst>
          </p:cNvPr>
          <p:cNvGrpSpPr/>
          <p:nvPr>
            <p:custDataLst>
              <p:tags r:id="rId21"/>
            </p:custDataLst>
          </p:nvPr>
        </p:nvGrpSpPr>
        <p:grpSpPr>
          <a:xfrm>
            <a:off x="1723358" y="1360875"/>
            <a:ext cx="6594388" cy="360650"/>
            <a:chOff x="1723358" y="1360875"/>
            <a:chExt cx="6594388" cy="360650"/>
          </a:xfrm>
        </p:grpSpPr>
        <p:sp>
          <p:nvSpPr>
            <p:cNvPr id="9" name="Freeform: Shape 8">
              <a:extLst>
                <a:ext uri="{FF2B5EF4-FFF2-40B4-BE49-F238E27FC236}">
                  <a16:creationId xmlns:a16="http://schemas.microsoft.com/office/drawing/2014/main" id="{2362D0FB-36E1-0024-17DB-9AE46A7475C8}"/>
                </a:ext>
              </a:extLst>
            </p:cNvPr>
            <p:cNvSpPr/>
            <p:nvPr>
              <p:custDataLst>
                <p:tags r:id="rId52"/>
              </p:custDataLst>
            </p:nvPr>
          </p:nvSpPr>
          <p:spPr>
            <a:xfrm>
              <a:off x="1723358" y="1360875"/>
              <a:ext cx="6594388"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810797" y="0"/>
                  </a:lnTo>
                  <a:lnTo>
                    <a:pt x="1828800" y="457200"/>
                  </a:lnTo>
                  <a:lnTo>
                    <a:pt x="1810797" y="914400"/>
                  </a:lnTo>
                  <a:lnTo>
                    <a:pt x="0" y="914400"/>
                  </a:lnTo>
                  <a:lnTo>
                    <a:pt x="0"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16" name="TextBox 15">
              <a:extLst>
                <a:ext uri="{FF2B5EF4-FFF2-40B4-BE49-F238E27FC236}">
                  <a16:creationId xmlns:a16="http://schemas.microsoft.com/office/drawing/2014/main" id="{4E38BC7A-5246-0DD8-0573-587D4DDCDC0E}"/>
                </a:ext>
              </a:extLst>
            </p:cNvPr>
            <p:cNvSpPr txBox="1"/>
            <p:nvPr>
              <p:custDataLst>
                <p:tags r:id="rId53"/>
              </p:custDataLst>
            </p:nvPr>
          </p:nvSpPr>
          <p:spPr>
            <a:xfrm>
              <a:off x="1786858" y="1385920"/>
              <a:ext cx="6465971"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err="1">
                  <a:ln>
                    <a:noFill/>
                  </a:ln>
                  <a:solidFill>
                    <a:srgbClr val="FFFFFF"/>
                  </a:solidFill>
                  <a:effectLst/>
                  <a:uLnTx/>
                  <a:uFillTx/>
                  <a:latin typeface="Arial"/>
                  <a:ea typeface="+mn-ea"/>
                  <a:cs typeface="Arial" panose="020B0604020202020204" pitchFamily="34" charset="0"/>
                </a:rPr>
                <a:t>i</a:t>
              </a: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 Sales order intake &amp; validation (</a:t>
              </a:r>
              <a:r>
                <a:rPr lang="en-US" sz="1000" b="1">
                  <a:solidFill>
                    <a:srgbClr val="FFFFFF"/>
                  </a:solidFill>
                  <a:latin typeface="Arial"/>
                </a:rPr>
                <a:t>15</a:t>
              </a: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-20 minutes, depending on order complexity) </a:t>
              </a:r>
            </a:p>
          </p:txBody>
        </p:sp>
      </p:grpSp>
      <p:grpSp>
        <p:nvGrpSpPr>
          <p:cNvPr id="17" name="Group 16">
            <a:extLst>
              <a:ext uri="{FF2B5EF4-FFF2-40B4-BE49-F238E27FC236}">
                <a16:creationId xmlns:a16="http://schemas.microsoft.com/office/drawing/2014/main" id="{866110E6-E7F0-7B7C-0F09-286199A937D2}"/>
              </a:ext>
            </a:extLst>
          </p:cNvPr>
          <p:cNvGrpSpPr/>
          <p:nvPr>
            <p:custDataLst>
              <p:tags r:id="rId22"/>
            </p:custDataLst>
          </p:nvPr>
        </p:nvGrpSpPr>
        <p:grpSpPr>
          <a:xfrm>
            <a:off x="8317747" y="1360875"/>
            <a:ext cx="3319517" cy="360650"/>
            <a:chOff x="8317747" y="1360875"/>
            <a:chExt cx="3319517" cy="360650"/>
          </a:xfrm>
        </p:grpSpPr>
        <p:sp>
          <p:nvSpPr>
            <p:cNvPr id="33" name="Freeform: Shape 32">
              <a:extLst>
                <a:ext uri="{FF2B5EF4-FFF2-40B4-BE49-F238E27FC236}">
                  <a16:creationId xmlns:a16="http://schemas.microsoft.com/office/drawing/2014/main" id="{38A19FD8-CCAE-2A29-6E30-085A148E3658}"/>
                </a:ext>
              </a:extLst>
            </p:cNvPr>
            <p:cNvSpPr/>
            <p:nvPr>
              <p:custDataLst>
                <p:tags r:id="rId50"/>
              </p:custDataLst>
            </p:nvPr>
          </p:nvSpPr>
          <p:spPr>
            <a:xfrm>
              <a:off x="8317747" y="1360875"/>
              <a:ext cx="3319517"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93036" y="0"/>
                  </a:lnTo>
                  <a:lnTo>
                    <a:pt x="1828800" y="457200"/>
                  </a:lnTo>
                  <a:lnTo>
                    <a:pt x="1793036" y="914400"/>
                  </a:lnTo>
                  <a:lnTo>
                    <a:pt x="0" y="914400"/>
                  </a:lnTo>
                  <a:lnTo>
                    <a:pt x="35764"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35" name="TextBox 34">
              <a:extLst>
                <a:ext uri="{FF2B5EF4-FFF2-40B4-BE49-F238E27FC236}">
                  <a16:creationId xmlns:a16="http://schemas.microsoft.com/office/drawing/2014/main" id="{A9595341-1B38-7E7B-DC14-9AB72F748C33}"/>
                </a:ext>
              </a:extLst>
            </p:cNvPr>
            <p:cNvSpPr txBox="1"/>
            <p:nvPr>
              <p:custDataLst>
                <p:tags r:id="rId51"/>
              </p:custDataLst>
            </p:nvPr>
          </p:nvSpPr>
          <p:spPr>
            <a:xfrm>
              <a:off x="8433464" y="1385920"/>
              <a:ext cx="3138883"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ii. Pricing </a:t>
              </a:r>
              <a:r>
                <a:rPr lang="en-US" sz="1000" b="1">
                  <a:solidFill>
                    <a:srgbClr val="FFFFFF"/>
                  </a:solidFill>
                  <a:latin typeface="Arial"/>
                </a:rPr>
                <a:t>and</a:t>
              </a: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 cost setup &amp; validation (15-30 minutes, more time if cost edits are needed)</a:t>
              </a:r>
            </a:p>
          </p:txBody>
        </p:sp>
      </p:grpSp>
      <p:sp>
        <p:nvSpPr>
          <p:cNvPr id="36" name="TextBox 35">
            <a:extLst>
              <a:ext uri="{FF2B5EF4-FFF2-40B4-BE49-F238E27FC236}">
                <a16:creationId xmlns:a16="http://schemas.microsoft.com/office/drawing/2014/main" id="{2A68B84A-6C56-B8E3-7DF9-73686AC3491D}"/>
              </a:ext>
            </a:extLst>
          </p:cNvPr>
          <p:cNvSpPr txBox="1">
            <a:spLocks/>
          </p:cNvSpPr>
          <p:nvPr/>
        </p:nvSpPr>
        <p:spPr>
          <a:xfrm>
            <a:off x="984572" y="1885398"/>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Pro</a:t>
            </a:r>
          </a:p>
        </p:txBody>
      </p:sp>
      <p:sp>
        <p:nvSpPr>
          <p:cNvPr id="37" name="TextBox 36">
            <a:extLst>
              <a:ext uri="{FF2B5EF4-FFF2-40B4-BE49-F238E27FC236}">
                <a16:creationId xmlns:a16="http://schemas.microsoft.com/office/drawing/2014/main" id="{5DC0D16F-9D3B-E534-7CF0-29D5A85FEF5B}"/>
              </a:ext>
            </a:extLst>
          </p:cNvPr>
          <p:cNvSpPr txBox="1">
            <a:spLocks/>
          </p:cNvSpPr>
          <p:nvPr/>
        </p:nvSpPr>
        <p:spPr>
          <a:xfrm>
            <a:off x="984572" y="3163407"/>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TM</a:t>
            </a:r>
          </a:p>
        </p:txBody>
      </p:sp>
      <p:sp>
        <p:nvSpPr>
          <p:cNvPr id="38" name="TextBox 37">
            <a:extLst>
              <a:ext uri="{FF2B5EF4-FFF2-40B4-BE49-F238E27FC236}">
                <a16:creationId xmlns:a16="http://schemas.microsoft.com/office/drawing/2014/main" id="{FCAB287F-31F4-AFAC-43BE-B3BCDE01D841}"/>
              </a:ext>
            </a:extLst>
          </p:cNvPr>
          <p:cNvSpPr txBox="1">
            <a:spLocks/>
          </p:cNvSpPr>
          <p:nvPr/>
        </p:nvSpPr>
        <p:spPr>
          <a:xfrm>
            <a:off x="984572" y="5434314"/>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SSR</a:t>
            </a:r>
          </a:p>
        </p:txBody>
      </p:sp>
      <p:sp>
        <p:nvSpPr>
          <p:cNvPr id="39" name="TextBox 38">
            <a:extLst>
              <a:ext uri="{FF2B5EF4-FFF2-40B4-BE49-F238E27FC236}">
                <a16:creationId xmlns:a16="http://schemas.microsoft.com/office/drawing/2014/main" id="{D20A9685-BF90-325E-CE9C-D941C1E48323}"/>
              </a:ext>
            </a:extLst>
          </p:cNvPr>
          <p:cNvSpPr txBox="1">
            <a:spLocks/>
          </p:cNvSpPr>
          <p:nvPr/>
        </p:nvSpPr>
        <p:spPr>
          <a:xfrm>
            <a:off x="984572" y="5897392"/>
            <a:ext cx="599949"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Other pods</a:t>
            </a:r>
          </a:p>
        </p:txBody>
      </p:sp>
      <p:pic>
        <p:nvPicPr>
          <p:cNvPr id="40" name="CustomIcon">
            <a:extLst>
              <a:ext uri="{FF2B5EF4-FFF2-40B4-BE49-F238E27FC236}">
                <a16:creationId xmlns:a16="http://schemas.microsoft.com/office/drawing/2014/main" id="{0B1A5340-5891-A3F3-1E7B-46349EEDFD98}"/>
              </a:ext>
            </a:extLst>
          </p:cNvPr>
          <p:cNvPicPr>
            <a:picLocks/>
          </p:cNvPicPr>
          <p:nvPr>
            <p:custDataLst>
              <p:tags r:id="rId23"/>
            </p:custDataLst>
          </p:nvPr>
        </p:nvPicPr>
        <p:blipFill>
          <a:blip>
            <a:extLst>
              <a:ext uri="{96DAC541-7B7A-43D3-8B79-37D633B846F1}">
                <asvg:svgBlip xmlns:asvg="http://schemas.microsoft.com/office/drawing/2016/SVG/main" r:embed="rId59"/>
              </a:ext>
            </a:extLst>
          </a:blip>
          <a:stretch>
            <a:fillRect/>
          </a:stretch>
        </p:blipFill>
        <p:spPr>
          <a:xfrm>
            <a:off x="554736" y="1885398"/>
            <a:ext cx="353938" cy="353938"/>
          </a:xfrm>
          <a:prstGeom prst="rect">
            <a:avLst/>
          </a:prstGeom>
        </p:spPr>
      </p:pic>
      <p:pic>
        <p:nvPicPr>
          <p:cNvPr id="42" name="CustomIcon">
            <a:extLst>
              <a:ext uri="{FF2B5EF4-FFF2-40B4-BE49-F238E27FC236}">
                <a16:creationId xmlns:a16="http://schemas.microsoft.com/office/drawing/2014/main" id="{D92424A3-7EA7-0383-BEE2-175CD654331E}"/>
              </a:ext>
            </a:extLst>
          </p:cNvPr>
          <p:cNvPicPr>
            <a:picLocks/>
          </p:cNvPicPr>
          <p:nvPr>
            <p:custDataLst>
              <p:tags r:id="rId24"/>
            </p:custDataLst>
          </p:nvPr>
        </p:nvPicPr>
        <p:blipFill>
          <a:blip>
            <a:extLst>
              <a:ext uri="{96DAC541-7B7A-43D3-8B79-37D633B846F1}">
                <asvg:svgBlip xmlns:asvg="http://schemas.microsoft.com/office/drawing/2016/SVG/main" r:embed="rId60"/>
              </a:ext>
            </a:extLst>
          </a:blip>
          <a:stretch>
            <a:fillRect/>
          </a:stretch>
        </p:blipFill>
        <p:spPr>
          <a:xfrm>
            <a:off x="554736" y="5334289"/>
            <a:ext cx="353938" cy="353938"/>
          </a:xfrm>
          <a:prstGeom prst="rect">
            <a:avLst/>
          </a:prstGeom>
        </p:spPr>
      </p:pic>
      <p:pic>
        <p:nvPicPr>
          <p:cNvPr id="43" name="CustomIcon">
            <a:extLst>
              <a:ext uri="{FF2B5EF4-FFF2-40B4-BE49-F238E27FC236}">
                <a16:creationId xmlns:a16="http://schemas.microsoft.com/office/drawing/2014/main" id="{54C5A669-CD3F-C05A-1E5E-38780884DC09}"/>
              </a:ext>
            </a:extLst>
          </p:cNvPr>
          <p:cNvPicPr>
            <a:picLocks/>
          </p:cNvPicPr>
          <p:nvPr>
            <p:custDataLst>
              <p:tags r:id="rId25"/>
            </p:custDataLst>
          </p:nvPr>
        </p:nvPicPr>
        <p:blipFill>
          <a:blip>
            <a:extLst>
              <a:ext uri="{96DAC541-7B7A-43D3-8B79-37D633B846F1}">
                <asvg:svgBlip xmlns:asvg="http://schemas.microsoft.com/office/drawing/2016/SVG/main" r:embed="rId61"/>
              </a:ext>
            </a:extLst>
          </a:blip>
          <a:stretch>
            <a:fillRect/>
          </a:stretch>
        </p:blipFill>
        <p:spPr>
          <a:xfrm>
            <a:off x="554736" y="5897392"/>
            <a:ext cx="353938" cy="353938"/>
          </a:xfrm>
          <a:prstGeom prst="rect">
            <a:avLst/>
          </a:prstGeom>
        </p:spPr>
      </p:pic>
      <p:pic>
        <p:nvPicPr>
          <p:cNvPr id="45" name="CustomIcon">
            <a:extLst>
              <a:ext uri="{FF2B5EF4-FFF2-40B4-BE49-F238E27FC236}">
                <a16:creationId xmlns:a16="http://schemas.microsoft.com/office/drawing/2014/main" id="{018F2489-C0B4-232C-283A-B0D92A2621D2}"/>
              </a:ext>
            </a:extLst>
          </p:cNvPr>
          <p:cNvPicPr>
            <a:picLocks/>
          </p:cNvPicPr>
          <p:nvPr>
            <p:custDataLst>
              <p:tags r:id="rId26"/>
            </p:custDataLst>
          </p:nvPr>
        </p:nvPicPr>
        <p:blipFill>
          <a:blip>
            <a:extLst>
              <a:ext uri="{96DAC541-7B7A-43D3-8B79-37D633B846F1}">
                <asvg:svgBlip xmlns:asvg="http://schemas.microsoft.com/office/drawing/2016/SVG/main" r:embed="rId62"/>
              </a:ext>
            </a:extLst>
          </a:blip>
          <a:stretch>
            <a:fillRect/>
          </a:stretch>
        </p:blipFill>
        <p:spPr>
          <a:xfrm>
            <a:off x="554736" y="3163407"/>
            <a:ext cx="353938" cy="353938"/>
          </a:xfrm>
          <a:prstGeom prst="rect">
            <a:avLst/>
          </a:prstGeom>
        </p:spPr>
      </p:pic>
      <p:cxnSp>
        <p:nvCxnSpPr>
          <p:cNvPr id="47" name="GreyLineContentSeparatorDefault 69">
            <a:extLst>
              <a:ext uri="{FF2B5EF4-FFF2-40B4-BE49-F238E27FC236}">
                <a16:creationId xmlns:a16="http://schemas.microsoft.com/office/drawing/2014/main" id="{9BDA942E-7826-C99B-1947-5B6CA72D0016}"/>
              </a:ext>
            </a:extLst>
          </p:cNvPr>
          <p:cNvCxnSpPr>
            <a:cxnSpLocks/>
          </p:cNvCxnSpPr>
          <p:nvPr>
            <p:custDataLst>
              <p:tags r:id="rId27"/>
            </p:custDataLst>
          </p:nvPr>
        </p:nvCxnSpPr>
        <p:spPr>
          <a:xfrm>
            <a:off x="554736" y="3047218"/>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9" name="GreyLineContentSeparatorDefault 69">
            <a:extLst>
              <a:ext uri="{FF2B5EF4-FFF2-40B4-BE49-F238E27FC236}">
                <a16:creationId xmlns:a16="http://schemas.microsoft.com/office/drawing/2014/main" id="{E8228854-FBB0-1982-DB1A-229A19906790}"/>
              </a:ext>
            </a:extLst>
          </p:cNvPr>
          <p:cNvCxnSpPr>
            <a:cxnSpLocks/>
          </p:cNvCxnSpPr>
          <p:nvPr>
            <p:custDataLst>
              <p:tags r:id="rId28"/>
            </p:custDataLst>
          </p:nvPr>
        </p:nvCxnSpPr>
        <p:spPr>
          <a:xfrm>
            <a:off x="554736" y="5282129"/>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327" name="CustomIcon">
            <a:extLst>
              <a:ext uri="{FF2B5EF4-FFF2-40B4-BE49-F238E27FC236}">
                <a16:creationId xmlns:a16="http://schemas.microsoft.com/office/drawing/2014/main" id="{0677C31B-5787-96BA-E71B-EE0425A0129F}"/>
              </a:ext>
            </a:extLst>
          </p:cNvPr>
          <p:cNvPicPr>
            <a:picLocks/>
          </p:cNvPicPr>
          <p:nvPr>
            <p:custDataLst>
              <p:tags r:id="rId29"/>
            </p:custDataLst>
          </p:nvPr>
        </p:nvPicPr>
        <p:blipFill>
          <a:blip>
            <a:extLst>
              <a:ext uri="{96DAC541-7B7A-43D3-8B79-37D633B846F1}">
                <asvg:svgBlip xmlns:asvg="http://schemas.microsoft.com/office/drawing/2016/SVG/main" r:embed="rId58"/>
              </a:ext>
            </a:extLst>
          </a:blip>
          <a:stretch>
            <a:fillRect/>
          </a:stretch>
        </p:blipFill>
        <p:spPr>
          <a:xfrm>
            <a:off x="8532942" y="3058609"/>
            <a:ext cx="183126" cy="182880"/>
          </a:xfrm>
          <a:prstGeom prst="rect">
            <a:avLst/>
          </a:prstGeom>
        </p:spPr>
      </p:pic>
      <p:sp>
        <p:nvSpPr>
          <p:cNvPr id="328" name="TextBox 327">
            <a:extLst>
              <a:ext uri="{FF2B5EF4-FFF2-40B4-BE49-F238E27FC236}">
                <a16:creationId xmlns:a16="http://schemas.microsoft.com/office/drawing/2014/main" id="{94AE21C2-B879-1A4E-0B0B-6D4E0B09472D}"/>
              </a:ext>
            </a:extLst>
          </p:cNvPr>
          <p:cNvSpPr txBox="1">
            <a:spLocks/>
          </p:cNvSpPr>
          <p:nvPr/>
        </p:nvSpPr>
        <p:spPr>
          <a:xfrm>
            <a:off x="8773250" y="3058609"/>
            <a:ext cx="2108509" cy="409328"/>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Freight shipping costs apply to ~20% of orders but are often not accurately assessed (reps </a:t>
            </a:r>
            <a:r>
              <a:rPr lang="en-US" sz="800">
                <a:solidFill>
                  <a:srgbClr val="000000"/>
                </a:solidFill>
                <a:latin typeface="Arial"/>
              </a:rPr>
              <a:t>use outdated costs or standard ship pricing)</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13" name="sticker">
            <a:extLst>
              <a:ext uri="{FF2B5EF4-FFF2-40B4-BE49-F238E27FC236}">
                <a16:creationId xmlns:a16="http://schemas.microsoft.com/office/drawing/2014/main" id="{D0A21B4F-5242-0475-D560-45236F137425}"/>
              </a:ext>
            </a:extLst>
          </p:cNvPr>
          <p:cNvGrpSpPr/>
          <p:nvPr/>
        </p:nvGrpSpPr>
        <p:grpSpPr>
          <a:xfrm>
            <a:off x="558192" y="1058901"/>
            <a:ext cx="1519647" cy="156966"/>
            <a:chOff x="558192" y="1289273"/>
            <a:chExt cx="1519647" cy="156966"/>
          </a:xfrm>
        </p:grpSpPr>
        <p:sp>
          <p:nvSpPr>
            <p:cNvPr id="5" name="StickerRectangle">
              <a:extLst>
                <a:ext uri="{FF2B5EF4-FFF2-40B4-BE49-F238E27FC236}">
                  <a16:creationId xmlns:a16="http://schemas.microsoft.com/office/drawing/2014/main" id="{43A6E8B6-8999-61B6-7120-7AE927154EE3}"/>
                </a:ext>
              </a:extLst>
            </p:cNvPr>
            <p:cNvSpPr>
              <a:spLocks noChangeArrowheads="1"/>
            </p:cNvSpPr>
            <p:nvPr userDrawn="1"/>
          </p:nvSpPr>
          <p:spPr bwMode="gray">
            <a:xfrm>
              <a:off x="558192" y="1289273"/>
              <a:ext cx="1519647"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marL="0" marR="0" lvl="0" indent="0" algn="l" defTabSz="1193860" rtl="0" eaLnBrk="1" fontAlgn="auto" latinLnBrk="0" hangingPunct="1">
                <a:lnSpc>
                  <a:spcPct val="100000"/>
                </a:lnSpc>
                <a:spcBef>
                  <a:spcPts val="0"/>
                </a:spcBef>
                <a:spcAft>
                  <a:spcPts val="0"/>
                </a:spcAft>
                <a:buClr>
                  <a:srgbClr val="FFFFFF"/>
                </a:buClr>
                <a:buSzTx/>
                <a:buFontTx/>
                <a:buNone/>
                <a:tabLst/>
                <a:defRPr/>
              </a:pPr>
              <a:r>
                <a:rPr kumimoji="0" lang="en-US" sz="900" b="1" i="0" u="none" strike="noStrike" kern="1200" cap="none" spc="50" normalizeH="0" baseline="0" noProof="0">
                  <a:ln w="3175">
                    <a:noFill/>
                  </a:ln>
                  <a:solidFill>
                    <a:srgbClr val="000000"/>
                  </a:solidFill>
                  <a:effectLst/>
                  <a:uLnTx/>
                  <a:uFillTx/>
                  <a:latin typeface="Arial"/>
                  <a:ea typeface="+mn-ea"/>
                  <a:cs typeface="+mn-cs"/>
                </a:rPr>
                <a:t>Preliminary – as of Mar 5</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12" name="StickerUnderline">
              <a:extLst>
                <a:ext uri="{FF2B5EF4-FFF2-40B4-BE49-F238E27FC236}">
                  <a16:creationId xmlns:a16="http://schemas.microsoft.com/office/drawing/2014/main" id="{E94FB3E5-8F73-7026-4121-41AE11E528E4}"/>
                </a:ext>
              </a:extLst>
            </p:cNvPr>
            <p:cNvCxnSpPr>
              <a:cxnSpLocks noChangeShapeType="1"/>
              <a:stCxn id="5" idx="4"/>
              <a:endCxn id="5" idx="6"/>
            </p:cNvCxnSpPr>
            <p:nvPr/>
          </p:nvCxnSpPr>
          <p:spPr bwMode="gray">
            <a:xfrm>
              <a:off x="558192" y="1446239"/>
              <a:ext cx="1519647"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8" name="TextBox 7">
            <a:extLst>
              <a:ext uri="{FF2B5EF4-FFF2-40B4-BE49-F238E27FC236}">
                <a16:creationId xmlns:a16="http://schemas.microsoft.com/office/drawing/2014/main" id="{C7BD7A01-C877-2FA4-5DB1-D83F10825F67}"/>
              </a:ext>
            </a:extLst>
          </p:cNvPr>
          <p:cNvSpPr txBox="1"/>
          <p:nvPr/>
        </p:nvSpPr>
        <p:spPr>
          <a:xfrm>
            <a:off x="1965067" y="3457293"/>
            <a:ext cx="761067" cy="61555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Request inbox streamlines communication between FSP and TM </a:t>
            </a:r>
          </a:p>
        </p:txBody>
      </p:sp>
      <p:sp>
        <p:nvSpPr>
          <p:cNvPr id="27" name="TrackerNumWhite 27">
            <a:extLst>
              <a:ext uri="{FF2B5EF4-FFF2-40B4-BE49-F238E27FC236}">
                <a16:creationId xmlns:a16="http://schemas.microsoft.com/office/drawing/2014/main" id="{9380316D-056D-FF70-2006-D80307AA1C45}"/>
              </a:ext>
            </a:extLst>
          </p:cNvPr>
          <p:cNvSpPr/>
          <p:nvPr>
            <p:custDataLst>
              <p:tags r:id="rId30"/>
            </p:custDataLst>
          </p:nvPr>
        </p:nvSpPr>
        <p:spPr>
          <a:xfrm>
            <a:off x="1658970" y="1760354"/>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1</a:t>
            </a:r>
          </a:p>
        </p:txBody>
      </p:sp>
      <p:sp>
        <p:nvSpPr>
          <p:cNvPr id="29" name="TrackerNumWhite 27">
            <a:extLst>
              <a:ext uri="{FF2B5EF4-FFF2-40B4-BE49-F238E27FC236}">
                <a16:creationId xmlns:a16="http://schemas.microsoft.com/office/drawing/2014/main" id="{1B48350C-C423-2267-59EC-45804541F41C}"/>
              </a:ext>
            </a:extLst>
          </p:cNvPr>
          <p:cNvSpPr/>
          <p:nvPr>
            <p:custDataLst>
              <p:tags r:id="rId31"/>
            </p:custDataLst>
          </p:nvPr>
        </p:nvSpPr>
        <p:spPr>
          <a:xfrm>
            <a:off x="1658970" y="2437319"/>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2A</a:t>
            </a:r>
          </a:p>
        </p:txBody>
      </p:sp>
      <p:sp>
        <p:nvSpPr>
          <p:cNvPr id="32" name="TrackerNumWhite 27">
            <a:extLst>
              <a:ext uri="{FF2B5EF4-FFF2-40B4-BE49-F238E27FC236}">
                <a16:creationId xmlns:a16="http://schemas.microsoft.com/office/drawing/2014/main" id="{7D04CA30-AD45-EF94-F42F-575419A84CBB}"/>
              </a:ext>
            </a:extLst>
          </p:cNvPr>
          <p:cNvSpPr/>
          <p:nvPr>
            <p:custDataLst>
              <p:tags r:id="rId32"/>
            </p:custDataLst>
          </p:nvPr>
        </p:nvSpPr>
        <p:spPr>
          <a:xfrm>
            <a:off x="3790231" y="2437319"/>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2B</a:t>
            </a:r>
          </a:p>
        </p:txBody>
      </p:sp>
      <p:sp>
        <p:nvSpPr>
          <p:cNvPr id="41" name="TrackerNumWhite 27">
            <a:extLst>
              <a:ext uri="{FF2B5EF4-FFF2-40B4-BE49-F238E27FC236}">
                <a16:creationId xmlns:a16="http://schemas.microsoft.com/office/drawing/2014/main" id="{591E9305-FAE7-A3E1-3B70-E150504BC1FF}"/>
              </a:ext>
            </a:extLst>
          </p:cNvPr>
          <p:cNvSpPr/>
          <p:nvPr>
            <p:custDataLst>
              <p:tags r:id="rId33"/>
            </p:custDataLst>
          </p:nvPr>
        </p:nvSpPr>
        <p:spPr>
          <a:xfrm>
            <a:off x="1658970" y="3047083"/>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3A</a:t>
            </a:r>
          </a:p>
        </p:txBody>
      </p:sp>
      <p:sp>
        <p:nvSpPr>
          <p:cNvPr id="44" name="TrackerNumWhite 27">
            <a:extLst>
              <a:ext uri="{FF2B5EF4-FFF2-40B4-BE49-F238E27FC236}">
                <a16:creationId xmlns:a16="http://schemas.microsoft.com/office/drawing/2014/main" id="{A5E303F4-7169-C9DD-4D97-CE966E7F0B88}"/>
              </a:ext>
            </a:extLst>
          </p:cNvPr>
          <p:cNvSpPr/>
          <p:nvPr>
            <p:custDataLst>
              <p:tags r:id="rId34"/>
            </p:custDataLst>
          </p:nvPr>
        </p:nvSpPr>
        <p:spPr>
          <a:xfrm>
            <a:off x="3790231" y="3047083"/>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3B</a:t>
            </a:r>
          </a:p>
        </p:txBody>
      </p:sp>
      <p:sp>
        <p:nvSpPr>
          <p:cNvPr id="46" name="TrackerNumWhite 27">
            <a:extLst>
              <a:ext uri="{FF2B5EF4-FFF2-40B4-BE49-F238E27FC236}">
                <a16:creationId xmlns:a16="http://schemas.microsoft.com/office/drawing/2014/main" id="{81CCA15C-6D49-7383-8F96-C2477917B9C3}"/>
              </a:ext>
            </a:extLst>
          </p:cNvPr>
          <p:cNvSpPr/>
          <p:nvPr>
            <p:custDataLst>
              <p:tags r:id="rId35"/>
            </p:custDataLst>
          </p:nvPr>
        </p:nvSpPr>
        <p:spPr>
          <a:xfrm>
            <a:off x="1678020" y="4049440"/>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4</a:t>
            </a:r>
          </a:p>
        </p:txBody>
      </p:sp>
      <p:sp>
        <p:nvSpPr>
          <p:cNvPr id="50" name="TrackerNumWhite 27">
            <a:extLst>
              <a:ext uri="{FF2B5EF4-FFF2-40B4-BE49-F238E27FC236}">
                <a16:creationId xmlns:a16="http://schemas.microsoft.com/office/drawing/2014/main" id="{73DEE6C7-DDC7-8C16-3B5C-399C8E9DF3B5}"/>
              </a:ext>
            </a:extLst>
          </p:cNvPr>
          <p:cNvSpPr/>
          <p:nvPr>
            <p:custDataLst>
              <p:tags r:id="rId36"/>
            </p:custDataLst>
          </p:nvPr>
        </p:nvSpPr>
        <p:spPr>
          <a:xfrm>
            <a:off x="5913431" y="3110690"/>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5</a:t>
            </a:r>
          </a:p>
        </p:txBody>
      </p:sp>
      <p:sp>
        <p:nvSpPr>
          <p:cNvPr id="52" name="TrackerNumWhite 27">
            <a:extLst>
              <a:ext uri="{FF2B5EF4-FFF2-40B4-BE49-F238E27FC236}">
                <a16:creationId xmlns:a16="http://schemas.microsoft.com/office/drawing/2014/main" id="{9A3C53B1-BC62-AFD1-6EAF-50D26ADB8DD0}"/>
              </a:ext>
            </a:extLst>
          </p:cNvPr>
          <p:cNvSpPr/>
          <p:nvPr>
            <p:custDataLst>
              <p:tags r:id="rId37"/>
            </p:custDataLst>
          </p:nvPr>
        </p:nvSpPr>
        <p:spPr>
          <a:xfrm>
            <a:off x="8356956" y="2555643"/>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7</a:t>
            </a:r>
          </a:p>
        </p:txBody>
      </p:sp>
      <p:sp>
        <p:nvSpPr>
          <p:cNvPr id="54" name="TrackerNumWhite 27">
            <a:extLst>
              <a:ext uri="{FF2B5EF4-FFF2-40B4-BE49-F238E27FC236}">
                <a16:creationId xmlns:a16="http://schemas.microsoft.com/office/drawing/2014/main" id="{7466D44F-1954-A149-10D7-4A93A29342C8}"/>
              </a:ext>
            </a:extLst>
          </p:cNvPr>
          <p:cNvSpPr/>
          <p:nvPr>
            <p:custDataLst>
              <p:tags r:id="rId38"/>
            </p:custDataLst>
          </p:nvPr>
        </p:nvSpPr>
        <p:spPr>
          <a:xfrm>
            <a:off x="8310450" y="4014041"/>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9A</a:t>
            </a:r>
          </a:p>
        </p:txBody>
      </p:sp>
      <p:sp>
        <p:nvSpPr>
          <p:cNvPr id="55" name="TrackerNumWhite 27">
            <a:extLst>
              <a:ext uri="{FF2B5EF4-FFF2-40B4-BE49-F238E27FC236}">
                <a16:creationId xmlns:a16="http://schemas.microsoft.com/office/drawing/2014/main" id="{E77D55D6-1B55-50F5-46C1-08D72D2C28A8}"/>
              </a:ext>
            </a:extLst>
          </p:cNvPr>
          <p:cNvSpPr/>
          <p:nvPr>
            <p:custDataLst>
              <p:tags r:id="rId39"/>
            </p:custDataLst>
          </p:nvPr>
        </p:nvSpPr>
        <p:spPr>
          <a:xfrm>
            <a:off x="8323150" y="4577320"/>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10</a:t>
            </a:r>
          </a:p>
        </p:txBody>
      </p:sp>
      <p:sp>
        <p:nvSpPr>
          <p:cNvPr id="58" name="TrackerNumWhite 27">
            <a:extLst>
              <a:ext uri="{FF2B5EF4-FFF2-40B4-BE49-F238E27FC236}">
                <a16:creationId xmlns:a16="http://schemas.microsoft.com/office/drawing/2014/main" id="{F3E27B99-9D1E-0D5B-643B-762213090875}"/>
              </a:ext>
            </a:extLst>
          </p:cNvPr>
          <p:cNvSpPr/>
          <p:nvPr>
            <p:custDataLst>
              <p:tags r:id="rId40"/>
            </p:custDataLst>
          </p:nvPr>
        </p:nvSpPr>
        <p:spPr>
          <a:xfrm>
            <a:off x="8819239" y="1955041"/>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8</a:t>
            </a:r>
          </a:p>
        </p:txBody>
      </p:sp>
      <p:sp>
        <p:nvSpPr>
          <p:cNvPr id="59" name="TrackerNumWhite 27">
            <a:extLst>
              <a:ext uri="{FF2B5EF4-FFF2-40B4-BE49-F238E27FC236}">
                <a16:creationId xmlns:a16="http://schemas.microsoft.com/office/drawing/2014/main" id="{81E682AB-AEB0-742F-CB03-AACC91F23E79}"/>
              </a:ext>
            </a:extLst>
          </p:cNvPr>
          <p:cNvSpPr/>
          <p:nvPr>
            <p:custDataLst>
              <p:tags r:id="rId41"/>
            </p:custDataLst>
          </p:nvPr>
        </p:nvSpPr>
        <p:spPr>
          <a:xfrm>
            <a:off x="9182429" y="5278810"/>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11</a:t>
            </a:r>
          </a:p>
        </p:txBody>
      </p:sp>
      <p:sp>
        <p:nvSpPr>
          <p:cNvPr id="67" name="TrackerNumWhite 27">
            <a:extLst>
              <a:ext uri="{FF2B5EF4-FFF2-40B4-BE49-F238E27FC236}">
                <a16:creationId xmlns:a16="http://schemas.microsoft.com/office/drawing/2014/main" id="{F3277DD3-B54E-61DB-D3BE-18E53E544D45}"/>
              </a:ext>
            </a:extLst>
          </p:cNvPr>
          <p:cNvSpPr/>
          <p:nvPr>
            <p:custDataLst>
              <p:tags r:id="rId42"/>
            </p:custDataLst>
          </p:nvPr>
        </p:nvSpPr>
        <p:spPr>
          <a:xfrm>
            <a:off x="7974817" y="5839732"/>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9B</a:t>
            </a:r>
          </a:p>
        </p:txBody>
      </p:sp>
      <p:sp>
        <p:nvSpPr>
          <p:cNvPr id="68" name="TrackerNumWhite 27">
            <a:extLst>
              <a:ext uri="{FF2B5EF4-FFF2-40B4-BE49-F238E27FC236}">
                <a16:creationId xmlns:a16="http://schemas.microsoft.com/office/drawing/2014/main" id="{303D3D4D-1638-410E-3C70-72C6A6B13D80}"/>
              </a:ext>
            </a:extLst>
          </p:cNvPr>
          <p:cNvSpPr/>
          <p:nvPr>
            <p:custDataLst>
              <p:tags r:id="rId43"/>
            </p:custDataLst>
          </p:nvPr>
        </p:nvSpPr>
        <p:spPr>
          <a:xfrm>
            <a:off x="9393983" y="5882067"/>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12</a:t>
            </a:r>
          </a:p>
        </p:txBody>
      </p:sp>
      <p:sp>
        <p:nvSpPr>
          <p:cNvPr id="81" name="Star: 5 Points 80">
            <a:extLst>
              <a:ext uri="{FF2B5EF4-FFF2-40B4-BE49-F238E27FC236}">
                <a16:creationId xmlns:a16="http://schemas.microsoft.com/office/drawing/2014/main" id="{0D622937-0414-73FE-20DA-9263B6C72339}"/>
              </a:ext>
            </a:extLst>
          </p:cNvPr>
          <p:cNvSpPr>
            <a:spLocks/>
          </p:cNvSpPr>
          <p:nvPr/>
        </p:nvSpPr>
        <p:spPr>
          <a:xfrm>
            <a:off x="1706831" y="3457293"/>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pic>
        <p:nvPicPr>
          <p:cNvPr id="97" name="CustomIcon">
            <a:extLst>
              <a:ext uri="{FF2B5EF4-FFF2-40B4-BE49-F238E27FC236}">
                <a16:creationId xmlns:a16="http://schemas.microsoft.com/office/drawing/2014/main" id="{B921910E-2015-B8A4-E441-DDA06D5F6FDD}"/>
              </a:ext>
            </a:extLst>
          </p:cNvPr>
          <p:cNvPicPr>
            <a:picLocks/>
          </p:cNvPicPr>
          <p:nvPr>
            <p:custDataLst>
              <p:tags r:id="rId44"/>
            </p:custDataLst>
          </p:nvPr>
        </p:nvPicPr>
        <p:blipFill>
          <a:blip>
            <a:extLst>
              <a:ext uri="{96DAC541-7B7A-43D3-8B79-37D633B846F1}">
                <asvg:svgBlip xmlns:asvg="http://schemas.microsoft.com/office/drawing/2016/SVG/main" r:embed="rId58"/>
              </a:ext>
            </a:extLst>
          </a:blip>
          <a:stretch>
            <a:fillRect/>
          </a:stretch>
        </p:blipFill>
        <p:spPr>
          <a:xfrm>
            <a:off x="4752311" y="2219272"/>
            <a:ext cx="183126" cy="182880"/>
          </a:xfrm>
          <a:prstGeom prst="rect">
            <a:avLst/>
          </a:prstGeom>
        </p:spPr>
      </p:pic>
      <p:sp>
        <p:nvSpPr>
          <p:cNvPr id="98" name="TextBox 97">
            <a:extLst>
              <a:ext uri="{FF2B5EF4-FFF2-40B4-BE49-F238E27FC236}">
                <a16:creationId xmlns:a16="http://schemas.microsoft.com/office/drawing/2014/main" id="{75970DB9-9725-1322-B213-1BDBEDDE2014}"/>
              </a:ext>
            </a:extLst>
          </p:cNvPr>
          <p:cNvSpPr txBox="1"/>
          <p:nvPr/>
        </p:nvSpPr>
        <p:spPr>
          <a:xfrm>
            <a:off x="4953153" y="2246933"/>
            <a:ext cx="1138306" cy="246221"/>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FSPs do not follow standard process</a:t>
            </a:r>
          </a:p>
        </p:txBody>
      </p:sp>
      <p:pic>
        <p:nvPicPr>
          <p:cNvPr id="103" name="CustomIcon">
            <a:extLst>
              <a:ext uri="{FF2B5EF4-FFF2-40B4-BE49-F238E27FC236}">
                <a16:creationId xmlns:a16="http://schemas.microsoft.com/office/drawing/2014/main" id="{B505A9F9-F819-C562-8054-FBFCA8935595}"/>
              </a:ext>
            </a:extLst>
          </p:cNvPr>
          <p:cNvPicPr>
            <a:picLocks/>
          </p:cNvPicPr>
          <p:nvPr>
            <p:custDataLst>
              <p:tags r:id="rId45"/>
            </p:custDataLst>
          </p:nvPr>
        </p:nvPicPr>
        <p:blipFill>
          <a:blip>
            <a:extLst>
              <a:ext uri="{96DAC541-7B7A-43D3-8B79-37D633B846F1}">
                <asvg:svgBlip xmlns:asvg="http://schemas.microsoft.com/office/drawing/2016/SVG/main" r:embed="rId58"/>
              </a:ext>
            </a:extLst>
          </a:blip>
          <a:stretch>
            <a:fillRect/>
          </a:stretch>
        </p:blipFill>
        <p:spPr>
          <a:xfrm>
            <a:off x="6013636" y="2336417"/>
            <a:ext cx="183126" cy="182880"/>
          </a:xfrm>
          <a:prstGeom prst="rect">
            <a:avLst/>
          </a:prstGeom>
        </p:spPr>
      </p:pic>
      <p:pic>
        <p:nvPicPr>
          <p:cNvPr id="11" name="CustomIcon">
            <a:extLst>
              <a:ext uri="{FF2B5EF4-FFF2-40B4-BE49-F238E27FC236}">
                <a16:creationId xmlns:a16="http://schemas.microsoft.com/office/drawing/2014/main" id="{A0BAB656-C1DF-02F0-197E-648F3F4C6967}"/>
              </a:ext>
            </a:extLst>
          </p:cNvPr>
          <p:cNvPicPr>
            <a:picLocks/>
          </p:cNvPicPr>
          <p:nvPr>
            <p:custDataLst>
              <p:tags r:id="rId46"/>
            </p:custDataLst>
          </p:nvPr>
        </p:nvPicPr>
        <p:blipFill>
          <a:blip>
            <a:extLst>
              <a:ext uri="{96DAC541-7B7A-43D3-8B79-37D633B846F1}">
                <asvg:svgBlip xmlns:asvg="http://schemas.microsoft.com/office/drawing/2016/SVG/main" r:embed="rId58"/>
              </a:ext>
            </a:extLst>
          </a:blip>
          <a:stretch>
            <a:fillRect/>
          </a:stretch>
        </p:blipFill>
        <p:spPr>
          <a:xfrm>
            <a:off x="8532942" y="3467937"/>
            <a:ext cx="183126" cy="182880"/>
          </a:xfrm>
          <a:prstGeom prst="rect">
            <a:avLst/>
          </a:prstGeom>
        </p:spPr>
      </p:pic>
      <p:sp>
        <p:nvSpPr>
          <p:cNvPr id="216" name="TextBox 215">
            <a:extLst>
              <a:ext uri="{FF2B5EF4-FFF2-40B4-BE49-F238E27FC236}">
                <a16:creationId xmlns:a16="http://schemas.microsoft.com/office/drawing/2014/main" id="{BD0B6290-5F05-6460-DFF6-D78FC7940522}"/>
              </a:ext>
            </a:extLst>
          </p:cNvPr>
          <p:cNvSpPr txBox="1">
            <a:spLocks/>
          </p:cNvSpPr>
          <p:nvPr/>
        </p:nvSpPr>
        <p:spPr>
          <a:xfrm>
            <a:off x="8773250" y="3467937"/>
            <a:ext cx="2136012" cy="336976"/>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50</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of NSP orders subject to possible delays or errors driven by incorrect pricing</a:t>
            </a:r>
          </a:p>
        </p:txBody>
      </p:sp>
      <p:sp>
        <p:nvSpPr>
          <p:cNvPr id="126" name="Star: 5 Points 125">
            <a:extLst>
              <a:ext uri="{FF2B5EF4-FFF2-40B4-BE49-F238E27FC236}">
                <a16:creationId xmlns:a16="http://schemas.microsoft.com/office/drawing/2014/main" id="{1525BDB7-C0FC-1080-0B71-7161C8D00F4E}"/>
              </a:ext>
            </a:extLst>
          </p:cNvPr>
          <p:cNvSpPr>
            <a:spLocks/>
          </p:cNvSpPr>
          <p:nvPr/>
        </p:nvSpPr>
        <p:spPr>
          <a:xfrm>
            <a:off x="9565478" y="5072165"/>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27" name="TextBox 126">
            <a:extLst>
              <a:ext uri="{FF2B5EF4-FFF2-40B4-BE49-F238E27FC236}">
                <a16:creationId xmlns:a16="http://schemas.microsoft.com/office/drawing/2014/main" id="{8A8CAEB4-F950-5D27-5239-EF9526CDC0BD}"/>
              </a:ext>
            </a:extLst>
          </p:cNvPr>
          <p:cNvSpPr txBox="1">
            <a:spLocks/>
          </p:cNvSpPr>
          <p:nvPr/>
        </p:nvSpPr>
        <p:spPr>
          <a:xfrm>
            <a:off x="9827398" y="5084197"/>
            <a:ext cx="1510218" cy="186962"/>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tracking initiative in-flight</a:t>
            </a:r>
          </a:p>
        </p:txBody>
      </p:sp>
      <p:sp>
        <p:nvSpPr>
          <p:cNvPr id="4" name="Subtitle 60">
            <a:extLst>
              <a:ext uri="{FF2B5EF4-FFF2-40B4-BE49-F238E27FC236}">
                <a16:creationId xmlns:a16="http://schemas.microsoft.com/office/drawing/2014/main" id="{7AD13D16-8CD6-22FE-8FAA-D4C24620EBC6}"/>
              </a:ext>
            </a:extLst>
          </p:cNvPr>
          <p:cNvSpPr>
            <a:spLocks noGrp="1"/>
          </p:cNvSpPr>
          <p:nvPr>
            <p:ph type="subTitle" idx="1"/>
          </p:nvPr>
        </p:nvSpPr>
        <p:spPr>
          <a:xfrm>
            <a:off x="554736" y="747641"/>
            <a:ext cx="10782879" cy="191600"/>
          </a:xfrm>
          <a:noFill/>
          <a:ln/>
          <a:extLst>
            <a:ext uri="{909E8E84-426E-40DD-AFC4-6F175D3DCCD1}">
              <a14:hiddenFill xmlns:a14="http://schemas.microsoft.com/office/drawing/2010/main">
                <a:solidFill>
                  <a:srgbClr val="FFFFFF"/>
                </a:solidFill>
              </a14:hiddenFill>
            </a:ext>
          </a:extLst>
        </p:spPr>
        <p:txBody>
          <a:bodyPr/>
          <a:lstStyle/>
          <a:p>
            <a:r>
              <a:rPr lang="en-US" sz="1400"/>
              <a:t>Standard process with collaboration between FSP – TM to place order</a:t>
            </a:r>
          </a:p>
        </p:txBody>
      </p:sp>
      <p:sp>
        <p:nvSpPr>
          <p:cNvPr id="14" name="TextBox 13">
            <a:extLst>
              <a:ext uri="{FF2B5EF4-FFF2-40B4-BE49-F238E27FC236}">
                <a16:creationId xmlns:a16="http://schemas.microsoft.com/office/drawing/2014/main" id="{49A848F7-446D-822A-4CEC-2D58A5D95A04}"/>
              </a:ext>
            </a:extLst>
          </p:cNvPr>
          <p:cNvSpPr txBox="1">
            <a:spLocks/>
          </p:cNvSpPr>
          <p:nvPr/>
        </p:nvSpPr>
        <p:spPr>
          <a:xfrm>
            <a:off x="9644052" y="1048991"/>
            <a:ext cx="864019"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Sequential flow</a:t>
            </a:r>
          </a:p>
        </p:txBody>
      </p:sp>
      <p:cxnSp>
        <p:nvCxnSpPr>
          <p:cNvPr id="18" name="Straight Arrow Connector 17">
            <a:extLst>
              <a:ext uri="{FF2B5EF4-FFF2-40B4-BE49-F238E27FC236}">
                <a16:creationId xmlns:a16="http://schemas.microsoft.com/office/drawing/2014/main" id="{61C40A81-2335-04B4-88DD-F25903AC725E}"/>
              </a:ext>
            </a:extLst>
          </p:cNvPr>
          <p:cNvCxnSpPr>
            <a:cxnSpLocks/>
          </p:cNvCxnSpPr>
          <p:nvPr/>
        </p:nvCxnSpPr>
        <p:spPr>
          <a:xfrm>
            <a:off x="9360336" y="1125935"/>
            <a:ext cx="230556" cy="0"/>
          </a:xfrm>
          <a:prstGeom prst="straightConnector1">
            <a:avLst/>
          </a:prstGeom>
          <a:ln w="6350" cmpd="sng">
            <a:solidFill>
              <a:schemeClr val="tx1">
                <a:lumMod val="50000"/>
                <a:lumOff val="50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31FE6D2B-CDA3-C962-78D9-2F6D40EEEA68}"/>
              </a:ext>
            </a:extLst>
          </p:cNvPr>
          <p:cNvSpPr txBox="1">
            <a:spLocks/>
          </p:cNvSpPr>
          <p:nvPr/>
        </p:nvSpPr>
        <p:spPr>
          <a:xfrm>
            <a:off x="10920722" y="1048991"/>
            <a:ext cx="716543"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Iterative flow</a:t>
            </a:r>
          </a:p>
        </p:txBody>
      </p:sp>
      <p:cxnSp>
        <p:nvCxnSpPr>
          <p:cNvPr id="21" name="Straight Arrow Connector 20">
            <a:extLst>
              <a:ext uri="{FF2B5EF4-FFF2-40B4-BE49-F238E27FC236}">
                <a16:creationId xmlns:a16="http://schemas.microsoft.com/office/drawing/2014/main" id="{1610EF09-084F-3C77-FD3A-D013CA24BF16}"/>
              </a:ext>
            </a:extLst>
          </p:cNvPr>
          <p:cNvCxnSpPr>
            <a:cxnSpLocks/>
          </p:cNvCxnSpPr>
          <p:nvPr/>
        </p:nvCxnSpPr>
        <p:spPr>
          <a:xfrm>
            <a:off x="10637008" y="1125935"/>
            <a:ext cx="230556" cy="0"/>
          </a:xfrm>
          <a:prstGeom prst="straightConnector1">
            <a:avLst/>
          </a:prstGeom>
          <a:ln w="6350" cmpd="sng">
            <a:solidFill>
              <a:schemeClr val="bg1">
                <a:lumMod val="50000"/>
              </a:schemeClr>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22" name="Legend1">
            <a:extLst>
              <a:ext uri="{FF2B5EF4-FFF2-40B4-BE49-F238E27FC236}">
                <a16:creationId xmlns:a16="http://schemas.microsoft.com/office/drawing/2014/main" id="{132CDBF8-B4DA-4C89-4B2C-3979556DF196}"/>
              </a:ext>
            </a:extLst>
          </p:cNvPr>
          <p:cNvSpPr txBox="1"/>
          <p:nvPr/>
        </p:nvSpPr>
        <p:spPr>
          <a:xfrm>
            <a:off x="8665539" y="1048991"/>
            <a:ext cx="56586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Pain point</a:t>
            </a:r>
          </a:p>
        </p:txBody>
      </p:sp>
      <p:pic>
        <p:nvPicPr>
          <p:cNvPr id="23" name="CustomIcon">
            <a:extLst>
              <a:ext uri="{FF2B5EF4-FFF2-40B4-BE49-F238E27FC236}">
                <a16:creationId xmlns:a16="http://schemas.microsoft.com/office/drawing/2014/main" id="{BA028072-4CE8-84B4-FC8C-143D2F98AE16}"/>
              </a:ext>
            </a:extLst>
          </p:cNvPr>
          <p:cNvPicPr>
            <a:picLocks/>
          </p:cNvPicPr>
          <p:nvPr>
            <p:custDataLst>
              <p:tags r:id="rId47"/>
            </p:custDataLst>
          </p:nvPr>
        </p:nvPicPr>
        <p:blipFill>
          <a:blip>
            <a:extLst>
              <a:ext uri="{96DAC541-7B7A-43D3-8B79-37D633B846F1}">
                <asvg:svgBlip xmlns:asvg="http://schemas.microsoft.com/office/drawing/2016/SVG/main" r:embed="rId58"/>
              </a:ext>
            </a:extLst>
          </a:blip>
          <a:stretch>
            <a:fillRect/>
          </a:stretch>
        </p:blipFill>
        <p:spPr>
          <a:xfrm>
            <a:off x="8429253" y="1034495"/>
            <a:ext cx="183126" cy="182880"/>
          </a:xfrm>
          <a:prstGeom prst="rect">
            <a:avLst/>
          </a:prstGeom>
        </p:spPr>
      </p:pic>
      <p:sp>
        <p:nvSpPr>
          <p:cNvPr id="26" name="Legend1">
            <a:extLst>
              <a:ext uri="{FF2B5EF4-FFF2-40B4-BE49-F238E27FC236}">
                <a16:creationId xmlns:a16="http://schemas.microsoft.com/office/drawing/2014/main" id="{906F8B8B-4CBD-39CE-F2D2-F0B1CD574C51}"/>
              </a:ext>
            </a:extLst>
          </p:cNvPr>
          <p:cNvSpPr txBox="1"/>
          <p:nvPr/>
        </p:nvSpPr>
        <p:spPr>
          <a:xfrm>
            <a:off x="6532267" y="1048991"/>
            <a:ext cx="1829027"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lang="en-US" sz="1000">
                <a:solidFill>
                  <a:srgbClr val="000000"/>
                </a:solidFill>
                <a:latin typeface="Arial"/>
              </a:rPr>
              <a:t>Strong process/initiative in place</a:t>
            </a: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28" name="Legend1">
            <a:extLst>
              <a:ext uri="{FF2B5EF4-FFF2-40B4-BE49-F238E27FC236}">
                <a16:creationId xmlns:a16="http://schemas.microsoft.com/office/drawing/2014/main" id="{39F6AC91-D305-FA29-4A6A-0A100E99C8D4}"/>
              </a:ext>
            </a:extLst>
          </p:cNvPr>
          <p:cNvSpPr txBox="1"/>
          <p:nvPr/>
        </p:nvSpPr>
        <p:spPr>
          <a:xfrm>
            <a:off x="4714245" y="1048991"/>
            <a:ext cx="1506823"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lang="en-US" sz="1000">
                <a:solidFill>
                  <a:srgbClr val="000000"/>
                </a:solidFill>
                <a:latin typeface="Arial"/>
              </a:rPr>
              <a:t>Tech / vendor dependency</a:t>
            </a: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34" name="Rectangle: Rounded Corners 33">
            <a:extLst>
              <a:ext uri="{FF2B5EF4-FFF2-40B4-BE49-F238E27FC236}">
                <a16:creationId xmlns:a16="http://schemas.microsoft.com/office/drawing/2014/main" id="{94D630D9-65D8-71F6-6303-F8F79D2EA12C}"/>
              </a:ext>
            </a:extLst>
          </p:cNvPr>
          <p:cNvSpPr>
            <a:spLocks/>
          </p:cNvSpPr>
          <p:nvPr/>
        </p:nvSpPr>
        <p:spPr>
          <a:xfrm>
            <a:off x="4469614" y="1034495"/>
            <a:ext cx="201168" cy="179067"/>
          </a:xfrm>
          <a:prstGeom prst="round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53" name="Star: 5 Points 52">
            <a:extLst>
              <a:ext uri="{FF2B5EF4-FFF2-40B4-BE49-F238E27FC236}">
                <a16:creationId xmlns:a16="http://schemas.microsoft.com/office/drawing/2014/main" id="{B254D6A9-C042-AA19-FCB7-E4091C42FCCB}"/>
              </a:ext>
            </a:extLst>
          </p:cNvPr>
          <p:cNvSpPr>
            <a:spLocks/>
          </p:cNvSpPr>
          <p:nvPr/>
        </p:nvSpPr>
        <p:spPr>
          <a:xfrm>
            <a:off x="6268549" y="1034495"/>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cxnSp>
        <p:nvCxnSpPr>
          <p:cNvPr id="65" name="Straight Arrow Connector 64">
            <a:extLst>
              <a:ext uri="{FF2B5EF4-FFF2-40B4-BE49-F238E27FC236}">
                <a16:creationId xmlns:a16="http://schemas.microsoft.com/office/drawing/2014/main" id="{51609B74-2068-13BC-B7C3-274B50BF7A59}"/>
              </a:ext>
            </a:extLst>
          </p:cNvPr>
          <p:cNvCxnSpPr>
            <a:cxnSpLocks/>
            <a:stCxn id="141" idx="0"/>
          </p:cNvCxnSpPr>
          <p:nvPr/>
        </p:nvCxnSpPr>
        <p:spPr>
          <a:xfrm flipH="1" flipV="1">
            <a:off x="7078413" y="2234973"/>
            <a:ext cx="1" cy="925046"/>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9E9267F7-6DFC-D000-124C-4A0653D1A4A7}"/>
              </a:ext>
            </a:extLst>
          </p:cNvPr>
          <p:cNvSpPr txBox="1">
            <a:spLocks/>
          </p:cNvSpPr>
          <p:nvPr/>
        </p:nvSpPr>
        <p:spPr>
          <a:xfrm>
            <a:off x="6253944" y="2687651"/>
            <a:ext cx="1936920" cy="301058"/>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800">
                <a:solidFill>
                  <a:srgbClr val="000000"/>
                </a:solidFill>
                <a:latin typeface="Arial" panose="020B0604020202020204" pitchFamily="34" charset="0"/>
                <a:sym typeface=""/>
              </a:rPr>
              <a:t>Order creation duplication (driven by distrust &amp; individual knowledge of complex systems)</a:t>
            </a:r>
          </a:p>
        </p:txBody>
      </p:sp>
      <p:sp>
        <p:nvSpPr>
          <p:cNvPr id="89" name="TextBox 88">
            <a:extLst>
              <a:ext uri="{FF2B5EF4-FFF2-40B4-BE49-F238E27FC236}">
                <a16:creationId xmlns:a16="http://schemas.microsoft.com/office/drawing/2014/main" id="{132C21EC-8EF5-DF65-CA9F-FF1AAE91C064}"/>
              </a:ext>
            </a:extLst>
          </p:cNvPr>
          <p:cNvSpPr txBox="1">
            <a:spLocks/>
          </p:cNvSpPr>
          <p:nvPr>
            <p:custDataLst>
              <p:tags r:id="rId48"/>
            </p:custDataLst>
          </p:nvPr>
        </p:nvSpPr>
        <p:spPr>
          <a:xfrm>
            <a:off x="6035502" y="1756550"/>
            <a:ext cx="2041637" cy="491405"/>
          </a:xfrm>
          <a:prstGeom prst="roundRect">
            <a:avLst/>
          </a:prstGeom>
          <a:solidFill>
            <a:schemeClr val="bg1"/>
          </a:solidFill>
          <a:ln>
            <a:solidFill>
              <a:schemeClr val="tx1"/>
            </a:solidFill>
            <a:prstDash val="solid"/>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FSP s</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elects decorator for order (based on historical preference </a:t>
            </a:r>
            <a:r>
              <a:rPr lang="en-US" sz="800">
                <a:solidFill>
                  <a:srgbClr val="000000"/>
                </a:solidFill>
                <a:latin typeface="Arial"/>
              </a:rPr>
              <a:t>where</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available) to assess price. If preference not provided, defaults to internal deco</a:t>
            </a:r>
          </a:p>
        </p:txBody>
      </p:sp>
      <p:sp>
        <p:nvSpPr>
          <p:cNvPr id="102" name="TextBox 101">
            <a:extLst>
              <a:ext uri="{FF2B5EF4-FFF2-40B4-BE49-F238E27FC236}">
                <a16:creationId xmlns:a16="http://schemas.microsoft.com/office/drawing/2014/main" id="{5D2F4F3B-D710-19F9-8C2D-4940AF69F848}"/>
              </a:ext>
            </a:extLst>
          </p:cNvPr>
          <p:cNvSpPr txBox="1">
            <a:spLocks/>
          </p:cNvSpPr>
          <p:nvPr/>
        </p:nvSpPr>
        <p:spPr>
          <a:xfrm>
            <a:off x="6253944" y="2336417"/>
            <a:ext cx="1936920" cy="369332"/>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800">
                <a:solidFill>
                  <a:srgbClr val="000000"/>
                </a:solidFill>
                <a:latin typeface="Arial" panose="020B0604020202020204" pitchFamily="34" charset="0"/>
                <a:sym typeface=""/>
              </a:rPr>
              <a:t>No set process for selecting deco/products slows orders, creates inconsistent pricing and CX</a:t>
            </a:r>
          </a:p>
        </p:txBody>
      </p:sp>
      <p:sp>
        <p:nvSpPr>
          <p:cNvPr id="51" name="TrackerNumWhite 27">
            <a:extLst>
              <a:ext uri="{FF2B5EF4-FFF2-40B4-BE49-F238E27FC236}">
                <a16:creationId xmlns:a16="http://schemas.microsoft.com/office/drawing/2014/main" id="{655C9EFC-F9D7-3673-3B71-692FA2599623}"/>
              </a:ext>
            </a:extLst>
          </p:cNvPr>
          <p:cNvSpPr/>
          <p:nvPr>
            <p:custDataLst>
              <p:tags r:id="rId49"/>
            </p:custDataLst>
          </p:nvPr>
        </p:nvSpPr>
        <p:spPr>
          <a:xfrm>
            <a:off x="5864963" y="1724070"/>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6</a:t>
            </a:r>
          </a:p>
        </p:txBody>
      </p:sp>
      <p:cxnSp>
        <p:nvCxnSpPr>
          <p:cNvPr id="100" name="Straight Arrow Connector 99">
            <a:extLst>
              <a:ext uri="{FF2B5EF4-FFF2-40B4-BE49-F238E27FC236}">
                <a16:creationId xmlns:a16="http://schemas.microsoft.com/office/drawing/2014/main" id="{961DE7CF-F6BD-33C2-5A09-DC633930A65A}"/>
              </a:ext>
            </a:extLst>
          </p:cNvPr>
          <p:cNvCxnSpPr>
            <a:cxnSpLocks/>
          </p:cNvCxnSpPr>
          <p:nvPr/>
        </p:nvCxnSpPr>
        <p:spPr>
          <a:xfrm>
            <a:off x="11056889" y="2939116"/>
            <a:ext cx="0" cy="1726859"/>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12" name="Connector: Elbow 111">
            <a:extLst>
              <a:ext uri="{FF2B5EF4-FFF2-40B4-BE49-F238E27FC236}">
                <a16:creationId xmlns:a16="http://schemas.microsoft.com/office/drawing/2014/main" id="{035B1FBD-C31C-201B-50DC-8A92BD62E2A8}"/>
              </a:ext>
            </a:extLst>
          </p:cNvPr>
          <p:cNvCxnSpPr>
            <a:cxnSpLocks/>
            <a:stCxn id="253" idx="3"/>
            <a:endCxn id="141" idx="1"/>
          </p:cNvCxnSpPr>
          <p:nvPr/>
        </p:nvCxnSpPr>
        <p:spPr>
          <a:xfrm>
            <a:off x="5822282" y="3278058"/>
            <a:ext cx="235313" cy="180161"/>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FF416F62-C6BD-2DC6-0628-9676EC573CBE}"/>
              </a:ext>
            </a:extLst>
          </p:cNvPr>
          <p:cNvCxnSpPr>
            <a:cxnSpLocks/>
          </p:cNvCxnSpPr>
          <p:nvPr/>
        </p:nvCxnSpPr>
        <p:spPr>
          <a:xfrm flipV="1">
            <a:off x="8922899" y="5031695"/>
            <a:ext cx="0" cy="840531"/>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60" name="Star: 5 Points 59">
            <a:extLst>
              <a:ext uri="{FF2B5EF4-FFF2-40B4-BE49-F238E27FC236}">
                <a16:creationId xmlns:a16="http://schemas.microsoft.com/office/drawing/2014/main" id="{1F12C520-EE85-76B2-DCD4-6633D3CF0B66}"/>
              </a:ext>
            </a:extLst>
          </p:cNvPr>
          <p:cNvSpPr>
            <a:spLocks/>
          </p:cNvSpPr>
          <p:nvPr/>
        </p:nvSpPr>
        <p:spPr>
          <a:xfrm>
            <a:off x="8813717" y="4421627"/>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61" name="TextBox 60">
            <a:extLst>
              <a:ext uri="{FF2B5EF4-FFF2-40B4-BE49-F238E27FC236}">
                <a16:creationId xmlns:a16="http://schemas.microsoft.com/office/drawing/2014/main" id="{EE57F320-B4AD-55B5-BE44-C0268950F792}"/>
              </a:ext>
            </a:extLst>
          </p:cNvPr>
          <p:cNvSpPr txBox="1">
            <a:spLocks/>
          </p:cNvSpPr>
          <p:nvPr/>
        </p:nvSpPr>
        <p:spPr>
          <a:xfrm>
            <a:off x="9093925" y="4415370"/>
            <a:ext cx="1073796" cy="27968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Cost sheet email inbox initiative in-flight</a:t>
            </a:r>
          </a:p>
        </p:txBody>
      </p:sp>
      <p:sp>
        <p:nvSpPr>
          <p:cNvPr id="62" name="Star: 5 Points 61">
            <a:extLst>
              <a:ext uri="{FF2B5EF4-FFF2-40B4-BE49-F238E27FC236}">
                <a16:creationId xmlns:a16="http://schemas.microsoft.com/office/drawing/2014/main" id="{2DB283C4-9FC3-6B3E-F73D-724DC285083D}"/>
              </a:ext>
            </a:extLst>
          </p:cNvPr>
          <p:cNvSpPr>
            <a:spLocks/>
          </p:cNvSpPr>
          <p:nvPr/>
        </p:nvSpPr>
        <p:spPr>
          <a:xfrm>
            <a:off x="8501067" y="3757845"/>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63" name="TextBox 62">
            <a:extLst>
              <a:ext uri="{FF2B5EF4-FFF2-40B4-BE49-F238E27FC236}">
                <a16:creationId xmlns:a16="http://schemas.microsoft.com/office/drawing/2014/main" id="{C4FCC2EC-BFDA-4878-9A16-9FEC9D122983}"/>
              </a:ext>
            </a:extLst>
          </p:cNvPr>
          <p:cNvSpPr txBox="1">
            <a:spLocks/>
          </p:cNvSpPr>
          <p:nvPr/>
        </p:nvSpPr>
        <p:spPr>
          <a:xfrm>
            <a:off x="8781275" y="3785277"/>
            <a:ext cx="2136012" cy="145322"/>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Freight quote dept. initiative in-flight</a:t>
            </a:r>
          </a:p>
        </p:txBody>
      </p:sp>
    </p:spTree>
    <p:extLst>
      <p:ext uri="{BB962C8B-B14F-4D97-AF65-F5344CB8AC3E}">
        <p14:creationId xmlns:p14="http://schemas.microsoft.com/office/powerpoint/2010/main" val="352440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C41F3C-B5B3-2B82-9385-D15277232140}"/>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705DCFC0-9336-6B20-744A-5544A90A13EE}"/>
              </a:ext>
            </a:extLst>
          </p:cNvPr>
          <p:cNvGraphicFramePr>
            <a:graphicFrameLocks noChangeAspect="1"/>
          </p:cNvGraphicFramePr>
          <p:nvPr>
            <p:custDataLst>
              <p:tags r:id="rId1"/>
            </p:custDataLst>
            <p:extLst>
              <p:ext uri="{D42A27DB-BD31-4B8C-83A1-F6EECF244321}">
                <p14:modId xmlns:p14="http://schemas.microsoft.com/office/powerpoint/2010/main" val="26893241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6" imgW="404" imgH="405" progId="TCLayout.ActiveDocument.1">
                  <p:embed/>
                </p:oleObj>
              </mc:Choice>
              <mc:Fallback>
                <p:oleObj name="think-cell Slide" r:id="rId46" imgW="404" imgH="405" progId="TCLayout.ActiveDocument.1">
                  <p:embed/>
                  <p:pic>
                    <p:nvPicPr>
                      <p:cNvPr id="6" name="Object 2" hidden="1">
                        <a:extLst>
                          <a:ext uri="{FF2B5EF4-FFF2-40B4-BE49-F238E27FC236}">
                            <a16:creationId xmlns:a16="http://schemas.microsoft.com/office/drawing/2014/main" id="{705DCFC0-9336-6B20-744A-5544A90A13EE}"/>
                          </a:ext>
                        </a:extLst>
                      </p:cNvPr>
                      <p:cNvPicPr/>
                      <p:nvPr/>
                    </p:nvPicPr>
                    <p:blipFill>
                      <a:blip r:embed="rId47"/>
                      <a:stretch>
                        <a:fillRect/>
                      </a:stretch>
                    </p:blipFill>
                    <p:spPr>
                      <a:xfrm>
                        <a:off x="1588" y="1588"/>
                        <a:ext cx="1588" cy="1588"/>
                      </a:xfrm>
                      <a:prstGeom prst="rect">
                        <a:avLst/>
                      </a:prstGeom>
                    </p:spPr>
                  </p:pic>
                </p:oleObj>
              </mc:Fallback>
            </mc:AlternateContent>
          </a:graphicData>
        </a:graphic>
      </p:graphicFrame>
      <p:cxnSp>
        <p:nvCxnSpPr>
          <p:cNvPr id="122" name="Straight Arrow Connector 121">
            <a:extLst>
              <a:ext uri="{FF2B5EF4-FFF2-40B4-BE49-F238E27FC236}">
                <a16:creationId xmlns:a16="http://schemas.microsoft.com/office/drawing/2014/main" id="{B2DBEE1C-5003-AD14-EE2D-334386E0C790}"/>
              </a:ext>
            </a:extLst>
          </p:cNvPr>
          <p:cNvCxnSpPr>
            <a:cxnSpLocks/>
          </p:cNvCxnSpPr>
          <p:nvPr/>
        </p:nvCxnSpPr>
        <p:spPr>
          <a:xfrm>
            <a:off x="8736943" y="3603791"/>
            <a:ext cx="0" cy="233172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48" name="GreyLineContentSeparatorDefault 69">
            <a:extLst>
              <a:ext uri="{FF2B5EF4-FFF2-40B4-BE49-F238E27FC236}">
                <a16:creationId xmlns:a16="http://schemas.microsoft.com/office/drawing/2014/main" id="{942EE996-401C-6FF6-2A09-314634AFFC5C}"/>
              </a:ext>
            </a:extLst>
          </p:cNvPr>
          <p:cNvCxnSpPr>
            <a:cxnSpLocks/>
          </p:cNvCxnSpPr>
          <p:nvPr>
            <p:custDataLst>
              <p:tags r:id="rId2"/>
            </p:custDataLst>
          </p:nvPr>
        </p:nvCxnSpPr>
        <p:spPr>
          <a:xfrm>
            <a:off x="554736" y="5834467"/>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 name="2. Slide Title">
            <a:extLst>
              <a:ext uri="{FF2B5EF4-FFF2-40B4-BE49-F238E27FC236}">
                <a16:creationId xmlns:a16="http://schemas.microsoft.com/office/drawing/2014/main" id="{AB5B3B97-4E5A-ED52-7A75-E07879634FEA}"/>
              </a:ext>
            </a:extLst>
          </p:cNvPr>
          <p:cNvSpPr>
            <a:spLocks noGrp="1"/>
          </p:cNvSpPr>
          <p:nvPr>
            <p:ph type="title"/>
            <p:custDataLst>
              <p:tags r:id="rId3"/>
            </p:custDataLst>
          </p:nvPr>
        </p:nvSpPr>
        <p:spPr>
          <a:xfrm>
            <a:off x="554736" y="400419"/>
            <a:ext cx="11082528" cy="357790"/>
          </a:xfrm>
          <a:noFill/>
          <a:ln/>
          <a:extLst>
            <a:ext uri="{909E8E84-426E-40DD-AFC4-6F175D3DCCD1}">
              <a14:hiddenFill xmlns:a14="http://schemas.microsoft.com/office/drawing/2010/main">
                <a:solidFill>
                  <a:srgbClr val="FFFFFF"/>
                </a:solidFill>
              </a14:hiddenFill>
            </a:ext>
          </a:extLst>
        </p:spPr>
        <p:txBody>
          <a:bodyPr vert="horz">
            <a:spAutoFit/>
          </a:bodyPr>
          <a:lstStyle/>
          <a:p>
            <a:r>
              <a:rPr lang="en-US" dirty="0"/>
              <a:t>A. Order Intake &amp; Creation: FSP process flow</a:t>
            </a:r>
          </a:p>
        </p:txBody>
      </p:sp>
      <p:sp>
        <p:nvSpPr>
          <p:cNvPr id="90" name="TextBox 89">
            <a:extLst>
              <a:ext uri="{FF2B5EF4-FFF2-40B4-BE49-F238E27FC236}">
                <a16:creationId xmlns:a16="http://schemas.microsoft.com/office/drawing/2014/main" id="{89A2383C-D28A-05BD-E0F0-2825FE551657}"/>
              </a:ext>
            </a:extLst>
          </p:cNvPr>
          <p:cNvSpPr txBox="1">
            <a:spLocks/>
          </p:cNvSpPr>
          <p:nvPr/>
        </p:nvSpPr>
        <p:spPr>
          <a:xfrm>
            <a:off x="9644052" y="1141199"/>
            <a:ext cx="864019"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Sequential flow</a:t>
            </a:r>
          </a:p>
        </p:txBody>
      </p:sp>
      <p:cxnSp>
        <p:nvCxnSpPr>
          <p:cNvPr id="93" name="Straight Arrow Connector 92">
            <a:extLst>
              <a:ext uri="{FF2B5EF4-FFF2-40B4-BE49-F238E27FC236}">
                <a16:creationId xmlns:a16="http://schemas.microsoft.com/office/drawing/2014/main" id="{4A01715B-67C4-308D-9C40-9484696E8771}"/>
              </a:ext>
            </a:extLst>
          </p:cNvPr>
          <p:cNvCxnSpPr>
            <a:cxnSpLocks/>
          </p:cNvCxnSpPr>
          <p:nvPr/>
        </p:nvCxnSpPr>
        <p:spPr>
          <a:xfrm>
            <a:off x="9360336" y="1218143"/>
            <a:ext cx="230556" cy="0"/>
          </a:xfrm>
          <a:prstGeom prst="straightConnector1">
            <a:avLst/>
          </a:prstGeom>
          <a:ln w="6350" cmpd="sng">
            <a:solidFill>
              <a:schemeClr val="tx1">
                <a:lumMod val="50000"/>
                <a:lumOff val="50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747AFDFB-0DAA-0311-EC51-5778020F02A1}"/>
              </a:ext>
            </a:extLst>
          </p:cNvPr>
          <p:cNvSpPr txBox="1">
            <a:spLocks/>
          </p:cNvSpPr>
          <p:nvPr/>
        </p:nvSpPr>
        <p:spPr>
          <a:xfrm>
            <a:off x="10920722" y="1141199"/>
            <a:ext cx="716543"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Iterative flow</a:t>
            </a:r>
          </a:p>
        </p:txBody>
      </p:sp>
      <p:cxnSp>
        <p:nvCxnSpPr>
          <p:cNvPr id="95" name="Straight Arrow Connector 94">
            <a:extLst>
              <a:ext uri="{FF2B5EF4-FFF2-40B4-BE49-F238E27FC236}">
                <a16:creationId xmlns:a16="http://schemas.microsoft.com/office/drawing/2014/main" id="{FCC52C5E-B224-E86E-01BA-CBDA57729B29}"/>
              </a:ext>
            </a:extLst>
          </p:cNvPr>
          <p:cNvCxnSpPr>
            <a:cxnSpLocks/>
          </p:cNvCxnSpPr>
          <p:nvPr/>
        </p:nvCxnSpPr>
        <p:spPr>
          <a:xfrm>
            <a:off x="10637008" y="1218143"/>
            <a:ext cx="230556" cy="0"/>
          </a:xfrm>
          <a:prstGeom prst="straightConnector1">
            <a:avLst/>
          </a:prstGeom>
          <a:ln w="6350" cmpd="sng">
            <a:solidFill>
              <a:schemeClr val="bg1">
                <a:lumMod val="50000"/>
              </a:schemeClr>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20" name="Legend1">
            <a:extLst>
              <a:ext uri="{FF2B5EF4-FFF2-40B4-BE49-F238E27FC236}">
                <a16:creationId xmlns:a16="http://schemas.microsoft.com/office/drawing/2014/main" id="{8B23D9AC-9F58-F380-71BF-02B6B9C64D72}"/>
              </a:ext>
            </a:extLst>
          </p:cNvPr>
          <p:cNvSpPr txBox="1"/>
          <p:nvPr/>
        </p:nvSpPr>
        <p:spPr>
          <a:xfrm>
            <a:off x="8665539" y="1141199"/>
            <a:ext cx="56586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Pain point</a:t>
            </a:r>
          </a:p>
        </p:txBody>
      </p:sp>
      <p:pic>
        <p:nvPicPr>
          <p:cNvPr id="123" name="CustomIcon">
            <a:extLst>
              <a:ext uri="{FF2B5EF4-FFF2-40B4-BE49-F238E27FC236}">
                <a16:creationId xmlns:a16="http://schemas.microsoft.com/office/drawing/2014/main" id="{0D5AC5E5-A3A7-E821-7D43-9B993499989A}"/>
              </a:ext>
            </a:extLst>
          </p:cNvPr>
          <p:cNvPicPr>
            <a:picLocks/>
          </p:cNvPicPr>
          <p:nvPr>
            <p:custDataLst>
              <p:tags r:id="rId4"/>
            </p:custDataLst>
          </p:nvPr>
        </p:nvPicPr>
        <p:blipFill>
          <a:blip>
            <a:extLst>
              <a:ext uri="{96DAC541-7B7A-43D3-8B79-37D633B846F1}">
                <asvg:svgBlip xmlns:asvg="http://schemas.microsoft.com/office/drawing/2016/SVG/main" r:embed="rId48"/>
              </a:ext>
            </a:extLst>
          </a:blip>
          <a:stretch>
            <a:fillRect/>
          </a:stretch>
        </p:blipFill>
        <p:spPr>
          <a:xfrm>
            <a:off x="8429253" y="1126703"/>
            <a:ext cx="183126" cy="182880"/>
          </a:xfrm>
          <a:prstGeom prst="rect">
            <a:avLst/>
          </a:prstGeom>
        </p:spPr>
      </p:pic>
      <p:sp>
        <p:nvSpPr>
          <p:cNvPr id="24" name="TextBox 23">
            <a:extLst>
              <a:ext uri="{FF2B5EF4-FFF2-40B4-BE49-F238E27FC236}">
                <a16:creationId xmlns:a16="http://schemas.microsoft.com/office/drawing/2014/main" id="{C4352906-E708-7F1E-FED3-20E0E8626BBB}"/>
              </a:ext>
            </a:extLst>
          </p:cNvPr>
          <p:cNvSpPr txBox="1">
            <a:spLocks/>
          </p:cNvSpPr>
          <p:nvPr>
            <p:custDataLst>
              <p:tags r:id="rId5"/>
            </p:custDataLst>
          </p:nvPr>
        </p:nvSpPr>
        <p:spPr>
          <a:xfrm>
            <a:off x="1818609" y="1858412"/>
            <a:ext cx="4003673" cy="459261"/>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(e.g., high school coach) contacts FSP with order request (no standardized order template, significant variance in how much required information is shared by the customer in initial request)</a:t>
            </a:r>
          </a:p>
        </p:txBody>
      </p:sp>
      <p:sp>
        <p:nvSpPr>
          <p:cNvPr id="89" name="TextBox 88">
            <a:extLst>
              <a:ext uri="{FF2B5EF4-FFF2-40B4-BE49-F238E27FC236}">
                <a16:creationId xmlns:a16="http://schemas.microsoft.com/office/drawing/2014/main" id="{EC97F64B-8154-F7F0-40E1-E1A0C90AA229}"/>
              </a:ext>
            </a:extLst>
          </p:cNvPr>
          <p:cNvSpPr txBox="1">
            <a:spLocks/>
          </p:cNvSpPr>
          <p:nvPr>
            <p:custDataLst>
              <p:tags r:id="rId6"/>
            </p:custDataLst>
          </p:nvPr>
        </p:nvSpPr>
        <p:spPr>
          <a:xfrm>
            <a:off x="1818609" y="4031422"/>
            <a:ext cx="4003673" cy="415972"/>
          </a:xfrm>
          <a:prstGeom prst="roundRect">
            <a:avLst/>
          </a:prstGeom>
          <a:ln>
            <a:solidFill>
              <a:schemeClr val="tx1"/>
            </a:solidFill>
            <a:prstDash val="solid"/>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lvl="0" algn="ctr">
              <a:defRPr/>
            </a:pPr>
            <a:r>
              <a:rPr lang="en-US" sz="800">
                <a:solidFill>
                  <a:srgbClr val="000000"/>
                </a:solidFill>
              </a:rPr>
              <a:t>Selects decorator for order (based on historical preference where available) to assess price. If preference not provided, defaults to internal deco</a:t>
            </a:r>
          </a:p>
        </p:txBody>
      </p:sp>
      <p:sp>
        <p:nvSpPr>
          <p:cNvPr id="141" name="TextBox 140">
            <a:extLst>
              <a:ext uri="{FF2B5EF4-FFF2-40B4-BE49-F238E27FC236}">
                <a16:creationId xmlns:a16="http://schemas.microsoft.com/office/drawing/2014/main" id="{31759440-C9DB-0281-FD71-88B44661229D}"/>
              </a:ext>
            </a:extLst>
          </p:cNvPr>
          <p:cNvSpPr txBox="1">
            <a:spLocks/>
          </p:cNvSpPr>
          <p:nvPr>
            <p:custDataLst>
              <p:tags r:id="rId7"/>
            </p:custDataLst>
          </p:nvPr>
        </p:nvSpPr>
        <p:spPr>
          <a:xfrm>
            <a:off x="1818609" y="3263405"/>
            <a:ext cx="4003673" cy="504850"/>
          </a:xfrm>
          <a:prstGeom prst="roundRect">
            <a:avLst/>
          </a:prstGeom>
          <a:solidFill>
            <a:schemeClr val="accent3">
              <a:lumMod val="20000"/>
              <a:lumOff val="80000"/>
            </a:schemeClr>
          </a:solidFill>
          <a:ln>
            <a:solidFill>
              <a:schemeClr val="tx1"/>
            </a:solidFill>
            <a:prstDash val="solid"/>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FSP creates order in VOE or QOE system (VOE can be used for standard SKU order, QOE required if order includes an NSP) and selects products</a:t>
            </a:r>
          </a:p>
        </p:txBody>
      </p:sp>
      <p:sp>
        <p:nvSpPr>
          <p:cNvPr id="166" name="TextBox 165">
            <a:extLst>
              <a:ext uri="{FF2B5EF4-FFF2-40B4-BE49-F238E27FC236}">
                <a16:creationId xmlns:a16="http://schemas.microsoft.com/office/drawing/2014/main" id="{A53B5560-1B19-9A19-A639-230FB3A0AA52}"/>
              </a:ext>
            </a:extLst>
          </p:cNvPr>
          <p:cNvSpPr txBox="1">
            <a:spLocks/>
          </p:cNvSpPr>
          <p:nvPr>
            <p:custDataLst>
              <p:tags r:id="rId8"/>
            </p:custDataLst>
          </p:nvPr>
        </p:nvSpPr>
        <p:spPr>
          <a:xfrm>
            <a:off x="8511917" y="3291876"/>
            <a:ext cx="1636306" cy="311576"/>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Reaches out to vendor if cost outdated to update pricing</a:t>
            </a:r>
          </a:p>
        </p:txBody>
      </p:sp>
      <p:sp>
        <p:nvSpPr>
          <p:cNvPr id="202" name="TextBox 201">
            <a:extLst>
              <a:ext uri="{FF2B5EF4-FFF2-40B4-BE49-F238E27FC236}">
                <a16:creationId xmlns:a16="http://schemas.microsoft.com/office/drawing/2014/main" id="{F037314F-A26D-CB5B-0B5B-1E7C948FA3DA}"/>
              </a:ext>
            </a:extLst>
          </p:cNvPr>
          <p:cNvSpPr txBox="1">
            <a:spLocks/>
          </p:cNvSpPr>
          <p:nvPr>
            <p:custDataLst>
              <p:tags r:id="rId9"/>
            </p:custDataLst>
          </p:nvPr>
        </p:nvSpPr>
        <p:spPr>
          <a:xfrm>
            <a:off x="8115664" y="5925934"/>
            <a:ext cx="1176344" cy="445037"/>
          </a:xfrm>
          <a:prstGeom prst="roundRect">
            <a:avLst/>
          </a:prstGeom>
          <a:solidFill>
            <a:schemeClr val="accent3">
              <a:lumMod val="20000"/>
              <a:lumOff val="80000"/>
            </a:schemeClr>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Purchasing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updates costs from vendors on SAP</a:t>
            </a:r>
          </a:p>
        </p:txBody>
      </p:sp>
      <p:sp>
        <p:nvSpPr>
          <p:cNvPr id="259" name="TextBox 258">
            <a:extLst>
              <a:ext uri="{FF2B5EF4-FFF2-40B4-BE49-F238E27FC236}">
                <a16:creationId xmlns:a16="http://schemas.microsoft.com/office/drawing/2014/main" id="{11678265-B554-C718-6F87-5B9F1F476638}"/>
              </a:ext>
            </a:extLst>
          </p:cNvPr>
          <p:cNvSpPr txBox="1">
            <a:spLocks/>
          </p:cNvSpPr>
          <p:nvPr>
            <p:custDataLst>
              <p:tags r:id="rId10"/>
            </p:custDataLst>
          </p:nvPr>
        </p:nvSpPr>
        <p:spPr>
          <a:xfrm>
            <a:off x="8452648" y="4366850"/>
            <a:ext cx="2884967" cy="242805"/>
          </a:xfrm>
          <a:prstGeom prst="roundRect">
            <a:avLst/>
          </a:prstGeom>
          <a:solidFill>
            <a:schemeClr val="bg1"/>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approves or provides edits to order and pricing</a:t>
            </a:r>
          </a:p>
        </p:txBody>
      </p:sp>
      <p:cxnSp>
        <p:nvCxnSpPr>
          <p:cNvPr id="263" name="Straight Arrow Connector 262">
            <a:extLst>
              <a:ext uri="{FF2B5EF4-FFF2-40B4-BE49-F238E27FC236}">
                <a16:creationId xmlns:a16="http://schemas.microsoft.com/office/drawing/2014/main" id="{C2B17C00-8982-2437-1BEA-1E9F6E8A3D25}"/>
              </a:ext>
            </a:extLst>
          </p:cNvPr>
          <p:cNvCxnSpPr>
            <a:cxnSpLocks/>
          </p:cNvCxnSpPr>
          <p:nvPr/>
        </p:nvCxnSpPr>
        <p:spPr>
          <a:xfrm>
            <a:off x="9330070" y="2105885"/>
            <a:ext cx="0" cy="118872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267" name="Straight Arrow Connector 266">
            <a:extLst>
              <a:ext uri="{FF2B5EF4-FFF2-40B4-BE49-F238E27FC236}">
                <a16:creationId xmlns:a16="http://schemas.microsoft.com/office/drawing/2014/main" id="{8088D6CE-D4B2-E168-5CD5-53C33723FE2E}"/>
              </a:ext>
            </a:extLst>
          </p:cNvPr>
          <p:cNvCxnSpPr>
            <a:cxnSpLocks/>
          </p:cNvCxnSpPr>
          <p:nvPr/>
        </p:nvCxnSpPr>
        <p:spPr>
          <a:xfrm>
            <a:off x="11081808" y="2145200"/>
            <a:ext cx="0" cy="1598599"/>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276" name="Connector: Elbow 275">
            <a:extLst>
              <a:ext uri="{FF2B5EF4-FFF2-40B4-BE49-F238E27FC236}">
                <a16:creationId xmlns:a16="http://schemas.microsoft.com/office/drawing/2014/main" id="{58C96A9C-1A8E-E4FC-2D4D-B7759139177C}"/>
              </a:ext>
            </a:extLst>
          </p:cNvPr>
          <p:cNvCxnSpPr>
            <a:cxnSpLocks/>
            <a:stCxn id="89" idx="3"/>
            <a:endCxn id="31" idx="1"/>
          </p:cNvCxnSpPr>
          <p:nvPr/>
        </p:nvCxnSpPr>
        <p:spPr>
          <a:xfrm flipV="1">
            <a:off x="5822282" y="2010333"/>
            <a:ext cx="2630366" cy="2229075"/>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82" name="TextBox 281">
            <a:extLst>
              <a:ext uri="{FF2B5EF4-FFF2-40B4-BE49-F238E27FC236}">
                <a16:creationId xmlns:a16="http://schemas.microsoft.com/office/drawing/2014/main" id="{17707AD6-C6E5-FDA6-8B3C-A6180849AF5C}"/>
              </a:ext>
            </a:extLst>
          </p:cNvPr>
          <p:cNvSpPr txBox="1">
            <a:spLocks/>
          </p:cNvSpPr>
          <p:nvPr>
            <p:custDataLst>
              <p:tags r:id="rId11"/>
            </p:custDataLst>
          </p:nvPr>
        </p:nvSpPr>
        <p:spPr>
          <a:xfrm>
            <a:off x="9330070" y="5421405"/>
            <a:ext cx="2200800" cy="372389"/>
          </a:xfrm>
          <a:prstGeom prst="roundRect">
            <a:avLst/>
          </a:prstGeom>
          <a:solidFill>
            <a:schemeClr val="accent3">
              <a:lumMod val="20000"/>
              <a:lumOff val="80000"/>
            </a:schemeClr>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Support Sales Pro with any edits to order once </a:t>
            </a:r>
            <a:b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b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is released </a:t>
            </a: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(if applicable)</a:t>
            </a:r>
          </a:p>
        </p:txBody>
      </p:sp>
      <p:cxnSp>
        <p:nvCxnSpPr>
          <p:cNvPr id="289" name="Connector: Elbow 288">
            <a:extLst>
              <a:ext uri="{FF2B5EF4-FFF2-40B4-BE49-F238E27FC236}">
                <a16:creationId xmlns:a16="http://schemas.microsoft.com/office/drawing/2014/main" id="{EE8C0191-5147-5D78-9F5F-8D99CEDFDEE7}"/>
              </a:ext>
            </a:extLst>
          </p:cNvPr>
          <p:cNvCxnSpPr>
            <a:cxnSpLocks/>
            <a:stCxn id="259" idx="3"/>
            <a:endCxn id="157" idx="3"/>
          </p:cNvCxnSpPr>
          <p:nvPr/>
        </p:nvCxnSpPr>
        <p:spPr>
          <a:xfrm flipV="1">
            <a:off x="11337615" y="3878581"/>
            <a:ext cx="12700" cy="609672"/>
          </a:xfrm>
          <a:prstGeom prst="bentConnector3">
            <a:avLst>
              <a:gd name="adj1" fmla="val 1800000"/>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95" name="Connector: Elbow 294">
            <a:extLst>
              <a:ext uri="{FF2B5EF4-FFF2-40B4-BE49-F238E27FC236}">
                <a16:creationId xmlns:a16="http://schemas.microsoft.com/office/drawing/2014/main" id="{FD984C95-C088-C7B6-584A-554B6DA0F926}"/>
              </a:ext>
            </a:extLst>
          </p:cNvPr>
          <p:cNvCxnSpPr>
            <a:cxnSpLocks/>
            <a:stCxn id="259" idx="3"/>
            <a:endCxn id="282" idx="3"/>
          </p:cNvCxnSpPr>
          <p:nvPr/>
        </p:nvCxnSpPr>
        <p:spPr>
          <a:xfrm>
            <a:off x="11337615" y="4488253"/>
            <a:ext cx="193255" cy="1119347"/>
          </a:xfrm>
          <a:prstGeom prst="bentConnector3">
            <a:avLst>
              <a:gd name="adj1" fmla="val 218289"/>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E3EF3EAC-2D51-A502-216D-39442083E08B}"/>
              </a:ext>
            </a:extLst>
          </p:cNvPr>
          <p:cNvSpPr txBox="1">
            <a:spLocks/>
          </p:cNvSpPr>
          <p:nvPr>
            <p:custDataLst>
              <p:tags r:id="rId12"/>
            </p:custDataLst>
          </p:nvPr>
        </p:nvSpPr>
        <p:spPr>
          <a:xfrm>
            <a:off x="8452648" y="3743799"/>
            <a:ext cx="2884967" cy="269564"/>
          </a:xfrm>
          <a:prstGeom prst="roundRect">
            <a:avLst/>
          </a:prstGeom>
          <a:solidFill>
            <a:schemeClr val="accent3">
              <a:lumMod val="20000"/>
              <a:lumOff val="80000"/>
            </a:schemeClr>
          </a:solidFill>
          <a:ln>
            <a:solidFill>
              <a:schemeClr val="tx1"/>
            </a:solidFill>
            <a:prstDash val="solid"/>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Sends order details to customer for approval</a:t>
            </a:r>
          </a:p>
        </p:txBody>
      </p:sp>
      <p:cxnSp>
        <p:nvCxnSpPr>
          <p:cNvPr id="312" name="Straight Arrow Connector 311">
            <a:extLst>
              <a:ext uri="{FF2B5EF4-FFF2-40B4-BE49-F238E27FC236}">
                <a16:creationId xmlns:a16="http://schemas.microsoft.com/office/drawing/2014/main" id="{92D64412-D9A2-0F11-5FAB-A09F86796951}"/>
              </a:ext>
            </a:extLst>
          </p:cNvPr>
          <p:cNvCxnSpPr>
            <a:cxnSpLocks/>
          </p:cNvCxnSpPr>
          <p:nvPr/>
        </p:nvCxnSpPr>
        <p:spPr>
          <a:xfrm>
            <a:off x="9330070" y="3603452"/>
            <a:ext cx="0" cy="148375"/>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313" name="TextBox 312">
            <a:extLst>
              <a:ext uri="{FF2B5EF4-FFF2-40B4-BE49-F238E27FC236}">
                <a16:creationId xmlns:a16="http://schemas.microsoft.com/office/drawing/2014/main" id="{2276BF28-4E0F-173F-9A75-368AE956AA9A}"/>
              </a:ext>
            </a:extLst>
          </p:cNvPr>
          <p:cNvSpPr txBox="1">
            <a:spLocks/>
          </p:cNvSpPr>
          <p:nvPr>
            <p:custDataLst>
              <p:tags r:id="rId13"/>
            </p:custDataLst>
          </p:nvPr>
        </p:nvSpPr>
        <p:spPr>
          <a:xfrm>
            <a:off x="10354526" y="5925934"/>
            <a:ext cx="1176344" cy="445037"/>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Purchasing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resolves errors in submitted orders </a:t>
            </a: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(if applicable)</a:t>
            </a:r>
          </a:p>
        </p:txBody>
      </p:sp>
      <p:cxnSp>
        <p:nvCxnSpPr>
          <p:cNvPr id="316" name="Connector: Elbow 315">
            <a:extLst>
              <a:ext uri="{FF2B5EF4-FFF2-40B4-BE49-F238E27FC236}">
                <a16:creationId xmlns:a16="http://schemas.microsoft.com/office/drawing/2014/main" id="{BA1FF916-3665-EA3B-D91F-564BDDB24199}"/>
              </a:ext>
            </a:extLst>
          </p:cNvPr>
          <p:cNvCxnSpPr>
            <a:cxnSpLocks/>
            <a:stCxn id="259" idx="3"/>
            <a:endCxn id="313" idx="3"/>
          </p:cNvCxnSpPr>
          <p:nvPr/>
        </p:nvCxnSpPr>
        <p:spPr>
          <a:xfrm>
            <a:off x="11337615" y="4488253"/>
            <a:ext cx="193255" cy="1660200"/>
          </a:xfrm>
          <a:prstGeom prst="bentConnector3">
            <a:avLst>
              <a:gd name="adj1" fmla="val 218289"/>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333" name="CustomIcon">
            <a:extLst>
              <a:ext uri="{FF2B5EF4-FFF2-40B4-BE49-F238E27FC236}">
                <a16:creationId xmlns:a16="http://schemas.microsoft.com/office/drawing/2014/main" id="{DF77D4F8-2472-049D-D231-D0C78B38285D}"/>
              </a:ext>
            </a:extLst>
          </p:cNvPr>
          <p:cNvPicPr>
            <a:picLocks/>
          </p:cNvPicPr>
          <p:nvPr>
            <p:custDataLst>
              <p:tags r:id="rId14"/>
            </p:custDataLst>
          </p:nvPr>
        </p:nvPicPr>
        <p:blipFill>
          <a:blip>
            <a:extLst>
              <a:ext uri="{96DAC541-7B7A-43D3-8B79-37D633B846F1}">
                <asvg:svgBlip xmlns:asvg="http://schemas.microsoft.com/office/drawing/2016/SVG/main" r:embed="rId48"/>
              </a:ext>
            </a:extLst>
          </a:blip>
          <a:stretch>
            <a:fillRect/>
          </a:stretch>
        </p:blipFill>
        <p:spPr>
          <a:xfrm>
            <a:off x="3752433" y="2787893"/>
            <a:ext cx="183126" cy="182880"/>
          </a:xfrm>
          <a:prstGeom prst="rect">
            <a:avLst/>
          </a:prstGeom>
        </p:spPr>
      </p:pic>
      <p:sp>
        <p:nvSpPr>
          <p:cNvPr id="3" name="TextBox 2">
            <a:extLst>
              <a:ext uri="{FF2B5EF4-FFF2-40B4-BE49-F238E27FC236}">
                <a16:creationId xmlns:a16="http://schemas.microsoft.com/office/drawing/2014/main" id="{CC71AE91-AD1B-5BCC-CCC7-F7C4022F3B99}"/>
              </a:ext>
            </a:extLst>
          </p:cNvPr>
          <p:cNvSpPr txBox="1"/>
          <p:nvPr/>
        </p:nvSpPr>
        <p:spPr>
          <a:xfrm>
            <a:off x="554736" y="1505956"/>
            <a:ext cx="1029785"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Key stakeholders  </a:t>
            </a:r>
          </a:p>
        </p:txBody>
      </p:sp>
      <p:cxnSp>
        <p:nvCxnSpPr>
          <p:cNvPr id="7" name="LineBasicDefault 37">
            <a:extLst>
              <a:ext uri="{FF2B5EF4-FFF2-40B4-BE49-F238E27FC236}">
                <a16:creationId xmlns:a16="http://schemas.microsoft.com/office/drawing/2014/main" id="{4A827A5F-B5CE-F697-811D-9CA74391B996}"/>
              </a:ext>
            </a:extLst>
          </p:cNvPr>
          <p:cNvCxnSpPr>
            <a:cxnSpLocks/>
          </p:cNvCxnSpPr>
          <p:nvPr>
            <p:custDataLst>
              <p:tags r:id="rId15"/>
            </p:custDataLst>
          </p:nvPr>
        </p:nvCxnSpPr>
        <p:spPr>
          <a:xfrm>
            <a:off x="554736" y="1835432"/>
            <a:ext cx="1108252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EE4C2344-755E-E1CC-887F-78EC9EA5CF40}"/>
              </a:ext>
            </a:extLst>
          </p:cNvPr>
          <p:cNvGrpSpPr/>
          <p:nvPr>
            <p:custDataLst>
              <p:tags r:id="rId16"/>
            </p:custDataLst>
          </p:nvPr>
        </p:nvGrpSpPr>
        <p:grpSpPr>
          <a:xfrm>
            <a:off x="1723358" y="1453083"/>
            <a:ext cx="6594388" cy="360650"/>
            <a:chOff x="1723358" y="1360875"/>
            <a:chExt cx="6594388" cy="360650"/>
          </a:xfrm>
        </p:grpSpPr>
        <p:sp>
          <p:nvSpPr>
            <p:cNvPr id="9" name="Freeform: Shape 8">
              <a:extLst>
                <a:ext uri="{FF2B5EF4-FFF2-40B4-BE49-F238E27FC236}">
                  <a16:creationId xmlns:a16="http://schemas.microsoft.com/office/drawing/2014/main" id="{29F95614-E5F2-46D8-4DA0-4A2B99E805D1}"/>
                </a:ext>
              </a:extLst>
            </p:cNvPr>
            <p:cNvSpPr/>
            <p:nvPr>
              <p:custDataLst>
                <p:tags r:id="rId42"/>
              </p:custDataLst>
            </p:nvPr>
          </p:nvSpPr>
          <p:spPr>
            <a:xfrm>
              <a:off x="1723358" y="1360875"/>
              <a:ext cx="6594388"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810797" y="0"/>
                  </a:lnTo>
                  <a:lnTo>
                    <a:pt x="1828800" y="457200"/>
                  </a:lnTo>
                  <a:lnTo>
                    <a:pt x="1810797" y="914400"/>
                  </a:lnTo>
                  <a:lnTo>
                    <a:pt x="0" y="914400"/>
                  </a:lnTo>
                  <a:lnTo>
                    <a:pt x="0"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16" name="TextBox 15">
              <a:extLst>
                <a:ext uri="{FF2B5EF4-FFF2-40B4-BE49-F238E27FC236}">
                  <a16:creationId xmlns:a16="http://schemas.microsoft.com/office/drawing/2014/main" id="{65452166-9DC7-AFD4-C1A3-B0232DF4C6C2}"/>
                </a:ext>
              </a:extLst>
            </p:cNvPr>
            <p:cNvSpPr txBox="1"/>
            <p:nvPr>
              <p:custDataLst>
                <p:tags r:id="rId43"/>
              </p:custDataLst>
            </p:nvPr>
          </p:nvSpPr>
          <p:spPr>
            <a:xfrm>
              <a:off x="1786858" y="1385920"/>
              <a:ext cx="6465971"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b="1" err="1">
                  <a:solidFill>
                    <a:srgbClr val="FFFFFF"/>
                  </a:solidFill>
                </a:rPr>
                <a:t>i</a:t>
              </a:r>
              <a:r>
                <a:rPr lang="en-US" sz="1000" b="1">
                  <a:solidFill>
                    <a:srgbClr val="FFFFFF"/>
                  </a:solidFill>
                </a:rPr>
                <a:t>. Sales order intake &amp; validation (15-20 minutes, depending on order complexity) </a:t>
              </a:r>
            </a:p>
          </p:txBody>
        </p:sp>
      </p:grpSp>
      <p:grpSp>
        <p:nvGrpSpPr>
          <p:cNvPr id="17" name="Group 16">
            <a:extLst>
              <a:ext uri="{FF2B5EF4-FFF2-40B4-BE49-F238E27FC236}">
                <a16:creationId xmlns:a16="http://schemas.microsoft.com/office/drawing/2014/main" id="{AC23925C-DBE1-4990-0383-1BF6A4D0A34D}"/>
              </a:ext>
            </a:extLst>
          </p:cNvPr>
          <p:cNvGrpSpPr/>
          <p:nvPr>
            <p:custDataLst>
              <p:tags r:id="rId17"/>
            </p:custDataLst>
          </p:nvPr>
        </p:nvGrpSpPr>
        <p:grpSpPr>
          <a:xfrm>
            <a:off x="8317747" y="1453083"/>
            <a:ext cx="3319517" cy="360650"/>
            <a:chOff x="8317747" y="1360875"/>
            <a:chExt cx="3319517" cy="360650"/>
          </a:xfrm>
        </p:grpSpPr>
        <p:sp>
          <p:nvSpPr>
            <p:cNvPr id="33" name="Freeform: Shape 32">
              <a:extLst>
                <a:ext uri="{FF2B5EF4-FFF2-40B4-BE49-F238E27FC236}">
                  <a16:creationId xmlns:a16="http://schemas.microsoft.com/office/drawing/2014/main" id="{B8A9576F-2EE2-3B10-1839-4DF94D935BB8}"/>
                </a:ext>
              </a:extLst>
            </p:cNvPr>
            <p:cNvSpPr/>
            <p:nvPr>
              <p:custDataLst>
                <p:tags r:id="rId40"/>
              </p:custDataLst>
            </p:nvPr>
          </p:nvSpPr>
          <p:spPr>
            <a:xfrm>
              <a:off x="8317747" y="1360875"/>
              <a:ext cx="3319517"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93036" y="0"/>
                  </a:lnTo>
                  <a:lnTo>
                    <a:pt x="1828800" y="457200"/>
                  </a:lnTo>
                  <a:lnTo>
                    <a:pt x="1793036" y="914400"/>
                  </a:lnTo>
                  <a:lnTo>
                    <a:pt x="0" y="914400"/>
                  </a:lnTo>
                  <a:lnTo>
                    <a:pt x="35764"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35" name="TextBox 34">
              <a:extLst>
                <a:ext uri="{FF2B5EF4-FFF2-40B4-BE49-F238E27FC236}">
                  <a16:creationId xmlns:a16="http://schemas.microsoft.com/office/drawing/2014/main" id="{C4B5F7FF-3C7A-7328-16DD-FAFA2CDB7829}"/>
                </a:ext>
              </a:extLst>
            </p:cNvPr>
            <p:cNvSpPr txBox="1"/>
            <p:nvPr>
              <p:custDataLst>
                <p:tags r:id="rId41"/>
              </p:custDataLst>
            </p:nvPr>
          </p:nvSpPr>
          <p:spPr>
            <a:xfrm>
              <a:off x="8433464" y="1385920"/>
              <a:ext cx="3138883"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ii. Pricing </a:t>
              </a:r>
              <a:r>
                <a:rPr lang="en-US" sz="1000" b="1">
                  <a:solidFill>
                    <a:srgbClr val="FFFFFF"/>
                  </a:solidFill>
                  <a:latin typeface="Arial"/>
                </a:rPr>
                <a:t>and</a:t>
              </a: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 cost setup &amp; validation (15-30 minutes, more time if cost edits are needed)</a:t>
              </a:r>
            </a:p>
          </p:txBody>
        </p:sp>
      </p:grpSp>
      <p:sp>
        <p:nvSpPr>
          <p:cNvPr id="36" name="TextBox 35">
            <a:extLst>
              <a:ext uri="{FF2B5EF4-FFF2-40B4-BE49-F238E27FC236}">
                <a16:creationId xmlns:a16="http://schemas.microsoft.com/office/drawing/2014/main" id="{56A85A44-550E-9C37-7901-CFDBDFDC83E4}"/>
              </a:ext>
            </a:extLst>
          </p:cNvPr>
          <p:cNvSpPr txBox="1">
            <a:spLocks/>
          </p:cNvSpPr>
          <p:nvPr/>
        </p:nvSpPr>
        <p:spPr>
          <a:xfrm>
            <a:off x="984572" y="1977606"/>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Pro</a:t>
            </a:r>
          </a:p>
        </p:txBody>
      </p:sp>
      <p:sp>
        <p:nvSpPr>
          <p:cNvPr id="37" name="TextBox 36">
            <a:extLst>
              <a:ext uri="{FF2B5EF4-FFF2-40B4-BE49-F238E27FC236}">
                <a16:creationId xmlns:a16="http://schemas.microsoft.com/office/drawing/2014/main" id="{8780A725-5E39-8BF9-47B1-B9DE6BEE588C}"/>
              </a:ext>
            </a:extLst>
          </p:cNvPr>
          <p:cNvSpPr txBox="1">
            <a:spLocks/>
          </p:cNvSpPr>
          <p:nvPr/>
        </p:nvSpPr>
        <p:spPr>
          <a:xfrm>
            <a:off x="984572" y="5028984"/>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TM</a:t>
            </a:r>
          </a:p>
        </p:txBody>
      </p:sp>
      <p:sp>
        <p:nvSpPr>
          <p:cNvPr id="38" name="TextBox 37">
            <a:extLst>
              <a:ext uri="{FF2B5EF4-FFF2-40B4-BE49-F238E27FC236}">
                <a16:creationId xmlns:a16="http://schemas.microsoft.com/office/drawing/2014/main" id="{207752BE-594E-AB0B-9F1F-8B40C58D2BFC}"/>
              </a:ext>
            </a:extLst>
          </p:cNvPr>
          <p:cNvSpPr txBox="1">
            <a:spLocks/>
          </p:cNvSpPr>
          <p:nvPr/>
        </p:nvSpPr>
        <p:spPr>
          <a:xfrm>
            <a:off x="984572" y="5488022"/>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SSR</a:t>
            </a:r>
          </a:p>
        </p:txBody>
      </p:sp>
      <p:sp>
        <p:nvSpPr>
          <p:cNvPr id="39" name="TextBox 38">
            <a:extLst>
              <a:ext uri="{FF2B5EF4-FFF2-40B4-BE49-F238E27FC236}">
                <a16:creationId xmlns:a16="http://schemas.microsoft.com/office/drawing/2014/main" id="{926904FF-9196-6245-A321-49CF976E18D2}"/>
              </a:ext>
            </a:extLst>
          </p:cNvPr>
          <p:cNvSpPr txBox="1">
            <a:spLocks/>
          </p:cNvSpPr>
          <p:nvPr/>
        </p:nvSpPr>
        <p:spPr>
          <a:xfrm>
            <a:off x="984572" y="5941956"/>
            <a:ext cx="599949"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Other pods</a:t>
            </a:r>
          </a:p>
        </p:txBody>
      </p:sp>
      <p:pic>
        <p:nvPicPr>
          <p:cNvPr id="40" name="CustomIcon">
            <a:extLst>
              <a:ext uri="{FF2B5EF4-FFF2-40B4-BE49-F238E27FC236}">
                <a16:creationId xmlns:a16="http://schemas.microsoft.com/office/drawing/2014/main" id="{D213DEAF-7596-E929-F457-0B29784E3CF3}"/>
              </a:ext>
            </a:extLst>
          </p:cNvPr>
          <p:cNvPicPr>
            <a:picLocks/>
          </p:cNvPicPr>
          <p:nvPr>
            <p:custDataLst>
              <p:tags r:id="rId18"/>
            </p:custDataLst>
          </p:nvPr>
        </p:nvPicPr>
        <p:blipFill>
          <a:blip>
            <a:extLst>
              <a:ext uri="{96DAC541-7B7A-43D3-8B79-37D633B846F1}">
                <asvg:svgBlip xmlns:asvg="http://schemas.microsoft.com/office/drawing/2016/SVG/main" r:embed="rId49"/>
              </a:ext>
            </a:extLst>
          </a:blip>
          <a:stretch>
            <a:fillRect/>
          </a:stretch>
        </p:blipFill>
        <p:spPr>
          <a:xfrm>
            <a:off x="554736" y="1977606"/>
            <a:ext cx="353938" cy="353938"/>
          </a:xfrm>
          <a:prstGeom prst="rect">
            <a:avLst/>
          </a:prstGeom>
        </p:spPr>
      </p:pic>
      <p:pic>
        <p:nvPicPr>
          <p:cNvPr id="42" name="CustomIcon">
            <a:extLst>
              <a:ext uri="{FF2B5EF4-FFF2-40B4-BE49-F238E27FC236}">
                <a16:creationId xmlns:a16="http://schemas.microsoft.com/office/drawing/2014/main" id="{FB95873D-A4FA-F478-C3D5-10003CB3C5FF}"/>
              </a:ext>
            </a:extLst>
          </p:cNvPr>
          <p:cNvPicPr>
            <a:picLocks/>
          </p:cNvPicPr>
          <p:nvPr>
            <p:custDataLst>
              <p:tags r:id="rId19"/>
            </p:custDataLst>
          </p:nvPr>
        </p:nvPicPr>
        <p:blipFill>
          <a:blip>
            <a:extLst>
              <a:ext uri="{96DAC541-7B7A-43D3-8B79-37D633B846F1}">
                <asvg:svgBlip xmlns:asvg="http://schemas.microsoft.com/office/drawing/2016/SVG/main" r:embed="rId50"/>
              </a:ext>
            </a:extLst>
          </a:blip>
          <a:stretch>
            <a:fillRect/>
          </a:stretch>
        </p:blipFill>
        <p:spPr>
          <a:xfrm>
            <a:off x="554736" y="5387997"/>
            <a:ext cx="353938" cy="353938"/>
          </a:xfrm>
          <a:prstGeom prst="rect">
            <a:avLst/>
          </a:prstGeom>
        </p:spPr>
      </p:pic>
      <p:pic>
        <p:nvPicPr>
          <p:cNvPr id="43" name="CustomIcon">
            <a:extLst>
              <a:ext uri="{FF2B5EF4-FFF2-40B4-BE49-F238E27FC236}">
                <a16:creationId xmlns:a16="http://schemas.microsoft.com/office/drawing/2014/main" id="{52C7973E-2A0D-E4AD-F283-48C56FE2DD32}"/>
              </a:ext>
            </a:extLst>
          </p:cNvPr>
          <p:cNvPicPr>
            <a:picLocks/>
          </p:cNvPicPr>
          <p:nvPr>
            <p:custDataLst>
              <p:tags r:id="rId20"/>
            </p:custDataLst>
          </p:nvPr>
        </p:nvPicPr>
        <p:blipFill>
          <a:blip>
            <a:extLst>
              <a:ext uri="{96DAC541-7B7A-43D3-8B79-37D633B846F1}">
                <asvg:svgBlip xmlns:asvg="http://schemas.microsoft.com/office/drawing/2016/SVG/main" r:embed="rId51"/>
              </a:ext>
            </a:extLst>
          </a:blip>
          <a:stretch>
            <a:fillRect/>
          </a:stretch>
        </p:blipFill>
        <p:spPr>
          <a:xfrm>
            <a:off x="554736" y="5941956"/>
            <a:ext cx="353938" cy="353938"/>
          </a:xfrm>
          <a:prstGeom prst="rect">
            <a:avLst/>
          </a:prstGeom>
        </p:spPr>
      </p:pic>
      <p:pic>
        <p:nvPicPr>
          <p:cNvPr id="45" name="CustomIcon">
            <a:extLst>
              <a:ext uri="{FF2B5EF4-FFF2-40B4-BE49-F238E27FC236}">
                <a16:creationId xmlns:a16="http://schemas.microsoft.com/office/drawing/2014/main" id="{8195A8E5-5B25-B499-F547-718BB2926C40}"/>
              </a:ext>
            </a:extLst>
          </p:cNvPr>
          <p:cNvPicPr>
            <a:picLocks/>
          </p:cNvPicPr>
          <p:nvPr>
            <p:custDataLst>
              <p:tags r:id="rId21"/>
            </p:custDataLst>
          </p:nvPr>
        </p:nvPicPr>
        <p:blipFill>
          <a:blip>
            <a:extLst>
              <a:ext uri="{96DAC541-7B7A-43D3-8B79-37D633B846F1}">
                <asvg:svgBlip xmlns:asvg="http://schemas.microsoft.com/office/drawing/2016/SVG/main" r:embed="rId52"/>
              </a:ext>
            </a:extLst>
          </a:blip>
          <a:stretch>
            <a:fillRect/>
          </a:stretch>
        </p:blipFill>
        <p:spPr>
          <a:xfrm>
            <a:off x="554736" y="4961248"/>
            <a:ext cx="353938" cy="353938"/>
          </a:xfrm>
          <a:prstGeom prst="rect">
            <a:avLst/>
          </a:prstGeom>
        </p:spPr>
      </p:pic>
      <p:cxnSp>
        <p:nvCxnSpPr>
          <p:cNvPr id="47" name="GreyLineContentSeparatorDefault 69">
            <a:extLst>
              <a:ext uri="{FF2B5EF4-FFF2-40B4-BE49-F238E27FC236}">
                <a16:creationId xmlns:a16="http://schemas.microsoft.com/office/drawing/2014/main" id="{698B9B57-4DDC-0EC7-ED21-8E2424571404}"/>
              </a:ext>
            </a:extLst>
          </p:cNvPr>
          <p:cNvCxnSpPr>
            <a:cxnSpLocks/>
          </p:cNvCxnSpPr>
          <p:nvPr>
            <p:custDataLst>
              <p:tags r:id="rId22"/>
            </p:custDataLst>
          </p:nvPr>
        </p:nvCxnSpPr>
        <p:spPr>
          <a:xfrm>
            <a:off x="554736" y="4905005"/>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9" name="GreyLineContentSeparatorDefault 69">
            <a:extLst>
              <a:ext uri="{FF2B5EF4-FFF2-40B4-BE49-F238E27FC236}">
                <a16:creationId xmlns:a16="http://schemas.microsoft.com/office/drawing/2014/main" id="{ABAF36B6-D183-DDA2-2AB1-081BD6B2C252}"/>
              </a:ext>
            </a:extLst>
          </p:cNvPr>
          <p:cNvCxnSpPr>
            <a:cxnSpLocks/>
          </p:cNvCxnSpPr>
          <p:nvPr>
            <p:custDataLst>
              <p:tags r:id="rId23"/>
            </p:custDataLst>
          </p:nvPr>
        </p:nvCxnSpPr>
        <p:spPr>
          <a:xfrm>
            <a:off x="554736" y="5363269"/>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3" name="sticker">
            <a:extLst>
              <a:ext uri="{FF2B5EF4-FFF2-40B4-BE49-F238E27FC236}">
                <a16:creationId xmlns:a16="http://schemas.microsoft.com/office/drawing/2014/main" id="{571A38F2-29A2-214E-4293-0FAF967A009D}"/>
              </a:ext>
            </a:extLst>
          </p:cNvPr>
          <p:cNvGrpSpPr/>
          <p:nvPr/>
        </p:nvGrpSpPr>
        <p:grpSpPr>
          <a:xfrm>
            <a:off x="558192" y="1151109"/>
            <a:ext cx="1519647" cy="156966"/>
            <a:chOff x="558192" y="1289273"/>
            <a:chExt cx="1519647" cy="156966"/>
          </a:xfrm>
        </p:grpSpPr>
        <p:sp>
          <p:nvSpPr>
            <p:cNvPr id="5" name="StickerRectangle">
              <a:extLst>
                <a:ext uri="{FF2B5EF4-FFF2-40B4-BE49-F238E27FC236}">
                  <a16:creationId xmlns:a16="http://schemas.microsoft.com/office/drawing/2014/main" id="{8106FFE3-2CE9-9728-DFA4-70B5974F3603}"/>
                </a:ext>
              </a:extLst>
            </p:cNvPr>
            <p:cNvSpPr>
              <a:spLocks noChangeArrowheads="1"/>
            </p:cNvSpPr>
            <p:nvPr userDrawn="1"/>
          </p:nvSpPr>
          <p:spPr bwMode="gray">
            <a:xfrm>
              <a:off x="558192" y="1289273"/>
              <a:ext cx="1519647"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marL="0" marR="0" lvl="0" indent="0" algn="l" defTabSz="1193860" rtl="0" eaLnBrk="1" fontAlgn="auto" latinLnBrk="0" hangingPunct="1">
                <a:lnSpc>
                  <a:spcPct val="100000"/>
                </a:lnSpc>
                <a:spcBef>
                  <a:spcPts val="0"/>
                </a:spcBef>
                <a:spcAft>
                  <a:spcPts val="0"/>
                </a:spcAft>
                <a:buClr>
                  <a:srgbClr val="FFFFFF"/>
                </a:buClr>
                <a:buSzTx/>
                <a:buFontTx/>
                <a:buNone/>
                <a:tabLst/>
                <a:defRPr/>
              </a:pPr>
              <a:r>
                <a:rPr kumimoji="0" lang="en-US" sz="900" b="1" i="0" u="none" strike="noStrike" kern="1200" cap="none" spc="50" normalizeH="0" baseline="0" noProof="0">
                  <a:ln w="3175">
                    <a:noFill/>
                  </a:ln>
                  <a:solidFill>
                    <a:srgbClr val="000000"/>
                  </a:solidFill>
                  <a:effectLst/>
                  <a:uLnTx/>
                  <a:uFillTx/>
                  <a:latin typeface="Arial"/>
                  <a:ea typeface="+mn-ea"/>
                  <a:cs typeface="+mn-cs"/>
                </a:rPr>
                <a:t>Preliminary – as of Mar </a:t>
              </a:r>
              <a:r>
                <a:rPr lang="en-US" sz="900" b="1" spc="50">
                  <a:ln w="3175">
                    <a:noFill/>
                  </a:ln>
                  <a:solidFill>
                    <a:srgbClr val="000000"/>
                  </a:solidFill>
                  <a:latin typeface="Arial"/>
                </a:rPr>
                <a:t>5</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12" name="StickerUnderline">
              <a:extLst>
                <a:ext uri="{FF2B5EF4-FFF2-40B4-BE49-F238E27FC236}">
                  <a16:creationId xmlns:a16="http://schemas.microsoft.com/office/drawing/2014/main" id="{593B4D26-B135-F291-3156-A89F4CECF53B}"/>
                </a:ext>
              </a:extLst>
            </p:cNvPr>
            <p:cNvCxnSpPr>
              <a:cxnSpLocks noChangeShapeType="1"/>
              <a:stCxn id="5" idx="4"/>
              <a:endCxn id="5" idx="6"/>
            </p:cNvCxnSpPr>
            <p:nvPr/>
          </p:nvCxnSpPr>
          <p:spPr bwMode="gray">
            <a:xfrm>
              <a:off x="558192" y="1446239"/>
              <a:ext cx="1519647"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19" name="Legend1">
            <a:extLst>
              <a:ext uri="{FF2B5EF4-FFF2-40B4-BE49-F238E27FC236}">
                <a16:creationId xmlns:a16="http://schemas.microsoft.com/office/drawing/2014/main" id="{92E5520F-AC01-BB3D-CD79-62BF0B6BEF7D}"/>
              </a:ext>
            </a:extLst>
          </p:cNvPr>
          <p:cNvSpPr txBox="1"/>
          <p:nvPr/>
        </p:nvSpPr>
        <p:spPr>
          <a:xfrm>
            <a:off x="6532267" y="1141199"/>
            <a:ext cx="1829027"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lang="en-US" sz="1000">
                <a:solidFill>
                  <a:srgbClr val="000000"/>
                </a:solidFill>
                <a:latin typeface="Arial"/>
              </a:rPr>
              <a:t>Strong process/initiative in place</a:t>
            </a: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31" name="TextBox 30">
            <a:extLst>
              <a:ext uri="{FF2B5EF4-FFF2-40B4-BE49-F238E27FC236}">
                <a16:creationId xmlns:a16="http://schemas.microsoft.com/office/drawing/2014/main" id="{9CB10C1C-52D5-8A85-BBE1-4A46E6FB9EDD}"/>
              </a:ext>
            </a:extLst>
          </p:cNvPr>
          <p:cNvSpPr txBox="1">
            <a:spLocks/>
          </p:cNvSpPr>
          <p:nvPr>
            <p:custDataLst>
              <p:tags r:id="rId24"/>
            </p:custDataLst>
          </p:nvPr>
        </p:nvSpPr>
        <p:spPr>
          <a:xfrm>
            <a:off x="8452648" y="1850313"/>
            <a:ext cx="2884967" cy="320040"/>
          </a:xfrm>
          <a:prstGeom prst="roundRect">
            <a:avLst/>
          </a:prstGeom>
          <a:solidFill>
            <a:schemeClr val="accent3">
              <a:lumMod val="20000"/>
              <a:lumOff val="80000"/>
            </a:schemeClr>
          </a:solidFill>
          <a:ln>
            <a:solidFill>
              <a:schemeClr val="tx1"/>
            </a:solidFill>
            <a:prstDash val="solid"/>
          </a:ln>
        </p:spPr>
        <p:txBody>
          <a:bodyPr vert="horz" wrap="square" lIns="0" tIns="0" rIns="0" bIns="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lvl="0" algn="ctr">
              <a:defRPr/>
            </a:pPr>
            <a:r>
              <a:rPr lang="en-US" sz="800">
                <a:solidFill>
                  <a:srgbClr val="000000"/>
                </a:solidFill>
              </a:rPr>
              <a:t>FSP validates final product/shipping pricing and margin</a:t>
            </a:r>
          </a:p>
        </p:txBody>
      </p:sp>
      <p:sp>
        <p:nvSpPr>
          <p:cNvPr id="52" name="TrackerNumWhite 27">
            <a:extLst>
              <a:ext uri="{FF2B5EF4-FFF2-40B4-BE49-F238E27FC236}">
                <a16:creationId xmlns:a16="http://schemas.microsoft.com/office/drawing/2014/main" id="{F9223312-A36C-5BA9-3ECB-D60E1D2F5488}"/>
              </a:ext>
            </a:extLst>
          </p:cNvPr>
          <p:cNvSpPr/>
          <p:nvPr>
            <p:custDataLst>
              <p:tags r:id="rId25"/>
            </p:custDataLst>
          </p:nvPr>
        </p:nvSpPr>
        <p:spPr>
          <a:xfrm>
            <a:off x="8332731" y="185341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5</a:t>
            </a:r>
          </a:p>
        </p:txBody>
      </p:sp>
      <p:sp>
        <p:nvSpPr>
          <p:cNvPr id="54" name="TrackerNumWhite 27">
            <a:extLst>
              <a:ext uri="{FF2B5EF4-FFF2-40B4-BE49-F238E27FC236}">
                <a16:creationId xmlns:a16="http://schemas.microsoft.com/office/drawing/2014/main" id="{31902C17-DDBC-097F-87A7-6921D1AD4A88}"/>
              </a:ext>
            </a:extLst>
          </p:cNvPr>
          <p:cNvSpPr/>
          <p:nvPr>
            <p:custDataLst>
              <p:tags r:id="rId26"/>
            </p:custDataLst>
          </p:nvPr>
        </p:nvSpPr>
        <p:spPr>
          <a:xfrm>
            <a:off x="8372792" y="3284983"/>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6A</a:t>
            </a:r>
          </a:p>
        </p:txBody>
      </p:sp>
      <p:sp>
        <p:nvSpPr>
          <p:cNvPr id="55" name="TrackerNumWhite 27">
            <a:extLst>
              <a:ext uri="{FF2B5EF4-FFF2-40B4-BE49-F238E27FC236}">
                <a16:creationId xmlns:a16="http://schemas.microsoft.com/office/drawing/2014/main" id="{93A04A44-7748-2F4F-8717-41805B0BC718}"/>
              </a:ext>
            </a:extLst>
          </p:cNvPr>
          <p:cNvSpPr/>
          <p:nvPr>
            <p:custDataLst>
              <p:tags r:id="rId27"/>
            </p:custDataLst>
          </p:nvPr>
        </p:nvSpPr>
        <p:spPr>
          <a:xfrm>
            <a:off x="8372792" y="3659878"/>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7</a:t>
            </a:r>
          </a:p>
        </p:txBody>
      </p:sp>
      <p:sp>
        <p:nvSpPr>
          <p:cNvPr id="56" name="Legend1">
            <a:extLst>
              <a:ext uri="{FF2B5EF4-FFF2-40B4-BE49-F238E27FC236}">
                <a16:creationId xmlns:a16="http://schemas.microsoft.com/office/drawing/2014/main" id="{E227129A-8CC1-1BB5-F417-E47B9B8E28D0}"/>
              </a:ext>
            </a:extLst>
          </p:cNvPr>
          <p:cNvSpPr txBox="1"/>
          <p:nvPr/>
        </p:nvSpPr>
        <p:spPr>
          <a:xfrm>
            <a:off x="4714245" y="1141199"/>
            <a:ext cx="1506823"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lang="en-US" sz="1000">
                <a:solidFill>
                  <a:srgbClr val="000000"/>
                </a:solidFill>
                <a:latin typeface="Arial"/>
              </a:rPr>
              <a:t>Tech / vendor dependency</a:t>
            </a: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57" name="Rectangle: Rounded Corners 56">
            <a:extLst>
              <a:ext uri="{FF2B5EF4-FFF2-40B4-BE49-F238E27FC236}">
                <a16:creationId xmlns:a16="http://schemas.microsoft.com/office/drawing/2014/main" id="{7E839C6E-924E-BDBC-AE28-C3C2C25BC09D}"/>
              </a:ext>
            </a:extLst>
          </p:cNvPr>
          <p:cNvSpPr>
            <a:spLocks/>
          </p:cNvSpPr>
          <p:nvPr/>
        </p:nvSpPr>
        <p:spPr>
          <a:xfrm>
            <a:off x="4469614" y="1126703"/>
            <a:ext cx="201168" cy="179067"/>
          </a:xfrm>
          <a:prstGeom prst="round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58" name="TrackerNumWhite 27">
            <a:extLst>
              <a:ext uri="{FF2B5EF4-FFF2-40B4-BE49-F238E27FC236}">
                <a16:creationId xmlns:a16="http://schemas.microsoft.com/office/drawing/2014/main" id="{27182D46-E772-8C10-1E73-72F75518501B}"/>
              </a:ext>
            </a:extLst>
          </p:cNvPr>
          <p:cNvSpPr/>
          <p:nvPr>
            <p:custDataLst>
              <p:tags r:id="rId28"/>
            </p:custDataLst>
          </p:nvPr>
        </p:nvSpPr>
        <p:spPr>
          <a:xfrm>
            <a:off x="8382417" y="4316129"/>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8</a:t>
            </a:r>
          </a:p>
        </p:txBody>
      </p:sp>
      <p:sp>
        <p:nvSpPr>
          <p:cNvPr id="59" name="TrackerNumWhite 27">
            <a:extLst>
              <a:ext uri="{FF2B5EF4-FFF2-40B4-BE49-F238E27FC236}">
                <a16:creationId xmlns:a16="http://schemas.microsoft.com/office/drawing/2014/main" id="{6691A845-1490-9970-16C2-1E02FC05F751}"/>
              </a:ext>
            </a:extLst>
          </p:cNvPr>
          <p:cNvSpPr/>
          <p:nvPr>
            <p:custDataLst>
              <p:tags r:id="rId29"/>
            </p:custDataLst>
          </p:nvPr>
        </p:nvSpPr>
        <p:spPr>
          <a:xfrm>
            <a:off x="9182429" y="5332518"/>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9</a:t>
            </a:r>
          </a:p>
        </p:txBody>
      </p:sp>
      <p:sp>
        <p:nvSpPr>
          <p:cNvPr id="67" name="TrackerNumWhite 27">
            <a:extLst>
              <a:ext uri="{FF2B5EF4-FFF2-40B4-BE49-F238E27FC236}">
                <a16:creationId xmlns:a16="http://schemas.microsoft.com/office/drawing/2014/main" id="{C1163FDA-6234-96D1-6EB6-B3AB71216207}"/>
              </a:ext>
            </a:extLst>
          </p:cNvPr>
          <p:cNvSpPr/>
          <p:nvPr>
            <p:custDataLst>
              <p:tags r:id="rId30"/>
            </p:custDataLst>
          </p:nvPr>
        </p:nvSpPr>
        <p:spPr>
          <a:xfrm>
            <a:off x="7974817" y="588429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6B</a:t>
            </a:r>
          </a:p>
        </p:txBody>
      </p:sp>
      <p:sp>
        <p:nvSpPr>
          <p:cNvPr id="68" name="TrackerNumWhite 27">
            <a:extLst>
              <a:ext uri="{FF2B5EF4-FFF2-40B4-BE49-F238E27FC236}">
                <a16:creationId xmlns:a16="http://schemas.microsoft.com/office/drawing/2014/main" id="{FA06494F-A5A0-CAB9-27B4-883733CEC3FD}"/>
              </a:ext>
            </a:extLst>
          </p:cNvPr>
          <p:cNvSpPr/>
          <p:nvPr>
            <p:custDataLst>
              <p:tags r:id="rId31"/>
            </p:custDataLst>
          </p:nvPr>
        </p:nvSpPr>
        <p:spPr>
          <a:xfrm>
            <a:off x="10206220" y="588429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10</a:t>
            </a:r>
          </a:p>
        </p:txBody>
      </p:sp>
      <p:sp>
        <p:nvSpPr>
          <p:cNvPr id="88" name="Star: 5 Points 87">
            <a:extLst>
              <a:ext uri="{FF2B5EF4-FFF2-40B4-BE49-F238E27FC236}">
                <a16:creationId xmlns:a16="http://schemas.microsoft.com/office/drawing/2014/main" id="{24D674F5-5B79-9A6E-F270-7A92705BE330}"/>
              </a:ext>
            </a:extLst>
          </p:cNvPr>
          <p:cNvSpPr>
            <a:spLocks/>
          </p:cNvSpPr>
          <p:nvPr/>
        </p:nvSpPr>
        <p:spPr>
          <a:xfrm>
            <a:off x="6268549" y="1126703"/>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02" name="TextBox 101">
            <a:extLst>
              <a:ext uri="{FF2B5EF4-FFF2-40B4-BE49-F238E27FC236}">
                <a16:creationId xmlns:a16="http://schemas.microsoft.com/office/drawing/2014/main" id="{A92CE9B6-39FD-76E6-670B-6D3F8246AEA1}"/>
              </a:ext>
            </a:extLst>
          </p:cNvPr>
          <p:cNvSpPr txBox="1"/>
          <p:nvPr/>
        </p:nvSpPr>
        <p:spPr>
          <a:xfrm>
            <a:off x="2222809" y="4526619"/>
            <a:ext cx="3659517" cy="24622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800">
                <a:solidFill>
                  <a:srgbClr val="000000"/>
                </a:solidFill>
                <a:latin typeface="Arial" panose="020B0604020202020204" pitchFamily="34" charset="0"/>
                <a:sym typeface=""/>
              </a:rPr>
              <a:t>No set process for selecting decorator/products slows orders &amp; drives inconsistent price and CX</a:t>
            </a:r>
          </a:p>
        </p:txBody>
      </p:sp>
      <p:pic>
        <p:nvPicPr>
          <p:cNvPr id="103" name="CustomIcon">
            <a:extLst>
              <a:ext uri="{FF2B5EF4-FFF2-40B4-BE49-F238E27FC236}">
                <a16:creationId xmlns:a16="http://schemas.microsoft.com/office/drawing/2014/main" id="{84F4E415-1E50-F7B1-09D8-A622BA4C653F}"/>
              </a:ext>
            </a:extLst>
          </p:cNvPr>
          <p:cNvPicPr>
            <a:picLocks/>
          </p:cNvPicPr>
          <p:nvPr>
            <p:custDataLst>
              <p:tags r:id="rId32"/>
            </p:custDataLst>
          </p:nvPr>
        </p:nvPicPr>
        <p:blipFill>
          <a:blip>
            <a:extLst>
              <a:ext uri="{96DAC541-7B7A-43D3-8B79-37D633B846F1}">
                <asvg:svgBlip xmlns:asvg="http://schemas.microsoft.com/office/drawing/2016/SVG/main" r:embed="rId48"/>
              </a:ext>
            </a:extLst>
          </a:blip>
          <a:stretch>
            <a:fillRect/>
          </a:stretch>
        </p:blipFill>
        <p:spPr>
          <a:xfrm>
            <a:off x="1874655" y="4526619"/>
            <a:ext cx="183126" cy="182880"/>
          </a:xfrm>
          <a:prstGeom prst="rect">
            <a:avLst/>
          </a:prstGeom>
        </p:spPr>
      </p:pic>
      <p:sp>
        <p:nvSpPr>
          <p:cNvPr id="126" name="Star: 5 Points 125">
            <a:extLst>
              <a:ext uri="{FF2B5EF4-FFF2-40B4-BE49-F238E27FC236}">
                <a16:creationId xmlns:a16="http://schemas.microsoft.com/office/drawing/2014/main" id="{5B3EEA18-44F6-D013-80D0-C07BD15C9841}"/>
              </a:ext>
            </a:extLst>
          </p:cNvPr>
          <p:cNvSpPr>
            <a:spLocks/>
          </p:cNvSpPr>
          <p:nvPr/>
        </p:nvSpPr>
        <p:spPr>
          <a:xfrm>
            <a:off x="9185701" y="4039768"/>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27" name="TextBox 126">
            <a:extLst>
              <a:ext uri="{FF2B5EF4-FFF2-40B4-BE49-F238E27FC236}">
                <a16:creationId xmlns:a16="http://schemas.microsoft.com/office/drawing/2014/main" id="{4EE13257-8322-8E48-CC1F-D0CA17D63FC2}"/>
              </a:ext>
            </a:extLst>
          </p:cNvPr>
          <p:cNvSpPr txBox="1">
            <a:spLocks/>
          </p:cNvSpPr>
          <p:nvPr/>
        </p:nvSpPr>
        <p:spPr>
          <a:xfrm>
            <a:off x="9447621" y="4097520"/>
            <a:ext cx="1510218" cy="186962"/>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tracking initiative in-flight</a:t>
            </a:r>
          </a:p>
        </p:txBody>
      </p:sp>
      <p:sp>
        <p:nvSpPr>
          <p:cNvPr id="129" name="TextBox 128">
            <a:extLst>
              <a:ext uri="{FF2B5EF4-FFF2-40B4-BE49-F238E27FC236}">
                <a16:creationId xmlns:a16="http://schemas.microsoft.com/office/drawing/2014/main" id="{9AEAE61D-62A0-A168-5723-69EC467535B2}"/>
              </a:ext>
            </a:extLst>
          </p:cNvPr>
          <p:cNvSpPr txBox="1">
            <a:spLocks/>
          </p:cNvSpPr>
          <p:nvPr>
            <p:custDataLst>
              <p:tags r:id="rId33"/>
            </p:custDataLst>
          </p:nvPr>
        </p:nvSpPr>
        <p:spPr>
          <a:xfrm>
            <a:off x="1818609" y="2432503"/>
            <a:ext cx="4003673" cy="291101"/>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FSP inputs order information directly</a:t>
            </a:r>
          </a:p>
        </p:txBody>
      </p:sp>
      <p:grpSp>
        <p:nvGrpSpPr>
          <p:cNvPr id="20" name="Group 19">
            <a:extLst>
              <a:ext uri="{FF2B5EF4-FFF2-40B4-BE49-F238E27FC236}">
                <a16:creationId xmlns:a16="http://schemas.microsoft.com/office/drawing/2014/main" id="{AA74E7B2-C021-4FEC-5C2E-779ACC92AA66}"/>
              </a:ext>
            </a:extLst>
          </p:cNvPr>
          <p:cNvGrpSpPr/>
          <p:nvPr/>
        </p:nvGrpSpPr>
        <p:grpSpPr>
          <a:xfrm>
            <a:off x="1662444" y="1852562"/>
            <a:ext cx="217276" cy="2332008"/>
            <a:chOff x="1678220" y="1760354"/>
            <a:chExt cx="217276" cy="2332008"/>
          </a:xfrm>
        </p:grpSpPr>
        <p:sp>
          <p:nvSpPr>
            <p:cNvPr id="27" name="TrackerNumWhite 27">
              <a:extLst>
                <a:ext uri="{FF2B5EF4-FFF2-40B4-BE49-F238E27FC236}">
                  <a16:creationId xmlns:a16="http://schemas.microsoft.com/office/drawing/2014/main" id="{46BC99E0-5F69-B03E-BB9D-5EF29EE13A37}"/>
                </a:ext>
              </a:extLst>
            </p:cNvPr>
            <p:cNvSpPr/>
            <p:nvPr>
              <p:custDataLst>
                <p:tags r:id="rId36"/>
              </p:custDataLst>
            </p:nvPr>
          </p:nvSpPr>
          <p:spPr>
            <a:xfrm>
              <a:off x="1678220" y="1760354"/>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1</a:t>
              </a:r>
            </a:p>
          </p:txBody>
        </p:sp>
        <p:sp>
          <p:nvSpPr>
            <p:cNvPr id="50" name="TrackerNumWhite 27">
              <a:extLst>
                <a:ext uri="{FF2B5EF4-FFF2-40B4-BE49-F238E27FC236}">
                  <a16:creationId xmlns:a16="http://schemas.microsoft.com/office/drawing/2014/main" id="{25C9F284-EDC6-EF1F-577D-AC0044C6197B}"/>
                </a:ext>
              </a:extLst>
            </p:cNvPr>
            <p:cNvSpPr/>
            <p:nvPr>
              <p:custDataLst>
                <p:tags r:id="rId37"/>
              </p:custDataLst>
            </p:nvPr>
          </p:nvSpPr>
          <p:spPr>
            <a:xfrm>
              <a:off x="1678220" y="3064017"/>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3</a:t>
              </a:r>
            </a:p>
          </p:txBody>
        </p:sp>
        <p:sp>
          <p:nvSpPr>
            <p:cNvPr id="51" name="TrackerNumWhite 27">
              <a:extLst>
                <a:ext uri="{FF2B5EF4-FFF2-40B4-BE49-F238E27FC236}">
                  <a16:creationId xmlns:a16="http://schemas.microsoft.com/office/drawing/2014/main" id="{49BC13AB-5EFC-7C67-D16B-0BBCCA516D7F}"/>
                </a:ext>
              </a:extLst>
            </p:cNvPr>
            <p:cNvSpPr/>
            <p:nvPr>
              <p:custDataLst>
                <p:tags r:id="rId38"/>
              </p:custDataLst>
            </p:nvPr>
          </p:nvSpPr>
          <p:spPr>
            <a:xfrm>
              <a:off x="1678220" y="387508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4</a:t>
              </a:r>
            </a:p>
          </p:txBody>
        </p:sp>
        <p:sp>
          <p:nvSpPr>
            <p:cNvPr id="130" name="TrackerNumWhite 27">
              <a:extLst>
                <a:ext uri="{FF2B5EF4-FFF2-40B4-BE49-F238E27FC236}">
                  <a16:creationId xmlns:a16="http://schemas.microsoft.com/office/drawing/2014/main" id="{05F4595A-DD64-D140-382A-D81A3EFB267E}"/>
                </a:ext>
              </a:extLst>
            </p:cNvPr>
            <p:cNvSpPr/>
            <p:nvPr>
              <p:custDataLst>
                <p:tags r:id="rId39"/>
              </p:custDataLst>
            </p:nvPr>
          </p:nvSpPr>
          <p:spPr>
            <a:xfrm>
              <a:off x="1678220" y="2259420"/>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2</a:t>
              </a:r>
            </a:p>
          </p:txBody>
        </p:sp>
      </p:grpSp>
      <p:cxnSp>
        <p:nvCxnSpPr>
          <p:cNvPr id="138" name="Straight Arrow Connector 137">
            <a:extLst>
              <a:ext uri="{FF2B5EF4-FFF2-40B4-BE49-F238E27FC236}">
                <a16:creationId xmlns:a16="http://schemas.microsoft.com/office/drawing/2014/main" id="{373F69FA-CAE5-DCFE-8C16-713A1DB21161}"/>
              </a:ext>
            </a:extLst>
          </p:cNvPr>
          <p:cNvCxnSpPr>
            <a:cxnSpLocks/>
          </p:cNvCxnSpPr>
          <p:nvPr/>
        </p:nvCxnSpPr>
        <p:spPr>
          <a:xfrm>
            <a:off x="3699725" y="2723829"/>
            <a:ext cx="0" cy="54864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0C059B13-6591-9304-FE78-38FE1E8AFA9D}"/>
              </a:ext>
            </a:extLst>
          </p:cNvPr>
          <p:cNvSpPr txBox="1"/>
          <p:nvPr/>
        </p:nvSpPr>
        <p:spPr>
          <a:xfrm>
            <a:off x="4000003" y="2787893"/>
            <a:ext cx="1822279" cy="369332"/>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800">
                <a:solidFill>
                  <a:srgbClr val="000000"/>
                </a:solidFill>
                <a:latin typeface="Arial" panose="020B0604020202020204" pitchFamily="34" charset="0"/>
                <a:sym typeface=""/>
              </a:rPr>
              <a:t>Order creation duplication (driven by distrust &amp; individual knowledge of complex systems)</a:t>
            </a:r>
          </a:p>
        </p:txBody>
      </p:sp>
      <p:cxnSp>
        <p:nvCxnSpPr>
          <p:cNvPr id="139" name="Straight Arrow Connector 138">
            <a:extLst>
              <a:ext uri="{FF2B5EF4-FFF2-40B4-BE49-F238E27FC236}">
                <a16:creationId xmlns:a16="http://schemas.microsoft.com/office/drawing/2014/main" id="{59741B26-6CB1-FB32-5E5C-56B91609B445}"/>
              </a:ext>
            </a:extLst>
          </p:cNvPr>
          <p:cNvCxnSpPr>
            <a:cxnSpLocks/>
          </p:cNvCxnSpPr>
          <p:nvPr/>
        </p:nvCxnSpPr>
        <p:spPr>
          <a:xfrm>
            <a:off x="3699725" y="3763090"/>
            <a:ext cx="0" cy="27432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8" name="Subtitle 60">
            <a:extLst>
              <a:ext uri="{FF2B5EF4-FFF2-40B4-BE49-F238E27FC236}">
                <a16:creationId xmlns:a16="http://schemas.microsoft.com/office/drawing/2014/main" id="{40B7791E-2EFE-D23B-726B-D602B3BC2C57}"/>
              </a:ext>
            </a:extLst>
          </p:cNvPr>
          <p:cNvSpPr>
            <a:spLocks noGrp="1"/>
          </p:cNvSpPr>
          <p:nvPr>
            <p:ph type="subTitle" idx="1"/>
          </p:nvPr>
        </p:nvSpPr>
        <p:spPr>
          <a:xfrm>
            <a:off x="554736" y="747641"/>
            <a:ext cx="11387328" cy="221754"/>
          </a:xfrm>
          <a:noFill/>
          <a:ln/>
          <a:extLst>
            <a:ext uri="{909E8E84-426E-40DD-AFC4-6F175D3DCCD1}">
              <a14:hiddenFill xmlns:a14="http://schemas.microsoft.com/office/drawing/2010/main">
                <a:solidFill>
                  <a:srgbClr val="FFFFFF"/>
                </a:solidFill>
              </a14:hiddenFill>
            </a:ext>
          </a:extLst>
        </p:spPr>
        <p:txBody>
          <a:bodyPr/>
          <a:lstStyle/>
          <a:p>
            <a:r>
              <a:rPr lang="en-US" sz="1400"/>
              <a:t>Alternative flow where FSP places order (occasional; due to highly complex orders with higher risk of error or personal working preference) </a:t>
            </a:r>
          </a:p>
        </p:txBody>
      </p:sp>
      <p:pic>
        <p:nvPicPr>
          <p:cNvPr id="10" name="CustomIcon">
            <a:extLst>
              <a:ext uri="{FF2B5EF4-FFF2-40B4-BE49-F238E27FC236}">
                <a16:creationId xmlns:a16="http://schemas.microsoft.com/office/drawing/2014/main" id="{4B45BD80-1DB9-A1CB-9833-584CF3AEF72C}"/>
              </a:ext>
            </a:extLst>
          </p:cNvPr>
          <p:cNvPicPr>
            <a:picLocks/>
          </p:cNvPicPr>
          <p:nvPr>
            <p:custDataLst>
              <p:tags r:id="rId34"/>
            </p:custDataLst>
          </p:nvPr>
        </p:nvPicPr>
        <p:blipFill>
          <a:blip>
            <a:extLst>
              <a:ext uri="{96DAC541-7B7A-43D3-8B79-37D633B846F1}">
                <asvg:svgBlip xmlns:asvg="http://schemas.microsoft.com/office/drawing/2016/SVG/main" r:embed="rId48"/>
              </a:ext>
            </a:extLst>
          </a:blip>
          <a:stretch>
            <a:fillRect/>
          </a:stretch>
        </p:blipFill>
        <p:spPr>
          <a:xfrm>
            <a:off x="8532942" y="2245610"/>
            <a:ext cx="183126" cy="182880"/>
          </a:xfrm>
          <a:prstGeom prst="rect">
            <a:avLst/>
          </a:prstGeom>
        </p:spPr>
      </p:pic>
      <p:sp>
        <p:nvSpPr>
          <p:cNvPr id="14" name="TextBox 13">
            <a:extLst>
              <a:ext uri="{FF2B5EF4-FFF2-40B4-BE49-F238E27FC236}">
                <a16:creationId xmlns:a16="http://schemas.microsoft.com/office/drawing/2014/main" id="{6081B3DA-50BB-EFF0-879D-95DFACD38EE0}"/>
              </a:ext>
            </a:extLst>
          </p:cNvPr>
          <p:cNvSpPr txBox="1">
            <a:spLocks/>
          </p:cNvSpPr>
          <p:nvPr/>
        </p:nvSpPr>
        <p:spPr>
          <a:xfrm>
            <a:off x="8773250" y="2245609"/>
            <a:ext cx="2108509" cy="516775"/>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Freight shipping costs apply to ~20% of orders but are often not accurately assessed (reps </a:t>
            </a:r>
            <a:r>
              <a:rPr lang="en-US" sz="800">
                <a:solidFill>
                  <a:srgbClr val="000000"/>
                </a:solidFill>
                <a:latin typeface="Arial"/>
              </a:rPr>
              <a:t>use outdated costs or standard ship pricing)</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pic>
        <p:nvPicPr>
          <p:cNvPr id="11" name="CustomIcon">
            <a:extLst>
              <a:ext uri="{FF2B5EF4-FFF2-40B4-BE49-F238E27FC236}">
                <a16:creationId xmlns:a16="http://schemas.microsoft.com/office/drawing/2014/main" id="{1BC0F817-C324-438D-1434-A0F0798DAA2F}"/>
              </a:ext>
            </a:extLst>
          </p:cNvPr>
          <p:cNvPicPr>
            <a:picLocks/>
          </p:cNvPicPr>
          <p:nvPr>
            <p:custDataLst>
              <p:tags r:id="rId35"/>
            </p:custDataLst>
          </p:nvPr>
        </p:nvPicPr>
        <p:blipFill>
          <a:blip>
            <a:extLst>
              <a:ext uri="{96DAC541-7B7A-43D3-8B79-37D633B846F1}">
                <asvg:svgBlip xmlns:asvg="http://schemas.microsoft.com/office/drawing/2016/SVG/main" r:embed="rId48"/>
              </a:ext>
            </a:extLst>
          </a:blip>
          <a:stretch>
            <a:fillRect/>
          </a:stretch>
        </p:blipFill>
        <p:spPr>
          <a:xfrm>
            <a:off x="8532942" y="2642145"/>
            <a:ext cx="183126" cy="182880"/>
          </a:xfrm>
          <a:prstGeom prst="rect">
            <a:avLst/>
          </a:prstGeom>
        </p:spPr>
      </p:pic>
      <p:sp>
        <p:nvSpPr>
          <p:cNvPr id="216" name="TextBox 215">
            <a:extLst>
              <a:ext uri="{FF2B5EF4-FFF2-40B4-BE49-F238E27FC236}">
                <a16:creationId xmlns:a16="http://schemas.microsoft.com/office/drawing/2014/main" id="{43A2BEDB-47A9-28B3-594F-AF4D77D483F9}"/>
              </a:ext>
            </a:extLst>
          </p:cNvPr>
          <p:cNvSpPr txBox="1">
            <a:spLocks/>
          </p:cNvSpPr>
          <p:nvPr/>
        </p:nvSpPr>
        <p:spPr>
          <a:xfrm>
            <a:off x="8773250" y="2642144"/>
            <a:ext cx="2136012" cy="319525"/>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50</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of NSP orders subject to possible delays or errors driven by incorrect pricing</a:t>
            </a:r>
          </a:p>
        </p:txBody>
      </p:sp>
      <p:sp>
        <p:nvSpPr>
          <p:cNvPr id="4" name="Star: 5 Points 3">
            <a:extLst>
              <a:ext uri="{FF2B5EF4-FFF2-40B4-BE49-F238E27FC236}">
                <a16:creationId xmlns:a16="http://schemas.microsoft.com/office/drawing/2014/main" id="{99DBC59B-6A27-5A23-B610-E973C480387A}"/>
              </a:ext>
            </a:extLst>
          </p:cNvPr>
          <p:cNvSpPr>
            <a:spLocks/>
          </p:cNvSpPr>
          <p:nvPr/>
        </p:nvSpPr>
        <p:spPr>
          <a:xfrm>
            <a:off x="10160500" y="3206000"/>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8" name="TextBox 17">
            <a:extLst>
              <a:ext uri="{FF2B5EF4-FFF2-40B4-BE49-F238E27FC236}">
                <a16:creationId xmlns:a16="http://schemas.microsoft.com/office/drawing/2014/main" id="{0F3F4B08-D740-6AE9-0D2F-0C97BF87C661}"/>
              </a:ext>
            </a:extLst>
          </p:cNvPr>
          <p:cNvSpPr txBox="1">
            <a:spLocks/>
          </p:cNvSpPr>
          <p:nvPr/>
        </p:nvSpPr>
        <p:spPr>
          <a:xfrm>
            <a:off x="10441784" y="3199743"/>
            <a:ext cx="602145" cy="37916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Cost sheet email inbox initiative in-flight</a:t>
            </a:r>
          </a:p>
        </p:txBody>
      </p:sp>
      <p:sp>
        <p:nvSpPr>
          <p:cNvPr id="21" name="Star: 5 Points 20">
            <a:extLst>
              <a:ext uri="{FF2B5EF4-FFF2-40B4-BE49-F238E27FC236}">
                <a16:creationId xmlns:a16="http://schemas.microsoft.com/office/drawing/2014/main" id="{CEEEF209-DC65-ABDC-44CA-05C57F29415F}"/>
              </a:ext>
            </a:extLst>
          </p:cNvPr>
          <p:cNvSpPr>
            <a:spLocks/>
          </p:cNvSpPr>
          <p:nvPr/>
        </p:nvSpPr>
        <p:spPr>
          <a:xfrm>
            <a:off x="8501067" y="2917365"/>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22" name="TextBox 21">
            <a:extLst>
              <a:ext uri="{FF2B5EF4-FFF2-40B4-BE49-F238E27FC236}">
                <a16:creationId xmlns:a16="http://schemas.microsoft.com/office/drawing/2014/main" id="{454B47A1-5531-FC92-66E3-347F6C71C7F3}"/>
              </a:ext>
            </a:extLst>
          </p:cNvPr>
          <p:cNvSpPr txBox="1">
            <a:spLocks/>
          </p:cNvSpPr>
          <p:nvPr/>
        </p:nvSpPr>
        <p:spPr>
          <a:xfrm>
            <a:off x="8781275" y="2944797"/>
            <a:ext cx="2136012" cy="181768"/>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Freight quote dept. initiative in-flight</a:t>
            </a:r>
          </a:p>
        </p:txBody>
      </p:sp>
    </p:spTree>
    <p:extLst>
      <p:ext uri="{BB962C8B-B14F-4D97-AF65-F5344CB8AC3E}">
        <p14:creationId xmlns:p14="http://schemas.microsoft.com/office/powerpoint/2010/main" val="26487364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1CDDC-60D1-9FF9-2365-D4EFEEB34769}"/>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08C9CAB1-23BD-0D85-8C3E-B4AF1F8C466C}"/>
              </a:ext>
            </a:extLst>
          </p:cNvPr>
          <p:cNvGraphicFramePr>
            <a:graphicFrameLocks noChangeAspect="1"/>
          </p:cNvGraphicFramePr>
          <p:nvPr>
            <p:custDataLst>
              <p:tags r:id="rId1"/>
            </p:custDataLst>
            <p:extLst>
              <p:ext uri="{D42A27DB-BD31-4B8C-83A1-F6EECF244321}">
                <p14:modId xmlns:p14="http://schemas.microsoft.com/office/powerpoint/2010/main" val="236261193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9" imgW="404" imgH="405" progId="TCLayout.ActiveDocument.1">
                  <p:embed/>
                </p:oleObj>
              </mc:Choice>
              <mc:Fallback>
                <p:oleObj name="think-cell Slide" r:id="rId19" imgW="404" imgH="405" progId="TCLayout.ActiveDocument.1">
                  <p:embed/>
                  <p:pic>
                    <p:nvPicPr>
                      <p:cNvPr id="5" name="Object 2" hidden="1">
                        <a:extLst>
                          <a:ext uri="{FF2B5EF4-FFF2-40B4-BE49-F238E27FC236}">
                            <a16:creationId xmlns:a16="http://schemas.microsoft.com/office/drawing/2014/main" id="{08C9CAB1-23BD-0D85-8C3E-B4AF1F8C466C}"/>
                          </a:ext>
                        </a:extLst>
                      </p:cNvPr>
                      <p:cNvPicPr/>
                      <p:nvPr/>
                    </p:nvPicPr>
                    <p:blipFill>
                      <a:blip r:embed="rId20"/>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1A138416-33DE-E7A6-BA68-67F43DAD37BD}"/>
              </a:ext>
            </a:extLst>
          </p:cNvPr>
          <p:cNvSpPr>
            <a:spLocks noGrp="1"/>
          </p:cNvSpPr>
          <p:nvPr>
            <p:ph type="title"/>
            <p:custDataLst>
              <p:tags r:id="rId2"/>
            </p:custDataLst>
          </p:nvPr>
        </p:nvSpPr>
        <p:spPr>
          <a:xfrm>
            <a:off x="554736" y="72042"/>
            <a:ext cx="11082528" cy="680664"/>
          </a:xfrm>
        </p:spPr>
        <p:txBody>
          <a:bodyPr vert="horz">
            <a:noAutofit/>
          </a:bodyPr>
          <a:lstStyle/>
          <a:p>
            <a:r>
              <a:rPr lang="en-US" dirty="0"/>
              <a:t>A.</a:t>
            </a:r>
            <a:r>
              <a:rPr lang="en-US" i="1" dirty="0"/>
              <a:t> Order intake &amp; creation: </a:t>
            </a:r>
            <a:r>
              <a:rPr lang="en-US" dirty="0"/>
              <a:t>What we have heard from SMEs</a:t>
            </a:r>
          </a:p>
        </p:txBody>
      </p:sp>
      <p:sp>
        <p:nvSpPr>
          <p:cNvPr id="7" name="TextBox 6">
            <a:extLst>
              <a:ext uri="{FF2B5EF4-FFF2-40B4-BE49-F238E27FC236}">
                <a16:creationId xmlns:a16="http://schemas.microsoft.com/office/drawing/2014/main" id="{E6C4A871-536B-17A0-F086-E8F50FBC608E}"/>
              </a:ext>
            </a:extLst>
          </p:cNvPr>
          <p:cNvSpPr txBox="1">
            <a:spLocks/>
          </p:cNvSpPr>
          <p:nvPr/>
        </p:nvSpPr>
        <p:spPr>
          <a:xfrm>
            <a:off x="534629" y="1323151"/>
            <a:ext cx="3284336" cy="301125"/>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solidFill>
                  <a:schemeClr val="accent1"/>
                </a:solidFill>
              </a:rPr>
              <a:t>Key observations / pain points</a:t>
            </a:r>
          </a:p>
        </p:txBody>
      </p:sp>
      <p:cxnSp>
        <p:nvCxnSpPr>
          <p:cNvPr id="21" name="GreyLineSeparatorDefault 10">
            <a:extLst>
              <a:ext uri="{FF2B5EF4-FFF2-40B4-BE49-F238E27FC236}">
                <a16:creationId xmlns:a16="http://schemas.microsoft.com/office/drawing/2014/main" id="{FDAFC5F0-1018-8790-D0D3-C9508FB9F29C}"/>
              </a:ext>
            </a:extLst>
          </p:cNvPr>
          <p:cNvCxnSpPr>
            <a:cxnSpLocks/>
          </p:cNvCxnSpPr>
          <p:nvPr>
            <p:custDataLst>
              <p:tags r:id="rId3"/>
            </p:custDataLst>
          </p:nvPr>
        </p:nvCxnSpPr>
        <p:spPr>
          <a:xfrm>
            <a:off x="520859" y="1608952"/>
            <a:ext cx="1113949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6" name="Rectangle: Rounded Corners 55">
            <a:extLst>
              <a:ext uri="{FF2B5EF4-FFF2-40B4-BE49-F238E27FC236}">
                <a16:creationId xmlns:a16="http://schemas.microsoft.com/office/drawing/2014/main" id="{8AB70921-7D50-56B8-BAAF-B3E329EC386F}"/>
              </a:ext>
            </a:extLst>
          </p:cNvPr>
          <p:cNvSpPr>
            <a:spLocks/>
          </p:cNvSpPr>
          <p:nvPr/>
        </p:nvSpPr>
        <p:spPr>
          <a:xfrm>
            <a:off x="8388419" y="1756138"/>
            <a:ext cx="3262303" cy="640080"/>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sp>
        <p:nvSpPr>
          <p:cNvPr id="58" name="TextBox 57">
            <a:extLst>
              <a:ext uri="{FF2B5EF4-FFF2-40B4-BE49-F238E27FC236}">
                <a16:creationId xmlns:a16="http://schemas.microsoft.com/office/drawing/2014/main" id="{02D9F88F-68B1-04A4-3937-8B520EF7D857}"/>
              </a:ext>
            </a:extLst>
          </p:cNvPr>
          <p:cNvSpPr txBox="1">
            <a:spLocks/>
          </p:cNvSpPr>
          <p:nvPr>
            <p:custDataLst>
              <p:tags r:id="rId4"/>
            </p:custDataLst>
          </p:nvPr>
        </p:nvSpPr>
        <p:spPr>
          <a:xfrm>
            <a:off x="8502929" y="1773612"/>
            <a:ext cx="3119082" cy="556041"/>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1 out of my 14 Sales Pros consistently sends in all the necessary information</a:t>
            </a:r>
          </a:p>
        </p:txBody>
      </p:sp>
      <p:sp>
        <p:nvSpPr>
          <p:cNvPr id="59" name="TextBox 58">
            <a:extLst>
              <a:ext uri="{FF2B5EF4-FFF2-40B4-BE49-F238E27FC236}">
                <a16:creationId xmlns:a16="http://schemas.microsoft.com/office/drawing/2014/main" id="{0ECBBFB4-465F-54AE-6670-85C3AF91CB7B}"/>
              </a:ext>
            </a:extLst>
          </p:cNvPr>
          <p:cNvSpPr txBox="1">
            <a:spLocks/>
          </p:cNvSpPr>
          <p:nvPr>
            <p:custDataLst>
              <p:tags r:id="rId5"/>
            </p:custDataLst>
          </p:nvPr>
        </p:nvSpPr>
        <p:spPr>
          <a:xfrm>
            <a:off x="8478866" y="1794102"/>
            <a:ext cx="3171856" cy="47263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100" b="0" i="0" u="none" strike="noStrike" kern="1200" cap="none" spc="0" normalizeH="0" baseline="0" noProof="0">
              <a:ln>
                <a:noFill/>
              </a:ln>
              <a:solidFill>
                <a:srgbClr val="FFFFFF">
                  <a:lumMod val="75000"/>
                </a:srgbClr>
              </a:solidFill>
              <a:effectLst/>
              <a:uLnTx/>
              <a:uFillTx/>
              <a:latin typeface="Arial"/>
              <a:ea typeface="+mn-ea"/>
              <a:cs typeface="Arial" panose="020B0604020202020204" pitchFamily="34" charset="0"/>
            </a:endParaRPr>
          </a:p>
        </p:txBody>
      </p:sp>
      <p:sp>
        <p:nvSpPr>
          <p:cNvPr id="60" name="TextBox 59">
            <a:extLst>
              <a:ext uri="{FF2B5EF4-FFF2-40B4-BE49-F238E27FC236}">
                <a16:creationId xmlns:a16="http://schemas.microsoft.com/office/drawing/2014/main" id="{A55C7750-C187-EF3B-A5A4-2CBDC3F936FF}"/>
              </a:ext>
            </a:extLst>
          </p:cNvPr>
          <p:cNvSpPr txBox="1"/>
          <p:nvPr/>
        </p:nvSpPr>
        <p:spPr>
          <a:xfrm>
            <a:off x="8140435" y="1575415"/>
            <a:ext cx="25602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cxnSp>
        <p:nvCxnSpPr>
          <p:cNvPr id="18" name="Straight Connector 17">
            <a:extLst>
              <a:ext uri="{FF2B5EF4-FFF2-40B4-BE49-F238E27FC236}">
                <a16:creationId xmlns:a16="http://schemas.microsoft.com/office/drawing/2014/main" id="{F67A4705-3B98-9E05-009D-94C60184F967}"/>
              </a:ext>
            </a:extLst>
          </p:cNvPr>
          <p:cNvCxnSpPr>
            <a:cxnSpLocks/>
          </p:cNvCxnSpPr>
          <p:nvPr>
            <p:custDataLst>
              <p:tags r:id="rId6"/>
            </p:custDataLst>
          </p:nvPr>
        </p:nvCxnSpPr>
        <p:spPr>
          <a:xfrm flipV="1">
            <a:off x="527921" y="3676732"/>
            <a:ext cx="11139498" cy="2"/>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EA014B5C-EA7E-81BA-BE4D-A3C9C5BC2B09}"/>
              </a:ext>
            </a:extLst>
          </p:cNvPr>
          <p:cNvSpPr txBox="1"/>
          <p:nvPr>
            <p:custDataLst>
              <p:tags r:id="rId7"/>
            </p:custDataLst>
          </p:nvPr>
        </p:nvSpPr>
        <p:spPr>
          <a:xfrm>
            <a:off x="578639" y="5119112"/>
            <a:ext cx="3513667" cy="14311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62" name="Group 61">
            <a:extLst>
              <a:ext uri="{FF2B5EF4-FFF2-40B4-BE49-F238E27FC236}">
                <a16:creationId xmlns:a16="http://schemas.microsoft.com/office/drawing/2014/main" id="{8C56629C-A983-5229-D07C-2E27021495E6}"/>
              </a:ext>
            </a:extLst>
          </p:cNvPr>
          <p:cNvGrpSpPr/>
          <p:nvPr/>
        </p:nvGrpSpPr>
        <p:grpSpPr>
          <a:xfrm>
            <a:off x="8140435" y="3686878"/>
            <a:ext cx="3510287" cy="754785"/>
            <a:chOff x="7923035" y="3654607"/>
            <a:chExt cx="3510287" cy="754785"/>
          </a:xfrm>
        </p:grpSpPr>
        <p:sp>
          <p:nvSpPr>
            <p:cNvPr id="31" name="Rectangle: Rounded Corners 30">
              <a:extLst>
                <a:ext uri="{FF2B5EF4-FFF2-40B4-BE49-F238E27FC236}">
                  <a16:creationId xmlns:a16="http://schemas.microsoft.com/office/drawing/2014/main" id="{1DDAFB70-DFFF-D0E3-4492-69E6DDC35B2A}"/>
                </a:ext>
              </a:extLst>
            </p:cNvPr>
            <p:cNvSpPr>
              <a:spLocks/>
            </p:cNvSpPr>
            <p:nvPr/>
          </p:nvSpPr>
          <p:spPr>
            <a:xfrm>
              <a:off x="8171019" y="3769312"/>
              <a:ext cx="3262303" cy="640080"/>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49" name="TextBox 48">
              <a:extLst>
                <a:ext uri="{FF2B5EF4-FFF2-40B4-BE49-F238E27FC236}">
                  <a16:creationId xmlns:a16="http://schemas.microsoft.com/office/drawing/2014/main" id="{D5D6D905-C4AE-3489-C505-040E42906AC4}"/>
                </a:ext>
              </a:extLst>
            </p:cNvPr>
            <p:cNvSpPr txBox="1">
              <a:spLocks/>
            </p:cNvSpPr>
            <p:nvPr/>
          </p:nvSpPr>
          <p:spPr>
            <a:xfrm>
              <a:off x="8285529" y="3800137"/>
              <a:ext cx="3119082" cy="482597"/>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1" u="none" strike="noStrike" kern="1200" cap="none" spc="0" normalizeH="0" baseline="0" noProof="0">
                  <a:ln>
                    <a:noFill/>
                  </a:ln>
                  <a:solidFill>
                    <a:srgbClr val="000000"/>
                  </a:solidFill>
                  <a:effectLst/>
                  <a:uLnTx/>
                  <a:uFillTx/>
                  <a:latin typeface="Arial"/>
                </a:rPr>
                <a:t>I always take the time to confirm costs with the vendor directly to ensure I’m not misquoting customers</a:t>
              </a:r>
            </a:p>
          </p:txBody>
        </p:sp>
        <p:sp>
          <p:nvSpPr>
            <p:cNvPr id="20" name="TextBox 19">
              <a:extLst>
                <a:ext uri="{FF2B5EF4-FFF2-40B4-BE49-F238E27FC236}">
                  <a16:creationId xmlns:a16="http://schemas.microsoft.com/office/drawing/2014/main" id="{17A0ED08-92B8-0901-1827-AA12242D8832}"/>
                </a:ext>
              </a:extLst>
            </p:cNvPr>
            <p:cNvSpPr txBox="1"/>
            <p:nvPr/>
          </p:nvSpPr>
          <p:spPr>
            <a:xfrm>
              <a:off x="7923035" y="3654607"/>
              <a:ext cx="25602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grpSp>
        <p:nvGrpSpPr>
          <p:cNvPr id="63" name="Group 62">
            <a:extLst>
              <a:ext uri="{FF2B5EF4-FFF2-40B4-BE49-F238E27FC236}">
                <a16:creationId xmlns:a16="http://schemas.microsoft.com/office/drawing/2014/main" id="{61628133-5587-9B35-5EA0-1B5EDD08B24E}"/>
              </a:ext>
            </a:extLst>
          </p:cNvPr>
          <p:cNvGrpSpPr/>
          <p:nvPr/>
        </p:nvGrpSpPr>
        <p:grpSpPr>
          <a:xfrm>
            <a:off x="8140435" y="4608851"/>
            <a:ext cx="3510287" cy="640080"/>
            <a:chOff x="7923035" y="5079500"/>
            <a:chExt cx="3510287" cy="950180"/>
          </a:xfrm>
        </p:grpSpPr>
        <p:sp>
          <p:nvSpPr>
            <p:cNvPr id="8" name="Rectangle: Rounded Corners 7">
              <a:extLst>
                <a:ext uri="{FF2B5EF4-FFF2-40B4-BE49-F238E27FC236}">
                  <a16:creationId xmlns:a16="http://schemas.microsoft.com/office/drawing/2014/main" id="{A95D988F-E7B8-4FA0-4E9F-818227B79AF8}"/>
                </a:ext>
              </a:extLst>
            </p:cNvPr>
            <p:cNvSpPr>
              <a:spLocks/>
            </p:cNvSpPr>
            <p:nvPr/>
          </p:nvSpPr>
          <p:spPr>
            <a:xfrm>
              <a:off x="8171019" y="5213248"/>
              <a:ext cx="3262303" cy="81643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0" name="TextBox 9">
              <a:extLst>
                <a:ext uri="{FF2B5EF4-FFF2-40B4-BE49-F238E27FC236}">
                  <a16:creationId xmlns:a16="http://schemas.microsoft.com/office/drawing/2014/main" id="{0E521D7D-79DE-8FDB-1C97-D104F7DCBB82}"/>
                </a:ext>
              </a:extLst>
            </p:cNvPr>
            <p:cNvSpPr txBox="1"/>
            <p:nvPr/>
          </p:nvSpPr>
          <p:spPr>
            <a:xfrm>
              <a:off x="7923035" y="5079500"/>
              <a:ext cx="25602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11" name="TextBox 10">
              <a:extLst>
                <a:ext uri="{FF2B5EF4-FFF2-40B4-BE49-F238E27FC236}">
                  <a16:creationId xmlns:a16="http://schemas.microsoft.com/office/drawing/2014/main" id="{545F9ECA-E833-2AF7-1D92-930345615F97}"/>
                </a:ext>
              </a:extLst>
            </p:cNvPr>
            <p:cNvSpPr txBox="1">
              <a:spLocks/>
            </p:cNvSpPr>
            <p:nvPr/>
          </p:nvSpPr>
          <p:spPr>
            <a:xfrm>
              <a:off x="8285529" y="5247195"/>
              <a:ext cx="3119082" cy="698424"/>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None/>
                <a:tabLst/>
                <a:defRPr/>
              </a:pPr>
              <a:r>
                <a:rPr lang="en-US" sz="1100" i="1">
                  <a:solidFill>
                    <a:srgbClr val="000000"/>
                  </a:solidFill>
                  <a:latin typeface="Arial"/>
                </a:rPr>
                <a:t>A rookie rep would never be able to do order creation the way that I’ve learned to do it</a:t>
              </a:r>
            </a:p>
          </p:txBody>
        </p:sp>
      </p:grpSp>
      <p:sp>
        <p:nvSpPr>
          <p:cNvPr id="15" name="Rectangle: Rounded Corners 14">
            <a:extLst>
              <a:ext uri="{FF2B5EF4-FFF2-40B4-BE49-F238E27FC236}">
                <a16:creationId xmlns:a16="http://schemas.microsoft.com/office/drawing/2014/main" id="{4AA07079-6C55-A747-AC43-FD2672D49A22}"/>
              </a:ext>
            </a:extLst>
          </p:cNvPr>
          <p:cNvSpPr>
            <a:spLocks/>
          </p:cNvSpPr>
          <p:nvPr/>
        </p:nvSpPr>
        <p:spPr>
          <a:xfrm>
            <a:off x="8388419" y="2695876"/>
            <a:ext cx="3262303" cy="731520"/>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sp>
        <p:nvSpPr>
          <p:cNvPr id="17" name="TextBox 16">
            <a:extLst>
              <a:ext uri="{FF2B5EF4-FFF2-40B4-BE49-F238E27FC236}">
                <a16:creationId xmlns:a16="http://schemas.microsoft.com/office/drawing/2014/main" id="{2F88B482-E427-92AB-29B4-5237C78BB323}"/>
              </a:ext>
            </a:extLst>
          </p:cNvPr>
          <p:cNvSpPr txBox="1">
            <a:spLocks/>
          </p:cNvSpPr>
          <p:nvPr>
            <p:custDataLst>
              <p:tags r:id="rId8"/>
            </p:custDataLst>
          </p:nvPr>
        </p:nvSpPr>
        <p:spPr>
          <a:xfrm>
            <a:off x="8502929" y="2736120"/>
            <a:ext cx="3119082" cy="76698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None/>
              <a:tabLst/>
              <a:defRPr/>
            </a:pPr>
            <a:r>
              <a:rPr lang="en-US" sz="1100" i="1">
                <a:solidFill>
                  <a:srgbClr val="000000"/>
                </a:solidFill>
                <a:latin typeface="Arial"/>
              </a:rPr>
              <a:t>Sometimes I feel like I’m part of the art team… there are so many artwork options to go through, and it adds time</a:t>
            </a:r>
          </a:p>
        </p:txBody>
      </p:sp>
      <p:sp>
        <p:nvSpPr>
          <p:cNvPr id="19" name="TextBox 18">
            <a:extLst>
              <a:ext uri="{FF2B5EF4-FFF2-40B4-BE49-F238E27FC236}">
                <a16:creationId xmlns:a16="http://schemas.microsoft.com/office/drawing/2014/main" id="{BCDD9AAF-30CF-813F-05B4-DEC16ED0F7A5}"/>
              </a:ext>
            </a:extLst>
          </p:cNvPr>
          <p:cNvSpPr txBox="1"/>
          <p:nvPr/>
        </p:nvSpPr>
        <p:spPr>
          <a:xfrm>
            <a:off x="8140435" y="2564314"/>
            <a:ext cx="25602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35" name="TextBox 34">
            <a:extLst>
              <a:ext uri="{FF2B5EF4-FFF2-40B4-BE49-F238E27FC236}">
                <a16:creationId xmlns:a16="http://schemas.microsoft.com/office/drawing/2014/main" id="{757F1AF0-220A-54F3-1A67-9168C10C979C}"/>
              </a:ext>
            </a:extLst>
          </p:cNvPr>
          <p:cNvSpPr txBox="1">
            <a:spLocks/>
          </p:cNvSpPr>
          <p:nvPr/>
        </p:nvSpPr>
        <p:spPr>
          <a:xfrm>
            <a:off x="871223" y="1680422"/>
            <a:ext cx="6730847" cy="16927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100"/>
              </a:spcBef>
            </a:pPr>
            <a:r>
              <a:rPr lang="en-US" sz="1100" b="1"/>
              <a:t>Incomplete information driving delays for 30-50+% of orders</a:t>
            </a:r>
          </a:p>
        </p:txBody>
      </p:sp>
      <p:sp>
        <p:nvSpPr>
          <p:cNvPr id="36" name="TextBox 35">
            <a:extLst>
              <a:ext uri="{FF2B5EF4-FFF2-40B4-BE49-F238E27FC236}">
                <a16:creationId xmlns:a16="http://schemas.microsoft.com/office/drawing/2014/main" id="{086B5FF0-6123-AC9D-9FAA-C588B2E9AB03}"/>
              </a:ext>
            </a:extLst>
          </p:cNvPr>
          <p:cNvSpPr txBox="1">
            <a:spLocks/>
          </p:cNvSpPr>
          <p:nvPr/>
        </p:nvSpPr>
        <p:spPr>
          <a:xfrm>
            <a:off x="871222" y="1941896"/>
            <a:ext cx="6730847" cy="64013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spcBef>
                <a:spcPts val="100"/>
              </a:spcBef>
              <a:spcAft>
                <a:spcPts val="0"/>
              </a:spcAft>
              <a:buFont typeface="Arial" panose="020B0604020202020204" pitchFamily="34" charset="0"/>
              <a:buChar char="•"/>
            </a:pPr>
            <a:r>
              <a:rPr lang="en-US" sz="1100"/>
              <a:t>FSPs regularly provide incomplete initial order information</a:t>
            </a:r>
          </a:p>
          <a:p>
            <a:pPr marL="285750" indent="-285750">
              <a:spcBef>
                <a:spcPts val="100"/>
              </a:spcBef>
              <a:spcAft>
                <a:spcPts val="0"/>
              </a:spcAft>
              <a:buFont typeface="Arial" panose="020B0604020202020204" pitchFamily="34" charset="0"/>
              <a:buChar char="•"/>
            </a:pPr>
            <a:r>
              <a:rPr lang="en-US" sz="1100"/>
              <a:t>TMs send additional follow-ups and go back and forth with FSPs to complete order information driving order delays</a:t>
            </a:r>
          </a:p>
          <a:p>
            <a:pPr marL="285750" indent="-285750">
              <a:spcBef>
                <a:spcPts val="100"/>
              </a:spcBef>
              <a:spcAft>
                <a:spcPts val="0"/>
              </a:spcAft>
              <a:buFont typeface="Arial" panose="020B0604020202020204" pitchFamily="34" charset="0"/>
              <a:buChar char="•"/>
            </a:pPr>
            <a:endParaRPr lang="en-US" sz="1100"/>
          </a:p>
        </p:txBody>
      </p:sp>
      <p:sp>
        <p:nvSpPr>
          <p:cNvPr id="37" name="TextBox 36">
            <a:extLst>
              <a:ext uri="{FF2B5EF4-FFF2-40B4-BE49-F238E27FC236}">
                <a16:creationId xmlns:a16="http://schemas.microsoft.com/office/drawing/2014/main" id="{B589247F-C7DD-665D-F83A-4C8D0C92177B}"/>
              </a:ext>
            </a:extLst>
          </p:cNvPr>
          <p:cNvSpPr txBox="1">
            <a:spLocks/>
          </p:cNvSpPr>
          <p:nvPr/>
        </p:nvSpPr>
        <p:spPr>
          <a:xfrm>
            <a:off x="871223" y="2695876"/>
            <a:ext cx="6730847" cy="393339"/>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100"/>
              </a:spcBef>
              <a:spcAft>
                <a:spcPts val="200"/>
              </a:spcAft>
            </a:pPr>
            <a:r>
              <a:rPr lang="en-US" sz="1100" b="1"/>
              <a:t>Extensive personalization optionality driving diminishing CX returns and potential margin erosion for 50-70% of products that are NSPs</a:t>
            </a:r>
          </a:p>
        </p:txBody>
      </p:sp>
      <p:sp>
        <p:nvSpPr>
          <p:cNvPr id="38" name="TextBox 37">
            <a:extLst>
              <a:ext uri="{FF2B5EF4-FFF2-40B4-BE49-F238E27FC236}">
                <a16:creationId xmlns:a16="http://schemas.microsoft.com/office/drawing/2014/main" id="{9C1A5429-BECB-A9BF-1D26-7C3CAFC928BA}"/>
              </a:ext>
            </a:extLst>
          </p:cNvPr>
          <p:cNvSpPr txBox="1">
            <a:spLocks/>
          </p:cNvSpPr>
          <p:nvPr/>
        </p:nvSpPr>
        <p:spPr>
          <a:xfrm>
            <a:off x="871222" y="3101879"/>
            <a:ext cx="6856354" cy="559127"/>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Bef>
                <a:spcPts val="100"/>
              </a:spcBef>
              <a:spcAft>
                <a:spcPts val="0"/>
              </a:spcAft>
              <a:buFont typeface="Arial" panose="020B0604020202020204" pitchFamily="34" charset="0"/>
              <a:buChar char="•"/>
            </a:pPr>
            <a:r>
              <a:rPr lang="en-US" sz="1100"/>
              <a:t>High optionality among artwork, products, and logos slows ordering</a:t>
            </a:r>
          </a:p>
          <a:p>
            <a:pPr marL="171450" indent="-171450">
              <a:spcBef>
                <a:spcPts val="100"/>
              </a:spcBef>
              <a:spcAft>
                <a:spcPts val="0"/>
              </a:spcAft>
              <a:buFont typeface="Arial" panose="020B0604020202020204" pitchFamily="34" charset="0"/>
              <a:buChar char="•"/>
            </a:pPr>
            <a:r>
              <a:rPr lang="en-US" sz="1100"/>
              <a:t>Tens of decorators to choose from with no set selection criteria (FSPs sometimes select personal contacts)</a:t>
            </a:r>
          </a:p>
        </p:txBody>
      </p:sp>
      <p:sp>
        <p:nvSpPr>
          <p:cNvPr id="39" name="TextBox 38">
            <a:extLst>
              <a:ext uri="{FF2B5EF4-FFF2-40B4-BE49-F238E27FC236}">
                <a16:creationId xmlns:a16="http://schemas.microsoft.com/office/drawing/2014/main" id="{98EF7AC6-B72F-2648-7C50-1BEB6D5C6253}"/>
              </a:ext>
            </a:extLst>
          </p:cNvPr>
          <p:cNvSpPr txBox="1">
            <a:spLocks/>
          </p:cNvSpPr>
          <p:nvPr/>
        </p:nvSpPr>
        <p:spPr>
          <a:xfrm>
            <a:off x="871223" y="3732874"/>
            <a:ext cx="6730847" cy="77201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100"/>
              </a:spcBef>
            </a:pPr>
            <a:r>
              <a:rPr lang="en-US" sz="1100" b="1"/>
              <a:t>Incorrect cost sheets for NSPs drives margin leakage and delays for ~50% of NSP orders</a:t>
            </a:r>
          </a:p>
        </p:txBody>
      </p:sp>
      <p:sp>
        <p:nvSpPr>
          <p:cNvPr id="41" name="TextBox 40">
            <a:extLst>
              <a:ext uri="{FF2B5EF4-FFF2-40B4-BE49-F238E27FC236}">
                <a16:creationId xmlns:a16="http://schemas.microsoft.com/office/drawing/2014/main" id="{8CCBC741-4F02-EDA5-921B-66C985ADB7BC}"/>
              </a:ext>
            </a:extLst>
          </p:cNvPr>
          <p:cNvSpPr txBox="1">
            <a:spLocks/>
          </p:cNvSpPr>
          <p:nvPr/>
        </p:nvSpPr>
        <p:spPr>
          <a:xfrm>
            <a:off x="871222" y="3949312"/>
            <a:ext cx="6856354" cy="75405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spcBef>
                <a:spcPts val="100"/>
              </a:spcBef>
              <a:spcAft>
                <a:spcPts val="0"/>
              </a:spcAft>
              <a:buFont typeface="Arial" panose="020B0604020202020204" pitchFamily="34" charset="0"/>
              <a:buChar char="•"/>
            </a:pPr>
            <a:r>
              <a:rPr lang="en-US" sz="1100"/>
              <a:t>Cost sheets provided by vendors for NSPs are not standardized (PDF/excel/notes, require manual check)</a:t>
            </a:r>
          </a:p>
          <a:p>
            <a:pPr marL="285750" indent="-285750">
              <a:spcBef>
                <a:spcPts val="100"/>
              </a:spcBef>
              <a:spcAft>
                <a:spcPts val="0"/>
              </a:spcAft>
              <a:buFont typeface="Arial" panose="020B0604020202020204" pitchFamily="34" charset="0"/>
              <a:buChar char="•"/>
            </a:pPr>
            <a:r>
              <a:rPr lang="en-US" sz="1100"/>
              <a:t>If incorrect, rep is required to contact vendor and manually change file/description in Engage</a:t>
            </a:r>
          </a:p>
        </p:txBody>
      </p:sp>
      <p:sp>
        <p:nvSpPr>
          <p:cNvPr id="42" name="TextBox 41">
            <a:extLst>
              <a:ext uri="{FF2B5EF4-FFF2-40B4-BE49-F238E27FC236}">
                <a16:creationId xmlns:a16="http://schemas.microsoft.com/office/drawing/2014/main" id="{1FAC35D6-94CC-360C-6505-AF024C63BA50}"/>
              </a:ext>
            </a:extLst>
          </p:cNvPr>
          <p:cNvSpPr txBox="1">
            <a:spLocks/>
          </p:cNvSpPr>
          <p:nvPr/>
        </p:nvSpPr>
        <p:spPr>
          <a:xfrm>
            <a:off x="871222" y="4629141"/>
            <a:ext cx="6730847" cy="15388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100" b="1"/>
              <a:t>Lack of standardization &amp; codification of operating processes</a:t>
            </a:r>
          </a:p>
        </p:txBody>
      </p:sp>
      <p:sp>
        <p:nvSpPr>
          <p:cNvPr id="43" name="TextBox 42">
            <a:extLst>
              <a:ext uri="{FF2B5EF4-FFF2-40B4-BE49-F238E27FC236}">
                <a16:creationId xmlns:a16="http://schemas.microsoft.com/office/drawing/2014/main" id="{5205FAF5-BB17-5CD0-47E2-AC830F2E024A}"/>
              </a:ext>
            </a:extLst>
          </p:cNvPr>
          <p:cNvSpPr txBox="1">
            <a:spLocks/>
          </p:cNvSpPr>
          <p:nvPr/>
        </p:nvSpPr>
        <p:spPr>
          <a:xfrm>
            <a:off x="871222" y="4822428"/>
            <a:ext cx="6856354" cy="43979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spcBef>
                <a:spcPts val="100"/>
              </a:spcBef>
              <a:spcAft>
                <a:spcPts val="0"/>
              </a:spcAft>
              <a:buFont typeface="Arial" panose="020B0604020202020204" pitchFamily="34" charset="0"/>
              <a:buChar char="•"/>
            </a:pPr>
            <a:r>
              <a:rPr lang="en-US" sz="1100"/>
              <a:t>Each TM and FSP relies on institutional knowledge to process orders (e.g., some FSPs complete all orders E2E)</a:t>
            </a:r>
          </a:p>
          <a:p>
            <a:pPr marL="285750" indent="-285750">
              <a:spcBef>
                <a:spcPts val="100"/>
              </a:spcBef>
              <a:spcAft>
                <a:spcPts val="0"/>
              </a:spcAft>
              <a:buFont typeface="Arial" panose="020B0604020202020204" pitchFamily="34" charset="0"/>
              <a:buChar char="•"/>
            </a:pPr>
            <a:r>
              <a:rPr lang="en-US" sz="1100"/>
              <a:t>Duplication in VOE/QOE systems increases time spent</a:t>
            </a:r>
          </a:p>
        </p:txBody>
      </p:sp>
      <p:sp>
        <p:nvSpPr>
          <p:cNvPr id="44" name="TextBox 43">
            <a:extLst>
              <a:ext uri="{FF2B5EF4-FFF2-40B4-BE49-F238E27FC236}">
                <a16:creationId xmlns:a16="http://schemas.microsoft.com/office/drawing/2014/main" id="{877C8906-1892-E171-04B1-D868B167AD27}"/>
              </a:ext>
            </a:extLst>
          </p:cNvPr>
          <p:cNvSpPr txBox="1">
            <a:spLocks/>
          </p:cNvSpPr>
          <p:nvPr/>
        </p:nvSpPr>
        <p:spPr>
          <a:xfrm>
            <a:off x="871222" y="5489447"/>
            <a:ext cx="7070511" cy="18850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100" b="1"/>
              <a:t>Freight shipping costs are unaccounted for which drives margin leakage (up to 20% of orders impacted) </a:t>
            </a:r>
          </a:p>
        </p:txBody>
      </p:sp>
      <p:sp>
        <p:nvSpPr>
          <p:cNvPr id="45" name="TextBox 44">
            <a:extLst>
              <a:ext uri="{FF2B5EF4-FFF2-40B4-BE49-F238E27FC236}">
                <a16:creationId xmlns:a16="http://schemas.microsoft.com/office/drawing/2014/main" id="{B96A6D2B-C0FC-4F5B-B0D3-79E0F2A8AA70}"/>
              </a:ext>
            </a:extLst>
          </p:cNvPr>
          <p:cNvSpPr txBox="1">
            <a:spLocks/>
          </p:cNvSpPr>
          <p:nvPr/>
        </p:nvSpPr>
        <p:spPr>
          <a:xfrm>
            <a:off x="871222" y="5741541"/>
            <a:ext cx="6730847" cy="81280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spcBef>
                <a:spcPts val="100"/>
              </a:spcBef>
              <a:spcAft>
                <a:spcPts val="0"/>
              </a:spcAft>
              <a:buFont typeface="Arial" panose="020B0604020202020204" pitchFamily="34" charset="0"/>
              <a:buChar char="•"/>
            </a:pPr>
            <a:r>
              <a:rPr lang="en-US" sz="1100"/>
              <a:t>TMs work with freight department to assess cost but FSPs often change cost before sharing with customers and lack of communication drives time spent and margin erosion - TMs/FSPs often charge a default 6% shipping rate which does not reflect actual shipping costs</a:t>
            </a:r>
          </a:p>
        </p:txBody>
      </p:sp>
      <p:cxnSp>
        <p:nvCxnSpPr>
          <p:cNvPr id="46" name="Straight Connector 45">
            <a:extLst>
              <a:ext uri="{FF2B5EF4-FFF2-40B4-BE49-F238E27FC236}">
                <a16:creationId xmlns:a16="http://schemas.microsoft.com/office/drawing/2014/main" id="{2723D9CE-83F9-BBB2-4662-316FD28C59D7}"/>
              </a:ext>
            </a:extLst>
          </p:cNvPr>
          <p:cNvCxnSpPr>
            <a:cxnSpLocks/>
          </p:cNvCxnSpPr>
          <p:nvPr>
            <p:custDataLst>
              <p:tags r:id="rId9"/>
            </p:custDataLst>
          </p:nvPr>
        </p:nvCxnSpPr>
        <p:spPr>
          <a:xfrm flipV="1">
            <a:off x="520859" y="2596548"/>
            <a:ext cx="11139498" cy="2"/>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F932EEBD-C376-5D8E-7672-06D7A33897AA}"/>
              </a:ext>
            </a:extLst>
          </p:cNvPr>
          <p:cNvCxnSpPr>
            <a:cxnSpLocks/>
          </p:cNvCxnSpPr>
          <p:nvPr>
            <p:custDataLst>
              <p:tags r:id="rId10"/>
            </p:custDataLst>
          </p:nvPr>
        </p:nvCxnSpPr>
        <p:spPr>
          <a:xfrm flipV="1">
            <a:off x="527921" y="4569229"/>
            <a:ext cx="11139498" cy="2"/>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7406FD2B-A94A-E6FA-442B-89A295C633F2}"/>
              </a:ext>
            </a:extLst>
          </p:cNvPr>
          <p:cNvCxnSpPr>
            <a:cxnSpLocks/>
          </p:cNvCxnSpPr>
          <p:nvPr>
            <p:custDataLst>
              <p:tags r:id="rId11"/>
            </p:custDataLst>
          </p:nvPr>
        </p:nvCxnSpPr>
        <p:spPr>
          <a:xfrm flipV="1">
            <a:off x="520859" y="5414186"/>
            <a:ext cx="11139498" cy="2"/>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nvGrpSpPr>
          <p:cNvPr id="64" name="Group 63">
            <a:extLst>
              <a:ext uri="{FF2B5EF4-FFF2-40B4-BE49-F238E27FC236}">
                <a16:creationId xmlns:a16="http://schemas.microsoft.com/office/drawing/2014/main" id="{5DB597D2-61D5-1341-9850-FE95149123B2}"/>
              </a:ext>
            </a:extLst>
          </p:cNvPr>
          <p:cNvGrpSpPr/>
          <p:nvPr/>
        </p:nvGrpSpPr>
        <p:grpSpPr>
          <a:xfrm>
            <a:off x="8140435" y="5405662"/>
            <a:ext cx="3510287" cy="738662"/>
            <a:chOff x="7923035" y="5079500"/>
            <a:chExt cx="3510287" cy="950180"/>
          </a:xfrm>
        </p:grpSpPr>
        <p:sp>
          <p:nvSpPr>
            <p:cNvPr id="65" name="Rectangle: Rounded Corners 64">
              <a:extLst>
                <a:ext uri="{FF2B5EF4-FFF2-40B4-BE49-F238E27FC236}">
                  <a16:creationId xmlns:a16="http://schemas.microsoft.com/office/drawing/2014/main" id="{79F5A0D6-F9E0-3B49-45B0-3C5C4D160FF3}"/>
                </a:ext>
              </a:extLst>
            </p:cNvPr>
            <p:cNvSpPr>
              <a:spLocks/>
            </p:cNvSpPr>
            <p:nvPr/>
          </p:nvSpPr>
          <p:spPr>
            <a:xfrm>
              <a:off x="8171019" y="5213248"/>
              <a:ext cx="3262303" cy="81643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67" name="TextBox 66">
              <a:extLst>
                <a:ext uri="{FF2B5EF4-FFF2-40B4-BE49-F238E27FC236}">
                  <a16:creationId xmlns:a16="http://schemas.microsoft.com/office/drawing/2014/main" id="{1C36CF59-50E2-9668-D7DC-1B8C664EC56D}"/>
                </a:ext>
              </a:extLst>
            </p:cNvPr>
            <p:cNvSpPr txBox="1"/>
            <p:nvPr/>
          </p:nvSpPr>
          <p:spPr>
            <a:xfrm>
              <a:off x="7923035" y="5079500"/>
              <a:ext cx="25602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68" name="TextBox 67">
              <a:extLst>
                <a:ext uri="{FF2B5EF4-FFF2-40B4-BE49-F238E27FC236}">
                  <a16:creationId xmlns:a16="http://schemas.microsoft.com/office/drawing/2014/main" id="{0C641724-3A82-4AF5-5DBF-C0B66444259B}"/>
                </a:ext>
              </a:extLst>
            </p:cNvPr>
            <p:cNvSpPr txBox="1">
              <a:spLocks/>
            </p:cNvSpPr>
            <p:nvPr/>
          </p:nvSpPr>
          <p:spPr>
            <a:xfrm>
              <a:off x="8285529" y="5276601"/>
              <a:ext cx="3119082" cy="698424"/>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None/>
                <a:tabLst/>
                <a:defRPr/>
              </a:pPr>
              <a:r>
                <a:rPr lang="en-US" sz="1100" i="1">
                  <a:solidFill>
                    <a:srgbClr val="000000"/>
                  </a:solidFill>
                  <a:latin typeface="Arial"/>
                </a:rPr>
                <a:t>I do all the work and coordinate with the Freight dept. to get a quote but sometimes FSPs go in and change shipping costs…they get it wrong</a:t>
              </a:r>
            </a:p>
          </p:txBody>
        </p:sp>
      </p:grpSp>
      <p:sp>
        <p:nvSpPr>
          <p:cNvPr id="3" name="TrackerNumBlue 21">
            <a:extLst>
              <a:ext uri="{FF2B5EF4-FFF2-40B4-BE49-F238E27FC236}">
                <a16:creationId xmlns:a16="http://schemas.microsoft.com/office/drawing/2014/main" id="{D12EA342-4D0E-82FE-4DF6-5AD027AC1627}"/>
              </a:ext>
            </a:extLst>
          </p:cNvPr>
          <p:cNvSpPr/>
          <p:nvPr>
            <p:custDataLst>
              <p:tags r:id="rId12"/>
            </p:custDataLst>
          </p:nvPr>
        </p:nvSpPr>
        <p:spPr>
          <a:xfrm>
            <a:off x="554445" y="1680422"/>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1</a:t>
            </a:r>
          </a:p>
        </p:txBody>
      </p:sp>
      <p:sp>
        <p:nvSpPr>
          <p:cNvPr id="4" name="TrackerNumBlue 21">
            <a:extLst>
              <a:ext uri="{FF2B5EF4-FFF2-40B4-BE49-F238E27FC236}">
                <a16:creationId xmlns:a16="http://schemas.microsoft.com/office/drawing/2014/main" id="{36FFBB95-3BE4-2B47-0353-A1425D8574A5}"/>
              </a:ext>
            </a:extLst>
          </p:cNvPr>
          <p:cNvSpPr/>
          <p:nvPr>
            <p:custDataLst>
              <p:tags r:id="rId13"/>
            </p:custDataLst>
          </p:nvPr>
        </p:nvSpPr>
        <p:spPr>
          <a:xfrm>
            <a:off x="554445" y="2695876"/>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2</a:t>
            </a:r>
          </a:p>
        </p:txBody>
      </p:sp>
      <p:sp>
        <p:nvSpPr>
          <p:cNvPr id="6" name="TrackerNumBlue 21">
            <a:extLst>
              <a:ext uri="{FF2B5EF4-FFF2-40B4-BE49-F238E27FC236}">
                <a16:creationId xmlns:a16="http://schemas.microsoft.com/office/drawing/2014/main" id="{2932DA6B-8A3A-C86F-FA4D-1DEF7F6852FB}"/>
              </a:ext>
            </a:extLst>
          </p:cNvPr>
          <p:cNvSpPr/>
          <p:nvPr>
            <p:custDataLst>
              <p:tags r:id="rId14"/>
            </p:custDataLst>
          </p:nvPr>
        </p:nvSpPr>
        <p:spPr>
          <a:xfrm>
            <a:off x="554445" y="3732874"/>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3</a:t>
            </a:r>
          </a:p>
        </p:txBody>
      </p:sp>
      <p:sp>
        <p:nvSpPr>
          <p:cNvPr id="12" name="TrackerNumBlue 21">
            <a:extLst>
              <a:ext uri="{FF2B5EF4-FFF2-40B4-BE49-F238E27FC236}">
                <a16:creationId xmlns:a16="http://schemas.microsoft.com/office/drawing/2014/main" id="{8CD59B3C-5875-840D-A0BB-B14A018B9608}"/>
              </a:ext>
            </a:extLst>
          </p:cNvPr>
          <p:cNvSpPr/>
          <p:nvPr>
            <p:custDataLst>
              <p:tags r:id="rId15"/>
            </p:custDataLst>
          </p:nvPr>
        </p:nvSpPr>
        <p:spPr>
          <a:xfrm>
            <a:off x="554445" y="4629141"/>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4</a:t>
            </a:r>
          </a:p>
        </p:txBody>
      </p:sp>
      <p:sp>
        <p:nvSpPr>
          <p:cNvPr id="13" name="TrackerNumBlue 21">
            <a:extLst>
              <a:ext uri="{FF2B5EF4-FFF2-40B4-BE49-F238E27FC236}">
                <a16:creationId xmlns:a16="http://schemas.microsoft.com/office/drawing/2014/main" id="{8D81D05B-F714-BC69-1EBD-6D84E31FC5C5}"/>
              </a:ext>
            </a:extLst>
          </p:cNvPr>
          <p:cNvSpPr/>
          <p:nvPr>
            <p:custDataLst>
              <p:tags r:id="rId16"/>
            </p:custDataLst>
          </p:nvPr>
        </p:nvSpPr>
        <p:spPr>
          <a:xfrm>
            <a:off x="554445" y="5489447"/>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5</a:t>
            </a:r>
          </a:p>
        </p:txBody>
      </p:sp>
    </p:spTree>
    <p:extLst>
      <p:ext uri="{BB962C8B-B14F-4D97-AF65-F5344CB8AC3E}">
        <p14:creationId xmlns:p14="http://schemas.microsoft.com/office/powerpoint/2010/main" val="973247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63F6DE-4215-148A-3C33-341094A7DA00}"/>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57CDA3F9-2F55-603F-535D-394B45BEC331}"/>
              </a:ext>
            </a:extLst>
          </p:cNvPr>
          <p:cNvGraphicFramePr>
            <a:graphicFrameLocks noChangeAspect="1"/>
          </p:cNvGraphicFramePr>
          <p:nvPr>
            <p:custDataLst>
              <p:tags r:id="rId2"/>
            </p:custDataLst>
            <p:extLst>
              <p:ext uri="{D42A27DB-BD31-4B8C-83A1-F6EECF244321}">
                <p14:modId xmlns:p14="http://schemas.microsoft.com/office/powerpoint/2010/main" val="282206756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95" imgH="396" progId="TCLayout.ActiveDocument.1">
                  <p:embed/>
                </p:oleObj>
              </mc:Choice>
              <mc:Fallback>
                <p:oleObj name="think-cell Slide" r:id="rId6" imgW="395" imgH="396" progId="TCLayout.ActiveDocument.1">
                  <p:embed/>
                  <p:pic>
                    <p:nvPicPr>
                      <p:cNvPr id="6" name="Object 2" hidden="1">
                        <a:extLst>
                          <a:ext uri="{FF2B5EF4-FFF2-40B4-BE49-F238E27FC236}">
                            <a16:creationId xmlns:a16="http://schemas.microsoft.com/office/drawing/2014/main" id="{57CDA3F9-2F55-603F-535D-394B45BEC331}"/>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grpSp>
        <p:nvGrpSpPr>
          <p:cNvPr id="10" name="Group 9">
            <a:extLst>
              <a:ext uri="{FF2B5EF4-FFF2-40B4-BE49-F238E27FC236}">
                <a16:creationId xmlns:a16="http://schemas.microsoft.com/office/drawing/2014/main" id="{4C9247FE-8E8E-820F-987F-89EF075F9572}"/>
              </a:ext>
            </a:extLst>
          </p:cNvPr>
          <p:cNvGrpSpPr/>
          <p:nvPr/>
        </p:nvGrpSpPr>
        <p:grpSpPr>
          <a:xfrm>
            <a:off x="7950" y="2315966"/>
            <a:ext cx="1727860" cy="1702545"/>
            <a:chOff x="-2" y="2135936"/>
            <a:chExt cx="1592581" cy="1827409"/>
          </a:xfrm>
        </p:grpSpPr>
        <p:sp>
          <p:nvSpPr>
            <p:cNvPr id="11" name="Rectangle: Top Corners Rounded 10">
              <a:extLst>
                <a:ext uri="{FF2B5EF4-FFF2-40B4-BE49-F238E27FC236}">
                  <a16:creationId xmlns:a16="http://schemas.microsoft.com/office/drawing/2014/main" id="{9FD40F39-83BC-892C-24CC-96B0493C2C53}"/>
                </a:ext>
              </a:extLst>
            </p:cNvPr>
            <p:cNvSpPr>
              <a:spLocks/>
            </p:cNvSpPr>
            <p:nvPr/>
          </p:nvSpPr>
          <p:spPr>
            <a:xfrm rot="5400000">
              <a:off x="-90192" y="2280574"/>
              <a:ext cx="1827409" cy="1538133"/>
            </a:xfrm>
            <a:prstGeom prst="round2SameRect">
              <a:avLst>
                <a:gd name="adj1" fmla="val 7258"/>
                <a:gd name="adj2" fmla="val 0"/>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2" name="Rectangle: Top Corners Rounded 11">
              <a:extLst>
                <a:ext uri="{FF2B5EF4-FFF2-40B4-BE49-F238E27FC236}">
                  <a16:creationId xmlns:a16="http://schemas.microsoft.com/office/drawing/2014/main" id="{27043C0A-FA5C-67D1-738B-1E302BD12038}"/>
                </a:ext>
              </a:extLst>
            </p:cNvPr>
            <p:cNvSpPr>
              <a:spLocks/>
            </p:cNvSpPr>
            <p:nvPr/>
          </p:nvSpPr>
          <p:spPr>
            <a:xfrm rot="5400000">
              <a:off x="-144640" y="2280574"/>
              <a:ext cx="1827409" cy="1538133"/>
            </a:xfrm>
            <a:prstGeom prst="round2SameRect">
              <a:avLst>
                <a:gd name="adj1" fmla="val 7258"/>
                <a:gd name="adj2" fmla="val 0"/>
              </a:avLst>
            </a:prstGeom>
            <a:solidFill>
              <a:srgbClr val="D3DC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grpSp>
      <p:grpSp>
        <p:nvGrpSpPr>
          <p:cNvPr id="13" name="Group 12">
            <a:extLst>
              <a:ext uri="{FF2B5EF4-FFF2-40B4-BE49-F238E27FC236}">
                <a16:creationId xmlns:a16="http://schemas.microsoft.com/office/drawing/2014/main" id="{FB8D0BA2-B464-77AC-3E14-1122F72EA748}"/>
              </a:ext>
            </a:extLst>
          </p:cNvPr>
          <p:cNvGrpSpPr/>
          <p:nvPr/>
        </p:nvGrpSpPr>
        <p:grpSpPr>
          <a:xfrm>
            <a:off x="-2" y="4500941"/>
            <a:ext cx="1743561" cy="1831186"/>
            <a:chOff x="-2" y="4131822"/>
            <a:chExt cx="1592581" cy="1827413"/>
          </a:xfrm>
        </p:grpSpPr>
        <p:sp>
          <p:nvSpPr>
            <p:cNvPr id="18" name="Rectangle: Top Corners Rounded 17">
              <a:extLst>
                <a:ext uri="{FF2B5EF4-FFF2-40B4-BE49-F238E27FC236}">
                  <a16:creationId xmlns:a16="http://schemas.microsoft.com/office/drawing/2014/main" id="{CD9E5C3B-4AEB-EB6F-A8CD-212581C59EE2}"/>
                </a:ext>
              </a:extLst>
            </p:cNvPr>
            <p:cNvSpPr>
              <a:spLocks/>
            </p:cNvSpPr>
            <p:nvPr/>
          </p:nvSpPr>
          <p:spPr>
            <a:xfrm rot="5400000">
              <a:off x="-90192" y="4276460"/>
              <a:ext cx="1827409" cy="1538133"/>
            </a:xfrm>
            <a:prstGeom prst="round2SameRect">
              <a:avLst>
                <a:gd name="adj1" fmla="val 7258"/>
                <a:gd name="adj2" fmla="val 0"/>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0" name="Rectangle: Top Corners Rounded 19">
              <a:extLst>
                <a:ext uri="{FF2B5EF4-FFF2-40B4-BE49-F238E27FC236}">
                  <a16:creationId xmlns:a16="http://schemas.microsoft.com/office/drawing/2014/main" id="{9C78E52E-7F08-EB17-B56A-9F735629165F}"/>
                </a:ext>
              </a:extLst>
            </p:cNvPr>
            <p:cNvSpPr>
              <a:spLocks/>
            </p:cNvSpPr>
            <p:nvPr/>
          </p:nvSpPr>
          <p:spPr>
            <a:xfrm rot="5400000">
              <a:off x="-144640" y="4276464"/>
              <a:ext cx="1827409" cy="1538133"/>
            </a:xfrm>
            <a:prstGeom prst="round2SameRect">
              <a:avLst>
                <a:gd name="adj1" fmla="val 7258"/>
                <a:gd name="adj2" fmla="val 0"/>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grpSp>
      <p:grpSp>
        <p:nvGrpSpPr>
          <p:cNvPr id="366" name="Group 365">
            <a:extLst>
              <a:ext uri="{FF2B5EF4-FFF2-40B4-BE49-F238E27FC236}">
                <a16:creationId xmlns:a16="http://schemas.microsoft.com/office/drawing/2014/main" id="{FE763195-112F-3EF4-B20B-2773FD314593}"/>
              </a:ext>
            </a:extLst>
          </p:cNvPr>
          <p:cNvGrpSpPr/>
          <p:nvPr/>
        </p:nvGrpSpPr>
        <p:grpSpPr>
          <a:xfrm>
            <a:off x="-3176" y="1940884"/>
            <a:ext cx="12140130" cy="2499689"/>
            <a:chOff x="0" y="1940884"/>
            <a:chExt cx="12140130" cy="2499689"/>
          </a:xfrm>
          <a:solidFill>
            <a:schemeClr val="accent1"/>
          </a:solidFill>
        </p:grpSpPr>
        <p:sp>
          <p:nvSpPr>
            <p:cNvPr id="8" name="Rectangle 7">
              <a:extLst>
                <a:ext uri="{FF2B5EF4-FFF2-40B4-BE49-F238E27FC236}">
                  <a16:creationId xmlns:a16="http://schemas.microsoft.com/office/drawing/2014/main" id="{FDB94B6B-2BCC-E362-FD2C-134DD036F0E9}"/>
                </a:ext>
              </a:extLst>
            </p:cNvPr>
            <p:cNvSpPr>
              <a:spLocks/>
            </p:cNvSpPr>
            <p:nvPr/>
          </p:nvSpPr>
          <p:spPr>
            <a:xfrm>
              <a:off x="5252178" y="3026819"/>
              <a:ext cx="6444522" cy="327819"/>
            </a:xfrm>
            <a:prstGeom prst="rect">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s-ES" sz="1600" err="1">
                <a:solidFill>
                  <a:schemeClr val="bg1"/>
                </a:solidFill>
              </a:endParaRPr>
            </a:p>
          </p:txBody>
        </p:sp>
        <p:sp>
          <p:nvSpPr>
            <p:cNvPr id="7" name="Rectangle 6">
              <a:extLst>
                <a:ext uri="{FF2B5EF4-FFF2-40B4-BE49-F238E27FC236}">
                  <a16:creationId xmlns:a16="http://schemas.microsoft.com/office/drawing/2014/main" id="{464D2F2C-CBD3-D8BB-117E-C3682F253ACA}"/>
                </a:ext>
              </a:extLst>
            </p:cNvPr>
            <p:cNvSpPr>
              <a:spLocks/>
            </p:cNvSpPr>
            <p:nvPr/>
          </p:nvSpPr>
          <p:spPr>
            <a:xfrm>
              <a:off x="0" y="1944853"/>
              <a:ext cx="4312444" cy="327195"/>
            </a:xfrm>
            <a:prstGeom prst="rect">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s-ES" sz="1600" err="1">
                <a:solidFill>
                  <a:schemeClr val="bg1"/>
                </a:solidFill>
              </a:endParaRPr>
            </a:p>
          </p:txBody>
        </p:sp>
        <p:sp>
          <p:nvSpPr>
            <p:cNvPr id="9" name="Rectangle 8">
              <a:extLst>
                <a:ext uri="{FF2B5EF4-FFF2-40B4-BE49-F238E27FC236}">
                  <a16:creationId xmlns:a16="http://schemas.microsoft.com/office/drawing/2014/main" id="{859B4422-E9CE-EE71-EAB9-39D866B93BE5}"/>
                </a:ext>
              </a:extLst>
            </p:cNvPr>
            <p:cNvSpPr>
              <a:spLocks/>
            </p:cNvSpPr>
            <p:nvPr/>
          </p:nvSpPr>
          <p:spPr>
            <a:xfrm>
              <a:off x="0" y="4108616"/>
              <a:ext cx="4312444" cy="327195"/>
            </a:xfrm>
            <a:prstGeom prst="rect">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s-ES" sz="1600" err="1">
                <a:solidFill>
                  <a:schemeClr val="bg1"/>
                </a:solidFill>
              </a:endParaRPr>
            </a:p>
          </p:txBody>
        </p:sp>
        <p:sp>
          <p:nvSpPr>
            <p:cNvPr id="19" name="Isosceles Triangle 18">
              <a:extLst>
                <a:ext uri="{FF2B5EF4-FFF2-40B4-BE49-F238E27FC236}">
                  <a16:creationId xmlns:a16="http://schemas.microsoft.com/office/drawing/2014/main" id="{1EDF2B24-A525-CFCA-7A48-85356CC05791}"/>
                </a:ext>
              </a:extLst>
            </p:cNvPr>
            <p:cNvSpPr/>
            <p:nvPr/>
          </p:nvSpPr>
          <p:spPr>
            <a:xfrm rot="5400000">
              <a:off x="11601805" y="2939295"/>
              <a:ext cx="573784" cy="502867"/>
            </a:xfrm>
            <a:prstGeom prst="triangle">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s-ES" sz="1600" err="1">
                <a:solidFill>
                  <a:schemeClr val="bg1"/>
                </a:solidFill>
              </a:endParaRPr>
            </a:p>
          </p:txBody>
        </p:sp>
        <p:grpSp>
          <p:nvGrpSpPr>
            <p:cNvPr id="85" name="Group 84">
              <a:extLst>
                <a:ext uri="{FF2B5EF4-FFF2-40B4-BE49-F238E27FC236}">
                  <a16:creationId xmlns:a16="http://schemas.microsoft.com/office/drawing/2014/main" id="{D5123046-AF50-24E1-DFB4-252F94629C4D}"/>
                </a:ext>
              </a:extLst>
            </p:cNvPr>
            <p:cNvGrpSpPr/>
            <p:nvPr/>
          </p:nvGrpSpPr>
          <p:grpSpPr>
            <a:xfrm>
              <a:off x="3640021" y="1940884"/>
              <a:ext cx="2278228" cy="2499689"/>
              <a:chOff x="3012179" y="2167561"/>
              <a:chExt cx="2083337" cy="2285853"/>
            </a:xfrm>
            <a:grpFill/>
          </p:grpSpPr>
          <p:grpSp>
            <p:nvGrpSpPr>
              <p:cNvPr id="14" name="Group 13">
                <a:extLst>
                  <a:ext uri="{FF2B5EF4-FFF2-40B4-BE49-F238E27FC236}">
                    <a16:creationId xmlns:a16="http://schemas.microsoft.com/office/drawing/2014/main" id="{D828925D-42C5-1BA0-C039-B1D3E67553BE}"/>
                  </a:ext>
                </a:extLst>
              </p:cNvPr>
              <p:cNvGrpSpPr/>
              <p:nvPr/>
            </p:nvGrpSpPr>
            <p:grpSpPr>
              <a:xfrm flipH="1">
                <a:off x="3012180" y="3158327"/>
                <a:ext cx="2077529" cy="1295087"/>
                <a:chOff x="3833321" y="2265996"/>
                <a:chExt cx="3575329" cy="2052603"/>
              </a:xfrm>
              <a:grpFill/>
            </p:grpSpPr>
            <p:sp>
              <p:nvSpPr>
                <p:cNvPr id="15" name="Block Arc 14">
                  <a:extLst>
                    <a:ext uri="{FF2B5EF4-FFF2-40B4-BE49-F238E27FC236}">
                      <a16:creationId xmlns:a16="http://schemas.microsoft.com/office/drawing/2014/main" id="{EA7486D0-02E3-96A9-1D66-F711BF700A6A}"/>
                    </a:ext>
                  </a:extLst>
                </p:cNvPr>
                <p:cNvSpPr/>
                <p:nvPr/>
              </p:nvSpPr>
              <p:spPr>
                <a:xfrm>
                  <a:off x="3833321" y="2274534"/>
                  <a:ext cx="2044063" cy="2044065"/>
                </a:xfrm>
                <a:prstGeom prst="blockArc">
                  <a:avLst>
                    <a:gd name="adj1" fmla="val 16200000"/>
                    <a:gd name="adj2" fmla="val 0"/>
                    <a:gd name="adj3" fmla="val 25000"/>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s-ES" sz="1600" err="1">
                    <a:solidFill>
                      <a:schemeClr val="bg1"/>
                    </a:solidFill>
                  </a:endParaRPr>
                </a:p>
              </p:txBody>
            </p:sp>
            <p:sp>
              <p:nvSpPr>
                <p:cNvPr id="17" name="Block Arc 16">
                  <a:extLst>
                    <a:ext uri="{FF2B5EF4-FFF2-40B4-BE49-F238E27FC236}">
                      <a16:creationId xmlns:a16="http://schemas.microsoft.com/office/drawing/2014/main" id="{E8FE1D50-F28E-646A-C19A-8153ABE7A779}"/>
                    </a:ext>
                  </a:extLst>
                </p:cNvPr>
                <p:cNvSpPr/>
                <p:nvPr/>
              </p:nvSpPr>
              <p:spPr>
                <a:xfrm rot="10800000">
                  <a:off x="5364585" y="2265996"/>
                  <a:ext cx="2044065" cy="2044065"/>
                </a:xfrm>
                <a:prstGeom prst="blockArc">
                  <a:avLst>
                    <a:gd name="adj1" fmla="val 16200000"/>
                    <a:gd name="adj2" fmla="val 0"/>
                    <a:gd name="adj3" fmla="val 25000"/>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s-ES" sz="1600" err="1">
                    <a:solidFill>
                      <a:schemeClr val="bg1"/>
                    </a:solidFill>
                  </a:endParaRPr>
                </a:p>
              </p:txBody>
            </p:sp>
          </p:grpSp>
          <p:grpSp>
            <p:nvGrpSpPr>
              <p:cNvPr id="78" name="Group 77">
                <a:extLst>
                  <a:ext uri="{FF2B5EF4-FFF2-40B4-BE49-F238E27FC236}">
                    <a16:creationId xmlns:a16="http://schemas.microsoft.com/office/drawing/2014/main" id="{0AEEB940-5C5B-7851-232C-05C91A10DE11}"/>
                  </a:ext>
                </a:extLst>
              </p:cNvPr>
              <p:cNvGrpSpPr/>
              <p:nvPr/>
            </p:nvGrpSpPr>
            <p:grpSpPr>
              <a:xfrm flipH="1" flipV="1">
                <a:off x="3012179" y="2167561"/>
                <a:ext cx="2083337" cy="1295087"/>
                <a:chOff x="3823327" y="2265996"/>
                <a:chExt cx="3585324" cy="2052603"/>
              </a:xfrm>
              <a:grpFill/>
            </p:grpSpPr>
            <p:sp>
              <p:nvSpPr>
                <p:cNvPr id="79" name="Block Arc 78">
                  <a:extLst>
                    <a:ext uri="{FF2B5EF4-FFF2-40B4-BE49-F238E27FC236}">
                      <a16:creationId xmlns:a16="http://schemas.microsoft.com/office/drawing/2014/main" id="{92B47A8A-3E16-74D0-DB5E-795246D23781}"/>
                    </a:ext>
                  </a:extLst>
                </p:cNvPr>
                <p:cNvSpPr/>
                <p:nvPr/>
              </p:nvSpPr>
              <p:spPr>
                <a:xfrm>
                  <a:off x="3823327" y="2274534"/>
                  <a:ext cx="2055347" cy="2044065"/>
                </a:xfrm>
                <a:prstGeom prst="blockArc">
                  <a:avLst>
                    <a:gd name="adj1" fmla="val 16200000"/>
                    <a:gd name="adj2" fmla="val 245613"/>
                    <a:gd name="adj3" fmla="val 25014"/>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s-ES" sz="1600" err="1">
                    <a:solidFill>
                      <a:schemeClr val="bg1"/>
                    </a:solidFill>
                  </a:endParaRPr>
                </a:p>
              </p:txBody>
            </p:sp>
            <p:sp>
              <p:nvSpPr>
                <p:cNvPr id="80" name="Block Arc 79">
                  <a:extLst>
                    <a:ext uri="{FF2B5EF4-FFF2-40B4-BE49-F238E27FC236}">
                      <a16:creationId xmlns:a16="http://schemas.microsoft.com/office/drawing/2014/main" id="{6D549C26-D0CD-0DD0-2656-279E00363024}"/>
                    </a:ext>
                  </a:extLst>
                </p:cNvPr>
                <p:cNvSpPr/>
                <p:nvPr/>
              </p:nvSpPr>
              <p:spPr>
                <a:xfrm rot="10800000">
                  <a:off x="5364587" y="2265996"/>
                  <a:ext cx="2044064" cy="2044065"/>
                </a:xfrm>
                <a:prstGeom prst="blockArc">
                  <a:avLst>
                    <a:gd name="adj1" fmla="val 16200000"/>
                    <a:gd name="adj2" fmla="val 0"/>
                    <a:gd name="adj3" fmla="val 25000"/>
                  </a:avLst>
                </a:prstGeom>
                <a:grp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s-ES" sz="1600" err="1">
                    <a:solidFill>
                      <a:schemeClr val="bg1"/>
                    </a:solidFill>
                  </a:endParaRPr>
                </a:p>
              </p:txBody>
            </p:sp>
          </p:grpSp>
        </p:grpSp>
      </p:grpSp>
      <p:sp>
        <p:nvSpPr>
          <p:cNvPr id="95" name="Rectangle 94">
            <a:extLst>
              <a:ext uri="{FF2B5EF4-FFF2-40B4-BE49-F238E27FC236}">
                <a16:creationId xmlns:a16="http://schemas.microsoft.com/office/drawing/2014/main" id="{18FBAD09-4C9D-117B-2254-F02E679399E1}"/>
              </a:ext>
            </a:extLst>
          </p:cNvPr>
          <p:cNvSpPr>
            <a:spLocks/>
          </p:cNvSpPr>
          <p:nvPr/>
        </p:nvSpPr>
        <p:spPr>
          <a:xfrm>
            <a:off x="1816595" y="1393344"/>
            <a:ext cx="3320555" cy="449897"/>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spcBef>
                <a:spcPts val="300"/>
              </a:spcBef>
              <a:spcAft>
                <a:spcPts val="300"/>
              </a:spcAft>
              <a:defRPr/>
            </a:pPr>
            <a:r>
              <a:rPr lang="en-US" sz="1100" i="1">
                <a:solidFill>
                  <a:schemeClr val="tx1"/>
                </a:solidFill>
              </a:rPr>
              <a:t>Two complementary pathways to enter the order intake &amp; creation journey</a:t>
            </a:r>
            <a:endParaRPr kumimoji="0" lang="de-DE" sz="1100" b="1" i="1" u="none" strike="noStrike" kern="1200" cap="none" spc="0" normalizeH="0" baseline="0" noProof="0">
              <a:ln>
                <a:noFill/>
              </a:ln>
              <a:solidFill>
                <a:schemeClr val="tx1"/>
              </a:solidFill>
              <a:effectLst/>
              <a:uLnTx/>
              <a:uFillTx/>
              <a:latin typeface="Arial"/>
              <a:ea typeface="+mn-ea"/>
              <a:cs typeface="+mn-cs"/>
            </a:endParaRPr>
          </a:p>
        </p:txBody>
      </p:sp>
      <p:sp>
        <p:nvSpPr>
          <p:cNvPr id="127" name="Rectangle: Top Corners Rounded 126">
            <a:extLst>
              <a:ext uri="{FF2B5EF4-FFF2-40B4-BE49-F238E27FC236}">
                <a16:creationId xmlns:a16="http://schemas.microsoft.com/office/drawing/2014/main" id="{C0F8D62C-3906-3BBA-5A38-2BDBE9A99CAD}"/>
              </a:ext>
            </a:extLst>
          </p:cNvPr>
          <p:cNvSpPr>
            <a:spLocks/>
          </p:cNvSpPr>
          <p:nvPr/>
        </p:nvSpPr>
        <p:spPr>
          <a:xfrm>
            <a:off x="1816595" y="1077426"/>
            <a:ext cx="3320555" cy="340519"/>
          </a:xfrm>
          <a:prstGeom prst="round2Same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bg1"/>
                </a:solidFill>
              </a:rPr>
              <a:t>Order journey entry</a:t>
            </a:r>
          </a:p>
        </p:txBody>
      </p:sp>
      <p:sp>
        <p:nvSpPr>
          <p:cNvPr id="99" name="Rectangle 98">
            <a:extLst>
              <a:ext uri="{FF2B5EF4-FFF2-40B4-BE49-F238E27FC236}">
                <a16:creationId xmlns:a16="http://schemas.microsoft.com/office/drawing/2014/main" id="{2CFFBC6E-89E0-AE31-A534-5002C22332B9}"/>
              </a:ext>
            </a:extLst>
          </p:cNvPr>
          <p:cNvSpPr>
            <a:spLocks/>
          </p:cNvSpPr>
          <p:nvPr/>
        </p:nvSpPr>
        <p:spPr>
          <a:xfrm>
            <a:off x="5428372" y="1393344"/>
            <a:ext cx="2286000" cy="449897"/>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spcBef>
                <a:spcPts val="300"/>
              </a:spcBef>
              <a:spcAft>
                <a:spcPts val="300"/>
              </a:spcAft>
              <a:defRPr/>
            </a:pPr>
            <a:r>
              <a:rPr lang="en-US" sz="1100" i="1">
                <a:solidFill>
                  <a:schemeClr val="tx1"/>
                </a:solidFill>
              </a:rPr>
              <a:t>E2E agentic order creation</a:t>
            </a:r>
            <a:endParaRPr lang="de-DE" sz="1100" b="1" i="1">
              <a:solidFill>
                <a:schemeClr val="tx1"/>
              </a:solidFill>
            </a:endParaRPr>
          </a:p>
        </p:txBody>
      </p:sp>
      <p:sp>
        <p:nvSpPr>
          <p:cNvPr id="128" name="Rectangle: Top Corners Rounded 127">
            <a:extLst>
              <a:ext uri="{FF2B5EF4-FFF2-40B4-BE49-F238E27FC236}">
                <a16:creationId xmlns:a16="http://schemas.microsoft.com/office/drawing/2014/main" id="{30408994-FAB8-08A8-EE63-4B1D0E5BABA0}"/>
              </a:ext>
            </a:extLst>
          </p:cNvPr>
          <p:cNvSpPr>
            <a:spLocks/>
          </p:cNvSpPr>
          <p:nvPr/>
        </p:nvSpPr>
        <p:spPr>
          <a:xfrm>
            <a:off x="5428372" y="1077426"/>
            <a:ext cx="2286000" cy="340519"/>
          </a:xfrm>
          <a:prstGeom prst="round2Same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bg1"/>
                </a:solidFill>
              </a:rPr>
              <a:t>Order intake &amp; creation</a:t>
            </a:r>
          </a:p>
        </p:txBody>
      </p:sp>
      <p:sp>
        <p:nvSpPr>
          <p:cNvPr id="82" name="Oval 81">
            <a:extLst>
              <a:ext uri="{FF2B5EF4-FFF2-40B4-BE49-F238E27FC236}">
                <a16:creationId xmlns:a16="http://schemas.microsoft.com/office/drawing/2014/main" id="{157B7493-5315-FB8E-321A-7FE877377ED7}"/>
              </a:ext>
            </a:extLst>
          </p:cNvPr>
          <p:cNvSpPr>
            <a:spLocks/>
          </p:cNvSpPr>
          <p:nvPr/>
        </p:nvSpPr>
        <p:spPr>
          <a:xfrm>
            <a:off x="1835442" y="1979777"/>
            <a:ext cx="566928" cy="257346"/>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s-ES" sz="1400">
                <a:solidFill>
                  <a:schemeClr val="accent1"/>
                </a:solidFill>
              </a:rPr>
              <a:t>1A</a:t>
            </a:r>
          </a:p>
        </p:txBody>
      </p:sp>
      <p:sp>
        <p:nvSpPr>
          <p:cNvPr id="83" name="Oval 82">
            <a:extLst>
              <a:ext uri="{FF2B5EF4-FFF2-40B4-BE49-F238E27FC236}">
                <a16:creationId xmlns:a16="http://schemas.microsoft.com/office/drawing/2014/main" id="{6C02DBC7-722F-5E44-5AD2-C4680AB867DE}"/>
              </a:ext>
            </a:extLst>
          </p:cNvPr>
          <p:cNvSpPr>
            <a:spLocks/>
          </p:cNvSpPr>
          <p:nvPr/>
        </p:nvSpPr>
        <p:spPr>
          <a:xfrm>
            <a:off x="1835442" y="4143541"/>
            <a:ext cx="566928" cy="257346"/>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s-ES" sz="1400">
                <a:solidFill>
                  <a:schemeClr val="accent1"/>
                </a:solidFill>
              </a:rPr>
              <a:t>1B</a:t>
            </a:r>
          </a:p>
        </p:txBody>
      </p:sp>
      <p:sp>
        <p:nvSpPr>
          <p:cNvPr id="91" name="Oval 90">
            <a:extLst>
              <a:ext uri="{FF2B5EF4-FFF2-40B4-BE49-F238E27FC236}">
                <a16:creationId xmlns:a16="http://schemas.microsoft.com/office/drawing/2014/main" id="{74DD8162-7411-FB7A-6B56-89FD8D59AFAE}"/>
              </a:ext>
            </a:extLst>
          </p:cNvPr>
          <p:cNvSpPr>
            <a:spLocks/>
          </p:cNvSpPr>
          <p:nvPr/>
        </p:nvSpPr>
        <p:spPr>
          <a:xfrm>
            <a:off x="7980685" y="3062055"/>
            <a:ext cx="252528" cy="257346"/>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pl-PL" sz="1400">
                <a:solidFill>
                  <a:schemeClr val="accent1"/>
                </a:solidFill>
              </a:rPr>
              <a:t>3</a:t>
            </a:r>
            <a:endParaRPr lang="es-ES" sz="1400">
              <a:solidFill>
                <a:schemeClr val="accent1"/>
              </a:solidFill>
            </a:endParaRPr>
          </a:p>
        </p:txBody>
      </p:sp>
      <p:sp>
        <p:nvSpPr>
          <p:cNvPr id="146" name="TextBox 145">
            <a:extLst>
              <a:ext uri="{FF2B5EF4-FFF2-40B4-BE49-F238E27FC236}">
                <a16:creationId xmlns:a16="http://schemas.microsoft.com/office/drawing/2014/main" id="{136BA56E-6215-BCDE-E8FD-95A068C34A35}"/>
              </a:ext>
            </a:extLst>
          </p:cNvPr>
          <p:cNvSpPr txBox="1">
            <a:spLocks/>
          </p:cNvSpPr>
          <p:nvPr/>
        </p:nvSpPr>
        <p:spPr>
          <a:xfrm>
            <a:off x="1816594" y="2315971"/>
            <a:ext cx="2666506" cy="150810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cs typeface="+mn-cs"/>
              </a:rPr>
              <a:t>Accesses BSN platform through preferred channel </a:t>
            </a:r>
            <a:r>
              <a:rPr lang="en-US" sz="1100">
                <a:cs typeface="+mn-cs"/>
              </a:rPr>
              <a:t>(e.g., ChatGPT, Gemini)</a:t>
            </a:r>
            <a:r>
              <a:rPr lang="en-US" sz="1100" b="1">
                <a:cs typeface="+mn-cs"/>
              </a:rPr>
              <a:t> to start order</a:t>
            </a:r>
          </a:p>
          <a:p>
            <a:pPr marL="171450" indent="-171450">
              <a:buFont typeface="Arial" panose="020B0604020202020204" pitchFamily="34" charset="0"/>
              <a:buChar char="•"/>
            </a:pPr>
            <a:r>
              <a:rPr lang="en-US" sz="1100" b="1">
                <a:cs typeface="+mn-cs"/>
              </a:rPr>
              <a:t>Coordinator discovers </a:t>
            </a:r>
            <a:r>
              <a:rPr lang="en-US" sz="1100">
                <a:cs typeface="+mn-cs"/>
              </a:rPr>
              <a:t>BSN through browsing and accesses self-serve platform </a:t>
            </a:r>
          </a:p>
          <a:p>
            <a:pPr marL="171450" indent="-171450">
              <a:buFont typeface="Arial" panose="020B0604020202020204" pitchFamily="34" charset="0"/>
              <a:buChar char="•"/>
            </a:pPr>
            <a:r>
              <a:rPr lang="en-US" sz="1100" b="1">
                <a:cs typeface="+mn-cs"/>
              </a:rPr>
              <a:t>Coordinator triggers initial order </a:t>
            </a:r>
            <a:r>
              <a:rPr lang="en-US" sz="1100">
                <a:cs typeface="+mn-cs"/>
              </a:rPr>
              <a:t>(via voice or text)</a:t>
            </a:r>
            <a:endParaRPr lang="es-ES" sz="1100">
              <a:cs typeface="+mn-cs"/>
            </a:endParaRPr>
          </a:p>
        </p:txBody>
      </p:sp>
      <p:sp>
        <p:nvSpPr>
          <p:cNvPr id="219" name="TextBox 218">
            <a:extLst>
              <a:ext uri="{FF2B5EF4-FFF2-40B4-BE49-F238E27FC236}">
                <a16:creationId xmlns:a16="http://schemas.microsoft.com/office/drawing/2014/main" id="{EC195984-8911-A1E2-E713-86C66993B0F4}"/>
              </a:ext>
            </a:extLst>
          </p:cNvPr>
          <p:cNvSpPr txBox="1">
            <a:spLocks/>
          </p:cNvSpPr>
          <p:nvPr/>
        </p:nvSpPr>
        <p:spPr>
          <a:xfrm>
            <a:off x="1816594" y="4585273"/>
            <a:ext cx="2666506" cy="100027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cs typeface="+mn-cs"/>
              </a:rPr>
              <a:t>Coordinator connects with FSP to start ordering process</a:t>
            </a:r>
          </a:p>
          <a:p>
            <a:pPr marL="171450" indent="-171450">
              <a:buFont typeface="Arial" panose="020B0604020202020204" pitchFamily="34" charset="0"/>
              <a:buChar char="•"/>
            </a:pPr>
            <a:r>
              <a:rPr lang="en-US" sz="1100" b="1">
                <a:cs typeface="+mn-cs"/>
              </a:rPr>
              <a:t>FSP plays a consultative role </a:t>
            </a:r>
            <a:r>
              <a:rPr lang="en-US" sz="1100">
                <a:cs typeface="+mn-cs"/>
              </a:rPr>
              <a:t>for the coordinator to align on order details</a:t>
            </a:r>
          </a:p>
          <a:p>
            <a:pPr marL="171450" indent="-171450">
              <a:buFont typeface="Arial" panose="020B0604020202020204" pitchFamily="34" charset="0"/>
              <a:buChar char="•"/>
            </a:pPr>
            <a:r>
              <a:rPr lang="en-US" sz="1100" b="1">
                <a:cs typeface="+mn-cs"/>
              </a:rPr>
              <a:t>FSP submits order request </a:t>
            </a:r>
            <a:r>
              <a:rPr lang="en-US" sz="1100">
                <a:cs typeface="+mn-cs"/>
              </a:rPr>
              <a:t>via their preferred channel (e.g., call, email) to agent to trigger order creation</a:t>
            </a:r>
            <a:endParaRPr lang="es-ES" sz="1100">
              <a:cs typeface="+mn-cs"/>
            </a:endParaRPr>
          </a:p>
        </p:txBody>
      </p:sp>
      <p:sp>
        <p:nvSpPr>
          <p:cNvPr id="224" name="TextBox 223">
            <a:extLst>
              <a:ext uri="{FF2B5EF4-FFF2-40B4-BE49-F238E27FC236}">
                <a16:creationId xmlns:a16="http://schemas.microsoft.com/office/drawing/2014/main" id="{CB7CE95F-61C6-38E3-B6BA-C38CD0DB5B35}"/>
              </a:ext>
            </a:extLst>
          </p:cNvPr>
          <p:cNvSpPr txBox="1">
            <a:spLocks/>
          </p:cNvSpPr>
          <p:nvPr/>
        </p:nvSpPr>
        <p:spPr>
          <a:xfrm>
            <a:off x="67022" y="2358734"/>
            <a:ext cx="143792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de-DE"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Self-serve order intake</a:t>
            </a:r>
          </a:p>
        </p:txBody>
      </p:sp>
      <p:sp>
        <p:nvSpPr>
          <p:cNvPr id="225" name="TextBox 224">
            <a:extLst>
              <a:ext uri="{FF2B5EF4-FFF2-40B4-BE49-F238E27FC236}">
                <a16:creationId xmlns:a16="http://schemas.microsoft.com/office/drawing/2014/main" id="{54A5084D-13D2-37DC-1F15-6DBF59D8AF88}"/>
              </a:ext>
            </a:extLst>
          </p:cNvPr>
          <p:cNvSpPr txBox="1">
            <a:spLocks/>
          </p:cNvSpPr>
          <p:nvPr/>
        </p:nvSpPr>
        <p:spPr>
          <a:xfrm>
            <a:off x="67022" y="4556959"/>
            <a:ext cx="1437928" cy="43088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kumimoji="0" lang="de-DE"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FSP-assisted </a:t>
            </a:r>
            <a:r>
              <a:rPr lang="de-DE" sz="1400" b="1">
                <a:solidFill>
                  <a:srgbClr val="000000"/>
                </a:solidFill>
              </a:rPr>
              <a:t>order intake</a:t>
            </a:r>
            <a:endParaRPr kumimoji="0" lang="de-DE" sz="14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23" name="TextBox 222">
            <a:extLst>
              <a:ext uri="{FF2B5EF4-FFF2-40B4-BE49-F238E27FC236}">
                <a16:creationId xmlns:a16="http://schemas.microsoft.com/office/drawing/2014/main" id="{AD403D95-7FE2-317B-CBB5-8C87C613190F}"/>
              </a:ext>
            </a:extLst>
          </p:cNvPr>
          <p:cNvSpPr txBox="1"/>
          <p:nvPr/>
        </p:nvSpPr>
        <p:spPr>
          <a:xfrm>
            <a:off x="5428372" y="3717483"/>
            <a:ext cx="2577177" cy="2416046"/>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cs typeface="+mn-cs"/>
              </a:rPr>
              <a:t>Agent auto-creates quote/order in VOE/QOE based on intake info</a:t>
            </a:r>
          </a:p>
          <a:p>
            <a:pPr marL="171450" indent="-171450">
              <a:buFont typeface="Arial" panose="020B0604020202020204" pitchFamily="34" charset="0"/>
              <a:buChar char="•"/>
            </a:pPr>
            <a:r>
              <a:rPr lang="en-US" sz="1100" b="1"/>
              <a:t>Reviews &amp; edits </a:t>
            </a:r>
            <a:r>
              <a:rPr lang="en-US" sz="1100"/>
              <a:t>info provided and identifies missing fields; pre-fills</a:t>
            </a:r>
            <a:endParaRPr lang="en-US" sz="1100">
              <a:cs typeface="+mn-cs"/>
            </a:endParaRPr>
          </a:p>
          <a:p>
            <a:pPr marL="171450" indent="-171450">
              <a:buFont typeface="Arial" panose="020B0604020202020204" pitchFamily="34" charset="0"/>
              <a:buChar char="•"/>
            </a:pPr>
            <a:r>
              <a:rPr lang="en-US" sz="1100" b="1">
                <a:cs typeface="+mn-cs"/>
              </a:rPr>
              <a:t>Configures product selection,</a:t>
            </a:r>
            <a:r>
              <a:rPr lang="en-US" sz="1100">
                <a:cs typeface="+mn-cs"/>
              </a:rPr>
              <a:t> sets standard pricing, and creates order quote for customer approval</a:t>
            </a:r>
          </a:p>
          <a:p>
            <a:pPr marL="171450" indent="-171450">
              <a:buFont typeface="Arial" panose="020B0604020202020204" pitchFamily="34" charset="0"/>
              <a:buChar char="•"/>
            </a:pPr>
            <a:r>
              <a:rPr lang="en-US" sz="1100" b="1">
                <a:cs typeface="+mn-cs"/>
              </a:rPr>
              <a:t>Accounts for OOS </a:t>
            </a:r>
            <a:r>
              <a:rPr lang="en-US" sz="1100">
                <a:cs typeface="+mn-cs"/>
              </a:rPr>
              <a:t>items and recommends alternatives as needed</a:t>
            </a:r>
          </a:p>
          <a:p>
            <a:pPr marL="171450" indent="-171450">
              <a:buFont typeface="Arial" panose="020B0604020202020204" pitchFamily="34" charset="0"/>
              <a:buChar char="•"/>
            </a:pPr>
            <a:r>
              <a:rPr lang="en-US" sz="1100" b="1"/>
              <a:t>Validates price </a:t>
            </a:r>
            <a:r>
              <a:rPr lang="en-US" sz="1100"/>
              <a:t>based on cost sheets (continuously updated by billing agent)</a:t>
            </a:r>
            <a:endParaRPr lang="en-US" sz="1100">
              <a:cs typeface="+mn-cs"/>
            </a:endParaRPr>
          </a:p>
          <a:p>
            <a:pPr marL="171450" indent="-171450">
              <a:buFont typeface="Arial" panose="020B0604020202020204" pitchFamily="34" charset="0"/>
              <a:buChar char="•"/>
            </a:pPr>
            <a:r>
              <a:rPr lang="en-US" sz="1100" b="1">
                <a:cs typeface="+mn-cs"/>
              </a:rPr>
              <a:t>Finalizes order</a:t>
            </a:r>
          </a:p>
        </p:txBody>
      </p:sp>
      <p:sp>
        <p:nvSpPr>
          <p:cNvPr id="84" name="Oval 83">
            <a:extLst>
              <a:ext uri="{FF2B5EF4-FFF2-40B4-BE49-F238E27FC236}">
                <a16:creationId xmlns:a16="http://schemas.microsoft.com/office/drawing/2014/main" id="{C207135C-F8A7-171B-213B-80BA7DA53400}"/>
              </a:ext>
            </a:extLst>
          </p:cNvPr>
          <p:cNvSpPr>
            <a:spLocks/>
          </p:cNvSpPr>
          <p:nvPr/>
        </p:nvSpPr>
        <p:spPr>
          <a:xfrm>
            <a:off x="5428372" y="3062055"/>
            <a:ext cx="252528" cy="257346"/>
          </a:xfrm>
          <a:prstGeom prst="ellipse">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pl-PL" sz="1400">
                <a:solidFill>
                  <a:schemeClr val="accent1"/>
                </a:solidFill>
              </a:rPr>
              <a:t>2</a:t>
            </a:r>
            <a:endParaRPr lang="es-ES" sz="1400">
              <a:solidFill>
                <a:schemeClr val="accent1"/>
              </a:solidFill>
            </a:endParaRPr>
          </a:p>
        </p:txBody>
      </p:sp>
      <p:grpSp>
        <p:nvGrpSpPr>
          <p:cNvPr id="308" name="Group 307">
            <a:extLst>
              <a:ext uri="{FF2B5EF4-FFF2-40B4-BE49-F238E27FC236}">
                <a16:creationId xmlns:a16="http://schemas.microsoft.com/office/drawing/2014/main" id="{A0C71F75-2D71-C43F-5A14-153AF3B22EDD}"/>
              </a:ext>
            </a:extLst>
          </p:cNvPr>
          <p:cNvGrpSpPr/>
          <p:nvPr/>
        </p:nvGrpSpPr>
        <p:grpSpPr>
          <a:xfrm>
            <a:off x="6000060" y="2727285"/>
            <a:ext cx="1307268" cy="900408"/>
            <a:chOff x="1059024" y="2441569"/>
            <a:chExt cx="1814443" cy="1249345"/>
          </a:xfrm>
        </p:grpSpPr>
        <p:sp>
          <p:nvSpPr>
            <p:cNvPr id="309" name="Oval 308">
              <a:extLst>
                <a:ext uri="{FF2B5EF4-FFF2-40B4-BE49-F238E27FC236}">
                  <a16:creationId xmlns:a16="http://schemas.microsoft.com/office/drawing/2014/main" id="{CEE972C6-BA61-EA9B-BC43-9F3BB3CC6300}"/>
                </a:ext>
              </a:extLst>
            </p:cNvPr>
            <p:cNvSpPr/>
            <p:nvPr/>
          </p:nvSpPr>
          <p:spPr>
            <a:xfrm>
              <a:off x="1337310" y="2441569"/>
              <a:ext cx="740664" cy="740664"/>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grpSp>
          <p:nvGrpSpPr>
            <p:cNvPr id="310" name="Group 309">
              <a:extLst>
                <a:ext uri="{FF2B5EF4-FFF2-40B4-BE49-F238E27FC236}">
                  <a16:creationId xmlns:a16="http://schemas.microsoft.com/office/drawing/2014/main" id="{3CE8EDE2-B105-344F-F1E3-E94F0800627D}"/>
                </a:ext>
              </a:extLst>
            </p:cNvPr>
            <p:cNvGrpSpPr/>
            <p:nvPr/>
          </p:nvGrpSpPr>
          <p:grpSpPr>
            <a:xfrm>
              <a:off x="1059024" y="2483342"/>
              <a:ext cx="1814443" cy="1207572"/>
              <a:chOff x="1125874" y="4343221"/>
              <a:chExt cx="1814443" cy="1207572"/>
            </a:xfrm>
          </p:grpSpPr>
          <p:sp>
            <p:nvSpPr>
              <p:cNvPr id="311" name="Freeform: Shape 310">
                <a:extLst>
                  <a:ext uri="{FF2B5EF4-FFF2-40B4-BE49-F238E27FC236}">
                    <a16:creationId xmlns:a16="http://schemas.microsoft.com/office/drawing/2014/main" id="{DB3C5B08-DFF5-0631-29A6-FD564CD8259D}"/>
                  </a:ext>
                </a:extLst>
              </p:cNvPr>
              <p:cNvSpPr/>
              <p:nvPr/>
            </p:nvSpPr>
            <p:spPr>
              <a:xfrm>
                <a:off x="1531765" y="5155260"/>
                <a:ext cx="168864" cy="261061"/>
              </a:xfrm>
              <a:custGeom>
                <a:avLst/>
                <a:gdLst>
                  <a:gd name="csX0" fmla="*/ 175340 w 176342"/>
                  <a:gd name="csY0" fmla="*/ 147727 h 272621"/>
                  <a:gd name="csX1" fmla="*/ 175340 w 176342"/>
                  <a:gd name="csY1" fmla="*/ 148567 h 272621"/>
                  <a:gd name="csX2" fmla="*/ 130942 w 176342"/>
                  <a:gd name="csY2" fmla="*/ 272246 h 272621"/>
                  <a:gd name="csX3" fmla="*/ 120138 w 176342"/>
                  <a:gd name="csY3" fmla="*/ 271413 h 272621"/>
                  <a:gd name="csX4" fmla="*/ 30649 w 176342"/>
                  <a:gd name="csY4" fmla="*/ 216999 h 272621"/>
                  <a:gd name="csX5" fmla="*/ -1003 w 176342"/>
                  <a:gd name="csY5" fmla="*/ 222077 h 272621"/>
                  <a:gd name="csX6" fmla="*/ 78844 w 176342"/>
                  <a:gd name="csY6" fmla="*/ -375 h 272621"/>
                  <a:gd name="csX7" fmla="*/ 77138 w 176342"/>
                  <a:gd name="csY7" fmla="*/ 21469 h 272621"/>
                  <a:gd name="csX8" fmla="*/ 175340 w 176342"/>
                  <a:gd name="csY8" fmla="*/ 147727 h 272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6342" h="272621">
                    <a:moveTo>
                      <a:pt x="175340" y="147727"/>
                    </a:moveTo>
                    <a:lnTo>
                      <a:pt x="175340" y="148567"/>
                    </a:lnTo>
                    <a:lnTo>
                      <a:pt x="130942" y="272246"/>
                    </a:lnTo>
                    <a:lnTo>
                      <a:pt x="120138" y="271413"/>
                    </a:lnTo>
                    <a:cubicBezTo>
                      <a:pt x="103365" y="239080"/>
                      <a:pt x="69588" y="216999"/>
                      <a:pt x="30649" y="216999"/>
                    </a:cubicBezTo>
                    <a:cubicBezTo>
                      <a:pt x="19589" y="216999"/>
                      <a:pt x="8949" y="218783"/>
                      <a:pt x="-1003" y="222077"/>
                    </a:cubicBezTo>
                    <a:lnTo>
                      <a:pt x="78844" y="-375"/>
                    </a:lnTo>
                    <a:cubicBezTo>
                      <a:pt x="77729" y="6723"/>
                      <a:pt x="77138" y="14024"/>
                      <a:pt x="77138" y="21469"/>
                    </a:cubicBezTo>
                    <a:cubicBezTo>
                      <a:pt x="77138" y="84838"/>
                      <a:pt x="119587" y="137467"/>
                      <a:pt x="175340" y="147727"/>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2" name="Freeform: Shape 311">
                <a:extLst>
                  <a:ext uri="{FF2B5EF4-FFF2-40B4-BE49-F238E27FC236}">
                    <a16:creationId xmlns:a16="http://schemas.microsoft.com/office/drawing/2014/main" id="{53008A4D-1758-CE27-BDFF-7B0272617476}"/>
                  </a:ext>
                </a:extLst>
              </p:cNvPr>
              <p:cNvSpPr/>
              <p:nvPr/>
            </p:nvSpPr>
            <p:spPr>
              <a:xfrm>
                <a:off x="1605111" y="5415523"/>
                <a:ext cx="289309" cy="130753"/>
              </a:xfrm>
              <a:custGeom>
                <a:avLst/>
                <a:gdLst>
                  <a:gd name="csX0" fmla="*/ 282042 w 302120"/>
                  <a:gd name="csY0" fmla="*/ 136168 h 136543"/>
                  <a:gd name="csX1" fmla="*/ -1003 w 302120"/>
                  <a:gd name="csY1" fmla="*/ 136168 h 136543"/>
                  <a:gd name="csX2" fmla="*/ 54809 w 302120"/>
                  <a:gd name="csY2" fmla="*/ 45964 h 136543"/>
                  <a:gd name="csX3" fmla="*/ 49561 w 302120"/>
                  <a:gd name="csY3" fmla="*/ 13788 h 136543"/>
                  <a:gd name="csX4" fmla="*/ 43545 w 302120"/>
                  <a:gd name="csY4" fmla="*/ -375 h 136543"/>
                  <a:gd name="csX5" fmla="*/ 54350 w 302120"/>
                  <a:gd name="csY5" fmla="*/ 458 h 136543"/>
                  <a:gd name="csX6" fmla="*/ 98747 w 302120"/>
                  <a:gd name="csY6" fmla="*/ 3889 h 136543"/>
                  <a:gd name="csX7" fmla="*/ 301118 w 302120"/>
                  <a:gd name="csY7" fmla="*/ 19547 h 136543"/>
                  <a:gd name="csX8" fmla="*/ 254058 w 302120"/>
                  <a:gd name="csY8" fmla="*/ 80429 h 136543"/>
                  <a:gd name="csX9" fmla="*/ 282042 w 302120"/>
                  <a:gd name="csY9" fmla="*/ 136168 h 136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02120" h="136543">
                    <a:moveTo>
                      <a:pt x="282042" y="136168"/>
                    </a:moveTo>
                    <a:lnTo>
                      <a:pt x="-1003" y="136168"/>
                    </a:lnTo>
                    <a:cubicBezTo>
                      <a:pt x="32092" y="119651"/>
                      <a:pt x="54809" y="85461"/>
                      <a:pt x="54809" y="45964"/>
                    </a:cubicBezTo>
                    <a:cubicBezTo>
                      <a:pt x="54809" y="34714"/>
                      <a:pt x="52965" y="23890"/>
                      <a:pt x="49561" y="13788"/>
                    </a:cubicBezTo>
                    <a:cubicBezTo>
                      <a:pt x="47914" y="8887"/>
                      <a:pt x="45900" y="4158"/>
                      <a:pt x="43545" y="-375"/>
                    </a:cubicBezTo>
                    <a:lnTo>
                      <a:pt x="54350" y="458"/>
                    </a:lnTo>
                    <a:lnTo>
                      <a:pt x="98747" y="3889"/>
                    </a:lnTo>
                    <a:lnTo>
                      <a:pt x="301118" y="19547"/>
                    </a:lnTo>
                    <a:cubicBezTo>
                      <a:pt x="271501" y="31493"/>
                      <a:pt x="254058" y="59621"/>
                      <a:pt x="254058" y="80429"/>
                    </a:cubicBezTo>
                    <a:cubicBezTo>
                      <a:pt x="254058" y="102805"/>
                      <a:pt x="260651" y="124020"/>
                      <a:pt x="282042" y="136168"/>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3" name="Freeform: Shape 312">
                <a:extLst>
                  <a:ext uri="{FF2B5EF4-FFF2-40B4-BE49-F238E27FC236}">
                    <a16:creationId xmlns:a16="http://schemas.microsoft.com/office/drawing/2014/main" id="{C8606DCC-A843-0822-CBEB-9983BC71BDAE}"/>
                  </a:ext>
                </a:extLst>
              </p:cNvPr>
              <p:cNvSpPr/>
              <p:nvPr/>
            </p:nvSpPr>
            <p:spPr>
              <a:xfrm>
                <a:off x="1601855" y="5412240"/>
                <a:ext cx="295725" cy="137520"/>
              </a:xfrm>
              <a:custGeom>
                <a:avLst/>
                <a:gdLst>
                  <a:gd name="csX0" fmla="*/ 285442 w 308820"/>
                  <a:gd name="csY0" fmla="*/ 136178 h 143610"/>
                  <a:gd name="csX1" fmla="*/ 14047 w 308820"/>
                  <a:gd name="csY1" fmla="*/ 136178 h 143610"/>
                  <a:gd name="csX2" fmla="*/ 2883 w 308820"/>
                  <a:gd name="csY2" fmla="*/ 136178 h 143610"/>
                  <a:gd name="csX3" fmla="*/ 2397 w 308820"/>
                  <a:gd name="csY3" fmla="*/ 136178 h 143610"/>
                  <a:gd name="csX4" fmla="*/ 4122 w 308820"/>
                  <a:gd name="csY4" fmla="*/ 142541 h 143610"/>
                  <a:gd name="csX5" fmla="*/ 61429 w 308820"/>
                  <a:gd name="csY5" fmla="*/ 42949 h 143610"/>
                  <a:gd name="csX6" fmla="*/ 49897 w 308820"/>
                  <a:gd name="csY6" fmla="*/ 1327 h 143610"/>
                  <a:gd name="csX7" fmla="*/ 46945 w 308820"/>
                  <a:gd name="csY7" fmla="*/ 6470 h 143610"/>
                  <a:gd name="csX8" fmla="*/ 100592 w 308820"/>
                  <a:gd name="csY8" fmla="*/ 10616 h 143610"/>
                  <a:gd name="csX9" fmla="*/ 127868 w 308820"/>
                  <a:gd name="csY9" fmla="*/ 12728 h 143610"/>
                  <a:gd name="csX10" fmla="*/ 194831 w 308820"/>
                  <a:gd name="csY10" fmla="*/ 17904 h 143610"/>
                  <a:gd name="csX11" fmla="*/ 266012 w 308820"/>
                  <a:gd name="csY11" fmla="*/ 23414 h 143610"/>
                  <a:gd name="csX12" fmla="*/ 291484 w 308820"/>
                  <a:gd name="csY12" fmla="*/ 25382 h 143610"/>
                  <a:gd name="csX13" fmla="*/ 303928 w 308820"/>
                  <a:gd name="csY13" fmla="*/ 26346 h 143610"/>
                  <a:gd name="csX14" fmla="*/ 304518 w 308820"/>
                  <a:gd name="csY14" fmla="*/ 26392 h 143610"/>
                  <a:gd name="csX15" fmla="*/ 303606 w 308820"/>
                  <a:gd name="csY15" fmla="*/ 19675 h 143610"/>
                  <a:gd name="csX16" fmla="*/ 259412 w 308820"/>
                  <a:gd name="csY16" fmla="*/ 61291 h 143610"/>
                  <a:gd name="csX17" fmla="*/ 260101 w 308820"/>
                  <a:gd name="csY17" fmla="*/ 116433 h 143610"/>
                  <a:gd name="csX18" fmla="*/ 283717 w 308820"/>
                  <a:gd name="csY18" fmla="*/ 142541 h 143610"/>
                  <a:gd name="csX19" fmla="*/ 287167 w 308820"/>
                  <a:gd name="csY19" fmla="*/ 136644 h 143610"/>
                  <a:gd name="csX20" fmla="*/ 261039 w 308820"/>
                  <a:gd name="csY20" fmla="*/ 89747 h 143610"/>
                  <a:gd name="csX21" fmla="*/ 278213 w 308820"/>
                  <a:gd name="csY21" fmla="*/ 45285 h 143610"/>
                  <a:gd name="csX22" fmla="*/ 305423 w 308820"/>
                  <a:gd name="csY22" fmla="*/ 26268 h 143610"/>
                  <a:gd name="csX23" fmla="*/ 304518 w 308820"/>
                  <a:gd name="csY23" fmla="*/ 19557 h 143610"/>
                  <a:gd name="csX24" fmla="*/ 273149 w 308820"/>
                  <a:gd name="csY24" fmla="*/ 17130 h 143610"/>
                  <a:gd name="csX25" fmla="*/ 204349 w 308820"/>
                  <a:gd name="csY25" fmla="*/ 11810 h 143610"/>
                  <a:gd name="csX26" fmla="*/ 134795 w 308820"/>
                  <a:gd name="csY26" fmla="*/ 6424 h 143610"/>
                  <a:gd name="csX27" fmla="*/ 102166 w 308820"/>
                  <a:gd name="csY27" fmla="*/ 3905 h 143610"/>
                  <a:gd name="csX28" fmla="*/ 53682 w 308820"/>
                  <a:gd name="csY28" fmla="*/ 153 h 143610"/>
                  <a:gd name="csX29" fmla="*/ 46945 w 308820"/>
                  <a:gd name="csY29" fmla="*/ -365 h 143610"/>
                  <a:gd name="csX30" fmla="*/ 43993 w 308820"/>
                  <a:gd name="csY30" fmla="*/ 4778 h 143610"/>
                  <a:gd name="csX31" fmla="*/ 26157 w 308820"/>
                  <a:gd name="csY31" fmla="*/ 118349 h 143610"/>
                  <a:gd name="csX32" fmla="*/ 672 w 308820"/>
                  <a:gd name="csY32" fmla="*/ 136644 h 143610"/>
                  <a:gd name="csX33" fmla="*/ 2397 w 308820"/>
                  <a:gd name="csY33" fmla="*/ 143013 h 143610"/>
                  <a:gd name="csX34" fmla="*/ 250530 w 308820"/>
                  <a:gd name="csY34" fmla="*/ 143013 h 143610"/>
                  <a:gd name="csX35" fmla="*/ 284956 w 308820"/>
                  <a:gd name="csY35" fmla="*/ 143013 h 143610"/>
                  <a:gd name="csX36" fmla="*/ 285442 w 308820"/>
                  <a:gd name="csY36" fmla="*/ 143013 h 143610"/>
                  <a:gd name="csX37" fmla="*/ 285442 w 308820"/>
                  <a:gd name="csY37" fmla="*/ 136178 h 1436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08820" h="143610">
                    <a:moveTo>
                      <a:pt x="285442" y="136178"/>
                    </a:moveTo>
                    <a:lnTo>
                      <a:pt x="14047" y="136178"/>
                    </a:lnTo>
                    <a:cubicBezTo>
                      <a:pt x="10492" y="136178"/>
                      <a:pt x="6405" y="135608"/>
                      <a:pt x="2883" y="136178"/>
                    </a:cubicBezTo>
                    <a:cubicBezTo>
                      <a:pt x="2732" y="136198"/>
                      <a:pt x="2555" y="136178"/>
                      <a:pt x="2397" y="136178"/>
                    </a:cubicBezTo>
                    <a:cubicBezTo>
                      <a:pt x="2974" y="138297"/>
                      <a:pt x="3552" y="140422"/>
                      <a:pt x="4122" y="142541"/>
                    </a:cubicBezTo>
                    <a:cubicBezTo>
                      <a:pt x="41008" y="123911"/>
                      <a:pt x="64040" y="84283"/>
                      <a:pt x="61429" y="42949"/>
                    </a:cubicBezTo>
                    <a:cubicBezTo>
                      <a:pt x="60504" y="28393"/>
                      <a:pt x="56529" y="14309"/>
                      <a:pt x="49897" y="1327"/>
                    </a:cubicBezTo>
                    <a:cubicBezTo>
                      <a:pt x="48913" y="3046"/>
                      <a:pt x="47929" y="4758"/>
                      <a:pt x="46945" y="6470"/>
                    </a:cubicBezTo>
                    <a:cubicBezTo>
                      <a:pt x="64827" y="7854"/>
                      <a:pt x="82709" y="9232"/>
                      <a:pt x="100592" y="10616"/>
                    </a:cubicBezTo>
                    <a:cubicBezTo>
                      <a:pt x="109684" y="11318"/>
                      <a:pt x="118776" y="12026"/>
                      <a:pt x="127868" y="12728"/>
                    </a:cubicBezTo>
                    <a:cubicBezTo>
                      <a:pt x="150191" y="14453"/>
                      <a:pt x="172507" y="16179"/>
                      <a:pt x="194831" y="17904"/>
                    </a:cubicBezTo>
                    <a:cubicBezTo>
                      <a:pt x="218558" y="19741"/>
                      <a:pt x="242285" y="21577"/>
                      <a:pt x="266012" y="23414"/>
                    </a:cubicBezTo>
                    <a:cubicBezTo>
                      <a:pt x="274500" y="24070"/>
                      <a:pt x="282995" y="24726"/>
                      <a:pt x="291484" y="25382"/>
                    </a:cubicBezTo>
                    <a:cubicBezTo>
                      <a:pt x="295485" y="25690"/>
                      <a:pt x="299913" y="26596"/>
                      <a:pt x="303928" y="26346"/>
                    </a:cubicBezTo>
                    <a:cubicBezTo>
                      <a:pt x="304118" y="26333"/>
                      <a:pt x="304328" y="26373"/>
                      <a:pt x="304518" y="26392"/>
                    </a:cubicBezTo>
                    <a:cubicBezTo>
                      <a:pt x="304210" y="24155"/>
                      <a:pt x="303908" y="21912"/>
                      <a:pt x="303606" y="19675"/>
                    </a:cubicBezTo>
                    <a:cubicBezTo>
                      <a:pt x="284484" y="27540"/>
                      <a:pt x="267940" y="42248"/>
                      <a:pt x="259412" y="61291"/>
                    </a:cubicBezTo>
                    <a:cubicBezTo>
                      <a:pt x="251672" y="78576"/>
                      <a:pt x="252590" y="99154"/>
                      <a:pt x="260101" y="116433"/>
                    </a:cubicBezTo>
                    <a:cubicBezTo>
                      <a:pt x="264943" y="127572"/>
                      <a:pt x="273247" y="136473"/>
                      <a:pt x="283717" y="142541"/>
                    </a:cubicBezTo>
                    <a:cubicBezTo>
                      <a:pt x="287535" y="144752"/>
                      <a:pt x="290979" y="138848"/>
                      <a:pt x="287167" y="136644"/>
                    </a:cubicBezTo>
                    <a:cubicBezTo>
                      <a:pt x="269967" y="126666"/>
                      <a:pt x="262122" y="109073"/>
                      <a:pt x="261039" y="89747"/>
                    </a:cubicBezTo>
                    <a:cubicBezTo>
                      <a:pt x="260095" y="72876"/>
                      <a:pt x="266838" y="57630"/>
                      <a:pt x="278213" y="45285"/>
                    </a:cubicBezTo>
                    <a:cubicBezTo>
                      <a:pt x="285783" y="37078"/>
                      <a:pt x="295092" y="30518"/>
                      <a:pt x="305423" y="26268"/>
                    </a:cubicBezTo>
                    <a:cubicBezTo>
                      <a:pt x="308939" y="24825"/>
                      <a:pt x="308539" y="19865"/>
                      <a:pt x="304518" y="19557"/>
                    </a:cubicBezTo>
                    <a:cubicBezTo>
                      <a:pt x="294062" y="18744"/>
                      <a:pt x="283605" y="17937"/>
                      <a:pt x="273149" y="17130"/>
                    </a:cubicBezTo>
                    <a:cubicBezTo>
                      <a:pt x="250215" y="15352"/>
                      <a:pt x="227282" y="13581"/>
                      <a:pt x="204349" y="11810"/>
                    </a:cubicBezTo>
                    <a:cubicBezTo>
                      <a:pt x="181166" y="10012"/>
                      <a:pt x="157977" y="8221"/>
                      <a:pt x="134795" y="6424"/>
                    </a:cubicBezTo>
                    <a:cubicBezTo>
                      <a:pt x="123918" y="5584"/>
                      <a:pt x="113042" y="4745"/>
                      <a:pt x="102166" y="3905"/>
                    </a:cubicBezTo>
                    <a:cubicBezTo>
                      <a:pt x="86003" y="2652"/>
                      <a:pt x="69846" y="1406"/>
                      <a:pt x="53682" y="153"/>
                    </a:cubicBezTo>
                    <a:cubicBezTo>
                      <a:pt x="51439" y="-18"/>
                      <a:pt x="49195" y="-188"/>
                      <a:pt x="46945" y="-365"/>
                    </a:cubicBezTo>
                    <a:cubicBezTo>
                      <a:pt x="44197" y="-575"/>
                      <a:pt x="42911" y="2652"/>
                      <a:pt x="43993" y="4778"/>
                    </a:cubicBezTo>
                    <a:cubicBezTo>
                      <a:pt x="63122" y="42215"/>
                      <a:pt x="55939" y="88678"/>
                      <a:pt x="26157" y="118349"/>
                    </a:cubicBezTo>
                    <a:cubicBezTo>
                      <a:pt x="18685" y="125794"/>
                      <a:pt x="10085" y="131888"/>
                      <a:pt x="672" y="136644"/>
                    </a:cubicBezTo>
                    <a:cubicBezTo>
                      <a:pt x="-2424" y="138205"/>
                      <a:pt x="-863" y="143013"/>
                      <a:pt x="2397" y="143013"/>
                    </a:cubicBezTo>
                    <a:lnTo>
                      <a:pt x="250530" y="143013"/>
                    </a:lnTo>
                    <a:cubicBezTo>
                      <a:pt x="261971" y="143013"/>
                      <a:pt x="273529" y="143512"/>
                      <a:pt x="284956" y="143013"/>
                    </a:cubicBezTo>
                    <a:cubicBezTo>
                      <a:pt x="285120" y="143001"/>
                      <a:pt x="285284" y="143013"/>
                      <a:pt x="285442" y="143013"/>
                    </a:cubicBezTo>
                    <a:cubicBezTo>
                      <a:pt x="289844" y="143013"/>
                      <a:pt x="289850" y="136178"/>
                      <a:pt x="285442" y="136178"/>
                    </a:cubicBezTo>
                    <a:close/>
                  </a:path>
                </a:pathLst>
              </a:custGeom>
              <a:solidFill>
                <a:srgbClr val="0F244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4" name="Freeform: Shape 313">
                <a:extLst>
                  <a:ext uri="{FF2B5EF4-FFF2-40B4-BE49-F238E27FC236}">
                    <a16:creationId xmlns:a16="http://schemas.microsoft.com/office/drawing/2014/main" id="{81C89D2C-9ACE-7242-8570-0AE9C9DE369A}"/>
                  </a:ext>
                </a:extLst>
              </p:cNvPr>
              <p:cNvSpPr/>
              <p:nvPr/>
            </p:nvSpPr>
            <p:spPr>
              <a:xfrm>
                <a:off x="1700630" y="5018130"/>
                <a:ext cx="577834" cy="498967"/>
              </a:xfrm>
              <a:custGeom>
                <a:avLst/>
                <a:gdLst>
                  <a:gd name="csX0" fmla="*/ 602419 w 603421"/>
                  <a:gd name="csY0" fmla="*/ 132003 h 521062"/>
                  <a:gd name="csX1" fmla="*/ 529579 w 603421"/>
                  <a:gd name="csY1" fmla="*/ 188267 h 521062"/>
                  <a:gd name="csX2" fmla="*/ 433155 w 603421"/>
                  <a:gd name="csY2" fmla="*/ 520688 h 521062"/>
                  <a:gd name="csX3" fmla="*/ 402468 w 603421"/>
                  <a:gd name="csY3" fmla="*/ 520688 h 521062"/>
                  <a:gd name="csX4" fmla="*/ 231466 w 603421"/>
                  <a:gd name="csY4" fmla="*/ 428784 h 521062"/>
                  <a:gd name="csX5" fmla="*/ 201369 w 603421"/>
                  <a:gd name="csY5" fmla="*/ 434537 h 521062"/>
                  <a:gd name="csX6" fmla="*/ -1003 w 603421"/>
                  <a:gd name="csY6" fmla="*/ 418879 h 521062"/>
                  <a:gd name="csX7" fmla="*/ -1003 w 603421"/>
                  <a:gd name="csY7" fmla="*/ 189382 h 521062"/>
                  <a:gd name="csX8" fmla="*/ -215 w 603421"/>
                  <a:gd name="csY8" fmla="*/ 171979 h 521062"/>
                  <a:gd name="csX9" fmla="*/ 64104 w 603421"/>
                  <a:gd name="csY9" fmla="*/ 46305 h 521062"/>
                  <a:gd name="csX10" fmla="*/ 188748 w 603421"/>
                  <a:gd name="csY10" fmla="*/ -375 h 521062"/>
                  <a:gd name="csX11" fmla="*/ 223614 w 603421"/>
                  <a:gd name="csY11" fmla="*/ -375 h 521062"/>
                  <a:gd name="csX12" fmla="*/ 223614 w 603421"/>
                  <a:gd name="csY12" fmla="*/ 43806 h 521062"/>
                  <a:gd name="csX13" fmla="*/ 298022 w 603421"/>
                  <a:gd name="csY13" fmla="*/ 78678 h 521062"/>
                  <a:gd name="csX14" fmla="*/ 372424 w 603421"/>
                  <a:gd name="csY14" fmla="*/ 43806 h 521062"/>
                  <a:gd name="csX15" fmla="*/ 372424 w 603421"/>
                  <a:gd name="csY15" fmla="*/ -375 h 521062"/>
                  <a:gd name="csX16" fmla="*/ 421505 w 603421"/>
                  <a:gd name="csY16" fmla="*/ -375 h 521062"/>
                  <a:gd name="csX17" fmla="*/ 543741 w 603421"/>
                  <a:gd name="csY17" fmla="*/ 44245 h 521062"/>
                  <a:gd name="csX18" fmla="*/ 602419 w 603421"/>
                  <a:gd name="csY18" fmla="*/ 132003 h 521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603421" h="521062">
                    <a:moveTo>
                      <a:pt x="602419" y="132003"/>
                    </a:moveTo>
                    <a:cubicBezTo>
                      <a:pt x="568570" y="132908"/>
                      <a:pt x="539064" y="155592"/>
                      <a:pt x="529579" y="188267"/>
                    </a:cubicBezTo>
                    <a:lnTo>
                      <a:pt x="433155" y="520688"/>
                    </a:lnTo>
                    <a:lnTo>
                      <a:pt x="402468" y="520688"/>
                    </a:lnTo>
                    <a:cubicBezTo>
                      <a:pt x="402468" y="452997"/>
                      <a:pt x="292945" y="428784"/>
                      <a:pt x="231466" y="428784"/>
                    </a:cubicBezTo>
                    <a:cubicBezTo>
                      <a:pt x="220412" y="428784"/>
                      <a:pt x="210330" y="430916"/>
                      <a:pt x="201369" y="434537"/>
                    </a:cubicBezTo>
                    <a:lnTo>
                      <a:pt x="-1003" y="418879"/>
                    </a:lnTo>
                    <a:lnTo>
                      <a:pt x="-1003" y="189382"/>
                    </a:lnTo>
                    <a:cubicBezTo>
                      <a:pt x="-1003" y="183518"/>
                      <a:pt x="-740" y="177706"/>
                      <a:pt x="-215" y="171979"/>
                    </a:cubicBezTo>
                    <a:cubicBezTo>
                      <a:pt x="4331" y="121940"/>
                      <a:pt x="28307" y="77517"/>
                      <a:pt x="64104" y="46305"/>
                    </a:cubicBezTo>
                    <a:cubicBezTo>
                      <a:pt x="97441" y="17232"/>
                      <a:pt x="141038" y="-375"/>
                      <a:pt x="188748" y="-375"/>
                    </a:cubicBezTo>
                    <a:lnTo>
                      <a:pt x="223614" y="-375"/>
                    </a:lnTo>
                    <a:lnTo>
                      <a:pt x="223614" y="43806"/>
                    </a:lnTo>
                    <a:cubicBezTo>
                      <a:pt x="223614" y="43806"/>
                      <a:pt x="244927" y="78678"/>
                      <a:pt x="298022" y="78678"/>
                    </a:cubicBezTo>
                    <a:cubicBezTo>
                      <a:pt x="349563" y="78678"/>
                      <a:pt x="372424" y="43806"/>
                      <a:pt x="372424" y="43806"/>
                    </a:cubicBezTo>
                    <a:lnTo>
                      <a:pt x="372424" y="-375"/>
                    </a:lnTo>
                    <a:lnTo>
                      <a:pt x="421505" y="-375"/>
                    </a:lnTo>
                    <a:cubicBezTo>
                      <a:pt x="468073" y="-375"/>
                      <a:pt x="510719" y="16398"/>
                      <a:pt x="543741" y="44245"/>
                    </a:cubicBezTo>
                    <a:cubicBezTo>
                      <a:pt x="570847" y="67100"/>
                      <a:pt x="591464" y="97400"/>
                      <a:pt x="602419" y="132003"/>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5" name="Freeform: Shape 314">
                <a:extLst>
                  <a:ext uri="{FF2B5EF4-FFF2-40B4-BE49-F238E27FC236}">
                    <a16:creationId xmlns:a16="http://schemas.microsoft.com/office/drawing/2014/main" id="{C07C0BAA-28F2-B0C4-EFB2-F7E9220F97A6}"/>
                  </a:ext>
                </a:extLst>
              </p:cNvPr>
              <p:cNvSpPr/>
              <p:nvPr/>
            </p:nvSpPr>
            <p:spPr>
              <a:xfrm>
                <a:off x="1915721" y="4969886"/>
                <a:ext cx="142500" cy="123944"/>
              </a:xfrm>
              <a:custGeom>
                <a:avLst/>
                <a:gdLst>
                  <a:gd name="csX0" fmla="*/ 147808 w 148810"/>
                  <a:gd name="csY0" fmla="*/ -375 h 129432"/>
                  <a:gd name="csX1" fmla="*/ 147808 w 148810"/>
                  <a:gd name="csY1" fmla="*/ 94185 h 129432"/>
                  <a:gd name="csX2" fmla="*/ 73406 w 148810"/>
                  <a:gd name="csY2" fmla="*/ 129058 h 129432"/>
                  <a:gd name="csX3" fmla="*/ -1003 w 148810"/>
                  <a:gd name="csY3" fmla="*/ 94185 h 129432"/>
                  <a:gd name="csX4" fmla="*/ -1003 w 148810"/>
                  <a:gd name="csY4" fmla="*/ -375 h 129432"/>
                  <a:gd name="csX5" fmla="*/ 147808 w 148810"/>
                  <a:gd name="csY5" fmla="*/ -375 h 129432"/>
                </a:gdLst>
                <a:ahLst/>
                <a:cxnLst>
                  <a:cxn ang="0">
                    <a:pos x="csX0" y="csY0"/>
                  </a:cxn>
                  <a:cxn ang="0">
                    <a:pos x="csX1" y="csY1"/>
                  </a:cxn>
                  <a:cxn ang="0">
                    <a:pos x="csX2" y="csY2"/>
                  </a:cxn>
                  <a:cxn ang="0">
                    <a:pos x="csX3" y="csY3"/>
                  </a:cxn>
                  <a:cxn ang="0">
                    <a:pos x="csX4" y="csY4"/>
                  </a:cxn>
                  <a:cxn ang="0">
                    <a:pos x="csX5" y="csY5"/>
                  </a:cxn>
                </a:cxnLst>
                <a:rect l="l" t="t" r="r" b="b"/>
                <a:pathLst>
                  <a:path w="148810" h="129432">
                    <a:moveTo>
                      <a:pt x="147808" y="-375"/>
                    </a:moveTo>
                    <a:lnTo>
                      <a:pt x="147808" y="94185"/>
                    </a:lnTo>
                    <a:cubicBezTo>
                      <a:pt x="147808" y="94185"/>
                      <a:pt x="124947" y="129058"/>
                      <a:pt x="73406" y="129058"/>
                    </a:cubicBezTo>
                    <a:cubicBezTo>
                      <a:pt x="20310" y="129058"/>
                      <a:pt x="-1003" y="94185"/>
                      <a:pt x="-1003" y="94185"/>
                    </a:cubicBezTo>
                    <a:lnTo>
                      <a:pt x="-1003" y="-375"/>
                    </a:lnTo>
                    <a:lnTo>
                      <a:pt x="147808" y="-375"/>
                    </a:lnTo>
                    <a:close/>
                  </a:path>
                </a:pathLst>
              </a:custGeom>
              <a:solidFill>
                <a:srgbClr val="14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6" name="Freeform: Shape 315">
                <a:extLst>
                  <a:ext uri="{FF2B5EF4-FFF2-40B4-BE49-F238E27FC236}">
                    <a16:creationId xmlns:a16="http://schemas.microsoft.com/office/drawing/2014/main" id="{A9A4F182-C062-6369-5D5B-4162A141FE43}"/>
                  </a:ext>
                </a:extLst>
              </p:cNvPr>
              <p:cNvSpPr/>
              <p:nvPr/>
            </p:nvSpPr>
            <p:spPr>
              <a:xfrm>
                <a:off x="1800610" y="4600516"/>
                <a:ext cx="385903" cy="288983"/>
              </a:xfrm>
              <a:custGeom>
                <a:avLst/>
                <a:gdLst>
                  <a:gd name="csX0" fmla="*/ 401989 w 402991"/>
                  <a:gd name="csY0" fmla="*/ 81007 h 301779"/>
                  <a:gd name="csX1" fmla="*/ 401989 w 402991"/>
                  <a:gd name="csY1" fmla="*/ 220017 h 301779"/>
                  <a:gd name="csX2" fmla="*/ 320608 w 402991"/>
                  <a:gd name="csY2" fmla="*/ 301405 h 301779"/>
                  <a:gd name="csX3" fmla="*/ 80379 w 402991"/>
                  <a:gd name="csY3" fmla="*/ 301405 h 301779"/>
                  <a:gd name="csX4" fmla="*/ -1003 w 402991"/>
                  <a:gd name="csY4" fmla="*/ 220017 h 301779"/>
                  <a:gd name="csX5" fmla="*/ -1003 w 402991"/>
                  <a:gd name="csY5" fmla="*/ 81007 h 301779"/>
                  <a:gd name="csX6" fmla="*/ 80379 w 402991"/>
                  <a:gd name="csY6" fmla="*/ -375 h 301779"/>
                  <a:gd name="csX7" fmla="*/ 320608 w 402991"/>
                  <a:gd name="csY7" fmla="*/ -375 h 301779"/>
                  <a:gd name="csX8" fmla="*/ 401989 w 402991"/>
                  <a:gd name="csY8" fmla="*/ 81007 h 3017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02991" h="301779">
                    <a:moveTo>
                      <a:pt x="401989" y="81007"/>
                    </a:moveTo>
                    <a:lnTo>
                      <a:pt x="401989" y="220017"/>
                    </a:lnTo>
                    <a:cubicBezTo>
                      <a:pt x="401989" y="264781"/>
                      <a:pt x="365372" y="301405"/>
                      <a:pt x="320608" y="301405"/>
                    </a:cubicBezTo>
                    <a:lnTo>
                      <a:pt x="80379" y="301405"/>
                    </a:lnTo>
                    <a:cubicBezTo>
                      <a:pt x="35621" y="301405"/>
                      <a:pt x="-1003" y="264781"/>
                      <a:pt x="-1003" y="220017"/>
                    </a:cubicBezTo>
                    <a:lnTo>
                      <a:pt x="-1003" y="81007"/>
                    </a:lnTo>
                    <a:cubicBezTo>
                      <a:pt x="-1003" y="36242"/>
                      <a:pt x="35621" y="-375"/>
                      <a:pt x="80379" y="-375"/>
                    </a:cubicBezTo>
                    <a:lnTo>
                      <a:pt x="320608" y="-375"/>
                    </a:lnTo>
                    <a:cubicBezTo>
                      <a:pt x="365372" y="-375"/>
                      <a:pt x="401989" y="36242"/>
                      <a:pt x="401989" y="81007"/>
                    </a:cubicBezTo>
                    <a:close/>
                  </a:path>
                </a:pathLst>
              </a:custGeom>
              <a:solidFill>
                <a:srgbClr val="002163"/>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7" name="Freeform: Shape 316">
                <a:extLst>
                  <a:ext uri="{FF2B5EF4-FFF2-40B4-BE49-F238E27FC236}">
                    <a16:creationId xmlns:a16="http://schemas.microsoft.com/office/drawing/2014/main" id="{1BC3B56F-F97F-DC57-3315-0682F4F95E36}"/>
                  </a:ext>
                </a:extLst>
              </p:cNvPr>
              <p:cNvSpPr/>
              <p:nvPr/>
            </p:nvSpPr>
            <p:spPr>
              <a:xfrm>
                <a:off x="1865818" y="4694997"/>
                <a:ext cx="58222" cy="58222"/>
              </a:xfrm>
              <a:custGeom>
                <a:avLst/>
                <a:gdLst>
                  <a:gd name="csX0" fmla="*/ 96910 w 97912"/>
                  <a:gd name="csY0" fmla="*/ 48581 h 97912"/>
                  <a:gd name="csX1" fmla="*/ 47954 w 97912"/>
                  <a:gd name="csY1" fmla="*/ 97537 h 97912"/>
                  <a:gd name="csX2" fmla="*/ -1003 w 97912"/>
                  <a:gd name="csY2" fmla="*/ 48581 h 97912"/>
                  <a:gd name="csX3" fmla="*/ 47954 w 97912"/>
                  <a:gd name="csY3" fmla="*/ -375 h 97912"/>
                  <a:gd name="csX4" fmla="*/ 96910 w 97912"/>
                  <a:gd name="csY4" fmla="*/ 48581 h 97912"/>
                </a:gdLst>
                <a:ahLst/>
                <a:cxnLst>
                  <a:cxn ang="0">
                    <a:pos x="csX0" y="csY0"/>
                  </a:cxn>
                  <a:cxn ang="0">
                    <a:pos x="csX1" y="csY1"/>
                  </a:cxn>
                  <a:cxn ang="0">
                    <a:pos x="csX2" y="csY2"/>
                  </a:cxn>
                  <a:cxn ang="0">
                    <a:pos x="csX3" y="csY3"/>
                  </a:cxn>
                  <a:cxn ang="0">
                    <a:pos x="csX4" y="csY4"/>
                  </a:cxn>
                </a:cxnLst>
                <a:rect l="l" t="t" r="r" b="b"/>
                <a:pathLst>
                  <a:path w="97912" h="97912">
                    <a:moveTo>
                      <a:pt x="96910" y="48581"/>
                    </a:moveTo>
                    <a:cubicBezTo>
                      <a:pt x="96910" y="75614"/>
                      <a:pt x="74987" y="97537"/>
                      <a:pt x="47954" y="97537"/>
                    </a:cubicBezTo>
                    <a:cubicBezTo>
                      <a:pt x="20921" y="97537"/>
                      <a:pt x="-1003" y="75614"/>
                      <a:pt x="-1003" y="48581"/>
                    </a:cubicBezTo>
                    <a:cubicBezTo>
                      <a:pt x="-1003" y="21535"/>
                      <a:pt x="20921" y="-375"/>
                      <a:pt x="47954" y="-375"/>
                    </a:cubicBezTo>
                    <a:cubicBezTo>
                      <a:pt x="74987" y="-375"/>
                      <a:pt x="96910" y="21535"/>
                      <a:pt x="96910" y="48581"/>
                    </a:cubicBezTo>
                    <a:close/>
                  </a:path>
                </a:pathLst>
              </a:custGeom>
              <a:solidFill>
                <a:srgbClr val="FFFF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8" name="Freeform: Shape 317">
                <a:extLst>
                  <a:ext uri="{FF2B5EF4-FFF2-40B4-BE49-F238E27FC236}">
                    <a16:creationId xmlns:a16="http://schemas.microsoft.com/office/drawing/2014/main" id="{7E0C9E66-2AFA-C301-E7B2-B7883461EA82}"/>
                  </a:ext>
                </a:extLst>
              </p:cNvPr>
              <p:cNvSpPr/>
              <p:nvPr/>
            </p:nvSpPr>
            <p:spPr>
              <a:xfrm>
                <a:off x="2057880" y="4694997"/>
                <a:ext cx="58222" cy="58222"/>
              </a:xfrm>
              <a:custGeom>
                <a:avLst/>
                <a:gdLst>
                  <a:gd name="csX0" fmla="*/ 96910 w 97912"/>
                  <a:gd name="csY0" fmla="*/ 48581 h 97912"/>
                  <a:gd name="csX1" fmla="*/ 47954 w 97912"/>
                  <a:gd name="csY1" fmla="*/ 97537 h 97912"/>
                  <a:gd name="csX2" fmla="*/ -1003 w 97912"/>
                  <a:gd name="csY2" fmla="*/ 48581 h 97912"/>
                  <a:gd name="csX3" fmla="*/ 47954 w 97912"/>
                  <a:gd name="csY3" fmla="*/ -375 h 97912"/>
                  <a:gd name="csX4" fmla="*/ 96910 w 97912"/>
                  <a:gd name="csY4" fmla="*/ 48581 h 97912"/>
                </a:gdLst>
                <a:ahLst/>
                <a:cxnLst>
                  <a:cxn ang="0">
                    <a:pos x="csX0" y="csY0"/>
                  </a:cxn>
                  <a:cxn ang="0">
                    <a:pos x="csX1" y="csY1"/>
                  </a:cxn>
                  <a:cxn ang="0">
                    <a:pos x="csX2" y="csY2"/>
                  </a:cxn>
                  <a:cxn ang="0">
                    <a:pos x="csX3" y="csY3"/>
                  </a:cxn>
                  <a:cxn ang="0">
                    <a:pos x="csX4" y="csY4"/>
                  </a:cxn>
                </a:cxnLst>
                <a:rect l="l" t="t" r="r" b="b"/>
                <a:pathLst>
                  <a:path w="97912" h="97912">
                    <a:moveTo>
                      <a:pt x="96910" y="48581"/>
                    </a:moveTo>
                    <a:cubicBezTo>
                      <a:pt x="96910" y="75614"/>
                      <a:pt x="74987" y="97537"/>
                      <a:pt x="47954" y="97537"/>
                    </a:cubicBezTo>
                    <a:cubicBezTo>
                      <a:pt x="20921" y="97537"/>
                      <a:pt x="-1003" y="75614"/>
                      <a:pt x="-1003" y="48581"/>
                    </a:cubicBezTo>
                    <a:cubicBezTo>
                      <a:pt x="-1003" y="21535"/>
                      <a:pt x="20921" y="-375"/>
                      <a:pt x="47954" y="-375"/>
                    </a:cubicBezTo>
                    <a:cubicBezTo>
                      <a:pt x="74987" y="-375"/>
                      <a:pt x="96910" y="21535"/>
                      <a:pt x="96910" y="48581"/>
                    </a:cubicBezTo>
                    <a:close/>
                  </a:path>
                </a:pathLst>
              </a:custGeom>
              <a:solidFill>
                <a:srgbClr val="FFFF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9" name="Freeform: Shape 318">
                <a:extLst>
                  <a:ext uri="{FF2B5EF4-FFF2-40B4-BE49-F238E27FC236}">
                    <a16:creationId xmlns:a16="http://schemas.microsoft.com/office/drawing/2014/main" id="{722CF206-4AAA-078E-0470-10C572D5A590}"/>
                  </a:ext>
                </a:extLst>
              </p:cNvPr>
              <p:cNvSpPr/>
              <p:nvPr/>
            </p:nvSpPr>
            <p:spPr>
              <a:xfrm>
                <a:off x="1719695" y="4520123"/>
                <a:ext cx="547732" cy="449762"/>
              </a:xfrm>
              <a:custGeom>
                <a:avLst/>
                <a:gdLst>
                  <a:gd name="csX0" fmla="*/ 476896 w 571986"/>
                  <a:gd name="csY0" fmla="*/ 300663 h 469678"/>
                  <a:gd name="csX1" fmla="*/ 399385 w 571986"/>
                  <a:gd name="csY1" fmla="*/ 378168 h 469678"/>
                  <a:gd name="csX2" fmla="*/ 170597 w 571986"/>
                  <a:gd name="csY2" fmla="*/ 378168 h 469678"/>
                  <a:gd name="csX3" fmla="*/ 93085 w 571986"/>
                  <a:gd name="csY3" fmla="*/ 300663 h 469678"/>
                  <a:gd name="csX4" fmla="*/ 93085 w 571986"/>
                  <a:gd name="csY4" fmla="*/ 168272 h 469678"/>
                  <a:gd name="csX5" fmla="*/ 170597 w 571986"/>
                  <a:gd name="csY5" fmla="*/ 90763 h 469678"/>
                  <a:gd name="csX6" fmla="*/ 399385 w 571986"/>
                  <a:gd name="csY6" fmla="*/ 90763 h 469678"/>
                  <a:gd name="csX7" fmla="*/ 476896 w 571986"/>
                  <a:gd name="csY7" fmla="*/ 168272 h 469678"/>
                  <a:gd name="csX8" fmla="*/ 476896 w 571986"/>
                  <a:gd name="csY8" fmla="*/ 300663 h 469678"/>
                  <a:gd name="csX9" fmla="*/ 403137 w 571986"/>
                  <a:gd name="csY9" fmla="*/ -375 h 469678"/>
                  <a:gd name="csX10" fmla="*/ 166844 w 571986"/>
                  <a:gd name="csY10" fmla="*/ -375 h 469678"/>
                  <a:gd name="csX11" fmla="*/ -1003 w 571986"/>
                  <a:gd name="csY11" fmla="*/ 167471 h 469678"/>
                  <a:gd name="csX12" fmla="*/ -1003 w 571986"/>
                  <a:gd name="csY12" fmla="*/ 301463 h 469678"/>
                  <a:gd name="csX13" fmla="*/ 166844 w 571986"/>
                  <a:gd name="csY13" fmla="*/ 469304 h 469678"/>
                  <a:gd name="csX14" fmla="*/ 403137 w 571986"/>
                  <a:gd name="csY14" fmla="*/ 469304 h 469678"/>
                  <a:gd name="csX15" fmla="*/ 541741 w 571986"/>
                  <a:gd name="csY15" fmla="*/ 395827 h 469678"/>
                  <a:gd name="csX16" fmla="*/ 458614 w 571986"/>
                  <a:gd name="csY16" fmla="*/ 425458 h 469678"/>
                  <a:gd name="csX17" fmla="*/ 453602 w 571986"/>
                  <a:gd name="csY17" fmla="*/ 426297 h 469678"/>
                  <a:gd name="csX18" fmla="*/ 400809 w 571986"/>
                  <a:gd name="csY18" fmla="*/ 446416 h 469678"/>
                  <a:gd name="csX19" fmla="*/ 347680 w 571986"/>
                  <a:gd name="csY19" fmla="*/ 423746 h 469678"/>
                  <a:gd name="csX20" fmla="*/ 400809 w 571986"/>
                  <a:gd name="csY20" fmla="*/ 401075 h 469678"/>
                  <a:gd name="csX21" fmla="*/ 447994 w 571986"/>
                  <a:gd name="csY21" fmla="*/ 413322 h 469678"/>
                  <a:gd name="csX22" fmla="*/ 556592 w 571986"/>
                  <a:gd name="csY22" fmla="*/ 369272 h 469678"/>
                  <a:gd name="csX23" fmla="*/ 556592 w 571986"/>
                  <a:gd name="csY23" fmla="*/ 369266 h 469678"/>
                  <a:gd name="csX24" fmla="*/ 570984 w 571986"/>
                  <a:gd name="csY24" fmla="*/ 301463 h 469678"/>
                  <a:gd name="csX25" fmla="*/ 570984 w 571986"/>
                  <a:gd name="csY25" fmla="*/ 167471 h 469678"/>
                  <a:gd name="csX26" fmla="*/ 403137 w 571986"/>
                  <a:gd name="csY26" fmla="*/ -375 h 469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571986" h="469678">
                    <a:moveTo>
                      <a:pt x="476896" y="300663"/>
                    </a:moveTo>
                    <a:cubicBezTo>
                      <a:pt x="476896" y="343295"/>
                      <a:pt x="442017" y="378168"/>
                      <a:pt x="399385" y="378168"/>
                    </a:cubicBezTo>
                    <a:lnTo>
                      <a:pt x="170597" y="378168"/>
                    </a:lnTo>
                    <a:cubicBezTo>
                      <a:pt x="127971" y="378168"/>
                      <a:pt x="93085" y="343295"/>
                      <a:pt x="93085" y="300663"/>
                    </a:cubicBezTo>
                    <a:lnTo>
                      <a:pt x="93085" y="168272"/>
                    </a:lnTo>
                    <a:cubicBezTo>
                      <a:pt x="93085" y="125639"/>
                      <a:pt x="127971" y="90763"/>
                      <a:pt x="170597" y="90763"/>
                    </a:cubicBezTo>
                    <a:lnTo>
                      <a:pt x="399385" y="90763"/>
                    </a:lnTo>
                    <a:cubicBezTo>
                      <a:pt x="442017" y="90763"/>
                      <a:pt x="476896" y="125639"/>
                      <a:pt x="476896" y="168272"/>
                    </a:cubicBezTo>
                    <a:lnTo>
                      <a:pt x="476896" y="300663"/>
                    </a:lnTo>
                    <a:close/>
                    <a:moveTo>
                      <a:pt x="403137" y="-375"/>
                    </a:moveTo>
                    <a:lnTo>
                      <a:pt x="166844" y="-375"/>
                    </a:lnTo>
                    <a:cubicBezTo>
                      <a:pt x="74528" y="-375"/>
                      <a:pt x="-1003" y="75157"/>
                      <a:pt x="-1003" y="167471"/>
                    </a:cubicBezTo>
                    <a:lnTo>
                      <a:pt x="-1003" y="301463"/>
                    </a:lnTo>
                    <a:cubicBezTo>
                      <a:pt x="-1003" y="393774"/>
                      <a:pt x="74528" y="469304"/>
                      <a:pt x="166844" y="469304"/>
                    </a:cubicBezTo>
                    <a:lnTo>
                      <a:pt x="403137" y="469304"/>
                    </a:lnTo>
                    <a:cubicBezTo>
                      <a:pt x="460536" y="469304"/>
                      <a:pt x="511447" y="440106"/>
                      <a:pt x="541741" y="395827"/>
                    </a:cubicBezTo>
                    <a:cubicBezTo>
                      <a:pt x="516177" y="410639"/>
                      <a:pt x="487622" y="420275"/>
                      <a:pt x="458614" y="425458"/>
                    </a:cubicBezTo>
                    <a:cubicBezTo>
                      <a:pt x="456941" y="425759"/>
                      <a:pt x="455269" y="426028"/>
                      <a:pt x="453602" y="426297"/>
                    </a:cubicBezTo>
                    <a:cubicBezTo>
                      <a:pt x="450618" y="437620"/>
                      <a:pt x="428130" y="446416"/>
                      <a:pt x="400809" y="446416"/>
                    </a:cubicBezTo>
                    <a:cubicBezTo>
                      <a:pt x="371473" y="446416"/>
                      <a:pt x="347680" y="436262"/>
                      <a:pt x="347680" y="423746"/>
                    </a:cubicBezTo>
                    <a:cubicBezTo>
                      <a:pt x="347680" y="411223"/>
                      <a:pt x="371473" y="401075"/>
                      <a:pt x="400809" y="401075"/>
                    </a:cubicBezTo>
                    <a:cubicBezTo>
                      <a:pt x="421347" y="401075"/>
                      <a:pt x="439151" y="406054"/>
                      <a:pt x="447994" y="413322"/>
                    </a:cubicBezTo>
                    <a:cubicBezTo>
                      <a:pt x="487307" y="407248"/>
                      <a:pt x="525249" y="393183"/>
                      <a:pt x="556592" y="369272"/>
                    </a:cubicBezTo>
                    <a:lnTo>
                      <a:pt x="556592" y="369266"/>
                    </a:lnTo>
                    <a:cubicBezTo>
                      <a:pt x="565841" y="348511"/>
                      <a:pt x="570984" y="325558"/>
                      <a:pt x="570984" y="301463"/>
                    </a:cubicBezTo>
                    <a:lnTo>
                      <a:pt x="570984" y="167471"/>
                    </a:lnTo>
                    <a:cubicBezTo>
                      <a:pt x="570984" y="75157"/>
                      <a:pt x="495454" y="-375"/>
                      <a:pt x="403137" y="-375"/>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0" name="Freeform: Shape 319">
                <a:extLst>
                  <a:ext uri="{FF2B5EF4-FFF2-40B4-BE49-F238E27FC236}">
                    <a16:creationId xmlns:a16="http://schemas.microsoft.com/office/drawing/2014/main" id="{16682512-44B0-5D41-4501-F80AAB65944B}"/>
                  </a:ext>
                </a:extLst>
              </p:cNvPr>
              <p:cNvSpPr/>
              <p:nvPr/>
            </p:nvSpPr>
            <p:spPr>
              <a:xfrm>
                <a:off x="1689902" y="4427566"/>
                <a:ext cx="606841" cy="243964"/>
              </a:xfrm>
              <a:custGeom>
                <a:avLst/>
                <a:gdLst>
                  <a:gd name="csX0" fmla="*/ 632704 w 633713"/>
                  <a:gd name="csY0" fmla="*/ 223482 h 254767"/>
                  <a:gd name="csX1" fmla="*/ 632704 w 633713"/>
                  <a:gd name="csY1" fmla="*/ 254392 h 254767"/>
                  <a:gd name="csX2" fmla="*/ 612198 w 633713"/>
                  <a:gd name="csY2" fmla="*/ 254392 h 254767"/>
                  <a:gd name="csX3" fmla="*/ 605474 w 633713"/>
                  <a:gd name="csY3" fmla="*/ 168505 h 254767"/>
                  <a:gd name="csX4" fmla="*/ 238221 w 633713"/>
                  <a:gd name="csY4" fmla="*/ 25260 h 254767"/>
                  <a:gd name="csX5" fmla="*/ 53541 w 633713"/>
                  <a:gd name="csY5" fmla="*/ 116794 h 254767"/>
                  <a:gd name="csX6" fmla="*/ 53534 w 633713"/>
                  <a:gd name="csY6" fmla="*/ 116801 h 254767"/>
                  <a:gd name="csX7" fmla="*/ 20453 w 633713"/>
                  <a:gd name="csY7" fmla="*/ 254392 h 254767"/>
                  <a:gd name="csX8" fmla="*/ -53 w 633713"/>
                  <a:gd name="csY8" fmla="*/ 254392 h 254767"/>
                  <a:gd name="csX9" fmla="*/ 97505 w 633713"/>
                  <a:gd name="csY9" fmla="*/ 51023 h 254767"/>
                  <a:gd name="csX10" fmla="*/ 632704 w 633713"/>
                  <a:gd name="csY10" fmla="*/ 223482 h 2547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33713" h="254767">
                    <a:moveTo>
                      <a:pt x="632704" y="223482"/>
                    </a:moveTo>
                    <a:lnTo>
                      <a:pt x="632704" y="254392"/>
                    </a:lnTo>
                    <a:lnTo>
                      <a:pt x="612198" y="254392"/>
                    </a:lnTo>
                    <a:cubicBezTo>
                      <a:pt x="611569" y="225706"/>
                      <a:pt x="615177" y="196093"/>
                      <a:pt x="605474" y="168505"/>
                    </a:cubicBezTo>
                    <a:cubicBezTo>
                      <a:pt x="554327" y="30106"/>
                      <a:pt x="366013" y="9900"/>
                      <a:pt x="238221" y="25260"/>
                    </a:cubicBezTo>
                    <a:cubicBezTo>
                      <a:pt x="169316" y="34624"/>
                      <a:pt x="97597" y="60333"/>
                      <a:pt x="53541" y="116794"/>
                    </a:cubicBezTo>
                    <a:cubicBezTo>
                      <a:pt x="53541" y="116801"/>
                      <a:pt x="53541" y="116801"/>
                      <a:pt x="53534" y="116801"/>
                    </a:cubicBezTo>
                    <a:cubicBezTo>
                      <a:pt x="18269" y="163043"/>
                      <a:pt x="19600" y="199558"/>
                      <a:pt x="20453" y="254392"/>
                    </a:cubicBezTo>
                    <a:lnTo>
                      <a:pt x="-53" y="254392"/>
                    </a:lnTo>
                    <a:cubicBezTo>
                      <a:pt x="-6580" y="165278"/>
                      <a:pt x="19968" y="99309"/>
                      <a:pt x="97505" y="51023"/>
                    </a:cubicBezTo>
                    <a:cubicBezTo>
                      <a:pt x="255447" y="-45358"/>
                      <a:pt x="634568" y="-16027"/>
                      <a:pt x="632704" y="223482"/>
                    </a:cubicBezTo>
                    <a:close/>
                  </a:path>
                </a:pathLst>
              </a:custGeom>
              <a:solidFill>
                <a:srgbClr val="1F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1" name="Freeform: Shape 320">
                <a:extLst>
                  <a:ext uri="{FF2B5EF4-FFF2-40B4-BE49-F238E27FC236}">
                    <a16:creationId xmlns:a16="http://schemas.microsoft.com/office/drawing/2014/main" id="{85CAE037-0100-75DA-60DF-C186132F5E0C}"/>
                  </a:ext>
                </a:extLst>
              </p:cNvPr>
              <p:cNvSpPr/>
              <p:nvPr/>
            </p:nvSpPr>
            <p:spPr>
              <a:xfrm>
                <a:off x="1635552" y="4682605"/>
                <a:ext cx="46013" cy="155974"/>
              </a:xfrm>
              <a:custGeom>
                <a:avLst/>
                <a:gdLst>
                  <a:gd name="csX0" fmla="*/ 47048 w 48050"/>
                  <a:gd name="csY0" fmla="*/ -375 h 162881"/>
                  <a:gd name="csX1" fmla="*/ 47048 w 48050"/>
                  <a:gd name="csY1" fmla="*/ 162506 h 162881"/>
                  <a:gd name="csX2" fmla="*/ -1003 w 48050"/>
                  <a:gd name="csY2" fmla="*/ 81066 h 162881"/>
                  <a:gd name="csX3" fmla="*/ 47048 w 48050"/>
                  <a:gd name="csY3" fmla="*/ -375 h 162881"/>
                </a:gdLst>
                <a:ahLst/>
                <a:cxnLst>
                  <a:cxn ang="0">
                    <a:pos x="csX0" y="csY0"/>
                  </a:cxn>
                  <a:cxn ang="0">
                    <a:pos x="csX1" y="csY1"/>
                  </a:cxn>
                  <a:cxn ang="0">
                    <a:pos x="csX2" y="csY2"/>
                  </a:cxn>
                  <a:cxn ang="0">
                    <a:pos x="csX3" y="csY3"/>
                  </a:cxn>
                </a:cxnLst>
                <a:rect l="l" t="t" r="r" b="b"/>
                <a:pathLst>
                  <a:path w="48050" h="162881">
                    <a:moveTo>
                      <a:pt x="47048" y="-375"/>
                    </a:moveTo>
                    <a:lnTo>
                      <a:pt x="47048" y="162506"/>
                    </a:lnTo>
                    <a:cubicBezTo>
                      <a:pt x="18395" y="146664"/>
                      <a:pt x="-1003" y="116128"/>
                      <a:pt x="-1003" y="81066"/>
                    </a:cubicBezTo>
                    <a:cubicBezTo>
                      <a:pt x="-1003" y="46003"/>
                      <a:pt x="18395" y="15474"/>
                      <a:pt x="47048" y="-375"/>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2" name="Rectangle 321">
                <a:extLst>
                  <a:ext uri="{FF2B5EF4-FFF2-40B4-BE49-F238E27FC236}">
                    <a16:creationId xmlns:a16="http://schemas.microsoft.com/office/drawing/2014/main" id="{B3BAD3DE-6A5B-720B-B309-604B67B7A6EC}"/>
                  </a:ext>
                </a:extLst>
              </p:cNvPr>
              <p:cNvSpPr/>
              <p:nvPr/>
            </p:nvSpPr>
            <p:spPr>
              <a:xfrm>
                <a:off x="1681565" y="4671531"/>
                <a:ext cx="38130" cy="178129"/>
              </a:xfrm>
              <a:prstGeom prst="rect">
                <a:avLst/>
              </a:prstGeom>
              <a:solidFill>
                <a:srgbClr val="1F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3" name="Freeform: Shape 322">
                <a:extLst>
                  <a:ext uri="{FF2B5EF4-FFF2-40B4-BE49-F238E27FC236}">
                    <a16:creationId xmlns:a16="http://schemas.microsoft.com/office/drawing/2014/main" id="{8EBE9CF4-A306-A992-99FA-28903E2EBAF3}"/>
                  </a:ext>
                </a:extLst>
              </p:cNvPr>
              <p:cNvSpPr/>
              <p:nvPr/>
            </p:nvSpPr>
            <p:spPr>
              <a:xfrm>
                <a:off x="2305991" y="4682605"/>
                <a:ext cx="46013" cy="155974"/>
              </a:xfrm>
              <a:custGeom>
                <a:avLst/>
                <a:gdLst>
                  <a:gd name="csX0" fmla="*/ 47048 w 48050"/>
                  <a:gd name="csY0" fmla="*/ 81066 h 162881"/>
                  <a:gd name="csX1" fmla="*/ -1003 w 48050"/>
                  <a:gd name="csY1" fmla="*/ 162506 h 162881"/>
                  <a:gd name="csX2" fmla="*/ -1003 w 48050"/>
                  <a:gd name="csY2" fmla="*/ -375 h 162881"/>
                  <a:gd name="csX3" fmla="*/ 47048 w 48050"/>
                  <a:gd name="csY3" fmla="*/ 81066 h 162881"/>
                </a:gdLst>
                <a:ahLst/>
                <a:cxnLst>
                  <a:cxn ang="0">
                    <a:pos x="csX0" y="csY0"/>
                  </a:cxn>
                  <a:cxn ang="0">
                    <a:pos x="csX1" y="csY1"/>
                  </a:cxn>
                  <a:cxn ang="0">
                    <a:pos x="csX2" y="csY2"/>
                  </a:cxn>
                  <a:cxn ang="0">
                    <a:pos x="csX3" y="csY3"/>
                  </a:cxn>
                </a:cxnLst>
                <a:rect l="l" t="t" r="r" b="b"/>
                <a:pathLst>
                  <a:path w="48050" h="162881">
                    <a:moveTo>
                      <a:pt x="47048" y="81066"/>
                    </a:moveTo>
                    <a:cubicBezTo>
                      <a:pt x="47048" y="116128"/>
                      <a:pt x="27651" y="146664"/>
                      <a:pt x="-1003" y="162506"/>
                    </a:cubicBezTo>
                    <a:lnTo>
                      <a:pt x="-1003" y="-375"/>
                    </a:lnTo>
                    <a:cubicBezTo>
                      <a:pt x="27651" y="15474"/>
                      <a:pt x="47048" y="46003"/>
                      <a:pt x="47048" y="81066"/>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4" name="Rectangle 323">
                <a:extLst>
                  <a:ext uri="{FF2B5EF4-FFF2-40B4-BE49-F238E27FC236}">
                    <a16:creationId xmlns:a16="http://schemas.microsoft.com/office/drawing/2014/main" id="{E4EB524B-C999-FC43-FA9D-7E7C719F0639}"/>
                  </a:ext>
                </a:extLst>
              </p:cNvPr>
              <p:cNvSpPr/>
              <p:nvPr/>
            </p:nvSpPr>
            <p:spPr>
              <a:xfrm>
                <a:off x="2267861" y="4671531"/>
                <a:ext cx="38130" cy="178129"/>
              </a:xfrm>
              <a:prstGeom prst="rect">
                <a:avLst/>
              </a:prstGeom>
              <a:solidFill>
                <a:srgbClr val="1F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5" name="Freeform: Shape 324">
                <a:extLst>
                  <a:ext uri="{FF2B5EF4-FFF2-40B4-BE49-F238E27FC236}">
                    <a16:creationId xmlns:a16="http://schemas.microsoft.com/office/drawing/2014/main" id="{F4BCDED7-FDB8-D3FC-07BF-E3A37BA22242}"/>
                  </a:ext>
                </a:extLst>
              </p:cNvPr>
              <p:cNvSpPr/>
              <p:nvPr/>
            </p:nvSpPr>
            <p:spPr>
              <a:xfrm>
                <a:off x="1606593" y="5053527"/>
                <a:ext cx="156035" cy="241360"/>
              </a:xfrm>
              <a:custGeom>
                <a:avLst/>
                <a:gdLst>
                  <a:gd name="csX0" fmla="*/ 160744 w 162944"/>
                  <a:gd name="csY0" fmla="*/ 10245 h 252048"/>
                  <a:gd name="csX1" fmla="*/ 158304 w 162944"/>
                  <a:gd name="csY1" fmla="*/ 22853 h 252048"/>
                  <a:gd name="csX2" fmla="*/ 138263 w 162944"/>
                  <a:gd name="csY2" fmla="*/ 55686 h 252048"/>
                  <a:gd name="csX3" fmla="*/ 120939 w 162944"/>
                  <a:gd name="csY3" fmla="*/ 105245 h 252048"/>
                  <a:gd name="csX4" fmla="*/ 106520 w 162944"/>
                  <a:gd name="csY4" fmla="*/ 209094 h 252048"/>
                  <a:gd name="csX5" fmla="*/ 104906 w 162944"/>
                  <a:gd name="csY5" fmla="*/ 243691 h 252048"/>
                  <a:gd name="csX6" fmla="*/ 60122 w 162944"/>
                  <a:gd name="csY6" fmla="*/ 239913 h 252048"/>
                  <a:gd name="csX7" fmla="*/ -1003 w 162944"/>
                  <a:gd name="csY7" fmla="*/ 127706 h 252048"/>
                  <a:gd name="csX8" fmla="*/ 703 w 162944"/>
                  <a:gd name="csY8" fmla="*/ 105862 h 252048"/>
                  <a:gd name="csX9" fmla="*/ 117108 w 162944"/>
                  <a:gd name="csY9" fmla="*/ -375 h 252048"/>
                  <a:gd name="csX10" fmla="*/ 160744 w 162944"/>
                  <a:gd name="csY10" fmla="*/ 10245 h 2520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62944" h="252048">
                    <a:moveTo>
                      <a:pt x="160744" y="10245"/>
                    </a:moveTo>
                    <a:cubicBezTo>
                      <a:pt x="162758" y="13420"/>
                      <a:pt x="162417" y="17527"/>
                      <a:pt x="158304" y="22853"/>
                    </a:cubicBezTo>
                    <a:cubicBezTo>
                      <a:pt x="149605" y="34110"/>
                      <a:pt x="143537" y="42080"/>
                      <a:pt x="138263" y="55686"/>
                    </a:cubicBezTo>
                    <a:cubicBezTo>
                      <a:pt x="131933" y="72006"/>
                      <a:pt x="125386" y="88282"/>
                      <a:pt x="120939" y="105245"/>
                    </a:cubicBezTo>
                    <a:cubicBezTo>
                      <a:pt x="112057" y="139127"/>
                      <a:pt x="107189" y="174071"/>
                      <a:pt x="106520" y="209094"/>
                    </a:cubicBezTo>
                    <a:cubicBezTo>
                      <a:pt x="106304" y="220646"/>
                      <a:pt x="106533" y="232257"/>
                      <a:pt x="104906" y="243691"/>
                    </a:cubicBezTo>
                    <a:cubicBezTo>
                      <a:pt x="102407" y="261272"/>
                      <a:pt x="68768" y="245082"/>
                      <a:pt x="60122" y="239913"/>
                    </a:cubicBezTo>
                    <a:cubicBezTo>
                      <a:pt x="21288" y="216684"/>
                      <a:pt x="-1003" y="172418"/>
                      <a:pt x="-1003" y="127706"/>
                    </a:cubicBezTo>
                    <a:cubicBezTo>
                      <a:pt x="-1003" y="120261"/>
                      <a:pt x="-412" y="112960"/>
                      <a:pt x="703" y="105862"/>
                    </a:cubicBezTo>
                    <a:cubicBezTo>
                      <a:pt x="10261" y="45531"/>
                      <a:pt x="58738" y="-375"/>
                      <a:pt x="117108" y="-375"/>
                    </a:cubicBezTo>
                    <a:cubicBezTo>
                      <a:pt x="126830" y="-375"/>
                      <a:pt x="154643" y="602"/>
                      <a:pt x="160744" y="10245"/>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6" name="Freeform: Shape 325">
                <a:extLst>
                  <a:ext uri="{FF2B5EF4-FFF2-40B4-BE49-F238E27FC236}">
                    <a16:creationId xmlns:a16="http://schemas.microsoft.com/office/drawing/2014/main" id="{9F05364C-69DB-709C-9A82-FF0EA8E19D5F}"/>
                  </a:ext>
                </a:extLst>
              </p:cNvPr>
              <p:cNvSpPr/>
              <p:nvPr/>
            </p:nvSpPr>
            <p:spPr>
              <a:xfrm>
                <a:off x="2053592" y="4849661"/>
                <a:ext cx="241368" cy="98308"/>
              </a:xfrm>
              <a:custGeom>
                <a:avLst/>
                <a:gdLst>
                  <a:gd name="csX0" fmla="*/ 251053 w 252056"/>
                  <a:gd name="csY0" fmla="*/ -375 h 102661"/>
                  <a:gd name="csX1" fmla="*/ 249131 w 252056"/>
                  <a:gd name="csY1" fmla="*/ 4453 h 102661"/>
                  <a:gd name="csX2" fmla="*/ 206132 w 252056"/>
                  <a:gd name="csY2" fmla="*/ 43491 h 102661"/>
                  <a:gd name="csX3" fmla="*/ 193058 w 252056"/>
                  <a:gd name="csY3" fmla="*/ 51697 h 102661"/>
                  <a:gd name="csX4" fmla="*/ 109931 w 252056"/>
                  <a:gd name="csY4" fmla="*/ 81328 h 102661"/>
                  <a:gd name="csX5" fmla="*/ 104919 w 252056"/>
                  <a:gd name="csY5" fmla="*/ 82168 h 102661"/>
                  <a:gd name="csX6" fmla="*/ 52126 w 252056"/>
                  <a:gd name="csY6" fmla="*/ 102287 h 102661"/>
                  <a:gd name="csX7" fmla="*/ -1003 w 252056"/>
                  <a:gd name="csY7" fmla="*/ 79616 h 102661"/>
                  <a:gd name="csX8" fmla="*/ 52126 w 252056"/>
                  <a:gd name="csY8" fmla="*/ 56945 h 102661"/>
                  <a:gd name="csX9" fmla="*/ 99311 w 252056"/>
                  <a:gd name="csY9" fmla="*/ 69192 h 102661"/>
                  <a:gd name="csX10" fmla="*/ 207909 w 252056"/>
                  <a:gd name="csY10" fmla="*/ 25143 h 102661"/>
                  <a:gd name="csX11" fmla="*/ 207909 w 252056"/>
                  <a:gd name="csY11" fmla="*/ 25136 h 102661"/>
                  <a:gd name="csX12" fmla="*/ 235349 w 252056"/>
                  <a:gd name="csY12" fmla="*/ -375 h 102661"/>
                  <a:gd name="csX13" fmla="*/ 251053 w 252056"/>
                  <a:gd name="csY13" fmla="*/ -375 h 102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52056" h="102661">
                    <a:moveTo>
                      <a:pt x="251053" y="-375"/>
                    </a:moveTo>
                    <a:cubicBezTo>
                      <a:pt x="251001" y="1324"/>
                      <a:pt x="250299" y="3043"/>
                      <a:pt x="249131" y="4453"/>
                    </a:cubicBezTo>
                    <a:cubicBezTo>
                      <a:pt x="236773" y="19488"/>
                      <a:pt x="222216" y="32549"/>
                      <a:pt x="206132" y="43491"/>
                    </a:cubicBezTo>
                    <a:cubicBezTo>
                      <a:pt x="201874" y="46390"/>
                      <a:pt x="197512" y="49126"/>
                      <a:pt x="193058" y="51697"/>
                    </a:cubicBezTo>
                    <a:cubicBezTo>
                      <a:pt x="167494" y="66509"/>
                      <a:pt x="138939" y="76146"/>
                      <a:pt x="109931" y="81328"/>
                    </a:cubicBezTo>
                    <a:cubicBezTo>
                      <a:pt x="108258" y="81630"/>
                      <a:pt x="106586" y="81899"/>
                      <a:pt x="104919" y="82168"/>
                    </a:cubicBezTo>
                    <a:cubicBezTo>
                      <a:pt x="101935" y="93490"/>
                      <a:pt x="79447" y="102287"/>
                      <a:pt x="52126" y="102287"/>
                    </a:cubicBezTo>
                    <a:cubicBezTo>
                      <a:pt x="22790" y="102287"/>
                      <a:pt x="-1003" y="92132"/>
                      <a:pt x="-1003" y="79616"/>
                    </a:cubicBezTo>
                    <a:cubicBezTo>
                      <a:pt x="-1003" y="67093"/>
                      <a:pt x="22790" y="56945"/>
                      <a:pt x="52126" y="56945"/>
                    </a:cubicBezTo>
                    <a:cubicBezTo>
                      <a:pt x="72665" y="56945"/>
                      <a:pt x="90468" y="61924"/>
                      <a:pt x="99311" y="69192"/>
                    </a:cubicBezTo>
                    <a:cubicBezTo>
                      <a:pt x="138624" y="63118"/>
                      <a:pt x="176566" y="49054"/>
                      <a:pt x="207909" y="25143"/>
                    </a:cubicBezTo>
                    <a:lnTo>
                      <a:pt x="207909" y="25136"/>
                    </a:lnTo>
                    <a:cubicBezTo>
                      <a:pt x="217762" y="17625"/>
                      <a:pt x="226966" y="9143"/>
                      <a:pt x="235349" y="-375"/>
                    </a:cubicBezTo>
                    <a:lnTo>
                      <a:pt x="251053" y="-375"/>
                    </a:lnTo>
                    <a:close/>
                  </a:path>
                </a:pathLst>
              </a:custGeom>
              <a:solidFill>
                <a:srgbClr val="1F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7" name="Freeform: Shape 326">
                <a:extLst>
                  <a:ext uri="{FF2B5EF4-FFF2-40B4-BE49-F238E27FC236}">
                    <a16:creationId xmlns:a16="http://schemas.microsoft.com/office/drawing/2014/main" id="{3EFBDB08-7297-0CD6-2A8A-CB69824095B2}"/>
                  </a:ext>
                </a:extLst>
              </p:cNvPr>
              <p:cNvSpPr/>
              <p:nvPr/>
            </p:nvSpPr>
            <p:spPr>
              <a:xfrm>
                <a:off x="2218250" y="5053527"/>
                <a:ext cx="156035" cy="241360"/>
              </a:xfrm>
              <a:custGeom>
                <a:avLst/>
                <a:gdLst>
                  <a:gd name="csX0" fmla="*/ 195 w 162944"/>
                  <a:gd name="csY0" fmla="*/ 10245 h 252048"/>
                  <a:gd name="csX1" fmla="*/ 2636 w 162944"/>
                  <a:gd name="csY1" fmla="*/ 22853 h 252048"/>
                  <a:gd name="csX2" fmla="*/ 22676 w 162944"/>
                  <a:gd name="csY2" fmla="*/ 55686 h 252048"/>
                  <a:gd name="csX3" fmla="*/ 40001 w 162944"/>
                  <a:gd name="csY3" fmla="*/ 105245 h 252048"/>
                  <a:gd name="csX4" fmla="*/ 54419 w 162944"/>
                  <a:gd name="csY4" fmla="*/ 209094 h 252048"/>
                  <a:gd name="csX5" fmla="*/ 56033 w 162944"/>
                  <a:gd name="csY5" fmla="*/ 243691 h 252048"/>
                  <a:gd name="csX6" fmla="*/ 100817 w 162944"/>
                  <a:gd name="csY6" fmla="*/ 239913 h 252048"/>
                  <a:gd name="csX7" fmla="*/ 161942 w 162944"/>
                  <a:gd name="csY7" fmla="*/ 127706 h 252048"/>
                  <a:gd name="csX8" fmla="*/ 160236 w 162944"/>
                  <a:gd name="csY8" fmla="*/ 105862 h 252048"/>
                  <a:gd name="csX9" fmla="*/ 43832 w 162944"/>
                  <a:gd name="csY9" fmla="*/ -375 h 252048"/>
                  <a:gd name="csX10" fmla="*/ 195 w 162944"/>
                  <a:gd name="csY10" fmla="*/ 10245 h 2520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62944" h="252048">
                    <a:moveTo>
                      <a:pt x="195" y="10245"/>
                    </a:moveTo>
                    <a:cubicBezTo>
                      <a:pt x="-1818" y="13420"/>
                      <a:pt x="-1477" y="17527"/>
                      <a:pt x="2636" y="22853"/>
                    </a:cubicBezTo>
                    <a:cubicBezTo>
                      <a:pt x="11334" y="34110"/>
                      <a:pt x="17402" y="42080"/>
                      <a:pt x="22676" y="55686"/>
                    </a:cubicBezTo>
                    <a:cubicBezTo>
                      <a:pt x="29006" y="72006"/>
                      <a:pt x="35560" y="88282"/>
                      <a:pt x="40001" y="105245"/>
                    </a:cubicBezTo>
                    <a:cubicBezTo>
                      <a:pt x="48883" y="139127"/>
                      <a:pt x="53750" y="174071"/>
                      <a:pt x="54419" y="209094"/>
                    </a:cubicBezTo>
                    <a:cubicBezTo>
                      <a:pt x="54636" y="220646"/>
                      <a:pt x="54406" y="232257"/>
                      <a:pt x="56033" y="243691"/>
                    </a:cubicBezTo>
                    <a:cubicBezTo>
                      <a:pt x="58532" y="261272"/>
                      <a:pt x="92171" y="245082"/>
                      <a:pt x="100817" y="239913"/>
                    </a:cubicBezTo>
                    <a:cubicBezTo>
                      <a:pt x="139651" y="216684"/>
                      <a:pt x="161942" y="172418"/>
                      <a:pt x="161942" y="127706"/>
                    </a:cubicBezTo>
                    <a:cubicBezTo>
                      <a:pt x="161942" y="120261"/>
                      <a:pt x="161351" y="112960"/>
                      <a:pt x="160236" y="105862"/>
                    </a:cubicBezTo>
                    <a:cubicBezTo>
                      <a:pt x="150679" y="45531"/>
                      <a:pt x="102201" y="-375"/>
                      <a:pt x="43832" y="-375"/>
                    </a:cubicBezTo>
                    <a:cubicBezTo>
                      <a:pt x="34110" y="-375"/>
                      <a:pt x="6296" y="602"/>
                      <a:pt x="195" y="10245"/>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8" name="Freeform: Shape 327">
                <a:extLst>
                  <a:ext uri="{FF2B5EF4-FFF2-40B4-BE49-F238E27FC236}">
                    <a16:creationId xmlns:a16="http://schemas.microsoft.com/office/drawing/2014/main" id="{03C9A282-EC99-3EBF-13FF-2ECCCB68C2CB}"/>
                  </a:ext>
                </a:extLst>
              </p:cNvPr>
              <p:cNvSpPr/>
              <p:nvPr/>
            </p:nvSpPr>
            <p:spPr>
              <a:xfrm>
                <a:off x="1465588" y="5363416"/>
                <a:ext cx="192967" cy="187377"/>
              </a:xfrm>
              <a:custGeom>
                <a:avLst/>
                <a:gdLst>
                  <a:gd name="csX0" fmla="*/ 200510 w 201512"/>
                  <a:gd name="csY0" fmla="*/ 100378 h 195674"/>
                  <a:gd name="csX1" fmla="*/ 200431 w 201512"/>
                  <a:gd name="csY1" fmla="*/ 104478 h 195674"/>
                  <a:gd name="csX2" fmla="*/ 200359 w 201512"/>
                  <a:gd name="csY2" fmla="*/ 105895 h 195674"/>
                  <a:gd name="csX3" fmla="*/ 200247 w 201512"/>
                  <a:gd name="csY3" fmla="*/ 107718 h 195674"/>
                  <a:gd name="csX4" fmla="*/ 200136 w 201512"/>
                  <a:gd name="csY4" fmla="*/ 109188 h 195674"/>
                  <a:gd name="csX5" fmla="*/ 200031 w 201512"/>
                  <a:gd name="csY5" fmla="*/ 110309 h 195674"/>
                  <a:gd name="csX6" fmla="*/ 199887 w 201512"/>
                  <a:gd name="csY6" fmla="*/ 111680 h 195674"/>
                  <a:gd name="csX7" fmla="*/ 199742 w 201512"/>
                  <a:gd name="csY7" fmla="*/ 112887 h 195674"/>
                  <a:gd name="csX8" fmla="*/ 199677 w 201512"/>
                  <a:gd name="csY8" fmla="*/ 113419 h 195674"/>
                  <a:gd name="csX9" fmla="*/ 199545 w 201512"/>
                  <a:gd name="csY9" fmla="*/ 114370 h 195674"/>
                  <a:gd name="csX10" fmla="*/ 199368 w 201512"/>
                  <a:gd name="csY10" fmla="*/ 115603 h 195674"/>
                  <a:gd name="csX11" fmla="*/ 199112 w 201512"/>
                  <a:gd name="csY11" fmla="*/ 117210 h 195674"/>
                  <a:gd name="csX12" fmla="*/ 198889 w 201512"/>
                  <a:gd name="csY12" fmla="*/ 118463 h 195674"/>
                  <a:gd name="csX13" fmla="*/ 198640 w 201512"/>
                  <a:gd name="csY13" fmla="*/ 119788 h 195674"/>
                  <a:gd name="csX14" fmla="*/ 197801 w 201512"/>
                  <a:gd name="csY14" fmla="*/ 123685 h 195674"/>
                  <a:gd name="csX15" fmla="*/ 197387 w 201512"/>
                  <a:gd name="csY15" fmla="*/ 125377 h 195674"/>
                  <a:gd name="csX16" fmla="*/ 196318 w 201512"/>
                  <a:gd name="csY16" fmla="*/ 129228 h 195674"/>
                  <a:gd name="csX17" fmla="*/ 195931 w 201512"/>
                  <a:gd name="csY17" fmla="*/ 130501 h 195674"/>
                  <a:gd name="csX18" fmla="*/ 195518 w 201512"/>
                  <a:gd name="csY18" fmla="*/ 131786 h 195674"/>
                  <a:gd name="csX19" fmla="*/ 195209 w 201512"/>
                  <a:gd name="csY19" fmla="*/ 132718 h 195674"/>
                  <a:gd name="csX20" fmla="*/ 194822 w 201512"/>
                  <a:gd name="csY20" fmla="*/ 133827 h 195674"/>
                  <a:gd name="csX21" fmla="*/ 194265 w 201512"/>
                  <a:gd name="csY21" fmla="*/ 135375 h 195674"/>
                  <a:gd name="csX22" fmla="*/ 193510 w 201512"/>
                  <a:gd name="csY22" fmla="*/ 137336 h 195674"/>
                  <a:gd name="csX23" fmla="*/ 192953 w 201512"/>
                  <a:gd name="csY23" fmla="*/ 138727 h 195674"/>
                  <a:gd name="csX24" fmla="*/ 192474 w 201512"/>
                  <a:gd name="csY24" fmla="*/ 139875 h 195674"/>
                  <a:gd name="csX25" fmla="*/ 192074 w 201512"/>
                  <a:gd name="csY25" fmla="*/ 140806 h 195674"/>
                  <a:gd name="csX26" fmla="*/ 190722 w 201512"/>
                  <a:gd name="csY26" fmla="*/ 143752 h 195674"/>
                  <a:gd name="csX27" fmla="*/ 190021 w 201512"/>
                  <a:gd name="csY27" fmla="*/ 145201 h 195674"/>
                  <a:gd name="csX28" fmla="*/ 187757 w 201512"/>
                  <a:gd name="csY28" fmla="*/ 149485 h 195674"/>
                  <a:gd name="csX29" fmla="*/ 186957 w 201512"/>
                  <a:gd name="csY29" fmla="*/ 150882 h 195674"/>
                  <a:gd name="csX30" fmla="*/ 186137 w 201512"/>
                  <a:gd name="csY30" fmla="*/ 152266 h 195674"/>
                  <a:gd name="csX31" fmla="*/ 185370 w 201512"/>
                  <a:gd name="csY31" fmla="*/ 153532 h 195674"/>
                  <a:gd name="csX32" fmla="*/ 185265 w 201512"/>
                  <a:gd name="csY32" fmla="*/ 153703 h 195674"/>
                  <a:gd name="csX33" fmla="*/ 184438 w 201512"/>
                  <a:gd name="csY33" fmla="*/ 154995 h 195674"/>
                  <a:gd name="csX34" fmla="*/ 183638 w 201512"/>
                  <a:gd name="csY34" fmla="*/ 156209 h 195674"/>
                  <a:gd name="csX35" fmla="*/ 182969 w 201512"/>
                  <a:gd name="csY35" fmla="*/ 157213 h 195674"/>
                  <a:gd name="csX36" fmla="*/ 182339 w 201512"/>
                  <a:gd name="csY36" fmla="*/ 158118 h 195674"/>
                  <a:gd name="csX37" fmla="*/ 181703 w 201512"/>
                  <a:gd name="csY37" fmla="*/ 159010 h 195674"/>
                  <a:gd name="csX38" fmla="*/ 180791 w 201512"/>
                  <a:gd name="csY38" fmla="*/ 160269 h 195674"/>
                  <a:gd name="csX39" fmla="*/ 179826 w 201512"/>
                  <a:gd name="csY39" fmla="*/ 161548 h 195674"/>
                  <a:gd name="csX40" fmla="*/ 178770 w 201512"/>
                  <a:gd name="csY40" fmla="*/ 162900 h 195674"/>
                  <a:gd name="csX41" fmla="*/ 176809 w 201512"/>
                  <a:gd name="csY41" fmla="*/ 165294 h 195674"/>
                  <a:gd name="csX42" fmla="*/ 172538 w 201512"/>
                  <a:gd name="csY42" fmla="*/ 170050 h 195674"/>
                  <a:gd name="csX43" fmla="*/ 171417 w 201512"/>
                  <a:gd name="csY43" fmla="*/ 171205 h 195674"/>
                  <a:gd name="csX44" fmla="*/ 169134 w 201512"/>
                  <a:gd name="csY44" fmla="*/ 173435 h 195674"/>
                  <a:gd name="csX45" fmla="*/ 167966 w 201512"/>
                  <a:gd name="csY45" fmla="*/ 174530 h 195674"/>
                  <a:gd name="csX46" fmla="*/ 166786 w 201512"/>
                  <a:gd name="csY46" fmla="*/ 175600 h 195674"/>
                  <a:gd name="csX47" fmla="*/ 164358 w 201512"/>
                  <a:gd name="csY47" fmla="*/ 177692 h 195674"/>
                  <a:gd name="csX48" fmla="*/ 163125 w 201512"/>
                  <a:gd name="csY48" fmla="*/ 178709 h 195674"/>
                  <a:gd name="csX49" fmla="*/ 159406 w 201512"/>
                  <a:gd name="csY49" fmla="*/ 181589 h 195674"/>
                  <a:gd name="csX50" fmla="*/ 156703 w 201512"/>
                  <a:gd name="csY50" fmla="*/ 183504 h 195674"/>
                  <a:gd name="csX51" fmla="*/ 154033 w 201512"/>
                  <a:gd name="csY51" fmla="*/ 185282 h 195674"/>
                  <a:gd name="csX52" fmla="*/ 151298 w 201512"/>
                  <a:gd name="csY52" fmla="*/ 186968 h 195674"/>
                  <a:gd name="csX53" fmla="*/ 151291 w 201512"/>
                  <a:gd name="csY53" fmla="*/ 186968 h 195674"/>
                  <a:gd name="csX54" fmla="*/ 150012 w 201512"/>
                  <a:gd name="csY54" fmla="*/ 187729 h 195674"/>
                  <a:gd name="csX55" fmla="*/ 148300 w 201512"/>
                  <a:gd name="csY55" fmla="*/ 188693 h 195674"/>
                  <a:gd name="csX56" fmla="*/ 147276 w 201512"/>
                  <a:gd name="csY56" fmla="*/ 189251 h 195674"/>
                  <a:gd name="csX57" fmla="*/ 145512 w 201512"/>
                  <a:gd name="csY57" fmla="*/ 190169 h 195674"/>
                  <a:gd name="csX58" fmla="*/ 144698 w 201512"/>
                  <a:gd name="csY58" fmla="*/ 190582 h 195674"/>
                  <a:gd name="csX59" fmla="*/ 141694 w 201512"/>
                  <a:gd name="csY59" fmla="*/ 192013 h 195674"/>
                  <a:gd name="csX60" fmla="*/ 133632 w 201512"/>
                  <a:gd name="csY60" fmla="*/ 195299 h 195674"/>
                  <a:gd name="csX61" fmla="*/ 65901 w 201512"/>
                  <a:gd name="csY61" fmla="*/ 195299 h 195674"/>
                  <a:gd name="csX62" fmla="*/ -1003 w 201512"/>
                  <a:gd name="csY62" fmla="*/ 100378 h 195674"/>
                  <a:gd name="csX63" fmla="*/ 68099 w 201512"/>
                  <a:gd name="csY63" fmla="*/ 4702 h 195674"/>
                  <a:gd name="csX64" fmla="*/ 99757 w 201512"/>
                  <a:gd name="csY64" fmla="*/ -375 h 195674"/>
                  <a:gd name="csX65" fmla="*/ 104985 w 201512"/>
                  <a:gd name="csY65" fmla="*/ -237 h 195674"/>
                  <a:gd name="csX66" fmla="*/ 105897 w 201512"/>
                  <a:gd name="csY66" fmla="*/ -185 h 195674"/>
                  <a:gd name="csX67" fmla="*/ 106992 w 201512"/>
                  <a:gd name="csY67" fmla="*/ -119 h 195674"/>
                  <a:gd name="csX68" fmla="*/ 109203 w 201512"/>
                  <a:gd name="csY68" fmla="*/ 64 h 195674"/>
                  <a:gd name="csX69" fmla="*/ 110463 w 201512"/>
                  <a:gd name="csY69" fmla="*/ 189 h 195674"/>
                  <a:gd name="csX70" fmla="*/ 113690 w 201512"/>
                  <a:gd name="csY70" fmla="*/ 583 h 195674"/>
                  <a:gd name="csX71" fmla="*/ 114884 w 201512"/>
                  <a:gd name="csY71" fmla="*/ 753 h 195674"/>
                  <a:gd name="csX72" fmla="*/ 116091 w 201512"/>
                  <a:gd name="csY72" fmla="*/ 943 h 195674"/>
                  <a:gd name="csX73" fmla="*/ 117403 w 201512"/>
                  <a:gd name="csY73" fmla="*/ 1173 h 195674"/>
                  <a:gd name="csX74" fmla="*/ 119568 w 201512"/>
                  <a:gd name="csY74" fmla="*/ 1580 h 195674"/>
                  <a:gd name="csX75" fmla="*/ 121037 w 201512"/>
                  <a:gd name="csY75" fmla="*/ 1875 h 195674"/>
                  <a:gd name="csX76" fmla="*/ 122723 w 201512"/>
                  <a:gd name="csY76" fmla="*/ 2255 h 195674"/>
                  <a:gd name="csX77" fmla="*/ 123773 w 201512"/>
                  <a:gd name="csY77" fmla="*/ 2505 h 195674"/>
                  <a:gd name="csX78" fmla="*/ 125012 w 201512"/>
                  <a:gd name="csY78" fmla="*/ 2820 h 195674"/>
                  <a:gd name="csX79" fmla="*/ 126947 w 201512"/>
                  <a:gd name="csY79" fmla="*/ 3338 h 195674"/>
                  <a:gd name="csX80" fmla="*/ 128305 w 201512"/>
                  <a:gd name="csY80" fmla="*/ 3731 h 195674"/>
                  <a:gd name="csX81" fmla="*/ 129631 w 201512"/>
                  <a:gd name="csY81" fmla="*/ 4132 h 195674"/>
                  <a:gd name="csX82" fmla="*/ 131126 w 201512"/>
                  <a:gd name="csY82" fmla="*/ 4604 h 195674"/>
                  <a:gd name="csX83" fmla="*/ 132714 w 201512"/>
                  <a:gd name="csY83" fmla="*/ 5142 h 195674"/>
                  <a:gd name="csX84" fmla="*/ 132779 w 201512"/>
                  <a:gd name="csY84" fmla="*/ 5161 h 195674"/>
                  <a:gd name="csX85" fmla="*/ 134091 w 201512"/>
                  <a:gd name="csY85" fmla="*/ 5627 h 195674"/>
                  <a:gd name="csX86" fmla="*/ 140795 w 201512"/>
                  <a:gd name="csY86" fmla="*/ 8336 h 195674"/>
                  <a:gd name="csX87" fmla="*/ 143446 w 201512"/>
                  <a:gd name="csY87" fmla="*/ 9563 h 195674"/>
                  <a:gd name="csX88" fmla="*/ 146916 w 201512"/>
                  <a:gd name="csY88" fmla="*/ 11315 h 195674"/>
                  <a:gd name="csX89" fmla="*/ 149579 w 201512"/>
                  <a:gd name="csY89" fmla="*/ 12784 h 195674"/>
                  <a:gd name="csX90" fmla="*/ 150924 w 201512"/>
                  <a:gd name="csY90" fmla="*/ 13565 h 195674"/>
                  <a:gd name="csX91" fmla="*/ 152419 w 201512"/>
                  <a:gd name="csY91" fmla="*/ 14463 h 195674"/>
                  <a:gd name="csX92" fmla="*/ 153705 w 201512"/>
                  <a:gd name="csY92" fmla="*/ 15264 h 195674"/>
                  <a:gd name="csX93" fmla="*/ 155227 w 201512"/>
                  <a:gd name="csY93" fmla="*/ 16261 h 195674"/>
                  <a:gd name="csX94" fmla="*/ 156428 w 201512"/>
                  <a:gd name="csY94" fmla="*/ 17054 h 195674"/>
                  <a:gd name="csX95" fmla="*/ 157326 w 201512"/>
                  <a:gd name="csY95" fmla="*/ 17684 h 195674"/>
                  <a:gd name="csX96" fmla="*/ 158264 w 201512"/>
                  <a:gd name="csY96" fmla="*/ 18340 h 195674"/>
                  <a:gd name="csX97" fmla="*/ 159163 w 201512"/>
                  <a:gd name="csY97" fmla="*/ 18996 h 195674"/>
                  <a:gd name="csX98" fmla="*/ 160475 w 201512"/>
                  <a:gd name="csY98" fmla="*/ 19967 h 195674"/>
                  <a:gd name="csX99" fmla="*/ 161577 w 201512"/>
                  <a:gd name="csY99" fmla="*/ 20807 h 195674"/>
                  <a:gd name="csX100" fmla="*/ 163033 w 201512"/>
                  <a:gd name="csY100" fmla="*/ 21968 h 195674"/>
                  <a:gd name="csX101" fmla="*/ 164293 w 201512"/>
                  <a:gd name="csY101" fmla="*/ 22998 h 195674"/>
                  <a:gd name="csX102" fmla="*/ 165487 w 201512"/>
                  <a:gd name="csY102" fmla="*/ 24014 h 195674"/>
                  <a:gd name="csX103" fmla="*/ 169141 w 201512"/>
                  <a:gd name="csY103" fmla="*/ 27327 h 195674"/>
                  <a:gd name="csX104" fmla="*/ 171463 w 201512"/>
                  <a:gd name="csY104" fmla="*/ 29597 h 195674"/>
                  <a:gd name="csX105" fmla="*/ 176940 w 201512"/>
                  <a:gd name="csY105" fmla="*/ 35612 h 195674"/>
                  <a:gd name="csX106" fmla="*/ 177970 w 201512"/>
                  <a:gd name="csY106" fmla="*/ 36859 h 195674"/>
                  <a:gd name="csX107" fmla="*/ 180961 w 201512"/>
                  <a:gd name="csY107" fmla="*/ 40729 h 195674"/>
                  <a:gd name="csX108" fmla="*/ 181873 w 201512"/>
                  <a:gd name="csY108" fmla="*/ 41982 h 195674"/>
                  <a:gd name="csX109" fmla="*/ 181945 w 201512"/>
                  <a:gd name="csY109" fmla="*/ 42074 h 195674"/>
                  <a:gd name="csX110" fmla="*/ 182713 w 201512"/>
                  <a:gd name="csY110" fmla="*/ 43182 h 195674"/>
                  <a:gd name="csX111" fmla="*/ 185160 w 201512"/>
                  <a:gd name="csY111" fmla="*/ 46902 h 195674"/>
                  <a:gd name="csX112" fmla="*/ 185737 w 201512"/>
                  <a:gd name="csY112" fmla="*/ 47840 h 195674"/>
                  <a:gd name="csX113" fmla="*/ 186373 w 201512"/>
                  <a:gd name="csY113" fmla="*/ 48883 h 195674"/>
                  <a:gd name="csX114" fmla="*/ 187167 w 201512"/>
                  <a:gd name="csY114" fmla="*/ 50241 h 195674"/>
                  <a:gd name="csX115" fmla="*/ 187200 w 201512"/>
                  <a:gd name="csY115" fmla="*/ 50293 h 195674"/>
                  <a:gd name="csX116" fmla="*/ 187593 w 201512"/>
                  <a:gd name="csY116" fmla="*/ 50976 h 195674"/>
                  <a:gd name="csX117" fmla="*/ 189247 w 201512"/>
                  <a:gd name="csY117" fmla="*/ 54039 h 195674"/>
                  <a:gd name="csX118" fmla="*/ 190171 w 201512"/>
                  <a:gd name="csY118" fmla="*/ 55850 h 195674"/>
                  <a:gd name="csX119" fmla="*/ 191005 w 201512"/>
                  <a:gd name="csY119" fmla="*/ 57594 h 195674"/>
                  <a:gd name="csX120" fmla="*/ 191405 w 201512"/>
                  <a:gd name="csY120" fmla="*/ 58460 h 195674"/>
                  <a:gd name="csX121" fmla="*/ 191936 w 201512"/>
                  <a:gd name="csY121" fmla="*/ 59648 h 195674"/>
                  <a:gd name="csX122" fmla="*/ 192520 w 201512"/>
                  <a:gd name="csY122" fmla="*/ 60979 h 195674"/>
                  <a:gd name="csX123" fmla="*/ 193195 w 201512"/>
                  <a:gd name="csY123" fmla="*/ 62613 h 195674"/>
                  <a:gd name="csX124" fmla="*/ 193956 w 201512"/>
                  <a:gd name="csY124" fmla="*/ 64561 h 195674"/>
                  <a:gd name="csX125" fmla="*/ 194560 w 201512"/>
                  <a:gd name="csY125" fmla="*/ 66194 h 195674"/>
                  <a:gd name="csX126" fmla="*/ 195262 w 201512"/>
                  <a:gd name="csY126" fmla="*/ 68208 h 195674"/>
                  <a:gd name="csX127" fmla="*/ 200510 w 201512"/>
                  <a:gd name="csY127" fmla="*/ 100378 h 1956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Lst>
                <a:rect l="l" t="t" r="r" b="b"/>
                <a:pathLst>
                  <a:path w="201512" h="195674">
                    <a:moveTo>
                      <a:pt x="200510" y="100378"/>
                    </a:moveTo>
                    <a:cubicBezTo>
                      <a:pt x="200510" y="101749"/>
                      <a:pt x="200484" y="103126"/>
                      <a:pt x="200431" y="104478"/>
                    </a:cubicBezTo>
                    <a:cubicBezTo>
                      <a:pt x="200411" y="104957"/>
                      <a:pt x="200392" y="105429"/>
                      <a:pt x="200359" y="105895"/>
                    </a:cubicBezTo>
                    <a:cubicBezTo>
                      <a:pt x="200333" y="106505"/>
                      <a:pt x="200293" y="107115"/>
                      <a:pt x="200247" y="107718"/>
                    </a:cubicBezTo>
                    <a:cubicBezTo>
                      <a:pt x="200208" y="108210"/>
                      <a:pt x="200175" y="108696"/>
                      <a:pt x="200136" y="109188"/>
                    </a:cubicBezTo>
                    <a:cubicBezTo>
                      <a:pt x="200096" y="109562"/>
                      <a:pt x="200064" y="109942"/>
                      <a:pt x="200031" y="110309"/>
                    </a:cubicBezTo>
                    <a:cubicBezTo>
                      <a:pt x="199985" y="110769"/>
                      <a:pt x="199939" y="111221"/>
                      <a:pt x="199887" y="111680"/>
                    </a:cubicBezTo>
                    <a:cubicBezTo>
                      <a:pt x="199841" y="112087"/>
                      <a:pt x="199795" y="112487"/>
                      <a:pt x="199742" y="112887"/>
                    </a:cubicBezTo>
                    <a:cubicBezTo>
                      <a:pt x="199723" y="113065"/>
                      <a:pt x="199696" y="113242"/>
                      <a:pt x="199677" y="113419"/>
                    </a:cubicBezTo>
                    <a:cubicBezTo>
                      <a:pt x="199637" y="113734"/>
                      <a:pt x="199591" y="114055"/>
                      <a:pt x="199545" y="114370"/>
                    </a:cubicBezTo>
                    <a:cubicBezTo>
                      <a:pt x="199486" y="114783"/>
                      <a:pt x="199434" y="115197"/>
                      <a:pt x="199368" y="115603"/>
                    </a:cubicBezTo>
                    <a:cubicBezTo>
                      <a:pt x="199283" y="116148"/>
                      <a:pt x="199198" y="116686"/>
                      <a:pt x="199112" y="117210"/>
                    </a:cubicBezTo>
                    <a:cubicBezTo>
                      <a:pt x="199040" y="117630"/>
                      <a:pt x="198968" y="118044"/>
                      <a:pt x="198889" y="118463"/>
                    </a:cubicBezTo>
                    <a:cubicBezTo>
                      <a:pt x="198817" y="118903"/>
                      <a:pt x="198732" y="119349"/>
                      <a:pt x="198640" y="119788"/>
                    </a:cubicBezTo>
                    <a:cubicBezTo>
                      <a:pt x="198384" y="121094"/>
                      <a:pt x="198109" y="122399"/>
                      <a:pt x="197801" y="123685"/>
                    </a:cubicBezTo>
                    <a:cubicBezTo>
                      <a:pt x="197669" y="124256"/>
                      <a:pt x="197525" y="124820"/>
                      <a:pt x="197387" y="125377"/>
                    </a:cubicBezTo>
                    <a:cubicBezTo>
                      <a:pt x="197053" y="126670"/>
                      <a:pt x="196699" y="127949"/>
                      <a:pt x="196318" y="129228"/>
                    </a:cubicBezTo>
                    <a:cubicBezTo>
                      <a:pt x="196193" y="129655"/>
                      <a:pt x="196069" y="130074"/>
                      <a:pt x="195931" y="130501"/>
                    </a:cubicBezTo>
                    <a:cubicBezTo>
                      <a:pt x="195793" y="130927"/>
                      <a:pt x="195662" y="131360"/>
                      <a:pt x="195518" y="131786"/>
                    </a:cubicBezTo>
                    <a:cubicBezTo>
                      <a:pt x="195419" y="132095"/>
                      <a:pt x="195314" y="132410"/>
                      <a:pt x="195209" y="132718"/>
                    </a:cubicBezTo>
                    <a:cubicBezTo>
                      <a:pt x="195085" y="133092"/>
                      <a:pt x="194960" y="133459"/>
                      <a:pt x="194822" y="133827"/>
                    </a:cubicBezTo>
                    <a:cubicBezTo>
                      <a:pt x="194645" y="134345"/>
                      <a:pt x="194462" y="134863"/>
                      <a:pt x="194265" y="135375"/>
                    </a:cubicBezTo>
                    <a:cubicBezTo>
                      <a:pt x="194029" y="136037"/>
                      <a:pt x="193779" y="136693"/>
                      <a:pt x="193510" y="137336"/>
                    </a:cubicBezTo>
                    <a:cubicBezTo>
                      <a:pt x="193333" y="137808"/>
                      <a:pt x="193150" y="138268"/>
                      <a:pt x="192953" y="138727"/>
                    </a:cubicBezTo>
                    <a:cubicBezTo>
                      <a:pt x="192795" y="139107"/>
                      <a:pt x="192638" y="139494"/>
                      <a:pt x="192474" y="139875"/>
                    </a:cubicBezTo>
                    <a:cubicBezTo>
                      <a:pt x="192343" y="140183"/>
                      <a:pt x="192212" y="140491"/>
                      <a:pt x="192074" y="140806"/>
                    </a:cubicBezTo>
                    <a:cubicBezTo>
                      <a:pt x="191634" y="141797"/>
                      <a:pt x="191188" y="142774"/>
                      <a:pt x="190722" y="143752"/>
                    </a:cubicBezTo>
                    <a:cubicBezTo>
                      <a:pt x="190493" y="144237"/>
                      <a:pt x="190257" y="144723"/>
                      <a:pt x="190021" y="145201"/>
                    </a:cubicBezTo>
                    <a:cubicBezTo>
                      <a:pt x="189292" y="146658"/>
                      <a:pt x="188538" y="148081"/>
                      <a:pt x="187757" y="149485"/>
                    </a:cubicBezTo>
                    <a:cubicBezTo>
                      <a:pt x="187495" y="149957"/>
                      <a:pt x="187233" y="150416"/>
                      <a:pt x="186957" y="150882"/>
                    </a:cubicBezTo>
                    <a:cubicBezTo>
                      <a:pt x="186688" y="151348"/>
                      <a:pt x="186419" y="151807"/>
                      <a:pt x="186137" y="152266"/>
                    </a:cubicBezTo>
                    <a:cubicBezTo>
                      <a:pt x="185881" y="152693"/>
                      <a:pt x="185625" y="153113"/>
                      <a:pt x="185370" y="153532"/>
                    </a:cubicBezTo>
                    <a:cubicBezTo>
                      <a:pt x="185330" y="153598"/>
                      <a:pt x="185297" y="153651"/>
                      <a:pt x="185265" y="153703"/>
                    </a:cubicBezTo>
                    <a:cubicBezTo>
                      <a:pt x="184996" y="154129"/>
                      <a:pt x="184714" y="154569"/>
                      <a:pt x="184438" y="154995"/>
                    </a:cubicBezTo>
                    <a:cubicBezTo>
                      <a:pt x="184182" y="155402"/>
                      <a:pt x="183907" y="155802"/>
                      <a:pt x="183638" y="156209"/>
                    </a:cubicBezTo>
                    <a:cubicBezTo>
                      <a:pt x="183421" y="156550"/>
                      <a:pt x="183192" y="156878"/>
                      <a:pt x="182969" y="157213"/>
                    </a:cubicBezTo>
                    <a:cubicBezTo>
                      <a:pt x="182765" y="157514"/>
                      <a:pt x="182555" y="157816"/>
                      <a:pt x="182339" y="158118"/>
                    </a:cubicBezTo>
                    <a:cubicBezTo>
                      <a:pt x="182129" y="158413"/>
                      <a:pt x="181913" y="158715"/>
                      <a:pt x="181703" y="159010"/>
                    </a:cubicBezTo>
                    <a:cubicBezTo>
                      <a:pt x="181401" y="159436"/>
                      <a:pt x="181099" y="159856"/>
                      <a:pt x="180791" y="160269"/>
                    </a:cubicBezTo>
                    <a:cubicBezTo>
                      <a:pt x="180463" y="160696"/>
                      <a:pt x="180148" y="161129"/>
                      <a:pt x="179826" y="161548"/>
                    </a:cubicBezTo>
                    <a:cubicBezTo>
                      <a:pt x="179479" y="162001"/>
                      <a:pt x="179125" y="162454"/>
                      <a:pt x="178770" y="162900"/>
                    </a:cubicBezTo>
                    <a:cubicBezTo>
                      <a:pt x="178128" y="163707"/>
                      <a:pt x="177485" y="164500"/>
                      <a:pt x="176809" y="165294"/>
                    </a:cubicBezTo>
                    <a:cubicBezTo>
                      <a:pt x="175438" y="166921"/>
                      <a:pt x="174008" y="168509"/>
                      <a:pt x="172538" y="170050"/>
                    </a:cubicBezTo>
                    <a:cubicBezTo>
                      <a:pt x="172165" y="170437"/>
                      <a:pt x="171797" y="170824"/>
                      <a:pt x="171417" y="171205"/>
                    </a:cubicBezTo>
                    <a:cubicBezTo>
                      <a:pt x="170662" y="171959"/>
                      <a:pt x="169915" y="172707"/>
                      <a:pt x="169134" y="173435"/>
                    </a:cubicBezTo>
                    <a:cubicBezTo>
                      <a:pt x="168754" y="173796"/>
                      <a:pt x="168360" y="174170"/>
                      <a:pt x="167966" y="174530"/>
                    </a:cubicBezTo>
                    <a:cubicBezTo>
                      <a:pt x="167579" y="174891"/>
                      <a:pt x="167186" y="175246"/>
                      <a:pt x="166786" y="175600"/>
                    </a:cubicBezTo>
                    <a:cubicBezTo>
                      <a:pt x="165985" y="176308"/>
                      <a:pt x="165178" y="177010"/>
                      <a:pt x="164358" y="177692"/>
                    </a:cubicBezTo>
                    <a:cubicBezTo>
                      <a:pt x="163952" y="178034"/>
                      <a:pt x="163538" y="178375"/>
                      <a:pt x="163125" y="178709"/>
                    </a:cubicBezTo>
                    <a:cubicBezTo>
                      <a:pt x="161912" y="179700"/>
                      <a:pt x="160665" y="180651"/>
                      <a:pt x="159406" y="181589"/>
                    </a:cubicBezTo>
                    <a:cubicBezTo>
                      <a:pt x="158514" y="182238"/>
                      <a:pt x="157615" y="182875"/>
                      <a:pt x="156703" y="183504"/>
                    </a:cubicBezTo>
                    <a:cubicBezTo>
                      <a:pt x="155824" y="184101"/>
                      <a:pt x="154938" y="184698"/>
                      <a:pt x="154033" y="185282"/>
                    </a:cubicBezTo>
                    <a:cubicBezTo>
                      <a:pt x="153128" y="185853"/>
                      <a:pt x="152216" y="186417"/>
                      <a:pt x="151298" y="186968"/>
                    </a:cubicBezTo>
                    <a:lnTo>
                      <a:pt x="151291" y="186968"/>
                    </a:lnTo>
                    <a:cubicBezTo>
                      <a:pt x="150871" y="187224"/>
                      <a:pt x="150438" y="187480"/>
                      <a:pt x="150012" y="187729"/>
                    </a:cubicBezTo>
                    <a:cubicBezTo>
                      <a:pt x="149441" y="188050"/>
                      <a:pt x="148871" y="188378"/>
                      <a:pt x="148300" y="188693"/>
                    </a:cubicBezTo>
                    <a:cubicBezTo>
                      <a:pt x="147959" y="188877"/>
                      <a:pt x="147624" y="189061"/>
                      <a:pt x="147276" y="189251"/>
                    </a:cubicBezTo>
                    <a:cubicBezTo>
                      <a:pt x="146693" y="189559"/>
                      <a:pt x="146102" y="189868"/>
                      <a:pt x="145512" y="190169"/>
                    </a:cubicBezTo>
                    <a:cubicBezTo>
                      <a:pt x="145243" y="190314"/>
                      <a:pt x="144967" y="190445"/>
                      <a:pt x="144698" y="190582"/>
                    </a:cubicBezTo>
                    <a:cubicBezTo>
                      <a:pt x="143701" y="191081"/>
                      <a:pt x="142704" y="191553"/>
                      <a:pt x="141694" y="192013"/>
                    </a:cubicBezTo>
                    <a:cubicBezTo>
                      <a:pt x="139064" y="193226"/>
                      <a:pt x="136374" y="194322"/>
                      <a:pt x="133632" y="195299"/>
                    </a:cubicBezTo>
                    <a:lnTo>
                      <a:pt x="65901" y="195299"/>
                    </a:lnTo>
                    <a:cubicBezTo>
                      <a:pt x="26903" y="181392"/>
                      <a:pt x="-1003" y="144145"/>
                      <a:pt x="-1003" y="100378"/>
                    </a:cubicBezTo>
                    <a:cubicBezTo>
                      <a:pt x="-1003" y="55790"/>
                      <a:pt x="27966" y="17966"/>
                      <a:pt x="68099" y="4702"/>
                    </a:cubicBezTo>
                    <a:cubicBezTo>
                      <a:pt x="78050" y="1403"/>
                      <a:pt x="88697" y="-375"/>
                      <a:pt x="99757" y="-375"/>
                    </a:cubicBezTo>
                    <a:cubicBezTo>
                      <a:pt x="101508" y="-375"/>
                      <a:pt x="103253" y="-329"/>
                      <a:pt x="104985" y="-237"/>
                    </a:cubicBezTo>
                    <a:cubicBezTo>
                      <a:pt x="105293" y="-224"/>
                      <a:pt x="105595" y="-211"/>
                      <a:pt x="105897" y="-185"/>
                    </a:cubicBezTo>
                    <a:cubicBezTo>
                      <a:pt x="106264" y="-172"/>
                      <a:pt x="106625" y="-139"/>
                      <a:pt x="106992" y="-119"/>
                    </a:cubicBezTo>
                    <a:cubicBezTo>
                      <a:pt x="107734" y="-67"/>
                      <a:pt x="108475" y="-8"/>
                      <a:pt x="109203" y="64"/>
                    </a:cubicBezTo>
                    <a:cubicBezTo>
                      <a:pt x="109623" y="97"/>
                      <a:pt x="110036" y="143"/>
                      <a:pt x="110463" y="189"/>
                    </a:cubicBezTo>
                    <a:cubicBezTo>
                      <a:pt x="111545" y="301"/>
                      <a:pt x="112621" y="432"/>
                      <a:pt x="113690" y="583"/>
                    </a:cubicBezTo>
                    <a:cubicBezTo>
                      <a:pt x="114090" y="635"/>
                      <a:pt x="114490" y="694"/>
                      <a:pt x="114884" y="753"/>
                    </a:cubicBezTo>
                    <a:cubicBezTo>
                      <a:pt x="115291" y="819"/>
                      <a:pt x="115691" y="878"/>
                      <a:pt x="116091" y="943"/>
                    </a:cubicBezTo>
                    <a:cubicBezTo>
                      <a:pt x="116530" y="1009"/>
                      <a:pt x="116970" y="1088"/>
                      <a:pt x="117403" y="1173"/>
                    </a:cubicBezTo>
                    <a:cubicBezTo>
                      <a:pt x="118131" y="1291"/>
                      <a:pt x="118853" y="1422"/>
                      <a:pt x="119568" y="1580"/>
                    </a:cubicBezTo>
                    <a:cubicBezTo>
                      <a:pt x="120060" y="1665"/>
                      <a:pt x="120545" y="1770"/>
                      <a:pt x="121037" y="1875"/>
                    </a:cubicBezTo>
                    <a:cubicBezTo>
                      <a:pt x="121601" y="2000"/>
                      <a:pt x="122165" y="2124"/>
                      <a:pt x="122723" y="2255"/>
                    </a:cubicBezTo>
                    <a:cubicBezTo>
                      <a:pt x="123077" y="2334"/>
                      <a:pt x="123425" y="2419"/>
                      <a:pt x="123773" y="2505"/>
                    </a:cubicBezTo>
                    <a:cubicBezTo>
                      <a:pt x="124186" y="2603"/>
                      <a:pt x="124599" y="2708"/>
                      <a:pt x="125012" y="2820"/>
                    </a:cubicBezTo>
                    <a:cubicBezTo>
                      <a:pt x="125662" y="2984"/>
                      <a:pt x="126311" y="3161"/>
                      <a:pt x="126947" y="3338"/>
                    </a:cubicBezTo>
                    <a:cubicBezTo>
                      <a:pt x="127400" y="3462"/>
                      <a:pt x="127853" y="3594"/>
                      <a:pt x="128305" y="3731"/>
                    </a:cubicBezTo>
                    <a:cubicBezTo>
                      <a:pt x="128751" y="3856"/>
                      <a:pt x="129198" y="3987"/>
                      <a:pt x="129631" y="4132"/>
                    </a:cubicBezTo>
                    <a:cubicBezTo>
                      <a:pt x="130129" y="4282"/>
                      <a:pt x="130628" y="4440"/>
                      <a:pt x="131126" y="4604"/>
                    </a:cubicBezTo>
                    <a:cubicBezTo>
                      <a:pt x="131657" y="4781"/>
                      <a:pt x="132189" y="4951"/>
                      <a:pt x="132714" y="5142"/>
                    </a:cubicBezTo>
                    <a:cubicBezTo>
                      <a:pt x="132733" y="5148"/>
                      <a:pt x="132759" y="5155"/>
                      <a:pt x="132779" y="5161"/>
                    </a:cubicBezTo>
                    <a:cubicBezTo>
                      <a:pt x="133219" y="5312"/>
                      <a:pt x="133652" y="5463"/>
                      <a:pt x="134091" y="5627"/>
                    </a:cubicBezTo>
                    <a:cubicBezTo>
                      <a:pt x="136367" y="6454"/>
                      <a:pt x="138604" y="7352"/>
                      <a:pt x="140795" y="8336"/>
                    </a:cubicBezTo>
                    <a:cubicBezTo>
                      <a:pt x="141694" y="8730"/>
                      <a:pt x="142573" y="9137"/>
                      <a:pt x="143446" y="9563"/>
                    </a:cubicBezTo>
                    <a:cubicBezTo>
                      <a:pt x="144613" y="10127"/>
                      <a:pt x="145768" y="10704"/>
                      <a:pt x="146916" y="11315"/>
                    </a:cubicBezTo>
                    <a:cubicBezTo>
                      <a:pt x="147808" y="11794"/>
                      <a:pt x="148700" y="12279"/>
                      <a:pt x="149579" y="12784"/>
                    </a:cubicBezTo>
                    <a:cubicBezTo>
                      <a:pt x="150032" y="13040"/>
                      <a:pt x="150478" y="13296"/>
                      <a:pt x="150924" y="13565"/>
                    </a:cubicBezTo>
                    <a:cubicBezTo>
                      <a:pt x="151422" y="13853"/>
                      <a:pt x="151921" y="14155"/>
                      <a:pt x="152419" y="14463"/>
                    </a:cubicBezTo>
                    <a:cubicBezTo>
                      <a:pt x="152852" y="14732"/>
                      <a:pt x="153279" y="14995"/>
                      <a:pt x="153705" y="15264"/>
                    </a:cubicBezTo>
                    <a:cubicBezTo>
                      <a:pt x="154217" y="15585"/>
                      <a:pt x="154722" y="15920"/>
                      <a:pt x="155227" y="16261"/>
                    </a:cubicBezTo>
                    <a:cubicBezTo>
                      <a:pt x="155634" y="16523"/>
                      <a:pt x="156034" y="16786"/>
                      <a:pt x="156428" y="17054"/>
                    </a:cubicBezTo>
                    <a:cubicBezTo>
                      <a:pt x="156729" y="17258"/>
                      <a:pt x="157031" y="17474"/>
                      <a:pt x="157326" y="17684"/>
                    </a:cubicBezTo>
                    <a:cubicBezTo>
                      <a:pt x="157641" y="17894"/>
                      <a:pt x="157956" y="18117"/>
                      <a:pt x="158264" y="18340"/>
                    </a:cubicBezTo>
                    <a:cubicBezTo>
                      <a:pt x="158566" y="18557"/>
                      <a:pt x="158868" y="18773"/>
                      <a:pt x="159163" y="18996"/>
                    </a:cubicBezTo>
                    <a:cubicBezTo>
                      <a:pt x="159609" y="19311"/>
                      <a:pt x="160035" y="19633"/>
                      <a:pt x="160475" y="19967"/>
                    </a:cubicBezTo>
                    <a:cubicBezTo>
                      <a:pt x="160842" y="20243"/>
                      <a:pt x="161210" y="20531"/>
                      <a:pt x="161577" y="20807"/>
                    </a:cubicBezTo>
                    <a:cubicBezTo>
                      <a:pt x="162069" y="21194"/>
                      <a:pt x="162554" y="21574"/>
                      <a:pt x="163033" y="21968"/>
                    </a:cubicBezTo>
                    <a:cubicBezTo>
                      <a:pt x="163453" y="22309"/>
                      <a:pt x="163880" y="22657"/>
                      <a:pt x="164293" y="22998"/>
                    </a:cubicBezTo>
                    <a:cubicBezTo>
                      <a:pt x="164693" y="23332"/>
                      <a:pt x="165093" y="23673"/>
                      <a:pt x="165487" y="24014"/>
                    </a:cubicBezTo>
                    <a:cubicBezTo>
                      <a:pt x="166740" y="25090"/>
                      <a:pt x="167953" y="26192"/>
                      <a:pt x="169141" y="27327"/>
                    </a:cubicBezTo>
                    <a:cubicBezTo>
                      <a:pt x="169934" y="28068"/>
                      <a:pt x="170702" y="28829"/>
                      <a:pt x="171463" y="29597"/>
                    </a:cubicBezTo>
                    <a:cubicBezTo>
                      <a:pt x="173372" y="31525"/>
                      <a:pt x="175202" y="33533"/>
                      <a:pt x="176940" y="35612"/>
                    </a:cubicBezTo>
                    <a:cubicBezTo>
                      <a:pt x="177288" y="36026"/>
                      <a:pt x="177636" y="36439"/>
                      <a:pt x="177970" y="36859"/>
                    </a:cubicBezTo>
                    <a:cubicBezTo>
                      <a:pt x="178993" y="38125"/>
                      <a:pt x="179997" y="39417"/>
                      <a:pt x="180961" y="40729"/>
                    </a:cubicBezTo>
                    <a:cubicBezTo>
                      <a:pt x="181270" y="41142"/>
                      <a:pt x="181571" y="41562"/>
                      <a:pt x="181873" y="41982"/>
                    </a:cubicBezTo>
                    <a:cubicBezTo>
                      <a:pt x="181899" y="42015"/>
                      <a:pt x="181919" y="42041"/>
                      <a:pt x="181945" y="42074"/>
                    </a:cubicBezTo>
                    <a:cubicBezTo>
                      <a:pt x="182201" y="42441"/>
                      <a:pt x="182457" y="42815"/>
                      <a:pt x="182713" y="43182"/>
                    </a:cubicBezTo>
                    <a:cubicBezTo>
                      <a:pt x="183559" y="44403"/>
                      <a:pt x="184373" y="45642"/>
                      <a:pt x="185160" y="46902"/>
                    </a:cubicBezTo>
                    <a:cubicBezTo>
                      <a:pt x="185363" y="47210"/>
                      <a:pt x="185560" y="47519"/>
                      <a:pt x="185737" y="47840"/>
                    </a:cubicBezTo>
                    <a:cubicBezTo>
                      <a:pt x="185960" y="48181"/>
                      <a:pt x="186170" y="48529"/>
                      <a:pt x="186373" y="48883"/>
                    </a:cubicBezTo>
                    <a:cubicBezTo>
                      <a:pt x="186642" y="49329"/>
                      <a:pt x="186905" y="49788"/>
                      <a:pt x="187167" y="50241"/>
                    </a:cubicBezTo>
                    <a:cubicBezTo>
                      <a:pt x="187180" y="50254"/>
                      <a:pt x="187193" y="50280"/>
                      <a:pt x="187200" y="50293"/>
                    </a:cubicBezTo>
                    <a:cubicBezTo>
                      <a:pt x="187338" y="50516"/>
                      <a:pt x="187462" y="50746"/>
                      <a:pt x="187593" y="50976"/>
                    </a:cubicBezTo>
                    <a:cubicBezTo>
                      <a:pt x="188164" y="51986"/>
                      <a:pt x="188715" y="53002"/>
                      <a:pt x="189247" y="54039"/>
                    </a:cubicBezTo>
                    <a:cubicBezTo>
                      <a:pt x="189561" y="54642"/>
                      <a:pt x="189870" y="55239"/>
                      <a:pt x="190171" y="55850"/>
                    </a:cubicBezTo>
                    <a:cubicBezTo>
                      <a:pt x="190454" y="56433"/>
                      <a:pt x="190736" y="57011"/>
                      <a:pt x="191005" y="57594"/>
                    </a:cubicBezTo>
                    <a:cubicBezTo>
                      <a:pt x="191142" y="57877"/>
                      <a:pt x="191273" y="58172"/>
                      <a:pt x="191405" y="58460"/>
                    </a:cubicBezTo>
                    <a:cubicBezTo>
                      <a:pt x="191582" y="58847"/>
                      <a:pt x="191765" y="59247"/>
                      <a:pt x="191936" y="59648"/>
                    </a:cubicBezTo>
                    <a:cubicBezTo>
                      <a:pt x="192133" y="60094"/>
                      <a:pt x="192330" y="60540"/>
                      <a:pt x="192520" y="60979"/>
                    </a:cubicBezTo>
                    <a:cubicBezTo>
                      <a:pt x="192749" y="61524"/>
                      <a:pt x="192979" y="62068"/>
                      <a:pt x="193195" y="62613"/>
                    </a:cubicBezTo>
                    <a:cubicBezTo>
                      <a:pt x="193458" y="63256"/>
                      <a:pt x="193707" y="63905"/>
                      <a:pt x="193956" y="64561"/>
                    </a:cubicBezTo>
                    <a:cubicBezTo>
                      <a:pt x="194166" y="65105"/>
                      <a:pt x="194363" y="65643"/>
                      <a:pt x="194560" y="66194"/>
                    </a:cubicBezTo>
                    <a:cubicBezTo>
                      <a:pt x="194803" y="66864"/>
                      <a:pt x="195032" y="67539"/>
                      <a:pt x="195262" y="68208"/>
                    </a:cubicBezTo>
                    <a:cubicBezTo>
                      <a:pt x="198666" y="78310"/>
                      <a:pt x="200510" y="89128"/>
                      <a:pt x="200510" y="100378"/>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9" name="Freeform: Shape 328">
                <a:extLst>
                  <a:ext uri="{FF2B5EF4-FFF2-40B4-BE49-F238E27FC236}">
                    <a16:creationId xmlns:a16="http://schemas.microsoft.com/office/drawing/2014/main" id="{448FF8E0-B367-C86D-0C77-D4EAC3AF99BA}"/>
                  </a:ext>
                </a:extLst>
              </p:cNvPr>
              <p:cNvSpPr/>
              <p:nvPr/>
            </p:nvSpPr>
            <p:spPr>
              <a:xfrm>
                <a:off x="1455767" y="5353724"/>
                <a:ext cx="212606" cy="197069"/>
              </a:xfrm>
              <a:custGeom>
                <a:avLst/>
                <a:gdLst>
                  <a:gd name="csX0" fmla="*/ 136947 w 222020"/>
                  <a:gd name="csY0" fmla="*/ 196932 h 205795"/>
                  <a:gd name="csX1" fmla="*/ 113017 w 222020"/>
                  <a:gd name="csY1" fmla="*/ 200651 h 205795"/>
                  <a:gd name="csX2" fmla="*/ 103603 w 222020"/>
                  <a:gd name="csY2" fmla="*/ 200651 h 205795"/>
                  <a:gd name="csX3" fmla="*/ 101596 w 222020"/>
                  <a:gd name="csY3" fmla="*/ 200651 h 205795"/>
                  <a:gd name="csX4" fmla="*/ 98736 w 222020"/>
                  <a:gd name="csY4" fmla="*/ 200382 h 205795"/>
                  <a:gd name="csX5" fmla="*/ 98310 w 222020"/>
                  <a:gd name="csY5" fmla="*/ 200343 h 205795"/>
                  <a:gd name="csX6" fmla="*/ 98257 w 222020"/>
                  <a:gd name="csY6" fmla="*/ 200336 h 205795"/>
                  <a:gd name="csX7" fmla="*/ 96309 w 222020"/>
                  <a:gd name="csY7" fmla="*/ 200034 h 205795"/>
                  <a:gd name="csX8" fmla="*/ 82284 w 222020"/>
                  <a:gd name="csY8" fmla="*/ 196682 h 205795"/>
                  <a:gd name="csX9" fmla="*/ 76209 w 222020"/>
                  <a:gd name="csY9" fmla="*/ 194544 h 205795"/>
                  <a:gd name="csX10" fmla="*/ 75330 w 222020"/>
                  <a:gd name="csY10" fmla="*/ 194196 h 205795"/>
                  <a:gd name="csX11" fmla="*/ 74897 w 222020"/>
                  <a:gd name="csY11" fmla="*/ 194019 h 205795"/>
                  <a:gd name="csX12" fmla="*/ 74891 w 222020"/>
                  <a:gd name="csY12" fmla="*/ 194019 h 205795"/>
                  <a:gd name="csX13" fmla="*/ 74838 w 222020"/>
                  <a:gd name="csY13" fmla="*/ 193999 h 205795"/>
                  <a:gd name="csX14" fmla="*/ 74819 w 222020"/>
                  <a:gd name="csY14" fmla="*/ 193986 h 205795"/>
                  <a:gd name="csX15" fmla="*/ 74668 w 222020"/>
                  <a:gd name="csY15" fmla="*/ 193921 h 205795"/>
                  <a:gd name="csX16" fmla="*/ 74432 w 222020"/>
                  <a:gd name="csY16" fmla="*/ 193816 h 205795"/>
                  <a:gd name="csX17" fmla="*/ 71125 w 222020"/>
                  <a:gd name="csY17" fmla="*/ 192281 h 205795"/>
                  <a:gd name="csX18" fmla="*/ 58957 w 222020"/>
                  <a:gd name="csY18" fmla="*/ 185268 h 205795"/>
                  <a:gd name="csX19" fmla="*/ 56366 w 222020"/>
                  <a:gd name="csY19" fmla="*/ 183458 h 205795"/>
                  <a:gd name="csX20" fmla="*/ 54372 w 222020"/>
                  <a:gd name="csY20" fmla="*/ 181962 h 205795"/>
                  <a:gd name="csX21" fmla="*/ 54365 w 222020"/>
                  <a:gd name="csY21" fmla="*/ 181956 h 205795"/>
                  <a:gd name="csX22" fmla="*/ 54352 w 222020"/>
                  <a:gd name="csY22" fmla="*/ 181949 h 205795"/>
                  <a:gd name="csX23" fmla="*/ 54339 w 222020"/>
                  <a:gd name="csY23" fmla="*/ 181936 h 205795"/>
                  <a:gd name="csX24" fmla="*/ 49347 w 222020"/>
                  <a:gd name="csY24" fmla="*/ 177672 h 205795"/>
                  <a:gd name="csX25" fmla="*/ 39717 w 222020"/>
                  <a:gd name="csY25" fmla="*/ 167583 h 205795"/>
                  <a:gd name="csX26" fmla="*/ 38411 w 222020"/>
                  <a:gd name="csY26" fmla="*/ 165982 h 205795"/>
                  <a:gd name="csX27" fmla="*/ 38411 w 222020"/>
                  <a:gd name="csY27" fmla="*/ 165976 h 205795"/>
                  <a:gd name="csX28" fmla="*/ 36647 w 222020"/>
                  <a:gd name="csY28" fmla="*/ 163581 h 205795"/>
                  <a:gd name="csX29" fmla="*/ 32678 w 222020"/>
                  <a:gd name="csY29" fmla="*/ 157533 h 205795"/>
                  <a:gd name="csX30" fmla="*/ 26682 w 222020"/>
                  <a:gd name="csY30" fmla="*/ 146027 h 205795"/>
                  <a:gd name="csX31" fmla="*/ 25718 w 222020"/>
                  <a:gd name="csY31" fmla="*/ 143639 h 205795"/>
                  <a:gd name="csX32" fmla="*/ 24623 w 222020"/>
                  <a:gd name="csY32" fmla="*/ 140622 h 205795"/>
                  <a:gd name="csX33" fmla="*/ 22471 w 222020"/>
                  <a:gd name="csY33" fmla="*/ 133544 h 205795"/>
                  <a:gd name="csX34" fmla="*/ 20923 w 222020"/>
                  <a:gd name="csY34" fmla="*/ 126728 h 205795"/>
                  <a:gd name="csX35" fmla="*/ 20365 w 222020"/>
                  <a:gd name="csY35" fmla="*/ 123487 h 205795"/>
                  <a:gd name="csX36" fmla="*/ 20201 w 222020"/>
                  <a:gd name="csY36" fmla="*/ 122293 h 205795"/>
                  <a:gd name="csX37" fmla="*/ 20195 w 222020"/>
                  <a:gd name="csY37" fmla="*/ 122267 h 205795"/>
                  <a:gd name="csX38" fmla="*/ 20195 w 222020"/>
                  <a:gd name="csY38" fmla="*/ 122254 h 205795"/>
                  <a:gd name="csX39" fmla="*/ 20057 w 222020"/>
                  <a:gd name="csY39" fmla="*/ 121047 h 205795"/>
                  <a:gd name="csX40" fmla="*/ 19591 w 222020"/>
                  <a:gd name="csY40" fmla="*/ 106465 h 205795"/>
                  <a:gd name="csX41" fmla="*/ 20155 w 222020"/>
                  <a:gd name="csY41" fmla="*/ 99013 h 205795"/>
                  <a:gd name="csX42" fmla="*/ 20300 w 222020"/>
                  <a:gd name="csY42" fmla="*/ 97943 h 205795"/>
                  <a:gd name="csX43" fmla="*/ 20319 w 222020"/>
                  <a:gd name="csY43" fmla="*/ 97779 h 205795"/>
                  <a:gd name="csX44" fmla="*/ 20319 w 222020"/>
                  <a:gd name="csY44" fmla="*/ 97753 h 205795"/>
                  <a:gd name="csX45" fmla="*/ 20339 w 222020"/>
                  <a:gd name="csY45" fmla="*/ 97681 h 205795"/>
                  <a:gd name="csX46" fmla="*/ 20339 w 222020"/>
                  <a:gd name="csY46" fmla="*/ 97674 h 205795"/>
                  <a:gd name="csX47" fmla="*/ 20391 w 222020"/>
                  <a:gd name="csY47" fmla="*/ 97340 h 205795"/>
                  <a:gd name="csX48" fmla="*/ 21172 w 222020"/>
                  <a:gd name="csY48" fmla="*/ 93010 h 205795"/>
                  <a:gd name="csX49" fmla="*/ 25246 w 222020"/>
                  <a:gd name="csY49" fmla="*/ 78611 h 205795"/>
                  <a:gd name="csX50" fmla="*/ 26446 w 222020"/>
                  <a:gd name="csY50" fmla="*/ 75496 h 205795"/>
                  <a:gd name="csX51" fmla="*/ 26492 w 222020"/>
                  <a:gd name="csY51" fmla="*/ 75384 h 205795"/>
                  <a:gd name="csX52" fmla="*/ 26512 w 222020"/>
                  <a:gd name="csY52" fmla="*/ 75325 h 205795"/>
                  <a:gd name="csX53" fmla="*/ 26525 w 222020"/>
                  <a:gd name="csY53" fmla="*/ 75305 h 205795"/>
                  <a:gd name="csX54" fmla="*/ 26564 w 222020"/>
                  <a:gd name="csY54" fmla="*/ 75200 h 205795"/>
                  <a:gd name="csX55" fmla="*/ 27109 w 222020"/>
                  <a:gd name="csY55" fmla="*/ 74006 h 205795"/>
                  <a:gd name="csX56" fmla="*/ 30507 w 222020"/>
                  <a:gd name="csY56" fmla="*/ 67217 h 205795"/>
                  <a:gd name="csX57" fmla="*/ 38385 w 222020"/>
                  <a:gd name="csY57" fmla="*/ 55048 h 205795"/>
                  <a:gd name="csX58" fmla="*/ 38398 w 222020"/>
                  <a:gd name="csY58" fmla="*/ 55035 h 205795"/>
                  <a:gd name="csX59" fmla="*/ 38457 w 222020"/>
                  <a:gd name="csY59" fmla="*/ 54963 h 205795"/>
                  <a:gd name="csX60" fmla="*/ 38582 w 222020"/>
                  <a:gd name="csY60" fmla="*/ 54812 h 205795"/>
                  <a:gd name="csX61" fmla="*/ 39769 w 222020"/>
                  <a:gd name="csY61" fmla="*/ 53356 h 205795"/>
                  <a:gd name="csX62" fmla="*/ 41914 w 222020"/>
                  <a:gd name="csY62" fmla="*/ 50857 h 205795"/>
                  <a:gd name="csX63" fmla="*/ 47110 w 222020"/>
                  <a:gd name="csY63" fmla="*/ 45432 h 205795"/>
                  <a:gd name="csX64" fmla="*/ 52331 w 222020"/>
                  <a:gd name="csY64" fmla="*/ 40709 h 205795"/>
                  <a:gd name="csX65" fmla="*/ 54503 w 222020"/>
                  <a:gd name="csY65" fmla="*/ 38937 h 205795"/>
                  <a:gd name="csX66" fmla="*/ 54522 w 222020"/>
                  <a:gd name="csY66" fmla="*/ 38924 h 205795"/>
                  <a:gd name="csX67" fmla="*/ 54529 w 222020"/>
                  <a:gd name="csY67" fmla="*/ 38924 h 205795"/>
                  <a:gd name="csX68" fmla="*/ 56950 w 222020"/>
                  <a:gd name="csY68" fmla="*/ 37127 h 205795"/>
                  <a:gd name="csX69" fmla="*/ 69459 w 222020"/>
                  <a:gd name="csY69" fmla="*/ 29550 h 205795"/>
                  <a:gd name="csX70" fmla="*/ 74989 w 222020"/>
                  <a:gd name="csY70" fmla="*/ 26946 h 205795"/>
                  <a:gd name="csX71" fmla="*/ 75015 w 222020"/>
                  <a:gd name="csY71" fmla="*/ 26939 h 205795"/>
                  <a:gd name="csX72" fmla="*/ 77469 w 222020"/>
                  <a:gd name="csY72" fmla="*/ 25982 h 205795"/>
                  <a:gd name="csX73" fmla="*/ 81083 w 222020"/>
                  <a:gd name="csY73" fmla="*/ 24709 h 205795"/>
                  <a:gd name="csX74" fmla="*/ 116224 w 222020"/>
                  <a:gd name="csY74" fmla="*/ 20189 h 205795"/>
                  <a:gd name="csX75" fmla="*/ 119806 w 222020"/>
                  <a:gd name="csY75" fmla="*/ 20465 h 205795"/>
                  <a:gd name="csX76" fmla="*/ 122135 w 222020"/>
                  <a:gd name="csY76" fmla="*/ 20721 h 205795"/>
                  <a:gd name="csX77" fmla="*/ 129548 w 222020"/>
                  <a:gd name="csY77" fmla="*/ 22098 h 205795"/>
                  <a:gd name="csX78" fmla="*/ 144222 w 222020"/>
                  <a:gd name="csY78" fmla="*/ 26611 h 205795"/>
                  <a:gd name="csX79" fmla="*/ 144950 w 222020"/>
                  <a:gd name="csY79" fmla="*/ 26907 h 205795"/>
                  <a:gd name="csX80" fmla="*/ 144963 w 222020"/>
                  <a:gd name="csY80" fmla="*/ 26913 h 205795"/>
                  <a:gd name="csX81" fmla="*/ 145022 w 222020"/>
                  <a:gd name="csY81" fmla="*/ 26939 h 205795"/>
                  <a:gd name="csX82" fmla="*/ 145075 w 222020"/>
                  <a:gd name="csY82" fmla="*/ 26959 h 205795"/>
                  <a:gd name="csX83" fmla="*/ 145088 w 222020"/>
                  <a:gd name="csY83" fmla="*/ 26966 h 205795"/>
                  <a:gd name="csX84" fmla="*/ 145186 w 222020"/>
                  <a:gd name="csY84" fmla="*/ 27005 h 205795"/>
                  <a:gd name="csX85" fmla="*/ 145213 w 222020"/>
                  <a:gd name="csY85" fmla="*/ 27018 h 205795"/>
                  <a:gd name="csX86" fmla="*/ 145298 w 222020"/>
                  <a:gd name="csY86" fmla="*/ 27057 h 205795"/>
                  <a:gd name="csX87" fmla="*/ 145304 w 222020"/>
                  <a:gd name="csY87" fmla="*/ 27057 h 205795"/>
                  <a:gd name="csX88" fmla="*/ 145462 w 222020"/>
                  <a:gd name="csY88" fmla="*/ 27123 h 205795"/>
                  <a:gd name="csX89" fmla="*/ 145468 w 222020"/>
                  <a:gd name="csY89" fmla="*/ 27123 h 205795"/>
                  <a:gd name="csX90" fmla="*/ 145849 w 222020"/>
                  <a:gd name="csY90" fmla="*/ 27294 h 205795"/>
                  <a:gd name="csX91" fmla="*/ 149385 w 222020"/>
                  <a:gd name="csY91" fmla="*/ 28953 h 205795"/>
                  <a:gd name="csX92" fmla="*/ 156233 w 222020"/>
                  <a:gd name="csY92" fmla="*/ 32673 h 205795"/>
                  <a:gd name="csX93" fmla="*/ 161960 w 222020"/>
                  <a:gd name="csY93" fmla="*/ 36340 h 205795"/>
                  <a:gd name="csX94" fmla="*/ 165102 w 222020"/>
                  <a:gd name="csY94" fmla="*/ 38596 h 205795"/>
                  <a:gd name="csX95" fmla="*/ 165325 w 222020"/>
                  <a:gd name="csY95" fmla="*/ 38773 h 205795"/>
                  <a:gd name="csX96" fmla="*/ 165378 w 222020"/>
                  <a:gd name="csY96" fmla="*/ 38819 h 205795"/>
                  <a:gd name="csX97" fmla="*/ 165469 w 222020"/>
                  <a:gd name="csY97" fmla="*/ 38885 h 205795"/>
                  <a:gd name="csX98" fmla="*/ 165568 w 222020"/>
                  <a:gd name="csY98" fmla="*/ 38970 h 205795"/>
                  <a:gd name="csX99" fmla="*/ 165587 w 222020"/>
                  <a:gd name="csY99" fmla="*/ 38983 h 205795"/>
                  <a:gd name="csX100" fmla="*/ 165686 w 222020"/>
                  <a:gd name="csY100" fmla="*/ 39055 h 205795"/>
                  <a:gd name="csX101" fmla="*/ 165771 w 222020"/>
                  <a:gd name="csY101" fmla="*/ 39128 h 205795"/>
                  <a:gd name="csX102" fmla="*/ 166834 w 222020"/>
                  <a:gd name="csY102" fmla="*/ 39987 h 205795"/>
                  <a:gd name="csX103" fmla="*/ 177644 w 222020"/>
                  <a:gd name="csY103" fmla="*/ 50345 h 205795"/>
                  <a:gd name="csX104" fmla="*/ 180183 w 222020"/>
                  <a:gd name="csY104" fmla="*/ 53264 h 205795"/>
                  <a:gd name="csX105" fmla="*/ 181607 w 222020"/>
                  <a:gd name="csY105" fmla="*/ 55003 h 205795"/>
                  <a:gd name="csX106" fmla="*/ 181620 w 222020"/>
                  <a:gd name="csY106" fmla="*/ 55029 h 205795"/>
                  <a:gd name="csX107" fmla="*/ 185759 w 222020"/>
                  <a:gd name="csY107" fmla="*/ 60926 h 205795"/>
                  <a:gd name="csX108" fmla="*/ 198853 w 222020"/>
                  <a:gd name="csY108" fmla="*/ 93010 h 205795"/>
                  <a:gd name="csX109" fmla="*/ 200512 w 222020"/>
                  <a:gd name="csY109" fmla="*/ 110499 h 205795"/>
                  <a:gd name="csX110" fmla="*/ 195782 w 222020"/>
                  <a:gd name="csY110" fmla="*/ 139507 h 205795"/>
                  <a:gd name="csX111" fmla="*/ 190751 w 222020"/>
                  <a:gd name="csY111" fmla="*/ 151465 h 205795"/>
                  <a:gd name="csX112" fmla="*/ 182899 w 222020"/>
                  <a:gd name="csY112" fmla="*/ 164250 h 205795"/>
                  <a:gd name="csX113" fmla="*/ 181607 w 222020"/>
                  <a:gd name="csY113" fmla="*/ 165976 h 205795"/>
                  <a:gd name="csX114" fmla="*/ 181574 w 222020"/>
                  <a:gd name="csY114" fmla="*/ 166022 h 205795"/>
                  <a:gd name="csX115" fmla="*/ 181567 w 222020"/>
                  <a:gd name="csY115" fmla="*/ 166028 h 205795"/>
                  <a:gd name="csX116" fmla="*/ 179435 w 222020"/>
                  <a:gd name="csY116" fmla="*/ 168619 h 205795"/>
                  <a:gd name="csX117" fmla="*/ 174214 w 222020"/>
                  <a:gd name="csY117" fmla="*/ 174287 h 205795"/>
                  <a:gd name="csX118" fmla="*/ 168939 w 222020"/>
                  <a:gd name="csY118" fmla="*/ 179227 h 205795"/>
                  <a:gd name="csX119" fmla="*/ 166368 w 222020"/>
                  <a:gd name="csY119" fmla="*/ 181398 h 205795"/>
                  <a:gd name="csX120" fmla="*/ 165318 w 222020"/>
                  <a:gd name="csY120" fmla="*/ 182238 h 205795"/>
                  <a:gd name="csX121" fmla="*/ 165312 w 222020"/>
                  <a:gd name="csY121" fmla="*/ 182244 h 205795"/>
                  <a:gd name="csX122" fmla="*/ 165305 w 222020"/>
                  <a:gd name="csY122" fmla="*/ 182257 h 205795"/>
                  <a:gd name="csX123" fmla="*/ 165279 w 222020"/>
                  <a:gd name="csY123" fmla="*/ 182264 h 205795"/>
                  <a:gd name="csX124" fmla="*/ 165259 w 222020"/>
                  <a:gd name="csY124" fmla="*/ 182284 h 205795"/>
                  <a:gd name="csX125" fmla="*/ 165246 w 222020"/>
                  <a:gd name="csY125" fmla="*/ 182290 h 205795"/>
                  <a:gd name="csX126" fmla="*/ 165214 w 222020"/>
                  <a:gd name="csY126" fmla="*/ 182323 h 205795"/>
                  <a:gd name="csX127" fmla="*/ 165154 w 222020"/>
                  <a:gd name="csY127" fmla="*/ 182369 h 205795"/>
                  <a:gd name="csX128" fmla="*/ 165141 w 222020"/>
                  <a:gd name="csY128" fmla="*/ 182375 h 205795"/>
                  <a:gd name="csX129" fmla="*/ 165069 w 222020"/>
                  <a:gd name="csY129" fmla="*/ 182428 h 205795"/>
                  <a:gd name="csX130" fmla="*/ 165023 w 222020"/>
                  <a:gd name="csY130" fmla="*/ 182467 h 205795"/>
                  <a:gd name="csX131" fmla="*/ 164243 w 222020"/>
                  <a:gd name="csY131" fmla="*/ 183038 h 205795"/>
                  <a:gd name="csX132" fmla="*/ 136947 w 222020"/>
                  <a:gd name="csY132" fmla="*/ 196932 h 205795"/>
                  <a:gd name="csX133" fmla="*/ 213022 w 222020"/>
                  <a:gd name="csY133" fmla="*/ 69460 h 205795"/>
                  <a:gd name="csX134" fmla="*/ 212674 w 222020"/>
                  <a:gd name="csY134" fmla="*/ 68595 h 205795"/>
                  <a:gd name="csX135" fmla="*/ 211159 w 222020"/>
                  <a:gd name="csY135" fmla="*/ 65065 h 205795"/>
                  <a:gd name="csX136" fmla="*/ 210667 w 222020"/>
                  <a:gd name="csY136" fmla="*/ 63983 h 205795"/>
                  <a:gd name="csX137" fmla="*/ 210667 w 222020"/>
                  <a:gd name="csY137" fmla="*/ 63976 h 205795"/>
                  <a:gd name="csX138" fmla="*/ 209493 w 222020"/>
                  <a:gd name="csY138" fmla="*/ 61516 h 205795"/>
                  <a:gd name="csX139" fmla="*/ 209060 w 222020"/>
                  <a:gd name="csY139" fmla="*/ 60637 h 205795"/>
                  <a:gd name="csX140" fmla="*/ 193106 w 222020"/>
                  <a:gd name="csY140" fmla="*/ 36923 h 205795"/>
                  <a:gd name="csX141" fmla="*/ 135491 w 222020"/>
                  <a:gd name="csY141" fmla="*/ 2438 h 205795"/>
                  <a:gd name="csX142" fmla="*/ 82513 w 222020"/>
                  <a:gd name="csY142" fmla="*/ 3239 h 205795"/>
                  <a:gd name="csX143" fmla="*/ 13261 w 222020"/>
                  <a:gd name="csY143" fmla="*/ 56039 h 205795"/>
                  <a:gd name="csX144" fmla="*/ -449 w 222020"/>
                  <a:gd name="csY144" fmla="*/ 121047 h 205795"/>
                  <a:gd name="csX145" fmla="*/ 24360 w 222020"/>
                  <a:gd name="csY145" fmla="*/ 181037 h 205795"/>
                  <a:gd name="csX146" fmla="*/ 52489 w 222020"/>
                  <a:gd name="csY146" fmla="*/ 205420 h 205795"/>
                  <a:gd name="csX147" fmla="*/ 167444 w 222020"/>
                  <a:gd name="csY147" fmla="*/ 205420 h 205795"/>
                  <a:gd name="csX148" fmla="*/ 169563 w 222020"/>
                  <a:gd name="csY148" fmla="*/ 204115 h 205795"/>
                  <a:gd name="csX149" fmla="*/ 174666 w 222020"/>
                  <a:gd name="csY149" fmla="*/ 200704 h 205795"/>
                  <a:gd name="csX150" fmla="*/ 179206 w 222020"/>
                  <a:gd name="csY150" fmla="*/ 197286 h 205795"/>
                  <a:gd name="csX151" fmla="*/ 189059 w 222020"/>
                  <a:gd name="csY151" fmla="*/ 188443 h 205795"/>
                  <a:gd name="csX152" fmla="*/ 219424 w 222020"/>
                  <a:gd name="csY152" fmla="*/ 129011 h 205795"/>
                  <a:gd name="csX153" fmla="*/ 221018 w 222020"/>
                  <a:gd name="csY153" fmla="*/ 110663 h 205795"/>
                  <a:gd name="csX154" fmla="*/ 221018 w 222020"/>
                  <a:gd name="csY154" fmla="*/ 110374 h 205795"/>
                  <a:gd name="csX155" fmla="*/ 213022 w 222020"/>
                  <a:gd name="csY155" fmla="*/ 69460 h 2057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Lst>
                <a:rect l="l" t="t" r="r" b="b"/>
                <a:pathLst>
                  <a:path w="222020" h="205795">
                    <a:moveTo>
                      <a:pt x="136947" y="196932"/>
                    </a:moveTo>
                    <a:cubicBezTo>
                      <a:pt x="128406" y="199556"/>
                      <a:pt x="121551" y="200651"/>
                      <a:pt x="113017" y="200651"/>
                    </a:cubicBezTo>
                    <a:lnTo>
                      <a:pt x="103603" y="200651"/>
                    </a:lnTo>
                    <a:cubicBezTo>
                      <a:pt x="102941" y="200651"/>
                      <a:pt x="102259" y="200684"/>
                      <a:pt x="101596" y="200651"/>
                    </a:cubicBezTo>
                    <a:cubicBezTo>
                      <a:pt x="100638" y="200605"/>
                      <a:pt x="99681" y="200467"/>
                      <a:pt x="98736" y="200382"/>
                    </a:cubicBezTo>
                    <a:cubicBezTo>
                      <a:pt x="98565" y="200362"/>
                      <a:pt x="98434" y="200349"/>
                      <a:pt x="98310" y="200343"/>
                    </a:cubicBezTo>
                    <a:cubicBezTo>
                      <a:pt x="98290" y="200336"/>
                      <a:pt x="98277" y="200336"/>
                      <a:pt x="98257" y="200336"/>
                    </a:cubicBezTo>
                    <a:cubicBezTo>
                      <a:pt x="97601" y="200244"/>
                      <a:pt x="96958" y="200139"/>
                      <a:pt x="96309" y="200034"/>
                    </a:cubicBezTo>
                    <a:cubicBezTo>
                      <a:pt x="91566" y="199260"/>
                      <a:pt x="86869" y="198132"/>
                      <a:pt x="82284" y="196682"/>
                    </a:cubicBezTo>
                    <a:cubicBezTo>
                      <a:pt x="80231" y="196033"/>
                      <a:pt x="78204" y="195318"/>
                      <a:pt x="76209" y="194544"/>
                    </a:cubicBezTo>
                    <a:cubicBezTo>
                      <a:pt x="75914" y="194426"/>
                      <a:pt x="75625" y="194308"/>
                      <a:pt x="75330" y="194196"/>
                    </a:cubicBezTo>
                    <a:cubicBezTo>
                      <a:pt x="75186" y="194137"/>
                      <a:pt x="75042" y="194072"/>
                      <a:pt x="74897" y="194019"/>
                    </a:cubicBezTo>
                    <a:lnTo>
                      <a:pt x="74891" y="194019"/>
                    </a:lnTo>
                    <a:cubicBezTo>
                      <a:pt x="74871" y="194006"/>
                      <a:pt x="74851" y="194006"/>
                      <a:pt x="74838" y="193999"/>
                    </a:cubicBezTo>
                    <a:cubicBezTo>
                      <a:pt x="74832" y="193993"/>
                      <a:pt x="74825" y="193993"/>
                      <a:pt x="74819" y="193986"/>
                    </a:cubicBezTo>
                    <a:cubicBezTo>
                      <a:pt x="74766" y="193967"/>
                      <a:pt x="74720" y="193947"/>
                      <a:pt x="74668" y="193921"/>
                    </a:cubicBezTo>
                    <a:cubicBezTo>
                      <a:pt x="74569" y="193881"/>
                      <a:pt x="74484" y="193842"/>
                      <a:pt x="74432" y="193816"/>
                    </a:cubicBezTo>
                    <a:cubicBezTo>
                      <a:pt x="73330" y="193311"/>
                      <a:pt x="72228" y="192819"/>
                      <a:pt x="71125" y="192281"/>
                    </a:cubicBezTo>
                    <a:cubicBezTo>
                      <a:pt x="66914" y="190234"/>
                      <a:pt x="62847" y="187879"/>
                      <a:pt x="58957" y="185268"/>
                    </a:cubicBezTo>
                    <a:cubicBezTo>
                      <a:pt x="58084" y="184671"/>
                      <a:pt x="57219" y="184081"/>
                      <a:pt x="56366" y="183458"/>
                    </a:cubicBezTo>
                    <a:cubicBezTo>
                      <a:pt x="56103" y="183268"/>
                      <a:pt x="54608" y="182120"/>
                      <a:pt x="54372" y="181962"/>
                    </a:cubicBezTo>
                    <a:lnTo>
                      <a:pt x="54365" y="181956"/>
                    </a:lnTo>
                    <a:cubicBezTo>
                      <a:pt x="54358" y="181962"/>
                      <a:pt x="54358" y="181956"/>
                      <a:pt x="54352" y="181949"/>
                    </a:cubicBezTo>
                    <a:lnTo>
                      <a:pt x="54339" y="181936"/>
                    </a:lnTo>
                    <a:cubicBezTo>
                      <a:pt x="52640" y="180565"/>
                      <a:pt x="50967" y="179148"/>
                      <a:pt x="49347" y="177672"/>
                    </a:cubicBezTo>
                    <a:cubicBezTo>
                      <a:pt x="45909" y="174543"/>
                      <a:pt x="42688" y="171158"/>
                      <a:pt x="39717" y="167583"/>
                    </a:cubicBezTo>
                    <a:cubicBezTo>
                      <a:pt x="39461" y="167274"/>
                      <a:pt x="38549" y="166140"/>
                      <a:pt x="38411" y="165982"/>
                    </a:cubicBezTo>
                    <a:lnTo>
                      <a:pt x="38411" y="165976"/>
                    </a:lnTo>
                    <a:cubicBezTo>
                      <a:pt x="37808" y="165182"/>
                      <a:pt x="37224" y="164388"/>
                      <a:pt x="36647" y="163581"/>
                    </a:cubicBezTo>
                    <a:cubicBezTo>
                      <a:pt x="35250" y="161613"/>
                      <a:pt x="33924" y="159593"/>
                      <a:pt x="32678" y="157533"/>
                    </a:cubicBezTo>
                    <a:cubicBezTo>
                      <a:pt x="30422" y="153827"/>
                      <a:pt x="28427" y="149989"/>
                      <a:pt x="26682" y="146027"/>
                    </a:cubicBezTo>
                    <a:cubicBezTo>
                      <a:pt x="26682" y="145988"/>
                      <a:pt x="25843" y="143980"/>
                      <a:pt x="25718" y="143639"/>
                    </a:cubicBezTo>
                    <a:cubicBezTo>
                      <a:pt x="25331" y="142636"/>
                      <a:pt x="24970" y="141626"/>
                      <a:pt x="24623" y="140622"/>
                    </a:cubicBezTo>
                    <a:cubicBezTo>
                      <a:pt x="23816" y="138293"/>
                      <a:pt x="23101" y="135931"/>
                      <a:pt x="22471" y="133544"/>
                    </a:cubicBezTo>
                    <a:cubicBezTo>
                      <a:pt x="21874" y="131294"/>
                      <a:pt x="21362" y="129017"/>
                      <a:pt x="20923" y="126728"/>
                    </a:cubicBezTo>
                    <a:cubicBezTo>
                      <a:pt x="20719" y="125652"/>
                      <a:pt x="20536" y="124563"/>
                      <a:pt x="20365" y="123487"/>
                    </a:cubicBezTo>
                    <a:cubicBezTo>
                      <a:pt x="20339" y="123323"/>
                      <a:pt x="20247" y="122635"/>
                      <a:pt x="20201" y="122293"/>
                    </a:cubicBezTo>
                    <a:cubicBezTo>
                      <a:pt x="20195" y="122287"/>
                      <a:pt x="20195" y="122274"/>
                      <a:pt x="20195" y="122267"/>
                    </a:cubicBezTo>
                    <a:lnTo>
                      <a:pt x="20195" y="122254"/>
                    </a:lnTo>
                    <a:cubicBezTo>
                      <a:pt x="20136" y="121723"/>
                      <a:pt x="20057" y="121054"/>
                      <a:pt x="20057" y="121047"/>
                    </a:cubicBezTo>
                    <a:cubicBezTo>
                      <a:pt x="19552" y="116213"/>
                      <a:pt x="19394" y="111332"/>
                      <a:pt x="19591" y="106465"/>
                    </a:cubicBezTo>
                    <a:cubicBezTo>
                      <a:pt x="19690" y="103978"/>
                      <a:pt x="19880" y="101486"/>
                      <a:pt x="20155" y="99013"/>
                    </a:cubicBezTo>
                    <a:cubicBezTo>
                      <a:pt x="20182" y="98888"/>
                      <a:pt x="20247" y="98337"/>
                      <a:pt x="20300" y="97943"/>
                    </a:cubicBezTo>
                    <a:cubicBezTo>
                      <a:pt x="20306" y="97884"/>
                      <a:pt x="20313" y="97832"/>
                      <a:pt x="20319" y="97779"/>
                    </a:cubicBezTo>
                    <a:lnTo>
                      <a:pt x="20319" y="97753"/>
                    </a:lnTo>
                    <a:cubicBezTo>
                      <a:pt x="20332" y="97727"/>
                      <a:pt x="20339" y="97701"/>
                      <a:pt x="20339" y="97681"/>
                    </a:cubicBezTo>
                    <a:lnTo>
                      <a:pt x="20339" y="97674"/>
                    </a:lnTo>
                    <a:cubicBezTo>
                      <a:pt x="20365" y="97510"/>
                      <a:pt x="20391" y="97366"/>
                      <a:pt x="20391" y="97340"/>
                    </a:cubicBezTo>
                    <a:cubicBezTo>
                      <a:pt x="20628" y="95897"/>
                      <a:pt x="20877" y="94447"/>
                      <a:pt x="21172" y="93010"/>
                    </a:cubicBezTo>
                    <a:cubicBezTo>
                      <a:pt x="22169" y="88110"/>
                      <a:pt x="23534" y="83302"/>
                      <a:pt x="25246" y="78611"/>
                    </a:cubicBezTo>
                    <a:cubicBezTo>
                      <a:pt x="25633" y="77568"/>
                      <a:pt x="26040" y="76525"/>
                      <a:pt x="26446" y="75496"/>
                    </a:cubicBezTo>
                    <a:cubicBezTo>
                      <a:pt x="26459" y="75450"/>
                      <a:pt x="26479" y="75410"/>
                      <a:pt x="26492" y="75384"/>
                    </a:cubicBezTo>
                    <a:cubicBezTo>
                      <a:pt x="26499" y="75358"/>
                      <a:pt x="26505" y="75338"/>
                      <a:pt x="26512" y="75325"/>
                    </a:cubicBezTo>
                    <a:cubicBezTo>
                      <a:pt x="26512" y="75312"/>
                      <a:pt x="26525" y="75312"/>
                      <a:pt x="26525" y="75305"/>
                    </a:cubicBezTo>
                    <a:cubicBezTo>
                      <a:pt x="26538" y="75272"/>
                      <a:pt x="26551" y="75240"/>
                      <a:pt x="26564" y="75200"/>
                    </a:cubicBezTo>
                    <a:cubicBezTo>
                      <a:pt x="26748" y="74800"/>
                      <a:pt x="26919" y="74394"/>
                      <a:pt x="27109" y="74006"/>
                    </a:cubicBezTo>
                    <a:cubicBezTo>
                      <a:pt x="28158" y="71697"/>
                      <a:pt x="29287" y="69434"/>
                      <a:pt x="30507" y="67217"/>
                    </a:cubicBezTo>
                    <a:cubicBezTo>
                      <a:pt x="32842" y="62973"/>
                      <a:pt x="35479" y="58906"/>
                      <a:pt x="38385" y="55048"/>
                    </a:cubicBezTo>
                    <a:cubicBezTo>
                      <a:pt x="38392" y="55042"/>
                      <a:pt x="38392" y="55042"/>
                      <a:pt x="38398" y="55035"/>
                    </a:cubicBezTo>
                    <a:cubicBezTo>
                      <a:pt x="38411" y="55022"/>
                      <a:pt x="38431" y="54996"/>
                      <a:pt x="38457" y="54963"/>
                    </a:cubicBezTo>
                    <a:cubicBezTo>
                      <a:pt x="38490" y="54924"/>
                      <a:pt x="38536" y="54871"/>
                      <a:pt x="38582" y="54812"/>
                    </a:cubicBezTo>
                    <a:cubicBezTo>
                      <a:pt x="38982" y="54320"/>
                      <a:pt x="39376" y="53835"/>
                      <a:pt x="39769" y="53356"/>
                    </a:cubicBezTo>
                    <a:cubicBezTo>
                      <a:pt x="40471" y="52510"/>
                      <a:pt x="41186" y="51677"/>
                      <a:pt x="41914" y="50857"/>
                    </a:cubicBezTo>
                    <a:cubicBezTo>
                      <a:pt x="43574" y="48987"/>
                      <a:pt x="45312" y="47176"/>
                      <a:pt x="47110" y="45432"/>
                    </a:cubicBezTo>
                    <a:cubicBezTo>
                      <a:pt x="48796" y="43798"/>
                      <a:pt x="50534" y="42224"/>
                      <a:pt x="52331" y="40709"/>
                    </a:cubicBezTo>
                    <a:cubicBezTo>
                      <a:pt x="53046" y="40105"/>
                      <a:pt x="53768" y="39508"/>
                      <a:pt x="54503" y="38937"/>
                    </a:cubicBezTo>
                    <a:cubicBezTo>
                      <a:pt x="54503" y="38937"/>
                      <a:pt x="54509" y="38931"/>
                      <a:pt x="54522" y="38924"/>
                    </a:cubicBezTo>
                    <a:lnTo>
                      <a:pt x="54529" y="38924"/>
                    </a:lnTo>
                    <a:cubicBezTo>
                      <a:pt x="54785" y="38741"/>
                      <a:pt x="56661" y="37324"/>
                      <a:pt x="56950" y="37127"/>
                    </a:cubicBezTo>
                    <a:cubicBezTo>
                      <a:pt x="60931" y="34306"/>
                      <a:pt x="65117" y="31767"/>
                      <a:pt x="69459" y="29550"/>
                    </a:cubicBezTo>
                    <a:cubicBezTo>
                      <a:pt x="71276" y="28625"/>
                      <a:pt x="73113" y="27753"/>
                      <a:pt x="74989" y="26946"/>
                    </a:cubicBezTo>
                    <a:cubicBezTo>
                      <a:pt x="74989" y="26946"/>
                      <a:pt x="75002" y="26939"/>
                      <a:pt x="75015" y="26939"/>
                    </a:cubicBezTo>
                    <a:cubicBezTo>
                      <a:pt x="75291" y="26841"/>
                      <a:pt x="77180" y="26087"/>
                      <a:pt x="77469" y="25982"/>
                    </a:cubicBezTo>
                    <a:cubicBezTo>
                      <a:pt x="78663" y="25536"/>
                      <a:pt x="79870" y="25116"/>
                      <a:pt x="81083" y="24709"/>
                    </a:cubicBezTo>
                    <a:cubicBezTo>
                      <a:pt x="92871" y="20812"/>
                      <a:pt x="103774" y="19428"/>
                      <a:pt x="116224" y="20189"/>
                    </a:cubicBezTo>
                    <a:cubicBezTo>
                      <a:pt x="117418" y="20255"/>
                      <a:pt x="118612" y="20353"/>
                      <a:pt x="119806" y="20465"/>
                    </a:cubicBezTo>
                    <a:cubicBezTo>
                      <a:pt x="120167" y="20504"/>
                      <a:pt x="122004" y="20721"/>
                      <a:pt x="122135" y="20721"/>
                    </a:cubicBezTo>
                    <a:cubicBezTo>
                      <a:pt x="124628" y="21075"/>
                      <a:pt x="127094" y="21541"/>
                      <a:pt x="129548" y="22098"/>
                    </a:cubicBezTo>
                    <a:cubicBezTo>
                      <a:pt x="134546" y="23220"/>
                      <a:pt x="139453" y="24735"/>
                      <a:pt x="144222" y="26611"/>
                    </a:cubicBezTo>
                    <a:cubicBezTo>
                      <a:pt x="144301" y="26644"/>
                      <a:pt x="144635" y="26782"/>
                      <a:pt x="144950" y="26907"/>
                    </a:cubicBezTo>
                    <a:cubicBezTo>
                      <a:pt x="144957" y="26913"/>
                      <a:pt x="144957" y="26913"/>
                      <a:pt x="144963" y="26913"/>
                    </a:cubicBezTo>
                    <a:cubicBezTo>
                      <a:pt x="144989" y="26920"/>
                      <a:pt x="145003" y="26939"/>
                      <a:pt x="145022" y="26939"/>
                    </a:cubicBezTo>
                    <a:cubicBezTo>
                      <a:pt x="145042" y="26953"/>
                      <a:pt x="145055" y="26953"/>
                      <a:pt x="145075" y="26959"/>
                    </a:cubicBezTo>
                    <a:lnTo>
                      <a:pt x="145088" y="26966"/>
                    </a:lnTo>
                    <a:cubicBezTo>
                      <a:pt x="145114" y="26985"/>
                      <a:pt x="145153" y="26992"/>
                      <a:pt x="145186" y="27005"/>
                    </a:cubicBezTo>
                    <a:cubicBezTo>
                      <a:pt x="145193" y="27005"/>
                      <a:pt x="145199" y="27011"/>
                      <a:pt x="145213" y="27018"/>
                    </a:cubicBezTo>
                    <a:cubicBezTo>
                      <a:pt x="145239" y="27025"/>
                      <a:pt x="145265" y="27044"/>
                      <a:pt x="145298" y="27057"/>
                    </a:cubicBezTo>
                    <a:lnTo>
                      <a:pt x="145304" y="27057"/>
                    </a:lnTo>
                    <a:cubicBezTo>
                      <a:pt x="145363" y="27077"/>
                      <a:pt x="145416" y="27103"/>
                      <a:pt x="145462" y="27123"/>
                    </a:cubicBezTo>
                    <a:lnTo>
                      <a:pt x="145468" y="27123"/>
                    </a:lnTo>
                    <a:cubicBezTo>
                      <a:pt x="145659" y="27215"/>
                      <a:pt x="145823" y="27281"/>
                      <a:pt x="145849" y="27294"/>
                    </a:cubicBezTo>
                    <a:cubicBezTo>
                      <a:pt x="147030" y="27831"/>
                      <a:pt x="148210" y="28376"/>
                      <a:pt x="149385" y="28953"/>
                    </a:cubicBezTo>
                    <a:cubicBezTo>
                      <a:pt x="151713" y="30101"/>
                      <a:pt x="153996" y="31341"/>
                      <a:pt x="156233" y="32673"/>
                    </a:cubicBezTo>
                    <a:cubicBezTo>
                      <a:pt x="158188" y="33827"/>
                      <a:pt x="160090" y="35047"/>
                      <a:pt x="161960" y="36340"/>
                    </a:cubicBezTo>
                    <a:cubicBezTo>
                      <a:pt x="163022" y="37068"/>
                      <a:pt x="164059" y="37835"/>
                      <a:pt x="165102" y="38596"/>
                    </a:cubicBezTo>
                    <a:cubicBezTo>
                      <a:pt x="165148" y="38636"/>
                      <a:pt x="165227" y="38695"/>
                      <a:pt x="165325" y="38773"/>
                    </a:cubicBezTo>
                    <a:cubicBezTo>
                      <a:pt x="165345" y="38787"/>
                      <a:pt x="165364" y="38800"/>
                      <a:pt x="165378" y="38819"/>
                    </a:cubicBezTo>
                    <a:cubicBezTo>
                      <a:pt x="165410" y="38839"/>
                      <a:pt x="165443" y="38865"/>
                      <a:pt x="165469" y="38885"/>
                    </a:cubicBezTo>
                    <a:cubicBezTo>
                      <a:pt x="165509" y="38918"/>
                      <a:pt x="165535" y="38937"/>
                      <a:pt x="165568" y="38970"/>
                    </a:cubicBezTo>
                    <a:cubicBezTo>
                      <a:pt x="165574" y="38970"/>
                      <a:pt x="165581" y="38977"/>
                      <a:pt x="165587" y="38983"/>
                    </a:cubicBezTo>
                    <a:cubicBezTo>
                      <a:pt x="165627" y="39016"/>
                      <a:pt x="165660" y="39036"/>
                      <a:pt x="165686" y="39055"/>
                    </a:cubicBezTo>
                    <a:cubicBezTo>
                      <a:pt x="165719" y="39082"/>
                      <a:pt x="165751" y="39101"/>
                      <a:pt x="165771" y="39128"/>
                    </a:cubicBezTo>
                    <a:cubicBezTo>
                      <a:pt x="166125" y="39410"/>
                      <a:pt x="166480" y="39698"/>
                      <a:pt x="166834" y="39987"/>
                    </a:cubicBezTo>
                    <a:cubicBezTo>
                      <a:pt x="170691" y="43162"/>
                      <a:pt x="174305" y="46626"/>
                      <a:pt x="177644" y="50345"/>
                    </a:cubicBezTo>
                    <a:cubicBezTo>
                      <a:pt x="178510" y="51296"/>
                      <a:pt x="179357" y="52274"/>
                      <a:pt x="180183" y="53264"/>
                    </a:cubicBezTo>
                    <a:cubicBezTo>
                      <a:pt x="180400" y="53520"/>
                      <a:pt x="181443" y="54825"/>
                      <a:pt x="181607" y="55003"/>
                    </a:cubicBezTo>
                    <a:cubicBezTo>
                      <a:pt x="181620" y="55016"/>
                      <a:pt x="181626" y="55022"/>
                      <a:pt x="181620" y="55029"/>
                    </a:cubicBezTo>
                    <a:cubicBezTo>
                      <a:pt x="183089" y="56931"/>
                      <a:pt x="184454" y="58912"/>
                      <a:pt x="185759" y="60926"/>
                    </a:cubicBezTo>
                    <a:cubicBezTo>
                      <a:pt x="192207" y="70871"/>
                      <a:pt x="196478" y="81353"/>
                      <a:pt x="198853" y="93010"/>
                    </a:cubicBezTo>
                    <a:cubicBezTo>
                      <a:pt x="200020" y="98717"/>
                      <a:pt x="200479" y="104241"/>
                      <a:pt x="200512" y="110499"/>
                    </a:cubicBezTo>
                    <a:cubicBezTo>
                      <a:pt x="200460" y="121185"/>
                      <a:pt x="199364" y="128709"/>
                      <a:pt x="195782" y="139507"/>
                    </a:cubicBezTo>
                    <a:cubicBezTo>
                      <a:pt x="193959" y="145004"/>
                      <a:pt x="193401" y="146329"/>
                      <a:pt x="190751" y="151465"/>
                    </a:cubicBezTo>
                    <a:cubicBezTo>
                      <a:pt x="188462" y="155919"/>
                      <a:pt x="185831" y="160190"/>
                      <a:pt x="182899" y="164250"/>
                    </a:cubicBezTo>
                    <a:cubicBezTo>
                      <a:pt x="182715" y="164513"/>
                      <a:pt x="181797" y="165720"/>
                      <a:pt x="181607" y="165976"/>
                    </a:cubicBezTo>
                    <a:cubicBezTo>
                      <a:pt x="181607" y="165989"/>
                      <a:pt x="181593" y="166008"/>
                      <a:pt x="181574" y="166022"/>
                    </a:cubicBezTo>
                    <a:lnTo>
                      <a:pt x="181567" y="166028"/>
                    </a:lnTo>
                    <a:cubicBezTo>
                      <a:pt x="180872" y="166901"/>
                      <a:pt x="180170" y="167766"/>
                      <a:pt x="179435" y="168619"/>
                    </a:cubicBezTo>
                    <a:cubicBezTo>
                      <a:pt x="177769" y="170568"/>
                      <a:pt x="176031" y="172463"/>
                      <a:pt x="174214" y="174287"/>
                    </a:cubicBezTo>
                    <a:cubicBezTo>
                      <a:pt x="172521" y="175993"/>
                      <a:pt x="170757" y="177639"/>
                      <a:pt x="168939" y="179227"/>
                    </a:cubicBezTo>
                    <a:cubicBezTo>
                      <a:pt x="168100" y="179968"/>
                      <a:pt x="167240" y="180689"/>
                      <a:pt x="166368" y="181398"/>
                    </a:cubicBezTo>
                    <a:cubicBezTo>
                      <a:pt x="166020" y="181680"/>
                      <a:pt x="165673" y="181962"/>
                      <a:pt x="165318" y="182238"/>
                    </a:cubicBezTo>
                    <a:lnTo>
                      <a:pt x="165312" y="182244"/>
                    </a:lnTo>
                    <a:lnTo>
                      <a:pt x="165305" y="182257"/>
                    </a:lnTo>
                    <a:cubicBezTo>
                      <a:pt x="165299" y="182257"/>
                      <a:pt x="165299" y="182257"/>
                      <a:pt x="165279" y="182264"/>
                    </a:cubicBezTo>
                    <a:cubicBezTo>
                      <a:pt x="165273" y="182270"/>
                      <a:pt x="165266" y="182277"/>
                      <a:pt x="165259" y="182284"/>
                    </a:cubicBezTo>
                    <a:cubicBezTo>
                      <a:pt x="165259" y="182290"/>
                      <a:pt x="165253" y="182290"/>
                      <a:pt x="165246" y="182290"/>
                    </a:cubicBezTo>
                    <a:cubicBezTo>
                      <a:pt x="165240" y="182303"/>
                      <a:pt x="165227" y="182310"/>
                      <a:pt x="165214" y="182323"/>
                    </a:cubicBezTo>
                    <a:cubicBezTo>
                      <a:pt x="165200" y="182336"/>
                      <a:pt x="165174" y="182356"/>
                      <a:pt x="165154" y="182369"/>
                    </a:cubicBezTo>
                    <a:cubicBezTo>
                      <a:pt x="165154" y="182375"/>
                      <a:pt x="165148" y="182375"/>
                      <a:pt x="165141" y="182375"/>
                    </a:cubicBezTo>
                    <a:cubicBezTo>
                      <a:pt x="165115" y="182388"/>
                      <a:pt x="165095" y="182408"/>
                      <a:pt x="165069" y="182428"/>
                    </a:cubicBezTo>
                    <a:cubicBezTo>
                      <a:pt x="165056" y="182434"/>
                      <a:pt x="165043" y="182454"/>
                      <a:pt x="165023" y="182467"/>
                    </a:cubicBezTo>
                    <a:cubicBezTo>
                      <a:pt x="164787" y="182638"/>
                      <a:pt x="164453" y="182887"/>
                      <a:pt x="164243" y="183038"/>
                    </a:cubicBezTo>
                    <a:cubicBezTo>
                      <a:pt x="155544" y="189394"/>
                      <a:pt x="146715" y="193934"/>
                      <a:pt x="136947" y="196932"/>
                    </a:cubicBezTo>
                    <a:close/>
                    <a:moveTo>
                      <a:pt x="213022" y="69460"/>
                    </a:moveTo>
                    <a:cubicBezTo>
                      <a:pt x="212917" y="69178"/>
                      <a:pt x="212792" y="68883"/>
                      <a:pt x="212674" y="68595"/>
                    </a:cubicBezTo>
                    <a:cubicBezTo>
                      <a:pt x="212189" y="67414"/>
                      <a:pt x="211684" y="66233"/>
                      <a:pt x="211159" y="65065"/>
                    </a:cubicBezTo>
                    <a:cubicBezTo>
                      <a:pt x="211001" y="64698"/>
                      <a:pt x="210844" y="64344"/>
                      <a:pt x="210667" y="63983"/>
                    </a:cubicBezTo>
                    <a:lnTo>
                      <a:pt x="210667" y="63976"/>
                    </a:lnTo>
                    <a:cubicBezTo>
                      <a:pt x="210293" y="63156"/>
                      <a:pt x="209899" y="62336"/>
                      <a:pt x="209493" y="61516"/>
                    </a:cubicBezTo>
                    <a:cubicBezTo>
                      <a:pt x="209355" y="61221"/>
                      <a:pt x="209217" y="60933"/>
                      <a:pt x="209060" y="60637"/>
                    </a:cubicBezTo>
                    <a:cubicBezTo>
                      <a:pt x="204809" y="52155"/>
                      <a:pt x="199463" y="44185"/>
                      <a:pt x="193106" y="36923"/>
                    </a:cubicBezTo>
                    <a:cubicBezTo>
                      <a:pt x="178189" y="19888"/>
                      <a:pt x="157558" y="7529"/>
                      <a:pt x="135491" y="2438"/>
                    </a:cubicBezTo>
                    <a:cubicBezTo>
                      <a:pt x="117733" y="-1662"/>
                      <a:pt x="99562" y="-1183"/>
                      <a:pt x="82513" y="3239"/>
                    </a:cubicBezTo>
                    <a:cubicBezTo>
                      <a:pt x="53827" y="10664"/>
                      <a:pt x="28316" y="29262"/>
                      <a:pt x="13261" y="56039"/>
                    </a:cubicBezTo>
                    <a:cubicBezTo>
                      <a:pt x="2260" y="75600"/>
                      <a:pt x="-2765" y="98698"/>
                      <a:pt x="-449" y="121047"/>
                    </a:cubicBezTo>
                    <a:cubicBezTo>
                      <a:pt x="1853" y="143233"/>
                      <a:pt x="10348" y="163699"/>
                      <a:pt x="24360" y="181037"/>
                    </a:cubicBezTo>
                    <a:cubicBezTo>
                      <a:pt x="32199" y="190739"/>
                      <a:pt x="41809" y="198965"/>
                      <a:pt x="52489" y="205420"/>
                    </a:cubicBezTo>
                    <a:lnTo>
                      <a:pt x="167444" y="205420"/>
                    </a:lnTo>
                    <a:cubicBezTo>
                      <a:pt x="168152" y="205000"/>
                      <a:pt x="168861" y="204567"/>
                      <a:pt x="169563" y="204115"/>
                    </a:cubicBezTo>
                    <a:cubicBezTo>
                      <a:pt x="171295" y="203032"/>
                      <a:pt x="172994" y="201891"/>
                      <a:pt x="174666" y="200704"/>
                    </a:cubicBezTo>
                    <a:cubicBezTo>
                      <a:pt x="176214" y="199601"/>
                      <a:pt x="177717" y="198467"/>
                      <a:pt x="179206" y="197286"/>
                    </a:cubicBezTo>
                    <a:cubicBezTo>
                      <a:pt x="182643" y="194564"/>
                      <a:pt x="185936" y="191612"/>
                      <a:pt x="189059" y="188443"/>
                    </a:cubicBezTo>
                    <a:cubicBezTo>
                      <a:pt x="204861" y="172391"/>
                      <a:pt x="215921" y="151308"/>
                      <a:pt x="219424" y="129011"/>
                    </a:cubicBezTo>
                    <a:cubicBezTo>
                      <a:pt x="220388" y="122923"/>
                      <a:pt x="220979" y="116823"/>
                      <a:pt x="221018" y="110663"/>
                    </a:cubicBezTo>
                    <a:lnTo>
                      <a:pt x="221018" y="110374"/>
                    </a:lnTo>
                    <a:cubicBezTo>
                      <a:pt x="220913" y="96225"/>
                      <a:pt x="218171" y="82370"/>
                      <a:pt x="213022" y="69460"/>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0" name="Freeform: Shape 329">
                <a:extLst>
                  <a:ext uri="{FF2B5EF4-FFF2-40B4-BE49-F238E27FC236}">
                    <a16:creationId xmlns:a16="http://schemas.microsoft.com/office/drawing/2014/main" id="{275DB48F-A3C3-5469-6D6C-DA13FC7BBEF6}"/>
                  </a:ext>
                </a:extLst>
              </p:cNvPr>
              <p:cNvSpPr/>
              <p:nvPr/>
            </p:nvSpPr>
            <p:spPr>
              <a:xfrm>
                <a:off x="1849362" y="5429091"/>
                <a:ext cx="237629" cy="121701"/>
              </a:xfrm>
              <a:custGeom>
                <a:avLst/>
                <a:gdLst>
                  <a:gd name="csX0" fmla="*/ 185238 w 248152"/>
                  <a:gd name="csY0" fmla="*/ 121999 h 127090"/>
                  <a:gd name="csX1" fmla="*/ 227169 w 248152"/>
                  <a:gd name="csY1" fmla="*/ 121999 h 127090"/>
                  <a:gd name="csX2" fmla="*/ 224716 w 248152"/>
                  <a:gd name="csY2" fmla="*/ 123200 h 127090"/>
                  <a:gd name="csX3" fmla="*/ 215519 w 248152"/>
                  <a:gd name="csY3" fmla="*/ 126716 h 127090"/>
                  <a:gd name="csX4" fmla="*/ 37314 w 248152"/>
                  <a:gd name="csY4" fmla="*/ 126716 h 127090"/>
                  <a:gd name="csX5" fmla="*/ 29940 w 248152"/>
                  <a:gd name="csY5" fmla="*/ 123574 h 127090"/>
                  <a:gd name="csX6" fmla="*/ 29894 w 248152"/>
                  <a:gd name="csY6" fmla="*/ 123554 h 127090"/>
                  <a:gd name="csX7" fmla="*/ 26982 w 248152"/>
                  <a:gd name="csY7" fmla="*/ 121999 h 127090"/>
                  <a:gd name="csX8" fmla="*/ 25965 w 248152"/>
                  <a:gd name="csY8" fmla="*/ 121402 h 127090"/>
                  <a:gd name="csX9" fmla="*/ 25211 w 248152"/>
                  <a:gd name="csY9" fmla="*/ 120950 h 127090"/>
                  <a:gd name="csX10" fmla="*/ 24063 w 248152"/>
                  <a:gd name="csY10" fmla="*/ 120228 h 127090"/>
                  <a:gd name="csX11" fmla="*/ 23453 w 248152"/>
                  <a:gd name="csY11" fmla="*/ 119821 h 127090"/>
                  <a:gd name="csX12" fmla="*/ 22849 w 248152"/>
                  <a:gd name="csY12" fmla="*/ 119415 h 127090"/>
                  <a:gd name="csX13" fmla="*/ 21675 w 248152"/>
                  <a:gd name="csY13" fmla="*/ 118588 h 127090"/>
                  <a:gd name="csX14" fmla="*/ 21668 w 248152"/>
                  <a:gd name="csY14" fmla="*/ 118581 h 127090"/>
                  <a:gd name="csX15" fmla="*/ 20842 w 248152"/>
                  <a:gd name="csY15" fmla="*/ 117971 h 127090"/>
                  <a:gd name="csX16" fmla="*/ 20816 w 248152"/>
                  <a:gd name="csY16" fmla="*/ 117952 h 127090"/>
                  <a:gd name="csX17" fmla="*/ 20750 w 248152"/>
                  <a:gd name="csY17" fmla="*/ 117899 h 127090"/>
                  <a:gd name="csX18" fmla="*/ 19326 w 248152"/>
                  <a:gd name="csY18" fmla="*/ 116777 h 127090"/>
                  <a:gd name="csX19" fmla="*/ 18579 w 248152"/>
                  <a:gd name="csY19" fmla="*/ 116161 h 127090"/>
                  <a:gd name="csX20" fmla="*/ 17142 w 248152"/>
                  <a:gd name="csY20" fmla="*/ 114895 h 127090"/>
                  <a:gd name="csX21" fmla="*/ 16440 w 248152"/>
                  <a:gd name="csY21" fmla="*/ 114245 h 127090"/>
                  <a:gd name="csX22" fmla="*/ 15095 w 248152"/>
                  <a:gd name="csY22" fmla="*/ 112920 h 127090"/>
                  <a:gd name="csX23" fmla="*/ 13810 w 248152"/>
                  <a:gd name="csY23" fmla="*/ 111556 h 127090"/>
                  <a:gd name="csX24" fmla="*/ 12589 w 248152"/>
                  <a:gd name="csY24" fmla="*/ 110165 h 127090"/>
                  <a:gd name="csX25" fmla="*/ 11356 w 248152"/>
                  <a:gd name="csY25" fmla="*/ 108643 h 127090"/>
                  <a:gd name="csX26" fmla="*/ 11337 w 248152"/>
                  <a:gd name="csY26" fmla="*/ 108610 h 127090"/>
                  <a:gd name="csX27" fmla="*/ 10871 w 248152"/>
                  <a:gd name="csY27" fmla="*/ 108014 h 127090"/>
                  <a:gd name="csX28" fmla="*/ 9834 w 248152"/>
                  <a:gd name="csY28" fmla="*/ 106577 h 127090"/>
                  <a:gd name="csX29" fmla="*/ 9802 w 248152"/>
                  <a:gd name="csY29" fmla="*/ 106531 h 127090"/>
                  <a:gd name="csX30" fmla="*/ 8798 w 248152"/>
                  <a:gd name="csY30" fmla="*/ 105029 h 127090"/>
                  <a:gd name="csX31" fmla="*/ 8312 w 248152"/>
                  <a:gd name="csY31" fmla="*/ 104261 h 127090"/>
                  <a:gd name="csX32" fmla="*/ 7689 w 248152"/>
                  <a:gd name="csY32" fmla="*/ 103231 h 127090"/>
                  <a:gd name="csX33" fmla="*/ 6942 w 248152"/>
                  <a:gd name="csY33" fmla="*/ 101926 h 127090"/>
                  <a:gd name="csX34" fmla="*/ 6259 w 248152"/>
                  <a:gd name="csY34" fmla="*/ 100640 h 127090"/>
                  <a:gd name="csX35" fmla="*/ 5807 w 248152"/>
                  <a:gd name="csY35" fmla="*/ 99728 h 127090"/>
                  <a:gd name="csX36" fmla="*/ 5734 w 248152"/>
                  <a:gd name="csY36" fmla="*/ 99604 h 127090"/>
                  <a:gd name="csX37" fmla="*/ 5380 w 248152"/>
                  <a:gd name="csY37" fmla="*/ 98862 h 127090"/>
                  <a:gd name="csX38" fmla="*/ 4796 w 248152"/>
                  <a:gd name="csY38" fmla="*/ 97577 h 127090"/>
                  <a:gd name="csX39" fmla="*/ 4193 w 248152"/>
                  <a:gd name="csY39" fmla="*/ 96153 h 127090"/>
                  <a:gd name="csX40" fmla="*/ 3826 w 248152"/>
                  <a:gd name="csY40" fmla="*/ 95228 h 127090"/>
                  <a:gd name="csX41" fmla="*/ 3753 w 248152"/>
                  <a:gd name="csY41" fmla="*/ 95045 h 127090"/>
                  <a:gd name="csX42" fmla="*/ 3707 w 248152"/>
                  <a:gd name="csY42" fmla="*/ 94933 h 127090"/>
                  <a:gd name="csX43" fmla="*/ 3471 w 248152"/>
                  <a:gd name="csY43" fmla="*/ 94297 h 127090"/>
                  <a:gd name="csX44" fmla="*/ 3248 w 248152"/>
                  <a:gd name="csY44" fmla="*/ 93700 h 127090"/>
                  <a:gd name="csX45" fmla="*/ 2815 w 248152"/>
                  <a:gd name="csY45" fmla="*/ 92434 h 127090"/>
                  <a:gd name="csX46" fmla="*/ 2776 w 248152"/>
                  <a:gd name="csY46" fmla="*/ 92316 h 127090"/>
                  <a:gd name="csX47" fmla="*/ 2559 w 248152"/>
                  <a:gd name="csY47" fmla="*/ 91653 h 127090"/>
                  <a:gd name="csX48" fmla="*/ 2507 w 248152"/>
                  <a:gd name="csY48" fmla="*/ 91483 h 127090"/>
                  <a:gd name="csX49" fmla="*/ 2127 w 248152"/>
                  <a:gd name="csY49" fmla="*/ 90256 h 127090"/>
                  <a:gd name="csX50" fmla="*/ 2127 w 248152"/>
                  <a:gd name="csY50" fmla="*/ 90230 h 127090"/>
                  <a:gd name="csX51" fmla="*/ 1930 w 248152"/>
                  <a:gd name="csY51" fmla="*/ 89567 h 127090"/>
                  <a:gd name="csX52" fmla="*/ 1667 w 248152"/>
                  <a:gd name="csY52" fmla="*/ 88603 h 127090"/>
                  <a:gd name="csX53" fmla="*/ 1628 w 248152"/>
                  <a:gd name="csY53" fmla="*/ 88459 h 127090"/>
                  <a:gd name="csX54" fmla="*/ 1195 w 248152"/>
                  <a:gd name="csY54" fmla="*/ 86720 h 127090"/>
                  <a:gd name="csX55" fmla="*/ 1182 w 248152"/>
                  <a:gd name="csY55" fmla="*/ 86661 h 127090"/>
                  <a:gd name="csX56" fmla="*/ 867 w 248152"/>
                  <a:gd name="csY56" fmla="*/ 85290 h 127090"/>
                  <a:gd name="csX57" fmla="*/ 742 w 248152"/>
                  <a:gd name="csY57" fmla="*/ 84693 h 127090"/>
                  <a:gd name="csX58" fmla="*/ 421 w 248152"/>
                  <a:gd name="csY58" fmla="*/ 83007 h 127090"/>
                  <a:gd name="csX59" fmla="*/ 185 w 248152"/>
                  <a:gd name="csY59" fmla="*/ 81702 h 127090"/>
                  <a:gd name="csX60" fmla="*/ -117 w 248152"/>
                  <a:gd name="csY60" fmla="*/ 79695 h 127090"/>
                  <a:gd name="csX61" fmla="*/ -255 w 248152"/>
                  <a:gd name="csY61" fmla="*/ 78697 h 127090"/>
                  <a:gd name="csX62" fmla="*/ -307 w 248152"/>
                  <a:gd name="csY62" fmla="*/ 78284 h 127090"/>
                  <a:gd name="csX63" fmla="*/ -406 w 248152"/>
                  <a:gd name="csY63" fmla="*/ 77431 h 127090"/>
                  <a:gd name="csX64" fmla="*/ -537 w 248152"/>
                  <a:gd name="csY64" fmla="*/ 76159 h 127090"/>
                  <a:gd name="csX65" fmla="*/ -615 w 248152"/>
                  <a:gd name="csY65" fmla="*/ 75339 h 127090"/>
                  <a:gd name="csX66" fmla="*/ -734 w 248152"/>
                  <a:gd name="csY66" fmla="*/ 73856 h 127090"/>
                  <a:gd name="csX67" fmla="*/ -760 w 248152"/>
                  <a:gd name="csY67" fmla="*/ 73555 h 127090"/>
                  <a:gd name="csX68" fmla="*/ -845 w 248152"/>
                  <a:gd name="csY68" fmla="*/ 72138 h 127090"/>
                  <a:gd name="csX69" fmla="*/ -943 w 248152"/>
                  <a:gd name="csY69" fmla="*/ 69874 h 127090"/>
                  <a:gd name="csX70" fmla="*/ -976 w 248152"/>
                  <a:gd name="csY70" fmla="*/ 68740 h 127090"/>
                  <a:gd name="csX71" fmla="*/ -983 w 248152"/>
                  <a:gd name="csY71" fmla="*/ 68359 h 127090"/>
                  <a:gd name="csX72" fmla="*/ -996 w 248152"/>
                  <a:gd name="csY72" fmla="*/ 67421 h 127090"/>
                  <a:gd name="csX73" fmla="*/ -1003 w 248152"/>
                  <a:gd name="csY73" fmla="*/ 66260 h 127090"/>
                  <a:gd name="csX74" fmla="*/ -989 w 248152"/>
                  <a:gd name="csY74" fmla="*/ 65283 h 127090"/>
                  <a:gd name="csX75" fmla="*/ -911 w 248152"/>
                  <a:gd name="csY75" fmla="*/ 63564 h 127090"/>
                  <a:gd name="csX76" fmla="*/ -871 w 248152"/>
                  <a:gd name="csY76" fmla="*/ 63013 h 127090"/>
                  <a:gd name="csX77" fmla="*/ -865 w 248152"/>
                  <a:gd name="csY77" fmla="*/ 62941 h 127090"/>
                  <a:gd name="csX78" fmla="*/ -819 w 248152"/>
                  <a:gd name="csY78" fmla="*/ 62423 h 127090"/>
                  <a:gd name="csX79" fmla="*/ -740 w 248152"/>
                  <a:gd name="csY79" fmla="*/ 61734 h 127090"/>
                  <a:gd name="csX80" fmla="*/ -635 w 248152"/>
                  <a:gd name="csY80" fmla="*/ 60848 h 127090"/>
                  <a:gd name="csX81" fmla="*/ -622 w 248152"/>
                  <a:gd name="csY81" fmla="*/ 60756 h 127090"/>
                  <a:gd name="csX82" fmla="*/ -491 w 248152"/>
                  <a:gd name="csY82" fmla="*/ 59864 h 127090"/>
                  <a:gd name="csX83" fmla="*/ -379 w 248152"/>
                  <a:gd name="csY83" fmla="*/ 59175 h 127090"/>
                  <a:gd name="csX84" fmla="*/ -255 w 248152"/>
                  <a:gd name="csY84" fmla="*/ 58434 h 127090"/>
                  <a:gd name="csX85" fmla="*/ -202 w 248152"/>
                  <a:gd name="csY85" fmla="*/ 58165 h 127090"/>
                  <a:gd name="csX86" fmla="*/ 80 w 248152"/>
                  <a:gd name="csY86" fmla="*/ 56801 h 127090"/>
                  <a:gd name="csX87" fmla="*/ 86 w 248152"/>
                  <a:gd name="csY87" fmla="*/ 56788 h 127090"/>
                  <a:gd name="csX88" fmla="*/ 250 w 248152"/>
                  <a:gd name="csY88" fmla="*/ 56059 h 127090"/>
                  <a:gd name="csX89" fmla="*/ 487 w 248152"/>
                  <a:gd name="csY89" fmla="*/ 55115 h 127090"/>
                  <a:gd name="csX90" fmla="*/ 513 w 248152"/>
                  <a:gd name="csY90" fmla="*/ 55010 h 127090"/>
                  <a:gd name="csX91" fmla="*/ 801 w 248152"/>
                  <a:gd name="csY91" fmla="*/ 53940 h 127090"/>
                  <a:gd name="csX92" fmla="*/ 1464 w 248152"/>
                  <a:gd name="csY92" fmla="*/ 51730 h 127090"/>
                  <a:gd name="csX93" fmla="*/ 1805 w 248152"/>
                  <a:gd name="csY93" fmla="*/ 50726 h 127090"/>
                  <a:gd name="csX94" fmla="*/ 2179 w 248152"/>
                  <a:gd name="csY94" fmla="*/ 49650 h 127090"/>
                  <a:gd name="csX95" fmla="*/ 2586 w 248152"/>
                  <a:gd name="csY95" fmla="*/ 48575 h 127090"/>
                  <a:gd name="csX96" fmla="*/ 3019 w 248152"/>
                  <a:gd name="csY96" fmla="*/ 47492 h 127090"/>
                  <a:gd name="csX97" fmla="*/ 3471 w 248152"/>
                  <a:gd name="csY97" fmla="*/ 46410 h 127090"/>
                  <a:gd name="csX98" fmla="*/ 3937 w 248152"/>
                  <a:gd name="csY98" fmla="*/ 45341 h 127090"/>
                  <a:gd name="csX99" fmla="*/ 3976 w 248152"/>
                  <a:gd name="csY99" fmla="*/ 45249 h 127090"/>
                  <a:gd name="csX100" fmla="*/ 4180 w 248152"/>
                  <a:gd name="csY100" fmla="*/ 44816 h 127090"/>
                  <a:gd name="csX101" fmla="*/ 4639 w 248152"/>
                  <a:gd name="csY101" fmla="*/ 43825 h 127090"/>
                  <a:gd name="csX102" fmla="*/ 4646 w 248152"/>
                  <a:gd name="csY102" fmla="*/ 43819 h 127090"/>
                  <a:gd name="csX103" fmla="*/ 4750 w 248152"/>
                  <a:gd name="csY103" fmla="*/ 43596 h 127090"/>
                  <a:gd name="csX104" fmla="*/ 5511 w 248152"/>
                  <a:gd name="csY104" fmla="*/ 42080 h 127090"/>
                  <a:gd name="csX105" fmla="*/ 6076 w 248152"/>
                  <a:gd name="csY105" fmla="*/ 41004 h 127090"/>
                  <a:gd name="csX106" fmla="*/ 6620 w 248152"/>
                  <a:gd name="csY106" fmla="*/ 40007 h 127090"/>
                  <a:gd name="csX107" fmla="*/ 7912 w 248152"/>
                  <a:gd name="csY107" fmla="*/ 37784 h 127090"/>
                  <a:gd name="csX108" fmla="*/ 8568 w 248152"/>
                  <a:gd name="csY108" fmla="*/ 36714 h 127090"/>
                  <a:gd name="csX109" fmla="*/ 9244 w 248152"/>
                  <a:gd name="csY109" fmla="*/ 35652 h 127090"/>
                  <a:gd name="csX110" fmla="*/ 9946 w 248152"/>
                  <a:gd name="csY110" fmla="*/ 34602 h 127090"/>
                  <a:gd name="csX111" fmla="*/ 10667 w 248152"/>
                  <a:gd name="csY111" fmla="*/ 33546 h 127090"/>
                  <a:gd name="csX112" fmla="*/ 10766 w 248152"/>
                  <a:gd name="csY112" fmla="*/ 33402 h 127090"/>
                  <a:gd name="csX113" fmla="*/ 11415 w 248152"/>
                  <a:gd name="csY113" fmla="*/ 32496 h 127090"/>
                  <a:gd name="csX114" fmla="*/ 12281 w 248152"/>
                  <a:gd name="csY114" fmla="*/ 31329 h 127090"/>
                  <a:gd name="csX115" fmla="*/ 13173 w 248152"/>
                  <a:gd name="csY115" fmla="*/ 30168 h 127090"/>
                  <a:gd name="csX116" fmla="*/ 14157 w 248152"/>
                  <a:gd name="csY116" fmla="*/ 28941 h 127090"/>
                  <a:gd name="csX117" fmla="*/ 15174 w 248152"/>
                  <a:gd name="csY117" fmla="*/ 27721 h 127090"/>
                  <a:gd name="csX118" fmla="*/ 16014 w 248152"/>
                  <a:gd name="csY118" fmla="*/ 26750 h 127090"/>
                  <a:gd name="csX119" fmla="*/ 16998 w 248152"/>
                  <a:gd name="csY119" fmla="*/ 25641 h 127090"/>
                  <a:gd name="csX120" fmla="*/ 19084 w 248152"/>
                  <a:gd name="csY120" fmla="*/ 23437 h 127090"/>
                  <a:gd name="csX121" fmla="*/ 20042 w 248152"/>
                  <a:gd name="csY121" fmla="*/ 22479 h 127090"/>
                  <a:gd name="csX122" fmla="*/ 21380 w 248152"/>
                  <a:gd name="csY122" fmla="*/ 21200 h 127090"/>
                  <a:gd name="csX123" fmla="*/ 21675 w 248152"/>
                  <a:gd name="csY123" fmla="*/ 20918 h 127090"/>
                  <a:gd name="csX124" fmla="*/ 22023 w 248152"/>
                  <a:gd name="csY124" fmla="*/ 20597 h 127090"/>
                  <a:gd name="csX125" fmla="*/ 23033 w 248152"/>
                  <a:gd name="csY125" fmla="*/ 19685 h 127090"/>
                  <a:gd name="csX126" fmla="*/ 24063 w 248152"/>
                  <a:gd name="csY126" fmla="*/ 18780 h 127090"/>
                  <a:gd name="csX127" fmla="*/ 25020 w 248152"/>
                  <a:gd name="csY127" fmla="*/ 17973 h 127090"/>
                  <a:gd name="csX128" fmla="*/ 26201 w 248152"/>
                  <a:gd name="csY128" fmla="*/ 17009 h 127090"/>
                  <a:gd name="csX129" fmla="*/ 27303 w 248152"/>
                  <a:gd name="csY129" fmla="*/ 16143 h 127090"/>
                  <a:gd name="csX130" fmla="*/ 29402 w 248152"/>
                  <a:gd name="csY130" fmla="*/ 14568 h 127090"/>
                  <a:gd name="csX131" fmla="*/ 29553 w 248152"/>
                  <a:gd name="csY131" fmla="*/ 14463 h 127090"/>
                  <a:gd name="csX132" fmla="*/ 30708 w 248152"/>
                  <a:gd name="csY132" fmla="*/ 13650 h 127090"/>
                  <a:gd name="csX133" fmla="*/ 33082 w 248152"/>
                  <a:gd name="csY133" fmla="*/ 12076 h 127090"/>
                  <a:gd name="csX134" fmla="*/ 34296 w 248152"/>
                  <a:gd name="csY134" fmla="*/ 11315 h 127090"/>
                  <a:gd name="csX135" fmla="*/ 35273 w 248152"/>
                  <a:gd name="csY135" fmla="*/ 10718 h 127090"/>
                  <a:gd name="csX136" fmla="*/ 38225 w 248152"/>
                  <a:gd name="csY136" fmla="*/ 9045 h 127090"/>
                  <a:gd name="csX137" fmla="*/ 39301 w 248152"/>
                  <a:gd name="csY137" fmla="*/ 8481 h 127090"/>
                  <a:gd name="csX138" fmla="*/ 40843 w 248152"/>
                  <a:gd name="csY138" fmla="*/ 7707 h 127090"/>
                  <a:gd name="csX139" fmla="*/ 42411 w 248152"/>
                  <a:gd name="csY139" fmla="*/ 6959 h 127090"/>
                  <a:gd name="csX140" fmla="*/ 43198 w 248152"/>
                  <a:gd name="csY140" fmla="*/ 6598 h 127090"/>
                  <a:gd name="csX141" fmla="*/ 43998 w 248152"/>
                  <a:gd name="csY141" fmla="*/ 6244 h 127090"/>
                  <a:gd name="csX142" fmla="*/ 45540 w 248152"/>
                  <a:gd name="csY142" fmla="*/ 5588 h 127090"/>
                  <a:gd name="csX143" fmla="*/ 45612 w 248152"/>
                  <a:gd name="csY143" fmla="*/ 5562 h 127090"/>
                  <a:gd name="csX144" fmla="*/ 46045 w 248152"/>
                  <a:gd name="csY144" fmla="*/ 5378 h 127090"/>
                  <a:gd name="csX145" fmla="*/ 47252 w 248152"/>
                  <a:gd name="csY145" fmla="*/ 4906 h 127090"/>
                  <a:gd name="csX146" fmla="*/ 47600 w 248152"/>
                  <a:gd name="csY146" fmla="*/ 4774 h 127090"/>
                  <a:gd name="csX147" fmla="*/ 49174 w 248152"/>
                  <a:gd name="csY147" fmla="*/ 4197 h 127090"/>
                  <a:gd name="csX148" fmla="*/ 50033 w 248152"/>
                  <a:gd name="csY148" fmla="*/ 3895 h 127090"/>
                  <a:gd name="csX149" fmla="*/ 52473 w 248152"/>
                  <a:gd name="csY149" fmla="*/ 3115 h 127090"/>
                  <a:gd name="csX150" fmla="*/ 53661 w 248152"/>
                  <a:gd name="csY150" fmla="*/ 2760 h 127090"/>
                  <a:gd name="csX151" fmla="*/ 54901 w 248152"/>
                  <a:gd name="csY151" fmla="*/ 2413 h 127090"/>
                  <a:gd name="csX152" fmla="*/ 56462 w 248152"/>
                  <a:gd name="csY152" fmla="*/ 2000 h 127090"/>
                  <a:gd name="csX153" fmla="*/ 56888 w 248152"/>
                  <a:gd name="csY153" fmla="*/ 1901 h 127090"/>
                  <a:gd name="csX154" fmla="*/ 58443 w 248152"/>
                  <a:gd name="csY154" fmla="*/ 1534 h 127090"/>
                  <a:gd name="csX155" fmla="*/ 60312 w 248152"/>
                  <a:gd name="csY155" fmla="*/ 1147 h 127090"/>
                  <a:gd name="csX156" fmla="*/ 64130 w 248152"/>
                  <a:gd name="csY156" fmla="*/ 491 h 127090"/>
                  <a:gd name="csX157" fmla="*/ 64163 w 248152"/>
                  <a:gd name="csY157" fmla="*/ 484 h 127090"/>
                  <a:gd name="csX158" fmla="*/ 66079 w 248152"/>
                  <a:gd name="csY158" fmla="*/ 235 h 127090"/>
                  <a:gd name="csX159" fmla="*/ 67450 w 248152"/>
                  <a:gd name="csY159" fmla="*/ 84 h 127090"/>
                  <a:gd name="csX160" fmla="*/ 67922 w 248152"/>
                  <a:gd name="csY160" fmla="*/ 32 h 127090"/>
                  <a:gd name="csX161" fmla="*/ 68381 w 248152"/>
                  <a:gd name="csY161" fmla="*/ -14 h 127090"/>
                  <a:gd name="csX162" fmla="*/ 69496 w 248152"/>
                  <a:gd name="csY162" fmla="*/ -113 h 127090"/>
                  <a:gd name="csX163" fmla="*/ 69588 w 248152"/>
                  <a:gd name="csY163" fmla="*/ -119 h 127090"/>
                  <a:gd name="csX164" fmla="*/ 69647 w 248152"/>
                  <a:gd name="csY164" fmla="*/ -126 h 127090"/>
                  <a:gd name="csX165" fmla="*/ 70559 w 248152"/>
                  <a:gd name="csY165" fmla="*/ -192 h 127090"/>
                  <a:gd name="csX166" fmla="*/ 70854 w 248152"/>
                  <a:gd name="csY166" fmla="*/ -211 h 127090"/>
                  <a:gd name="csX167" fmla="*/ 70979 w 248152"/>
                  <a:gd name="csY167" fmla="*/ -218 h 127090"/>
                  <a:gd name="csX168" fmla="*/ 71425 w 248152"/>
                  <a:gd name="csY168" fmla="*/ -244 h 127090"/>
                  <a:gd name="csX169" fmla="*/ 72396 w 248152"/>
                  <a:gd name="csY169" fmla="*/ -296 h 127090"/>
                  <a:gd name="csX170" fmla="*/ 72586 w 248152"/>
                  <a:gd name="csY170" fmla="*/ -303 h 127090"/>
                  <a:gd name="csX171" fmla="*/ 73209 w 248152"/>
                  <a:gd name="csY171" fmla="*/ -323 h 127090"/>
                  <a:gd name="csX172" fmla="*/ 74206 w 248152"/>
                  <a:gd name="csY172" fmla="*/ -356 h 127090"/>
                  <a:gd name="csX173" fmla="*/ 76148 w 248152"/>
                  <a:gd name="csY173" fmla="*/ -375 h 127090"/>
                  <a:gd name="csX174" fmla="*/ 78562 w 248152"/>
                  <a:gd name="csY174" fmla="*/ -362 h 127090"/>
                  <a:gd name="csX175" fmla="*/ 80313 w 248152"/>
                  <a:gd name="csY175" fmla="*/ -336 h 127090"/>
                  <a:gd name="csX176" fmla="*/ 81547 w 248152"/>
                  <a:gd name="csY176" fmla="*/ -316 h 127090"/>
                  <a:gd name="csX177" fmla="*/ 82793 w 248152"/>
                  <a:gd name="csY177" fmla="*/ -283 h 127090"/>
                  <a:gd name="csX178" fmla="*/ 96234 w 248152"/>
                  <a:gd name="csY178" fmla="*/ 392 h 127090"/>
                  <a:gd name="csX179" fmla="*/ 99488 w 248152"/>
                  <a:gd name="csY179" fmla="*/ 655 h 127090"/>
                  <a:gd name="csX180" fmla="*/ 102709 w 248152"/>
                  <a:gd name="csY180" fmla="*/ 943 h 127090"/>
                  <a:gd name="csX181" fmla="*/ 106186 w 248152"/>
                  <a:gd name="csY181" fmla="*/ 1291 h 127090"/>
                  <a:gd name="csX182" fmla="*/ 109190 w 248152"/>
                  <a:gd name="csY182" fmla="*/ 1619 h 127090"/>
                  <a:gd name="csX183" fmla="*/ 109590 w 248152"/>
                  <a:gd name="csY183" fmla="*/ 1665 h 127090"/>
                  <a:gd name="csX184" fmla="*/ 112588 w 248152"/>
                  <a:gd name="csY184" fmla="*/ 2026 h 127090"/>
                  <a:gd name="csX185" fmla="*/ 114228 w 248152"/>
                  <a:gd name="csY185" fmla="*/ 2236 h 127090"/>
                  <a:gd name="csX186" fmla="*/ 131467 w 248152"/>
                  <a:gd name="csY186" fmla="*/ 4945 h 127090"/>
                  <a:gd name="csX187" fmla="*/ 134131 w 248152"/>
                  <a:gd name="csY187" fmla="*/ 5443 h 127090"/>
                  <a:gd name="csX188" fmla="*/ 137699 w 248152"/>
                  <a:gd name="csY188" fmla="*/ 6165 h 127090"/>
                  <a:gd name="csX189" fmla="*/ 139477 w 248152"/>
                  <a:gd name="csY189" fmla="*/ 6532 h 127090"/>
                  <a:gd name="csX190" fmla="*/ 142521 w 248152"/>
                  <a:gd name="csY190" fmla="*/ 7195 h 127090"/>
                  <a:gd name="csX191" fmla="*/ 144088 w 248152"/>
                  <a:gd name="csY191" fmla="*/ 7543 h 127090"/>
                  <a:gd name="csX192" fmla="*/ 145650 w 248152"/>
                  <a:gd name="csY192" fmla="*/ 7903 h 127090"/>
                  <a:gd name="csX193" fmla="*/ 146929 w 248152"/>
                  <a:gd name="csY193" fmla="*/ 8205 h 127090"/>
                  <a:gd name="csX194" fmla="*/ 149461 w 248152"/>
                  <a:gd name="csY194" fmla="*/ 8815 h 127090"/>
                  <a:gd name="csX195" fmla="*/ 151147 w 248152"/>
                  <a:gd name="csY195" fmla="*/ 9235 h 127090"/>
                  <a:gd name="csX196" fmla="*/ 155503 w 248152"/>
                  <a:gd name="csY196" fmla="*/ 10377 h 127090"/>
                  <a:gd name="csX197" fmla="*/ 157582 w 248152"/>
                  <a:gd name="csY197" fmla="*/ 10947 h 127090"/>
                  <a:gd name="csX198" fmla="*/ 159714 w 248152"/>
                  <a:gd name="csY198" fmla="*/ 11551 h 127090"/>
                  <a:gd name="csX199" fmla="*/ 162548 w 248152"/>
                  <a:gd name="csY199" fmla="*/ 12377 h 127090"/>
                  <a:gd name="csX200" fmla="*/ 164293 w 248152"/>
                  <a:gd name="csY200" fmla="*/ 12902 h 127090"/>
                  <a:gd name="csX201" fmla="*/ 173070 w 248152"/>
                  <a:gd name="csY201" fmla="*/ 15775 h 127090"/>
                  <a:gd name="csX202" fmla="*/ 175950 w 248152"/>
                  <a:gd name="csY202" fmla="*/ 16799 h 127090"/>
                  <a:gd name="csX203" fmla="*/ 177550 w 248152"/>
                  <a:gd name="csY203" fmla="*/ 17389 h 127090"/>
                  <a:gd name="csX204" fmla="*/ 179722 w 248152"/>
                  <a:gd name="csY204" fmla="*/ 18209 h 127090"/>
                  <a:gd name="csX205" fmla="*/ 180909 w 248152"/>
                  <a:gd name="csY205" fmla="*/ 18668 h 127090"/>
                  <a:gd name="csX206" fmla="*/ 183881 w 248152"/>
                  <a:gd name="csY206" fmla="*/ 19855 h 127090"/>
                  <a:gd name="csX207" fmla="*/ 185357 w 248152"/>
                  <a:gd name="csY207" fmla="*/ 20459 h 127090"/>
                  <a:gd name="csX208" fmla="*/ 186334 w 248152"/>
                  <a:gd name="csY208" fmla="*/ 20872 h 127090"/>
                  <a:gd name="csX209" fmla="*/ 187817 w 248152"/>
                  <a:gd name="csY209" fmla="*/ 21515 h 127090"/>
                  <a:gd name="csX210" fmla="*/ 188525 w 248152"/>
                  <a:gd name="csY210" fmla="*/ 21823 h 127090"/>
                  <a:gd name="csX211" fmla="*/ 190047 w 248152"/>
                  <a:gd name="csY211" fmla="*/ 22499 h 127090"/>
                  <a:gd name="csX212" fmla="*/ 192133 w 248152"/>
                  <a:gd name="csY212" fmla="*/ 23450 h 127090"/>
                  <a:gd name="csX213" fmla="*/ 192336 w 248152"/>
                  <a:gd name="csY213" fmla="*/ 23549 h 127090"/>
                  <a:gd name="csX214" fmla="*/ 193871 w 248152"/>
                  <a:gd name="csY214" fmla="*/ 24270 h 127090"/>
                  <a:gd name="csX215" fmla="*/ 197597 w 248152"/>
                  <a:gd name="csY215" fmla="*/ 26107 h 127090"/>
                  <a:gd name="csX216" fmla="*/ 199644 w 248152"/>
                  <a:gd name="csY216" fmla="*/ 27170 h 127090"/>
                  <a:gd name="csX217" fmla="*/ 199926 w 248152"/>
                  <a:gd name="csY217" fmla="*/ 27314 h 127090"/>
                  <a:gd name="csX218" fmla="*/ 203226 w 248152"/>
                  <a:gd name="csY218" fmla="*/ 29118 h 127090"/>
                  <a:gd name="csX219" fmla="*/ 204157 w 248152"/>
                  <a:gd name="csY219" fmla="*/ 29643 h 127090"/>
                  <a:gd name="csX220" fmla="*/ 205679 w 248152"/>
                  <a:gd name="csY220" fmla="*/ 30535 h 127090"/>
                  <a:gd name="csX221" fmla="*/ 207135 w 248152"/>
                  <a:gd name="csY221" fmla="*/ 31401 h 127090"/>
                  <a:gd name="csX222" fmla="*/ 208139 w 248152"/>
                  <a:gd name="csY222" fmla="*/ 32011 h 127090"/>
                  <a:gd name="csX223" fmla="*/ 209175 w 248152"/>
                  <a:gd name="csY223" fmla="*/ 32654 h 127090"/>
                  <a:gd name="csX224" fmla="*/ 210035 w 248152"/>
                  <a:gd name="csY224" fmla="*/ 33198 h 127090"/>
                  <a:gd name="csX225" fmla="*/ 211032 w 248152"/>
                  <a:gd name="csY225" fmla="*/ 33841 h 127090"/>
                  <a:gd name="csX226" fmla="*/ 212022 w 248152"/>
                  <a:gd name="csY226" fmla="*/ 34504 h 127090"/>
                  <a:gd name="csX227" fmla="*/ 213387 w 248152"/>
                  <a:gd name="csY227" fmla="*/ 35422 h 127090"/>
                  <a:gd name="csX228" fmla="*/ 214600 w 248152"/>
                  <a:gd name="csY228" fmla="*/ 36262 h 127090"/>
                  <a:gd name="csX229" fmla="*/ 214719 w 248152"/>
                  <a:gd name="csY229" fmla="*/ 36347 h 127090"/>
                  <a:gd name="csX230" fmla="*/ 216640 w 248152"/>
                  <a:gd name="csY230" fmla="*/ 37744 h 127090"/>
                  <a:gd name="csX231" fmla="*/ 218477 w 248152"/>
                  <a:gd name="csY231" fmla="*/ 39128 h 127090"/>
                  <a:gd name="csX232" fmla="*/ 218615 w 248152"/>
                  <a:gd name="csY232" fmla="*/ 39233 h 127090"/>
                  <a:gd name="csX233" fmla="*/ 219632 w 248152"/>
                  <a:gd name="csY233" fmla="*/ 40034 h 127090"/>
                  <a:gd name="csX234" fmla="*/ 220137 w 248152"/>
                  <a:gd name="csY234" fmla="*/ 40440 h 127090"/>
                  <a:gd name="csX235" fmla="*/ 220904 w 248152"/>
                  <a:gd name="csY235" fmla="*/ 41057 h 127090"/>
                  <a:gd name="csX236" fmla="*/ 222466 w 248152"/>
                  <a:gd name="csY236" fmla="*/ 42362 h 127090"/>
                  <a:gd name="csX237" fmla="*/ 222590 w 248152"/>
                  <a:gd name="csY237" fmla="*/ 42474 h 127090"/>
                  <a:gd name="csX238" fmla="*/ 224591 w 248152"/>
                  <a:gd name="csY238" fmla="*/ 44232 h 127090"/>
                  <a:gd name="csX239" fmla="*/ 229793 w 248152"/>
                  <a:gd name="csY239" fmla="*/ 49375 h 127090"/>
                  <a:gd name="csX240" fmla="*/ 229845 w 248152"/>
                  <a:gd name="csY240" fmla="*/ 49427 h 127090"/>
                  <a:gd name="csX241" fmla="*/ 230272 w 248152"/>
                  <a:gd name="csY241" fmla="*/ 49893 h 127090"/>
                  <a:gd name="csX242" fmla="*/ 230744 w 248152"/>
                  <a:gd name="csY242" fmla="*/ 50418 h 127090"/>
                  <a:gd name="csX243" fmla="*/ 231813 w 248152"/>
                  <a:gd name="csY243" fmla="*/ 51638 h 127090"/>
                  <a:gd name="csX244" fmla="*/ 232476 w 248152"/>
                  <a:gd name="csY244" fmla="*/ 52425 h 127090"/>
                  <a:gd name="csX245" fmla="*/ 232712 w 248152"/>
                  <a:gd name="csY245" fmla="*/ 52701 h 127090"/>
                  <a:gd name="csX246" fmla="*/ 232719 w 248152"/>
                  <a:gd name="csY246" fmla="*/ 52720 h 127090"/>
                  <a:gd name="csX247" fmla="*/ 233506 w 248152"/>
                  <a:gd name="csY247" fmla="*/ 53691 h 127090"/>
                  <a:gd name="csX248" fmla="*/ 234542 w 248152"/>
                  <a:gd name="csY248" fmla="*/ 55010 h 127090"/>
                  <a:gd name="csX249" fmla="*/ 234562 w 248152"/>
                  <a:gd name="csY249" fmla="*/ 55036 h 127090"/>
                  <a:gd name="csX250" fmla="*/ 234562 w 248152"/>
                  <a:gd name="csY250" fmla="*/ 55043 h 127090"/>
                  <a:gd name="csX251" fmla="*/ 235225 w 248152"/>
                  <a:gd name="csY251" fmla="*/ 55928 h 127090"/>
                  <a:gd name="csX252" fmla="*/ 236045 w 248152"/>
                  <a:gd name="csY252" fmla="*/ 57070 h 127090"/>
                  <a:gd name="csX253" fmla="*/ 236845 w 248152"/>
                  <a:gd name="csY253" fmla="*/ 58224 h 127090"/>
                  <a:gd name="csX254" fmla="*/ 237612 w 248152"/>
                  <a:gd name="csY254" fmla="*/ 59392 h 127090"/>
                  <a:gd name="csX255" fmla="*/ 238354 w 248152"/>
                  <a:gd name="csY255" fmla="*/ 60559 h 127090"/>
                  <a:gd name="csX256" fmla="*/ 238373 w 248152"/>
                  <a:gd name="csY256" fmla="*/ 60599 h 127090"/>
                  <a:gd name="csX257" fmla="*/ 239069 w 248152"/>
                  <a:gd name="csY257" fmla="*/ 61767 h 127090"/>
                  <a:gd name="csX258" fmla="*/ 240427 w 248152"/>
                  <a:gd name="csY258" fmla="*/ 64200 h 127090"/>
                  <a:gd name="csX259" fmla="*/ 240899 w 248152"/>
                  <a:gd name="csY259" fmla="*/ 65119 h 127090"/>
                  <a:gd name="csX260" fmla="*/ 241358 w 248152"/>
                  <a:gd name="csY260" fmla="*/ 66044 h 127090"/>
                  <a:gd name="csX261" fmla="*/ 241804 w 248152"/>
                  <a:gd name="csY261" fmla="*/ 66988 h 127090"/>
                  <a:gd name="csX262" fmla="*/ 242224 w 248152"/>
                  <a:gd name="csY262" fmla="*/ 67926 h 127090"/>
                  <a:gd name="csX263" fmla="*/ 242768 w 248152"/>
                  <a:gd name="csY263" fmla="*/ 69199 h 127090"/>
                  <a:gd name="csX264" fmla="*/ 243149 w 248152"/>
                  <a:gd name="csY264" fmla="*/ 70150 h 127090"/>
                  <a:gd name="csX265" fmla="*/ 243864 w 248152"/>
                  <a:gd name="csY265" fmla="*/ 72059 h 127090"/>
                  <a:gd name="csX266" fmla="*/ 244198 w 248152"/>
                  <a:gd name="csY266" fmla="*/ 73036 h 127090"/>
                  <a:gd name="csX267" fmla="*/ 244238 w 248152"/>
                  <a:gd name="csY267" fmla="*/ 73154 h 127090"/>
                  <a:gd name="csX268" fmla="*/ 244500 w 248152"/>
                  <a:gd name="csY268" fmla="*/ 73974 h 127090"/>
                  <a:gd name="csX269" fmla="*/ 244546 w 248152"/>
                  <a:gd name="csY269" fmla="*/ 74105 h 127090"/>
                  <a:gd name="csX270" fmla="*/ 244572 w 248152"/>
                  <a:gd name="csY270" fmla="*/ 74211 h 127090"/>
                  <a:gd name="csX271" fmla="*/ 244684 w 248152"/>
                  <a:gd name="csY271" fmla="*/ 74584 h 127090"/>
                  <a:gd name="csX272" fmla="*/ 245025 w 248152"/>
                  <a:gd name="csY272" fmla="*/ 75765 h 127090"/>
                  <a:gd name="csX273" fmla="*/ 245386 w 248152"/>
                  <a:gd name="csY273" fmla="*/ 77123 h 127090"/>
                  <a:gd name="csX274" fmla="*/ 245760 w 248152"/>
                  <a:gd name="csY274" fmla="*/ 78671 h 127090"/>
                  <a:gd name="csX275" fmla="*/ 246081 w 248152"/>
                  <a:gd name="csY275" fmla="*/ 80226 h 127090"/>
                  <a:gd name="csX276" fmla="*/ 246271 w 248152"/>
                  <a:gd name="csY276" fmla="*/ 81276 h 127090"/>
                  <a:gd name="csX277" fmla="*/ 246396 w 248152"/>
                  <a:gd name="csY277" fmla="*/ 82030 h 127090"/>
                  <a:gd name="csX278" fmla="*/ 246534 w 248152"/>
                  <a:gd name="csY278" fmla="*/ 82909 h 127090"/>
                  <a:gd name="csX279" fmla="*/ 246599 w 248152"/>
                  <a:gd name="csY279" fmla="*/ 83355 h 127090"/>
                  <a:gd name="csX280" fmla="*/ 246599 w 248152"/>
                  <a:gd name="csY280" fmla="*/ 83375 h 127090"/>
                  <a:gd name="csX281" fmla="*/ 246626 w 248152"/>
                  <a:gd name="csY281" fmla="*/ 83558 h 127090"/>
                  <a:gd name="csX282" fmla="*/ 246698 w 248152"/>
                  <a:gd name="csY282" fmla="*/ 84136 h 127090"/>
                  <a:gd name="csX283" fmla="*/ 246790 w 248152"/>
                  <a:gd name="csY283" fmla="*/ 84923 h 127090"/>
                  <a:gd name="csX284" fmla="*/ 246803 w 248152"/>
                  <a:gd name="csY284" fmla="*/ 85034 h 127090"/>
                  <a:gd name="csX285" fmla="*/ 246803 w 248152"/>
                  <a:gd name="csY285" fmla="*/ 85041 h 127090"/>
                  <a:gd name="csX286" fmla="*/ 246842 w 248152"/>
                  <a:gd name="csY286" fmla="*/ 85434 h 127090"/>
                  <a:gd name="csX287" fmla="*/ 246927 w 248152"/>
                  <a:gd name="csY287" fmla="*/ 86320 h 127090"/>
                  <a:gd name="csX288" fmla="*/ 246954 w 248152"/>
                  <a:gd name="csY288" fmla="*/ 86641 h 127090"/>
                  <a:gd name="csX289" fmla="*/ 247019 w 248152"/>
                  <a:gd name="csY289" fmla="*/ 87678 h 127090"/>
                  <a:gd name="csX290" fmla="*/ 247052 w 248152"/>
                  <a:gd name="csY290" fmla="*/ 88117 h 127090"/>
                  <a:gd name="csX291" fmla="*/ 247091 w 248152"/>
                  <a:gd name="csY291" fmla="*/ 88905 h 127090"/>
                  <a:gd name="csX292" fmla="*/ 247131 w 248152"/>
                  <a:gd name="csY292" fmla="*/ 89948 h 127090"/>
                  <a:gd name="csX293" fmla="*/ 247150 w 248152"/>
                  <a:gd name="csY293" fmla="*/ 91529 h 127090"/>
                  <a:gd name="csX294" fmla="*/ 126941 w 248152"/>
                  <a:gd name="csY294" fmla="*/ 91529 h 127090"/>
                  <a:gd name="csX295" fmla="*/ 98248 w 248152"/>
                  <a:gd name="csY295" fmla="*/ 111746 h 127090"/>
                  <a:gd name="csX296" fmla="*/ 96477 w 248152"/>
                  <a:gd name="csY296" fmla="*/ 121947 h 127090"/>
                  <a:gd name="csX297" fmla="*/ 96477 w 248152"/>
                  <a:gd name="csY297" fmla="*/ 121999 h 127090"/>
                  <a:gd name="csX298" fmla="*/ 183159 w 248152"/>
                  <a:gd name="csY298" fmla="*/ 121999 h 127090"/>
                  <a:gd name="csX299" fmla="*/ 185238 w 248152"/>
                  <a:gd name="csY299" fmla="*/ 121999 h 1270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Lst>
                <a:rect l="l" t="t" r="r" b="b"/>
                <a:pathLst>
                  <a:path w="248152" h="127090">
                    <a:moveTo>
                      <a:pt x="185238" y="121999"/>
                    </a:moveTo>
                    <a:lnTo>
                      <a:pt x="227169" y="121999"/>
                    </a:lnTo>
                    <a:cubicBezTo>
                      <a:pt x="226375" y="122412"/>
                      <a:pt x="225555" y="122812"/>
                      <a:pt x="224716" y="123200"/>
                    </a:cubicBezTo>
                    <a:cubicBezTo>
                      <a:pt x="221862" y="124518"/>
                      <a:pt x="218786" y="125692"/>
                      <a:pt x="215519" y="126716"/>
                    </a:cubicBezTo>
                    <a:lnTo>
                      <a:pt x="37314" y="126716"/>
                    </a:lnTo>
                    <a:cubicBezTo>
                      <a:pt x="34696" y="125771"/>
                      <a:pt x="32236" y="124721"/>
                      <a:pt x="29940" y="123574"/>
                    </a:cubicBezTo>
                    <a:cubicBezTo>
                      <a:pt x="29927" y="123567"/>
                      <a:pt x="29908" y="123560"/>
                      <a:pt x="29894" y="123554"/>
                    </a:cubicBezTo>
                    <a:cubicBezTo>
                      <a:pt x="28891" y="123055"/>
                      <a:pt x="27920" y="122537"/>
                      <a:pt x="26982" y="121999"/>
                    </a:cubicBezTo>
                    <a:cubicBezTo>
                      <a:pt x="26634" y="121802"/>
                      <a:pt x="26293" y="121606"/>
                      <a:pt x="25965" y="121402"/>
                    </a:cubicBezTo>
                    <a:cubicBezTo>
                      <a:pt x="25716" y="121258"/>
                      <a:pt x="25460" y="121100"/>
                      <a:pt x="25211" y="120950"/>
                    </a:cubicBezTo>
                    <a:cubicBezTo>
                      <a:pt x="24817" y="120713"/>
                      <a:pt x="24443" y="120471"/>
                      <a:pt x="24063" y="120228"/>
                    </a:cubicBezTo>
                    <a:cubicBezTo>
                      <a:pt x="23859" y="120097"/>
                      <a:pt x="23649" y="119959"/>
                      <a:pt x="23453" y="119821"/>
                    </a:cubicBezTo>
                    <a:cubicBezTo>
                      <a:pt x="23249" y="119690"/>
                      <a:pt x="23046" y="119552"/>
                      <a:pt x="22849" y="119415"/>
                    </a:cubicBezTo>
                    <a:cubicBezTo>
                      <a:pt x="22456" y="119146"/>
                      <a:pt x="22062" y="118863"/>
                      <a:pt x="21675" y="118588"/>
                    </a:cubicBezTo>
                    <a:cubicBezTo>
                      <a:pt x="21675" y="118581"/>
                      <a:pt x="21668" y="118581"/>
                      <a:pt x="21668" y="118581"/>
                    </a:cubicBezTo>
                    <a:cubicBezTo>
                      <a:pt x="21393" y="118378"/>
                      <a:pt x="21111" y="118175"/>
                      <a:pt x="20842" y="117971"/>
                    </a:cubicBezTo>
                    <a:cubicBezTo>
                      <a:pt x="20835" y="117965"/>
                      <a:pt x="20822" y="117952"/>
                      <a:pt x="20816" y="117952"/>
                    </a:cubicBezTo>
                    <a:cubicBezTo>
                      <a:pt x="20796" y="117939"/>
                      <a:pt x="20770" y="117919"/>
                      <a:pt x="20750" y="117899"/>
                    </a:cubicBezTo>
                    <a:cubicBezTo>
                      <a:pt x="20264" y="117525"/>
                      <a:pt x="19792" y="117158"/>
                      <a:pt x="19326" y="116777"/>
                    </a:cubicBezTo>
                    <a:cubicBezTo>
                      <a:pt x="19077" y="116574"/>
                      <a:pt x="18828" y="116364"/>
                      <a:pt x="18579" y="116161"/>
                    </a:cubicBezTo>
                    <a:cubicBezTo>
                      <a:pt x="18093" y="115747"/>
                      <a:pt x="17608" y="115315"/>
                      <a:pt x="17142" y="114895"/>
                    </a:cubicBezTo>
                    <a:cubicBezTo>
                      <a:pt x="16899" y="114678"/>
                      <a:pt x="16670" y="114462"/>
                      <a:pt x="16440" y="114245"/>
                    </a:cubicBezTo>
                    <a:cubicBezTo>
                      <a:pt x="15981" y="113812"/>
                      <a:pt x="15528" y="113366"/>
                      <a:pt x="15095" y="112920"/>
                    </a:cubicBezTo>
                    <a:cubicBezTo>
                      <a:pt x="14656" y="112468"/>
                      <a:pt x="14223" y="112015"/>
                      <a:pt x="13810" y="111556"/>
                    </a:cubicBezTo>
                    <a:cubicBezTo>
                      <a:pt x="13396" y="111097"/>
                      <a:pt x="12990" y="110637"/>
                      <a:pt x="12589" y="110165"/>
                    </a:cubicBezTo>
                    <a:cubicBezTo>
                      <a:pt x="12170" y="109667"/>
                      <a:pt x="11756" y="109155"/>
                      <a:pt x="11356" y="108643"/>
                    </a:cubicBezTo>
                    <a:cubicBezTo>
                      <a:pt x="11350" y="108637"/>
                      <a:pt x="11343" y="108617"/>
                      <a:pt x="11337" y="108610"/>
                    </a:cubicBezTo>
                    <a:cubicBezTo>
                      <a:pt x="11173" y="108407"/>
                      <a:pt x="11022" y="108210"/>
                      <a:pt x="10871" y="108014"/>
                    </a:cubicBezTo>
                    <a:cubicBezTo>
                      <a:pt x="10517" y="107535"/>
                      <a:pt x="10175" y="107062"/>
                      <a:pt x="9834" y="106577"/>
                    </a:cubicBezTo>
                    <a:cubicBezTo>
                      <a:pt x="9828" y="106564"/>
                      <a:pt x="9821" y="106551"/>
                      <a:pt x="9802" y="106531"/>
                    </a:cubicBezTo>
                    <a:cubicBezTo>
                      <a:pt x="9460" y="106039"/>
                      <a:pt x="9126" y="105540"/>
                      <a:pt x="8798" y="105029"/>
                    </a:cubicBezTo>
                    <a:cubicBezTo>
                      <a:pt x="8627" y="104773"/>
                      <a:pt x="8470" y="104517"/>
                      <a:pt x="8312" y="104261"/>
                    </a:cubicBezTo>
                    <a:cubicBezTo>
                      <a:pt x="8096" y="103920"/>
                      <a:pt x="7893" y="103579"/>
                      <a:pt x="7689" y="103231"/>
                    </a:cubicBezTo>
                    <a:cubicBezTo>
                      <a:pt x="7433" y="102805"/>
                      <a:pt x="7184" y="102359"/>
                      <a:pt x="6942" y="101926"/>
                    </a:cubicBezTo>
                    <a:cubicBezTo>
                      <a:pt x="6705" y="101499"/>
                      <a:pt x="6482" y="101073"/>
                      <a:pt x="6259" y="100640"/>
                    </a:cubicBezTo>
                    <a:cubicBezTo>
                      <a:pt x="6095" y="100338"/>
                      <a:pt x="5944" y="100030"/>
                      <a:pt x="5807" y="99728"/>
                    </a:cubicBezTo>
                    <a:cubicBezTo>
                      <a:pt x="5780" y="99689"/>
                      <a:pt x="5761" y="99650"/>
                      <a:pt x="5734" y="99604"/>
                    </a:cubicBezTo>
                    <a:cubicBezTo>
                      <a:pt x="5616" y="99361"/>
                      <a:pt x="5498" y="99112"/>
                      <a:pt x="5380" y="98862"/>
                    </a:cubicBezTo>
                    <a:cubicBezTo>
                      <a:pt x="5177" y="98436"/>
                      <a:pt x="4980" y="98003"/>
                      <a:pt x="4796" y="97577"/>
                    </a:cubicBezTo>
                    <a:cubicBezTo>
                      <a:pt x="4586" y="97104"/>
                      <a:pt x="4390" y="96626"/>
                      <a:pt x="4193" y="96153"/>
                    </a:cubicBezTo>
                    <a:cubicBezTo>
                      <a:pt x="4062" y="95845"/>
                      <a:pt x="3944" y="95537"/>
                      <a:pt x="3826" y="95228"/>
                    </a:cubicBezTo>
                    <a:cubicBezTo>
                      <a:pt x="3793" y="95169"/>
                      <a:pt x="3773" y="95104"/>
                      <a:pt x="3753" y="95045"/>
                    </a:cubicBezTo>
                    <a:cubicBezTo>
                      <a:pt x="3740" y="95005"/>
                      <a:pt x="3727" y="94972"/>
                      <a:pt x="3707" y="94933"/>
                    </a:cubicBezTo>
                    <a:cubicBezTo>
                      <a:pt x="3629" y="94723"/>
                      <a:pt x="3543" y="94513"/>
                      <a:pt x="3471" y="94297"/>
                    </a:cubicBezTo>
                    <a:cubicBezTo>
                      <a:pt x="3393" y="94093"/>
                      <a:pt x="3320" y="93903"/>
                      <a:pt x="3248" y="93700"/>
                    </a:cubicBezTo>
                    <a:cubicBezTo>
                      <a:pt x="3097" y="93280"/>
                      <a:pt x="2946" y="92854"/>
                      <a:pt x="2815" y="92434"/>
                    </a:cubicBezTo>
                    <a:cubicBezTo>
                      <a:pt x="2796" y="92394"/>
                      <a:pt x="2782" y="92355"/>
                      <a:pt x="2776" y="92316"/>
                    </a:cubicBezTo>
                    <a:cubicBezTo>
                      <a:pt x="2697" y="92099"/>
                      <a:pt x="2632" y="91876"/>
                      <a:pt x="2559" y="91653"/>
                    </a:cubicBezTo>
                    <a:cubicBezTo>
                      <a:pt x="2540" y="91594"/>
                      <a:pt x="2520" y="91542"/>
                      <a:pt x="2507" y="91483"/>
                    </a:cubicBezTo>
                    <a:cubicBezTo>
                      <a:pt x="2376" y="91076"/>
                      <a:pt x="2251" y="90669"/>
                      <a:pt x="2127" y="90256"/>
                    </a:cubicBezTo>
                    <a:lnTo>
                      <a:pt x="2127" y="90230"/>
                    </a:lnTo>
                    <a:cubicBezTo>
                      <a:pt x="2061" y="90013"/>
                      <a:pt x="1995" y="89790"/>
                      <a:pt x="1930" y="89567"/>
                    </a:cubicBezTo>
                    <a:cubicBezTo>
                      <a:pt x="1844" y="89252"/>
                      <a:pt x="1753" y="88931"/>
                      <a:pt x="1667" y="88603"/>
                    </a:cubicBezTo>
                    <a:cubicBezTo>
                      <a:pt x="1654" y="88557"/>
                      <a:pt x="1641" y="88517"/>
                      <a:pt x="1628" y="88459"/>
                    </a:cubicBezTo>
                    <a:cubicBezTo>
                      <a:pt x="1471" y="87881"/>
                      <a:pt x="1333" y="87304"/>
                      <a:pt x="1195" y="86720"/>
                    </a:cubicBezTo>
                    <a:cubicBezTo>
                      <a:pt x="1188" y="86701"/>
                      <a:pt x="1182" y="86674"/>
                      <a:pt x="1182" y="86661"/>
                    </a:cubicBezTo>
                    <a:cubicBezTo>
                      <a:pt x="1064" y="86202"/>
                      <a:pt x="965" y="85749"/>
                      <a:pt x="867" y="85290"/>
                    </a:cubicBezTo>
                    <a:cubicBezTo>
                      <a:pt x="828" y="85087"/>
                      <a:pt x="788" y="84890"/>
                      <a:pt x="742" y="84693"/>
                    </a:cubicBezTo>
                    <a:cubicBezTo>
                      <a:pt x="631" y="84136"/>
                      <a:pt x="513" y="83571"/>
                      <a:pt x="421" y="83007"/>
                    </a:cubicBezTo>
                    <a:cubicBezTo>
                      <a:pt x="336" y="82581"/>
                      <a:pt x="257" y="82141"/>
                      <a:pt x="185" y="81702"/>
                    </a:cubicBezTo>
                    <a:cubicBezTo>
                      <a:pt x="80" y="81039"/>
                      <a:pt x="-25" y="80370"/>
                      <a:pt x="-117" y="79695"/>
                    </a:cubicBezTo>
                    <a:cubicBezTo>
                      <a:pt x="-169" y="79360"/>
                      <a:pt x="-209" y="79032"/>
                      <a:pt x="-255" y="78697"/>
                    </a:cubicBezTo>
                    <a:cubicBezTo>
                      <a:pt x="-268" y="78566"/>
                      <a:pt x="-287" y="78422"/>
                      <a:pt x="-307" y="78284"/>
                    </a:cubicBezTo>
                    <a:cubicBezTo>
                      <a:pt x="-333" y="77996"/>
                      <a:pt x="-373" y="77720"/>
                      <a:pt x="-406" y="77431"/>
                    </a:cubicBezTo>
                    <a:cubicBezTo>
                      <a:pt x="-458" y="77012"/>
                      <a:pt x="-504" y="76592"/>
                      <a:pt x="-537" y="76159"/>
                    </a:cubicBezTo>
                    <a:cubicBezTo>
                      <a:pt x="-570" y="75890"/>
                      <a:pt x="-589" y="75621"/>
                      <a:pt x="-615" y="75339"/>
                    </a:cubicBezTo>
                    <a:cubicBezTo>
                      <a:pt x="-661" y="74847"/>
                      <a:pt x="-694" y="74355"/>
                      <a:pt x="-734" y="73856"/>
                    </a:cubicBezTo>
                    <a:cubicBezTo>
                      <a:pt x="-740" y="73758"/>
                      <a:pt x="-747" y="73653"/>
                      <a:pt x="-760" y="73555"/>
                    </a:cubicBezTo>
                    <a:cubicBezTo>
                      <a:pt x="-793" y="73082"/>
                      <a:pt x="-819" y="72610"/>
                      <a:pt x="-845" y="72138"/>
                    </a:cubicBezTo>
                    <a:cubicBezTo>
                      <a:pt x="-885" y="71383"/>
                      <a:pt x="-924" y="70629"/>
                      <a:pt x="-943" y="69874"/>
                    </a:cubicBezTo>
                    <a:cubicBezTo>
                      <a:pt x="-963" y="69500"/>
                      <a:pt x="-970" y="69127"/>
                      <a:pt x="-976" y="68740"/>
                    </a:cubicBezTo>
                    <a:cubicBezTo>
                      <a:pt x="-983" y="68615"/>
                      <a:pt x="-983" y="68484"/>
                      <a:pt x="-983" y="68359"/>
                    </a:cubicBezTo>
                    <a:cubicBezTo>
                      <a:pt x="-989" y="68044"/>
                      <a:pt x="-996" y="67736"/>
                      <a:pt x="-996" y="67421"/>
                    </a:cubicBezTo>
                    <a:cubicBezTo>
                      <a:pt x="-1003" y="67041"/>
                      <a:pt x="-1003" y="66654"/>
                      <a:pt x="-1003" y="66260"/>
                    </a:cubicBezTo>
                    <a:cubicBezTo>
                      <a:pt x="-1003" y="65939"/>
                      <a:pt x="-996" y="65604"/>
                      <a:pt x="-989" y="65283"/>
                    </a:cubicBezTo>
                    <a:cubicBezTo>
                      <a:pt x="-976" y="64718"/>
                      <a:pt x="-950" y="64148"/>
                      <a:pt x="-911" y="63564"/>
                    </a:cubicBezTo>
                    <a:cubicBezTo>
                      <a:pt x="-898" y="63387"/>
                      <a:pt x="-885" y="63203"/>
                      <a:pt x="-871" y="63013"/>
                    </a:cubicBezTo>
                    <a:cubicBezTo>
                      <a:pt x="-865" y="62993"/>
                      <a:pt x="-865" y="62960"/>
                      <a:pt x="-865" y="62941"/>
                    </a:cubicBezTo>
                    <a:cubicBezTo>
                      <a:pt x="-845" y="62764"/>
                      <a:pt x="-832" y="62593"/>
                      <a:pt x="-819" y="62423"/>
                    </a:cubicBezTo>
                    <a:cubicBezTo>
                      <a:pt x="-793" y="62186"/>
                      <a:pt x="-773" y="61963"/>
                      <a:pt x="-740" y="61734"/>
                    </a:cubicBezTo>
                    <a:cubicBezTo>
                      <a:pt x="-714" y="61439"/>
                      <a:pt x="-675" y="61137"/>
                      <a:pt x="-635" y="60848"/>
                    </a:cubicBezTo>
                    <a:cubicBezTo>
                      <a:pt x="-629" y="60815"/>
                      <a:pt x="-629" y="60783"/>
                      <a:pt x="-622" y="60756"/>
                    </a:cubicBezTo>
                    <a:cubicBezTo>
                      <a:pt x="-583" y="60461"/>
                      <a:pt x="-537" y="60166"/>
                      <a:pt x="-491" y="59864"/>
                    </a:cubicBezTo>
                    <a:cubicBezTo>
                      <a:pt x="-458" y="59635"/>
                      <a:pt x="-419" y="59405"/>
                      <a:pt x="-379" y="59175"/>
                    </a:cubicBezTo>
                    <a:cubicBezTo>
                      <a:pt x="-340" y="58926"/>
                      <a:pt x="-301" y="58683"/>
                      <a:pt x="-255" y="58434"/>
                    </a:cubicBezTo>
                    <a:cubicBezTo>
                      <a:pt x="-235" y="58342"/>
                      <a:pt x="-215" y="58257"/>
                      <a:pt x="-202" y="58165"/>
                    </a:cubicBezTo>
                    <a:cubicBezTo>
                      <a:pt x="-110" y="57712"/>
                      <a:pt x="-19" y="57253"/>
                      <a:pt x="80" y="56801"/>
                    </a:cubicBezTo>
                    <a:cubicBezTo>
                      <a:pt x="86" y="56794"/>
                      <a:pt x="86" y="56794"/>
                      <a:pt x="86" y="56788"/>
                    </a:cubicBezTo>
                    <a:cubicBezTo>
                      <a:pt x="139" y="56545"/>
                      <a:pt x="191" y="56302"/>
                      <a:pt x="250" y="56059"/>
                    </a:cubicBezTo>
                    <a:cubicBezTo>
                      <a:pt x="329" y="55744"/>
                      <a:pt x="401" y="55430"/>
                      <a:pt x="487" y="55115"/>
                    </a:cubicBezTo>
                    <a:cubicBezTo>
                      <a:pt x="493" y="55075"/>
                      <a:pt x="500" y="55036"/>
                      <a:pt x="513" y="55010"/>
                    </a:cubicBezTo>
                    <a:cubicBezTo>
                      <a:pt x="605" y="54656"/>
                      <a:pt x="697" y="54301"/>
                      <a:pt x="801" y="53940"/>
                    </a:cubicBezTo>
                    <a:cubicBezTo>
                      <a:pt x="1005" y="53206"/>
                      <a:pt x="1221" y="52471"/>
                      <a:pt x="1464" y="51730"/>
                    </a:cubicBezTo>
                    <a:cubicBezTo>
                      <a:pt x="1575" y="51389"/>
                      <a:pt x="1680" y="51061"/>
                      <a:pt x="1805" y="50726"/>
                    </a:cubicBezTo>
                    <a:cubicBezTo>
                      <a:pt x="1923" y="50365"/>
                      <a:pt x="2054" y="50011"/>
                      <a:pt x="2179" y="49650"/>
                    </a:cubicBezTo>
                    <a:cubicBezTo>
                      <a:pt x="2317" y="49290"/>
                      <a:pt x="2454" y="48935"/>
                      <a:pt x="2586" y="48575"/>
                    </a:cubicBezTo>
                    <a:cubicBezTo>
                      <a:pt x="2723" y="48214"/>
                      <a:pt x="2868" y="47853"/>
                      <a:pt x="3019" y="47492"/>
                    </a:cubicBezTo>
                    <a:cubicBezTo>
                      <a:pt x="3163" y="47125"/>
                      <a:pt x="3314" y="46771"/>
                      <a:pt x="3471" y="46410"/>
                    </a:cubicBezTo>
                    <a:cubicBezTo>
                      <a:pt x="3622" y="46056"/>
                      <a:pt x="3780" y="45695"/>
                      <a:pt x="3937" y="45341"/>
                    </a:cubicBezTo>
                    <a:cubicBezTo>
                      <a:pt x="3950" y="45314"/>
                      <a:pt x="3963" y="45282"/>
                      <a:pt x="3976" y="45249"/>
                    </a:cubicBezTo>
                    <a:cubicBezTo>
                      <a:pt x="4042" y="45111"/>
                      <a:pt x="4108" y="44967"/>
                      <a:pt x="4180" y="44816"/>
                    </a:cubicBezTo>
                    <a:cubicBezTo>
                      <a:pt x="4331" y="44488"/>
                      <a:pt x="4488" y="44160"/>
                      <a:pt x="4639" y="43825"/>
                    </a:cubicBezTo>
                    <a:lnTo>
                      <a:pt x="4646" y="43819"/>
                    </a:lnTo>
                    <a:cubicBezTo>
                      <a:pt x="4685" y="43746"/>
                      <a:pt x="4718" y="43668"/>
                      <a:pt x="4750" y="43596"/>
                    </a:cubicBezTo>
                    <a:cubicBezTo>
                      <a:pt x="5000" y="43090"/>
                      <a:pt x="5256" y="42585"/>
                      <a:pt x="5511" y="42080"/>
                    </a:cubicBezTo>
                    <a:cubicBezTo>
                      <a:pt x="5688" y="41726"/>
                      <a:pt x="5879" y="41365"/>
                      <a:pt x="6076" y="41004"/>
                    </a:cubicBezTo>
                    <a:lnTo>
                      <a:pt x="6620" y="40007"/>
                    </a:lnTo>
                    <a:cubicBezTo>
                      <a:pt x="7033" y="39266"/>
                      <a:pt x="7460" y="38525"/>
                      <a:pt x="7912" y="37784"/>
                    </a:cubicBezTo>
                    <a:cubicBezTo>
                      <a:pt x="8122" y="37423"/>
                      <a:pt x="8345" y="37069"/>
                      <a:pt x="8568" y="36714"/>
                    </a:cubicBezTo>
                    <a:cubicBezTo>
                      <a:pt x="8785" y="36360"/>
                      <a:pt x="9021" y="36006"/>
                      <a:pt x="9244" y="35652"/>
                    </a:cubicBezTo>
                    <a:cubicBezTo>
                      <a:pt x="9480" y="35297"/>
                      <a:pt x="9716" y="34950"/>
                      <a:pt x="9946" y="34602"/>
                    </a:cubicBezTo>
                    <a:cubicBezTo>
                      <a:pt x="10189" y="34248"/>
                      <a:pt x="10431" y="33894"/>
                      <a:pt x="10667" y="33546"/>
                    </a:cubicBezTo>
                    <a:cubicBezTo>
                      <a:pt x="10700" y="33500"/>
                      <a:pt x="10740" y="33447"/>
                      <a:pt x="10766" y="33402"/>
                    </a:cubicBezTo>
                    <a:cubicBezTo>
                      <a:pt x="10989" y="33100"/>
                      <a:pt x="11199" y="32798"/>
                      <a:pt x="11415" y="32496"/>
                    </a:cubicBezTo>
                    <a:cubicBezTo>
                      <a:pt x="11704" y="32109"/>
                      <a:pt x="11986" y="31716"/>
                      <a:pt x="12281" y="31329"/>
                    </a:cubicBezTo>
                    <a:cubicBezTo>
                      <a:pt x="12576" y="30942"/>
                      <a:pt x="12872" y="30555"/>
                      <a:pt x="13173" y="30168"/>
                    </a:cubicBezTo>
                    <a:cubicBezTo>
                      <a:pt x="13495" y="29754"/>
                      <a:pt x="13829" y="29348"/>
                      <a:pt x="14157" y="28941"/>
                    </a:cubicBezTo>
                    <a:cubicBezTo>
                      <a:pt x="14492" y="28534"/>
                      <a:pt x="14826" y="28128"/>
                      <a:pt x="15174" y="27721"/>
                    </a:cubicBezTo>
                    <a:cubicBezTo>
                      <a:pt x="15450" y="27399"/>
                      <a:pt x="15725" y="27071"/>
                      <a:pt x="16014" y="26750"/>
                    </a:cubicBezTo>
                    <a:cubicBezTo>
                      <a:pt x="16335" y="26383"/>
                      <a:pt x="16670" y="26002"/>
                      <a:pt x="16998" y="25641"/>
                    </a:cubicBezTo>
                    <a:cubicBezTo>
                      <a:pt x="17673" y="24900"/>
                      <a:pt x="18369" y="24159"/>
                      <a:pt x="19084" y="23437"/>
                    </a:cubicBezTo>
                    <a:cubicBezTo>
                      <a:pt x="19392" y="23122"/>
                      <a:pt x="19720" y="22794"/>
                      <a:pt x="20042" y="22479"/>
                    </a:cubicBezTo>
                    <a:cubicBezTo>
                      <a:pt x="20481" y="22040"/>
                      <a:pt x="20934" y="21613"/>
                      <a:pt x="21380" y="21200"/>
                    </a:cubicBezTo>
                    <a:cubicBezTo>
                      <a:pt x="21478" y="21102"/>
                      <a:pt x="21576" y="21010"/>
                      <a:pt x="21675" y="20918"/>
                    </a:cubicBezTo>
                    <a:cubicBezTo>
                      <a:pt x="21786" y="20813"/>
                      <a:pt x="21911" y="20702"/>
                      <a:pt x="22023" y="20597"/>
                    </a:cubicBezTo>
                    <a:cubicBezTo>
                      <a:pt x="22357" y="20289"/>
                      <a:pt x="22692" y="19987"/>
                      <a:pt x="23033" y="19685"/>
                    </a:cubicBezTo>
                    <a:cubicBezTo>
                      <a:pt x="23374" y="19377"/>
                      <a:pt x="23715" y="19075"/>
                      <a:pt x="24063" y="18780"/>
                    </a:cubicBezTo>
                    <a:cubicBezTo>
                      <a:pt x="24384" y="18511"/>
                      <a:pt x="24699" y="18235"/>
                      <a:pt x="25020" y="17973"/>
                    </a:cubicBezTo>
                    <a:cubicBezTo>
                      <a:pt x="25414" y="17651"/>
                      <a:pt x="25808" y="17323"/>
                      <a:pt x="26201" y="17009"/>
                    </a:cubicBezTo>
                    <a:cubicBezTo>
                      <a:pt x="26569" y="16713"/>
                      <a:pt x="26936" y="16431"/>
                      <a:pt x="27303" y="16143"/>
                    </a:cubicBezTo>
                    <a:cubicBezTo>
                      <a:pt x="27992" y="15611"/>
                      <a:pt x="28687" y="15086"/>
                      <a:pt x="29402" y="14568"/>
                    </a:cubicBezTo>
                    <a:cubicBezTo>
                      <a:pt x="29461" y="14529"/>
                      <a:pt x="29514" y="14496"/>
                      <a:pt x="29553" y="14463"/>
                    </a:cubicBezTo>
                    <a:cubicBezTo>
                      <a:pt x="29934" y="14194"/>
                      <a:pt x="30327" y="13919"/>
                      <a:pt x="30708" y="13650"/>
                    </a:cubicBezTo>
                    <a:cubicBezTo>
                      <a:pt x="31482" y="13118"/>
                      <a:pt x="32276" y="12587"/>
                      <a:pt x="33082" y="12076"/>
                    </a:cubicBezTo>
                    <a:cubicBezTo>
                      <a:pt x="33483" y="11820"/>
                      <a:pt x="33889" y="11564"/>
                      <a:pt x="34296" y="11315"/>
                    </a:cubicBezTo>
                    <a:cubicBezTo>
                      <a:pt x="34618" y="11111"/>
                      <a:pt x="34939" y="10914"/>
                      <a:pt x="35273" y="10718"/>
                    </a:cubicBezTo>
                    <a:cubicBezTo>
                      <a:pt x="36238" y="10147"/>
                      <a:pt x="37222" y="9589"/>
                      <a:pt x="38225" y="9045"/>
                    </a:cubicBezTo>
                    <a:cubicBezTo>
                      <a:pt x="38580" y="8861"/>
                      <a:pt x="38941" y="8671"/>
                      <a:pt x="39301" y="8481"/>
                    </a:cubicBezTo>
                    <a:cubicBezTo>
                      <a:pt x="39819" y="8218"/>
                      <a:pt x="40331" y="7963"/>
                      <a:pt x="40843" y="7707"/>
                    </a:cubicBezTo>
                    <a:cubicBezTo>
                      <a:pt x="41361" y="7451"/>
                      <a:pt x="41879" y="7201"/>
                      <a:pt x="42411" y="6959"/>
                    </a:cubicBezTo>
                    <a:cubicBezTo>
                      <a:pt x="42673" y="6841"/>
                      <a:pt x="42935" y="6723"/>
                      <a:pt x="43198" y="6598"/>
                    </a:cubicBezTo>
                    <a:cubicBezTo>
                      <a:pt x="43460" y="6480"/>
                      <a:pt x="43736" y="6355"/>
                      <a:pt x="43998" y="6244"/>
                    </a:cubicBezTo>
                    <a:cubicBezTo>
                      <a:pt x="44510" y="6021"/>
                      <a:pt x="45021" y="5798"/>
                      <a:pt x="45540" y="5588"/>
                    </a:cubicBezTo>
                    <a:cubicBezTo>
                      <a:pt x="45566" y="5575"/>
                      <a:pt x="45586" y="5568"/>
                      <a:pt x="45612" y="5562"/>
                    </a:cubicBezTo>
                    <a:cubicBezTo>
                      <a:pt x="45750" y="5496"/>
                      <a:pt x="45900" y="5437"/>
                      <a:pt x="46045" y="5378"/>
                    </a:cubicBezTo>
                    <a:cubicBezTo>
                      <a:pt x="46445" y="5220"/>
                      <a:pt x="46845" y="5063"/>
                      <a:pt x="47252" y="4906"/>
                    </a:cubicBezTo>
                    <a:cubicBezTo>
                      <a:pt x="47363" y="4866"/>
                      <a:pt x="47488" y="4820"/>
                      <a:pt x="47600" y="4774"/>
                    </a:cubicBezTo>
                    <a:cubicBezTo>
                      <a:pt x="48118" y="4578"/>
                      <a:pt x="48642" y="4387"/>
                      <a:pt x="49174" y="4197"/>
                    </a:cubicBezTo>
                    <a:cubicBezTo>
                      <a:pt x="49456" y="4092"/>
                      <a:pt x="49745" y="3994"/>
                      <a:pt x="50033" y="3895"/>
                    </a:cubicBezTo>
                    <a:cubicBezTo>
                      <a:pt x="50840" y="3626"/>
                      <a:pt x="51653" y="3357"/>
                      <a:pt x="52473" y="3115"/>
                    </a:cubicBezTo>
                    <a:cubicBezTo>
                      <a:pt x="52874" y="2984"/>
                      <a:pt x="53261" y="2872"/>
                      <a:pt x="53661" y="2760"/>
                    </a:cubicBezTo>
                    <a:cubicBezTo>
                      <a:pt x="54074" y="2636"/>
                      <a:pt x="54481" y="2524"/>
                      <a:pt x="54901" y="2413"/>
                    </a:cubicBezTo>
                    <a:cubicBezTo>
                      <a:pt x="55419" y="2268"/>
                      <a:pt x="55944" y="2131"/>
                      <a:pt x="56462" y="2000"/>
                    </a:cubicBezTo>
                    <a:cubicBezTo>
                      <a:pt x="56606" y="1967"/>
                      <a:pt x="56744" y="1927"/>
                      <a:pt x="56888" y="1901"/>
                    </a:cubicBezTo>
                    <a:cubicBezTo>
                      <a:pt x="57400" y="1770"/>
                      <a:pt x="57918" y="1652"/>
                      <a:pt x="58443" y="1534"/>
                    </a:cubicBezTo>
                    <a:cubicBezTo>
                      <a:pt x="59066" y="1403"/>
                      <a:pt x="59689" y="1265"/>
                      <a:pt x="60312" y="1147"/>
                    </a:cubicBezTo>
                    <a:cubicBezTo>
                      <a:pt x="61572" y="898"/>
                      <a:pt x="62845" y="681"/>
                      <a:pt x="64130" y="491"/>
                    </a:cubicBezTo>
                    <a:cubicBezTo>
                      <a:pt x="64143" y="484"/>
                      <a:pt x="64157" y="484"/>
                      <a:pt x="64163" y="484"/>
                    </a:cubicBezTo>
                    <a:cubicBezTo>
                      <a:pt x="64793" y="392"/>
                      <a:pt x="65429" y="307"/>
                      <a:pt x="66079" y="235"/>
                    </a:cubicBezTo>
                    <a:cubicBezTo>
                      <a:pt x="66538" y="176"/>
                      <a:pt x="66990" y="130"/>
                      <a:pt x="67450" y="84"/>
                    </a:cubicBezTo>
                    <a:cubicBezTo>
                      <a:pt x="67607" y="58"/>
                      <a:pt x="67765" y="45"/>
                      <a:pt x="67922" y="32"/>
                    </a:cubicBezTo>
                    <a:cubicBezTo>
                      <a:pt x="68073" y="5"/>
                      <a:pt x="68230" y="-8"/>
                      <a:pt x="68381" y="-14"/>
                    </a:cubicBezTo>
                    <a:cubicBezTo>
                      <a:pt x="68748" y="-54"/>
                      <a:pt x="69122" y="-80"/>
                      <a:pt x="69496" y="-113"/>
                    </a:cubicBezTo>
                    <a:cubicBezTo>
                      <a:pt x="69529" y="-113"/>
                      <a:pt x="69555" y="-119"/>
                      <a:pt x="69588" y="-119"/>
                    </a:cubicBezTo>
                    <a:cubicBezTo>
                      <a:pt x="69608" y="-119"/>
                      <a:pt x="69627" y="-119"/>
                      <a:pt x="69647" y="-126"/>
                    </a:cubicBezTo>
                    <a:cubicBezTo>
                      <a:pt x="69949" y="-146"/>
                      <a:pt x="70257" y="-165"/>
                      <a:pt x="70559" y="-192"/>
                    </a:cubicBezTo>
                    <a:cubicBezTo>
                      <a:pt x="70657" y="-198"/>
                      <a:pt x="70756" y="-205"/>
                      <a:pt x="70854" y="-211"/>
                    </a:cubicBezTo>
                    <a:cubicBezTo>
                      <a:pt x="70900" y="-211"/>
                      <a:pt x="70946" y="-218"/>
                      <a:pt x="70979" y="-218"/>
                    </a:cubicBezTo>
                    <a:cubicBezTo>
                      <a:pt x="71130" y="-224"/>
                      <a:pt x="71274" y="-231"/>
                      <a:pt x="71425" y="-244"/>
                    </a:cubicBezTo>
                    <a:cubicBezTo>
                      <a:pt x="71746" y="-264"/>
                      <a:pt x="72074" y="-277"/>
                      <a:pt x="72396" y="-296"/>
                    </a:cubicBezTo>
                    <a:cubicBezTo>
                      <a:pt x="72455" y="-296"/>
                      <a:pt x="72527" y="-303"/>
                      <a:pt x="72586" y="-303"/>
                    </a:cubicBezTo>
                    <a:cubicBezTo>
                      <a:pt x="72789" y="-310"/>
                      <a:pt x="72999" y="-316"/>
                      <a:pt x="73209" y="-323"/>
                    </a:cubicBezTo>
                    <a:cubicBezTo>
                      <a:pt x="73544" y="-336"/>
                      <a:pt x="73872" y="-349"/>
                      <a:pt x="74206" y="-356"/>
                    </a:cubicBezTo>
                    <a:cubicBezTo>
                      <a:pt x="74856" y="-369"/>
                      <a:pt x="75499" y="-375"/>
                      <a:pt x="76148" y="-375"/>
                    </a:cubicBezTo>
                    <a:cubicBezTo>
                      <a:pt x="76942" y="-375"/>
                      <a:pt x="77749" y="-369"/>
                      <a:pt x="78562" y="-362"/>
                    </a:cubicBezTo>
                    <a:cubicBezTo>
                      <a:pt x="79139" y="-356"/>
                      <a:pt x="79730" y="-349"/>
                      <a:pt x="80313" y="-336"/>
                    </a:cubicBezTo>
                    <a:cubicBezTo>
                      <a:pt x="80720" y="-329"/>
                      <a:pt x="81133" y="-323"/>
                      <a:pt x="81547" y="-316"/>
                    </a:cubicBezTo>
                    <a:cubicBezTo>
                      <a:pt x="81953" y="-310"/>
                      <a:pt x="82380" y="-303"/>
                      <a:pt x="82793" y="-283"/>
                    </a:cubicBezTo>
                    <a:cubicBezTo>
                      <a:pt x="87103" y="-172"/>
                      <a:pt x="91590" y="51"/>
                      <a:pt x="96234" y="392"/>
                    </a:cubicBezTo>
                    <a:cubicBezTo>
                      <a:pt x="97310" y="478"/>
                      <a:pt x="98392" y="556"/>
                      <a:pt x="99488" y="655"/>
                    </a:cubicBezTo>
                    <a:cubicBezTo>
                      <a:pt x="100557" y="747"/>
                      <a:pt x="101626" y="838"/>
                      <a:pt x="102709" y="943"/>
                    </a:cubicBezTo>
                    <a:cubicBezTo>
                      <a:pt x="103863" y="1048"/>
                      <a:pt x="105018" y="1166"/>
                      <a:pt x="106186" y="1291"/>
                    </a:cubicBezTo>
                    <a:cubicBezTo>
                      <a:pt x="107176" y="1396"/>
                      <a:pt x="108180" y="1501"/>
                      <a:pt x="109190" y="1619"/>
                    </a:cubicBezTo>
                    <a:cubicBezTo>
                      <a:pt x="109328" y="1632"/>
                      <a:pt x="109452" y="1652"/>
                      <a:pt x="109590" y="1665"/>
                    </a:cubicBezTo>
                    <a:cubicBezTo>
                      <a:pt x="110581" y="1776"/>
                      <a:pt x="111584" y="1901"/>
                      <a:pt x="112588" y="2026"/>
                    </a:cubicBezTo>
                    <a:cubicBezTo>
                      <a:pt x="113139" y="2091"/>
                      <a:pt x="113677" y="2164"/>
                      <a:pt x="114228" y="2236"/>
                    </a:cubicBezTo>
                    <a:cubicBezTo>
                      <a:pt x="119883" y="2970"/>
                      <a:pt x="125655" y="3876"/>
                      <a:pt x="131467" y="4945"/>
                    </a:cubicBezTo>
                    <a:cubicBezTo>
                      <a:pt x="132353" y="5109"/>
                      <a:pt x="133245" y="5279"/>
                      <a:pt x="134131" y="5443"/>
                    </a:cubicBezTo>
                    <a:cubicBezTo>
                      <a:pt x="135318" y="5680"/>
                      <a:pt x="136512" y="5916"/>
                      <a:pt x="137699" y="6165"/>
                    </a:cubicBezTo>
                    <a:cubicBezTo>
                      <a:pt x="138290" y="6283"/>
                      <a:pt x="138886" y="6401"/>
                      <a:pt x="139477" y="6532"/>
                    </a:cubicBezTo>
                    <a:cubicBezTo>
                      <a:pt x="140494" y="6742"/>
                      <a:pt x="141504" y="6959"/>
                      <a:pt x="142521" y="7195"/>
                    </a:cubicBezTo>
                    <a:cubicBezTo>
                      <a:pt x="143052" y="7307"/>
                      <a:pt x="143570" y="7418"/>
                      <a:pt x="144088" y="7543"/>
                    </a:cubicBezTo>
                    <a:cubicBezTo>
                      <a:pt x="144607" y="7654"/>
                      <a:pt x="145131" y="7772"/>
                      <a:pt x="145650" y="7903"/>
                    </a:cubicBezTo>
                    <a:cubicBezTo>
                      <a:pt x="146076" y="8002"/>
                      <a:pt x="146509" y="8100"/>
                      <a:pt x="146929" y="8205"/>
                    </a:cubicBezTo>
                    <a:cubicBezTo>
                      <a:pt x="147775" y="8402"/>
                      <a:pt x="148615" y="8605"/>
                      <a:pt x="149461" y="8815"/>
                    </a:cubicBezTo>
                    <a:cubicBezTo>
                      <a:pt x="150025" y="8946"/>
                      <a:pt x="150583" y="9091"/>
                      <a:pt x="151147" y="9235"/>
                    </a:cubicBezTo>
                    <a:cubicBezTo>
                      <a:pt x="152603" y="9602"/>
                      <a:pt x="154053" y="9983"/>
                      <a:pt x="155503" y="10377"/>
                    </a:cubicBezTo>
                    <a:cubicBezTo>
                      <a:pt x="156198" y="10560"/>
                      <a:pt x="156887" y="10750"/>
                      <a:pt x="157582" y="10947"/>
                    </a:cubicBezTo>
                    <a:cubicBezTo>
                      <a:pt x="158291" y="11144"/>
                      <a:pt x="159005" y="11347"/>
                      <a:pt x="159714" y="11551"/>
                    </a:cubicBezTo>
                    <a:cubicBezTo>
                      <a:pt x="160665" y="11820"/>
                      <a:pt x="161603" y="12102"/>
                      <a:pt x="162548" y="12377"/>
                    </a:cubicBezTo>
                    <a:cubicBezTo>
                      <a:pt x="163132" y="12548"/>
                      <a:pt x="163716" y="12725"/>
                      <a:pt x="164293" y="12902"/>
                    </a:cubicBezTo>
                    <a:cubicBezTo>
                      <a:pt x="167245" y="13807"/>
                      <a:pt x="170177" y="14765"/>
                      <a:pt x="173070" y="15775"/>
                    </a:cubicBezTo>
                    <a:cubicBezTo>
                      <a:pt x="174034" y="16103"/>
                      <a:pt x="174992" y="16451"/>
                      <a:pt x="175950" y="16799"/>
                    </a:cubicBezTo>
                    <a:cubicBezTo>
                      <a:pt x="176481" y="16995"/>
                      <a:pt x="177019" y="17192"/>
                      <a:pt x="177550" y="17389"/>
                    </a:cubicBezTo>
                    <a:cubicBezTo>
                      <a:pt x="178272" y="17658"/>
                      <a:pt x="179000" y="17927"/>
                      <a:pt x="179722" y="18209"/>
                    </a:cubicBezTo>
                    <a:cubicBezTo>
                      <a:pt x="180122" y="18360"/>
                      <a:pt x="180515" y="18511"/>
                      <a:pt x="180909" y="18668"/>
                    </a:cubicBezTo>
                    <a:cubicBezTo>
                      <a:pt x="181906" y="19049"/>
                      <a:pt x="182903" y="19449"/>
                      <a:pt x="183881" y="19855"/>
                    </a:cubicBezTo>
                    <a:cubicBezTo>
                      <a:pt x="184379" y="20059"/>
                      <a:pt x="184865" y="20262"/>
                      <a:pt x="185357" y="20459"/>
                    </a:cubicBezTo>
                    <a:cubicBezTo>
                      <a:pt x="185678" y="20597"/>
                      <a:pt x="186013" y="20735"/>
                      <a:pt x="186334" y="20872"/>
                    </a:cubicBezTo>
                    <a:cubicBezTo>
                      <a:pt x="186833" y="21082"/>
                      <a:pt x="187331" y="21299"/>
                      <a:pt x="187817" y="21515"/>
                    </a:cubicBezTo>
                    <a:cubicBezTo>
                      <a:pt x="188053" y="21613"/>
                      <a:pt x="188295" y="21719"/>
                      <a:pt x="188525" y="21823"/>
                    </a:cubicBezTo>
                    <a:cubicBezTo>
                      <a:pt x="189030" y="22053"/>
                      <a:pt x="189542" y="22276"/>
                      <a:pt x="190047" y="22499"/>
                    </a:cubicBezTo>
                    <a:cubicBezTo>
                      <a:pt x="190749" y="22821"/>
                      <a:pt x="191444" y="23135"/>
                      <a:pt x="192133" y="23450"/>
                    </a:cubicBezTo>
                    <a:cubicBezTo>
                      <a:pt x="192205" y="23483"/>
                      <a:pt x="192271" y="23509"/>
                      <a:pt x="192336" y="23549"/>
                    </a:cubicBezTo>
                    <a:cubicBezTo>
                      <a:pt x="192854" y="23785"/>
                      <a:pt x="193360" y="24021"/>
                      <a:pt x="193871" y="24270"/>
                    </a:cubicBezTo>
                    <a:cubicBezTo>
                      <a:pt x="195124" y="24874"/>
                      <a:pt x="196371" y="25484"/>
                      <a:pt x="197597" y="26107"/>
                    </a:cubicBezTo>
                    <a:cubicBezTo>
                      <a:pt x="198293" y="26461"/>
                      <a:pt x="198968" y="26809"/>
                      <a:pt x="199644" y="27170"/>
                    </a:cubicBezTo>
                    <a:cubicBezTo>
                      <a:pt x="199742" y="27216"/>
                      <a:pt x="199834" y="27268"/>
                      <a:pt x="199926" y="27314"/>
                    </a:cubicBezTo>
                    <a:cubicBezTo>
                      <a:pt x="201041" y="27904"/>
                      <a:pt x="202137" y="28508"/>
                      <a:pt x="203226" y="29118"/>
                    </a:cubicBezTo>
                    <a:cubicBezTo>
                      <a:pt x="203534" y="29289"/>
                      <a:pt x="203849" y="29472"/>
                      <a:pt x="204157" y="29643"/>
                    </a:cubicBezTo>
                    <a:cubicBezTo>
                      <a:pt x="204669" y="29938"/>
                      <a:pt x="205174" y="30233"/>
                      <a:pt x="205679" y="30535"/>
                    </a:cubicBezTo>
                    <a:cubicBezTo>
                      <a:pt x="206171" y="30810"/>
                      <a:pt x="206650" y="31106"/>
                      <a:pt x="207135" y="31401"/>
                    </a:cubicBezTo>
                    <a:cubicBezTo>
                      <a:pt x="207476" y="31604"/>
                      <a:pt x="207804" y="31808"/>
                      <a:pt x="208139" y="32011"/>
                    </a:cubicBezTo>
                    <a:cubicBezTo>
                      <a:pt x="208493" y="32221"/>
                      <a:pt x="208834" y="32437"/>
                      <a:pt x="209175" y="32654"/>
                    </a:cubicBezTo>
                    <a:lnTo>
                      <a:pt x="210035" y="33198"/>
                    </a:lnTo>
                    <a:cubicBezTo>
                      <a:pt x="210376" y="33408"/>
                      <a:pt x="210704" y="33631"/>
                      <a:pt x="211032" y="33841"/>
                    </a:cubicBezTo>
                    <a:cubicBezTo>
                      <a:pt x="211366" y="34058"/>
                      <a:pt x="211701" y="34274"/>
                      <a:pt x="212022" y="34504"/>
                    </a:cubicBezTo>
                    <a:cubicBezTo>
                      <a:pt x="212481" y="34805"/>
                      <a:pt x="212934" y="35114"/>
                      <a:pt x="213387" y="35422"/>
                    </a:cubicBezTo>
                    <a:cubicBezTo>
                      <a:pt x="213793" y="35698"/>
                      <a:pt x="214200" y="35980"/>
                      <a:pt x="214600" y="36262"/>
                    </a:cubicBezTo>
                    <a:cubicBezTo>
                      <a:pt x="214640" y="36295"/>
                      <a:pt x="214679" y="36327"/>
                      <a:pt x="214719" y="36347"/>
                    </a:cubicBezTo>
                    <a:cubicBezTo>
                      <a:pt x="215368" y="36806"/>
                      <a:pt x="216011" y="37272"/>
                      <a:pt x="216640" y="37744"/>
                    </a:cubicBezTo>
                    <a:cubicBezTo>
                      <a:pt x="217264" y="38190"/>
                      <a:pt x="217874" y="38663"/>
                      <a:pt x="218477" y="39128"/>
                    </a:cubicBezTo>
                    <a:cubicBezTo>
                      <a:pt x="218523" y="39168"/>
                      <a:pt x="218569" y="39194"/>
                      <a:pt x="218615" y="39233"/>
                    </a:cubicBezTo>
                    <a:cubicBezTo>
                      <a:pt x="218956" y="39496"/>
                      <a:pt x="219291" y="39758"/>
                      <a:pt x="219632" y="40034"/>
                    </a:cubicBezTo>
                    <a:cubicBezTo>
                      <a:pt x="219802" y="40165"/>
                      <a:pt x="219973" y="40303"/>
                      <a:pt x="220137" y="40440"/>
                    </a:cubicBezTo>
                    <a:cubicBezTo>
                      <a:pt x="220393" y="40637"/>
                      <a:pt x="220649" y="40847"/>
                      <a:pt x="220904" y="41057"/>
                    </a:cubicBezTo>
                    <a:cubicBezTo>
                      <a:pt x="221429" y="41483"/>
                      <a:pt x="221954" y="41923"/>
                      <a:pt x="222466" y="42362"/>
                    </a:cubicBezTo>
                    <a:cubicBezTo>
                      <a:pt x="222512" y="42395"/>
                      <a:pt x="222544" y="42434"/>
                      <a:pt x="222590" y="42474"/>
                    </a:cubicBezTo>
                    <a:cubicBezTo>
                      <a:pt x="223273" y="43051"/>
                      <a:pt x="223942" y="43642"/>
                      <a:pt x="224591" y="44232"/>
                    </a:cubicBezTo>
                    <a:cubicBezTo>
                      <a:pt x="226415" y="45892"/>
                      <a:pt x="228153" y="47604"/>
                      <a:pt x="229793" y="49375"/>
                    </a:cubicBezTo>
                    <a:cubicBezTo>
                      <a:pt x="229806" y="49388"/>
                      <a:pt x="229826" y="49408"/>
                      <a:pt x="229845" y="49427"/>
                    </a:cubicBezTo>
                    <a:cubicBezTo>
                      <a:pt x="229983" y="49585"/>
                      <a:pt x="230128" y="49736"/>
                      <a:pt x="230272" y="49893"/>
                    </a:cubicBezTo>
                    <a:cubicBezTo>
                      <a:pt x="230436" y="50064"/>
                      <a:pt x="230587" y="50247"/>
                      <a:pt x="230744" y="50418"/>
                    </a:cubicBezTo>
                    <a:cubicBezTo>
                      <a:pt x="231105" y="50825"/>
                      <a:pt x="231466" y="51231"/>
                      <a:pt x="231813" y="51638"/>
                    </a:cubicBezTo>
                    <a:cubicBezTo>
                      <a:pt x="232036" y="51894"/>
                      <a:pt x="232260" y="52156"/>
                      <a:pt x="232476" y="52425"/>
                    </a:cubicBezTo>
                    <a:cubicBezTo>
                      <a:pt x="232561" y="52510"/>
                      <a:pt x="232633" y="52609"/>
                      <a:pt x="232712" y="52701"/>
                    </a:cubicBezTo>
                    <a:cubicBezTo>
                      <a:pt x="232719" y="52707"/>
                      <a:pt x="232719" y="52707"/>
                      <a:pt x="232719" y="52720"/>
                    </a:cubicBezTo>
                    <a:cubicBezTo>
                      <a:pt x="232988" y="53035"/>
                      <a:pt x="233250" y="53363"/>
                      <a:pt x="233506" y="53691"/>
                    </a:cubicBezTo>
                    <a:cubicBezTo>
                      <a:pt x="233860" y="54124"/>
                      <a:pt x="234201" y="54564"/>
                      <a:pt x="234542" y="55010"/>
                    </a:cubicBezTo>
                    <a:cubicBezTo>
                      <a:pt x="234549" y="55016"/>
                      <a:pt x="234556" y="55030"/>
                      <a:pt x="234562" y="55036"/>
                    </a:cubicBezTo>
                    <a:lnTo>
                      <a:pt x="234562" y="55043"/>
                    </a:lnTo>
                    <a:cubicBezTo>
                      <a:pt x="234792" y="55344"/>
                      <a:pt x="235008" y="55626"/>
                      <a:pt x="235225" y="55928"/>
                    </a:cubicBezTo>
                    <a:cubicBezTo>
                      <a:pt x="235507" y="56302"/>
                      <a:pt x="235782" y="56689"/>
                      <a:pt x="236045" y="57070"/>
                    </a:cubicBezTo>
                    <a:cubicBezTo>
                      <a:pt x="236320" y="57450"/>
                      <a:pt x="236582" y="57831"/>
                      <a:pt x="236845" y="58224"/>
                    </a:cubicBezTo>
                    <a:cubicBezTo>
                      <a:pt x="237107" y="58605"/>
                      <a:pt x="237363" y="58998"/>
                      <a:pt x="237612" y="59392"/>
                    </a:cubicBezTo>
                    <a:cubicBezTo>
                      <a:pt x="237862" y="59772"/>
                      <a:pt x="238111" y="60166"/>
                      <a:pt x="238354" y="60559"/>
                    </a:cubicBezTo>
                    <a:cubicBezTo>
                      <a:pt x="238360" y="60573"/>
                      <a:pt x="238367" y="60579"/>
                      <a:pt x="238373" y="60599"/>
                    </a:cubicBezTo>
                    <a:cubicBezTo>
                      <a:pt x="238609" y="60979"/>
                      <a:pt x="238839" y="61373"/>
                      <a:pt x="239069" y="61767"/>
                    </a:cubicBezTo>
                    <a:cubicBezTo>
                      <a:pt x="239541" y="62560"/>
                      <a:pt x="239987" y="63374"/>
                      <a:pt x="240427" y="64200"/>
                    </a:cubicBezTo>
                    <a:cubicBezTo>
                      <a:pt x="240584" y="64502"/>
                      <a:pt x="240741" y="64810"/>
                      <a:pt x="240899" y="65119"/>
                    </a:cubicBezTo>
                    <a:cubicBezTo>
                      <a:pt x="241050" y="65427"/>
                      <a:pt x="241207" y="65735"/>
                      <a:pt x="241358" y="66044"/>
                    </a:cubicBezTo>
                    <a:cubicBezTo>
                      <a:pt x="241509" y="66352"/>
                      <a:pt x="241660" y="66667"/>
                      <a:pt x="241804" y="66988"/>
                    </a:cubicBezTo>
                    <a:cubicBezTo>
                      <a:pt x="241942" y="67296"/>
                      <a:pt x="242080" y="67611"/>
                      <a:pt x="242224" y="67926"/>
                    </a:cubicBezTo>
                    <a:cubicBezTo>
                      <a:pt x="242414" y="68346"/>
                      <a:pt x="242591" y="68772"/>
                      <a:pt x="242768" y="69199"/>
                    </a:cubicBezTo>
                    <a:cubicBezTo>
                      <a:pt x="242893" y="69514"/>
                      <a:pt x="243024" y="69835"/>
                      <a:pt x="243149" y="70150"/>
                    </a:cubicBezTo>
                    <a:cubicBezTo>
                      <a:pt x="243398" y="70780"/>
                      <a:pt x="243634" y="71423"/>
                      <a:pt x="243864" y="72059"/>
                    </a:cubicBezTo>
                    <a:cubicBezTo>
                      <a:pt x="243982" y="72387"/>
                      <a:pt x="244087" y="72708"/>
                      <a:pt x="244198" y="73036"/>
                    </a:cubicBezTo>
                    <a:cubicBezTo>
                      <a:pt x="244205" y="73069"/>
                      <a:pt x="244218" y="73115"/>
                      <a:pt x="244238" y="73154"/>
                    </a:cubicBezTo>
                    <a:cubicBezTo>
                      <a:pt x="244323" y="73417"/>
                      <a:pt x="244408" y="73699"/>
                      <a:pt x="244500" y="73974"/>
                    </a:cubicBezTo>
                    <a:cubicBezTo>
                      <a:pt x="244513" y="74020"/>
                      <a:pt x="244526" y="74060"/>
                      <a:pt x="244546" y="74105"/>
                    </a:cubicBezTo>
                    <a:cubicBezTo>
                      <a:pt x="244553" y="74138"/>
                      <a:pt x="244566" y="74171"/>
                      <a:pt x="244572" y="74211"/>
                    </a:cubicBezTo>
                    <a:cubicBezTo>
                      <a:pt x="244612" y="74335"/>
                      <a:pt x="244651" y="74460"/>
                      <a:pt x="244684" y="74584"/>
                    </a:cubicBezTo>
                    <a:cubicBezTo>
                      <a:pt x="244808" y="74978"/>
                      <a:pt x="244920" y="75378"/>
                      <a:pt x="245025" y="75765"/>
                    </a:cubicBezTo>
                    <a:cubicBezTo>
                      <a:pt x="245156" y="76218"/>
                      <a:pt x="245274" y="76671"/>
                      <a:pt x="245386" y="77123"/>
                    </a:cubicBezTo>
                    <a:cubicBezTo>
                      <a:pt x="245517" y="77635"/>
                      <a:pt x="245635" y="78146"/>
                      <a:pt x="245760" y="78671"/>
                    </a:cubicBezTo>
                    <a:cubicBezTo>
                      <a:pt x="245871" y="79189"/>
                      <a:pt x="245983" y="79701"/>
                      <a:pt x="246081" y="80226"/>
                    </a:cubicBezTo>
                    <a:cubicBezTo>
                      <a:pt x="246147" y="80574"/>
                      <a:pt x="246206" y="80921"/>
                      <a:pt x="246271" y="81276"/>
                    </a:cubicBezTo>
                    <a:cubicBezTo>
                      <a:pt x="246324" y="81525"/>
                      <a:pt x="246357" y="81781"/>
                      <a:pt x="246396" y="82030"/>
                    </a:cubicBezTo>
                    <a:cubicBezTo>
                      <a:pt x="246448" y="82325"/>
                      <a:pt x="246494" y="82614"/>
                      <a:pt x="246534" y="82909"/>
                    </a:cubicBezTo>
                    <a:cubicBezTo>
                      <a:pt x="246560" y="83053"/>
                      <a:pt x="246580" y="83204"/>
                      <a:pt x="246599" y="83355"/>
                    </a:cubicBezTo>
                    <a:lnTo>
                      <a:pt x="246599" y="83375"/>
                    </a:lnTo>
                    <a:cubicBezTo>
                      <a:pt x="246606" y="83440"/>
                      <a:pt x="246612" y="83499"/>
                      <a:pt x="246626" y="83558"/>
                    </a:cubicBezTo>
                    <a:cubicBezTo>
                      <a:pt x="246645" y="83755"/>
                      <a:pt x="246678" y="83939"/>
                      <a:pt x="246698" y="84136"/>
                    </a:cubicBezTo>
                    <a:cubicBezTo>
                      <a:pt x="246731" y="84398"/>
                      <a:pt x="246763" y="84660"/>
                      <a:pt x="246790" y="84923"/>
                    </a:cubicBezTo>
                    <a:cubicBezTo>
                      <a:pt x="246796" y="84956"/>
                      <a:pt x="246796" y="84995"/>
                      <a:pt x="246803" y="85034"/>
                    </a:cubicBezTo>
                    <a:lnTo>
                      <a:pt x="246803" y="85041"/>
                    </a:lnTo>
                    <a:cubicBezTo>
                      <a:pt x="246816" y="85172"/>
                      <a:pt x="246836" y="85297"/>
                      <a:pt x="246842" y="85434"/>
                    </a:cubicBezTo>
                    <a:cubicBezTo>
                      <a:pt x="246882" y="85730"/>
                      <a:pt x="246901" y="86018"/>
                      <a:pt x="246927" y="86320"/>
                    </a:cubicBezTo>
                    <a:cubicBezTo>
                      <a:pt x="246940" y="86425"/>
                      <a:pt x="246947" y="86530"/>
                      <a:pt x="246954" y="86641"/>
                    </a:cubicBezTo>
                    <a:cubicBezTo>
                      <a:pt x="246980" y="86983"/>
                      <a:pt x="247006" y="87330"/>
                      <a:pt x="247019" y="87678"/>
                    </a:cubicBezTo>
                    <a:cubicBezTo>
                      <a:pt x="247039" y="87822"/>
                      <a:pt x="247046" y="87973"/>
                      <a:pt x="247052" y="88117"/>
                    </a:cubicBezTo>
                    <a:cubicBezTo>
                      <a:pt x="247065" y="88380"/>
                      <a:pt x="247085" y="88642"/>
                      <a:pt x="247091" y="88905"/>
                    </a:cubicBezTo>
                    <a:cubicBezTo>
                      <a:pt x="247111" y="89252"/>
                      <a:pt x="247118" y="89600"/>
                      <a:pt x="247131" y="89948"/>
                    </a:cubicBezTo>
                    <a:cubicBezTo>
                      <a:pt x="247144" y="90472"/>
                      <a:pt x="247150" y="90997"/>
                      <a:pt x="247150" y="91529"/>
                    </a:cubicBezTo>
                    <a:lnTo>
                      <a:pt x="126941" y="91529"/>
                    </a:lnTo>
                    <a:cubicBezTo>
                      <a:pt x="113716" y="91529"/>
                      <a:pt x="102460" y="99965"/>
                      <a:pt x="98248" y="111746"/>
                    </a:cubicBezTo>
                    <a:cubicBezTo>
                      <a:pt x="97113" y="114934"/>
                      <a:pt x="96490" y="118371"/>
                      <a:pt x="96477" y="121947"/>
                    </a:cubicBezTo>
                    <a:lnTo>
                      <a:pt x="96477" y="121999"/>
                    </a:lnTo>
                    <a:lnTo>
                      <a:pt x="183159" y="121999"/>
                    </a:lnTo>
                    <a:cubicBezTo>
                      <a:pt x="183848" y="122006"/>
                      <a:pt x="184543" y="122012"/>
                      <a:pt x="185238" y="121999"/>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1" name="Freeform: Shape 330">
                <a:extLst>
                  <a:ext uri="{FF2B5EF4-FFF2-40B4-BE49-F238E27FC236}">
                    <a16:creationId xmlns:a16="http://schemas.microsoft.com/office/drawing/2014/main" id="{4B0B7EDE-E0F5-908F-4C9E-8E6E9D0009CA}"/>
                  </a:ext>
                </a:extLst>
              </p:cNvPr>
              <p:cNvSpPr/>
              <p:nvPr/>
            </p:nvSpPr>
            <p:spPr>
              <a:xfrm>
                <a:off x="1964436" y="5528317"/>
                <a:ext cx="94" cy="31"/>
              </a:xfrm>
              <a:custGeom>
                <a:avLst/>
                <a:gdLst>
                  <a:gd name="csX0" fmla="*/ -1003 w 98"/>
                  <a:gd name="csY0" fmla="*/ -342 h 32"/>
                  <a:gd name="csX1" fmla="*/ -957 w 98"/>
                  <a:gd name="csY1" fmla="*/ -362 h 32"/>
                  <a:gd name="csX2" fmla="*/ -904 w 98"/>
                  <a:gd name="csY2" fmla="*/ -375 h 32"/>
                  <a:gd name="csX3" fmla="*/ -1003 w 98"/>
                  <a:gd name="csY3" fmla="*/ -342 h 32"/>
                </a:gdLst>
                <a:ahLst/>
                <a:cxnLst>
                  <a:cxn ang="0">
                    <a:pos x="csX0" y="csY0"/>
                  </a:cxn>
                  <a:cxn ang="0">
                    <a:pos x="csX1" y="csY1"/>
                  </a:cxn>
                  <a:cxn ang="0">
                    <a:pos x="csX2" y="csY2"/>
                  </a:cxn>
                  <a:cxn ang="0">
                    <a:pos x="csX3" y="csY3"/>
                  </a:cxn>
                </a:cxnLst>
                <a:rect l="l" t="t" r="r" b="b"/>
                <a:pathLst>
                  <a:path w="98" h="32">
                    <a:moveTo>
                      <a:pt x="-1003" y="-342"/>
                    </a:moveTo>
                    <a:cubicBezTo>
                      <a:pt x="-983" y="-349"/>
                      <a:pt x="-970" y="-355"/>
                      <a:pt x="-957" y="-362"/>
                    </a:cubicBezTo>
                    <a:cubicBezTo>
                      <a:pt x="-930" y="-362"/>
                      <a:pt x="-917" y="-368"/>
                      <a:pt x="-904" y="-375"/>
                    </a:cubicBezTo>
                    <a:cubicBezTo>
                      <a:pt x="-930" y="-368"/>
                      <a:pt x="-970" y="-355"/>
                      <a:pt x="-1003" y="-342"/>
                    </a:cubicBezTo>
                    <a:close/>
                  </a:path>
                </a:pathLst>
              </a:custGeom>
              <a:solidFill>
                <a:srgbClr val="14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2" name="Freeform: Shape 331">
                <a:extLst>
                  <a:ext uri="{FF2B5EF4-FFF2-40B4-BE49-F238E27FC236}">
                    <a16:creationId xmlns:a16="http://schemas.microsoft.com/office/drawing/2014/main" id="{C77CE66B-FB4A-E119-D052-A44F6B2ED936}"/>
                  </a:ext>
                </a:extLst>
              </p:cNvPr>
              <p:cNvSpPr/>
              <p:nvPr/>
            </p:nvSpPr>
            <p:spPr>
              <a:xfrm>
                <a:off x="1839405" y="5419376"/>
                <a:ext cx="257406" cy="131416"/>
              </a:xfrm>
              <a:custGeom>
                <a:avLst/>
                <a:gdLst>
                  <a:gd name="csX0" fmla="*/ 96661 w 268804"/>
                  <a:gd name="csY0" fmla="*/ 130931 h 137235"/>
                  <a:gd name="csX1" fmla="*/ 96628 w 268804"/>
                  <a:gd name="csY1" fmla="*/ 132092 h 137235"/>
                  <a:gd name="csX2" fmla="*/ 95133 w 268804"/>
                  <a:gd name="csY2" fmla="*/ 132098 h 137235"/>
                  <a:gd name="csX3" fmla="*/ 68270 w 268804"/>
                  <a:gd name="csY3" fmla="*/ 131337 h 137235"/>
                  <a:gd name="csX4" fmla="*/ 68244 w 268804"/>
                  <a:gd name="csY4" fmla="*/ 131331 h 137235"/>
                  <a:gd name="csX5" fmla="*/ 68132 w 268804"/>
                  <a:gd name="csY5" fmla="*/ 131318 h 137235"/>
                  <a:gd name="csX6" fmla="*/ 66571 w 268804"/>
                  <a:gd name="csY6" fmla="*/ 131068 h 137235"/>
                  <a:gd name="csX7" fmla="*/ 63809 w 268804"/>
                  <a:gd name="csY7" fmla="*/ 130576 h 137235"/>
                  <a:gd name="csX8" fmla="*/ 59067 w 268804"/>
                  <a:gd name="csY8" fmla="*/ 129547 h 137235"/>
                  <a:gd name="csX9" fmla="*/ 49509 w 268804"/>
                  <a:gd name="csY9" fmla="*/ 126621 h 137235"/>
                  <a:gd name="csX10" fmla="*/ 47699 w 268804"/>
                  <a:gd name="csY10" fmla="*/ 125912 h 137235"/>
                  <a:gd name="csX11" fmla="*/ 47672 w 268804"/>
                  <a:gd name="csY11" fmla="*/ 125906 h 137235"/>
                  <a:gd name="csX12" fmla="*/ 47252 w 268804"/>
                  <a:gd name="csY12" fmla="*/ 125696 h 137235"/>
                  <a:gd name="csX13" fmla="*/ 43303 w 268804"/>
                  <a:gd name="csY13" fmla="*/ 123708 h 137235"/>
                  <a:gd name="csX14" fmla="*/ 39800 w 268804"/>
                  <a:gd name="csY14" fmla="*/ 121629 h 137235"/>
                  <a:gd name="csX15" fmla="*/ 37649 w 268804"/>
                  <a:gd name="csY15" fmla="*/ 120166 h 137235"/>
                  <a:gd name="csX16" fmla="*/ 36888 w 268804"/>
                  <a:gd name="csY16" fmla="*/ 119608 h 137235"/>
                  <a:gd name="csX17" fmla="*/ 36120 w 268804"/>
                  <a:gd name="csY17" fmla="*/ 118972 h 137235"/>
                  <a:gd name="csX18" fmla="*/ 29980 w 268804"/>
                  <a:gd name="csY18" fmla="*/ 112760 h 137235"/>
                  <a:gd name="csX19" fmla="*/ 29836 w 268804"/>
                  <a:gd name="csY19" fmla="*/ 112596 h 137235"/>
                  <a:gd name="csX20" fmla="*/ 29357 w 268804"/>
                  <a:gd name="csY20" fmla="*/ 112032 h 137235"/>
                  <a:gd name="csX21" fmla="*/ 29770 w 268804"/>
                  <a:gd name="csY21" fmla="*/ 112504 h 137235"/>
                  <a:gd name="csX22" fmla="*/ 28491 w 268804"/>
                  <a:gd name="csY22" fmla="*/ 110674 h 137235"/>
                  <a:gd name="csX23" fmla="*/ 25854 w 268804"/>
                  <a:gd name="csY23" fmla="*/ 106272 h 137235"/>
                  <a:gd name="csX24" fmla="*/ 25001 w 268804"/>
                  <a:gd name="csY24" fmla="*/ 104619 h 137235"/>
                  <a:gd name="csX25" fmla="*/ 24424 w 268804"/>
                  <a:gd name="csY25" fmla="*/ 103386 h 137235"/>
                  <a:gd name="csX26" fmla="*/ 24398 w 268804"/>
                  <a:gd name="csY26" fmla="*/ 103327 h 137235"/>
                  <a:gd name="csX27" fmla="*/ 23834 w 268804"/>
                  <a:gd name="csY27" fmla="*/ 101936 h 137235"/>
                  <a:gd name="csX28" fmla="*/ 23197 w 268804"/>
                  <a:gd name="csY28" fmla="*/ 100178 h 137235"/>
                  <a:gd name="csX29" fmla="*/ 20810 w 268804"/>
                  <a:gd name="csY29" fmla="*/ 91060 h 137235"/>
                  <a:gd name="csX30" fmla="*/ 20403 w 268804"/>
                  <a:gd name="csY30" fmla="*/ 88711 h 137235"/>
                  <a:gd name="csX31" fmla="*/ 20245 w 268804"/>
                  <a:gd name="csY31" fmla="*/ 87524 h 137235"/>
                  <a:gd name="csX32" fmla="*/ 20219 w 268804"/>
                  <a:gd name="csY32" fmla="*/ 87262 h 137235"/>
                  <a:gd name="csX33" fmla="*/ 19904 w 268804"/>
                  <a:gd name="csY33" fmla="*/ 83759 h 137235"/>
                  <a:gd name="csX34" fmla="*/ 19688 w 268804"/>
                  <a:gd name="csY34" fmla="*/ 74654 h 137235"/>
                  <a:gd name="csX35" fmla="*/ 19885 w 268804"/>
                  <a:gd name="csY35" fmla="*/ 72266 h 137235"/>
                  <a:gd name="csX36" fmla="*/ 20350 w 268804"/>
                  <a:gd name="csY36" fmla="*/ 69727 h 137235"/>
                  <a:gd name="csX37" fmla="*/ 22607 w 268804"/>
                  <a:gd name="csY37" fmla="*/ 62137 h 137235"/>
                  <a:gd name="csX38" fmla="*/ 22823 w 268804"/>
                  <a:gd name="csY38" fmla="*/ 61586 h 137235"/>
                  <a:gd name="csX39" fmla="*/ 22823 w 268804"/>
                  <a:gd name="csY39" fmla="*/ 61606 h 137235"/>
                  <a:gd name="csX40" fmla="*/ 23040 w 268804"/>
                  <a:gd name="csY40" fmla="*/ 61029 h 137235"/>
                  <a:gd name="csX41" fmla="*/ 22955 w 268804"/>
                  <a:gd name="csY41" fmla="*/ 61245 h 137235"/>
                  <a:gd name="csX42" fmla="*/ 23106 w 268804"/>
                  <a:gd name="csY42" fmla="*/ 60852 h 137235"/>
                  <a:gd name="csX43" fmla="*/ 23106 w 268804"/>
                  <a:gd name="csY43" fmla="*/ 60865 h 137235"/>
                  <a:gd name="csX44" fmla="*/ 23145 w 268804"/>
                  <a:gd name="csY44" fmla="*/ 60740 h 137235"/>
                  <a:gd name="csX45" fmla="*/ 23158 w 268804"/>
                  <a:gd name="csY45" fmla="*/ 60734 h 137235"/>
                  <a:gd name="csX46" fmla="*/ 23158 w 268804"/>
                  <a:gd name="csY46" fmla="*/ 60714 h 137235"/>
                  <a:gd name="csX47" fmla="*/ 25014 w 268804"/>
                  <a:gd name="csY47" fmla="*/ 56896 h 137235"/>
                  <a:gd name="csX48" fmla="*/ 29613 w 268804"/>
                  <a:gd name="csY48" fmla="*/ 49300 h 137235"/>
                  <a:gd name="csX49" fmla="*/ 30662 w 268804"/>
                  <a:gd name="csY49" fmla="*/ 47817 h 137235"/>
                  <a:gd name="csX50" fmla="*/ 31489 w 268804"/>
                  <a:gd name="csY50" fmla="*/ 46728 h 137235"/>
                  <a:gd name="csX51" fmla="*/ 31587 w 268804"/>
                  <a:gd name="csY51" fmla="*/ 46604 h 137235"/>
                  <a:gd name="csX52" fmla="*/ 31601 w 268804"/>
                  <a:gd name="csY52" fmla="*/ 46584 h 137235"/>
                  <a:gd name="csX53" fmla="*/ 32480 w 268804"/>
                  <a:gd name="csY53" fmla="*/ 45508 h 137235"/>
                  <a:gd name="csX54" fmla="*/ 33706 w 268804"/>
                  <a:gd name="csY54" fmla="*/ 44071 h 137235"/>
                  <a:gd name="csX55" fmla="*/ 40476 w 268804"/>
                  <a:gd name="csY55" fmla="*/ 37256 h 137235"/>
                  <a:gd name="csX56" fmla="*/ 43933 w 268804"/>
                  <a:gd name="csY56" fmla="*/ 34343 h 137235"/>
                  <a:gd name="csX57" fmla="*/ 43933 w 268804"/>
                  <a:gd name="csY57" fmla="*/ 34350 h 137235"/>
                  <a:gd name="csX58" fmla="*/ 46177 w 268804"/>
                  <a:gd name="csY58" fmla="*/ 32723 h 137235"/>
                  <a:gd name="csX59" fmla="*/ 54940 w 268804"/>
                  <a:gd name="csY59" fmla="*/ 27442 h 137235"/>
                  <a:gd name="csX60" fmla="*/ 59165 w 268804"/>
                  <a:gd name="csY60" fmla="*/ 25415 h 137235"/>
                  <a:gd name="csX61" fmla="*/ 59178 w 268804"/>
                  <a:gd name="csY61" fmla="*/ 25409 h 137235"/>
                  <a:gd name="csX62" fmla="*/ 59204 w 268804"/>
                  <a:gd name="csY62" fmla="*/ 25402 h 137235"/>
                  <a:gd name="csX63" fmla="*/ 59224 w 268804"/>
                  <a:gd name="csY63" fmla="*/ 25396 h 137235"/>
                  <a:gd name="csX64" fmla="*/ 59257 w 268804"/>
                  <a:gd name="csY64" fmla="*/ 25376 h 137235"/>
                  <a:gd name="csX65" fmla="*/ 59277 w 268804"/>
                  <a:gd name="csY65" fmla="*/ 25369 h 137235"/>
                  <a:gd name="csX66" fmla="*/ 59388 w 268804"/>
                  <a:gd name="csY66" fmla="*/ 25324 h 137235"/>
                  <a:gd name="csX67" fmla="*/ 60208 w 268804"/>
                  <a:gd name="csY67" fmla="*/ 25002 h 137235"/>
                  <a:gd name="csX68" fmla="*/ 62852 w 268804"/>
                  <a:gd name="csY68" fmla="*/ 24031 h 137235"/>
                  <a:gd name="csX69" fmla="*/ 74017 w 268804"/>
                  <a:gd name="csY69" fmla="*/ 21066 h 137235"/>
                  <a:gd name="csX70" fmla="*/ 91873 w 268804"/>
                  <a:gd name="csY70" fmla="*/ 20082 h 137235"/>
                  <a:gd name="csX71" fmla="*/ 105314 w 268804"/>
                  <a:gd name="csY71" fmla="*/ 20705 h 137235"/>
                  <a:gd name="csX72" fmla="*/ 119654 w 268804"/>
                  <a:gd name="csY72" fmla="*/ 22024 h 137235"/>
                  <a:gd name="csX73" fmla="*/ 123544 w 268804"/>
                  <a:gd name="csY73" fmla="*/ 22503 h 137235"/>
                  <a:gd name="csX74" fmla="*/ 123904 w 268804"/>
                  <a:gd name="csY74" fmla="*/ 22542 h 137235"/>
                  <a:gd name="csX75" fmla="*/ 123924 w 268804"/>
                  <a:gd name="csY75" fmla="*/ 22542 h 137235"/>
                  <a:gd name="csX76" fmla="*/ 123996 w 268804"/>
                  <a:gd name="csY76" fmla="*/ 22562 h 137235"/>
                  <a:gd name="csX77" fmla="*/ 124016 w 268804"/>
                  <a:gd name="csY77" fmla="*/ 22562 h 137235"/>
                  <a:gd name="csX78" fmla="*/ 124081 w 268804"/>
                  <a:gd name="csY78" fmla="*/ 22568 h 137235"/>
                  <a:gd name="csX79" fmla="*/ 124167 w 268804"/>
                  <a:gd name="csY79" fmla="*/ 22575 h 137235"/>
                  <a:gd name="csX80" fmla="*/ 124232 w 268804"/>
                  <a:gd name="csY80" fmla="*/ 22588 h 137235"/>
                  <a:gd name="csX81" fmla="*/ 124259 w 268804"/>
                  <a:gd name="csY81" fmla="*/ 22588 h 137235"/>
                  <a:gd name="csX82" fmla="*/ 124311 w 268804"/>
                  <a:gd name="csY82" fmla="*/ 22594 h 137235"/>
                  <a:gd name="csX83" fmla="*/ 124324 w 268804"/>
                  <a:gd name="csY83" fmla="*/ 22594 h 137235"/>
                  <a:gd name="csX84" fmla="*/ 124357 w 268804"/>
                  <a:gd name="csY84" fmla="*/ 22608 h 137235"/>
                  <a:gd name="csX85" fmla="*/ 124521 w 268804"/>
                  <a:gd name="csY85" fmla="*/ 22627 h 137235"/>
                  <a:gd name="csX86" fmla="*/ 124560 w 268804"/>
                  <a:gd name="csY86" fmla="*/ 22634 h 137235"/>
                  <a:gd name="csX87" fmla="*/ 124770 w 268804"/>
                  <a:gd name="csY87" fmla="*/ 22660 h 137235"/>
                  <a:gd name="csX88" fmla="*/ 124875 w 268804"/>
                  <a:gd name="csY88" fmla="*/ 22673 h 137235"/>
                  <a:gd name="csX89" fmla="*/ 124967 w 268804"/>
                  <a:gd name="csY89" fmla="*/ 22686 h 137235"/>
                  <a:gd name="csX90" fmla="*/ 125131 w 268804"/>
                  <a:gd name="csY90" fmla="*/ 22713 h 137235"/>
                  <a:gd name="csX91" fmla="*/ 133068 w 268804"/>
                  <a:gd name="csY91" fmla="*/ 23926 h 137235"/>
                  <a:gd name="csX92" fmla="*/ 164038 w 268804"/>
                  <a:gd name="csY92" fmla="*/ 30643 h 137235"/>
                  <a:gd name="csX93" fmla="*/ 179047 w 268804"/>
                  <a:gd name="csY93" fmla="*/ 35222 h 137235"/>
                  <a:gd name="csX94" fmla="*/ 186354 w 268804"/>
                  <a:gd name="csY94" fmla="*/ 37846 h 137235"/>
                  <a:gd name="csX95" fmla="*/ 189759 w 268804"/>
                  <a:gd name="csY95" fmla="*/ 39165 h 137235"/>
                  <a:gd name="csX96" fmla="*/ 191628 w 268804"/>
                  <a:gd name="csY96" fmla="*/ 39926 h 137235"/>
                  <a:gd name="csX97" fmla="*/ 192147 w 268804"/>
                  <a:gd name="csY97" fmla="*/ 40129 h 137235"/>
                  <a:gd name="csX98" fmla="*/ 192199 w 268804"/>
                  <a:gd name="csY98" fmla="*/ 40149 h 137235"/>
                  <a:gd name="csX99" fmla="*/ 192212 w 268804"/>
                  <a:gd name="csY99" fmla="*/ 40155 h 137235"/>
                  <a:gd name="csX100" fmla="*/ 218301 w 268804"/>
                  <a:gd name="csY100" fmla="*/ 54207 h 137235"/>
                  <a:gd name="csX101" fmla="*/ 221305 w 268804"/>
                  <a:gd name="csY101" fmla="*/ 56332 h 137235"/>
                  <a:gd name="csX102" fmla="*/ 222781 w 268804"/>
                  <a:gd name="csY102" fmla="*/ 57441 h 137235"/>
                  <a:gd name="csX103" fmla="*/ 222788 w 268804"/>
                  <a:gd name="csY103" fmla="*/ 57441 h 137235"/>
                  <a:gd name="csX104" fmla="*/ 222801 w 268804"/>
                  <a:gd name="csY104" fmla="*/ 57454 h 137235"/>
                  <a:gd name="csX105" fmla="*/ 222827 w 268804"/>
                  <a:gd name="csY105" fmla="*/ 57467 h 137235"/>
                  <a:gd name="csX106" fmla="*/ 222834 w 268804"/>
                  <a:gd name="csY106" fmla="*/ 57473 h 137235"/>
                  <a:gd name="csX107" fmla="*/ 222853 w 268804"/>
                  <a:gd name="csY107" fmla="*/ 57493 h 137235"/>
                  <a:gd name="csX108" fmla="*/ 222873 w 268804"/>
                  <a:gd name="csY108" fmla="*/ 57506 h 137235"/>
                  <a:gd name="csX109" fmla="*/ 227596 w 268804"/>
                  <a:gd name="csY109" fmla="*/ 61508 h 137235"/>
                  <a:gd name="csX110" fmla="*/ 236714 w 268804"/>
                  <a:gd name="csY110" fmla="*/ 71164 h 137235"/>
                  <a:gd name="csX111" fmla="*/ 237442 w 268804"/>
                  <a:gd name="csY111" fmla="*/ 72167 h 137235"/>
                  <a:gd name="csX112" fmla="*/ 239305 w 268804"/>
                  <a:gd name="csY112" fmla="*/ 74936 h 137235"/>
                  <a:gd name="csX113" fmla="*/ 242572 w 268804"/>
                  <a:gd name="csY113" fmla="*/ 80702 h 137235"/>
                  <a:gd name="csX114" fmla="*/ 243700 w 268804"/>
                  <a:gd name="csY114" fmla="*/ 83129 h 137235"/>
                  <a:gd name="csX115" fmla="*/ 244153 w 268804"/>
                  <a:gd name="csY115" fmla="*/ 84316 h 137235"/>
                  <a:gd name="csX116" fmla="*/ 246075 w 268804"/>
                  <a:gd name="csY116" fmla="*/ 90699 h 137235"/>
                  <a:gd name="csX117" fmla="*/ 246239 w 268804"/>
                  <a:gd name="csY117" fmla="*/ 91421 h 137235"/>
                  <a:gd name="csX118" fmla="*/ 201540 w 268804"/>
                  <a:gd name="csY118" fmla="*/ 91421 h 137235"/>
                  <a:gd name="csX119" fmla="*/ 138067 w 268804"/>
                  <a:gd name="csY119" fmla="*/ 91421 h 137235"/>
                  <a:gd name="csX120" fmla="*/ 96950 w 268804"/>
                  <a:gd name="csY120" fmla="*/ 127520 h 137235"/>
                  <a:gd name="csX121" fmla="*/ 96661 w 268804"/>
                  <a:gd name="csY121" fmla="*/ 130931 h 137235"/>
                  <a:gd name="csX122" fmla="*/ 267696 w 268804"/>
                  <a:gd name="csY122" fmla="*/ 98263 h 137235"/>
                  <a:gd name="csX123" fmla="*/ 186052 w 268804"/>
                  <a:gd name="csY123" fmla="*/ 15982 h 137235"/>
                  <a:gd name="csX124" fmla="*/ 119654 w 268804"/>
                  <a:gd name="csY124" fmla="*/ 1518 h 137235"/>
                  <a:gd name="csX125" fmla="*/ 44589 w 268804"/>
                  <a:gd name="csY125" fmla="*/ 9737 h 137235"/>
                  <a:gd name="csX126" fmla="*/ 43572 w 268804"/>
                  <a:gd name="csY126" fmla="*/ 10275 h 137235"/>
                  <a:gd name="csX127" fmla="*/ 42234 w 268804"/>
                  <a:gd name="csY127" fmla="*/ 11003 h 137235"/>
                  <a:gd name="csX128" fmla="*/ 37209 w 268804"/>
                  <a:gd name="csY128" fmla="*/ 14034 h 137235"/>
                  <a:gd name="csX129" fmla="*/ 37196 w 268804"/>
                  <a:gd name="csY129" fmla="*/ 14034 h 137235"/>
                  <a:gd name="csX130" fmla="*/ 32788 w 268804"/>
                  <a:gd name="csY130" fmla="*/ 17104 h 137235"/>
                  <a:gd name="csX131" fmla="*/ 31791 w 268804"/>
                  <a:gd name="csY131" fmla="*/ 17865 h 137235"/>
                  <a:gd name="csX132" fmla="*/ 31778 w 268804"/>
                  <a:gd name="csY132" fmla="*/ 17865 h 137235"/>
                  <a:gd name="csX133" fmla="*/ -635 w 268804"/>
                  <a:gd name="csY133" fmla="*/ 72148 h 137235"/>
                  <a:gd name="csX134" fmla="*/ 5099 w 268804"/>
                  <a:gd name="csY134" fmla="*/ 109985 h 137235"/>
                  <a:gd name="csX135" fmla="*/ 16900 w 268804"/>
                  <a:gd name="csY135" fmla="*/ 128727 h 137235"/>
                  <a:gd name="csX136" fmla="*/ 20245 w 268804"/>
                  <a:gd name="csY136" fmla="*/ 132144 h 137235"/>
                  <a:gd name="csX137" fmla="*/ 24450 w 268804"/>
                  <a:gd name="csY137" fmla="*/ 135785 h 137235"/>
                  <a:gd name="csX138" fmla="*/ 25861 w 268804"/>
                  <a:gd name="csY138" fmla="*/ 136861 h 137235"/>
                  <a:gd name="csX139" fmla="*/ 246882 w 268804"/>
                  <a:gd name="csY139" fmla="*/ 136861 h 137235"/>
                  <a:gd name="csX140" fmla="*/ 237567 w 268804"/>
                  <a:gd name="csY140" fmla="*/ 121891 h 137235"/>
                  <a:gd name="csX141" fmla="*/ 119922 w 268804"/>
                  <a:gd name="csY141" fmla="*/ 121891 h 137235"/>
                  <a:gd name="csX142" fmla="*/ 121143 w 268804"/>
                  <a:gd name="csY142" fmla="*/ 119995 h 137235"/>
                  <a:gd name="csX143" fmla="*/ 122442 w 268804"/>
                  <a:gd name="csY143" fmla="*/ 118487 h 137235"/>
                  <a:gd name="csX144" fmla="*/ 124672 w 268804"/>
                  <a:gd name="csY144" fmla="*/ 116348 h 137235"/>
                  <a:gd name="csX145" fmla="*/ 124842 w 268804"/>
                  <a:gd name="csY145" fmla="*/ 116184 h 137235"/>
                  <a:gd name="csX146" fmla="*/ 126509 w 268804"/>
                  <a:gd name="csY146" fmla="*/ 115075 h 137235"/>
                  <a:gd name="csX147" fmla="*/ 129237 w 268804"/>
                  <a:gd name="csY147" fmla="*/ 113567 h 137235"/>
                  <a:gd name="csX148" fmla="*/ 129428 w 268804"/>
                  <a:gd name="csY148" fmla="*/ 113475 h 137235"/>
                  <a:gd name="csX149" fmla="*/ 129480 w 268804"/>
                  <a:gd name="csY149" fmla="*/ 113455 h 137235"/>
                  <a:gd name="csX150" fmla="*/ 129565 w 268804"/>
                  <a:gd name="csY150" fmla="*/ 113422 h 137235"/>
                  <a:gd name="csX151" fmla="*/ 129611 w 268804"/>
                  <a:gd name="csY151" fmla="*/ 113403 h 137235"/>
                  <a:gd name="csX152" fmla="*/ 129664 w 268804"/>
                  <a:gd name="csY152" fmla="*/ 113390 h 137235"/>
                  <a:gd name="csX153" fmla="*/ 129684 w 268804"/>
                  <a:gd name="csY153" fmla="*/ 113377 h 137235"/>
                  <a:gd name="csX154" fmla="*/ 130012 w 268804"/>
                  <a:gd name="csY154" fmla="*/ 113252 h 137235"/>
                  <a:gd name="csX155" fmla="*/ 129966 w 268804"/>
                  <a:gd name="csY155" fmla="*/ 113271 h 137235"/>
                  <a:gd name="csX156" fmla="*/ 130117 w 268804"/>
                  <a:gd name="csY156" fmla="*/ 113219 h 137235"/>
                  <a:gd name="csX157" fmla="*/ 130530 w 268804"/>
                  <a:gd name="csY157" fmla="*/ 113094 h 137235"/>
                  <a:gd name="csX158" fmla="*/ 134046 w 268804"/>
                  <a:gd name="csY158" fmla="*/ 112156 h 137235"/>
                  <a:gd name="csX159" fmla="*/ 134518 w 268804"/>
                  <a:gd name="csY159" fmla="*/ 112071 h 137235"/>
                  <a:gd name="csX160" fmla="*/ 135929 w 268804"/>
                  <a:gd name="csY160" fmla="*/ 111966 h 137235"/>
                  <a:gd name="csX161" fmla="*/ 138323 w 268804"/>
                  <a:gd name="csY161" fmla="*/ 111927 h 137235"/>
                  <a:gd name="csX162" fmla="*/ 160659 w 268804"/>
                  <a:gd name="csY162" fmla="*/ 111927 h 137235"/>
                  <a:gd name="csX163" fmla="*/ 257548 w 268804"/>
                  <a:gd name="csY163" fmla="*/ 111927 h 137235"/>
                  <a:gd name="csX164" fmla="*/ 267801 w 268804"/>
                  <a:gd name="csY164" fmla="*/ 101674 h 137235"/>
                  <a:gd name="csX165" fmla="*/ 267696 w 268804"/>
                  <a:gd name="csY165" fmla="*/ 98263 h 1372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268804" h="137235">
                    <a:moveTo>
                      <a:pt x="96661" y="130931"/>
                    </a:moveTo>
                    <a:cubicBezTo>
                      <a:pt x="96615" y="131311"/>
                      <a:pt x="96609" y="131698"/>
                      <a:pt x="96628" y="132092"/>
                    </a:cubicBezTo>
                    <a:cubicBezTo>
                      <a:pt x="96130" y="132092"/>
                      <a:pt x="95631" y="132092"/>
                      <a:pt x="95133" y="132098"/>
                    </a:cubicBezTo>
                    <a:cubicBezTo>
                      <a:pt x="86192" y="132151"/>
                      <a:pt x="77139" y="132538"/>
                      <a:pt x="68270" y="131337"/>
                    </a:cubicBezTo>
                    <a:cubicBezTo>
                      <a:pt x="68264" y="131337"/>
                      <a:pt x="68250" y="131337"/>
                      <a:pt x="68244" y="131331"/>
                    </a:cubicBezTo>
                    <a:cubicBezTo>
                      <a:pt x="68218" y="131331"/>
                      <a:pt x="68178" y="131324"/>
                      <a:pt x="68132" y="131318"/>
                    </a:cubicBezTo>
                    <a:cubicBezTo>
                      <a:pt x="67758" y="131252"/>
                      <a:pt x="66748" y="131095"/>
                      <a:pt x="66571" y="131068"/>
                    </a:cubicBezTo>
                    <a:cubicBezTo>
                      <a:pt x="65653" y="130911"/>
                      <a:pt x="64728" y="130754"/>
                      <a:pt x="63809" y="130576"/>
                    </a:cubicBezTo>
                    <a:cubicBezTo>
                      <a:pt x="62222" y="130268"/>
                      <a:pt x="60641" y="129927"/>
                      <a:pt x="59067" y="129547"/>
                    </a:cubicBezTo>
                    <a:cubicBezTo>
                      <a:pt x="55826" y="128759"/>
                      <a:pt x="52625" y="127795"/>
                      <a:pt x="49509" y="126621"/>
                    </a:cubicBezTo>
                    <a:cubicBezTo>
                      <a:pt x="48905" y="126398"/>
                      <a:pt x="48295" y="126168"/>
                      <a:pt x="47699" y="125912"/>
                    </a:cubicBezTo>
                    <a:cubicBezTo>
                      <a:pt x="47692" y="125925"/>
                      <a:pt x="47685" y="125912"/>
                      <a:pt x="47672" y="125906"/>
                    </a:cubicBezTo>
                    <a:cubicBezTo>
                      <a:pt x="47554" y="125847"/>
                      <a:pt x="47416" y="125781"/>
                      <a:pt x="47252" y="125696"/>
                    </a:cubicBezTo>
                    <a:cubicBezTo>
                      <a:pt x="45927" y="125040"/>
                      <a:pt x="44596" y="124423"/>
                      <a:pt x="43303" y="123708"/>
                    </a:cubicBezTo>
                    <a:cubicBezTo>
                      <a:pt x="42116" y="123052"/>
                      <a:pt x="40948" y="122357"/>
                      <a:pt x="39800" y="121629"/>
                    </a:cubicBezTo>
                    <a:cubicBezTo>
                      <a:pt x="39072" y="121163"/>
                      <a:pt x="38357" y="120671"/>
                      <a:pt x="37649" y="120166"/>
                    </a:cubicBezTo>
                    <a:cubicBezTo>
                      <a:pt x="37386" y="119989"/>
                      <a:pt x="37137" y="119799"/>
                      <a:pt x="36888" y="119608"/>
                    </a:cubicBezTo>
                    <a:cubicBezTo>
                      <a:pt x="36835" y="119549"/>
                      <a:pt x="36579" y="119339"/>
                      <a:pt x="36120" y="118972"/>
                    </a:cubicBezTo>
                    <a:cubicBezTo>
                      <a:pt x="33949" y="116984"/>
                      <a:pt x="31915" y="114984"/>
                      <a:pt x="29980" y="112760"/>
                    </a:cubicBezTo>
                    <a:cubicBezTo>
                      <a:pt x="29928" y="112701"/>
                      <a:pt x="29882" y="112648"/>
                      <a:pt x="29836" y="112596"/>
                    </a:cubicBezTo>
                    <a:cubicBezTo>
                      <a:pt x="29574" y="112301"/>
                      <a:pt x="29423" y="112123"/>
                      <a:pt x="29357" y="112032"/>
                    </a:cubicBezTo>
                    <a:cubicBezTo>
                      <a:pt x="29455" y="112130"/>
                      <a:pt x="29639" y="112347"/>
                      <a:pt x="29770" y="112504"/>
                    </a:cubicBezTo>
                    <a:cubicBezTo>
                      <a:pt x="29324" y="111907"/>
                      <a:pt x="28904" y="111303"/>
                      <a:pt x="28491" y="110674"/>
                    </a:cubicBezTo>
                    <a:cubicBezTo>
                      <a:pt x="27540" y="109250"/>
                      <a:pt x="26661" y="107781"/>
                      <a:pt x="25854" y="106272"/>
                    </a:cubicBezTo>
                    <a:cubicBezTo>
                      <a:pt x="25559" y="105728"/>
                      <a:pt x="25277" y="105177"/>
                      <a:pt x="25001" y="104619"/>
                    </a:cubicBezTo>
                    <a:cubicBezTo>
                      <a:pt x="25001" y="104619"/>
                      <a:pt x="24660" y="103878"/>
                      <a:pt x="24424" y="103386"/>
                    </a:cubicBezTo>
                    <a:cubicBezTo>
                      <a:pt x="24424" y="103373"/>
                      <a:pt x="24411" y="103353"/>
                      <a:pt x="24398" y="103327"/>
                    </a:cubicBezTo>
                    <a:cubicBezTo>
                      <a:pt x="24194" y="102828"/>
                      <a:pt x="23834" y="101936"/>
                      <a:pt x="23834" y="101936"/>
                    </a:cubicBezTo>
                    <a:cubicBezTo>
                      <a:pt x="23617" y="101359"/>
                      <a:pt x="23401" y="100768"/>
                      <a:pt x="23197" y="100178"/>
                    </a:cubicBezTo>
                    <a:cubicBezTo>
                      <a:pt x="22194" y="97200"/>
                      <a:pt x="21407" y="94150"/>
                      <a:pt x="20810" y="91060"/>
                    </a:cubicBezTo>
                    <a:cubicBezTo>
                      <a:pt x="20659" y="90273"/>
                      <a:pt x="20527" y="89492"/>
                      <a:pt x="20403" y="88711"/>
                    </a:cubicBezTo>
                    <a:cubicBezTo>
                      <a:pt x="20370" y="88469"/>
                      <a:pt x="20291" y="87872"/>
                      <a:pt x="20245" y="87524"/>
                    </a:cubicBezTo>
                    <a:cubicBezTo>
                      <a:pt x="20232" y="87367"/>
                      <a:pt x="20219" y="87262"/>
                      <a:pt x="20219" y="87262"/>
                    </a:cubicBezTo>
                    <a:cubicBezTo>
                      <a:pt x="20088" y="86094"/>
                      <a:pt x="19977" y="84926"/>
                      <a:pt x="19904" y="83759"/>
                    </a:cubicBezTo>
                    <a:cubicBezTo>
                      <a:pt x="19681" y="80741"/>
                      <a:pt x="19550" y="77678"/>
                      <a:pt x="19688" y="74654"/>
                    </a:cubicBezTo>
                    <a:cubicBezTo>
                      <a:pt x="19727" y="73853"/>
                      <a:pt x="19793" y="73060"/>
                      <a:pt x="19885" y="72266"/>
                    </a:cubicBezTo>
                    <a:cubicBezTo>
                      <a:pt x="19806" y="73447"/>
                      <a:pt x="20226" y="70370"/>
                      <a:pt x="20350" y="69727"/>
                    </a:cubicBezTo>
                    <a:cubicBezTo>
                      <a:pt x="20915" y="67149"/>
                      <a:pt x="21689" y="64610"/>
                      <a:pt x="22607" y="62137"/>
                    </a:cubicBezTo>
                    <a:cubicBezTo>
                      <a:pt x="22673" y="61954"/>
                      <a:pt x="22751" y="61770"/>
                      <a:pt x="22823" y="61586"/>
                    </a:cubicBezTo>
                    <a:lnTo>
                      <a:pt x="22823" y="61606"/>
                    </a:lnTo>
                    <a:cubicBezTo>
                      <a:pt x="22843" y="61567"/>
                      <a:pt x="22909" y="61390"/>
                      <a:pt x="23040" y="61029"/>
                    </a:cubicBezTo>
                    <a:cubicBezTo>
                      <a:pt x="23014" y="61101"/>
                      <a:pt x="22981" y="61167"/>
                      <a:pt x="22955" y="61245"/>
                    </a:cubicBezTo>
                    <a:cubicBezTo>
                      <a:pt x="22994" y="61114"/>
                      <a:pt x="23046" y="60963"/>
                      <a:pt x="23106" y="60852"/>
                    </a:cubicBezTo>
                    <a:lnTo>
                      <a:pt x="23106" y="60865"/>
                    </a:lnTo>
                    <a:cubicBezTo>
                      <a:pt x="23119" y="60819"/>
                      <a:pt x="23132" y="60786"/>
                      <a:pt x="23145" y="60740"/>
                    </a:cubicBezTo>
                    <a:cubicBezTo>
                      <a:pt x="23158" y="60740"/>
                      <a:pt x="23158" y="60734"/>
                      <a:pt x="23158" y="60734"/>
                    </a:cubicBezTo>
                    <a:lnTo>
                      <a:pt x="23158" y="60714"/>
                    </a:lnTo>
                    <a:cubicBezTo>
                      <a:pt x="23768" y="59435"/>
                      <a:pt x="24358" y="58155"/>
                      <a:pt x="25014" y="56896"/>
                    </a:cubicBezTo>
                    <a:cubicBezTo>
                      <a:pt x="26392" y="54272"/>
                      <a:pt x="27934" y="51740"/>
                      <a:pt x="29613" y="49300"/>
                    </a:cubicBezTo>
                    <a:cubicBezTo>
                      <a:pt x="29961" y="48808"/>
                      <a:pt x="30315" y="48309"/>
                      <a:pt x="30662" y="47817"/>
                    </a:cubicBezTo>
                    <a:cubicBezTo>
                      <a:pt x="30662" y="47817"/>
                      <a:pt x="31161" y="47161"/>
                      <a:pt x="31489" y="46728"/>
                    </a:cubicBezTo>
                    <a:cubicBezTo>
                      <a:pt x="31515" y="46695"/>
                      <a:pt x="31548" y="46650"/>
                      <a:pt x="31587" y="46604"/>
                    </a:cubicBezTo>
                    <a:cubicBezTo>
                      <a:pt x="31587" y="46597"/>
                      <a:pt x="31594" y="46591"/>
                      <a:pt x="31601" y="46584"/>
                    </a:cubicBezTo>
                    <a:cubicBezTo>
                      <a:pt x="31955" y="46151"/>
                      <a:pt x="32480" y="45508"/>
                      <a:pt x="32480" y="45508"/>
                    </a:cubicBezTo>
                    <a:cubicBezTo>
                      <a:pt x="32886" y="45023"/>
                      <a:pt x="33293" y="44550"/>
                      <a:pt x="33706" y="44071"/>
                    </a:cubicBezTo>
                    <a:cubicBezTo>
                      <a:pt x="35825" y="41671"/>
                      <a:pt x="38088" y="39394"/>
                      <a:pt x="40476" y="37256"/>
                    </a:cubicBezTo>
                    <a:cubicBezTo>
                      <a:pt x="41598" y="36252"/>
                      <a:pt x="42739" y="35268"/>
                      <a:pt x="43933" y="34343"/>
                    </a:cubicBezTo>
                    <a:lnTo>
                      <a:pt x="43933" y="34350"/>
                    </a:lnTo>
                    <a:cubicBezTo>
                      <a:pt x="44163" y="34199"/>
                      <a:pt x="45809" y="32979"/>
                      <a:pt x="46177" y="32723"/>
                    </a:cubicBezTo>
                    <a:cubicBezTo>
                      <a:pt x="48978" y="30781"/>
                      <a:pt x="51910" y="29010"/>
                      <a:pt x="54940" y="27442"/>
                    </a:cubicBezTo>
                    <a:cubicBezTo>
                      <a:pt x="56318" y="26727"/>
                      <a:pt x="57735" y="26038"/>
                      <a:pt x="59165" y="25415"/>
                    </a:cubicBezTo>
                    <a:cubicBezTo>
                      <a:pt x="59165" y="25415"/>
                      <a:pt x="59172" y="25415"/>
                      <a:pt x="59178" y="25409"/>
                    </a:cubicBezTo>
                    <a:cubicBezTo>
                      <a:pt x="59185" y="25409"/>
                      <a:pt x="59191" y="25402"/>
                      <a:pt x="59204" y="25402"/>
                    </a:cubicBezTo>
                    <a:cubicBezTo>
                      <a:pt x="59204" y="25402"/>
                      <a:pt x="59211" y="25402"/>
                      <a:pt x="59224" y="25396"/>
                    </a:cubicBezTo>
                    <a:cubicBezTo>
                      <a:pt x="59231" y="25382"/>
                      <a:pt x="59237" y="25376"/>
                      <a:pt x="59257" y="25376"/>
                    </a:cubicBezTo>
                    <a:cubicBezTo>
                      <a:pt x="59263" y="25369"/>
                      <a:pt x="59270" y="25369"/>
                      <a:pt x="59277" y="25369"/>
                    </a:cubicBezTo>
                    <a:cubicBezTo>
                      <a:pt x="59309" y="25363"/>
                      <a:pt x="59342" y="25350"/>
                      <a:pt x="59388" y="25324"/>
                    </a:cubicBezTo>
                    <a:cubicBezTo>
                      <a:pt x="59677" y="25212"/>
                      <a:pt x="60136" y="25022"/>
                      <a:pt x="60208" y="25002"/>
                    </a:cubicBezTo>
                    <a:cubicBezTo>
                      <a:pt x="61094" y="24674"/>
                      <a:pt x="61966" y="24340"/>
                      <a:pt x="62852" y="24031"/>
                    </a:cubicBezTo>
                    <a:cubicBezTo>
                      <a:pt x="66492" y="22772"/>
                      <a:pt x="70232" y="21781"/>
                      <a:pt x="74017" y="21066"/>
                    </a:cubicBezTo>
                    <a:cubicBezTo>
                      <a:pt x="79087" y="20115"/>
                      <a:pt x="85746" y="19951"/>
                      <a:pt x="91873" y="20082"/>
                    </a:cubicBezTo>
                    <a:cubicBezTo>
                      <a:pt x="96353" y="20181"/>
                      <a:pt x="100833" y="20390"/>
                      <a:pt x="105314" y="20705"/>
                    </a:cubicBezTo>
                    <a:cubicBezTo>
                      <a:pt x="110102" y="21040"/>
                      <a:pt x="114885" y="21486"/>
                      <a:pt x="119654" y="22024"/>
                    </a:cubicBezTo>
                    <a:cubicBezTo>
                      <a:pt x="120952" y="22175"/>
                      <a:pt x="122245" y="22332"/>
                      <a:pt x="123544" y="22503"/>
                    </a:cubicBezTo>
                    <a:cubicBezTo>
                      <a:pt x="123662" y="22516"/>
                      <a:pt x="123780" y="22529"/>
                      <a:pt x="123904" y="22542"/>
                    </a:cubicBezTo>
                    <a:lnTo>
                      <a:pt x="123924" y="22542"/>
                    </a:lnTo>
                    <a:cubicBezTo>
                      <a:pt x="123950" y="22555"/>
                      <a:pt x="123963" y="22555"/>
                      <a:pt x="123996" y="22562"/>
                    </a:cubicBezTo>
                    <a:lnTo>
                      <a:pt x="124016" y="22562"/>
                    </a:lnTo>
                    <a:cubicBezTo>
                      <a:pt x="124042" y="22562"/>
                      <a:pt x="124062" y="22568"/>
                      <a:pt x="124081" y="22568"/>
                    </a:cubicBezTo>
                    <a:cubicBezTo>
                      <a:pt x="124108" y="22575"/>
                      <a:pt x="124134" y="22575"/>
                      <a:pt x="124167" y="22575"/>
                    </a:cubicBezTo>
                    <a:cubicBezTo>
                      <a:pt x="124186" y="22581"/>
                      <a:pt x="124213" y="22581"/>
                      <a:pt x="124232" y="22588"/>
                    </a:cubicBezTo>
                    <a:lnTo>
                      <a:pt x="124259" y="22588"/>
                    </a:lnTo>
                    <a:cubicBezTo>
                      <a:pt x="124272" y="22588"/>
                      <a:pt x="124285" y="22594"/>
                      <a:pt x="124311" y="22594"/>
                    </a:cubicBezTo>
                    <a:lnTo>
                      <a:pt x="124324" y="22594"/>
                    </a:lnTo>
                    <a:cubicBezTo>
                      <a:pt x="124331" y="22594"/>
                      <a:pt x="124337" y="22594"/>
                      <a:pt x="124357" y="22608"/>
                    </a:cubicBezTo>
                    <a:cubicBezTo>
                      <a:pt x="124409" y="22614"/>
                      <a:pt x="124462" y="22621"/>
                      <a:pt x="124521" y="22627"/>
                    </a:cubicBezTo>
                    <a:cubicBezTo>
                      <a:pt x="124534" y="22627"/>
                      <a:pt x="124541" y="22627"/>
                      <a:pt x="124560" y="22634"/>
                    </a:cubicBezTo>
                    <a:cubicBezTo>
                      <a:pt x="124632" y="22640"/>
                      <a:pt x="124705" y="22654"/>
                      <a:pt x="124770" y="22660"/>
                    </a:cubicBezTo>
                    <a:cubicBezTo>
                      <a:pt x="124810" y="22667"/>
                      <a:pt x="124836" y="22673"/>
                      <a:pt x="124875" y="22673"/>
                    </a:cubicBezTo>
                    <a:cubicBezTo>
                      <a:pt x="124908" y="22673"/>
                      <a:pt x="124934" y="22680"/>
                      <a:pt x="124967" y="22686"/>
                    </a:cubicBezTo>
                    <a:cubicBezTo>
                      <a:pt x="125026" y="22693"/>
                      <a:pt x="125085" y="22706"/>
                      <a:pt x="125131" y="22713"/>
                    </a:cubicBezTo>
                    <a:cubicBezTo>
                      <a:pt x="127781" y="23093"/>
                      <a:pt x="130425" y="23487"/>
                      <a:pt x="133068" y="23926"/>
                    </a:cubicBezTo>
                    <a:cubicBezTo>
                      <a:pt x="143499" y="25638"/>
                      <a:pt x="153850" y="27856"/>
                      <a:pt x="164038" y="30643"/>
                    </a:cubicBezTo>
                    <a:cubicBezTo>
                      <a:pt x="169089" y="32021"/>
                      <a:pt x="174094" y="33543"/>
                      <a:pt x="179047" y="35222"/>
                    </a:cubicBezTo>
                    <a:cubicBezTo>
                      <a:pt x="181500" y="36062"/>
                      <a:pt x="183934" y="36934"/>
                      <a:pt x="186354" y="37846"/>
                    </a:cubicBezTo>
                    <a:cubicBezTo>
                      <a:pt x="187496" y="38273"/>
                      <a:pt x="188630" y="38719"/>
                      <a:pt x="189759" y="39165"/>
                    </a:cubicBezTo>
                    <a:cubicBezTo>
                      <a:pt x="190382" y="39414"/>
                      <a:pt x="191005" y="39670"/>
                      <a:pt x="191628" y="39926"/>
                    </a:cubicBezTo>
                    <a:cubicBezTo>
                      <a:pt x="191845" y="40004"/>
                      <a:pt x="192009" y="40077"/>
                      <a:pt x="192147" y="40129"/>
                    </a:cubicBezTo>
                    <a:cubicBezTo>
                      <a:pt x="192160" y="40136"/>
                      <a:pt x="192186" y="40142"/>
                      <a:pt x="192199" y="40149"/>
                    </a:cubicBezTo>
                    <a:cubicBezTo>
                      <a:pt x="192206" y="40149"/>
                      <a:pt x="192206" y="40155"/>
                      <a:pt x="192212" y="40155"/>
                    </a:cubicBezTo>
                    <a:cubicBezTo>
                      <a:pt x="201252" y="44262"/>
                      <a:pt x="210075" y="48604"/>
                      <a:pt x="218301" y="54207"/>
                    </a:cubicBezTo>
                    <a:cubicBezTo>
                      <a:pt x="219311" y="54902"/>
                      <a:pt x="220315" y="55610"/>
                      <a:pt x="221305" y="56332"/>
                    </a:cubicBezTo>
                    <a:cubicBezTo>
                      <a:pt x="221745" y="56647"/>
                      <a:pt x="222506" y="57231"/>
                      <a:pt x="222781" y="57441"/>
                    </a:cubicBezTo>
                    <a:lnTo>
                      <a:pt x="222788" y="57441"/>
                    </a:lnTo>
                    <a:cubicBezTo>
                      <a:pt x="222801" y="57447"/>
                      <a:pt x="222801" y="57447"/>
                      <a:pt x="222801" y="57454"/>
                    </a:cubicBezTo>
                    <a:cubicBezTo>
                      <a:pt x="222814" y="57454"/>
                      <a:pt x="222821" y="57460"/>
                      <a:pt x="222827" y="57467"/>
                    </a:cubicBezTo>
                    <a:lnTo>
                      <a:pt x="222834" y="57473"/>
                    </a:lnTo>
                    <a:cubicBezTo>
                      <a:pt x="222840" y="57480"/>
                      <a:pt x="222840" y="57493"/>
                      <a:pt x="222853" y="57493"/>
                    </a:cubicBezTo>
                    <a:cubicBezTo>
                      <a:pt x="222860" y="57493"/>
                      <a:pt x="222866" y="57499"/>
                      <a:pt x="222873" y="57506"/>
                    </a:cubicBezTo>
                    <a:cubicBezTo>
                      <a:pt x="224487" y="58792"/>
                      <a:pt x="226068" y="60117"/>
                      <a:pt x="227596" y="61508"/>
                    </a:cubicBezTo>
                    <a:cubicBezTo>
                      <a:pt x="230915" y="64512"/>
                      <a:pt x="233775" y="67812"/>
                      <a:pt x="236714" y="71164"/>
                    </a:cubicBezTo>
                    <a:cubicBezTo>
                      <a:pt x="236944" y="71505"/>
                      <a:pt x="237200" y="71833"/>
                      <a:pt x="237442" y="72167"/>
                    </a:cubicBezTo>
                    <a:cubicBezTo>
                      <a:pt x="238085" y="73079"/>
                      <a:pt x="238708" y="73998"/>
                      <a:pt x="239305" y="74936"/>
                    </a:cubicBezTo>
                    <a:cubicBezTo>
                      <a:pt x="240493" y="76799"/>
                      <a:pt x="241588" y="78721"/>
                      <a:pt x="242572" y="80702"/>
                    </a:cubicBezTo>
                    <a:cubicBezTo>
                      <a:pt x="242972" y="81489"/>
                      <a:pt x="243313" y="82329"/>
                      <a:pt x="243700" y="83129"/>
                    </a:cubicBezTo>
                    <a:cubicBezTo>
                      <a:pt x="243838" y="83523"/>
                      <a:pt x="244009" y="83916"/>
                      <a:pt x="244153" y="84316"/>
                    </a:cubicBezTo>
                    <a:cubicBezTo>
                      <a:pt x="244914" y="86402"/>
                      <a:pt x="245563" y="88534"/>
                      <a:pt x="246075" y="90699"/>
                    </a:cubicBezTo>
                    <a:cubicBezTo>
                      <a:pt x="246134" y="90935"/>
                      <a:pt x="246187" y="91178"/>
                      <a:pt x="246239" y="91421"/>
                    </a:cubicBezTo>
                    <a:lnTo>
                      <a:pt x="201540" y="91421"/>
                    </a:lnTo>
                    <a:cubicBezTo>
                      <a:pt x="180385" y="91421"/>
                      <a:pt x="159229" y="91335"/>
                      <a:pt x="138067" y="91421"/>
                    </a:cubicBezTo>
                    <a:cubicBezTo>
                      <a:pt x="116957" y="91506"/>
                      <a:pt x="99528" y="106994"/>
                      <a:pt x="96950" y="127520"/>
                    </a:cubicBezTo>
                    <a:cubicBezTo>
                      <a:pt x="96806" y="128641"/>
                      <a:pt x="96707" y="129776"/>
                      <a:pt x="96661" y="130931"/>
                    </a:cubicBezTo>
                    <a:close/>
                    <a:moveTo>
                      <a:pt x="267696" y="98263"/>
                    </a:moveTo>
                    <a:cubicBezTo>
                      <a:pt x="265387" y="54423"/>
                      <a:pt x="223726" y="29076"/>
                      <a:pt x="186052" y="15982"/>
                    </a:cubicBezTo>
                    <a:cubicBezTo>
                      <a:pt x="164595" y="8524"/>
                      <a:pt x="142187" y="4109"/>
                      <a:pt x="119654" y="1518"/>
                    </a:cubicBezTo>
                    <a:cubicBezTo>
                      <a:pt x="94149" y="-1408"/>
                      <a:pt x="68060" y="-2425"/>
                      <a:pt x="44589" y="9737"/>
                    </a:cubicBezTo>
                    <a:cubicBezTo>
                      <a:pt x="44248" y="9914"/>
                      <a:pt x="43907" y="10092"/>
                      <a:pt x="43572" y="10275"/>
                    </a:cubicBezTo>
                    <a:cubicBezTo>
                      <a:pt x="43126" y="10511"/>
                      <a:pt x="42680" y="10754"/>
                      <a:pt x="42234" y="11003"/>
                    </a:cubicBezTo>
                    <a:cubicBezTo>
                      <a:pt x="40535" y="11954"/>
                      <a:pt x="38862" y="12965"/>
                      <a:pt x="37209" y="14034"/>
                    </a:cubicBezTo>
                    <a:lnTo>
                      <a:pt x="37196" y="14034"/>
                    </a:lnTo>
                    <a:cubicBezTo>
                      <a:pt x="35700" y="15011"/>
                      <a:pt x="34238" y="16035"/>
                      <a:pt x="32788" y="17104"/>
                    </a:cubicBezTo>
                    <a:cubicBezTo>
                      <a:pt x="32453" y="17353"/>
                      <a:pt x="32119" y="17603"/>
                      <a:pt x="31791" y="17865"/>
                    </a:cubicBezTo>
                    <a:lnTo>
                      <a:pt x="31778" y="17865"/>
                    </a:lnTo>
                    <a:cubicBezTo>
                      <a:pt x="14545" y="30985"/>
                      <a:pt x="1655" y="50605"/>
                      <a:pt x="-635" y="72148"/>
                    </a:cubicBezTo>
                    <a:cubicBezTo>
                      <a:pt x="-1947" y="84572"/>
                      <a:pt x="316" y="98492"/>
                      <a:pt x="5099" y="109985"/>
                    </a:cubicBezTo>
                    <a:cubicBezTo>
                      <a:pt x="7998" y="116945"/>
                      <a:pt x="11967" y="123275"/>
                      <a:pt x="16900" y="128727"/>
                    </a:cubicBezTo>
                    <a:cubicBezTo>
                      <a:pt x="17976" y="129907"/>
                      <a:pt x="19084" y="131049"/>
                      <a:pt x="20245" y="132144"/>
                    </a:cubicBezTo>
                    <a:cubicBezTo>
                      <a:pt x="21590" y="133417"/>
                      <a:pt x="22987" y="134630"/>
                      <a:pt x="24450" y="135785"/>
                    </a:cubicBezTo>
                    <a:cubicBezTo>
                      <a:pt x="24916" y="136152"/>
                      <a:pt x="25382" y="136507"/>
                      <a:pt x="25861" y="136861"/>
                    </a:cubicBezTo>
                    <a:lnTo>
                      <a:pt x="246882" y="136861"/>
                    </a:lnTo>
                    <a:cubicBezTo>
                      <a:pt x="249788" y="130767"/>
                      <a:pt x="245262" y="121891"/>
                      <a:pt x="237567" y="121891"/>
                    </a:cubicBezTo>
                    <a:lnTo>
                      <a:pt x="119922" y="121891"/>
                    </a:lnTo>
                    <a:cubicBezTo>
                      <a:pt x="120303" y="121242"/>
                      <a:pt x="120710" y="120612"/>
                      <a:pt x="121143" y="119995"/>
                    </a:cubicBezTo>
                    <a:cubicBezTo>
                      <a:pt x="120952" y="120310"/>
                      <a:pt x="122087" y="118860"/>
                      <a:pt x="122442" y="118487"/>
                    </a:cubicBezTo>
                    <a:cubicBezTo>
                      <a:pt x="123150" y="117732"/>
                      <a:pt x="123917" y="117057"/>
                      <a:pt x="124672" y="116348"/>
                    </a:cubicBezTo>
                    <a:cubicBezTo>
                      <a:pt x="124731" y="116289"/>
                      <a:pt x="124790" y="116223"/>
                      <a:pt x="124842" y="116184"/>
                    </a:cubicBezTo>
                    <a:cubicBezTo>
                      <a:pt x="125387" y="115797"/>
                      <a:pt x="125944" y="115423"/>
                      <a:pt x="126509" y="115075"/>
                    </a:cubicBezTo>
                    <a:cubicBezTo>
                      <a:pt x="127401" y="114524"/>
                      <a:pt x="128326" y="114059"/>
                      <a:pt x="129237" y="113567"/>
                    </a:cubicBezTo>
                    <a:cubicBezTo>
                      <a:pt x="129283" y="113547"/>
                      <a:pt x="129349" y="113508"/>
                      <a:pt x="129428" y="113475"/>
                    </a:cubicBezTo>
                    <a:cubicBezTo>
                      <a:pt x="129441" y="113468"/>
                      <a:pt x="129461" y="113462"/>
                      <a:pt x="129480" y="113455"/>
                    </a:cubicBezTo>
                    <a:cubicBezTo>
                      <a:pt x="129506" y="113449"/>
                      <a:pt x="129539" y="113435"/>
                      <a:pt x="129565" y="113422"/>
                    </a:cubicBezTo>
                    <a:cubicBezTo>
                      <a:pt x="129585" y="113409"/>
                      <a:pt x="129598" y="113409"/>
                      <a:pt x="129611" y="113403"/>
                    </a:cubicBezTo>
                    <a:cubicBezTo>
                      <a:pt x="129631" y="113390"/>
                      <a:pt x="129651" y="113377"/>
                      <a:pt x="129664" y="113390"/>
                    </a:cubicBezTo>
                    <a:cubicBezTo>
                      <a:pt x="129670" y="113377"/>
                      <a:pt x="129670" y="113377"/>
                      <a:pt x="129684" y="113377"/>
                    </a:cubicBezTo>
                    <a:cubicBezTo>
                      <a:pt x="129802" y="113324"/>
                      <a:pt x="129920" y="113278"/>
                      <a:pt x="130012" y="113252"/>
                    </a:cubicBezTo>
                    <a:cubicBezTo>
                      <a:pt x="130005" y="113258"/>
                      <a:pt x="129992" y="113265"/>
                      <a:pt x="129966" y="113271"/>
                    </a:cubicBezTo>
                    <a:cubicBezTo>
                      <a:pt x="130018" y="113258"/>
                      <a:pt x="130064" y="113239"/>
                      <a:pt x="130117" y="113219"/>
                    </a:cubicBezTo>
                    <a:cubicBezTo>
                      <a:pt x="130254" y="113173"/>
                      <a:pt x="130392" y="113134"/>
                      <a:pt x="130530" y="113094"/>
                    </a:cubicBezTo>
                    <a:cubicBezTo>
                      <a:pt x="131697" y="112753"/>
                      <a:pt x="132845" y="112399"/>
                      <a:pt x="134046" y="112156"/>
                    </a:cubicBezTo>
                    <a:cubicBezTo>
                      <a:pt x="134203" y="112130"/>
                      <a:pt x="134361" y="112097"/>
                      <a:pt x="134518" y="112071"/>
                    </a:cubicBezTo>
                    <a:cubicBezTo>
                      <a:pt x="134518" y="112097"/>
                      <a:pt x="135627" y="111979"/>
                      <a:pt x="135929" y="111966"/>
                    </a:cubicBezTo>
                    <a:cubicBezTo>
                      <a:pt x="136722" y="111927"/>
                      <a:pt x="137523" y="111933"/>
                      <a:pt x="138323" y="111927"/>
                    </a:cubicBezTo>
                    <a:cubicBezTo>
                      <a:pt x="145768" y="111907"/>
                      <a:pt x="153214" y="111927"/>
                      <a:pt x="160659" y="111927"/>
                    </a:cubicBezTo>
                    <a:lnTo>
                      <a:pt x="257548" y="111927"/>
                    </a:lnTo>
                    <a:cubicBezTo>
                      <a:pt x="263072" y="111927"/>
                      <a:pt x="267828" y="107230"/>
                      <a:pt x="267801" y="101674"/>
                    </a:cubicBezTo>
                    <a:cubicBezTo>
                      <a:pt x="267795" y="100519"/>
                      <a:pt x="267762" y="99384"/>
                      <a:pt x="267696" y="98263"/>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3" name="Freeform: Shape 332">
                <a:extLst>
                  <a:ext uri="{FF2B5EF4-FFF2-40B4-BE49-F238E27FC236}">
                    <a16:creationId xmlns:a16="http://schemas.microsoft.com/office/drawing/2014/main" id="{EF38CFEF-4DA4-57A7-8841-2400FDE5D6DF}"/>
                  </a:ext>
                </a:extLst>
              </p:cNvPr>
              <p:cNvSpPr/>
              <p:nvPr/>
            </p:nvSpPr>
            <p:spPr>
              <a:xfrm>
                <a:off x="1930207" y="5141597"/>
                <a:ext cx="765480" cy="409196"/>
              </a:xfrm>
              <a:custGeom>
                <a:avLst/>
                <a:gdLst>
                  <a:gd name="csX0" fmla="*/ 797385 w 799376"/>
                  <a:gd name="csY0" fmla="*/ 31073 h 427316"/>
                  <a:gd name="csX1" fmla="*/ 693070 w 799376"/>
                  <a:gd name="csY1" fmla="*/ 390645 h 427316"/>
                  <a:gd name="csX2" fmla="*/ 669979 w 799376"/>
                  <a:gd name="csY2" fmla="*/ 426941 h 427316"/>
                  <a:gd name="csX3" fmla="*/ -1003 w 799376"/>
                  <a:gd name="csY3" fmla="*/ 426941 h 427316"/>
                  <a:gd name="csX4" fmla="*/ 309 w 799376"/>
                  <a:gd name="csY4" fmla="*/ 422179 h 427316"/>
                  <a:gd name="csX5" fmla="*/ 2127 w 799376"/>
                  <a:gd name="csY5" fmla="*/ 417600 h 427316"/>
                  <a:gd name="csX6" fmla="*/ 34998 w 799376"/>
                  <a:gd name="csY6" fmla="*/ 388343 h 427316"/>
                  <a:gd name="csX7" fmla="*/ 179735 w 799376"/>
                  <a:gd name="csY7" fmla="*/ 388343 h 427316"/>
                  <a:gd name="csX8" fmla="*/ 276165 w 799376"/>
                  <a:gd name="csY8" fmla="*/ 55909 h 427316"/>
                  <a:gd name="csX9" fmla="*/ 327082 w 799376"/>
                  <a:gd name="csY9" fmla="*/ 3410 h 427316"/>
                  <a:gd name="csX10" fmla="*/ 337178 w 799376"/>
                  <a:gd name="csY10" fmla="*/ 884 h 427316"/>
                  <a:gd name="csX11" fmla="*/ 347549 w 799376"/>
                  <a:gd name="csY11" fmla="*/ -296 h 427316"/>
                  <a:gd name="csX12" fmla="*/ 349005 w 799376"/>
                  <a:gd name="csY12" fmla="*/ -349 h 427316"/>
                  <a:gd name="csX13" fmla="*/ 351111 w 799376"/>
                  <a:gd name="csY13" fmla="*/ -375 h 427316"/>
                  <a:gd name="csX14" fmla="*/ 773756 w 799376"/>
                  <a:gd name="csY14" fmla="*/ -375 h 427316"/>
                  <a:gd name="csX15" fmla="*/ 797385 w 799376"/>
                  <a:gd name="csY15" fmla="*/ 31073 h 4273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799376" h="427316">
                    <a:moveTo>
                      <a:pt x="797385" y="31073"/>
                    </a:moveTo>
                    <a:lnTo>
                      <a:pt x="693070" y="390645"/>
                    </a:lnTo>
                    <a:cubicBezTo>
                      <a:pt x="689639" y="402479"/>
                      <a:pt x="680947" y="418584"/>
                      <a:pt x="669979" y="426941"/>
                    </a:cubicBezTo>
                    <a:lnTo>
                      <a:pt x="-1003" y="426941"/>
                    </a:lnTo>
                    <a:cubicBezTo>
                      <a:pt x="-681" y="425386"/>
                      <a:pt x="-242" y="423799"/>
                      <a:pt x="309" y="422179"/>
                    </a:cubicBezTo>
                    <a:cubicBezTo>
                      <a:pt x="821" y="420663"/>
                      <a:pt x="1431" y="419135"/>
                      <a:pt x="2127" y="417600"/>
                    </a:cubicBezTo>
                    <a:cubicBezTo>
                      <a:pt x="8660" y="403096"/>
                      <a:pt x="22633" y="388343"/>
                      <a:pt x="34998" y="388343"/>
                    </a:cubicBezTo>
                    <a:lnTo>
                      <a:pt x="179735" y="388343"/>
                    </a:lnTo>
                    <a:lnTo>
                      <a:pt x="276165" y="55909"/>
                    </a:lnTo>
                    <a:cubicBezTo>
                      <a:pt x="283525" y="30561"/>
                      <a:pt x="302942" y="11223"/>
                      <a:pt x="327082" y="3410"/>
                    </a:cubicBezTo>
                    <a:cubicBezTo>
                      <a:pt x="330369" y="2341"/>
                      <a:pt x="333734" y="1501"/>
                      <a:pt x="337178" y="884"/>
                    </a:cubicBezTo>
                    <a:cubicBezTo>
                      <a:pt x="340576" y="255"/>
                      <a:pt x="344033" y="-132"/>
                      <a:pt x="347549" y="-296"/>
                    </a:cubicBezTo>
                    <a:cubicBezTo>
                      <a:pt x="348035" y="-316"/>
                      <a:pt x="348513" y="-329"/>
                      <a:pt x="349005" y="-349"/>
                    </a:cubicBezTo>
                    <a:cubicBezTo>
                      <a:pt x="349707" y="-368"/>
                      <a:pt x="350403" y="-375"/>
                      <a:pt x="351111" y="-375"/>
                    </a:cubicBezTo>
                    <a:lnTo>
                      <a:pt x="773756" y="-375"/>
                    </a:lnTo>
                    <a:cubicBezTo>
                      <a:pt x="790143" y="-375"/>
                      <a:pt x="801951" y="15336"/>
                      <a:pt x="797385" y="31073"/>
                    </a:cubicBezTo>
                    <a:close/>
                  </a:path>
                </a:pathLst>
              </a:custGeom>
              <a:solidFill>
                <a:schemeClr val="accent5"/>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4" name="Freeform: Shape 333">
                <a:extLst>
                  <a:ext uri="{FF2B5EF4-FFF2-40B4-BE49-F238E27FC236}">
                    <a16:creationId xmlns:a16="http://schemas.microsoft.com/office/drawing/2014/main" id="{FD64183D-F755-D825-4EDB-C3D1FD44CDAE}"/>
                  </a:ext>
                </a:extLst>
              </p:cNvPr>
              <p:cNvSpPr/>
              <p:nvPr/>
            </p:nvSpPr>
            <p:spPr>
              <a:xfrm>
                <a:off x="1643699" y="5411443"/>
                <a:ext cx="254792" cy="27237"/>
              </a:xfrm>
              <a:custGeom>
                <a:avLst/>
                <a:gdLst>
                  <a:gd name="csX0" fmla="*/ 3248 w 266074"/>
                  <a:gd name="csY0" fmla="*/ 8136 h 28443"/>
                  <a:gd name="csX1" fmla="*/ 28858 w 266074"/>
                  <a:gd name="csY1" fmla="*/ 10117 h 28443"/>
                  <a:gd name="csX2" fmla="*/ 90350 w 266074"/>
                  <a:gd name="csY2" fmla="*/ 14873 h 28443"/>
                  <a:gd name="csX3" fmla="*/ 164759 w 266074"/>
                  <a:gd name="csY3" fmla="*/ 20626 h 28443"/>
                  <a:gd name="csX4" fmla="*/ 229091 w 266074"/>
                  <a:gd name="csY4" fmla="*/ 25605 h 28443"/>
                  <a:gd name="csX5" fmla="*/ 250299 w 266074"/>
                  <a:gd name="csY5" fmla="*/ 27245 h 28443"/>
                  <a:gd name="csX6" fmla="*/ 260375 w 266074"/>
                  <a:gd name="csY6" fmla="*/ 28026 h 28443"/>
                  <a:gd name="csX7" fmla="*/ 260821 w 266074"/>
                  <a:gd name="csY7" fmla="*/ 28059 h 28443"/>
                  <a:gd name="csX8" fmla="*/ 265072 w 266074"/>
                  <a:gd name="csY8" fmla="*/ 23808 h 28443"/>
                  <a:gd name="csX9" fmla="*/ 260821 w 266074"/>
                  <a:gd name="csY9" fmla="*/ 19550 h 28443"/>
                  <a:gd name="csX10" fmla="*/ 235211 w 266074"/>
                  <a:gd name="csY10" fmla="*/ 17576 h 28443"/>
                  <a:gd name="csX11" fmla="*/ 173719 w 266074"/>
                  <a:gd name="csY11" fmla="*/ 12820 h 28443"/>
                  <a:gd name="csX12" fmla="*/ 99311 w 266074"/>
                  <a:gd name="csY12" fmla="*/ 7067 h 28443"/>
                  <a:gd name="csX13" fmla="*/ 34978 w 266074"/>
                  <a:gd name="csY13" fmla="*/ 2088 h 28443"/>
                  <a:gd name="csX14" fmla="*/ 13770 w 266074"/>
                  <a:gd name="csY14" fmla="*/ 448 h 28443"/>
                  <a:gd name="csX15" fmla="*/ 3694 w 266074"/>
                  <a:gd name="csY15" fmla="*/ -332 h 28443"/>
                  <a:gd name="csX16" fmla="*/ 3248 w 266074"/>
                  <a:gd name="csY16" fmla="*/ -365 h 28443"/>
                  <a:gd name="csX17" fmla="*/ -1003 w 266074"/>
                  <a:gd name="csY17" fmla="*/ 3886 h 28443"/>
                  <a:gd name="csX18" fmla="*/ 3248 w 266074"/>
                  <a:gd name="csY18" fmla="*/ 8136 h 28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6074" h="28443">
                    <a:moveTo>
                      <a:pt x="3248" y="8136"/>
                    </a:moveTo>
                    <a:cubicBezTo>
                      <a:pt x="11783" y="8799"/>
                      <a:pt x="20317" y="9461"/>
                      <a:pt x="28858" y="10117"/>
                    </a:cubicBezTo>
                    <a:cubicBezTo>
                      <a:pt x="49351" y="11705"/>
                      <a:pt x="69850" y="13286"/>
                      <a:pt x="90350" y="14873"/>
                    </a:cubicBezTo>
                    <a:cubicBezTo>
                      <a:pt x="115153" y="16795"/>
                      <a:pt x="139956" y="18711"/>
                      <a:pt x="164759" y="20626"/>
                    </a:cubicBezTo>
                    <a:cubicBezTo>
                      <a:pt x="186203" y="22286"/>
                      <a:pt x="207647" y="23946"/>
                      <a:pt x="229091" y="25605"/>
                    </a:cubicBezTo>
                    <a:cubicBezTo>
                      <a:pt x="236163" y="26150"/>
                      <a:pt x="243234" y="26694"/>
                      <a:pt x="250299" y="27245"/>
                    </a:cubicBezTo>
                    <a:cubicBezTo>
                      <a:pt x="253645" y="27501"/>
                      <a:pt x="257023" y="27921"/>
                      <a:pt x="260375" y="28026"/>
                    </a:cubicBezTo>
                    <a:cubicBezTo>
                      <a:pt x="260526" y="28026"/>
                      <a:pt x="260670" y="28046"/>
                      <a:pt x="260821" y="28059"/>
                    </a:cubicBezTo>
                    <a:cubicBezTo>
                      <a:pt x="263111" y="28236"/>
                      <a:pt x="265072" y="25979"/>
                      <a:pt x="265072" y="23808"/>
                    </a:cubicBezTo>
                    <a:cubicBezTo>
                      <a:pt x="265072" y="21354"/>
                      <a:pt x="263117" y="19734"/>
                      <a:pt x="260821" y="19550"/>
                    </a:cubicBezTo>
                    <a:cubicBezTo>
                      <a:pt x="252287" y="18894"/>
                      <a:pt x="243746" y="18232"/>
                      <a:pt x="235211" y="17576"/>
                    </a:cubicBezTo>
                    <a:cubicBezTo>
                      <a:pt x="214712" y="15988"/>
                      <a:pt x="194219" y="14401"/>
                      <a:pt x="173719" y="12820"/>
                    </a:cubicBezTo>
                    <a:cubicBezTo>
                      <a:pt x="148917" y="10898"/>
                      <a:pt x="124114" y="8983"/>
                      <a:pt x="99311" y="7067"/>
                    </a:cubicBezTo>
                    <a:cubicBezTo>
                      <a:pt x="77867" y="5407"/>
                      <a:pt x="56422" y="3748"/>
                      <a:pt x="34978" y="2088"/>
                    </a:cubicBezTo>
                    <a:cubicBezTo>
                      <a:pt x="27907" y="1544"/>
                      <a:pt x="20835" y="993"/>
                      <a:pt x="13770" y="448"/>
                    </a:cubicBezTo>
                    <a:cubicBezTo>
                      <a:pt x="10425" y="192"/>
                      <a:pt x="7046" y="-228"/>
                      <a:pt x="3694" y="-332"/>
                    </a:cubicBezTo>
                    <a:cubicBezTo>
                      <a:pt x="3543" y="-332"/>
                      <a:pt x="3399" y="-352"/>
                      <a:pt x="3248" y="-365"/>
                    </a:cubicBezTo>
                    <a:cubicBezTo>
                      <a:pt x="959" y="-542"/>
                      <a:pt x="-1003" y="1714"/>
                      <a:pt x="-1003" y="3886"/>
                    </a:cubicBezTo>
                    <a:cubicBezTo>
                      <a:pt x="-1003" y="6332"/>
                      <a:pt x="952" y="7959"/>
                      <a:pt x="3248" y="8136"/>
                    </a:cubicBezTo>
                    <a:close/>
                  </a:path>
                </a:pathLst>
              </a:custGeom>
              <a:solidFill>
                <a:srgbClr val="0F244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5" name="Freeform: Shape 334">
                <a:extLst>
                  <a:ext uri="{FF2B5EF4-FFF2-40B4-BE49-F238E27FC236}">
                    <a16:creationId xmlns:a16="http://schemas.microsoft.com/office/drawing/2014/main" id="{3BE39F80-B269-8797-E73B-E15F6C4EA327}"/>
                  </a:ext>
                </a:extLst>
              </p:cNvPr>
              <p:cNvSpPr/>
              <p:nvPr/>
            </p:nvSpPr>
            <p:spPr>
              <a:xfrm>
                <a:off x="1886932" y="5167571"/>
                <a:ext cx="200084" cy="200084"/>
              </a:xfrm>
              <a:custGeom>
                <a:avLst/>
                <a:gdLst>
                  <a:gd name="csX0" fmla="*/ 207942 w 208944"/>
                  <a:gd name="csY0" fmla="*/ 104097 h 208944"/>
                  <a:gd name="csX1" fmla="*/ 103470 w 208944"/>
                  <a:gd name="csY1" fmla="*/ 208570 h 208944"/>
                  <a:gd name="csX2" fmla="*/ -1003 w 208944"/>
                  <a:gd name="csY2" fmla="*/ 104097 h 208944"/>
                  <a:gd name="csX3" fmla="*/ 103470 w 208944"/>
                  <a:gd name="csY3" fmla="*/ -375 h 208944"/>
                  <a:gd name="csX4" fmla="*/ 207942 w 208944"/>
                  <a:gd name="csY4" fmla="*/ 104097 h 208944"/>
                </a:gdLst>
                <a:ahLst/>
                <a:cxnLst>
                  <a:cxn ang="0">
                    <a:pos x="csX0" y="csY0"/>
                  </a:cxn>
                  <a:cxn ang="0">
                    <a:pos x="csX1" y="csY1"/>
                  </a:cxn>
                  <a:cxn ang="0">
                    <a:pos x="csX2" y="csY2"/>
                  </a:cxn>
                  <a:cxn ang="0">
                    <a:pos x="csX3" y="csY3"/>
                  </a:cxn>
                  <a:cxn ang="0">
                    <a:pos x="csX4" y="csY4"/>
                  </a:cxn>
                </a:cxnLst>
                <a:rect l="l" t="t" r="r" b="b"/>
                <a:pathLst>
                  <a:path w="208944" h="208944">
                    <a:moveTo>
                      <a:pt x="207942" y="104097"/>
                    </a:moveTo>
                    <a:cubicBezTo>
                      <a:pt x="207942" y="161798"/>
                      <a:pt x="161170" y="208570"/>
                      <a:pt x="103470" y="208570"/>
                    </a:cubicBezTo>
                    <a:cubicBezTo>
                      <a:pt x="45769" y="208570"/>
                      <a:pt x="-1003" y="161798"/>
                      <a:pt x="-1003" y="104097"/>
                    </a:cubicBezTo>
                    <a:cubicBezTo>
                      <a:pt x="-1003" y="46397"/>
                      <a:pt x="45769" y="-375"/>
                      <a:pt x="103470" y="-375"/>
                    </a:cubicBezTo>
                    <a:cubicBezTo>
                      <a:pt x="161170" y="-375"/>
                      <a:pt x="207942" y="46397"/>
                      <a:pt x="207942" y="104097"/>
                    </a:cubicBezTo>
                    <a:close/>
                  </a:path>
                </a:pathLst>
              </a:custGeom>
              <a:solidFill>
                <a:srgbClr val="14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6" name="Freeform: Shape 335">
                <a:extLst>
                  <a:ext uri="{FF2B5EF4-FFF2-40B4-BE49-F238E27FC236}">
                    <a16:creationId xmlns:a16="http://schemas.microsoft.com/office/drawing/2014/main" id="{7008AB11-DCF9-B4B9-08D5-ADCD351F7092}"/>
                  </a:ext>
                </a:extLst>
              </p:cNvPr>
              <p:cNvSpPr/>
              <p:nvPr/>
            </p:nvSpPr>
            <p:spPr>
              <a:xfrm>
                <a:off x="1926803" y="5226280"/>
                <a:ext cx="79123" cy="82666"/>
              </a:xfrm>
              <a:custGeom>
                <a:avLst/>
                <a:gdLst>
                  <a:gd name="csX0" fmla="*/ 30990 w 82627"/>
                  <a:gd name="csY0" fmla="*/ 51179 h 86327"/>
                  <a:gd name="csX1" fmla="*/ 40108 w 82627"/>
                  <a:gd name="csY1" fmla="*/ 23575 h 86327"/>
                  <a:gd name="csX2" fmla="*/ 49226 w 82627"/>
                  <a:gd name="csY2" fmla="*/ 51179 h 86327"/>
                  <a:gd name="csX3" fmla="*/ 30990 w 82627"/>
                  <a:gd name="csY3" fmla="*/ 51179 h 86327"/>
                  <a:gd name="csX4" fmla="*/ 30360 w 82627"/>
                  <a:gd name="csY4" fmla="*/ -375 h 86327"/>
                  <a:gd name="csX5" fmla="*/ -1003 w 82627"/>
                  <a:gd name="csY5" fmla="*/ 85953 h 86327"/>
                  <a:gd name="csX6" fmla="*/ 19504 w 82627"/>
                  <a:gd name="csY6" fmla="*/ 85953 h 86327"/>
                  <a:gd name="csX7" fmla="*/ 25079 w 82627"/>
                  <a:gd name="csY7" fmla="*/ 69061 h 86327"/>
                  <a:gd name="csX8" fmla="*/ 55137 w 82627"/>
                  <a:gd name="csY8" fmla="*/ 69061 h 86327"/>
                  <a:gd name="csX9" fmla="*/ 60713 w 82627"/>
                  <a:gd name="csY9" fmla="*/ 85953 h 86327"/>
                  <a:gd name="csX10" fmla="*/ 81625 w 82627"/>
                  <a:gd name="csY10" fmla="*/ 85953 h 86327"/>
                  <a:gd name="csX11" fmla="*/ 50158 w 82627"/>
                  <a:gd name="csY11" fmla="*/ -375 h 86327"/>
                  <a:gd name="csX12" fmla="*/ 30360 w 82627"/>
                  <a:gd name="csY12" fmla="*/ -375 h 863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2627" h="86327">
                    <a:moveTo>
                      <a:pt x="30990" y="51179"/>
                    </a:moveTo>
                    <a:lnTo>
                      <a:pt x="40108" y="23575"/>
                    </a:lnTo>
                    <a:lnTo>
                      <a:pt x="49226" y="51179"/>
                    </a:lnTo>
                    <a:lnTo>
                      <a:pt x="30990" y="51179"/>
                    </a:lnTo>
                    <a:close/>
                    <a:moveTo>
                      <a:pt x="30360" y="-375"/>
                    </a:moveTo>
                    <a:lnTo>
                      <a:pt x="-1003" y="85953"/>
                    </a:lnTo>
                    <a:lnTo>
                      <a:pt x="19504" y="85953"/>
                    </a:lnTo>
                    <a:lnTo>
                      <a:pt x="25079" y="69061"/>
                    </a:lnTo>
                    <a:lnTo>
                      <a:pt x="55137" y="69061"/>
                    </a:lnTo>
                    <a:lnTo>
                      <a:pt x="60713" y="85953"/>
                    </a:lnTo>
                    <a:lnTo>
                      <a:pt x="81625" y="85953"/>
                    </a:lnTo>
                    <a:lnTo>
                      <a:pt x="50158" y="-375"/>
                    </a:lnTo>
                    <a:lnTo>
                      <a:pt x="30360" y="-375"/>
                    </a:ln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7" name="Rectangle 336">
                <a:extLst>
                  <a:ext uri="{FF2B5EF4-FFF2-40B4-BE49-F238E27FC236}">
                    <a16:creationId xmlns:a16="http://schemas.microsoft.com/office/drawing/2014/main" id="{AABE59C6-2C0D-6EC9-D1FA-38AA82840E16}"/>
                  </a:ext>
                </a:extLst>
              </p:cNvPr>
              <p:cNvSpPr/>
              <p:nvPr/>
            </p:nvSpPr>
            <p:spPr>
              <a:xfrm>
                <a:off x="2015620" y="5226280"/>
                <a:ext cx="23386" cy="82667"/>
              </a:xfrm>
              <a:prstGeom prst="rect">
                <a:avLst/>
              </a:prstGeom>
              <a:solidFill>
                <a:srgbClr val="EBF4F7"/>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8" name="Freeform: Shape 337">
                <a:extLst>
                  <a:ext uri="{FF2B5EF4-FFF2-40B4-BE49-F238E27FC236}">
                    <a16:creationId xmlns:a16="http://schemas.microsoft.com/office/drawing/2014/main" id="{0D18FBC9-C6AB-5835-F5EE-2B27B48CA623}"/>
                  </a:ext>
                </a:extLst>
              </p:cNvPr>
              <p:cNvSpPr/>
              <p:nvPr/>
            </p:nvSpPr>
            <p:spPr>
              <a:xfrm>
                <a:off x="1125874" y="4343221"/>
                <a:ext cx="523410" cy="354392"/>
              </a:xfrm>
              <a:custGeom>
                <a:avLst/>
                <a:gdLst>
                  <a:gd name="csX0" fmla="*/ 468309 w 546587"/>
                  <a:gd name="csY0" fmla="*/ -375 h 370085"/>
                  <a:gd name="csX1" fmla="*/ 76273 w 546587"/>
                  <a:gd name="csY1" fmla="*/ -375 h 370085"/>
                  <a:gd name="csX2" fmla="*/ -1003 w 546587"/>
                  <a:gd name="csY2" fmla="*/ 76903 h 370085"/>
                  <a:gd name="csX3" fmla="*/ -1003 w 546587"/>
                  <a:gd name="csY3" fmla="*/ 204060 h 370085"/>
                  <a:gd name="csX4" fmla="*/ 76273 w 546587"/>
                  <a:gd name="csY4" fmla="*/ 281338 h 370085"/>
                  <a:gd name="csX5" fmla="*/ 380473 w 546587"/>
                  <a:gd name="csY5" fmla="*/ 281338 h 370085"/>
                  <a:gd name="csX6" fmla="*/ 482958 w 546587"/>
                  <a:gd name="csY6" fmla="*/ 369711 h 370085"/>
                  <a:gd name="csX7" fmla="*/ 454488 w 546587"/>
                  <a:gd name="csY7" fmla="*/ 281338 h 370085"/>
                  <a:gd name="csX8" fmla="*/ 468309 w 546587"/>
                  <a:gd name="csY8" fmla="*/ 281338 h 370085"/>
                  <a:gd name="csX9" fmla="*/ 545585 w 546587"/>
                  <a:gd name="csY9" fmla="*/ 204060 h 370085"/>
                  <a:gd name="csX10" fmla="*/ 545585 w 546587"/>
                  <a:gd name="csY10" fmla="*/ 76903 h 370085"/>
                  <a:gd name="csX11" fmla="*/ 468309 w 546587"/>
                  <a:gd name="csY11" fmla="*/ -375 h 3700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46587" h="370085">
                    <a:moveTo>
                      <a:pt x="468309" y="-375"/>
                    </a:moveTo>
                    <a:lnTo>
                      <a:pt x="76273" y="-375"/>
                    </a:lnTo>
                    <a:cubicBezTo>
                      <a:pt x="33771" y="-375"/>
                      <a:pt x="-1003" y="34400"/>
                      <a:pt x="-1003" y="76903"/>
                    </a:cubicBezTo>
                    <a:lnTo>
                      <a:pt x="-1003" y="204060"/>
                    </a:lnTo>
                    <a:cubicBezTo>
                      <a:pt x="-1003" y="246563"/>
                      <a:pt x="33771" y="281338"/>
                      <a:pt x="76273" y="281338"/>
                    </a:cubicBezTo>
                    <a:lnTo>
                      <a:pt x="380473" y="281338"/>
                    </a:lnTo>
                    <a:lnTo>
                      <a:pt x="482958" y="369711"/>
                    </a:lnTo>
                    <a:lnTo>
                      <a:pt x="454488" y="281338"/>
                    </a:lnTo>
                    <a:lnTo>
                      <a:pt x="468309" y="281338"/>
                    </a:lnTo>
                    <a:cubicBezTo>
                      <a:pt x="510811" y="281338"/>
                      <a:pt x="545585" y="246563"/>
                      <a:pt x="545585" y="204060"/>
                    </a:cubicBezTo>
                    <a:lnTo>
                      <a:pt x="545585" y="76903"/>
                    </a:lnTo>
                    <a:cubicBezTo>
                      <a:pt x="545585" y="34400"/>
                      <a:pt x="510811" y="-375"/>
                      <a:pt x="468309" y="-375"/>
                    </a:cubicBezTo>
                    <a:close/>
                  </a:path>
                </a:pathLst>
              </a:custGeom>
              <a:solidFill>
                <a:schemeClr val="accent2">
                  <a:lumMod val="40000"/>
                  <a:lumOff val="60000"/>
                </a:schemeClr>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39" name="Freeform: Shape 338">
                <a:extLst>
                  <a:ext uri="{FF2B5EF4-FFF2-40B4-BE49-F238E27FC236}">
                    <a16:creationId xmlns:a16="http://schemas.microsoft.com/office/drawing/2014/main" id="{EB495782-49BA-29BE-5C18-A7F9C4386BED}"/>
                  </a:ext>
                </a:extLst>
              </p:cNvPr>
              <p:cNvSpPr/>
              <p:nvPr/>
            </p:nvSpPr>
            <p:spPr>
              <a:xfrm>
                <a:off x="1311084" y="4455661"/>
                <a:ext cx="51258" cy="51253"/>
              </a:xfrm>
              <a:custGeom>
                <a:avLst/>
                <a:gdLst>
                  <a:gd name="csX0" fmla="*/ 52526 w 53528"/>
                  <a:gd name="csY0" fmla="*/ 26387 h 53523"/>
                  <a:gd name="csX1" fmla="*/ 25762 w 53528"/>
                  <a:gd name="csY1" fmla="*/ 53149 h 53523"/>
                  <a:gd name="csX2" fmla="*/ -1003 w 53528"/>
                  <a:gd name="csY2" fmla="*/ 26387 h 53523"/>
                  <a:gd name="csX3" fmla="*/ 25762 w 53528"/>
                  <a:gd name="csY3" fmla="*/ -375 h 53523"/>
                  <a:gd name="csX4" fmla="*/ 52526 w 53528"/>
                  <a:gd name="csY4" fmla="*/ 26387 h 53523"/>
                </a:gdLst>
                <a:ahLst/>
                <a:cxnLst>
                  <a:cxn ang="0">
                    <a:pos x="csX0" y="csY0"/>
                  </a:cxn>
                  <a:cxn ang="0">
                    <a:pos x="csX1" y="csY1"/>
                  </a:cxn>
                  <a:cxn ang="0">
                    <a:pos x="csX2" y="csY2"/>
                  </a:cxn>
                  <a:cxn ang="0">
                    <a:pos x="csX3" y="csY3"/>
                  </a:cxn>
                  <a:cxn ang="0">
                    <a:pos x="csX4" y="csY4"/>
                  </a:cxn>
                </a:cxnLst>
                <a:rect l="l" t="t" r="r" b="b"/>
                <a:pathLst>
                  <a:path w="53528" h="53523">
                    <a:moveTo>
                      <a:pt x="52526" y="26387"/>
                    </a:moveTo>
                    <a:cubicBezTo>
                      <a:pt x="52526" y="41167"/>
                      <a:pt x="40541" y="53149"/>
                      <a:pt x="25762" y="53149"/>
                    </a:cubicBezTo>
                    <a:cubicBezTo>
                      <a:pt x="10982" y="53149"/>
                      <a:pt x="-1003" y="41167"/>
                      <a:pt x="-1003" y="26387"/>
                    </a:cubicBezTo>
                    <a:cubicBezTo>
                      <a:pt x="-1003" y="11607"/>
                      <a:pt x="10982" y="-375"/>
                      <a:pt x="25762" y="-375"/>
                    </a:cubicBezTo>
                    <a:cubicBezTo>
                      <a:pt x="40541" y="-375"/>
                      <a:pt x="52526" y="11607"/>
                      <a:pt x="52526" y="26387"/>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0" name="Freeform: Shape 339">
                <a:extLst>
                  <a:ext uri="{FF2B5EF4-FFF2-40B4-BE49-F238E27FC236}">
                    <a16:creationId xmlns:a16="http://schemas.microsoft.com/office/drawing/2014/main" id="{C0F1EBBB-514F-3CDC-ADB5-990D1A912A04}"/>
                  </a:ext>
                </a:extLst>
              </p:cNvPr>
              <p:cNvSpPr/>
              <p:nvPr/>
            </p:nvSpPr>
            <p:spPr>
              <a:xfrm>
                <a:off x="1201587" y="4455661"/>
                <a:ext cx="51252" cy="51253"/>
              </a:xfrm>
              <a:custGeom>
                <a:avLst/>
                <a:gdLst>
                  <a:gd name="csX0" fmla="*/ 52519 w 53521"/>
                  <a:gd name="csY0" fmla="*/ 26387 h 53523"/>
                  <a:gd name="csX1" fmla="*/ 25762 w 53521"/>
                  <a:gd name="csY1" fmla="*/ 53149 h 53523"/>
                  <a:gd name="csX2" fmla="*/ -1003 w 53521"/>
                  <a:gd name="csY2" fmla="*/ 26387 h 53523"/>
                  <a:gd name="csX3" fmla="*/ 25762 w 53521"/>
                  <a:gd name="csY3" fmla="*/ -375 h 53523"/>
                  <a:gd name="csX4" fmla="*/ 52519 w 53521"/>
                  <a:gd name="csY4" fmla="*/ 26387 h 53523"/>
                </a:gdLst>
                <a:ahLst/>
                <a:cxnLst>
                  <a:cxn ang="0">
                    <a:pos x="csX0" y="csY0"/>
                  </a:cxn>
                  <a:cxn ang="0">
                    <a:pos x="csX1" y="csY1"/>
                  </a:cxn>
                  <a:cxn ang="0">
                    <a:pos x="csX2" y="csY2"/>
                  </a:cxn>
                  <a:cxn ang="0">
                    <a:pos x="csX3" y="csY3"/>
                  </a:cxn>
                  <a:cxn ang="0">
                    <a:pos x="csX4" y="csY4"/>
                  </a:cxn>
                </a:cxnLst>
                <a:rect l="l" t="t" r="r" b="b"/>
                <a:pathLst>
                  <a:path w="53521" h="53523">
                    <a:moveTo>
                      <a:pt x="52519" y="26387"/>
                    </a:moveTo>
                    <a:cubicBezTo>
                      <a:pt x="52519" y="41167"/>
                      <a:pt x="40541" y="53149"/>
                      <a:pt x="25762" y="53149"/>
                    </a:cubicBezTo>
                    <a:cubicBezTo>
                      <a:pt x="10982" y="53149"/>
                      <a:pt x="-1003" y="41167"/>
                      <a:pt x="-1003" y="26387"/>
                    </a:cubicBezTo>
                    <a:cubicBezTo>
                      <a:pt x="-1003" y="11607"/>
                      <a:pt x="10982" y="-375"/>
                      <a:pt x="25762" y="-375"/>
                    </a:cubicBezTo>
                    <a:cubicBezTo>
                      <a:pt x="40541" y="-375"/>
                      <a:pt x="52519" y="11607"/>
                      <a:pt x="52519" y="26387"/>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1" name="Freeform: Shape 340">
                <a:extLst>
                  <a:ext uri="{FF2B5EF4-FFF2-40B4-BE49-F238E27FC236}">
                    <a16:creationId xmlns:a16="http://schemas.microsoft.com/office/drawing/2014/main" id="{4156C74D-00E5-E10F-AB72-454D52F2778E}"/>
                  </a:ext>
                </a:extLst>
              </p:cNvPr>
              <p:cNvSpPr/>
              <p:nvPr/>
            </p:nvSpPr>
            <p:spPr>
              <a:xfrm>
                <a:off x="1522319" y="4455661"/>
                <a:ext cx="51252" cy="51253"/>
              </a:xfrm>
              <a:custGeom>
                <a:avLst/>
                <a:gdLst>
                  <a:gd name="csX0" fmla="*/ 52519 w 53521"/>
                  <a:gd name="csY0" fmla="*/ 26387 h 53523"/>
                  <a:gd name="csX1" fmla="*/ 25762 w 53521"/>
                  <a:gd name="csY1" fmla="*/ 53149 h 53523"/>
                  <a:gd name="csX2" fmla="*/ -1003 w 53521"/>
                  <a:gd name="csY2" fmla="*/ 26387 h 53523"/>
                  <a:gd name="csX3" fmla="*/ 25762 w 53521"/>
                  <a:gd name="csY3" fmla="*/ -375 h 53523"/>
                  <a:gd name="csX4" fmla="*/ 52519 w 53521"/>
                  <a:gd name="csY4" fmla="*/ 26387 h 53523"/>
                </a:gdLst>
                <a:ahLst/>
                <a:cxnLst>
                  <a:cxn ang="0">
                    <a:pos x="csX0" y="csY0"/>
                  </a:cxn>
                  <a:cxn ang="0">
                    <a:pos x="csX1" y="csY1"/>
                  </a:cxn>
                  <a:cxn ang="0">
                    <a:pos x="csX2" y="csY2"/>
                  </a:cxn>
                  <a:cxn ang="0">
                    <a:pos x="csX3" y="csY3"/>
                  </a:cxn>
                  <a:cxn ang="0">
                    <a:pos x="csX4" y="csY4"/>
                  </a:cxn>
                </a:cxnLst>
                <a:rect l="l" t="t" r="r" b="b"/>
                <a:pathLst>
                  <a:path w="53521" h="53523">
                    <a:moveTo>
                      <a:pt x="52519" y="26387"/>
                    </a:moveTo>
                    <a:cubicBezTo>
                      <a:pt x="52519" y="41167"/>
                      <a:pt x="40541" y="53149"/>
                      <a:pt x="25762" y="53149"/>
                    </a:cubicBezTo>
                    <a:cubicBezTo>
                      <a:pt x="10976" y="53149"/>
                      <a:pt x="-1003" y="41167"/>
                      <a:pt x="-1003" y="26387"/>
                    </a:cubicBezTo>
                    <a:cubicBezTo>
                      <a:pt x="-1003" y="11607"/>
                      <a:pt x="10976" y="-375"/>
                      <a:pt x="25762" y="-375"/>
                    </a:cubicBezTo>
                    <a:cubicBezTo>
                      <a:pt x="40541" y="-375"/>
                      <a:pt x="52519" y="11607"/>
                      <a:pt x="52519" y="26387"/>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2" name="Freeform: Shape 341">
                <a:extLst>
                  <a:ext uri="{FF2B5EF4-FFF2-40B4-BE49-F238E27FC236}">
                    <a16:creationId xmlns:a16="http://schemas.microsoft.com/office/drawing/2014/main" id="{678FAB6D-713A-7DF7-5F97-5A8C142DBE95}"/>
                  </a:ext>
                </a:extLst>
              </p:cNvPr>
              <p:cNvSpPr/>
              <p:nvPr/>
            </p:nvSpPr>
            <p:spPr>
              <a:xfrm>
                <a:off x="1412823" y="4455661"/>
                <a:ext cx="51252" cy="51253"/>
              </a:xfrm>
              <a:custGeom>
                <a:avLst/>
                <a:gdLst>
                  <a:gd name="csX0" fmla="*/ 52519 w 53521"/>
                  <a:gd name="csY0" fmla="*/ 26387 h 53523"/>
                  <a:gd name="csX1" fmla="*/ 25755 w 53521"/>
                  <a:gd name="csY1" fmla="*/ 53149 h 53523"/>
                  <a:gd name="csX2" fmla="*/ -1003 w 53521"/>
                  <a:gd name="csY2" fmla="*/ 26387 h 53523"/>
                  <a:gd name="csX3" fmla="*/ 25755 w 53521"/>
                  <a:gd name="csY3" fmla="*/ -375 h 53523"/>
                  <a:gd name="csX4" fmla="*/ 52519 w 53521"/>
                  <a:gd name="csY4" fmla="*/ 26387 h 53523"/>
                </a:gdLst>
                <a:ahLst/>
                <a:cxnLst>
                  <a:cxn ang="0">
                    <a:pos x="csX0" y="csY0"/>
                  </a:cxn>
                  <a:cxn ang="0">
                    <a:pos x="csX1" y="csY1"/>
                  </a:cxn>
                  <a:cxn ang="0">
                    <a:pos x="csX2" y="csY2"/>
                  </a:cxn>
                  <a:cxn ang="0">
                    <a:pos x="csX3" y="csY3"/>
                  </a:cxn>
                  <a:cxn ang="0">
                    <a:pos x="csX4" y="csY4"/>
                  </a:cxn>
                </a:cxnLst>
                <a:rect l="l" t="t" r="r" b="b"/>
                <a:pathLst>
                  <a:path w="53521" h="53523">
                    <a:moveTo>
                      <a:pt x="52519" y="26387"/>
                    </a:moveTo>
                    <a:cubicBezTo>
                      <a:pt x="52519" y="41167"/>
                      <a:pt x="40535" y="53149"/>
                      <a:pt x="25755" y="53149"/>
                    </a:cubicBezTo>
                    <a:cubicBezTo>
                      <a:pt x="10976" y="53149"/>
                      <a:pt x="-1003" y="41167"/>
                      <a:pt x="-1003" y="26387"/>
                    </a:cubicBezTo>
                    <a:cubicBezTo>
                      <a:pt x="-1003" y="11607"/>
                      <a:pt x="10976" y="-375"/>
                      <a:pt x="25755" y="-375"/>
                    </a:cubicBezTo>
                    <a:cubicBezTo>
                      <a:pt x="40535" y="-375"/>
                      <a:pt x="52519" y="11607"/>
                      <a:pt x="52519" y="26387"/>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3" name="Freeform: Shape 342">
                <a:extLst>
                  <a:ext uri="{FF2B5EF4-FFF2-40B4-BE49-F238E27FC236}">
                    <a16:creationId xmlns:a16="http://schemas.microsoft.com/office/drawing/2014/main" id="{FD24E42A-D399-500F-AC43-4A2759BA366B}"/>
                  </a:ext>
                </a:extLst>
              </p:cNvPr>
              <p:cNvSpPr/>
              <p:nvPr/>
            </p:nvSpPr>
            <p:spPr>
              <a:xfrm>
                <a:off x="2416907" y="4583397"/>
                <a:ext cx="523410" cy="354395"/>
              </a:xfrm>
              <a:custGeom>
                <a:avLst/>
                <a:gdLst>
                  <a:gd name="csX0" fmla="*/ 76273 w 546587"/>
                  <a:gd name="csY0" fmla="*/ -375 h 370088"/>
                  <a:gd name="csX1" fmla="*/ 468309 w 546587"/>
                  <a:gd name="csY1" fmla="*/ -375 h 370088"/>
                  <a:gd name="csX2" fmla="*/ 545585 w 546587"/>
                  <a:gd name="csY2" fmla="*/ 76901 h 370088"/>
                  <a:gd name="csX3" fmla="*/ 545585 w 546587"/>
                  <a:gd name="csY3" fmla="*/ 204064 h 370088"/>
                  <a:gd name="csX4" fmla="*/ 468309 w 546587"/>
                  <a:gd name="csY4" fmla="*/ 281339 h 370088"/>
                  <a:gd name="csX5" fmla="*/ 164109 w 546587"/>
                  <a:gd name="csY5" fmla="*/ 281339 h 370088"/>
                  <a:gd name="csX6" fmla="*/ 61624 w 546587"/>
                  <a:gd name="csY6" fmla="*/ 369713 h 370088"/>
                  <a:gd name="csX7" fmla="*/ 90094 w 546587"/>
                  <a:gd name="csY7" fmla="*/ 281339 h 370088"/>
                  <a:gd name="csX8" fmla="*/ 76273 w 546587"/>
                  <a:gd name="csY8" fmla="*/ 281339 h 370088"/>
                  <a:gd name="csX9" fmla="*/ -1003 w 546587"/>
                  <a:gd name="csY9" fmla="*/ 204064 h 370088"/>
                  <a:gd name="csX10" fmla="*/ -1003 w 546587"/>
                  <a:gd name="csY10" fmla="*/ 76901 h 370088"/>
                  <a:gd name="csX11" fmla="*/ 76273 w 546587"/>
                  <a:gd name="csY11" fmla="*/ -375 h 3700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46587" h="370088">
                    <a:moveTo>
                      <a:pt x="76273" y="-375"/>
                    </a:moveTo>
                    <a:lnTo>
                      <a:pt x="468309" y="-375"/>
                    </a:lnTo>
                    <a:cubicBezTo>
                      <a:pt x="510811" y="-375"/>
                      <a:pt x="545585" y="34400"/>
                      <a:pt x="545585" y="76901"/>
                    </a:cubicBezTo>
                    <a:lnTo>
                      <a:pt x="545585" y="204064"/>
                    </a:lnTo>
                    <a:cubicBezTo>
                      <a:pt x="545585" y="246565"/>
                      <a:pt x="510811" y="281339"/>
                      <a:pt x="468309" y="281339"/>
                    </a:cubicBezTo>
                    <a:lnTo>
                      <a:pt x="164109" y="281339"/>
                    </a:lnTo>
                    <a:lnTo>
                      <a:pt x="61624" y="369713"/>
                    </a:lnTo>
                    <a:lnTo>
                      <a:pt x="90094" y="281339"/>
                    </a:lnTo>
                    <a:lnTo>
                      <a:pt x="76273" y="281339"/>
                    </a:lnTo>
                    <a:cubicBezTo>
                      <a:pt x="33771" y="281339"/>
                      <a:pt x="-1003" y="246565"/>
                      <a:pt x="-1003" y="204064"/>
                    </a:cubicBezTo>
                    <a:lnTo>
                      <a:pt x="-1003" y="76901"/>
                    </a:lnTo>
                    <a:cubicBezTo>
                      <a:pt x="-1003" y="34400"/>
                      <a:pt x="33771" y="-375"/>
                      <a:pt x="76273" y="-375"/>
                    </a:cubicBezTo>
                    <a:close/>
                  </a:path>
                </a:pathLst>
              </a:custGeom>
              <a:solidFill>
                <a:schemeClr val="accent2">
                  <a:lumMod val="40000"/>
                  <a:lumOff val="60000"/>
                </a:schemeClr>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4" name="Freeform: Shape 343">
                <a:extLst>
                  <a:ext uri="{FF2B5EF4-FFF2-40B4-BE49-F238E27FC236}">
                    <a16:creationId xmlns:a16="http://schemas.microsoft.com/office/drawing/2014/main" id="{A52A8A9E-1239-184B-0A45-6168ECA2104F}"/>
                  </a:ext>
                </a:extLst>
              </p:cNvPr>
              <p:cNvSpPr/>
              <p:nvPr/>
            </p:nvSpPr>
            <p:spPr>
              <a:xfrm>
                <a:off x="2508771" y="4664846"/>
                <a:ext cx="339674" cy="12287"/>
              </a:xfrm>
              <a:custGeom>
                <a:avLst/>
                <a:gdLst>
                  <a:gd name="csX0" fmla="*/ 5379 w 354715"/>
                  <a:gd name="csY0" fmla="*/ 12418 h 12831"/>
                  <a:gd name="csX1" fmla="*/ 333444 w 354715"/>
                  <a:gd name="csY1" fmla="*/ 12418 h 12831"/>
                  <a:gd name="csX2" fmla="*/ 346747 w 354715"/>
                  <a:gd name="csY2" fmla="*/ 12418 h 12831"/>
                  <a:gd name="csX3" fmla="*/ 347331 w 354715"/>
                  <a:gd name="csY3" fmla="*/ 12418 h 12831"/>
                  <a:gd name="csX4" fmla="*/ 353707 w 354715"/>
                  <a:gd name="csY4" fmla="*/ 6042 h 12831"/>
                  <a:gd name="csX5" fmla="*/ 347331 w 354715"/>
                  <a:gd name="csY5" fmla="*/ -334 h 12831"/>
                  <a:gd name="csX6" fmla="*/ 19273 w 354715"/>
                  <a:gd name="csY6" fmla="*/ -334 h 12831"/>
                  <a:gd name="csX7" fmla="*/ 5963 w 354715"/>
                  <a:gd name="csY7" fmla="*/ -334 h 12831"/>
                  <a:gd name="csX8" fmla="*/ 5379 w 354715"/>
                  <a:gd name="csY8" fmla="*/ -334 h 12831"/>
                  <a:gd name="csX9" fmla="*/ -997 w 354715"/>
                  <a:gd name="csY9" fmla="*/ 6042 h 12831"/>
                  <a:gd name="csX10" fmla="*/ 5379 w 354715"/>
                  <a:gd name="csY10" fmla="*/ 12418 h 128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4715" h="12831">
                    <a:moveTo>
                      <a:pt x="5379" y="12418"/>
                    </a:moveTo>
                    <a:lnTo>
                      <a:pt x="333444" y="12418"/>
                    </a:lnTo>
                    <a:cubicBezTo>
                      <a:pt x="337872" y="12418"/>
                      <a:pt x="342319" y="12503"/>
                      <a:pt x="346747" y="12418"/>
                    </a:cubicBezTo>
                    <a:lnTo>
                      <a:pt x="347331" y="12418"/>
                    </a:lnTo>
                    <a:cubicBezTo>
                      <a:pt x="350670" y="12418"/>
                      <a:pt x="353865" y="9486"/>
                      <a:pt x="353707" y="6042"/>
                    </a:cubicBezTo>
                    <a:cubicBezTo>
                      <a:pt x="353556" y="2585"/>
                      <a:pt x="350906" y="-334"/>
                      <a:pt x="347331" y="-334"/>
                    </a:cubicBezTo>
                    <a:lnTo>
                      <a:pt x="19273" y="-334"/>
                    </a:lnTo>
                    <a:cubicBezTo>
                      <a:pt x="14838" y="-334"/>
                      <a:pt x="10397" y="-426"/>
                      <a:pt x="5963" y="-334"/>
                    </a:cubicBezTo>
                    <a:lnTo>
                      <a:pt x="5379" y="-334"/>
                    </a:lnTo>
                    <a:cubicBezTo>
                      <a:pt x="2046" y="-334"/>
                      <a:pt x="-1148" y="2598"/>
                      <a:pt x="-997" y="6042"/>
                    </a:cubicBezTo>
                    <a:cubicBezTo>
                      <a:pt x="-840" y="9499"/>
                      <a:pt x="1804" y="12418"/>
                      <a:pt x="5379" y="12418"/>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5" name="Freeform: Shape 344">
                <a:extLst>
                  <a:ext uri="{FF2B5EF4-FFF2-40B4-BE49-F238E27FC236}">
                    <a16:creationId xmlns:a16="http://schemas.microsoft.com/office/drawing/2014/main" id="{1347D7EB-9CD8-6FE3-18E0-5A9DE15586A6}"/>
                  </a:ext>
                </a:extLst>
              </p:cNvPr>
              <p:cNvSpPr/>
              <p:nvPr/>
            </p:nvSpPr>
            <p:spPr>
              <a:xfrm>
                <a:off x="2508771" y="4714574"/>
                <a:ext cx="339674" cy="12284"/>
              </a:xfrm>
              <a:custGeom>
                <a:avLst/>
                <a:gdLst>
                  <a:gd name="csX0" fmla="*/ 5379 w 354715"/>
                  <a:gd name="csY0" fmla="*/ 12415 h 12828"/>
                  <a:gd name="csX1" fmla="*/ 333444 w 354715"/>
                  <a:gd name="csY1" fmla="*/ 12415 h 12828"/>
                  <a:gd name="csX2" fmla="*/ 346747 w 354715"/>
                  <a:gd name="csY2" fmla="*/ 12415 h 12828"/>
                  <a:gd name="csX3" fmla="*/ 347331 w 354715"/>
                  <a:gd name="csY3" fmla="*/ 12415 h 12828"/>
                  <a:gd name="csX4" fmla="*/ 353707 w 354715"/>
                  <a:gd name="csY4" fmla="*/ 6039 h 12828"/>
                  <a:gd name="csX5" fmla="*/ 347331 w 354715"/>
                  <a:gd name="csY5" fmla="*/ -337 h 12828"/>
                  <a:gd name="csX6" fmla="*/ 19273 w 354715"/>
                  <a:gd name="csY6" fmla="*/ -337 h 12828"/>
                  <a:gd name="csX7" fmla="*/ 5963 w 354715"/>
                  <a:gd name="csY7" fmla="*/ -337 h 12828"/>
                  <a:gd name="csX8" fmla="*/ 5379 w 354715"/>
                  <a:gd name="csY8" fmla="*/ -337 h 12828"/>
                  <a:gd name="csX9" fmla="*/ -997 w 354715"/>
                  <a:gd name="csY9" fmla="*/ 6039 h 12828"/>
                  <a:gd name="csX10" fmla="*/ 5379 w 354715"/>
                  <a:gd name="csY10" fmla="*/ 12415 h 128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4715" h="12828">
                    <a:moveTo>
                      <a:pt x="5379" y="12415"/>
                    </a:moveTo>
                    <a:lnTo>
                      <a:pt x="333444" y="12415"/>
                    </a:lnTo>
                    <a:cubicBezTo>
                      <a:pt x="337872" y="12415"/>
                      <a:pt x="342319" y="12501"/>
                      <a:pt x="346747" y="12415"/>
                    </a:cubicBezTo>
                    <a:lnTo>
                      <a:pt x="347331" y="12415"/>
                    </a:lnTo>
                    <a:cubicBezTo>
                      <a:pt x="350670" y="12415"/>
                      <a:pt x="353865" y="9483"/>
                      <a:pt x="353707" y="6039"/>
                    </a:cubicBezTo>
                    <a:cubicBezTo>
                      <a:pt x="353556" y="2582"/>
                      <a:pt x="350906" y="-337"/>
                      <a:pt x="347331" y="-337"/>
                    </a:cubicBezTo>
                    <a:lnTo>
                      <a:pt x="19273" y="-337"/>
                    </a:lnTo>
                    <a:cubicBezTo>
                      <a:pt x="14838" y="-337"/>
                      <a:pt x="10397" y="-422"/>
                      <a:pt x="5963" y="-337"/>
                    </a:cubicBezTo>
                    <a:lnTo>
                      <a:pt x="5379" y="-337"/>
                    </a:lnTo>
                    <a:cubicBezTo>
                      <a:pt x="2046" y="-337"/>
                      <a:pt x="-1148" y="2595"/>
                      <a:pt x="-997" y="6039"/>
                    </a:cubicBezTo>
                    <a:cubicBezTo>
                      <a:pt x="-840" y="9496"/>
                      <a:pt x="1804" y="12415"/>
                      <a:pt x="5379" y="12415"/>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6" name="Freeform: Shape 345">
                <a:extLst>
                  <a:ext uri="{FF2B5EF4-FFF2-40B4-BE49-F238E27FC236}">
                    <a16:creationId xmlns:a16="http://schemas.microsoft.com/office/drawing/2014/main" id="{A64BDB95-E649-1919-B72E-374E1251AC83}"/>
                  </a:ext>
                </a:extLst>
              </p:cNvPr>
              <p:cNvSpPr/>
              <p:nvPr/>
            </p:nvSpPr>
            <p:spPr>
              <a:xfrm>
                <a:off x="2508771" y="4764300"/>
                <a:ext cx="339674" cy="12290"/>
              </a:xfrm>
              <a:custGeom>
                <a:avLst/>
                <a:gdLst>
                  <a:gd name="csX0" fmla="*/ 5379 w 354715"/>
                  <a:gd name="csY0" fmla="*/ 12422 h 12834"/>
                  <a:gd name="csX1" fmla="*/ 333444 w 354715"/>
                  <a:gd name="csY1" fmla="*/ 12422 h 12834"/>
                  <a:gd name="csX2" fmla="*/ 346747 w 354715"/>
                  <a:gd name="csY2" fmla="*/ 12422 h 12834"/>
                  <a:gd name="csX3" fmla="*/ 347331 w 354715"/>
                  <a:gd name="csY3" fmla="*/ 12422 h 12834"/>
                  <a:gd name="csX4" fmla="*/ 353707 w 354715"/>
                  <a:gd name="csY4" fmla="*/ 6039 h 12834"/>
                  <a:gd name="csX5" fmla="*/ 347331 w 354715"/>
                  <a:gd name="csY5" fmla="*/ -337 h 12834"/>
                  <a:gd name="csX6" fmla="*/ 19273 w 354715"/>
                  <a:gd name="csY6" fmla="*/ -337 h 12834"/>
                  <a:gd name="csX7" fmla="*/ 5963 w 354715"/>
                  <a:gd name="csY7" fmla="*/ -337 h 12834"/>
                  <a:gd name="csX8" fmla="*/ 5379 w 354715"/>
                  <a:gd name="csY8" fmla="*/ -337 h 12834"/>
                  <a:gd name="csX9" fmla="*/ -997 w 354715"/>
                  <a:gd name="csY9" fmla="*/ 6039 h 12834"/>
                  <a:gd name="csX10" fmla="*/ 5379 w 354715"/>
                  <a:gd name="csY10" fmla="*/ 12422 h 128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4715" h="12834">
                    <a:moveTo>
                      <a:pt x="5379" y="12422"/>
                    </a:moveTo>
                    <a:lnTo>
                      <a:pt x="333444" y="12422"/>
                    </a:lnTo>
                    <a:cubicBezTo>
                      <a:pt x="337872" y="12422"/>
                      <a:pt x="342319" y="12507"/>
                      <a:pt x="346747" y="12422"/>
                    </a:cubicBezTo>
                    <a:cubicBezTo>
                      <a:pt x="346944" y="12415"/>
                      <a:pt x="347141" y="12422"/>
                      <a:pt x="347331" y="12422"/>
                    </a:cubicBezTo>
                    <a:cubicBezTo>
                      <a:pt x="350670" y="12422"/>
                      <a:pt x="353865" y="9483"/>
                      <a:pt x="353707" y="6039"/>
                    </a:cubicBezTo>
                    <a:cubicBezTo>
                      <a:pt x="353556" y="2589"/>
                      <a:pt x="350906" y="-337"/>
                      <a:pt x="347331" y="-337"/>
                    </a:cubicBezTo>
                    <a:lnTo>
                      <a:pt x="19273" y="-337"/>
                    </a:lnTo>
                    <a:cubicBezTo>
                      <a:pt x="14838" y="-337"/>
                      <a:pt x="10397" y="-422"/>
                      <a:pt x="5963" y="-337"/>
                    </a:cubicBezTo>
                    <a:cubicBezTo>
                      <a:pt x="5772" y="-331"/>
                      <a:pt x="5576" y="-337"/>
                      <a:pt x="5379" y="-337"/>
                    </a:cubicBezTo>
                    <a:cubicBezTo>
                      <a:pt x="2046" y="-337"/>
                      <a:pt x="-1148" y="2595"/>
                      <a:pt x="-997" y="6039"/>
                    </a:cubicBezTo>
                    <a:cubicBezTo>
                      <a:pt x="-840" y="9496"/>
                      <a:pt x="1804" y="12422"/>
                      <a:pt x="5379" y="12422"/>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47" name="Freeform: Shape 346">
                <a:extLst>
                  <a:ext uri="{FF2B5EF4-FFF2-40B4-BE49-F238E27FC236}">
                    <a16:creationId xmlns:a16="http://schemas.microsoft.com/office/drawing/2014/main" id="{34E69C50-5184-80D1-D20D-075EE4FD51D5}"/>
                  </a:ext>
                </a:extLst>
              </p:cNvPr>
              <p:cNvSpPr/>
              <p:nvPr/>
            </p:nvSpPr>
            <p:spPr>
              <a:xfrm>
                <a:off x="2365893" y="5321497"/>
                <a:ext cx="78060" cy="78074"/>
              </a:xfrm>
              <a:custGeom>
                <a:avLst/>
                <a:gdLst>
                  <a:gd name="csX0" fmla="*/ 33057 w 70364"/>
                  <a:gd name="csY0" fmla="*/ 8571 h 70377"/>
                  <a:gd name="csX1" fmla="*/ 8428 w 70364"/>
                  <a:gd name="csY1" fmla="*/ 33200 h 70377"/>
                  <a:gd name="csX2" fmla="*/ 33057 w 70364"/>
                  <a:gd name="csY2" fmla="*/ 57842 h 70377"/>
                  <a:gd name="csX3" fmla="*/ 57686 w 70364"/>
                  <a:gd name="csY3" fmla="*/ 33200 h 70377"/>
                  <a:gd name="csX4" fmla="*/ 33057 w 70364"/>
                  <a:gd name="csY4" fmla="*/ 8571 h 70377"/>
                  <a:gd name="csX5" fmla="*/ 33057 w 70364"/>
                  <a:gd name="csY5" fmla="*/ 68396 h 70377"/>
                  <a:gd name="csX6" fmla="*/ -2125 w 70364"/>
                  <a:gd name="csY6" fmla="*/ 33200 h 70377"/>
                  <a:gd name="csX7" fmla="*/ 33057 w 70364"/>
                  <a:gd name="csY7" fmla="*/ -1982 h 70377"/>
                  <a:gd name="csX8" fmla="*/ 68239 w 70364"/>
                  <a:gd name="csY8" fmla="*/ 33200 h 70377"/>
                  <a:gd name="csX9" fmla="*/ 33057 w 70364"/>
                  <a:gd name="csY9" fmla="*/ 68396 h 70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0364" h="70377">
                    <a:moveTo>
                      <a:pt x="33057" y="8571"/>
                    </a:moveTo>
                    <a:cubicBezTo>
                      <a:pt x="19470" y="8571"/>
                      <a:pt x="8428" y="19626"/>
                      <a:pt x="8428" y="33200"/>
                    </a:cubicBezTo>
                    <a:cubicBezTo>
                      <a:pt x="8428" y="46788"/>
                      <a:pt x="19470" y="57842"/>
                      <a:pt x="33057" y="57842"/>
                    </a:cubicBezTo>
                    <a:cubicBezTo>
                      <a:pt x="46645" y="57842"/>
                      <a:pt x="57686" y="46788"/>
                      <a:pt x="57686" y="33200"/>
                    </a:cubicBezTo>
                    <a:cubicBezTo>
                      <a:pt x="57686" y="19626"/>
                      <a:pt x="46645" y="8571"/>
                      <a:pt x="33057" y="8571"/>
                    </a:cubicBezTo>
                    <a:close/>
                    <a:moveTo>
                      <a:pt x="33057" y="68396"/>
                    </a:moveTo>
                    <a:cubicBezTo>
                      <a:pt x="13652" y="68396"/>
                      <a:pt x="-2125" y="52605"/>
                      <a:pt x="-2125" y="33200"/>
                    </a:cubicBezTo>
                    <a:cubicBezTo>
                      <a:pt x="-2125" y="13808"/>
                      <a:pt x="13652" y="-1982"/>
                      <a:pt x="33057" y="-1982"/>
                    </a:cubicBezTo>
                    <a:cubicBezTo>
                      <a:pt x="52462" y="-1982"/>
                      <a:pt x="68239" y="13808"/>
                      <a:pt x="68239" y="33200"/>
                    </a:cubicBezTo>
                    <a:cubicBezTo>
                      <a:pt x="68239" y="52605"/>
                      <a:pt x="52462" y="68396"/>
                      <a:pt x="33057" y="68396"/>
                    </a:cubicBezTo>
                    <a:close/>
                  </a:path>
                </a:pathLst>
              </a:custGeom>
              <a:solidFill>
                <a:srgbClr val="FFFF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sp>
        <p:nvSpPr>
          <p:cNvPr id="21" name="2. Slide Title">
            <a:extLst>
              <a:ext uri="{FF2B5EF4-FFF2-40B4-BE49-F238E27FC236}">
                <a16:creationId xmlns:a16="http://schemas.microsoft.com/office/drawing/2014/main" id="{823DA267-74C1-BAAE-340A-EEF0135A0718}"/>
              </a:ext>
            </a:extLst>
          </p:cNvPr>
          <p:cNvSpPr>
            <a:spLocks noGrp="1"/>
          </p:cNvSpPr>
          <p:nvPr>
            <p:ph type="title"/>
            <p:custDataLst>
              <p:tags r:id="rId3"/>
            </p:custDataLst>
          </p:nvPr>
        </p:nvSpPr>
        <p:spPr>
          <a:xfrm>
            <a:off x="554736" y="226909"/>
            <a:ext cx="11082528" cy="686983"/>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sz="2400" i="1"/>
              <a:t>A. </a:t>
            </a:r>
            <a:r>
              <a:rPr lang="en-US" sz="2400" i="1" dirty="0"/>
              <a:t>Order intake &amp; creation: ‘</a:t>
            </a:r>
            <a:r>
              <a:rPr lang="en-US" sz="2400" dirty="0"/>
              <a:t>Bold vision’ – </a:t>
            </a:r>
            <a:r>
              <a:rPr lang="en-US" sz="2400" dirty="0" err="1"/>
              <a:t>Agentified</a:t>
            </a:r>
            <a:r>
              <a:rPr lang="en-US" sz="2400" dirty="0"/>
              <a:t> order creation with predictive sales capabilities</a:t>
            </a:r>
          </a:p>
        </p:txBody>
      </p:sp>
      <p:sp>
        <p:nvSpPr>
          <p:cNvPr id="25" name="Rectangle: Top Corners Rounded 24">
            <a:extLst>
              <a:ext uri="{FF2B5EF4-FFF2-40B4-BE49-F238E27FC236}">
                <a16:creationId xmlns:a16="http://schemas.microsoft.com/office/drawing/2014/main" id="{277DEF65-EF0F-0876-ABB8-F0B5A918AF25}"/>
              </a:ext>
            </a:extLst>
          </p:cNvPr>
          <p:cNvSpPr>
            <a:spLocks/>
          </p:cNvSpPr>
          <p:nvPr/>
        </p:nvSpPr>
        <p:spPr>
          <a:xfrm>
            <a:off x="7980685" y="1077426"/>
            <a:ext cx="3840480" cy="340519"/>
          </a:xfrm>
          <a:prstGeom prst="round2Same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bg1"/>
                </a:solidFill>
              </a:rPr>
              <a:t>Agentified predictive ordering capabilities</a:t>
            </a:r>
          </a:p>
        </p:txBody>
      </p:sp>
      <p:sp>
        <p:nvSpPr>
          <p:cNvPr id="26" name="Rectangle 25">
            <a:extLst>
              <a:ext uri="{FF2B5EF4-FFF2-40B4-BE49-F238E27FC236}">
                <a16:creationId xmlns:a16="http://schemas.microsoft.com/office/drawing/2014/main" id="{0236D049-6C21-BD6E-5C5B-43F6ABE7AA78}"/>
              </a:ext>
            </a:extLst>
          </p:cNvPr>
          <p:cNvSpPr>
            <a:spLocks/>
          </p:cNvSpPr>
          <p:nvPr/>
        </p:nvSpPr>
        <p:spPr>
          <a:xfrm>
            <a:off x="7980685" y="1393344"/>
            <a:ext cx="3840480" cy="449897"/>
          </a:xfrm>
          <a:prstGeom prst="rect">
            <a:avLst/>
          </a:prstGeom>
          <a:solidFill>
            <a:srgbClr val="E6E6E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spcBef>
                <a:spcPts val="300"/>
              </a:spcBef>
              <a:spcAft>
                <a:spcPts val="300"/>
              </a:spcAft>
              <a:defRPr/>
            </a:pPr>
            <a:r>
              <a:rPr lang="en-US" sz="1100" i="1">
                <a:solidFill>
                  <a:schemeClr val="tx1"/>
                </a:solidFill>
              </a:rPr>
              <a:t>Tailoring product recommendations and pre-drafting orders</a:t>
            </a:r>
            <a:endParaRPr lang="de-DE" sz="1100" b="1" i="1">
              <a:solidFill>
                <a:schemeClr val="tx1"/>
              </a:solidFill>
            </a:endParaRPr>
          </a:p>
        </p:txBody>
      </p:sp>
      <p:sp>
        <p:nvSpPr>
          <p:cNvPr id="34" name="TextBox 33">
            <a:extLst>
              <a:ext uri="{FF2B5EF4-FFF2-40B4-BE49-F238E27FC236}">
                <a16:creationId xmlns:a16="http://schemas.microsoft.com/office/drawing/2014/main" id="{E58DD8C4-1B9C-AFAE-DA63-8914169230D1}"/>
              </a:ext>
            </a:extLst>
          </p:cNvPr>
          <p:cNvSpPr txBox="1">
            <a:spLocks/>
          </p:cNvSpPr>
          <p:nvPr/>
        </p:nvSpPr>
        <p:spPr>
          <a:xfrm>
            <a:off x="7980685" y="3717483"/>
            <a:ext cx="3634298" cy="2760300"/>
          </a:xfrm>
          <a:prstGeom prst="rect">
            <a:avLst/>
          </a:prstGeom>
          <a:solidFill>
            <a:srgbClr val="FFFFFF"/>
          </a:solidFill>
          <a:ln>
            <a:noFill/>
          </a:ln>
        </p:spPr>
        <p:txBody>
          <a:bodyPr vert="horz" wrap="square" lIns="0" tIns="0" rIns="0" bIns="0" rtlCol="0">
            <a:noAutofit/>
          </a:bodyPr>
          <a:lstStyle>
            <a:lvl1pPr marL="0" lvl="0" indent="0" defTabSz="895350" eaLnBrk="1" latinLnBrk="0" hangingPunct="1">
              <a:buClr>
                <a:schemeClr val="tx2"/>
              </a:buClr>
              <a:buSzPct val="100000"/>
              <a:defRPr sz="1400" baseline="0">
                <a:latin typeface="+mn-lt"/>
              </a:defRPr>
            </a:lvl1pPr>
            <a:lvl2pPr marL="193675" lvl="1" indent="-192088" defTabSz="895350" eaLnBrk="1" latinLnBrk="0" hangingPunct="1">
              <a:buClr>
                <a:schemeClr val="tx2"/>
              </a:buClr>
              <a:buSzPct val="125000"/>
              <a:buFont typeface="Arial" charset="0"/>
              <a:buChar char="▪"/>
              <a:defRPr sz="1400" baseline="0">
                <a:latin typeface="+mn-lt"/>
              </a:defRPr>
            </a:lvl2pPr>
            <a:lvl3pPr marL="457200" lvl="2" indent="-261938" defTabSz="895350" eaLnBrk="1" latinLnBrk="0" hangingPunct="1">
              <a:buClr>
                <a:schemeClr val="tx2"/>
              </a:buClr>
              <a:buSzPct val="120000"/>
              <a:buFont typeface="Arial" charset="0"/>
              <a:buChar char="–"/>
              <a:defRPr sz="1400" baseline="0">
                <a:latin typeface="+mn-lt"/>
              </a:defRPr>
            </a:lvl3pPr>
            <a:lvl4pPr marL="614363" lvl="3" indent="-155575" defTabSz="895350" eaLnBrk="1" latinLnBrk="0" hangingPunct="1">
              <a:buClr>
                <a:schemeClr val="tx2"/>
              </a:buClr>
              <a:buSzPct val="120000"/>
              <a:buFont typeface="Arial" charset="0"/>
              <a:buChar char="▫"/>
              <a:defRPr sz="1400" baseline="0">
                <a:latin typeface="+mn-lt"/>
              </a:defRPr>
            </a:lvl4pPr>
            <a:lvl5pPr marL="749808" lvl="4" indent="-130175" defTabSz="895350" eaLnBrk="1" latinLnBrk="0" hangingPunct="1">
              <a:buClr>
                <a:schemeClr val="tx2"/>
              </a:buClr>
              <a:buSzPct val="89000"/>
              <a:buFont typeface="Arial" charset="0"/>
              <a:buChar char="-"/>
              <a:defRPr sz="1400" baseline="0">
                <a:latin typeface="+mn-lt"/>
              </a:defRPr>
            </a:lvl5pPr>
            <a:lvl6pPr marL="749808" indent="-130175" defTabSz="895350" fontAlgn="base">
              <a:spcBef>
                <a:spcPct val="0"/>
              </a:spcBef>
              <a:spcAft>
                <a:spcPct val="0"/>
              </a:spcAft>
              <a:buClr>
                <a:schemeClr val="tx2"/>
              </a:buClr>
              <a:buSzPct val="89000"/>
              <a:buFont typeface="Arial" charset="0"/>
              <a:buChar char="-"/>
              <a:defRPr baseline="0">
                <a:latin typeface="+mn-lt"/>
              </a:defRPr>
            </a:lvl6pPr>
            <a:lvl7pPr marL="749808" indent="-130175" defTabSz="895350" fontAlgn="base">
              <a:spcBef>
                <a:spcPct val="0"/>
              </a:spcBef>
              <a:spcAft>
                <a:spcPct val="0"/>
              </a:spcAft>
              <a:buClr>
                <a:schemeClr val="tx2"/>
              </a:buClr>
              <a:buSzPct val="89000"/>
              <a:buFont typeface="Arial" charset="0"/>
              <a:buChar char="-"/>
              <a:defRPr baseline="0">
                <a:latin typeface="+mn-lt"/>
              </a:defRPr>
            </a:lvl7pPr>
            <a:lvl8pPr marL="749808" indent="-130175" defTabSz="895350" fontAlgn="base">
              <a:spcBef>
                <a:spcPct val="0"/>
              </a:spcBef>
              <a:spcAft>
                <a:spcPct val="0"/>
              </a:spcAft>
              <a:buClr>
                <a:schemeClr val="tx2"/>
              </a:buClr>
              <a:buSzPct val="89000"/>
              <a:buFont typeface="Arial" charset="0"/>
              <a:buChar char="-"/>
              <a:defRPr baseline="0">
                <a:latin typeface="+mn-lt"/>
              </a:defRPr>
            </a:lvl8pPr>
            <a:lvl9pPr marL="749808" indent="-130175" defTabSz="895350" fontAlgn="base">
              <a:spcBef>
                <a:spcPct val="0"/>
              </a:spcBef>
              <a:spcAft>
                <a:spcPct val="0"/>
              </a:spcAft>
              <a:buClr>
                <a:schemeClr val="tx2"/>
              </a:buClr>
              <a:buSzPct val="89000"/>
              <a:buFont typeface="Arial" charset="0"/>
              <a:buChar char="-"/>
              <a:defRPr baseline="0">
                <a:latin typeface="+mn-lt"/>
              </a:defRPr>
            </a:lvl9pPr>
          </a:lstStyle>
          <a:p>
            <a:pPr lvl="0">
              <a:buClr>
                <a:srgbClr val="FFFFFF"/>
              </a:buClr>
              <a:defRPr/>
            </a:pPr>
            <a:r>
              <a:rPr kumimoji="0" lang="en-GB" sz="1100" b="1" i="0" u="none" strike="noStrike" kern="0" cap="none" spc="0" normalizeH="0" baseline="0" noProof="0">
                <a:ln>
                  <a:noFill/>
                </a:ln>
                <a:effectLst/>
                <a:uLnTx/>
                <a:uFillTx/>
                <a:latin typeface="Arial"/>
                <a:ea typeface="+mn-ea"/>
                <a:cs typeface="+mn-cs"/>
              </a:rPr>
              <a:t>Agent leverages </a:t>
            </a:r>
            <a:r>
              <a:rPr lang="en-GB" sz="1100" b="1" kern="0"/>
              <a:t>enriched customer data to predict </a:t>
            </a:r>
            <a:r>
              <a:rPr kumimoji="0" lang="en-GB" sz="1100" b="1" i="0" u="none" strike="noStrike" kern="0" cap="none" spc="0" normalizeH="0" baseline="0" noProof="0">
                <a:ln>
                  <a:noFill/>
                </a:ln>
                <a:effectLst/>
                <a:uLnTx/>
                <a:uFillTx/>
                <a:latin typeface="Arial"/>
                <a:ea typeface="+mn-ea"/>
                <a:cs typeface="+mn-cs"/>
              </a:rPr>
              <a:t>future orders</a:t>
            </a:r>
            <a:endParaRPr kumimoji="0" lang="en-GB" sz="1100" b="0" i="1" u="none" strike="noStrike" kern="0" cap="none" spc="0" normalizeH="0" baseline="0" noProof="0">
              <a:ln>
                <a:noFill/>
              </a:ln>
              <a:effectLst/>
              <a:uLnTx/>
              <a:uFillTx/>
              <a:latin typeface="Arial"/>
              <a:ea typeface="+mn-ea"/>
              <a:cs typeface="+mn-cs"/>
            </a:endParaRPr>
          </a:p>
        </p:txBody>
      </p:sp>
      <p:sp>
        <p:nvSpPr>
          <p:cNvPr id="35" name="TextBox 34">
            <a:extLst>
              <a:ext uri="{FF2B5EF4-FFF2-40B4-BE49-F238E27FC236}">
                <a16:creationId xmlns:a16="http://schemas.microsoft.com/office/drawing/2014/main" id="{EA063822-41C8-5090-9791-11F6E2DD91E1}"/>
              </a:ext>
            </a:extLst>
          </p:cNvPr>
          <p:cNvSpPr txBox="1">
            <a:spLocks/>
          </p:cNvSpPr>
          <p:nvPr/>
        </p:nvSpPr>
        <p:spPr>
          <a:xfrm>
            <a:off x="7980685" y="4058376"/>
            <a:ext cx="3693734" cy="2376281"/>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lvl="1">
              <a:buClr>
                <a:srgbClr val="000000"/>
              </a:buClr>
              <a:defRPr/>
            </a:pPr>
            <a:r>
              <a:rPr lang="en-US" sz="1100" b="1">
                <a:solidFill>
                  <a:srgbClr val="000000"/>
                </a:solidFill>
              </a:rPr>
              <a:t>Predicts order specifications </a:t>
            </a:r>
            <a:r>
              <a:rPr lang="en-US" sz="1100">
                <a:solidFill>
                  <a:srgbClr val="000000"/>
                </a:solidFill>
              </a:rPr>
              <a:t>(e.g.,  product mix, vendor, artwork selection) </a:t>
            </a:r>
            <a:r>
              <a:rPr lang="en-US" sz="1100" b="1">
                <a:solidFill>
                  <a:srgbClr val="000000"/>
                </a:solidFill>
              </a:rPr>
              <a:t>based on learning from customer’s historical preferences </a:t>
            </a:r>
            <a:r>
              <a:rPr lang="en-US" sz="1100">
                <a:solidFill>
                  <a:srgbClr val="000000"/>
                </a:solidFill>
              </a:rPr>
              <a:t>and past orders</a:t>
            </a:r>
          </a:p>
          <a:p>
            <a:pPr lvl="1">
              <a:buClr>
                <a:srgbClr val="000000"/>
              </a:buClr>
              <a:defRPr/>
            </a:pPr>
            <a:r>
              <a:rPr lang="en-US" sz="1100" b="1">
                <a:solidFill>
                  <a:srgbClr val="000000"/>
                </a:solidFill>
              </a:rPr>
              <a:t>Notifies FSPs of sales opportunities </a:t>
            </a:r>
            <a:r>
              <a:rPr lang="en-US" sz="1100">
                <a:solidFill>
                  <a:srgbClr val="000000"/>
                </a:solidFill>
              </a:rPr>
              <a:t>ahead of key dates (e.g., tournament start)</a:t>
            </a:r>
          </a:p>
          <a:p>
            <a:pPr lvl="2">
              <a:buClr>
                <a:srgbClr val="000000"/>
              </a:buClr>
              <a:defRPr/>
            </a:pPr>
            <a:r>
              <a:rPr lang="en-US" sz="1100" b="1">
                <a:solidFill>
                  <a:srgbClr val="000000"/>
                </a:solidFill>
              </a:rPr>
              <a:t>Agent suggests and pre-drafts order </a:t>
            </a:r>
            <a:r>
              <a:rPr lang="en-US" sz="1100">
                <a:solidFill>
                  <a:srgbClr val="000000"/>
                </a:solidFill>
              </a:rPr>
              <a:t>for FSPs to show to customers and expedite order creation</a:t>
            </a:r>
            <a:endParaRPr lang="en-US" sz="1100">
              <a:solidFill>
                <a:srgbClr val="000000"/>
              </a:solidFill>
              <a:latin typeface="Arial"/>
            </a:endParaRPr>
          </a:p>
          <a:p>
            <a:pPr lvl="1">
              <a:buClr>
                <a:srgbClr val="000000"/>
              </a:buClr>
              <a:defRPr/>
            </a:pPr>
            <a:r>
              <a:rPr lang="en-US" sz="1100" b="1">
                <a:solidFill>
                  <a:srgbClr val="000000"/>
                </a:solidFill>
              </a:rPr>
              <a:t>Recommends cross-selling ideas to FSPs </a:t>
            </a:r>
            <a:r>
              <a:rPr lang="en-US" sz="1100">
                <a:solidFill>
                  <a:srgbClr val="000000"/>
                </a:solidFill>
              </a:rPr>
              <a:t>-</a:t>
            </a:r>
            <a:r>
              <a:rPr lang="en-US" sz="1100" b="1">
                <a:solidFill>
                  <a:srgbClr val="000000"/>
                </a:solidFill>
              </a:rPr>
              <a:t> </a:t>
            </a:r>
            <a:r>
              <a:rPr lang="en-US" sz="1100">
                <a:solidFill>
                  <a:srgbClr val="000000"/>
                </a:solidFill>
              </a:rPr>
              <a:t>bundle complementary SKUs to drive CX &amp; margin</a:t>
            </a:r>
          </a:p>
          <a:p>
            <a:pPr lvl="1">
              <a:buClr>
                <a:srgbClr val="000000"/>
              </a:buClr>
              <a:defRPr/>
            </a:pPr>
            <a:r>
              <a:rPr lang="en-US" sz="1100" b="1">
                <a:solidFill>
                  <a:srgbClr val="000000"/>
                </a:solidFill>
              </a:rPr>
              <a:t>Enhance SKU and decorator consolidation efforts </a:t>
            </a:r>
            <a:r>
              <a:rPr lang="en-US" sz="1100">
                <a:solidFill>
                  <a:srgbClr val="000000"/>
                </a:solidFill>
              </a:rPr>
              <a:t>(e.g., DSCO)</a:t>
            </a:r>
            <a:r>
              <a:rPr lang="en-US" sz="1100" b="1">
                <a:solidFill>
                  <a:srgbClr val="000000"/>
                </a:solidFill>
              </a:rPr>
              <a:t> </a:t>
            </a:r>
            <a:r>
              <a:rPr lang="en-US" sz="1100">
                <a:solidFill>
                  <a:srgbClr val="000000"/>
                </a:solidFill>
              </a:rPr>
              <a:t>by analyzing item usage &amp; profitability </a:t>
            </a:r>
          </a:p>
          <a:p>
            <a:pPr marL="228600" lvl="2" indent="0">
              <a:buClr>
                <a:srgbClr val="000000"/>
              </a:buClr>
              <a:buNone/>
              <a:defRPr/>
            </a:pPr>
            <a:endParaRPr lang="en-US" sz="1100">
              <a:solidFill>
                <a:srgbClr val="000000"/>
              </a:solidFill>
            </a:endParaRPr>
          </a:p>
        </p:txBody>
      </p:sp>
      <p:grpSp>
        <p:nvGrpSpPr>
          <p:cNvPr id="105" name="Group 104">
            <a:extLst>
              <a:ext uri="{FF2B5EF4-FFF2-40B4-BE49-F238E27FC236}">
                <a16:creationId xmlns:a16="http://schemas.microsoft.com/office/drawing/2014/main" id="{BDF3B8E2-49E0-7482-7806-57E858C63155}"/>
              </a:ext>
            </a:extLst>
          </p:cNvPr>
          <p:cNvGrpSpPr/>
          <p:nvPr/>
        </p:nvGrpSpPr>
        <p:grpSpPr>
          <a:xfrm>
            <a:off x="309613" y="2899954"/>
            <a:ext cx="934987" cy="806828"/>
            <a:chOff x="7420940" y="2997512"/>
            <a:chExt cx="1020883" cy="958961"/>
          </a:xfrm>
        </p:grpSpPr>
        <p:grpSp>
          <p:nvGrpSpPr>
            <p:cNvPr id="106" name="Group 105">
              <a:extLst>
                <a:ext uri="{FF2B5EF4-FFF2-40B4-BE49-F238E27FC236}">
                  <a16:creationId xmlns:a16="http://schemas.microsoft.com/office/drawing/2014/main" id="{CCB5C1CA-C4C4-5CD4-045A-27708EB6EF5A}"/>
                </a:ext>
              </a:extLst>
            </p:cNvPr>
            <p:cNvGrpSpPr/>
            <p:nvPr/>
          </p:nvGrpSpPr>
          <p:grpSpPr>
            <a:xfrm>
              <a:off x="7947236" y="2997512"/>
              <a:ext cx="494587" cy="540958"/>
              <a:chOff x="-1579919" y="464283"/>
              <a:chExt cx="1179325" cy="1289895"/>
            </a:xfrm>
          </p:grpSpPr>
          <p:sp>
            <p:nvSpPr>
              <p:cNvPr id="139" name="Freeform: Shape 8617">
                <a:extLst>
                  <a:ext uri="{FF2B5EF4-FFF2-40B4-BE49-F238E27FC236}">
                    <a16:creationId xmlns:a16="http://schemas.microsoft.com/office/drawing/2014/main" id="{84D00A10-AF6A-B29F-5F4A-EB0BE2674F6B}"/>
                  </a:ext>
                </a:extLst>
              </p:cNvPr>
              <p:cNvSpPr/>
              <p:nvPr/>
            </p:nvSpPr>
            <p:spPr>
              <a:xfrm>
                <a:off x="-1579919" y="464283"/>
                <a:ext cx="1179325" cy="1289895"/>
              </a:xfrm>
              <a:custGeom>
                <a:avLst/>
                <a:gdLst>
                  <a:gd name="connsiteX0" fmla="*/ 221869 w 2297459"/>
                  <a:gd name="connsiteY0" fmla="*/ 1945766 h 2728286"/>
                  <a:gd name="connsiteX1" fmla="*/ 178871 w 2297459"/>
                  <a:gd name="connsiteY1" fmla="*/ 547111 h 2728286"/>
                  <a:gd name="connsiteX2" fmla="*/ 754488 w 2297459"/>
                  <a:gd name="connsiteY2" fmla="*/ 89484 h 2728286"/>
                  <a:gd name="connsiteX3" fmla="*/ 1843540 w 2297459"/>
                  <a:gd name="connsiteY3" fmla="*/ 175919 h 2728286"/>
                  <a:gd name="connsiteX4" fmla="*/ 2282152 w 2297459"/>
                  <a:gd name="connsiteY4" fmla="*/ 1161804 h 2728286"/>
                  <a:gd name="connsiteX5" fmla="*/ 2007113 w 2297459"/>
                  <a:gd name="connsiteY5" fmla="*/ 1713353 h 2728286"/>
                  <a:gd name="connsiteX6" fmla="*/ 1534630 w 2297459"/>
                  <a:gd name="connsiteY6" fmla="*/ 2721042 h 2728286"/>
                  <a:gd name="connsiteX7" fmla="*/ 221886 w 2297459"/>
                  <a:gd name="connsiteY7" fmla="*/ 1945766 h 2728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297459" h="2728286">
                    <a:moveTo>
                      <a:pt x="221869" y="1945766"/>
                    </a:moveTo>
                    <a:cubicBezTo>
                      <a:pt x="-39885" y="1530731"/>
                      <a:pt x="-89661" y="959594"/>
                      <a:pt x="178871" y="547111"/>
                    </a:cubicBezTo>
                    <a:cubicBezTo>
                      <a:pt x="315352" y="337481"/>
                      <a:pt x="523680" y="180465"/>
                      <a:pt x="754488" y="89484"/>
                    </a:cubicBezTo>
                    <a:cubicBezTo>
                      <a:pt x="1107257" y="-49582"/>
                      <a:pt x="1525960" y="-30855"/>
                      <a:pt x="1843540" y="175919"/>
                    </a:cubicBezTo>
                    <a:cubicBezTo>
                      <a:pt x="2161120" y="382692"/>
                      <a:pt x="2354998" y="785457"/>
                      <a:pt x="2282152" y="1161804"/>
                    </a:cubicBezTo>
                    <a:cubicBezTo>
                      <a:pt x="2243921" y="1359282"/>
                      <a:pt x="2087649" y="1529278"/>
                      <a:pt x="2007113" y="1713353"/>
                    </a:cubicBezTo>
                    <a:cubicBezTo>
                      <a:pt x="1846126" y="2081317"/>
                      <a:pt x="2079266" y="2648754"/>
                      <a:pt x="1534630" y="2721042"/>
                    </a:cubicBezTo>
                    <a:cubicBezTo>
                      <a:pt x="1019065" y="2789459"/>
                      <a:pt x="483945" y="2361275"/>
                      <a:pt x="221886" y="1945766"/>
                    </a:cubicBezTo>
                    <a:close/>
                  </a:path>
                </a:pathLst>
              </a:custGeom>
              <a:solidFill>
                <a:schemeClr val="accent1">
                  <a:lumMod val="40000"/>
                  <a:lumOff val="60000"/>
                  <a:alpha val="47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40" name="Freeform: Shape 8618">
                <a:extLst>
                  <a:ext uri="{FF2B5EF4-FFF2-40B4-BE49-F238E27FC236}">
                    <a16:creationId xmlns:a16="http://schemas.microsoft.com/office/drawing/2014/main" id="{7B7C1AA8-AF81-56A2-E1E9-9736BC1B2B64}"/>
                  </a:ext>
                </a:extLst>
              </p:cNvPr>
              <p:cNvSpPr/>
              <p:nvPr/>
            </p:nvSpPr>
            <p:spPr>
              <a:xfrm>
                <a:off x="-1236014" y="966254"/>
                <a:ext cx="491524" cy="526819"/>
              </a:xfrm>
              <a:custGeom>
                <a:avLst/>
                <a:gdLst>
                  <a:gd name="connsiteX0" fmla="*/ 949106 w 957546"/>
                  <a:gd name="connsiteY0" fmla="*/ 448094 h 1114286"/>
                  <a:gd name="connsiteX1" fmla="*/ 488200 w 957546"/>
                  <a:gd name="connsiteY1" fmla="*/ 1114287 h 1114286"/>
                  <a:gd name="connsiteX2" fmla="*/ 7030 w 957546"/>
                  <a:gd name="connsiteY2" fmla="*/ 448094 h 1114286"/>
                  <a:gd name="connsiteX3" fmla="*/ 207246 w 957546"/>
                  <a:gd name="connsiteY3" fmla="*/ 27600 h 1114286"/>
                  <a:gd name="connsiteX4" fmla="*/ 478076 w 957546"/>
                  <a:gd name="connsiteY4" fmla="*/ 0 h 1114286"/>
                  <a:gd name="connsiteX5" fmla="*/ 906311 w 957546"/>
                  <a:gd name="connsiteY5" fmla="*/ 103522 h 1114286"/>
                  <a:gd name="connsiteX6" fmla="*/ 949106 w 957546"/>
                  <a:gd name="connsiteY6" fmla="*/ 448094 h 111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7546" h="1114286">
                    <a:moveTo>
                      <a:pt x="949106" y="448094"/>
                    </a:moveTo>
                    <a:cubicBezTo>
                      <a:pt x="908593" y="810397"/>
                      <a:pt x="680658" y="1114287"/>
                      <a:pt x="488200" y="1114287"/>
                    </a:cubicBezTo>
                    <a:cubicBezTo>
                      <a:pt x="305866" y="1114287"/>
                      <a:pt x="47543" y="805326"/>
                      <a:pt x="7030" y="448094"/>
                    </a:cubicBezTo>
                    <a:cubicBezTo>
                      <a:pt x="-20199" y="208041"/>
                      <a:pt x="28613" y="78964"/>
                      <a:pt x="207246" y="27600"/>
                    </a:cubicBezTo>
                    <a:cubicBezTo>
                      <a:pt x="273551" y="8552"/>
                      <a:pt x="361523" y="0"/>
                      <a:pt x="478076" y="0"/>
                    </a:cubicBezTo>
                    <a:cubicBezTo>
                      <a:pt x="735724" y="0"/>
                      <a:pt x="853139" y="30237"/>
                      <a:pt x="906311" y="103522"/>
                    </a:cubicBezTo>
                    <a:cubicBezTo>
                      <a:pt x="957675" y="174323"/>
                      <a:pt x="967191" y="286363"/>
                      <a:pt x="949106" y="448094"/>
                    </a:cubicBez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41" name="Freeform: Shape 8619">
                <a:extLst>
                  <a:ext uri="{FF2B5EF4-FFF2-40B4-BE49-F238E27FC236}">
                    <a16:creationId xmlns:a16="http://schemas.microsoft.com/office/drawing/2014/main" id="{8F699F93-2A07-8521-A138-60A7A95AE846}"/>
                  </a:ext>
                </a:extLst>
              </p:cNvPr>
              <p:cNvSpPr/>
              <p:nvPr/>
            </p:nvSpPr>
            <p:spPr>
              <a:xfrm>
                <a:off x="-1129640" y="966262"/>
                <a:ext cx="358842" cy="92006"/>
              </a:xfrm>
              <a:custGeom>
                <a:avLst/>
                <a:gdLst>
                  <a:gd name="connsiteX0" fmla="*/ 699065 w 699065"/>
                  <a:gd name="connsiteY0" fmla="*/ 103522 h 194605"/>
                  <a:gd name="connsiteX1" fmla="*/ 687420 w 699065"/>
                  <a:gd name="connsiteY1" fmla="*/ 110925 h 194605"/>
                  <a:gd name="connsiteX2" fmla="*/ 316972 w 699065"/>
                  <a:gd name="connsiteY2" fmla="*/ 190498 h 194605"/>
                  <a:gd name="connsiteX3" fmla="*/ 16868 w 699065"/>
                  <a:gd name="connsiteY3" fmla="*/ 60727 h 194605"/>
                  <a:gd name="connsiteX4" fmla="*/ 0 w 699065"/>
                  <a:gd name="connsiteY4" fmla="*/ 27600 h 194605"/>
                  <a:gd name="connsiteX5" fmla="*/ 270831 w 699065"/>
                  <a:gd name="connsiteY5" fmla="*/ 0 h 194605"/>
                  <a:gd name="connsiteX6" fmla="*/ 699065 w 699065"/>
                  <a:gd name="connsiteY6" fmla="*/ 103522 h 1946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99065" h="194605">
                    <a:moveTo>
                      <a:pt x="699065" y="103522"/>
                    </a:moveTo>
                    <a:cubicBezTo>
                      <a:pt x="695212" y="106108"/>
                      <a:pt x="691308" y="108593"/>
                      <a:pt x="687420" y="110925"/>
                    </a:cubicBezTo>
                    <a:cubicBezTo>
                      <a:pt x="577307" y="177483"/>
                      <a:pt x="444663" y="205946"/>
                      <a:pt x="316972" y="190498"/>
                    </a:cubicBezTo>
                    <a:cubicBezTo>
                      <a:pt x="228137" y="179714"/>
                      <a:pt x="71933" y="139641"/>
                      <a:pt x="16868" y="60727"/>
                    </a:cubicBezTo>
                    <a:cubicBezTo>
                      <a:pt x="8721" y="49031"/>
                      <a:pt x="3194" y="37978"/>
                      <a:pt x="0" y="27600"/>
                    </a:cubicBezTo>
                    <a:cubicBezTo>
                      <a:pt x="66305" y="8552"/>
                      <a:pt x="154277" y="0"/>
                      <a:pt x="270831" y="0"/>
                    </a:cubicBezTo>
                    <a:cubicBezTo>
                      <a:pt x="528478" y="0"/>
                      <a:pt x="645893" y="30237"/>
                      <a:pt x="699065" y="103522"/>
                    </a:cubicBezTo>
                    <a:close/>
                  </a:path>
                </a:pathLst>
              </a:custGeom>
              <a:solidFill>
                <a:srgbClr val="CBCBC9"/>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42" name="Freeform: Shape 8620">
                <a:extLst>
                  <a:ext uri="{FF2B5EF4-FFF2-40B4-BE49-F238E27FC236}">
                    <a16:creationId xmlns:a16="http://schemas.microsoft.com/office/drawing/2014/main" id="{CCF4775F-E0DC-1396-E9C9-7ACBEDD1ADE2}"/>
                  </a:ext>
                </a:extLst>
              </p:cNvPr>
              <p:cNvSpPr/>
              <p:nvPr/>
            </p:nvSpPr>
            <p:spPr>
              <a:xfrm>
                <a:off x="-1055618" y="1176988"/>
                <a:ext cx="135204" cy="244248"/>
              </a:xfrm>
              <a:custGeom>
                <a:avLst/>
                <a:gdLst>
                  <a:gd name="connsiteX0" fmla="*/ 263394 w 263393"/>
                  <a:gd name="connsiteY0" fmla="*/ 258307 h 516613"/>
                  <a:gd name="connsiteX1" fmla="*/ 131697 w 263393"/>
                  <a:gd name="connsiteY1" fmla="*/ 516613 h 516613"/>
                  <a:gd name="connsiteX2" fmla="*/ 0 w 263393"/>
                  <a:gd name="connsiteY2" fmla="*/ 258307 h 516613"/>
                  <a:gd name="connsiteX3" fmla="*/ 131697 w 263393"/>
                  <a:gd name="connsiteY3" fmla="*/ 0 h 516613"/>
                  <a:gd name="connsiteX4" fmla="*/ 263394 w 263393"/>
                  <a:gd name="connsiteY4" fmla="*/ 258307 h 5166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3393" h="516613">
                    <a:moveTo>
                      <a:pt x="263394" y="258307"/>
                    </a:moveTo>
                    <a:cubicBezTo>
                      <a:pt x="263394" y="400965"/>
                      <a:pt x="204431" y="516613"/>
                      <a:pt x="131697" y="516613"/>
                    </a:cubicBezTo>
                    <a:cubicBezTo>
                      <a:pt x="58963" y="516613"/>
                      <a:pt x="0" y="400965"/>
                      <a:pt x="0" y="258307"/>
                    </a:cubicBezTo>
                    <a:cubicBezTo>
                      <a:pt x="0" y="115648"/>
                      <a:pt x="58963" y="0"/>
                      <a:pt x="131697" y="0"/>
                    </a:cubicBezTo>
                    <a:cubicBezTo>
                      <a:pt x="204431" y="0"/>
                      <a:pt x="263394" y="115648"/>
                      <a:pt x="263394" y="258307"/>
                    </a:cubicBezTo>
                    <a:close/>
                  </a:path>
                </a:pathLst>
              </a:custGeom>
              <a:solidFill>
                <a:schemeClr val="accent3">
                  <a:lumMod val="75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43" name="Freeform: Shape 1856">
                <a:extLst>
                  <a:ext uri="{FF2B5EF4-FFF2-40B4-BE49-F238E27FC236}">
                    <a16:creationId xmlns:a16="http://schemas.microsoft.com/office/drawing/2014/main" id="{15BF4756-937B-0706-CC76-607FEBE9B82D}"/>
                  </a:ext>
                </a:extLst>
              </p:cNvPr>
              <p:cNvSpPr/>
              <p:nvPr/>
            </p:nvSpPr>
            <p:spPr>
              <a:xfrm>
                <a:off x="-1084318" y="1151745"/>
                <a:ext cx="192604" cy="294733"/>
              </a:xfrm>
              <a:custGeom>
                <a:avLst/>
                <a:gdLst>
                  <a:gd name="connsiteX0" fmla="*/ 187607 w 375214"/>
                  <a:gd name="connsiteY0" fmla="*/ 623398 h 623397"/>
                  <a:gd name="connsiteX1" fmla="*/ 0 w 375214"/>
                  <a:gd name="connsiteY1" fmla="*/ 311699 h 623397"/>
                  <a:gd name="connsiteX2" fmla="*/ 187607 w 375214"/>
                  <a:gd name="connsiteY2" fmla="*/ 0 h 623397"/>
                  <a:gd name="connsiteX3" fmla="*/ 375215 w 375214"/>
                  <a:gd name="connsiteY3" fmla="*/ 311699 h 623397"/>
                  <a:gd name="connsiteX4" fmla="*/ 187607 w 375214"/>
                  <a:gd name="connsiteY4" fmla="*/ 623398 h 623397"/>
                  <a:gd name="connsiteX5" fmla="*/ 187607 w 375214"/>
                  <a:gd name="connsiteY5" fmla="*/ 5476 h 623397"/>
                  <a:gd name="connsiteX6" fmla="*/ 5476 w 375214"/>
                  <a:gd name="connsiteY6" fmla="*/ 311699 h 623397"/>
                  <a:gd name="connsiteX7" fmla="*/ 187607 w 375214"/>
                  <a:gd name="connsiteY7" fmla="*/ 617921 h 623397"/>
                  <a:gd name="connsiteX8" fmla="*/ 369739 w 375214"/>
                  <a:gd name="connsiteY8" fmla="*/ 311699 h 623397"/>
                  <a:gd name="connsiteX9" fmla="*/ 187607 w 375214"/>
                  <a:gd name="connsiteY9" fmla="*/ 5476 h 623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5214" h="623397">
                    <a:moveTo>
                      <a:pt x="187607" y="623398"/>
                    </a:moveTo>
                    <a:cubicBezTo>
                      <a:pt x="84153" y="623398"/>
                      <a:pt x="0" y="483571"/>
                      <a:pt x="0" y="311699"/>
                    </a:cubicBezTo>
                    <a:cubicBezTo>
                      <a:pt x="0" y="139827"/>
                      <a:pt x="84170" y="0"/>
                      <a:pt x="187607" y="0"/>
                    </a:cubicBezTo>
                    <a:cubicBezTo>
                      <a:pt x="291062" y="0"/>
                      <a:pt x="375215" y="139827"/>
                      <a:pt x="375215" y="311699"/>
                    </a:cubicBezTo>
                    <a:cubicBezTo>
                      <a:pt x="375215" y="483571"/>
                      <a:pt x="291062" y="623398"/>
                      <a:pt x="187607" y="623398"/>
                    </a:cubicBezTo>
                    <a:close/>
                    <a:moveTo>
                      <a:pt x="187607" y="5476"/>
                    </a:moveTo>
                    <a:cubicBezTo>
                      <a:pt x="87178" y="5476"/>
                      <a:pt x="5476" y="142852"/>
                      <a:pt x="5476" y="311699"/>
                    </a:cubicBezTo>
                    <a:cubicBezTo>
                      <a:pt x="5476" y="480545"/>
                      <a:pt x="87178" y="617921"/>
                      <a:pt x="187607" y="617921"/>
                    </a:cubicBezTo>
                    <a:cubicBezTo>
                      <a:pt x="288036" y="617921"/>
                      <a:pt x="369739" y="480545"/>
                      <a:pt x="369739" y="311699"/>
                    </a:cubicBezTo>
                    <a:cubicBezTo>
                      <a:pt x="369739" y="142852"/>
                      <a:pt x="288036" y="5476"/>
                      <a:pt x="187607" y="5476"/>
                    </a:cubicBezTo>
                    <a:close/>
                  </a:path>
                </a:pathLst>
              </a:custGeom>
              <a:solidFill>
                <a:schemeClr val="accent3">
                  <a:lumMod val="75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44" name="Freeform: Shape 1873">
                <a:extLst>
                  <a:ext uri="{FF2B5EF4-FFF2-40B4-BE49-F238E27FC236}">
                    <a16:creationId xmlns:a16="http://schemas.microsoft.com/office/drawing/2014/main" id="{A9384062-0711-ED95-09AB-DD32BEC39843}"/>
                  </a:ext>
                </a:extLst>
              </p:cNvPr>
              <p:cNvSpPr/>
              <p:nvPr/>
            </p:nvSpPr>
            <p:spPr>
              <a:xfrm>
                <a:off x="-1226793" y="494516"/>
                <a:ext cx="513853" cy="512451"/>
              </a:xfrm>
              <a:custGeom>
                <a:avLst/>
                <a:gdLst>
                  <a:gd name="connsiteX0" fmla="*/ 1001046 w 1001045"/>
                  <a:gd name="connsiteY0" fmla="*/ 541949 h 1083897"/>
                  <a:gd name="connsiteX1" fmla="*/ 500523 w 1001045"/>
                  <a:gd name="connsiteY1" fmla="*/ 1083898 h 1083897"/>
                  <a:gd name="connsiteX2" fmla="*/ 0 w 1001045"/>
                  <a:gd name="connsiteY2" fmla="*/ 541949 h 1083897"/>
                  <a:gd name="connsiteX3" fmla="*/ 500523 w 1001045"/>
                  <a:gd name="connsiteY3" fmla="*/ 0 h 1083897"/>
                  <a:gd name="connsiteX4" fmla="*/ 1001046 w 1001045"/>
                  <a:gd name="connsiteY4" fmla="*/ 541949 h 10838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1045" h="1083897">
                    <a:moveTo>
                      <a:pt x="1001046" y="541949"/>
                    </a:moveTo>
                    <a:cubicBezTo>
                      <a:pt x="1001046" y="841259"/>
                      <a:pt x="776954" y="1083898"/>
                      <a:pt x="500523" y="1083898"/>
                    </a:cubicBezTo>
                    <a:cubicBezTo>
                      <a:pt x="224092" y="1083898"/>
                      <a:pt x="0" y="841259"/>
                      <a:pt x="0" y="541949"/>
                    </a:cubicBezTo>
                    <a:cubicBezTo>
                      <a:pt x="0" y="242639"/>
                      <a:pt x="224092" y="0"/>
                      <a:pt x="500523" y="0"/>
                    </a:cubicBezTo>
                    <a:cubicBezTo>
                      <a:pt x="776954" y="0"/>
                      <a:pt x="1001046" y="242639"/>
                      <a:pt x="1001046" y="541949"/>
                    </a:cubicBezTo>
                    <a:close/>
                  </a:path>
                </a:pathLst>
              </a:custGeom>
              <a:solidFill>
                <a:schemeClr val="accent3">
                  <a:lumMod val="75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45" name="Freeform: Shape 1874">
                <a:extLst>
                  <a:ext uri="{FF2B5EF4-FFF2-40B4-BE49-F238E27FC236}">
                    <a16:creationId xmlns:a16="http://schemas.microsoft.com/office/drawing/2014/main" id="{BFE18EFC-2BED-09F7-1935-20C9A58AE967}"/>
                  </a:ext>
                </a:extLst>
              </p:cNvPr>
              <p:cNvSpPr/>
              <p:nvPr/>
            </p:nvSpPr>
            <p:spPr>
              <a:xfrm>
                <a:off x="-1212643" y="523251"/>
                <a:ext cx="510851" cy="483716"/>
              </a:xfrm>
              <a:custGeom>
                <a:avLst/>
                <a:gdLst>
                  <a:gd name="connsiteX0" fmla="*/ 995198 w 995197"/>
                  <a:gd name="connsiteY0" fmla="*/ 511560 h 1023119"/>
                  <a:gd name="connsiteX1" fmla="*/ 497599 w 995197"/>
                  <a:gd name="connsiteY1" fmla="*/ 1023120 h 1023119"/>
                  <a:gd name="connsiteX2" fmla="*/ 0 w 995197"/>
                  <a:gd name="connsiteY2" fmla="*/ 511560 h 1023119"/>
                  <a:gd name="connsiteX3" fmla="*/ 497599 w 995197"/>
                  <a:gd name="connsiteY3" fmla="*/ 0 h 1023119"/>
                  <a:gd name="connsiteX4" fmla="*/ 995198 w 995197"/>
                  <a:gd name="connsiteY4" fmla="*/ 511560 h 10231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5197" h="1023119">
                    <a:moveTo>
                      <a:pt x="995198" y="511560"/>
                    </a:moveTo>
                    <a:cubicBezTo>
                      <a:pt x="995198" y="794086"/>
                      <a:pt x="772415" y="1023120"/>
                      <a:pt x="497599" y="1023120"/>
                    </a:cubicBezTo>
                    <a:cubicBezTo>
                      <a:pt x="222783" y="1023120"/>
                      <a:pt x="0" y="794087"/>
                      <a:pt x="0" y="511560"/>
                    </a:cubicBezTo>
                    <a:cubicBezTo>
                      <a:pt x="0" y="229033"/>
                      <a:pt x="222783" y="0"/>
                      <a:pt x="497599" y="0"/>
                    </a:cubicBezTo>
                    <a:cubicBezTo>
                      <a:pt x="772415" y="0"/>
                      <a:pt x="995198" y="229033"/>
                      <a:pt x="995198" y="511560"/>
                    </a:cubicBez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47" name="Freeform: Shape 1875">
                <a:extLst>
                  <a:ext uri="{FF2B5EF4-FFF2-40B4-BE49-F238E27FC236}">
                    <a16:creationId xmlns:a16="http://schemas.microsoft.com/office/drawing/2014/main" id="{06E428A3-8196-95D3-F8A5-1E357095D8D1}"/>
                  </a:ext>
                </a:extLst>
              </p:cNvPr>
              <p:cNvSpPr/>
              <p:nvPr/>
            </p:nvSpPr>
            <p:spPr>
              <a:xfrm>
                <a:off x="-754731" y="693264"/>
                <a:ext cx="85795" cy="136500"/>
              </a:xfrm>
              <a:custGeom>
                <a:avLst/>
                <a:gdLst>
                  <a:gd name="connsiteX0" fmla="*/ 0 w 167139"/>
                  <a:gd name="connsiteY0" fmla="*/ 32620 h 288712"/>
                  <a:gd name="connsiteX1" fmla="*/ 0 w 167139"/>
                  <a:gd name="connsiteY1" fmla="*/ 256093 h 288712"/>
                  <a:gd name="connsiteX2" fmla="*/ 32620 w 167139"/>
                  <a:gd name="connsiteY2" fmla="*/ 288713 h 288712"/>
                  <a:gd name="connsiteX3" fmla="*/ 134519 w 167139"/>
                  <a:gd name="connsiteY3" fmla="*/ 288713 h 288712"/>
                  <a:gd name="connsiteX4" fmla="*/ 166734 w 167139"/>
                  <a:gd name="connsiteY4" fmla="*/ 261011 h 288712"/>
                  <a:gd name="connsiteX5" fmla="*/ 167140 w 167139"/>
                  <a:gd name="connsiteY5" fmla="*/ 256093 h 288712"/>
                  <a:gd name="connsiteX6" fmla="*/ 167140 w 167139"/>
                  <a:gd name="connsiteY6" fmla="*/ 32620 h 288712"/>
                  <a:gd name="connsiteX7" fmla="*/ 166734 w 167139"/>
                  <a:gd name="connsiteY7" fmla="*/ 27702 h 288712"/>
                  <a:gd name="connsiteX8" fmla="*/ 134519 w 167139"/>
                  <a:gd name="connsiteY8" fmla="*/ 0 h 288712"/>
                  <a:gd name="connsiteX9" fmla="*/ 32620 w 167139"/>
                  <a:gd name="connsiteY9" fmla="*/ 0 h 288712"/>
                  <a:gd name="connsiteX10" fmla="*/ 0 w 167139"/>
                  <a:gd name="connsiteY10" fmla="*/ 32620 h 288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39" h="288712">
                    <a:moveTo>
                      <a:pt x="0" y="32620"/>
                    </a:moveTo>
                    <a:lnTo>
                      <a:pt x="0" y="256093"/>
                    </a:lnTo>
                    <a:cubicBezTo>
                      <a:pt x="0" y="274127"/>
                      <a:pt x="14586" y="288713"/>
                      <a:pt x="32620" y="288713"/>
                    </a:cubicBezTo>
                    <a:lnTo>
                      <a:pt x="134519" y="288713"/>
                    </a:lnTo>
                    <a:cubicBezTo>
                      <a:pt x="150880" y="288713"/>
                      <a:pt x="164402" y="276713"/>
                      <a:pt x="166734" y="261011"/>
                    </a:cubicBezTo>
                    <a:cubicBezTo>
                      <a:pt x="167038" y="259388"/>
                      <a:pt x="167140" y="257766"/>
                      <a:pt x="167140" y="256093"/>
                    </a:cubicBezTo>
                    <a:lnTo>
                      <a:pt x="167140" y="32620"/>
                    </a:lnTo>
                    <a:cubicBezTo>
                      <a:pt x="167140" y="30947"/>
                      <a:pt x="167038" y="29324"/>
                      <a:pt x="166734" y="27702"/>
                    </a:cubicBezTo>
                    <a:cubicBezTo>
                      <a:pt x="164402" y="12000"/>
                      <a:pt x="150880" y="0"/>
                      <a:pt x="134519" y="0"/>
                    </a:cubicBezTo>
                    <a:lnTo>
                      <a:pt x="32620" y="0"/>
                    </a:lnTo>
                    <a:cubicBezTo>
                      <a:pt x="14586" y="0"/>
                      <a:pt x="0" y="14586"/>
                      <a:pt x="0" y="32620"/>
                    </a:cubicBez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48" name="Freeform: Shape 1876">
                <a:extLst>
                  <a:ext uri="{FF2B5EF4-FFF2-40B4-BE49-F238E27FC236}">
                    <a16:creationId xmlns:a16="http://schemas.microsoft.com/office/drawing/2014/main" id="{86FEE380-ECD9-3371-0A61-D5F002D501C4}"/>
                  </a:ext>
                </a:extLst>
              </p:cNvPr>
              <p:cNvSpPr/>
              <p:nvPr/>
            </p:nvSpPr>
            <p:spPr>
              <a:xfrm>
                <a:off x="-1288487" y="693264"/>
                <a:ext cx="109984" cy="136500"/>
              </a:xfrm>
              <a:custGeom>
                <a:avLst/>
                <a:gdLst>
                  <a:gd name="connsiteX0" fmla="*/ 0 w 214261"/>
                  <a:gd name="connsiteY0" fmla="*/ 202447 h 288712"/>
                  <a:gd name="connsiteX1" fmla="*/ 86266 w 214261"/>
                  <a:gd name="connsiteY1" fmla="*/ 288713 h 288712"/>
                  <a:gd name="connsiteX2" fmla="*/ 172447 w 214261"/>
                  <a:gd name="connsiteY2" fmla="*/ 288713 h 288712"/>
                  <a:gd name="connsiteX3" fmla="*/ 214261 w 214261"/>
                  <a:gd name="connsiteY3" fmla="*/ 256093 h 288712"/>
                  <a:gd name="connsiteX4" fmla="*/ 214261 w 214261"/>
                  <a:gd name="connsiteY4" fmla="*/ 32620 h 288712"/>
                  <a:gd name="connsiteX5" fmla="*/ 172447 w 214261"/>
                  <a:gd name="connsiteY5" fmla="*/ 0 h 288712"/>
                  <a:gd name="connsiteX6" fmla="*/ 85691 w 214261"/>
                  <a:gd name="connsiteY6" fmla="*/ 575 h 288712"/>
                  <a:gd name="connsiteX7" fmla="*/ 0 w 214261"/>
                  <a:gd name="connsiteY7" fmla="*/ 86840 h 288712"/>
                  <a:gd name="connsiteX8" fmla="*/ 0 w 214261"/>
                  <a:gd name="connsiteY8" fmla="*/ 202413 h 288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4261" h="288712">
                    <a:moveTo>
                      <a:pt x="0" y="202447"/>
                    </a:moveTo>
                    <a:cubicBezTo>
                      <a:pt x="0" y="250093"/>
                      <a:pt x="38620" y="288713"/>
                      <a:pt x="86266" y="288713"/>
                    </a:cubicBezTo>
                    <a:lnTo>
                      <a:pt x="172447" y="288713"/>
                    </a:lnTo>
                    <a:cubicBezTo>
                      <a:pt x="195568" y="288713"/>
                      <a:pt x="214261" y="274127"/>
                      <a:pt x="214261" y="256093"/>
                    </a:cubicBezTo>
                    <a:lnTo>
                      <a:pt x="214261" y="32620"/>
                    </a:lnTo>
                    <a:cubicBezTo>
                      <a:pt x="214261" y="14586"/>
                      <a:pt x="195568" y="0"/>
                      <a:pt x="172447" y="0"/>
                    </a:cubicBezTo>
                    <a:lnTo>
                      <a:pt x="85691" y="575"/>
                    </a:lnTo>
                    <a:cubicBezTo>
                      <a:pt x="38265" y="896"/>
                      <a:pt x="0" y="39431"/>
                      <a:pt x="0" y="86840"/>
                    </a:cubicBezTo>
                    <a:lnTo>
                      <a:pt x="0" y="202413"/>
                    </a:ln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49" name="Freeform: Shape 1877">
                <a:extLst>
                  <a:ext uri="{FF2B5EF4-FFF2-40B4-BE49-F238E27FC236}">
                    <a16:creationId xmlns:a16="http://schemas.microsoft.com/office/drawing/2014/main" id="{FA724A02-E968-6D1E-FB76-042F1DAA0B66}"/>
                  </a:ext>
                </a:extLst>
              </p:cNvPr>
              <p:cNvSpPr/>
              <p:nvPr/>
            </p:nvSpPr>
            <p:spPr>
              <a:xfrm>
                <a:off x="-1114960" y="635793"/>
                <a:ext cx="348388" cy="277777"/>
              </a:xfrm>
              <a:custGeom>
                <a:avLst/>
                <a:gdLst>
                  <a:gd name="connsiteX0" fmla="*/ 678699 w 678699"/>
                  <a:gd name="connsiteY0" fmla="*/ 293766 h 587532"/>
                  <a:gd name="connsiteX1" fmla="*/ 339349 w 678699"/>
                  <a:gd name="connsiteY1" fmla="*/ 587532 h 587532"/>
                  <a:gd name="connsiteX2" fmla="*/ 0 w 678699"/>
                  <a:gd name="connsiteY2" fmla="*/ 293766 h 587532"/>
                  <a:gd name="connsiteX3" fmla="*/ 339349 w 678699"/>
                  <a:gd name="connsiteY3" fmla="*/ 0 h 587532"/>
                  <a:gd name="connsiteX4" fmla="*/ 678699 w 678699"/>
                  <a:gd name="connsiteY4" fmla="*/ 293766 h 5875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8699" h="587532">
                    <a:moveTo>
                      <a:pt x="678699" y="293766"/>
                    </a:moveTo>
                    <a:cubicBezTo>
                      <a:pt x="678699" y="456009"/>
                      <a:pt x="526767" y="587532"/>
                      <a:pt x="339349" y="587532"/>
                    </a:cubicBezTo>
                    <a:cubicBezTo>
                      <a:pt x="151932" y="587532"/>
                      <a:pt x="0" y="456009"/>
                      <a:pt x="0" y="293766"/>
                    </a:cubicBezTo>
                    <a:cubicBezTo>
                      <a:pt x="0" y="131524"/>
                      <a:pt x="151932" y="0"/>
                      <a:pt x="339349" y="0"/>
                    </a:cubicBezTo>
                    <a:cubicBezTo>
                      <a:pt x="526767" y="0"/>
                      <a:pt x="678699" y="131524"/>
                      <a:pt x="678699" y="293766"/>
                    </a:cubicBezTo>
                    <a:close/>
                  </a:path>
                </a:pathLst>
              </a:custGeom>
              <a:solidFill>
                <a:schemeClr val="accent3">
                  <a:lumMod val="75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0" name="Freeform: Shape 1878">
                <a:extLst>
                  <a:ext uri="{FF2B5EF4-FFF2-40B4-BE49-F238E27FC236}">
                    <a16:creationId xmlns:a16="http://schemas.microsoft.com/office/drawing/2014/main" id="{C42BA8EC-C4E4-7E0C-8E42-57AC6A33D168}"/>
                  </a:ext>
                </a:extLst>
              </p:cNvPr>
              <p:cNvSpPr/>
              <p:nvPr/>
            </p:nvSpPr>
            <p:spPr>
              <a:xfrm>
                <a:off x="-1093931" y="652559"/>
                <a:ext cx="306327" cy="244248"/>
              </a:xfrm>
              <a:custGeom>
                <a:avLst/>
                <a:gdLst>
                  <a:gd name="connsiteX0" fmla="*/ 0 w 596760"/>
                  <a:gd name="connsiteY0" fmla="*/ 258307 h 516613"/>
                  <a:gd name="connsiteX1" fmla="*/ 45229 w 596760"/>
                  <a:gd name="connsiteY1" fmla="*/ 395057 h 516613"/>
                  <a:gd name="connsiteX2" fmla="*/ 298380 w 596760"/>
                  <a:gd name="connsiteY2" fmla="*/ 516613 h 516613"/>
                  <a:gd name="connsiteX3" fmla="*/ 551532 w 596760"/>
                  <a:gd name="connsiteY3" fmla="*/ 395057 h 516613"/>
                  <a:gd name="connsiteX4" fmla="*/ 596760 w 596760"/>
                  <a:gd name="connsiteY4" fmla="*/ 258307 h 516613"/>
                  <a:gd name="connsiteX5" fmla="*/ 539684 w 596760"/>
                  <a:gd name="connsiteY5" fmla="*/ 106362 h 516613"/>
                  <a:gd name="connsiteX6" fmla="*/ 298397 w 596760"/>
                  <a:gd name="connsiteY6" fmla="*/ 0 h 516613"/>
                  <a:gd name="connsiteX7" fmla="*/ 57110 w 596760"/>
                  <a:gd name="connsiteY7" fmla="*/ 106362 h 516613"/>
                  <a:gd name="connsiteX8" fmla="*/ 34 w 596760"/>
                  <a:gd name="connsiteY8" fmla="*/ 258307 h 516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6760" h="516613">
                    <a:moveTo>
                      <a:pt x="0" y="258307"/>
                    </a:moveTo>
                    <a:cubicBezTo>
                      <a:pt x="0" y="308504"/>
                      <a:pt x="16564" y="355406"/>
                      <a:pt x="45229" y="395057"/>
                    </a:cubicBezTo>
                    <a:cubicBezTo>
                      <a:pt x="97911" y="468038"/>
                      <a:pt x="191562" y="516613"/>
                      <a:pt x="298380" y="516613"/>
                    </a:cubicBezTo>
                    <a:cubicBezTo>
                      <a:pt x="405198" y="516613"/>
                      <a:pt x="498850" y="468038"/>
                      <a:pt x="551532" y="395057"/>
                    </a:cubicBezTo>
                    <a:cubicBezTo>
                      <a:pt x="580197" y="355406"/>
                      <a:pt x="596760" y="308504"/>
                      <a:pt x="596760" y="258307"/>
                    </a:cubicBezTo>
                    <a:cubicBezTo>
                      <a:pt x="596760" y="201534"/>
                      <a:pt x="575583" y="148954"/>
                      <a:pt x="539684" y="106362"/>
                    </a:cubicBezTo>
                    <a:cubicBezTo>
                      <a:pt x="485430" y="41882"/>
                      <a:pt x="397609" y="0"/>
                      <a:pt x="298397" y="0"/>
                    </a:cubicBezTo>
                    <a:cubicBezTo>
                      <a:pt x="199185" y="0"/>
                      <a:pt x="111347" y="41882"/>
                      <a:pt x="57110" y="106362"/>
                    </a:cubicBezTo>
                    <a:cubicBezTo>
                      <a:pt x="21195" y="148954"/>
                      <a:pt x="34" y="201534"/>
                      <a:pt x="34" y="258307"/>
                    </a:cubicBezTo>
                    <a:close/>
                  </a:path>
                </a:pathLst>
              </a:custGeom>
              <a:solidFill>
                <a:schemeClr val="accent3"/>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1" name="Freeform: Shape 1879">
                <a:extLst>
                  <a:ext uri="{FF2B5EF4-FFF2-40B4-BE49-F238E27FC236}">
                    <a16:creationId xmlns:a16="http://schemas.microsoft.com/office/drawing/2014/main" id="{6701442D-C32E-DBB4-2156-F50C5F413FD2}"/>
                  </a:ext>
                </a:extLst>
              </p:cNvPr>
              <p:cNvSpPr/>
              <p:nvPr/>
            </p:nvSpPr>
            <p:spPr>
              <a:xfrm>
                <a:off x="-859413" y="756823"/>
                <a:ext cx="57192" cy="72940"/>
              </a:xfrm>
              <a:custGeom>
                <a:avLst/>
                <a:gdLst>
                  <a:gd name="connsiteX0" fmla="*/ 111415 w 111415"/>
                  <a:gd name="connsiteY0" fmla="*/ 77139 h 154277"/>
                  <a:gd name="connsiteX1" fmla="*/ 55708 w 111415"/>
                  <a:gd name="connsiteY1" fmla="*/ 154278 h 154277"/>
                  <a:gd name="connsiteX2" fmla="*/ 0 w 111415"/>
                  <a:gd name="connsiteY2" fmla="*/ 77139 h 154277"/>
                  <a:gd name="connsiteX3" fmla="*/ 55708 w 111415"/>
                  <a:gd name="connsiteY3" fmla="*/ 0 h 154277"/>
                  <a:gd name="connsiteX4" fmla="*/ 111415 w 111415"/>
                  <a:gd name="connsiteY4" fmla="*/ 77139 h 154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415" h="154277">
                    <a:moveTo>
                      <a:pt x="111415" y="77139"/>
                    </a:moveTo>
                    <a:cubicBezTo>
                      <a:pt x="111415" y="119741"/>
                      <a:pt x="86474" y="154278"/>
                      <a:pt x="55708" y="154278"/>
                    </a:cubicBezTo>
                    <a:cubicBezTo>
                      <a:pt x="24941" y="154278"/>
                      <a:pt x="0" y="119741"/>
                      <a:pt x="0" y="77139"/>
                    </a:cubicBezTo>
                    <a:cubicBezTo>
                      <a:pt x="0" y="34536"/>
                      <a:pt x="24941" y="0"/>
                      <a:pt x="55708" y="0"/>
                    </a:cubicBezTo>
                    <a:cubicBezTo>
                      <a:pt x="86474" y="0"/>
                      <a:pt x="111415" y="34536"/>
                      <a:pt x="111415" y="77139"/>
                    </a:cubicBez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2" name="Freeform: Shape 1880">
                <a:extLst>
                  <a:ext uri="{FF2B5EF4-FFF2-40B4-BE49-F238E27FC236}">
                    <a16:creationId xmlns:a16="http://schemas.microsoft.com/office/drawing/2014/main" id="{7CE1BD8A-4287-855B-05D3-C12703BDB2BA}"/>
                  </a:ext>
                </a:extLst>
              </p:cNvPr>
              <p:cNvSpPr/>
              <p:nvPr/>
            </p:nvSpPr>
            <p:spPr>
              <a:xfrm>
                <a:off x="-1051809" y="756823"/>
                <a:ext cx="57192" cy="72940"/>
              </a:xfrm>
              <a:custGeom>
                <a:avLst/>
                <a:gdLst>
                  <a:gd name="connsiteX0" fmla="*/ 111415 w 111415"/>
                  <a:gd name="connsiteY0" fmla="*/ 77139 h 154277"/>
                  <a:gd name="connsiteX1" fmla="*/ 55708 w 111415"/>
                  <a:gd name="connsiteY1" fmla="*/ 154278 h 154277"/>
                  <a:gd name="connsiteX2" fmla="*/ 0 w 111415"/>
                  <a:gd name="connsiteY2" fmla="*/ 77139 h 154277"/>
                  <a:gd name="connsiteX3" fmla="*/ 55708 w 111415"/>
                  <a:gd name="connsiteY3" fmla="*/ 0 h 154277"/>
                  <a:gd name="connsiteX4" fmla="*/ 111415 w 111415"/>
                  <a:gd name="connsiteY4" fmla="*/ 77139 h 1542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1415" h="154277">
                    <a:moveTo>
                      <a:pt x="111415" y="77139"/>
                    </a:moveTo>
                    <a:cubicBezTo>
                      <a:pt x="111415" y="119741"/>
                      <a:pt x="86474" y="154278"/>
                      <a:pt x="55708" y="154278"/>
                    </a:cubicBezTo>
                    <a:cubicBezTo>
                      <a:pt x="24941" y="154278"/>
                      <a:pt x="0" y="119741"/>
                      <a:pt x="0" y="77139"/>
                    </a:cubicBezTo>
                    <a:cubicBezTo>
                      <a:pt x="0" y="34536"/>
                      <a:pt x="24941" y="0"/>
                      <a:pt x="55708" y="0"/>
                    </a:cubicBezTo>
                    <a:cubicBezTo>
                      <a:pt x="86474" y="0"/>
                      <a:pt x="111415" y="34536"/>
                      <a:pt x="111415" y="77139"/>
                    </a:cubicBez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3" name="Freeform: Shape 1881">
                <a:extLst>
                  <a:ext uri="{FF2B5EF4-FFF2-40B4-BE49-F238E27FC236}">
                    <a16:creationId xmlns:a16="http://schemas.microsoft.com/office/drawing/2014/main" id="{BE545337-D29C-79D6-7BC8-8AAD217A7E6B}"/>
                  </a:ext>
                </a:extLst>
              </p:cNvPr>
              <p:cNvSpPr/>
              <p:nvPr/>
            </p:nvSpPr>
            <p:spPr>
              <a:xfrm>
                <a:off x="-1064633" y="652559"/>
                <a:ext cx="247721" cy="50286"/>
              </a:xfrm>
              <a:custGeom>
                <a:avLst/>
                <a:gdLst>
                  <a:gd name="connsiteX0" fmla="*/ 0 w 482590"/>
                  <a:gd name="connsiteY0" fmla="*/ 106362 h 106361"/>
                  <a:gd name="connsiteX1" fmla="*/ 482590 w 482590"/>
                  <a:gd name="connsiteY1" fmla="*/ 106362 h 106361"/>
                  <a:gd name="connsiteX2" fmla="*/ 241304 w 482590"/>
                  <a:gd name="connsiteY2" fmla="*/ 0 h 106361"/>
                  <a:gd name="connsiteX3" fmla="*/ 17 w 482590"/>
                  <a:gd name="connsiteY3" fmla="*/ 106362 h 106361"/>
                </a:gdLst>
                <a:ahLst/>
                <a:cxnLst>
                  <a:cxn ang="0">
                    <a:pos x="connsiteX0" y="connsiteY0"/>
                  </a:cxn>
                  <a:cxn ang="0">
                    <a:pos x="connsiteX1" y="connsiteY1"/>
                  </a:cxn>
                  <a:cxn ang="0">
                    <a:pos x="connsiteX2" y="connsiteY2"/>
                  </a:cxn>
                  <a:cxn ang="0">
                    <a:pos x="connsiteX3" y="connsiteY3"/>
                  </a:cxn>
                </a:cxnLst>
                <a:rect l="l" t="t" r="r" b="b"/>
                <a:pathLst>
                  <a:path w="482590" h="106361">
                    <a:moveTo>
                      <a:pt x="0" y="106362"/>
                    </a:moveTo>
                    <a:lnTo>
                      <a:pt x="482590" y="106362"/>
                    </a:lnTo>
                    <a:cubicBezTo>
                      <a:pt x="428336" y="41882"/>
                      <a:pt x="340516" y="0"/>
                      <a:pt x="241304" y="0"/>
                    </a:cubicBezTo>
                    <a:cubicBezTo>
                      <a:pt x="142091" y="0"/>
                      <a:pt x="54254" y="41882"/>
                      <a:pt x="17" y="106362"/>
                    </a:cubicBezTo>
                    <a:close/>
                  </a:path>
                </a:pathLst>
              </a:custGeom>
              <a:solidFill>
                <a:schemeClr val="accent3">
                  <a:lumMod val="75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4" name="Freeform: Shape 1882">
                <a:extLst>
                  <a:ext uri="{FF2B5EF4-FFF2-40B4-BE49-F238E27FC236}">
                    <a16:creationId xmlns:a16="http://schemas.microsoft.com/office/drawing/2014/main" id="{513F476B-3639-4B90-CE0A-FBF9B7F202E1}"/>
                  </a:ext>
                </a:extLst>
              </p:cNvPr>
              <p:cNvSpPr/>
              <p:nvPr/>
            </p:nvSpPr>
            <p:spPr>
              <a:xfrm>
                <a:off x="-1070714" y="839344"/>
                <a:ext cx="259894" cy="38316"/>
              </a:xfrm>
              <a:custGeom>
                <a:avLst/>
                <a:gdLst>
                  <a:gd name="connsiteX0" fmla="*/ 0 w 506303"/>
                  <a:gd name="connsiteY0" fmla="*/ 0 h 81043"/>
                  <a:gd name="connsiteX1" fmla="*/ 253152 w 506303"/>
                  <a:gd name="connsiteY1" fmla="*/ 81043 h 81043"/>
                  <a:gd name="connsiteX2" fmla="*/ 506303 w 506303"/>
                  <a:gd name="connsiteY2" fmla="*/ 0 h 81043"/>
                  <a:gd name="connsiteX3" fmla="*/ 17 w 506303"/>
                  <a:gd name="connsiteY3" fmla="*/ 0 h 81043"/>
                </a:gdLst>
                <a:ahLst/>
                <a:cxnLst>
                  <a:cxn ang="0">
                    <a:pos x="connsiteX0" y="connsiteY0"/>
                  </a:cxn>
                  <a:cxn ang="0">
                    <a:pos x="connsiteX1" y="connsiteY1"/>
                  </a:cxn>
                  <a:cxn ang="0">
                    <a:pos x="connsiteX2" y="connsiteY2"/>
                  </a:cxn>
                  <a:cxn ang="0">
                    <a:pos x="connsiteX3" y="connsiteY3"/>
                  </a:cxn>
                </a:cxnLst>
                <a:rect l="l" t="t" r="r" b="b"/>
                <a:pathLst>
                  <a:path w="506303" h="81043">
                    <a:moveTo>
                      <a:pt x="0" y="0"/>
                    </a:moveTo>
                    <a:cubicBezTo>
                      <a:pt x="52682" y="48660"/>
                      <a:pt x="146334" y="81043"/>
                      <a:pt x="253152" y="81043"/>
                    </a:cubicBezTo>
                    <a:cubicBezTo>
                      <a:pt x="359970" y="81043"/>
                      <a:pt x="453621" y="48660"/>
                      <a:pt x="506303" y="0"/>
                    </a:cubicBezTo>
                    <a:lnTo>
                      <a:pt x="17" y="0"/>
                    </a:lnTo>
                    <a:close/>
                  </a:path>
                </a:pathLst>
              </a:custGeom>
              <a:solidFill>
                <a:schemeClr val="accent3">
                  <a:lumMod val="75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5" name="Freeform: Shape 1883">
                <a:extLst>
                  <a:ext uri="{FF2B5EF4-FFF2-40B4-BE49-F238E27FC236}">
                    <a16:creationId xmlns:a16="http://schemas.microsoft.com/office/drawing/2014/main" id="{A0D482CB-76AD-E88E-CFE9-1C2B2FC13E25}"/>
                  </a:ext>
                </a:extLst>
              </p:cNvPr>
              <p:cNvSpPr/>
              <p:nvPr/>
            </p:nvSpPr>
            <p:spPr>
              <a:xfrm>
                <a:off x="-692160" y="943808"/>
                <a:ext cx="143627" cy="183030"/>
              </a:xfrm>
              <a:custGeom>
                <a:avLst/>
                <a:gdLst>
                  <a:gd name="connsiteX0" fmla="*/ 14485 w 279801"/>
                  <a:gd name="connsiteY0" fmla="*/ 387130 h 387130"/>
                  <a:gd name="connsiteX1" fmla="*/ 278656 w 279801"/>
                  <a:gd name="connsiteY1" fmla="*/ 0 h 387130"/>
                  <a:gd name="connsiteX2" fmla="*/ 228188 w 279801"/>
                  <a:gd name="connsiteY2" fmla="*/ 4192 h 387130"/>
                  <a:gd name="connsiteX3" fmla="*/ 0 w 279801"/>
                  <a:gd name="connsiteY3" fmla="*/ 338606 h 387130"/>
                  <a:gd name="connsiteX4" fmla="*/ 14501 w 279801"/>
                  <a:gd name="connsiteY4" fmla="*/ 387130 h 3871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9801" h="387130">
                    <a:moveTo>
                      <a:pt x="14485" y="387130"/>
                    </a:moveTo>
                    <a:cubicBezTo>
                      <a:pt x="176638" y="338690"/>
                      <a:pt x="292667" y="168644"/>
                      <a:pt x="278656" y="0"/>
                    </a:cubicBezTo>
                    <a:lnTo>
                      <a:pt x="228188" y="4192"/>
                    </a:lnTo>
                    <a:cubicBezTo>
                      <a:pt x="240290" y="149866"/>
                      <a:pt x="140063" y="296758"/>
                      <a:pt x="0" y="338606"/>
                    </a:cubicBezTo>
                    <a:lnTo>
                      <a:pt x="14501" y="387130"/>
                    </a:lnTo>
                    <a:close/>
                  </a:path>
                </a:pathLst>
              </a:custGeom>
              <a:solidFill>
                <a:schemeClr val="accent3">
                  <a:lumMod val="75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6" name="Freeform: Shape 1884">
                <a:extLst>
                  <a:ext uri="{FF2B5EF4-FFF2-40B4-BE49-F238E27FC236}">
                    <a16:creationId xmlns:a16="http://schemas.microsoft.com/office/drawing/2014/main" id="{CDBF3DE5-758D-5DD1-9853-5D77EAC9FFD0}"/>
                  </a:ext>
                </a:extLst>
              </p:cNvPr>
              <p:cNvSpPr/>
              <p:nvPr/>
            </p:nvSpPr>
            <p:spPr>
              <a:xfrm>
                <a:off x="-780030" y="1050070"/>
                <a:ext cx="145597" cy="150867"/>
              </a:xfrm>
              <a:custGeom>
                <a:avLst/>
                <a:gdLst>
                  <a:gd name="connsiteX0" fmla="*/ 283642 w 283641"/>
                  <a:gd name="connsiteY0" fmla="*/ 159551 h 319101"/>
                  <a:gd name="connsiteX1" fmla="*/ 141821 w 283641"/>
                  <a:gd name="connsiteY1" fmla="*/ 319102 h 319101"/>
                  <a:gd name="connsiteX2" fmla="*/ 0 w 283641"/>
                  <a:gd name="connsiteY2" fmla="*/ 159551 h 319101"/>
                  <a:gd name="connsiteX3" fmla="*/ 141821 w 283641"/>
                  <a:gd name="connsiteY3" fmla="*/ 0 h 319101"/>
                  <a:gd name="connsiteX4" fmla="*/ 283642 w 283641"/>
                  <a:gd name="connsiteY4" fmla="*/ 159551 h 319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641" h="319101">
                    <a:moveTo>
                      <a:pt x="283642" y="159551"/>
                    </a:moveTo>
                    <a:cubicBezTo>
                      <a:pt x="283642" y="247668"/>
                      <a:pt x="220147" y="319102"/>
                      <a:pt x="141821" y="319102"/>
                    </a:cubicBezTo>
                    <a:cubicBezTo>
                      <a:pt x="63496" y="319102"/>
                      <a:pt x="0" y="247668"/>
                      <a:pt x="0" y="159551"/>
                    </a:cubicBezTo>
                    <a:cubicBezTo>
                      <a:pt x="0" y="71433"/>
                      <a:pt x="63496" y="0"/>
                      <a:pt x="141821" y="0"/>
                    </a:cubicBezTo>
                    <a:cubicBezTo>
                      <a:pt x="220147" y="0"/>
                      <a:pt x="283642" y="71433"/>
                      <a:pt x="283642" y="159551"/>
                    </a:cubicBez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7" name="Freeform: Shape 1885">
                <a:extLst>
                  <a:ext uri="{FF2B5EF4-FFF2-40B4-BE49-F238E27FC236}">
                    <a16:creationId xmlns:a16="http://schemas.microsoft.com/office/drawing/2014/main" id="{50774E5D-C220-433E-52B5-41426E816B80}"/>
                  </a:ext>
                </a:extLst>
              </p:cNvPr>
              <p:cNvSpPr/>
              <p:nvPr/>
            </p:nvSpPr>
            <p:spPr>
              <a:xfrm>
                <a:off x="-618832" y="832161"/>
                <a:ext cx="117003" cy="155645"/>
              </a:xfrm>
              <a:custGeom>
                <a:avLst/>
                <a:gdLst>
                  <a:gd name="connsiteX0" fmla="*/ 227934 w 227934"/>
                  <a:gd name="connsiteY0" fmla="*/ 164604 h 329208"/>
                  <a:gd name="connsiteX1" fmla="*/ 113967 w 227934"/>
                  <a:gd name="connsiteY1" fmla="*/ 329209 h 329208"/>
                  <a:gd name="connsiteX2" fmla="*/ 0 w 227934"/>
                  <a:gd name="connsiteY2" fmla="*/ 164604 h 329208"/>
                  <a:gd name="connsiteX3" fmla="*/ 113967 w 227934"/>
                  <a:gd name="connsiteY3" fmla="*/ 0 h 329208"/>
                  <a:gd name="connsiteX4" fmla="*/ 227934 w 227934"/>
                  <a:gd name="connsiteY4" fmla="*/ 164604 h 329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34" h="329208">
                    <a:moveTo>
                      <a:pt x="227934" y="164604"/>
                    </a:moveTo>
                    <a:cubicBezTo>
                      <a:pt x="227934" y="255513"/>
                      <a:pt x="176910" y="329209"/>
                      <a:pt x="113967" y="329209"/>
                    </a:cubicBezTo>
                    <a:cubicBezTo>
                      <a:pt x="51025" y="329209"/>
                      <a:pt x="0" y="255513"/>
                      <a:pt x="0" y="164604"/>
                    </a:cubicBezTo>
                    <a:cubicBezTo>
                      <a:pt x="0" y="73696"/>
                      <a:pt x="51025" y="0"/>
                      <a:pt x="113967" y="0"/>
                    </a:cubicBezTo>
                    <a:cubicBezTo>
                      <a:pt x="176910" y="0"/>
                      <a:pt x="227934" y="73696"/>
                      <a:pt x="227934" y="164604"/>
                    </a:cubicBez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8" name="Freeform: Shape 1886">
                <a:extLst>
                  <a:ext uri="{FF2B5EF4-FFF2-40B4-BE49-F238E27FC236}">
                    <a16:creationId xmlns:a16="http://schemas.microsoft.com/office/drawing/2014/main" id="{B7D31911-29DB-8099-7D7E-76CF35DA2AD6}"/>
                  </a:ext>
                </a:extLst>
              </p:cNvPr>
              <p:cNvSpPr/>
              <p:nvPr/>
            </p:nvSpPr>
            <p:spPr>
              <a:xfrm>
                <a:off x="-1383008" y="1134365"/>
                <a:ext cx="95554" cy="195128"/>
              </a:xfrm>
              <a:custGeom>
                <a:avLst/>
                <a:gdLst>
                  <a:gd name="connsiteX0" fmla="*/ 5522 w 186149"/>
                  <a:gd name="connsiteY0" fmla="*/ 412719 h 412719"/>
                  <a:gd name="connsiteX1" fmla="*/ 55517 w 186149"/>
                  <a:gd name="connsiteY1" fmla="*/ 404590 h 412719"/>
                  <a:gd name="connsiteX2" fmla="*/ 186149 w 186149"/>
                  <a:gd name="connsiteY2" fmla="*/ 37910 h 412719"/>
                  <a:gd name="connsiteX3" fmla="*/ 152549 w 186149"/>
                  <a:gd name="connsiteY3" fmla="*/ 0 h 412719"/>
                  <a:gd name="connsiteX4" fmla="*/ 5522 w 186149"/>
                  <a:gd name="connsiteY4" fmla="*/ 412719 h 412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6149" h="412719">
                    <a:moveTo>
                      <a:pt x="5522" y="412719"/>
                    </a:moveTo>
                    <a:lnTo>
                      <a:pt x="55517" y="404590"/>
                    </a:lnTo>
                    <a:cubicBezTo>
                      <a:pt x="33849" y="271355"/>
                      <a:pt x="85128" y="127421"/>
                      <a:pt x="186149" y="37910"/>
                    </a:cubicBezTo>
                    <a:lnTo>
                      <a:pt x="152549" y="0"/>
                    </a:lnTo>
                    <a:cubicBezTo>
                      <a:pt x="38852" y="100767"/>
                      <a:pt x="-18867" y="262769"/>
                      <a:pt x="5522" y="412719"/>
                    </a:cubicBezTo>
                    <a:close/>
                  </a:path>
                </a:pathLst>
              </a:custGeom>
              <a:solidFill>
                <a:schemeClr val="accent3">
                  <a:lumMod val="75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59" name="Freeform: Shape 1887">
                <a:extLst>
                  <a:ext uri="{FF2B5EF4-FFF2-40B4-BE49-F238E27FC236}">
                    <a16:creationId xmlns:a16="http://schemas.microsoft.com/office/drawing/2014/main" id="{4B90A4E8-F878-BE77-A630-08217A64939D}"/>
                  </a:ext>
                </a:extLst>
              </p:cNvPr>
              <p:cNvSpPr/>
              <p:nvPr/>
            </p:nvSpPr>
            <p:spPr>
              <a:xfrm>
                <a:off x="-1427413" y="1263193"/>
                <a:ext cx="117003" cy="155645"/>
              </a:xfrm>
              <a:custGeom>
                <a:avLst/>
                <a:gdLst>
                  <a:gd name="connsiteX0" fmla="*/ 227934 w 227934"/>
                  <a:gd name="connsiteY0" fmla="*/ 164604 h 329208"/>
                  <a:gd name="connsiteX1" fmla="*/ 113967 w 227934"/>
                  <a:gd name="connsiteY1" fmla="*/ 329209 h 329208"/>
                  <a:gd name="connsiteX2" fmla="*/ 0 w 227934"/>
                  <a:gd name="connsiteY2" fmla="*/ 164604 h 329208"/>
                  <a:gd name="connsiteX3" fmla="*/ 113967 w 227934"/>
                  <a:gd name="connsiteY3" fmla="*/ 0 h 329208"/>
                  <a:gd name="connsiteX4" fmla="*/ 227934 w 227934"/>
                  <a:gd name="connsiteY4" fmla="*/ 164604 h 3292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7934" h="329208">
                    <a:moveTo>
                      <a:pt x="227934" y="164604"/>
                    </a:moveTo>
                    <a:cubicBezTo>
                      <a:pt x="227934" y="255513"/>
                      <a:pt x="176910" y="329209"/>
                      <a:pt x="113967" y="329209"/>
                    </a:cubicBezTo>
                    <a:cubicBezTo>
                      <a:pt x="51025" y="329209"/>
                      <a:pt x="0" y="255513"/>
                      <a:pt x="0" y="164604"/>
                    </a:cubicBezTo>
                    <a:cubicBezTo>
                      <a:pt x="0" y="73696"/>
                      <a:pt x="51025" y="0"/>
                      <a:pt x="113967" y="0"/>
                    </a:cubicBezTo>
                    <a:cubicBezTo>
                      <a:pt x="176910" y="0"/>
                      <a:pt x="227934" y="73696"/>
                      <a:pt x="227934" y="164604"/>
                    </a:cubicBez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60" name="Freeform: Shape 1888">
                <a:extLst>
                  <a:ext uri="{FF2B5EF4-FFF2-40B4-BE49-F238E27FC236}">
                    <a16:creationId xmlns:a16="http://schemas.microsoft.com/office/drawing/2014/main" id="{BE545D01-3289-2D33-D87C-E0AB9ED62B75}"/>
                  </a:ext>
                </a:extLst>
              </p:cNvPr>
              <p:cNvSpPr/>
              <p:nvPr/>
            </p:nvSpPr>
            <p:spPr>
              <a:xfrm>
                <a:off x="-1279568" y="706145"/>
                <a:ext cx="37931" cy="113006"/>
              </a:xfrm>
              <a:custGeom>
                <a:avLst/>
                <a:gdLst>
                  <a:gd name="connsiteX0" fmla="*/ 73894 w 73893"/>
                  <a:gd name="connsiteY0" fmla="*/ 119511 h 239021"/>
                  <a:gd name="connsiteX1" fmla="*/ 36947 w 73893"/>
                  <a:gd name="connsiteY1" fmla="*/ 239022 h 239021"/>
                  <a:gd name="connsiteX2" fmla="*/ 0 w 73893"/>
                  <a:gd name="connsiteY2" fmla="*/ 119511 h 239021"/>
                  <a:gd name="connsiteX3" fmla="*/ 36947 w 73893"/>
                  <a:gd name="connsiteY3" fmla="*/ 0 h 239021"/>
                  <a:gd name="connsiteX4" fmla="*/ 73894 w 73893"/>
                  <a:gd name="connsiteY4" fmla="*/ 119511 h 239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893" h="239021">
                    <a:moveTo>
                      <a:pt x="73894" y="119511"/>
                    </a:moveTo>
                    <a:cubicBezTo>
                      <a:pt x="73894" y="185515"/>
                      <a:pt x="57352" y="239022"/>
                      <a:pt x="36947" y="239022"/>
                    </a:cubicBezTo>
                    <a:cubicBezTo>
                      <a:pt x="16542" y="239022"/>
                      <a:pt x="0" y="185515"/>
                      <a:pt x="0" y="119511"/>
                    </a:cubicBezTo>
                    <a:cubicBezTo>
                      <a:pt x="0" y="53507"/>
                      <a:pt x="16542" y="0"/>
                      <a:pt x="36947" y="0"/>
                    </a:cubicBezTo>
                    <a:cubicBezTo>
                      <a:pt x="57352" y="0"/>
                      <a:pt x="73894" y="53507"/>
                      <a:pt x="73894" y="119511"/>
                    </a:cubicBezTo>
                    <a:close/>
                  </a:path>
                </a:pathLst>
              </a:custGeom>
              <a:solidFill>
                <a:schemeClr val="accent3"/>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61" name="Freeform: Shape 1889">
                <a:extLst>
                  <a:ext uri="{FF2B5EF4-FFF2-40B4-BE49-F238E27FC236}">
                    <a16:creationId xmlns:a16="http://schemas.microsoft.com/office/drawing/2014/main" id="{94AD2BFF-B272-23DE-85D0-2752A26D6B7C}"/>
                  </a:ext>
                </a:extLst>
              </p:cNvPr>
              <p:cNvSpPr/>
              <p:nvPr/>
            </p:nvSpPr>
            <p:spPr>
              <a:xfrm>
                <a:off x="-1270641" y="732739"/>
                <a:ext cx="20076" cy="59820"/>
              </a:xfrm>
              <a:custGeom>
                <a:avLst/>
                <a:gdLst>
                  <a:gd name="connsiteX0" fmla="*/ 39110 w 39110"/>
                  <a:gd name="connsiteY0" fmla="*/ 63263 h 126525"/>
                  <a:gd name="connsiteX1" fmla="*/ 19555 w 39110"/>
                  <a:gd name="connsiteY1" fmla="*/ 126525 h 126525"/>
                  <a:gd name="connsiteX2" fmla="*/ 0 w 39110"/>
                  <a:gd name="connsiteY2" fmla="*/ 63263 h 126525"/>
                  <a:gd name="connsiteX3" fmla="*/ 19555 w 39110"/>
                  <a:gd name="connsiteY3" fmla="*/ 0 h 126525"/>
                  <a:gd name="connsiteX4" fmla="*/ 39110 w 39110"/>
                  <a:gd name="connsiteY4" fmla="*/ 63263 h 1265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10" h="126525">
                    <a:moveTo>
                      <a:pt x="39110" y="63263"/>
                    </a:moveTo>
                    <a:cubicBezTo>
                      <a:pt x="39110" y="98202"/>
                      <a:pt x="30355" y="126525"/>
                      <a:pt x="19555" y="126525"/>
                    </a:cubicBezTo>
                    <a:cubicBezTo>
                      <a:pt x="8755" y="126525"/>
                      <a:pt x="0" y="98202"/>
                      <a:pt x="0" y="63263"/>
                    </a:cubicBezTo>
                    <a:cubicBezTo>
                      <a:pt x="0" y="28324"/>
                      <a:pt x="8755" y="0"/>
                      <a:pt x="19555" y="0"/>
                    </a:cubicBezTo>
                    <a:cubicBezTo>
                      <a:pt x="30355" y="0"/>
                      <a:pt x="39110" y="28324"/>
                      <a:pt x="39110" y="63263"/>
                    </a:cubicBezTo>
                    <a:close/>
                  </a:path>
                </a:pathLst>
              </a:custGeom>
              <a:solidFill>
                <a:schemeClr val="accent3">
                  <a:lumMod val="75000"/>
                </a:schemeClr>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62" name="Freeform: Shape 1890">
                <a:extLst>
                  <a:ext uri="{FF2B5EF4-FFF2-40B4-BE49-F238E27FC236}">
                    <a16:creationId xmlns:a16="http://schemas.microsoft.com/office/drawing/2014/main" id="{CE22977E-3F3E-6BF7-E540-AA11CDCCFC18}"/>
                  </a:ext>
                </a:extLst>
              </p:cNvPr>
              <p:cNvSpPr/>
              <p:nvPr/>
            </p:nvSpPr>
            <p:spPr>
              <a:xfrm>
                <a:off x="-1233882" y="1137004"/>
                <a:ext cx="488311" cy="251085"/>
              </a:xfrm>
              <a:custGeom>
                <a:avLst/>
                <a:gdLst>
                  <a:gd name="connsiteX0" fmla="*/ 0 w 488311"/>
                  <a:gd name="connsiteY0" fmla="*/ 271 h 251085"/>
                  <a:gd name="connsiteX1" fmla="*/ 36047 w 488311"/>
                  <a:gd name="connsiteY1" fmla="*/ 26568 h 251085"/>
                  <a:gd name="connsiteX2" fmla="*/ 87507 w 488311"/>
                  <a:gd name="connsiteY2" fmla="*/ 129385 h 251085"/>
                  <a:gd name="connsiteX3" fmla="*/ 86286 w 488311"/>
                  <a:gd name="connsiteY3" fmla="*/ 244354 h 251085"/>
                  <a:gd name="connsiteX4" fmla="*/ 85784 w 488311"/>
                  <a:gd name="connsiteY4" fmla="*/ 245303 h 251085"/>
                  <a:gd name="connsiteX5" fmla="*/ 64088 w 488311"/>
                  <a:gd name="connsiteY5" fmla="*/ 214981 h 251085"/>
                  <a:gd name="connsiteX6" fmla="*/ 1478 w 488311"/>
                  <a:gd name="connsiteY6" fmla="*/ 41103 h 251085"/>
                  <a:gd name="connsiteX7" fmla="*/ 488311 w 488311"/>
                  <a:gd name="connsiteY7" fmla="*/ 0 h 251085"/>
                  <a:gd name="connsiteX8" fmla="*/ 485061 w 488311"/>
                  <a:gd name="connsiteY8" fmla="*/ 41103 h 251085"/>
                  <a:gd name="connsiteX9" fmla="*/ 427112 w 488311"/>
                  <a:gd name="connsiteY9" fmla="*/ 216035 h 251085"/>
                  <a:gd name="connsiteX10" fmla="*/ 403814 w 488311"/>
                  <a:gd name="connsiteY10" fmla="*/ 251085 h 251085"/>
                  <a:gd name="connsiteX11" fmla="*/ 400255 w 488311"/>
                  <a:gd name="connsiteY11" fmla="*/ 244366 h 251085"/>
                  <a:gd name="connsiteX12" fmla="*/ 399035 w 488311"/>
                  <a:gd name="connsiteY12" fmla="*/ 129397 h 251085"/>
                  <a:gd name="connsiteX13" fmla="*/ 486694 w 488311"/>
                  <a:gd name="connsiteY13" fmla="*/ 172 h 251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88311" h="251085">
                    <a:moveTo>
                      <a:pt x="0" y="271"/>
                    </a:moveTo>
                    <a:lnTo>
                      <a:pt x="36047" y="26568"/>
                    </a:lnTo>
                    <a:cubicBezTo>
                      <a:pt x="58750" y="50682"/>
                      <a:pt x="77697" y="86859"/>
                      <a:pt x="87507" y="129385"/>
                    </a:cubicBezTo>
                    <a:cubicBezTo>
                      <a:pt x="97317" y="171910"/>
                      <a:pt x="96132" y="212732"/>
                      <a:pt x="86286" y="244354"/>
                    </a:cubicBezTo>
                    <a:lnTo>
                      <a:pt x="85784" y="245303"/>
                    </a:lnTo>
                    <a:lnTo>
                      <a:pt x="64088" y="214981"/>
                    </a:lnTo>
                    <a:cubicBezTo>
                      <a:pt x="32797" y="164564"/>
                      <a:pt x="9276" y="104438"/>
                      <a:pt x="1478" y="41103"/>
                    </a:cubicBezTo>
                    <a:close/>
                    <a:moveTo>
                      <a:pt x="488311" y="0"/>
                    </a:moveTo>
                    <a:lnTo>
                      <a:pt x="485061" y="41103"/>
                    </a:lnTo>
                    <a:cubicBezTo>
                      <a:pt x="477262" y="105337"/>
                      <a:pt x="455935" y="165688"/>
                      <a:pt x="427112" y="216035"/>
                    </a:cubicBezTo>
                    <a:lnTo>
                      <a:pt x="403814" y="251085"/>
                    </a:lnTo>
                    <a:lnTo>
                      <a:pt x="400255" y="244366"/>
                    </a:lnTo>
                    <a:cubicBezTo>
                      <a:pt x="390409" y="212744"/>
                      <a:pt x="389225" y="171922"/>
                      <a:pt x="399035" y="129397"/>
                    </a:cubicBezTo>
                    <a:cubicBezTo>
                      <a:pt x="413749" y="65609"/>
                      <a:pt x="449023" y="16104"/>
                      <a:pt x="486694" y="172"/>
                    </a:cubicBezTo>
                    <a:close/>
                  </a:path>
                </a:pathLst>
              </a:custGeom>
              <a:solidFill>
                <a:schemeClr val="accent3"/>
              </a:solidFill>
              <a:ln w="1689"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sp>
            <p:nvSpPr>
              <p:cNvPr id="163" name="Freeform: Shape 1891">
                <a:extLst>
                  <a:ext uri="{FF2B5EF4-FFF2-40B4-BE49-F238E27FC236}">
                    <a16:creationId xmlns:a16="http://schemas.microsoft.com/office/drawing/2014/main" id="{218E6AF1-CE33-B929-6452-CA976D7593FC}"/>
                  </a:ext>
                </a:extLst>
              </p:cNvPr>
              <p:cNvSpPr/>
              <p:nvPr/>
            </p:nvSpPr>
            <p:spPr>
              <a:xfrm>
                <a:off x="-1341609" y="1050070"/>
                <a:ext cx="145597" cy="150867"/>
              </a:xfrm>
              <a:custGeom>
                <a:avLst/>
                <a:gdLst>
                  <a:gd name="connsiteX0" fmla="*/ 283642 w 283641"/>
                  <a:gd name="connsiteY0" fmla="*/ 159551 h 319101"/>
                  <a:gd name="connsiteX1" fmla="*/ 141821 w 283641"/>
                  <a:gd name="connsiteY1" fmla="*/ 319102 h 319101"/>
                  <a:gd name="connsiteX2" fmla="*/ 0 w 283641"/>
                  <a:gd name="connsiteY2" fmla="*/ 159551 h 319101"/>
                  <a:gd name="connsiteX3" fmla="*/ 141821 w 283641"/>
                  <a:gd name="connsiteY3" fmla="*/ 0 h 319101"/>
                  <a:gd name="connsiteX4" fmla="*/ 283642 w 283641"/>
                  <a:gd name="connsiteY4" fmla="*/ 159551 h 3191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3641" h="319101">
                    <a:moveTo>
                      <a:pt x="283642" y="159551"/>
                    </a:moveTo>
                    <a:cubicBezTo>
                      <a:pt x="283642" y="247668"/>
                      <a:pt x="220147" y="319102"/>
                      <a:pt x="141821" y="319102"/>
                    </a:cubicBezTo>
                    <a:cubicBezTo>
                      <a:pt x="63495" y="319102"/>
                      <a:pt x="0" y="247668"/>
                      <a:pt x="0" y="159551"/>
                    </a:cubicBezTo>
                    <a:cubicBezTo>
                      <a:pt x="0" y="71433"/>
                      <a:pt x="63495" y="0"/>
                      <a:pt x="141821" y="0"/>
                    </a:cubicBezTo>
                    <a:cubicBezTo>
                      <a:pt x="220147" y="0"/>
                      <a:pt x="283642" y="71433"/>
                      <a:pt x="283642" y="159551"/>
                    </a:cubicBezTo>
                    <a:close/>
                  </a:path>
                </a:pathLst>
              </a:custGeom>
              <a:solidFill>
                <a:srgbClr val="FFFFFF"/>
              </a:solidFill>
              <a:ln w="168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NZ" sz="1800" b="0" i="0" u="none" strike="noStrike" kern="1200" cap="none" spc="0" normalizeH="0" baseline="0" noProof="0">
                  <a:ln>
                    <a:noFill/>
                  </a:ln>
                  <a:solidFill>
                    <a:srgbClr val="FFFFFF"/>
                  </a:solidFill>
                  <a:effectLst/>
                  <a:uLnTx/>
                  <a:uFillTx/>
                  <a:latin typeface="Arial"/>
                  <a:ea typeface="+mn-ea"/>
                  <a:cs typeface="+mn-cs"/>
                </a:endParaRPr>
              </a:p>
            </p:txBody>
          </p:sp>
        </p:grpSp>
        <p:grpSp>
          <p:nvGrpSpPr>
            <p:cNvPr id="107" name="Graphic 131">
              <a:extLst>
                <a:ext uri="{FF2B5EF4-FFF2-40B4-BE49-F238E27FC236}">
                  <a16:creationId xmlns:a16="http://schemas.microsoft.com/office/drawing/2014/main" id="{7FCDF76A-A5A7-B54C-1862-79769012111D}"/>
                </a:ext>
              </a:extLst>
            </p:cNvPr>
            <p:cNvGrpSpPr/>
            <p:nvPr/>
          </p:nvGrpSpPr>
          <p:grpSpPr>
            <a:xfrm flipH="1">
              <a:off x="7859035" y="3625944"/>
              <a:ext cx="570483" cy="269472"/>
              <a:chOff x="6835371" y="2602850"/>
              <a:chExt cx="676021" cy="344985"/>
            </a:xfrm>
          </p:grpSpPr>
          <p:sp>
            <p:nvSpPr>
              <p:cNvPr id="134" name="Freeform: Shape 1909">
                <a:extLst>
                  <a:ext uri="{FF2B5EF4-FFF2-40B4-BE49-F238E27FC236}">
                    <a16:creationId xmlns:a16="http://schemas.microsoft.com/office/drawing/2014/main" id="{99FCF83B-30DB-17BF-3A27-4A9F77C3C51C}"/>
                  </a:ext>
                </a:extLst>
              </p:cNvPr>
              <p:cNvSpPr/>
              <p:nvPr/>
            </p:nvSpPr>
            <p:spPr>
              <a:xfrm>
                <a:off x="7284433" y="2903401"/>
                <a:ext cx="226959" cy="44434"/>
              </a:xfrm>
              <a:custGeom>
                <a:avLst/>
                <a:gdLst>
                  <a:gd name="connsiteX0" fmla="*/ 0 w 226959"/>
                  <a:gd name="connsiteY0" fmla="*/ 0 h 44434"/>
                  <a:gd name="connsiteX1" fmla="*/ 226959 w 226959"/>
                  <a:gd name="connsiteY1" fmla="*/ 0 h 44434"/>
                  <a:gd name="connsiteX2" fmla="*/ 226959 w 226959"/>
                  <a:gd name="connsiteY2" fmla="*/ 44434 h 44434"/>
                  <a:gd name="connsiteX3" fmla="*/ 0 w 226959"/>
                  <a:gd name="connsiteY3" fmla="*/ 44434 h 44434"/>
                </a:gdLst>
                <a:ahLst/>
                <a:cxnLst>
                  <a:cxn ang="0">
                    <a:pos x="connsiteX0" y="connsiteY0"/>
                  </a:cxn>
                  <a:cxn ang="0">
                    <a:pos x="connsiteX1" y="connsiteY1"/>
                  </a:cxn>
                  <a:cxn ang="0">
                    <a:pos x="connsiteX2" y="connsiteY2"/>
                  </a:cxn>
                  <a:cxn ang="0">
                    <a:pos x="connsiteX3" y="connsiteY3"/>
                  </a:cxn>
                </a:cxnLst>
                <a:rect l="l" t="t" r="r" b="b"/>
                <a:pathLst>
                  <a:path w="226959" h="44434">
                    <a:moveTo>
                      <a:pt x="0" y="0"/>
                    </a:moveTo>
                    <a:lnTo>
                      <a:pt x="226959" y="0"/>
                    </a:lnTo>
                    <a:lnTo>
                      <a:pt x="226959" y="44434"/>
                    </a:lnTo>
                    <a:lnTo>
                      <a:pt x="0" y="44434"/>
                    </a:lnTo>
                    <a:close/>
                  </a:path>
                </a:pathLst>
              </a:custGeom>
              <a:solidFill>
                <a:srgbClr val="7F7F7F"/>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nvGrpSpPr>
              <p:cNvPr id="135" name="Graphic 131">
                <a:extLst>
                  <a:ext uri="{FF2B5EF4-FFF2-40B4-BE49-F238E27FC236}">
                    <a16:creationId xmlns:a16="http://schemas.microsoft.com/office/drawing/2014/main" id="{14B59BE3-D9C9-ABB8-04D4-ED19DBD6E34B}"/>
                  </a:ext>
                </a:extLst>
              </p:cNvPr>
              <p:cNvGrpSpPr/>
              <p:nvPr/>
            </p:nvGrpSpPr>
            <p:grpSpPr>
              <a:xfrm>
                <a:off x="6835371" y="2602850"/>
                <a:ext cx="488321" cy="344984"/>
                <a:chOff x="6835371" y="2602850"/>
                <a:chExt cx="488321" cy="344984"/>
              </a:xfrm>
            </p:grpSpPr>
            <p:sp>
              <p:nvSpPr>
                <p:cNvPr id="136" name="Freeform: Shape 1911">
                  <a:extLst>
                    <a:ext uri="{FF2B5EF4-FFF2-40B4-BE49-F238E27FC236}">
                      <a16:creationId xmlns:a16="http://schemas.microsoft.com/office/drawing/2014/main" id="{2F85E7C5-FA7F-74DB-D042-C6612DC63611}"/>
                    </a:ext>
                  </a:extLst>
                </p:cNvPr>
                <p:cNvSpPr/>
                <p:nvPr/>
              </p:nvSpPr>
              <p:spPr>
                <a:xfrm>
                  <a:off x="6838376" y="2602850"/>
                  <a:ext cx="485316" cy="324451"/>
                </a:xfrm>
                <a:custGeom>
                  <a:avLst/>
                  <a:gdLst>
                    <a:gd name="connsiteX0" fmla="*/ 485003 w 485316"/>
                    <a:gd name="connsiteY0" fmla="*/ 304863 h 324451"/>
                    <a:gd name="connsiteX1" fmla="*/ 427725 w 485316"/>
                    <a:gd name="connsiteY1" fmla="*/ 13257 h 324451"/>
                    <a:gd name="connsiteX2" fmla="*/ 411610 w 485316"/>
                    <a:gd name="connsiteY2" fmla="*/ 0 h 324451"/>
                    <a:gd name="connsiteX3" fmla="*/ 30831 w 485316"/>
                    <a:gd name="connsiteY3" fmla="*/ 0 h 324451"/>
                    <a:gd name="connsiteX4" fmla="*/ 17634 w 485316"/>
                    <a:gd name="connsiteY4" fmla="*/ 6771 h 324451"/>
                    <a:gd name="connsiteX5" fmla="*/ 17583 w 485316"/>
                    <a:gd name="connsiteY5" fmla="*/ 6723 h 324451"/>
                    <a:gd name="connsiteX6" fmla="*/ 0 w 485316"/>
                    <a:gd name="connsiteY6" fmla="*/ 27512 h 324451"/>
                    <a:gd name="connsiteX7" fmla="*/ 15600 w 485316"/>
                    <a:gd name="connsiteY7" fmla="*/ 24089 h 324451"/>
                    <a:gd name="connsiteX8" fmla="*/ 71994 w 485316"/>
                    <a:gd name="connsiteY8" fmla="*/ 311195 h 324451"/>
                    <a:gd name="connsiteX9" fmla="*/ 88109 w 485316"/>
                    <a:gd name="connsiteY9" fmla="*/ 324452 h 324451"/>
                    <a:gd name="connsiteX10" fmla="*/ 468888 w 485316"/>
                    <a:gd name="connsiteY10" fmla="*/ 324452 h 324451"/>
                    <a:gd name="connsiteX11" fmla="*/ 485003 w 485316"/>
                    <a:gd name="connsiteY11" fmla="*/ 304863 h 324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85316" h="324451">
                      <a:moveTo>
                        <a:pt x="485003" y="304863"/>
                      </a:moveTo>
                      <a:lnTo>
                        <a:pt x="427725" y="13257"/>
                      </a:lnTo>
                      <a:cubicBezTo>
                        <a:pt x="426212" y="5553"/>
                        <a:pt x="419458" y="0"/>
                        <a:pt x="411610" y="0"/>
                      </a:cubicBezTo>
                      <a:lnTo>
                        <a:pt x="30831" y="0"/>
                      </a:lnTo>
                      <a:cubicBezTo>
                        <a:pt x="25318" y="0"/>
                        <a:pt x="20596" y="2726"/>
                        <a:pt x="17634" y="6771"/>
                      </a:cubicBezTo>
                      <a:lnTo>
                        <a:pt x="17583" y="6723"/>
                      </a:lnTo>
                      <a:lnTo>
                        <a:pt x="0" y="27512"/>
                      </a:lnTo>
                      <a:lnTo>
                        <a:pt x="15600" y="24089"/>
                      </a:lnTo>
                      <a:lnTo>
                        <a:pt x="71994" y="311195"/>
                      </a:lnTo>
                      <a:cubicBezTo>
                        <a:pt x="73508" y="318899"/>
                        <a:pt x="80259" y="324452"/>
                        <a:pt x="88109" y="324452"/>
                      </a:cubicBezTo>
                      <a:lnTo>
                        <a:pt x="468888" y="324452"/>
                      </a:lnTo>
                      <a:cubicBezTo>
                        <a:pt x="479228" y="324452"/>
                        <a:pt x="486997" y="315009"/>
                        <a:pt x="485003" y="304863"/>
                      </a:cubicBezTo>
                      <a:close/>
                    </a:path>
                  </a:pathLst>
                </a:custGeom>
                <a:solidFill>
                  <a:srgbClr val="7F7F7F"/>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37" name="Freeform: Shape 1912">
                  <a:extLst>
                    <a:ext uri="{FF2B5EF4-FFF2-40B4-BE49-F238E27FC236}">
                      <a16:creationId xmlns:a16="http://schemas.microsoft.com/office/drawing/2014/main" id="{8FF43D1D-B592-9EFD-AA4D-63762F9593A1}"/>
                    </a:ext>
                  </a:extLst>
                </p:cNvPr>
                <p:cNvSpPr/>
                <p:nvPr/>
              </p:nvSpPr>
              <p:spPr>
                <a:xfrm>
                  <a:off x="6835371" y="2623383"/>
                  <a:ext cx="470913" cy="324451"/>
                </a:xfrm>
                <a:custGeom>
                  <a:avLst/>
                  <a:gdLst>
                    <a:gd name="connsiteX0" fmla="*/ 73706 w 470913"/>
                    <a:gd name="connsiteY0" fmla="*/ 324452 h 324451"/>
                    <a:gd name="connsiteX1" fmla="*/ 454485 w 470913"/>
                    <a:gd name="connsiteY1" fmla="*/ 324452 h 324451"/>
                    <a:gd name="connsiteX2" fmla="*/ 470600 w 470913"/>
                    <a:gd name="connsiteY2" fmla="*/ 304863 h 324451"/>
                    <a:gd name="connsiteX3" fmla="*/ 413322 w 470913"/>
                    <a:gd name="connsiteY3" fmla="*/ 13257 h 324451"/>
                    <a:gd name="connsiteX4" fmla="*/ 397207 w 470913"/>
                    <a:gd name="connsiteY4" fmla="*/ 0 h 324451"/>
                    <a:gd name="connsiteX5" fmla="*/ 16428 w 470913"/>
                    <a:gd name="connsiteY5" fmla="*/ 0 h 324451"/>
                    <a:gd name="connsiteX6" fmla="*/ 314 w 470913"/>
                    <a:gd name="connsiteY6" fmla="*/ 19589 h 324451"/>
                    <a:gd name="connsiteX7" fmla="*/ 57594 w 470913"/>
                    <a:gd name="connsiteY7" fmla="*/ 311195 h 324451"/>
                    <a:gd name="connsiteX8" fmla="*/ 73709 w 470913"/>
                    <a:gd name="connsiteY8" fmla="*/ 324452 h 324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70913" h="324451">
                      <a:moveTo>
                        <a:pt x="73706" y="324452"/>
                      </a:moveTo>
                      <a:lnTo>
                        <a:pt x="454485" y="324452"/>
                      </a:lnTo>
                      <a:cubicBezTo>
                        <a:pt x="464825" y="324452"/>
                        <a:pt x="472594" y="315009"/>
                        <a:pt x="470600" y="304863"/>
                      </a:cubicBezTo>
                      <a:lnTo>
                        <a:pt x="413322" y="13257"/>
                      </a:lnTo>
                      <a:cubicBezTo>
                        <a:pt x="411809" y="5553"/>
                        <a:pt x="405055" y="0"/>
                        <a:pt x="397207" y="0"/>
                      </a:cubicBezTo>
                      <a:lnTo>
                        <a:pt x="16428" y="0"/>
                      </a:lnTo>
                      <a:cubicBezTo>
                        <a:pt x="6088" y="0"/>
                        <a:pt x="-1681" y="9443"/>
                        <a:pt x="314" y="19589"/>
                      </a:cubicBezTo>
                      <a:lnTo>
                        <a:pt x="57594" y="311195"/>
                      </a:lnTo>
                      <a:cubicBezTo>
                        <a:pt x="59108" y="318899"/>
                        <a:pt x="65858" y="324452"/>
                        <a:pt x="73709" y="324452"/>
                      </a:cubicBezTo>
                      <a:close/>
                    </a:path>
                  </a:pathLst>
                </a:custGeom>
                <a:solidFill>
                  <a:srgbClr val="7F7F7F"/>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38" name="Freeform: Shape 1913">
                  <a:extLst>
                    <a:ext uri="{FF2B5EF4-FFF2-40B4-BE49-F238E27FC236}">
                      <a16:creationId xmlns:a16="http://schemas.microsoft.com/office/drawing/2014/main" id="{61741999-8FC1-546C-338C-563B05B06987}"/>
                    </a:ext>
                  </a:extLst>
                </p:cNvPr>
                <p:cNvSpPr/>
                <p:nvPr/>
              </p:nvSpPr>
              <p:spPr>
                <a:xfrm>
                  <a:off x="7028272" y="2742769"/>
                  <a:ext cx="71964" cy="71232"/>
                </a:xfrm>
                <a:custGeom>
                  <a:avLst/>
                  <a:gdLst>
                    <a:gd name="connsiteX0" fmla="*/ 578 w 71964"/>
                    <a:gd name="connsiteY0" fmla="*/ 35616 h 71232"/>
                    <a:gd name="connsiteX1" fmla="*/ 42554 w 71964"/>
                    <a:gd name="connsiteY1" fmla="*/ 71232 h 71232"/>
                    <a:gd name="connsiteX2" fmla="*/ 71301 w 71964"/>
                    <a:gd name="connsiteY2" fmla="*/ 35616 h 71232"/>
                    <a:gd name="connsiteX3" fmla="*/ 29325 w 71964"/>
                    <a:gd name="connsiteY3" fmla="*/ 0 h 71232"/>
                    <a:gd name="connsiteX4" fmla="*/ 578 w 71964"/>
                    <a:gd name="connsiteY4" fmla="*/ 35616 h 712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964" h="71232">
                      <a:moveTo>
                        <a:pt x="578" y="35616"/>
                      </a:moveTo>
                      <a:cubicBezTo>
                        <a:pt x="4091" y="55286"/>
                        <a:pt x="22884" y="71232"/>
                        <a:pt x="42554" y="71232"/>
                      </a:cubicBezTo>
                      <a:cubicBezTo>
                        <a:pt x="62224" y="71232"/>
                        <a:pt x="75095" y="55286"/>
                        <a:pt x="71301" y="35616"/>
                      </a:cubicBezTo>
                      <a:cubicBezTo>
                        <a:pt x="67506" y="15946"/>
                        <a:pt x="48714" y="0"/>
                        <a:pt x="29325" y="0"/>
                      </a:cubicBezTo>
                      <a:cubicBezTo>
                        <a:pt x="9936" y="0"/>
                        <a:pt x="-2935" y="15946"/>
                        <a:pt x="578" y="35616"/>
                      </a:cubicBezTo>
                      <a:close/>
                    </a:path>
                  </a:pathLst>
                </a:custGeom>
                <a:solidFill>
                  <a:schemeClr val="bg1"/>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grpSp>
        <p:grpSp>
          <p:nvGrpSpPr>
            <p:cNvPr id="108" name="Group 107">
              <a:extLst>
                <a:ext uri="{FF2B5EF4-FFF2-40B4-BE49-F238E27FC236}">
                  <a16:creationId xmlns:a16="http://schemas.microsoft.com/office/drawing/2014/main" id="{E6CF75AC-99FF-997F-8664-F467EFB280E9}"/>
                </a:ext>
              </a:extLst>
            </p:cNvPr>
            <p:cNvGrpSpPr/>
            <p:nvPr/>
          </p:nvGrpSpPr>
          <p:grpSpPr>
            <a:xfrm>
              <a:off x="7420940" y="3212979"/>
              <a:ext cx="662122" cy="743494"/>
              <a:chOff x="7420940" y="3111033"/>
              <a:chExt cx="662122" cy="743494"/>
            </a:xfrm>
          </p:grpSpPr>
          <p:grpSp>
            <p:nvGrpSpPr>
              <p:cNvPr id="109" name="Graphic 131">
                <a:extLst>
                  <a:ext uri="{FF2B5EF4-FFF2-40B4-BE49-F238E27FC236}">
                    <a16:creationId xmlns:a16="http://schemas.microsoft.com/office/drawing/2014/main" id="{3375D226-257D-5388-1089-EEA690101869}"/>
                  </a:ext>
                </a:extLst>
              </p:cNvPr>
              <p:cNvGrpSpPr/>
              <p:nvPr/>
            </p:nvGrpSpPr>
            <p:grpSpPr>
              <a:xfrm flipH="1">
                <a:off x="7570366" y="3415121"/>
                <a:ext cx="370646" cy="439406"/>
                <a:chOff x="7414240" y="2463464"/>
                <a:chExt cx="439213" cy="562537"/>
              </a:xfrm>
              <a:solidFill>
                <a:schemeClr val="accent3"/>
              </a:solidFill>
            </p:grpSpPr>
            <p:sp>
              <p:nvSpPr>
                <p:cNvPr id="130" name="Freeform: Shape 1914">
                  <a:extLst>
                    <a:ext uri="{FF2B5EF4-FFF2-40B4-BE49-F238E27FC236}">
                      <a16:creationId xmlns:a16="http://schemas.microsoft.com/office/drawing/2014/main" id="{A0700D40-D7FA-147F-7176-8C923BA5AD39}"/>
                    </a:ext>
                  </a:extLst>
                </p:cNvPr>
                <p:cNvSpPr/>
                <p:nvPr/>
              </p:nvSpPr>
              <p:spPr>
                <a:xfrm>
                  <a:off x="7414240" y="2480747"/>
                  <a:ext cx="439213" cy="521132"/>
                </a:xfrm>
                <a:custGeom>
                  <a:avLst/>
                  <a:gdLst>
                    <a:gd name="connsiteX0" fmla="*/ 429404 w 439213"/>
                    <a:gd name="connsiteY0" fmla="*/ 182562 h 521132"/>
                    <a:gd name="connsiteX1" fmla="*/ 420800 w 439213"/>
                    <a:gd name="connsiteY1" fmla="*/ 68931 h 521132"/>
                    <a:gd name="connsiteX2" fmla="*/ 370872 w 439213"/>
                    <a:gd name="connsiteY2" fmla="*/ 40603 h 521132"/>
                    <a:gd name="connsiteX3" fmla="*/ 267289 w 439213"/>
                    <a:gd name="connsiteY3" fmla="*/ 5899 h 521132"/>
                    <a:gd name="connsiteX4" fmla="*/ 149780 w 439213"/>
                    <a:gd name="connsiteY4" fmla="*/ 4830 h 521132"/>
                    <a:gd name="connsiteX5" fmla="*/ 82072 w 439213"/>
                    <a:gd name="connsiteY5" fmla="*/ 30089 h 521132"/>
                    <a:gd name="connsiteX6" fmla="*/ 23681 w 439213"/>
                    <a:gd name="connsiteY6" fmla="*/ 82163 h 521132"/>
                    <a:gd name="connsiteX7" fmla="*/ 3794 w 439213"/>
                    <a:gd name="connsiteY7" fmla="*/ 179664 h 521132"/>
                    <a:gd name="connsiteX8" fmla="*/ 6745 w 439213"/>
                    <a:gd name="connsiteY8" fmla="*/ 468897 h 521132"/>
                    <a:gd name="connsiteX9" fmla="*/ 11667 w 439213"/>
                    <a:gd name="connsiteY9" fmla="*/ 496733 h 521132"/>
                    <a:gd name="connsiteX10" fmla="*/ 65482 w 439213"/>
                    <a:gd name="connsiteY10" fmla="*/ 513731 h 521132"/>
                    <a:gd name="connsiteX11" fmla="*/ 249031 w 439213"/>
                    <a:gd name="connsiteY11" fmla="*/ 513458 h 521132"/>
                    <a:gd name="connsiteX12" fmla="*/ 317836 w 439213"/>
                    <a:gd name="connsiteY12" fmla="*/ 520344 h 521132"/>
                    <a:gd name="connsiteX13" fmla="*/ 364864 w 439213"/>
                    <a:gd name="connsiteY13" fmla="*/ 499017 h 521132"/>
                    <a:gd name="connsiteX14" fmla="*/ 375673 w 439213"/>
                    <a:gd name="connsiteY14" fmla="*/ 448732 h 521132"/>
                    <a:gd name="connsiteX15" fmla="*/ 408451 w 439213"/>
                    <a:gd name="connsiteY15" fmla="*/ 250399 h 521132"/>
                    <a:gd name="connsiteX16" fmla="*/ 429407 w 439213"/>
                    <a:gd name="connsiteY16" fmla="*/ 182562 h 5211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39213" h="521132">
                      <a:moveTo>
                        <a:pt x="429404" y="182562"/>
                      </a:moveTo>
                      <a:cubicBezTo>
                        <a:pt x="440911" y="140543"/>
                        <a:pt x="446877" y="97555"/>
                        <a:pt x="420800" y="68931"/>
                      </a:cubicBezTo>
                      <a:cubicBezTo>
                        <a:pt x="409022" y="56006"/>
                        <a:pt x="388041" y="47003"/>
                        <a:pt x="370872" y="40603"/>
                      </a:cubicBezTo>
                      <a:cubicBezTo>
                        <a:pt x="337379" y="28120"/>
                        <a:pt x="303141" y="11339"/>
                        <a:pt x="267289" y="5899"/>
                      </a:cubicBezTo>
                      <a:cubicBezTo>
                        <a:pt x="229490" y="163"/>
                        <a:pt x="187452" y="-3372"/>
                        <a:pt x="149780" y="4830"/>
                      </a:cubicBezTo>
                      <a:cubicBezTo>
                        <a:pt x="125854" y="10039"/>
                        <a:pt x="103467" y="19684"/>
                        <a:pt x="82072" y="30089"/>
                      </a:cubicBezTo>
                      <a:cubicBezTo>
                        <a:pt x="53353" y="44055"/>
                        <a:pt x="32896" y="53441"/>
                        <a:pt x="23681" y="82163"/>
                      </a:cubicBezTo>
                      <a:cubicBezTo>
                        <a:pt x="13459" y="114030"/>
                        <a:pt x="7254" y="146760"/>
                        <a:pt x="3794" y="179664"/>
                      </a:cubicBezTo>
                      <a:cubicBezTo>
                        <a:pt x="-6338" y="275979"/>
                        <a:pt x="7065" y="372535"/>
                        <a:pt x="6745" y="468897"/>
                      </a:cubicBezTo>
                      <a:cubicBezTo>
                        <a:pt x="6714" y="478370"/>
                        <a:pt x="6857" y="488215"/>
                        <a:pt x="11667" y="496733"/>
                      </a:cubicBezTo>
                      <a:cubicBezTo>
                        <a:pt x="21149" y="513525"/>
                        <a:pt x="46920" y="513759"/>
                        <a:pt x="65482" y="513731"/>
                      </a:cubicBezTo>
                      <a:cubicBezTo>
                        <a:pt x="126664" y="513641"/>
                        <a:pt x="187849" y="513548"/>
                        <a:pt x="249031" y="513458"/>
                      </a:cubicBezTo>
                      <a:cubicBezTo>
                        <a:pt x="274487" y="513421"/>
                        <a:pt x="293938" y="516107"/>
                        <a:pt x="317836" y="520344"/>
                      </a:cubicBezTo>
                      <a:cubicBezTo>
                        <a:pt x="337947" y="523907"/>
                        <a:pt x="355213" y="515157"/>
                        <a:pt x="364864" y="499017"/>
                      </a:cubicBezTo>
                      <a:cubicBezTo>
                        <a:pt x="373997" y="483740"/>
                        <a:pt x="374694" y="465898"/>
                        <a:pt x="375673" y="448732"/>
                      </a:cubicBezTo>
                      <a:cubicBezTo>
                        <a:pt x="379482" y="381938"/>
                        <a:pt x="390469" y="315451"/>
                        <a:pt x="408451" y="250399"/>
                      </a:cubicBezTo>
                      <a:cubicBezTo>
                        <a:pt x="413542" y="231977"/>
                        <a:pt x="422470" y="207888"/>
                        <a:pt x="429407" y="182562"/>
                      </a:cubicBezTo>
                      <a:close/>
                    </a:path>
                  </a:pathLst>
                </a:custGeom>
                <a:grp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nvGrpSpPr>
                <p:cNvPr id="131" name="Graphic 131">
                  <a:extLst>
                    <a:ext uri="{FF2B5EF4-FFF2-40B4-BE49-F238E27FC236}">
                      <a16:creationId xmlns:a16="http://schemas.microsoft.com/office/drawing/2014/main" id="{EDBD92A9-0188-3AB7-DC23-54B88A958E39}"/>
                    </a:ext>
                  </a:extLst>
                </p:cNvPr>
                <p:cNvGrpSpPr/>
                <p:nvPr/>
              </p:nvGrpSpPr>
              <p:grpSpPr>
                <a:xfrm>
                  <a:off x="7437801" y="2463464"/>
                  <a:ext cx="396625" cy="562537"/>
                  <a:chOff x="7437801" y="2463464"/>
                  <a:chExt cx="396625" cy="562537"/>
                </a:xfrm>
                <a:grpFill/>
              </p:grpSpPr>
              <p:sp>
                <p:nvSpPr>
                  <p:cNvPr id="132" name="Freeform: Shape 1916">
                    <a:extLst>
                      <a:ext uri="{FF2B5EF4-FFF2-40B4-BE49-F238E27FC236}">
                        <a16:creationId xmlns:a16="http://schemas.microsoft.com/office/drawing/2014/main" id="{99C42F03-BBA1-899B-BC2B-E077A45ADFEC}"/>
                      </a:ext>
                    </a:extLst>
                  </p:cNvPr>
                  <p:cNvSpPr/>
                  <p:nvPr/>
                </p:nvSpPr>
                <p:spPr>
                  <a:xfrm>
                    <a:off x="7536058" y="2463464"/>
                    <a:ext cx="170256" cy="117431"/>
                  </a:xfrm>
                  <a:custGeom>
                    <a:avLst/>
                    <a:gdLst>
                      <a:gd name="connsiteX0" fmla="*/ 159563 w 170256"/>
                      <a:gd name="connsiteY0" fmla="*/ 77616 h 117431"/>
                      <a:gd name="connsiteX1" fmla="*/ 158491 w 170256"/>
                      <a:gd name="connsiteY1" fmla="*/ 10490 h 117431"/>
                      <a:gd name="connsiteX2" fmla="*/ 125283 w 170256"/>
                      <a:gd name="connsiteY2" fmla="*/ 46 h 117431"/>
                      <a:gd name="connsiteX3" fmla="*/ 56554 w 170256"/>
                      <a:gd name="connsiteY3" fmla="*/ 7031 h 117431"/>
                      <a:gd name="connsiteX4" fmla="*/ 3980 w 170256"/>
                      <a:gd name="connsiteY4" fmla="*/ 40737 h 117431"/>
                      <a:gd name="connsiteX5" fmla="*/ 8579 w 170256"/>
                      <a:gd name="connsiteY5" fmla="*/ 88102 h 117431"/>
                      <a:gd name="connsiteX6" fmla="*/ 45804 w 170256"/>
                      <a:gd name="connsiteY6" fmla="*/ 113887 h 117431"/>
                      <a:gd name="connsiteX7" fmla="*/ 122886 w 170256"/>
                      <a:gd name="connsiteY7" fmla="*/ 109286 h 117431"/>
                      <a:gd name="connsiteX8" fmla="*/ 159563 w 170256"/>
                      <a:gd name="connsiteY8" fmla="*/ 77619 h 1174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0256" h="117431">
                        <a:moveTo>
                          <a:pt x="159563" y="77616"/>
                        </a:moveTo>
                        <a:cubicBezTo>
                          <a:pt x="172513" y="56722"/>
                          <a:pt x="175456" y="30619"/>
                          <a:pt x="158491" y="10490"/>
                        </a:cubicBezTo>
                        <a:cubicBezTo>
                          <a:pt x="150734" y="1287"/>
                          <a:pt x="137013" y="255"/>
                          <a:pt x="125283" y="46"/>
                        </a:cubicBezTo>
                        <a:cubicBezTo>
                          <a:pt x="102190" y="-367"/>
                          <a:pt x="79046" y="1984"/>
                          <a:pt x="56554" y="7031"/>
                        </a:cubicBezTo>
                        <a:cubicBezTo>
                          <a:pt x="35120" y="11841"/>
                          <a:pt x="13262" y="19984"/>
                          <a:pt x="3980" y="40737"/>
                        </a:cubicBezTo>
                        <a:cubicBezTo>
                          <a:pt x="-2918" y="56157"/>
                          <a:pt x="-510" y="73999"/>
                          <a:pt x="8579" y="88102"/>
                        </a:cubicBezTo>
                        <a:cubicBezTo>
                          <a:pt x="16834" y="100915"/>
                          <a:pt x="30524" y="110400"/>
                          <a:pt x="45804" y="113887"/>
                        </a:cubicBezTo>
                        <a:cubicBezTo>
                          <a:pt x="70472" y="119519"/>
                          <a:pt x="99349" y="118762"/>
                          <a:pt x="122886" y="109286"/>
                        </a:cubicBezTo>
                        <a:cubicBezTo>
                          <a:pt x="137631" y="103351"/>
                          <a:pt x="150857" y="91660"/>
                          <a:pt x="159563" y="77619"/>
                        </a:cubicBezTo>
                        <a:close/>
                      </a:path>
                    </a:pathLst>
                  </a:custGeom>
                  <a:grp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33" name="Freeform: Shape 1917">
                    <a:extLst>
                      <a:ext uri="{FF2B5EF4-FFF2-40B4-BE49-F238E27FC236}">
                        <a16:creationId xmlns:a16="http://schemas.microsoft.com/office/drawing/2014/main" id="{127832F7-6049-B849-4A02-B39395B51FF0}"/>
                      </a:ext>
                    </a:extLst>
                  </p:cNvPr>
                  <p:cNvSpPr/>
                  <p:nvPr/>
                </p:nvSpPr>
                <p:spPr>
                  <a:xfrm>
                    <a:off x="7437801" y="2680567"/>
                    <a:ext cx="396625" cy="345434"/>
                  </a:xfrm>
                  <a:custGeom>
                    <a:avLst/>
                    <a:gdLst>
                      <a:gd name="connsiteX0" fmla="*/ 17511 w 396625"/>
                      <a:gd name="connsiteY0" fmla="*/ 310414 h 345434"/>
                      <a:gd name="connsiteX1" fmla="*/ 95908 w 396625"/>
                      <a:gd name="connsiteY1" fmla="*/ 332371 h 345434"/>
                      <a:gd name="connsiteX2" fmla="*/ 323764 w 396625"/>
                      <a:gd name="connsiteY2" fmla="*/ 343935 h 345434"/>
                      <a:gd name="connsiteX3" fmla="*/ 369684 w 396625"/>
                      <a:gd name="connsiteY3" fmla="*/ 330523 h 345434"/>
                      <a:gd name="connsiteX4" fmla="*/ 385815 w 396625"/>
                      <a:gd name="connsiteY4" fmla="*/ 298519 h 345434"/>
                      <a:gd name="connsiteX5" fmla="*/ 395655 w 396625"/>
                      <a:gd name="connsiteY5" fmla="*/ 175381 h 345434"/>
                      <a:gd name="connsiteX6" fmla="*/ 395165 w 396625"/>
                      <a:gd name="connsiteY6" fmla="*/ 78724 h 345434"/>
                      <a:gd name="connsiteX7" fmla="*/ 384943 w 396625"/>
                      <a:gd name="connsiteY7" fmla="*/ 7 h 345434"/>
                      <a:gd name="connsiteX8" fmla="*/ 379804 w 396625"/>
                      <a:gd name="connsiteY8" fmla="*/ 2158 h 345434"/>
                      <a:gd name="connsiteX9" fmla="*/ 362607 w 396625"/>
                      <a:gd name="connsiteY9" fmla="*/ 28638 h 345434"/>
                      <a:gd name="connsiteX10" fmla="*/ 312741 w 396625"/>
                      <a:gd name="connsiteY10" fmla="*/ 130801 h 345434"/>
                      <a:gd name="connsiteX11" fmla="*/ 219222 w 396625"/>
                      <a:gd name="connsiteY11" fmla="*/ 175066 h 345434"/>
                      <a:gd name="connsiteX12" fmla="*/ 46132 w 396625"/>
                      <a:gd name="connsiteY12" fmla="*/ 241165 h 345434"/>
                      <a:gd name="connsiteX13" fmla="*/ 22403 w 396625"/>
                      <a:gd name="connsiteY13" fmla="*/ 262047 h 345434"/>
                      <a:gd name="connsiteX14" fmla="*/ 1996 w 396625"/>
                      <a:gd name="connsiteY14" fmla="*/ 284303 h 345434"/>
                      <a:gd name="connsiteX15" fmla="*/ 17511 w 396625"/>
                      <a:gd name="connsiteY15" fmla="*/ 310420 h 345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96625" h="345434">
                        <a:moveTo>
                          <a:pt x="17511" y="310414"/>
                        </a:moveTo>
                        <a:cubicBezTo>
                          <a:pt x="42138" y="322025"/>
                          <a:pt x="69057" y="327876"/>
                          <a:pt x="95908" y="332371"/>
                        </a:cubicBezTo>
                        <a:cubicBezTo>
                          <a:pt x="171058" y="344947"/>
                          <a:pt x="247655" y="347563"/>
                          <a:pt x="323764" y="343935"/>
                        </a:cubicBezTo>
                        <a:cubicBezTo>
                          <a:pt x="340037" y="343158"/>
                          <a:pt x="357681" y="341538"/>
                          <a:pt x="369684" y="330523"/>
                        </a:cubicBezTo>
                        <a:cubicBezTo>
                          <a:pt x="378615" y="322326"/>
                          <a:pt x="382825" y="310265"/>
                          <a:pt x="385815" y="298519"/>
                        </a:cubicBezTo>
                        <a:cubicBezTo>
                          <a:pt x="396012" y="258500"/>
                          <a:pt x="395863" y="216676"/>
                          <a:pt x="395655" y="175381"/>
                        </a:cubicBezTo>
                        <a:cubicBezTo>
                          <a:pt x="395492" y="143163"/>
                          <a:pt x="395328" y="110942"/>
                          <a:pt x="395165" y="78724"/>
                        </a:cubicBezTo>
                        <a:cubicBezTo>
                          <a:pt x="395109" y="67506"/>
                          <a:pt x="402391" y="-770"/>
                          <a:pt x="384943" y="7"/>
                        </a:cubicBezTo>
                        <a:cubicBezTo>
                          <a:pt x="383062" y="91"/>
                          <a:pt x="381337" y="1061"/>
                          <a:pt x="379804" y="2158"/>
                        </a:cubicBezTo>
                        <a:cubicBezTo>
                          <a:pt x="371124" y="8369"/>
                          <a:pt x="366663" y="18765"/>
                          <a:pt x="362607" y="28638"/>
                        </a:cubicBezTo>
                        <a:cubicBezTo>
                          <a:pt x="349890" y="59588"/>
                          <a:pt x="339209" y="109133"/>
                          <a:pt x="312741" y="130801"/>
                        </a:cubicBezTo>
                        <a:cubicBezTo>
                          <a:pt x="284942" y="153556"/>
                          <a:pt x="252912" y="164155"/>
                          <a:pt x="219222" y="175066"/>
                        </a:cubicBezTo>
                        <a:cubicBezTo>
                          <a:pt x="160797" y="193985"/>
                          <a:pt x="95615" y="202204"/>
                          <a:pt x="46132" y="241165"/>
                        </a:cubicBezTo>
                        <a:cubicBezTo>
                          <a:pt x="37893" y="247654"/>
                          <a:pt x="30034" y="254844"/>
                          <a:pt x="22403" y="262047"/>
                        </a:cubicBezTo>
                        <a:cubicBezTo>
                          <a:pt x="15531" y="268531"/>
                          <a:pt x="6108" y="275240"/>
                          <a:pt x="1996" y="284303"/>
                        </a:cubicBezTo>
                        <a:cubicBezTo>
                          <a:pt x="-4412" y="298429"/>
                          <a:pt x="5641" y="304825"/>
                          <a:pt x="17511" y="310420"/>
                        </a:cubicBezTo>
                        <a:close/>
                      </a:path>
                    </a:pathLst>
                  </a:custGeom>
                  <a:grp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grpSp>
          <p:grpSp>
            <p:nvGrpSpPr>
              <p:cNvPr id="110" name="Group 109">
                <a:extLst>
                  <a:ext uri="{FF2B5EF4-FFF2-40B4-BE49-F238E27FC236}">
                    <a16:creationId xmlns:a16="http://schemas.microsoft.com/office/drawing/2014/main" id="{FB9ABEF4-2CA3-A01E-12B1-40D3BEA0C53F}"/>
                  </a:ext>
                </a:extLst>
              </p:cNvPr>
              <p:cNvGrpSpPr/>
              <p:nvPr/>
            </p:nvGrpSpPr>
            <p:grpSpPr>
              <a:xfrm>
                <a:off x="7420940" y="3111033"/>
                <a:ext cx="662122" cy="712931"/>
                <a:chOff x="7109160" y="4570243"/>
                <a:chExt cx="506970" cy="545876"/>
              </a:xfrm>
            </p:grpSpPr>
            <p:sp>
              <p:nvSpPr>
                <p:cNvPr id="111" name="Freeform: Shape 1892">
                  <a:extLst>
                    <a:ext uri="{FF2B5EF4-FFF2-40B4-BE49-F238E27FC236}">
                      <a16:creationId xmlns:a16="http://schemas.microsoft.com/office/drawing/2014/main" id="{3DA47486-C34B-59B5-177A-710FAF323676}"/>
                    </a:ext>
                  </a:extLst>
                </p:cNvPr>
                <p:cNvSpPr/>
                <p:nvPr/>
              </p:nvSpPr>
              <p:spPr>
                <a:xfrm flipH="1">
                  <a:off x="7422560" y="4695747"/>
                  <a:ext cx="60728" cy="65346"/>
                </a:xfrm>
                <a:custGeom>
                  <a:avLst/>
                  <a:gdLst>
                    <a:gd name="connsiteX0" fmla="*/ 12688 w 93986"/>
                    <a:gd name="connsiteY0" fmla="*/ 11820 h 109261"/>
                    <a:gd name="connsiteX1" fmla="*/ 58208 w 93986"/>
                    <a:gd name="connsiteY1" fmla="*/ 108180 h 109261"/>
                    <a:gd name="connsiteX2" fmla="*/ 55367 w 93986"/>
                    <a:gd name="connsiteY2" fmla="*/ 2096 h 109261"/>
                    <a:gd name="connsiteX3" fmla="*/ 12685 w 93986"/>
                    <a:gd name="connsiteY3" fmla="*/ 11820 h 109261"/>
                  </a:gdLst>
                  <a:ahLst/>
                  <a:cxnLst>
                    <a:cxn ang="0">
                      <a:pos x="connsiteX0" y="connsiteY0"/>
                    </a:cxn>
                    <a:cxn ang="0">
                      <a:pos x="connsiteX1" y="connsiteY1"/>
                    </a:cxn>
                    <a:cxn ang="0">
                      <a:pos x="connsiteX2" y="connsiteY2"/>
                    </a:cxn>
                    <a:cxn ang="0">
                      <a:pos x="connsiteX3" y="connsiteY3"/>
                    </a:cxn>
                  </a:cxnLst>
                  <a:rect l="l" t="t" r="r" b="b"/>
                  <a:pathLst>
                    <a:path w="93986" h="109261">
                      <a:moveTo>
                        <a:pt x="12688" y="11820"/>
                      </a:moveTo>
                      <a:cubicBezTo>
                        <a:pt x="-17623" y="43006"/>
                        <a:pt x="9872" y="119209"/>
                        <a:pt x="58208" y="108180"/>
                      </a:cubicBezTo>
                      <a:cubicBezTo>
                        <a:pt x="110150" y="96329"/>
                        <a:pt x="102336" y="15384"/>
                        <a:pt x="55367" y="2096"/>
                      </a:cubicBezTo>
                      <a:cubicBezTo>
                        <a:pt x="37050" y="-3085"/>
                        <a:pt x="22443" y="1781"/>
                        <a:pt x="12685" y="11820"/>
                      </a:cubicBezTo>
                      <a:close/>
                    </a:path>
                  </a:pathLst>
                </a:custGeom>
                <a:solidFill>
                  <a:schemeClr val="accent2"/>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2" name="Freeform: Shape 1893">
                  <a:extLst>
                    <a:ext uri="{FF2B5EF4-FFF2-40B4-BE49-F238E27FC236}">
                      <a16:creationId xmlns:a16="http://schemas.microsoft.com/office/drawing/2014/main" id="{87C17CAE-74C3-6FA0-ECD1-CCDBF670FE76}"/>
                    </a:ext>
                  </a:extLst>
                </p:cNvPr>
                <p:cNvSpPr/>
                <p:nvPr/>
              </p:nvSpPr>
              <p:spPr>
                <a:xfrm flipH="1">
                  <a:off x="7260722" y="4570243"/>
                  <a:ext cx="237088" cy="207838"/>
                </a:xfrm>
                <a:custGeom>
                  <a:avLst/>
                  <a:gdLst>
                    <a:gd name="connsiteX0" fmla="*/ 276020 w 366928"/>
                    <a:gd name="connsiteY0" fmla="*/ 322183 h 347509"/>
                    <a:gd name="connsiteX1" fmla="*/ 235203 w 366928"/>
                    <a:gd name="connsiteY1" fmla="*/ 345631 h 347509"/>
                    <a:gd name="connsiteX2" fmla="*/ 151265 w 366928"/>
                    <a:gd name="connsiteY2" fmla="*/ 323882 h 347509"/>
                    <a:gd name="connsiteX3" fmla="*/ 71934 w 366928"/>
                    <a:gd name="connsiteY3" fmla="*/ 272146 h 347509"/>
                    <a:gd name="connsiteX4" fmla="*/ 23776 w 366928"/>
                    <a:gd name="connsiteY4" fmla="*/ 224536 h 347509"/>
                    <a:gd name="connsiteX5" fmla="*/ 12544 w 366928"/>
                    <a:gd name="connsiteY5" fmla="*/ 147579 h 347509"/>
                    <a:gd name="connsiteX6" fmla="*/ 2497 w 366928"/>
                    <a:gd name="connsiteY6" fmla="*/ 97182 h 347509"/>
                    <a:gd name="connsiteX7" fmla="*/ 33266 w 366928"/>
                    <a:gd name="connsiteY7" fmla="*/ 6811 h 347509"/>
                    <a:gd name="connsiteX8" fmla="*/ 81670 w 366928"/>
                    <a:gd name="connsiteY8" fmla="*/ 5692 h 347509"/>
                    <a:gd name="connsiteX9" fmla="*/ 119198 w 366928"/>
                    <a:gd name="connsiteY9" fmla="*/ 22380 h 347509"/>
                    <a:gd name="connsiteX10" fmla="*/ 205232 w 366928"/>
                    <a:gd name="connsiteY10" fmla="*/ 13717 h 347509"/>
                    <a:gd name="connsiteX11" fmla="*/ 266563 w 366928"/>
                    <a:gd name="connsiteY11" fmla="*/ 14046 h 347509"/>
                    <a:gd name="connsiteX12" fmla="*/ 310761 w 366928"/>
                    <a:gd name="connsiteY12" fmla="*/ 55867 h 347509"/>
                    <a:gd name="connsiteX13" fmla="*/ 348771 w 366928"/>
                    <a:gd name="connsiteY13" fmla="*/ 97702 h 347509"/>
                    <a:gd name="connsiteX14" fmla="*/ 364753 w 366928"/>
                    <a:gd name="connsiteY14" fmla="*/ 164715 h 347509"/>
                    <a:gd name="connsiteX15" fmla="*/ 318263 w 366928"/>
                    <a:gd name="connsiteY15" fmla="*/ 262329 h 347509"/>
                    <a:gd name="connsiteX16" fmla="*/ 276017 w 366928"/>
                    <a:gd name="connsiteY16" fmla="*/ 322186 h 3475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66928" h="347509">
                      <a:moveTo>
                        <a:pt x="276020" y="322183"/>
                      </a:moveTo>
                      <a:cubicBezTo>
                        <a:pt x="264478" y="333356"/>
                        <a:pt x="251095" y="341997"/>
                        <a:pt x="235203" y="345631"/>
                      </a:cubicBezTo>
                      <a:cubicBezTo>
                        <a:pt x="204934" y="352553"/>
                        <a:pt x="176510" y="339229"/>
                        <a:pt x="151265" y="323882"/>
                      </a:cubicBezTo>
                      <a:cubicBezTo>
                        <a:pt x="124287" y="307483"/>
                        <a:pt x="97382" y="290865"/>
                        <a:pt x="71934" y="272146"/>
                      </a:cubicBezTo>
                      <a:cubicBezTo>
                        <a:pt x="53741" y="258762"/>
                        <a:pt x="35114" y="244538"/>
                        <a:pt x="23776" y="224536"/>
                      </a:cubicBezTo>
                      <a:cubicBezTo>
                        <a:pt x="10632" y="201344"/>
                        <a:pt x="9864" y="173466"/>
                        <a:pt x="12544" y="147579"/>
                      </a:cubicBezTo>
                      <a:cubicBezTo>
                        <a:pt x="14375" y="129901"/>
                        <a:pt x="6128" y="114036"/>
                        <a:pt x="2497" y="97182"/>
                      </a:cubicBezTo>
                      <a:cubicBezTo>
                        <a:pt x="-4572" y="64370"/>
                        <a:pt x="2666" y="25632"/>
                        <a:pt x="33266" y="6811"/>
                      </a:cubicBezTo>
                      <a:cubicBezTo>
                        <a:pt x="48886" y="-2795"/>
                        <a:pt x="65229" y="-1371"/>
                        <a:pt x="81670" y="5692"/>
                      </a:cubicBezTo>
                      <a:cubicBezTo>
                        <a:pt x="94266" y="11103"/>
                        <a:pt x="106012" y="18633"/>
                        <a:pt x="119198" y="22380"/>
                      </a:cubicBezTo>
                      <a:cubicBezTo>
                        <a:pt x="147276" y="30357"/>
                        <a:pt x="177731" y="19373"/>
                        <a:pt x="205232" y="13717"/>
                      </a:cubicBezTo>
                      <a:cubicBezTo>
                        <a:pt x="225147" y="9618"/>
                        <a:pt x="246924" y="7475"/>
                        <a:pt x="266563" y="14046"/>
                      </a:cubicBezTo>
                      <a:cubicBezTo>
                        <a:pt x="288424" y="21362"/>
                        <a:pt x="298823" y="37356"/>
                        <a:pt x="310761" y="55867"/>
                      </a:cubicBezTo>
                      <a:cubicBezTo>
                        <a:pt x="320963" y="71689"/>
                        <a:pt x="336442" y="83627"/>
                        <a:pt x="348771" y="97702"/>
                      </a:cubicBezTo>
                      <a:cubicBezTo>
                        <a:pt x="365290" y="116562"/>
                        <a:pt x="370314" y="140407"/>
                        <a:pt x="364753" y="164715"/>
                      </a:cubicBezTo>
                      <a:cubicBezTo>
                        <a:pt x="356590" y="200382"/>
                        <a:pt x="336079" y="231036"/>
                        <a:pt x="318263" y="262329"/>
                      </a:cubicBezTo>
                      <a:cubicBezTo>
                        <a:pt x="306874" y="282337"/>
                        <a:pt x="293575" y="305191"/>
                        <a:pt x="276017" y="322186"/>
                      </a:cubicBezTo>
                      <a:close/>
                    </a:path>
                  </a:pathLst>
                </a:custGeom>
                <a:solidFill>
                  <a:srgbClr val="563D2C"/>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3" name="Freeform: Shape 1894">
                  <a:extLst>
                    <a:ext uri="{FF2B5EF4-FFF2-40B4-BE49-F238E27FC236}">
                      <a16:creationId xmlns:a16="http://schemas.microsoft.com/office/drawing/2014/main" id="{7F9C4E39-05DF-A86F-DAAD-E88B63BA9C63}"/>
                    </a:ext>
                  </a:extLst>
                </p:cNvPr>
                <p:cNvSpPr/>
                <p:nvPr/>
              </p:nvSpPr>
              <p:spPr>
                <a:xfrm flipH="1">
                  <a:off x="7437618" y="4842536"/>
                  <a:ext cx="178512" cy="242492"/>
                </a:xfrm>
                <a:custGeom>
                  <a:avLst/>
                  <a:gdLst>
                    <a:gd name="connsiteX0" fmla="*/ 233879 w 276274"/>
                    <a:gd name="connsiteY0" fmla="*/ 205540 h 405452"/>
                    <a:gd name="connsiteX1" fmla="*/ 261259 w 276274"/>
                    <a:gd name="connsiteY1" fmla="*/ 17550 h 405452"/>
                    <a:gd name="connsiteX2" fmla="*/ 247409 w 276274"/>
                    <a:gd name="connsiteY2" fmla="*/ 1886 h 405452"/>
                    <a:gd name="connsiteX3" fmla="*/ 200241 w 276274"/>
                    <a:gd name="connsiteY3" fmla="*/ 9711 h 405452"/>
                    <a:gd name="connsiteX4" fmla="*/ 104379 w 276274"/>
                    <a:gd name="connsiteY4" fmla="*/ 127597 h 405452"/>
                    <a:gd name="connsiteX5" fmla="*/ 30419 w 276274"/>
                    <a:gd name="connsiteY5" fmla="*/ 264393 h 405452"/>
                    <a:gd name="connsiteX6" fmla="*/ 3742 w 276274"/>
                    <a:gd name="connsiteY6" fmla="*/ 321275 h 405452"/>
                    <a:gd name="connsiteX7" fmla="*/ 4996 w 276274"/>
                    <a:gd name="connsiteY7" fmla="*/ 376637 h 405452"/>
                    <a:gd name="connsiteX8" fmla="*/ 138175 w 276274"/>
                    <a:gd name="connsiteY8" fmla="*/ 332025 h 405452"/>
                    <a:gd name="connsiteX9" fmla="*/ 233877 w 276274"/>
                    <a:gd name="connsiteY9" fmla="*/ 205540 h 405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76274" h="405452">
                      <a:moveTo>
                        <a:pt x="233879" y="205540"/>
                      </a:moveTo>
                      <a:cubicBezTo>
                        <a:pt x="270224" y="149531"/>
                        <a:pt x="292842" y="80788"/>
                        <a:pt x="261259" y="17550"/>
                      </a:cubicBezTo>
                      <a:cubicBezTo>
                        <a:pt x="258058" y="11140"/>
                        <a:pt x="254208" y="4147"/>
                        <a:pt x="247409" y="1886"/>
                      </a:cubicBezTo>
                      <a:cubicBezTo>
                        <a:pt x="232788" y="-2975"/>
                        <a:pt x="212955" y="2251"/>
                        <a:pt x="200241" y="9711"/>
                      </a:cubicBezTo>
                      <a:cubicBezTo>
                        <a:pt x="156138" y="35586"/>
                        <a:pt x="129152" y="84276"/>
                        <a:pt x="104379" y="127597"/>
                      </a:cubicBezTo>
                      <a:cubicBezTo>
                        <a:pt x="78639" y="172605"/>
                        <a:pt x="56285" y="219456"/>
                        <a:pt x="30419" y="264393"/>
                      </a:cubicBezTo>
                      <a:cubicBezTo>
                        <a:pt x="19941" y="282595"/>
                        <a:pt x="9362" y="301039"/>
                        <a:pt x="3742" y="321275"/>
                      </a:cubicBezTo>
                      <a:cubicBezTo>
                        <a:pt x="-1181" y="338998"/>
                        <a:pt x="-1721" y="359293"/>
                        <a:pt x="4996" y="376637"/>
                      </a:cubicBezTo>
                      <a:cubicBezTo>
                        <a:pt x="34033" y="451616"/>
                        <a:pt x="113875" y="359771"/>
                        <a:pt x="138175" y="332025"/>
                      </a:cubicBezTo>
                      <a:cubicBezTo>
                        <a:pt x="172855" y="292429"/>
                        <a:pt x="205239" y="249694"/>
                        <a:pt x="233877" y="205540"/>
                      </a:cubicBezTo>
                      <a:close/>
                    </a:path>
                  </a:pathLst>
                </a:custGeom>
                <a:solidFill>
                  <a:schemeClr val="accent3"/>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4" name="Freeform: Shape 1895">
                  <a:extLst>
                    <a:ext uri="{FF2B5EF4-FFF2-40B4-BE49-F238E27FC236}">
                      <a16:creationId xmlns:a16="http://schemas.microsoft.com/office/drawing/2014/main" id="{73B4E5BF-4E65-ED46-314C-3C3BC76D0F36}"/>
                    </a:ext>
                  </a:extLst>
                </p:cNvPr>
                <p:cNvSpPr/>
                <p:nvPr/>
              </p:nvSpPr>
              <p:spPr>
                <a:xfrm flipH="1">
                  <a:off x="7337080" y="4638366"/>
                  <a:ext cx="142005" cy="133132"/>
                </a:xfrm>
                <a:custGeom>
                  <a:avLst/>
                  <a:gdLst>
                    <a:gd name="connsiteX0" fmla="*/ 202916 w 219774"/>
                    <a:gd name="connsiteY0" fmla="*/ 207340 h 222599"/>
                    <a:gd name="connsiteX1" fmla="*/ 189352 w 219774"/>
                    <a:gd name="connsiteY1" fmla="*/ 217536 h 222599"/>
                    <a:gd name="connsiteX2" fmla="*/ 146102 w 219774"/>
                    <a:gd name="connsiteY2" fmla="*/ 219441 h 222599"/>
                    <a:gd name="connsiteX3" fmla="*/ 107209 w 219774"/>
                    <a:gd name="connsiteY3" fmla="*/ 198530 h 222599"/>
                    <a:gd name="connsiteX4" fmla="*/ 14726 w 219774"/>
                    <a:gd name="connsiteY4" fmla="*/ 109459 h 222599"/>
                    <a:gd name="connsiteX5" fmla="*/ 5320 w 219774"/>
                    <a:gd name="connsiteY5" fmla="*/ 37920 h 222599"/>
                    <a:gd name="connsiteX6" fmla="*/ 58086 w 219774"/>
                    <a:gd name="connsiteY6" fmla="*/ 115 h 222599"/>
                    <a:gd name="connsiteX7" fmla="*/ 63630 w 219774"/>
                    <a:gd name="connsiteY7" fmla="*/ 672 h 222599"/>
                    <a:gd name="connsiteX8" fmla="*/ 67897 w 219774"/>
                    <a:gd name="connsiteY8" fmla="*/ 5299 h 222599"/>
                    <a:gd name="connsiteX9" fmla="*/ 92844 w 219774"/>
                    <a:gd name="connsiteY9" fmla="*/ 46004 h 222599"/>
                    <a:gd name="connsiteX10" fmla="*/ 132221 w 219774"/>
                    <a:gd name="connsiteY10" fmla="*/ 78509 h 222599"/>
                    <a:gd name="connsiteX11" fmla="*/ 204966 w 219774"/>
                    <a:gd name="connsiteY11" fmla="*/ 120401 h 222599"/>
                    <a:gd name="connsiteX12" fmla="*/ 217697 w 219774"/>
                    <a:gd name="connsiteY12" fmla="*/ 178247 h 222599"/>
                    <a:gd name="connsiteX13" fmla="*/ 202916 w 219774"/>
                    <a:gd name="connsiteY13" fmla="*/ 207343 h 222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19774" h="222599">
                      <a:moveTo>
                        <a:pt x="202916" y="207340"/>
                      </a:moveTo>
                      <a:cubicBezTo>
                        <a:pt x="199025" y="211494"/>
                        <a:pt x="194486" y="214991"/>
                        <a:pt x="189352" y="217536"/>
                      </a:cubicBezTo>
                      <a:cubicBezTo>
                        <a:pt x="176107" y="224101"/>
                        <a:pt x="160237" y="223781"/>
                        <a:pt x="146102" y="219441"/>
                      </a:cubicBezTo>
                      <a:cubicBezTo>
                        <a:pt x="131970" y="215100"/>
                        <a:pt x="119282" y="207061"/>
                        <a:pt x="107209" y="198530"/>
                      </a:cubicBezTo>
                      <a:cubicBezTo>
                        <a:pt x="74552" y="175453"/>
                        <a:pt x="34162" y="144929"/>
                        <a:pt x="14726" y="109459"/>
                      </a:cubicBezTo>
                      <a:cubicBezTo>
                        <a:pt x="2746" y="87595"/>
                        <a:pt x="-6143" y="61784"/>
                        <a:pt x="5320" y="37920"/>
                      </a:cubicBezTo>
                      <a:cubicBezTo>
                        <a:pt x="15167" y="17417"/>
                        <a:pt x="35184" y="2273"/>
                        <a:pt x="58086" y="115"/>
                      </a:cubicBezTo>
                      <a:cubicBezTo>
                        <a:pt x="59959" y="-62"/>
                        <a:pt x="61931" y="-138"/>
                        <a:pt x="63630" y="672"/>
                      </a:cubicBezTo>
                      <a:cubicBezTo>
                        <a:pt x="65551" y="1589"/>
                        <a:pt x="66789" y="3480"/>
                        <a:pt x="67897" y="5299"/>
                      </a:cubicBezTo>
                      <a:cubicBezTo>
                        <a:pt x="76155" y="18863"/>
                        <a:pt x="82749" y="33633"/>
                        <a:pt x="92844" y="46004"/>
                      </a:cubicBezTo>
                      <a:cubicBezTo>
                        <a:pt x="103825" y="59461"/>
                        <a:pt x="117414" y="69522"/>
                        <a:pt x="132221" y="78509"/>
                      </a:cubicBezTo>
                      <a:cubicBezTo>
                        <a:pt x="156161" y="93037"/>
                        <a:pt x="182447" y="103754"/>
                        <a:pt x="204966" y="120401"/>
                      </a:cubicBezTo>
                      <a:cubicBezTo>
                        <a:pt x="221230" y="132423"/>
                        <a:pt x="221655" y="159474"/>
                        <a:pt x="217697" y="178247"/>
                      </a:cubicBezTo>
                      <a:cubicBezTo>
                        <a:pt x="215430" y="188994"/>
                        <a:pt x="210370" y="199379"/>
                        <a:pt x="202916" y="207343"/>
                      </a:cubicBezTo>
                      <a:close/>
                    </a:path>
                  </a:pathLst>
                </a:custGeom>
                <a:solidFill>
                  <a:srgbClr val="061F33"/>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5" name="Freeform: Shape 1896">
                  <a:extLst>
                    <a:ext uri="{FF2B5EF4-FFF2-40B4-BE49-F238E27FC236}">
                      <a16:creationId xmlns:a16="http://schemas.microsoft.com/office/drawing/2014/main" id="{57B38AF4-A542-AD22-7D0E-D7B81DF0782D}"/>
                    </a:ext>
                  </a:extLst>
                </p:cNvPr>
                <p:cNvSpPr/>
                <p:nvPr/>
              </p:nvSpPr>
              <p:spPr>
                <a:xfrm flipH="1">
                  <a:off x="7109160" y="4839293"/>
                  <a:ext cx="193702" cy="252899"/>
                </a:xfrm>
                <a:custGeom>
                  <a:avLst/>
                  <a:gdLst>
                    <a:gd name="connsiteX0" fmla="*/ 244640 w 299783"/>
                    <a:gd name="connsiteY0" fmla="*/ 239382 h 422851"/>
                    <a:gd name="connsiteX1" fmla="*/ 272231 w 299783"/>
                    <a:gd name="connsiteY1" fmla="*/ 289824 h 422851"/>
                    <a:gd name="connsiteX2" fmla="*/ 270102 w 299783"/>
                    <a:gd name="connsiteY2" fmla="*/ 419116 h 422851"/>
                    <a:gd name="connsiteX3" fmla="*/ 208557 w 299783"/>
                    <a:gd name="connsiteY3" fmla="*/ 399246 h 422851"/>
                    <a:gd name="connsiteX4" fmla="*/ 34299 w 299783"/>
                    <a:gd name="connsiteY4" fmla="*/ 146783 h 422851"/>
                    <a:gd name="connsiteX5" fmla="*/ 26845 w 299783"/>
                    <a:gd name="connsiteY5" fmla="*/ 3922 h 422851"/>
                    <a:gd name="connsiteX6" fmla="*/ 81378 w 299783"/>
                    <a:gd name="connsiteY6" fmla="*/ 7911 h 422851"/>
                    <a:gd name="connsiteX7" fmla="*/ 102049 w 299783"/>
                    <a:gd name="connsiteY7" fmla="*/ 23168 h 422851"/>
                    <a:gd name="connsiteX8" fmla="*/ 196678 w 299783"/>
                    <a:gd name="connsiteY8" fmla="*/ 152654 h 422851"/>
                    <a:gd name="connsiteX9" fmla="*/ 244643 w 299783"/>
                    <a:gd name="connsiteY9" fmla="*/ 239385 h 4228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99783" h="422851">
                      <a:moveTo>
                        <a:pt x="244640" y="239382"/>
                      </a:moveTo>
                      <a:cubicBezTo>
                        <a:pt x="253931" y="256143"/>
                        <a:pt x="263165" y="272930"/>
                        <a:pt x="272231" y="289824"/>
                      </a:cubicBezTo>
                      <a:cubicBezTo>
                        <a:pt x="290633" y="324113"/>
                        <a:pt x="324803" y="400295"/>
                        <a:pt x="270102" y="419116"/>
                      </a:cubicBezTo>
                      <a:cubicBezTo>
                        <a:pt x="242542" y="428598"/>
                        <a:pt x="226776" y="419327"/>
                        <a:pt x="208557" y="399246"/>
                      </a:cubicBezTo>
                      <a:cubicBezTo>
                        <a:pt x="139637" y="323286"/>
                        <a:pt x="80868" y="238144"/>
                        <a:pt x="34299" y="146783"/>
                      </a:cubicBezTo>
                      <a:cubicBezTo>
                        <a:pt x="16967" y="112779"/>
                        <a:pt x="-29060" y="24169"/>
                        <a:pt x="26845" y="3922"/>
                      </a:cubicBezTo>
                      <a:cubicBezTo>
                        <a:pt x="44496" y="-2471"/>
                        <a:pt x="64844" y="-983"/>
                        <a:pt x="81378" y="7911"/>
                      </a:cubicBezTo>
                      <a:cubicBezTo>
                        <a:pt x="88938" y="11978"/>
                        <a:pt x="95641" y="17455"/>
                        <a:pt x="102049" y="23168"/>
                      </a:cubicBezTo>
                      <a:cubicBezTo>
                        <a:pt x="142394" y="59147"/>
                        <a:pt x="171121" y="105570"/>
                        <a:pt x="196678" y="152654"/>
                      </a:cubicBezTo>
                      <a:cubicBezTo>
                        <a:pt x="212472" y="181750"/>
                        <a:pt x="228643" y="210528"/>
                        <a:pt x="244643" y="239385"/>
                      </a:cubicBezTo>
                      <a:close/>
                    </a:path>
                  </a:pathLst>
                </a:custGeom>
                <a:solidFill>
                  <a:schemeClr val="accent3"/>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6" name="Freeform: Shape 1897">
                  <a:extLst>
                    <a:ext uri="{FF2B5EF4-FFF2-40B4-BE49-F238E27FC236}">
                      <a16:creationId xmlns:a16="http://schemas.microsoft.com/office/drawing/2014/main" id="{03C60354-530B-765D-7E40-0806BEB4FFBB}"/>
                    </a:ext>
                  </a:extLst>
                </p:cNvPr>
                <p:cNvSpPr/>
                <p:nvPr/>
              </p:nvSpPr>
              <p:spPr>
                <a:xfrm flipH="1">
                  <a:off x="7110566" y="5031956"/>
                  <a:ext cx="261146" cy="74750"/>
                </a:xfrm>
                <a:custGeom>
                  <a:avLst/>
                  <a:gdLst>
                    <a:gd name="connsiteX0" fmla="*/ 72502 w 404161"/>
                    <a:gd name="connsiteY0" fmla="*/ 40224 h 124983"/>
                    <a:gd name="connsiteX1" fmla="*/ 86968 w 404161"/>
                    <a:gd name="connsiteY1" fmla="*/ 37878 h 124983"/>
                    <a:gd name="connsiteX2" fmla="*/ 157101 w 404161"/>
                    <a:gd name="connsiteY2" fmla="*/ 24939 h 124983"/>
                    <a:gd name="connsiteX3" fmla="*/ 296375 w 404161"/>
                    <a:gd name="connsiteY3" fmla="*/ 2167 h 124983"/>
                    <a:gd name="connsiteX4" fmla="*/ 311292 w 404161"/>
                    <a:gd name="connsiteY4" fmla="*/ 898 h 124983"/>
                    <a:gd name="connsiteX5" fmla="*/ 373548 w 404161"/>
                    <a:gd name="connsiteY5" fmla="*/ 8560 h 124983"/>
                    <a:gd name="connsiteX6" fmla="*/ 403291 w 404161"/>
                    <a:gd name="connsiteY6" fmla="*/ 63984 h 124983"/>
                    <a:gd name="connsiteX7" fmla="*/ 373939 w 404161"/>
                    <a:gd name="connsiteY7" fmla="*/ 97598 h 124983"/>
                    <a:gd name="connsiteX8" fmla="*/ 330411 w 404161"/>
                    <a:gd name="connsiteY8" fmla="*/ 105657 h 124983"/>
                    <a:gd name="connsiteX9" fmla="*/ 186818 w 404161"/>
                    <a:gd name="connsiteY9" fmla="*/ 115350 h 124983"/>
                    <a:gd name="connsiteX10" fmla="*/ 115729 w 404161"/>
                    <a:gd name="connsiteY10" fmla="*/ 120227 h 124983"/>
                    <a:gd name="connsiteX11" fmla="*/ 47437 w 404161"/>
                    <a:gd name="connsiteY11" fmla="*/ 124983 h 124983"/>
                    <a:gd name="connsiteX12" fmla="*/ 19075 w 404161"/>
                    <a:gd name="connsiteY12" fmla="*/ 117001 h 124983"/>
                    <a:gd name="connsiteX13" fmla="*/ 105 w 404161"/>
                    <a:gd name="connsiteY13" fmla="*/ 75320 h 124983"/>
                    <a:gd name="connsiteX14" fmla="*/ 6971 w 404161"/>
                    <a:gd name="connsiteY14" fmla="*/ 54007 h 124983"/>
                    <a:gd name="connsiteX15" fmla="*/ 18000 w 404161"/>
                    <a:gd name="connsiteY15" fmla="*/ 50041 h 124983"/>
                    <a:gd name="connsiteX16" fmla="*/ 72502 w 404161"/>
                    <a:gd name="connsiteY16" fmla="*/ 40224 h 12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4161" h="124983">
                      <a:moveTo>
                        <a:pt x="72502" y="40224"/>
                      </a:moveTo>
                      <a:cubicBezTo>
                        <a:pt x="77317" y="39414"/>
                        <a:pt x="82136" y="38627"/>
                        <a:pt x="86968" y="37878"/>
                      </a:cubicBezTo>
                      <a:cubicBezTo>
                        <a:pt x="110453" y="34236"/>
                        <a:pt x="133841" y="29924"/>
                        <a:pt x="157101" y="24939"/>
                      </a:cubicBezTo>
                      <a:cubicBezTo>
                        <a:pt x="203164" y="15072"/>
                        <a:pt x="249494" y="6586"/>
                        <a:pt x="296375" y="2167"/>
                      </a:cubicBezTo>
                      <a:cubicBezTo>
                        <a:pt x="301343" y="1697"/>
                        <a:pt x="306316" y="1275"/>
                        <a:pt x="311292" y="898"/>
                      </a:cubicBezTo>
                      <a:cubicBezTo>
                        <a:pt x="332309" y="-688"/>
                        <a:pt x="354331" y="-1231"/>
                        <a:pt x="373548" y="8560"/>
                      </a:cubicBezTo>
                      <a:cubicBezTo>
                        <a:pt x="392766" y="18352"/>
                        <a:pt x="408028" y="41569"/>
                        <a:pt x="403291" y="63984"/>
                      </a:cubicBezTo>
                      <a:cubicBezTo>
                        <a:pt x="399964" y="79733"/>
                        <a:pt x="387632" y="91601"/>
                        <a:pt x="373939" y="97598"/>
                      </a:cubicBezTo>
                      <a:cubicBezTo>
                        <a:pt x="360249" y="103595"/>
                        <a:pt x="345186" y="104658"/>
                        <a:pt x="330411" y="105657"/>
                      </a:cubicBezTo>
                      <a:cubicBezTo>
                        <a:pt x="282545" y="108888"/>
                        <a:pt x="234681" y="112118"/>
                        <a:pt x="186818" y="115350"/>
                      </a:cubicBezTo>
                      <a:cubicBezTo>
                        <a:pt x="163120" y="116936"/>
                        <a:pt x="139425" y="118576"/>
                        <a:pt x="115729" y="120227"/>
                      </a:cubicBezTo>
                      <a:cubicBezTo>
                        <a:pt x="93100" y="121802"/>
                        <a:pt x="70125" y="124967"/>
                        <a:pt x="47437" y="124983"/>
                      </a:cubicBezTo>
                      <a:cubicBezTo>
                        <a:pt x="37839" y="124989"/>
                        <a:pt x="27128" y="123248"/>
                        <a:pt x="19075" y="117001"/>
                      </a:cubicBezTo>
                      <a:cubicBezTo>
                        <a:pt x="7880" y="108315"/>
                        <a:pt x="1166" y="89798"/>
                        <a:pt x="105" y="75320"/>
                      </a:cubicBezTo>
                      <a:cubicBezTo>
                        <a:pt x="-446" y="67801"/>
                        <a:pt x="1073" y="58671"/>
                        <a:pt x="6971" y="54007"/>
                      </a:cubicBezTo>
                      <a:cubicBezTo>
                        <a:pt x="10130" y="51509"/>
                        <a:pt x="14138" y="50744"/>
                        <a:pt x="18000" y="50041"/>
                      </a:cubicBezTo>
                      <a:cubicBezTo>
                        <a:pt x="36194" y="46736"/>
                        <a:pt x="54300" y="43293"/>
                        <a:pt x="72502" y="40224"/>
                      </a:cubicBezTo>
                      <a:close/>
                    </a:path>
                  </a:pathLst>
                </a:custGeom>
                <a:solidFill>
                  <a:schemeClr val="accent3"/>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7" name="Freeform: Shape 1898">
                  <a:extLst>
                    <a:ext uri="{FF2B5EF4-FFF2-40B4-BE49-F238E27FC236}">
                      <a16:creationId xmlns:a16="http://schemas.microsoft.com/office/drawing/2014/main" id="{C8B1A3E6-FAF6-461F-2602-2E245BEAE9CF}"/>
                    </a:ext>
                  </a:extLst>
                </p:cNvPr>
                <p:cNvSpPr/>
                <p:nvPr/>
              </p:nvSpPr>
              <p:spPr>
                <a:xfrm flipH="1">
                  <a:off x="7346328" y="5061747"/>
                  <a:ext cx="140187" cy="54372"/>
                </a:xfrm>
                <a:custGeom>
                  <a:avLst/>
                  <a:gdLst>
                    <a:gd name="connsiteX0" fmla="*/ 196011 w 216961"/>
                    <a:gd name="connsiteY0" fmla="*/ 61834 h 90911"/>
                    <a:gd name="connsiteX1" fmla="*/ 164595 w 216961"/>
                    <a:gd name="connsiteY1" fmla="*/ 77434 h 90911"/>
                    <a:gd name="connsiteX2" fmla="*/ 140238 w 216961"/>
                    <a:gd name="connsiteY2" fmla="*/ 75645 h 90911"/>
                    <a:gd name="connsiteX3" fmla="*/ 118630 w 216961"/>
                    <a:gd name="connsiteY3" fmla="*/ 69224 h 90911"/>
                    <a:gd name="connsiteX4" fmla="*/ 99176 w 216961"/>
                    <a:gd name="connsiteY4" fmla="*/ 64844 h 90911"/>
                    <a:gd name="connsiteX5" fmla="*/ 52737 w 216961"/>
                    <a:gd name="connsiteY5" fmla="*/ 86944 h 90911"/>
                    <a:gd name="connsiteX6" fmla="*/ 42312 w 216961"/>
                    <a:gd name="connsiteY6" fmla="*/ 89636 h 90911"/>
                    <a:gd name="connsiteX7" fmla="*/ 37767 w 216961"/>
                    <a:gd name="connsiteY7" fmla="*/ 81564 h 90911"/>
                    <a:gd name="connsiteX8" fmla="*/ 21345 w 216961"/>
                    <a:gd name="connsiteY8" fmla="*/ 90230 h 90911"/>
                    <a:gd name="connsiteX9" fmla="*/ 18459 w 216961"/>
                    <a:gd name="connsiteY9" fmla="*/ 82748 h 90911"/>
                    <a:gd name="connsiteX10" fmla="*/ 10524 w 216961"/>
                    <a:gd name="connsiteY10" fmla="*/ 89164 h 90911"/>
                    <a:gd name="connsiteX11" fmla="*/ 1262 w 216961"/>
                    <a:gd name="connsiteY11" fmla="*/ 87006 h 90911"/>
                    <a:gd name="connsiteX12" fmla="*/ 30 w 216961"/>
                    <a:gd name="connsiteY12" fmla="*/ 82379 h 90911"/>
                    <a:gd name="connsiteX13" fmla="*/ 3745 w 216961"/>
                    <a:gd name="connsiteY13" fmla="*/ 66293 h 90911"/>
                    <a:gd name="connsiteX14" fmla="*/ 62956 w 216961"/>
                    <a:gd name="connsiteY14" fmla="*/ 8042 h 90911"/>
                    <a:gd name="connsiteX15" fmla="*/ 75287 w 216961"/>
                    <a:gd name="connsiteY15" fmla="*/ 1384 h 90911"/>
                    <a:gd name="connsiteX16" fmla="*/ 87756 w 216961"/>
                    <a:gd name="connsiteY16" fmla="*/ 3 h 90911"/>
                    <a:gd name="connsiteX17" fmla="*/ 168082 w 216961"/>
                    <a:gd name="connsiteY17" fmla="*/ 12981 h 90911"/>
                    <a:gd name="connsiteX18" fmla="*/ 185390 w 216961"/>
                    <a:gd name="connsiteY18" fmla="*/ 12216 h 90911"/>
                    <a:gd name="connsiteX19" fmla="*/ 197851 w 216961"/>
                    <a:gd name="connsiteY19" fmla="*/ 11856 h 90911"/>
                    <a:gd name="connsiteX20" fmla="*/ 208596 w 216961"/>
                    <a:gd name="connsiteY20" fmla="*/ 20550 h 90911"/>
                    <a:gd name="connsiteX21" fmla="*/ 216899 w 216961"/>
                    <a:gd name="connsiteY21" fmla="*/ 45627 h 90911"/>
                    <a:gd name="connsiteX22" fmla="*/ 208073 w 216961"/>
                    <a:gd name="connsiteY22" fmla="*/ 60917 h 90911"/>
                    <a:gd name="connsiteX23" fmla="*/ 198388 w 216961"/>
                    <a:gd name="connsiteY23" fmla="*/ 61471 h 90911"/>
                    <a:gd name="connsiteX24" fmla="*/ 196011 w 216961"/>
                    <a:gd name="connsiteY24" fmla="*/ 61843 h 90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216961" h="90911">
                      <a:moveTo>
                        <a:pt x="196011" y="61834"/>
                      </a:moveTo>
                      <a:cubicBezTo>
                        <a:pt x="184698" y="64169"/>
                        <a:pt x="175857" y="74104"/>
                        <a:pt x="164595" y="77434"/>
                      </a:cubicBezTo>
                      <a:cubicBezTo>
                        <a:pt x="156558" y="79808"/>
                        <a:pt x="147959" y="78540"/>
                        <a:pt x="140238" y="75645"/>
                      </a:cubicBezTo>
                      <a:cubicBezTo>
                        <a:pt x="133139" y="72982"/>
                        <a:pt x="125918" y="71558"/>
                        <a:pt x="118630" y="69224"/>
                      </a:cubicBezTo>
                      <a:cubicBezTo>
                        <a:pt x="112948" y="67404"/>
                        <a:pt x="105280" y="63575"/>
                        <a:pt x="99176" y="64844"/>
                      </a:cubicBezTo>
                      <a:cubicBezTo>
                        <a:pt x="83183" y="68172"/>
                        <a:pt x="67234" y="79555"/>
                        <a:pt x="52737" y="86944"/>
                      </a:cubicBezTo>
                      <a:cubicBezTo>
                        <a:pt x="49476" y="88607"/>
                        <a:pt x="45907" y="90317"/>
                        <a:pt x="42312" y="89636"/>
                      </a:cubicBezTo>
                      <a:cubicBezTo>
                        <a:pt x="38717" y="88956"/>
                        <a:pt x="35722" y="84599"/>
                        <a:pt x="37767" y="81564"/>
                      </a:cubicBezTo>
                      <a:cubicBezTo>
                        <a:pt x="33595" y="85459"/>
                        <a:pt x="28074" y="93254"/>
                        <a:pt x="21345" y="90230"/>
                      </a:cubicBezTo>
                      <a:cubicBezTo>
                        <a:pt x="18594" y="88995"/>
                        <a:pt x="16935" y="85350"/>
                        <a:pt x="18459" y="82748"/>
                      </a:cubicBezTo>
                      <a:cubicBezTo>
                        <a:pt x="16147" y="85285"/>
                        <a:pt x="13720" y="87904"/>
                        <a:pt x="10524" y="89164"/>
                      </a:cubicBezTo>
                      <a:cubicBezTo>
                        <a:pt x="7332" y="90424"/>
                        <a:pt x="3143" y="89875"/>
                        <a:pt x="1262" y="87006"/>
                      </a:cubicBezTo>
                      <a:cubicBezTo>
                        <a:pt x="376" y="85656"/>
                        <a:pt x="111" y="83991"/>
                        <a:pt x="30" y="82379"/>
                      </a:cubicBezTo>
                      <a:cubicBezTo>
                        <a:pt x="-246" y="76830"/>
                        <a:pt x="1430" y="71344"/>
                        <a:pt x="3745" y="66293"/>
                      </a:cubicBezTo>
                      <a:cubicBezTo>
                        <a:pt x="15163" y="41374"/>
                        <a:pt x="40985" y="22888"/>
                        <a:pt x="62956" y="8042"/>
                      </a:cubicBezTo>
                      <a:cubicBezTo>
                        <a:pt x="66840" y="5414"/>
                        <a:pt x="70803" y="2753"/>
                        <a:pt x="75287" y="1384"/>
                      </a:cubicBezTo>
                      <a:cubicBezTo>
                        <a:pt x="79301" y="157"/>
                        <a:pt x="83560" y="22"/>
                        <a:pt x="87756" y="3"/>
                      </a:cubicBezTo>
                      <a:cubicBezTo>
                        <a:pt x="115001" y="-121"/>
                        <a:pt x="142263" y="4284"/>
                        <a:pt x="168082" y="12981"/>
                      </a:cubicBezTo>
                      <a:cubicBezTo>
                        <a:pt x="173669" y="14863"/>
                        <a:pt x="179820" y="13259"/>
                        <a:pt x="185390" y="12216"/>
                      </a:cubicBezTo>
                      <a:cubicBezTo>
                        <a:pt x="189513" y="11442"/>
                        <a:pt x="193823" y="10677"/>
                        <a:pt x="197851" y="11856"/>
                      </a:cubicBezTo>
                      <a:cubicBezTo>
                        <a:pt x="202357" y="13172"/>
                        <a:pt x="205850" y="16742"/>
                        <a:pt x="208596" y="20550"/>
                      </a:cubicBezTo>
                      <a:cubicBezTo>
                        <a:pt x="213645" y="27554"/>
                        <a:pt x="217501" y="36828"/>
                        <a:pt x="216899" y="45627"/>
                      </a:cubicBezTo>
                      <a:cubicBezTo>
                        <a:pt x="216441" y="52307"/>
                        <a:pt x="215934" y="59517"/>
                        <a:pt x="208073" y="60917"/>
                      </a:cubicBezTo>
                      <a:cubicBezTo>
                        <a:pt x="204886" y="61485"/>
                        <a:pt x="201606" y="61134"/>
                        <a:pt x="198388" y="61471"/>
                      </a:cubicBezTo>
                      <a:cubicBezTo>
                        <a:pt x="197583" y="61556"/>
                        <a:pt x="196790" y="61680"/>
                        <a:pt x="196011" y="61843"/>
                      </a:cubicBezTo>
                      <a:close/>
                    </a:path>
                  </a:pathLst>
                </a:custGeom>
                <a:solidFill>
                  <a:srgbClr val="A4714B"/>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8" name="Freeform: Shape 1899">
                  <a:extLst>
                    <a:ext uri="{FF2B5EF4-FFF2-40B4-BE49-F238E27FC236}">
                      <a16:creationId xmlns:a16="http://schemas.microsoft.com/office/drawing/2014/main" id="{81F8D9A4-91B7-BEE1-6825-2288CA4A697B}"/>
                    </a:ext>
                  </a:extLst>
                </p:cNvPr>
                <p:cNvSpPr/>
                <p:nvPr/>
              </p:nvSpPr>
              <p:spPr>
                <a:xfrm flipH="1">
                  <a:off x="7332822" y="4752883"/>
                  <a:ext cx="87647" cy="107509"/>
                </a:xfrm>
                <a:custGeom>
                  <a:avLst/>
                  <a:gdLst>
                    <a:gd name="connsiteX0" fmla="*/ 98624 w 135647"/>
                    <a:gd name="connsiteY0" fmla="*/ 175312 h 179757"/>
                    <a:gd name="connsiteX1" fmla="*/ 134117 w 135647"/>
                    <a:gd name="connsiteY1" fmla="*/ 143178 h 179757"/>
                    <a:gd name="connsiteX2" fmla="*/ 130120 w 135647"/>
                    <a:gd name="connsiteY2" fmla="*/ 96395 h 179757"/>
                    <a:gd name="connsiteX3" fmla="*/ 129650 w 135647"/>
                    <a:gd name="connsiteY3" fmla="*/ 52984 h 179757"/>
                    <a:gd name="connsiteX4" fmla="*/ 129748 w 135647"/>
                    <a:gd name="connsiteY4" fmla="*/ 12378 h 179757"/>
                    <a:gd name="connsiteX5" fmla="*/ 116700 w 135647"/>
                    <a:gd name="connsiteY5" fmla="*/ 3042 h 179757"/>
                    <a:gd name="connsiteX6" fmla="*/ 91989 w 135647"/>
                    <a:gd name="connsiteY6" fmla="*/ 10 h 179757"/>
                    <a:gd name="connsiteX7" fmla="*/ 19598 w 135647"/>
                    <a:gd name="connsiteY7" fmla="*/ 13844 h 179757"/>
                    <a:gd name="connsiteX8" fmla="*/ 14124 w 135647"/>
                    <a:gd name="connsiteY8" fmla="*/ 37649 h 179757"/>
                    <a:gd name="connsiteX9" fmla="*/ 10462 w 135647"/>
                    <a:gd name="connsiteY9" fmla="*/ 74261 h 179757"/>
                    <a:gd name="connsiteX10" fmla="*/ 9241 w 135647"/>
                    <a:gd name="connsiteY10" fmla="*/ 92685 h 179757"/>
                    <a:gd name="connsiteX11" fmla="*/ 3303 w 135647"/>
                    <a:gd name="connsiteY11" fmla="*/ 112673 h 179757"/>
                    <a:gd name="connsiteX12" fmla="*/ 29603 w 135647"/>
                    <a:gd name="connsiteY12" fmla="*/ 172476 h 179757"/>
                    <a:gd name="connsiteX13" fmla="*/ 98624 w 135647"/>
                    <a:gd name="connsiteY13" fmla="*/ 175306 h 179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5647" h="179757">
                      <a:moveTo>
                        <a:pt x="98624" y="175312"/>
                      </a:moveTo>
                      <a:cubicBezTo>
                        <a:pt x="115268" y="169973"/>
                        <a:pt x="128980" y="159624"/>
                        <a:pt x="134117" y="143178"/>
                      </a:cubicBezTo>
                      <a:cubicBezTo>
                        <a:pt x="138778" y="128250"/>
                        <a:pt x="131428" y="111457"/>
                        <a:pt x="130120" y="96395"/>
                      </a:cubicBezTo>
                      <a:cubicBezTo>
                        <a:pt x="128865" y="81959"/>
                        <a:pt x="128702" y="67439"/>
                        <a:pt x="129650" y="52984"/>
                      </a:cubicBezTo>
                      <a:cubicBezTo>
                        <a:pt x="130528" y="39620"/>
                        <a:pt x="131805" y="25700"/>
                        <a:pt x="129748" y="12378"/>
                      </a:cubicBezTo>
                      <a:cubicBezTo>
                        <a:pt x="128581" y="4764"/>
                        <a:pt x="124401" y="6066"/>
                        <a:pt x="116700" y="3042"/>
                      </a:cubicBezTo>
                      <a:cubicBezTo>
                        <a:pt x="109004" y="19"/>
                        <a:pt x="100363" y="-10"/>
                        <a:pt x="91989" y="10"/>
                      </a:cubicBezTo>
                      <a:cubicBezTo>
                        <a:pt x="74853" y="52"/>
                        <a:pt x="30188" y="-1191"/>
                        <a:pt x="19598" y="13844"/>
                      </a:cubicBezTo>
                      <a:cubicBezTo>
                        <a:pt x="14737" y="20746"/>
                        <a:pt x="14355" y="29432"/>
                        <a:pt x="14124" y="37649"/>
                      </a:cubicBezTo>
                      <a:cubicBezTo>
                        <a:pt x="13846" y="47572"/>
                        <a:pt x="12087" y="60419"/>
                        <a:pt x="10462" y="74261"/>
                      </a:cubicBezTo>
                      <a:cubicBezTo>
                        <a:pt x="9739" y="80423"/>
                        <a:pt x="10186" y="86564"/>
                        <a:pt x="9241" y="92685"/>
                      </a:cubicBezTo>
                      <a:cubicBezTo>
                        <a:pt x="8183" y="99539"/>
                        <a:pt x="5581" y="106107"/>
                        <a:pt x="3303" y="112673"/>
                      </a:cubicBezTo>
                      <a:cubicBezTo>
                        <a:pt x="-5315" y="137499"/>
                        <a:pt x="2755" y="161110"/>
                        <a:pt x="29603" y="172476"/>
                      </a:cubicBezTo>
                      <a:cubicBezTo>
                        <a:pt x="48865" y="180631"/>
                        <a:pt x="76369" y="182445"/>
                        <a:pt x="98624" y="175306"/>
                      </a:cubicBezTo>
                      <a:close/>
                    </a:path>
                  </a:pathLst>
                </a:custGeom>
                <a:solidFill>
                  <a:srgbClr val="A4714B"/>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19" name="Freeform: Shape 1900">
                  <a:extLst>
                    <a:ext uri="{FF2B5EF4-FFF2-40B4-BE49-F238E27FC236}">
                      <a16:creationId xmlns:a16="http://schemas.microsoft.com/office/drawing/2014/main" id="{425EC46D-6DCF-B140-1072-62240D6DB738}"/>
                    </a:ext>
                  </a:extLst>
                </p:cNvPr>
                <p:cNvSpPr/>
                <p:nvPr/>
              </p:nvSpPr>
              <p:spPr>
                <a:xfrm flipH="1">
                  <a:off x="7335980" y="4752883"/>
                  <a:ext cx="81340" cy="68008"/>
                </a:xfrm>
                <a:custGeom>
                  <a:avLst/>
                  <a:gdLst>
                    <a:gd name="connsiteX0" fmla="*/ 124786 w 125886"/>
                    <a:gd name="connsiteY0" fmla="*/ 12378 h 113711"/>
                    <a:gd name="connsiteX1" fmla="*/ 111737 w 125886"/>
                    <a:gd name="connsiteY1" fmla="*/ 3042 h 113711"/>
                    <a:gd name="connsiteX2" fmla="*/ 87026 w 125886"/>
                    <a:gd name="connsiteY2" fmla="*/ 10 h 113711"/>
                    <a:gd name="connsiteX3" fmla="*/ 14635 w 125886"/>
                    <a:gd name="connsiteY3" fmla="*/ 13844 h 113711"/>
                    <a:gd name="connsiteX4" fmla="*/ 9161 w 125886"/>
                    <a:gd name="connsiteY4" fmla="*/ 37649 h 113711"/>
                    <a:gd name="connsiteX5" fmla="*/ 5499 w 125886"/>
                    <a:gd name="connsiteY5" fmla="*/ 74261 h 113711"/>
                    <a:gd name="connsiteX6" fmla="*/ 4278 w 125886"/>
                    <a:gd name="connsiteY6" fmla="*/ 92685 h 113711"/>
                    <a:gd name="connsiteX7" fmla="*/ 0 w 125886"/>
                    <a:gd name="connsiteY7" fmla="*/ 107967 h 113711"/>
                    <a:gd name="connsiteX8" fmla="*/ 52696 w 125886"/>
                    <a:gd name="connsiteY8" fmla="*/ 111244 h 113711"/>
                    <a:gd name="connsiteX9" fmla="*/ 124409 w 125886"/>
                    <a:gd name="connsiteY9" fmla="*/ 58872 h 113711"/>
                    <a:gd name="connsiteX10" fmla="*/ 124682 w 125886"/>
                    <a:gd name="connsiteY10" fmla="*/ 52979 h 113711"/>
                    <a:gd name="connsiteX11" fmla="*/ 124780 w 125886"/>
                    <a:gd name="connsiteY11" fmla="*/ 12375 h 113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5886" h="113711">
                      <a:moveTo>
                        <a:pt x="124786" y="12378"/>
                      </a:moveTo>
                      <a:cubicBezTo>
                        <a:pt x="123618" y="4764"/>
                        <a:pt x="119439" y="6066"/>
                        <a:pt x="111737" y="3042"/>
                      </a:cubicBezTo>
                      <a:cubicBezTo>
                        <a:pt x="104041" y="19"/>
                        <a:pt x="95400" y="-10"/>
                        <a:pt x="87026" y="10"/>
                      </a:cubicBezTo>
                      <a:cubicBezTo>
                        <a:pt x="69890" y="52"/>
                        <a:pt x="25225" y="-1191"/>
                        <a:pt x="14635" y="13844"/>
                      </a:cubicBezTo>
                      <a:cubicBezTo>
                        <a:pt x="9775" y="20746"/>
                        <a:pt x="9392" y="29432"/>
                        <a:pt x="9161" y="37649"/>
                      </a:cubicBezTo>
                      <a:cubicBezTo>
                        <a:pt x="8883" y="47570"/>
                        <a:pt x="7125" y="60419"/>
                        <a:pt x="5499" y="74261"/>
                      </a:cubicBezTo>
                      <a:cubicBezTo>
                        <a:pt x="4776" y="80423"/>
                        <a:pt x="5223" y="86564"/>
                        <a:pt x="4278" y="92685"/>
                      </a:cubicBezTo>
                      <a:cubicBezTo>
                        <a:pt x="3474" y="97902"/>
                        <a:pt x="1772" y="102954"/>
                        <a:pt x="0" y="107967"/>
                      </a:cubicBezTo>
                      <a:cubicBezTo>
                        <a:pt x="16610" y="114135"/>
                        <a:pt x="35369" y="115511"/>
                        <a:pt x="52696" y="111244"/>
                      </a:cubicBezTo>
                      <a:cubicBezTo>
                        <a:pt x="83910" y="103559"/>
                        <a:pt x="107549" y="84134"/>
                        <a:pt x="124409" y="58872"/>
                      </a:cubicBezTo>
                      <a:cubicBezTo>
                        <a:pt x="124496" y="56908"/>
                        <a:pt x="124552" y="54942"/>
                        <a:pt x="124682" y="52979"/>
                      </a:cubicBezTo>
                      <a:cubicBezTo>
                        <a:pt x="125559" y="39615"/>
                        <a:pt x="126836" y="25694"/>
                        <a:pt x="124780" y="12375"/>
                      </a:cubicBezTo>
                      <a:close/>
                    </a:path>
                  </a:pathLst>
                </a:custGeom>
                <a:solidFill>
                  <a:srgbClr val="915F39"/>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0" name="Freeform: Shape 1901">
                  <a:extLst>
                    <a:ext uri="{FF2B5EF4-FFF2-40B4-BE49-F238E27FC236}">
                      <a16:creationId xmlns:a16="http://schemas.microsoft.com/office/drawing/2014/main" id="{D91AE87C-BB3D-6913-148B-9371F8740FA9}"/>
                    </a:ext>
                  </a:extLst>
                </p:cNvPr>
                <p:cNvSpPr/>
                <p:nvPr/>
              </p:nvSpPr>
              <p:spPr>
                <a:xfrm flipH="1">
                  <a:off x="7320613" y="4620556"/>
                  <a:ext cx="147262" cy="185896"/>
                </a:xfrm>
                <a:custGeom>
                  <a:avLst/>
                  <a:gdLst>
                    <a:gd name="connsiteX0" fmla="*/ 227905 w 227909"/>
                    <a:gd name="connsiteY0" fmla="*/ 135812 h 310822"/>
                    <a:gd name="connsiteX1" fmla="*/ 218724 w 227909"/>
                    <a:gd name="connsiteY1" fmla="*/ 73204 h 310822"/>
                    <a:gd name="connsiteX2" fmla="*/ 37906 w 227909"/>
                    <a:gd name="connsiteY2" fmla="*/ 32049 h 310822"/>
                    <a:gd name="connsiteX3" fmla="*/ 66308 w 227909"/>
                    <a:gd name="connsiteY3" fmla="*/ 295409 h 310822"/>
                    <a:gd name="connsiteX4" fmla="*/ 131864 w 227909"/>
                    <a:gd name="connsiteY4" fmla="*/ 308323 h 310822"/>
                    <a:gd name="connsiteX5" fmla="*/ 227905 w 227909"/>
                    <a:gd name="connsiteY5" fmla="*/ 135809 h 31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7909" h="310822">
                      <a:moveTo>
                        <a:pt x="227905" y="135812"/>
                      </a:moveTo>
                      <a:cubicBezTo>
                        <a:pt x="227767" y="112932"/>
                        <a:pt x="224611" y="91228"/>
                        <a:pt x="218724" y="73204"/>
                      </a:cubicBezTo>
                      <a:cubicBezTo>
                        <a:pt x="193324" y="-4557"/>
                        <a:pt x="96321" y="-23769"/>
                        <a:pt x="37906" y="32049"/>
                      </a:cubicBezTo>
                      <a:cubicBezTo>
                        <a:pt x="-27233" y="94297"/>
                        <a:pt x="-2306" y="243127"/>
                        <a:pt x="66308" y="295409"/>
                      </a:cubicBezTo>
                      <a:cubicBezTo>
                        <a:pt x="84653" y="309386"/>
                        <a:pt x="109583" y="314300"/>
                        <a:pt x="131864" y="308323"/>
                      </a:cubicBezTo>
                      <a:cubicBezTo>
                        <a:pt x="199276" y="290245"/>
                        <a:pt x="228330" y="207286"/>
                        <a:pt x="227905" y="135809"/>
                      </a:cubicBezTo>
                      <a:close/>
                    </a:path>
                  </a:pathLst>
                </a:custGeom>
                <a:solidFill>
                  <a:srgbClr val="A4714B"/>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1" name="Freeform: Shape 1902">
                  <a:extLst>
                    <a:ext uri="{FF2B5EF4-FFF2-40B4-BE49-F238E27FC236}">
                      <a16:creationId xmlns:a16="http://schemas.microsoft.com/office/drawing/2014/main" id="{DEBB1E8D-F30B-43F8-0D90-9882468A9E21}"/>
                    </a:ext>
                  </a:extLst>
                </p:cNvPr>
                <p:cNvSpPr/>
                <p:nvPr/>
              </p:nvSpPr>
              <p:spPr>
                <a:xfrm flipH="1">
                  <a:off x="7302788" y="4605323"/>
                  <a:ext cx="145864" cy="141586"/>
                </a:xfrm>
                <a:custGeom>
                  <a:avLst/>
                  <a:gdLst>
                    <a:gd name="connsiteX0" fmla="*/ 137511 w 225746"/>
                    <a:gd name="connsiteY0" fmla="*/ 148479 h 236735"/>
                    <a:gd name="connsiteX1" fmla="*/ 144163 w 225746"/>
                    <a:gd name="connsiteY1" fmla="*/ 173359 h 236735"/>
                    <a:gd name="connsiteX2" fmla="*/ 148152 w 225746"/>
                    <a:gd name="connsiteY2" fmla="*/ 228999 h 236735"/>
                    <a:gd name="connsiteX3" fmla="*/ 149440 w 225746"/>
                    <a:gd name="connsiteY3" fmla="*/ 234521 h 236735"/>
                    <a:gd name="connsiteX4" fmla="*/ 154362 w 225746"/>
                    <a:gd name="connsiteY4" fmla="*/ 236645 h 236735"/>
                    <a:gd name="connsiteX5" fmla="*/ 180558 w 225746"/>
                    <a:gd name="connsiteY5" fmla="*/ 223880 h 236735"/>
                    <a:gd name="connsiteX6" fmla="*/ 207505 w 225746"/>
                    <a:gd name="connsiteY6" fmla="*/ 208443 h 236735"/>
                    <a:gd name="connsiteX7" fmla="*/ 224711 w 225746"/>
                    <a:gd name="connsiteY7" fmla="*/ 133408 h 236735"/>
                    <a:gd name="connsiteX8" fmla="*/ 219564 w 225746"/>
                    <a:gd name="connsiteY8" fmla="*/ 89767 h 236735"/>
                    <a:gd name="connsiteX9" fmla="*/ 194819 w 225746"/>
                    <a:gd name="connsiteY9" fmla="*/ 49006 h 236735"/>
                    <a:gd name="connsiteX10" fmla="*/ 69916 w 225746"/>
                    <a:gd name="connsiteY10" fmla="*/ 307 h 236735"/>
                    <a:gd name="connsiteX11" fmla="*/ 5263 w 225746"/>
                    <a:gd name="connsiteY11" fmla="*/ 27761 h 236735"/>
                    <a:gd name="connsiteX12" fmla="*/ 19839 w 225746"/>
                    <a:gd name="connsiteY12" fmla="*/ 70240 h 236735"/>
                    <a:gd name="connsiteX13" fmla="*/ 94061 w 225746"/>
                    <a:gd name="connsiteY13" fmla="*/ 113369 h 236735"/>
                    <a:gd name="connsiteX14" fmla="*/ 126420 w 225746"/>
                    <a:gd name="connsiteY14" fmla="*/ 130823 h 236735"/>
                    <a:gd name="connsiteX15" fmla="*/ 137514 w 225746"/>
                    <a:gd name="connsiteY15" fmla="*/ 148482 h 236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5746" h="236735">
                      <a:moveTo>
                        <a:pt x="137511" y="148479"/>
                      </a:moveTo>
                      <a:cubicBezTo>
                        <a:pt x="140630" y="156386"/>
                        <a:pt x="142470" y="165013"/>
                        <a:pt x="144163" y="173359"/>
                      </a:cubicBezTo>
                      <a:cubicBezTo>
                        <a:pt x="147876" y="191653"/>
                        <a:pt x="148109" y="210406"/>
                        <a:pt x="148152" y="228999"/>
                      </a:cubicBezTo>
                      <a:cubicBezTo>
                        <a:pt x="148157" y="230929"/>
                        <a:pt x="148216" y="233027"/>
                        <a:pt x="149440" y="234521"/>
                      </a:cubicBezTo>
                      <a:cubicBezTo>
                        <a:pt x="150602" y="235941"/>
                        <a:pt x="152540" y="236453"/>
                        <a:pt x="154362" y="236645"/>
                      </a:cubicBezTo>
                      <a:cubicBezTo>
                        <a:pt x="165065" y="237764"/>
                        <a:pt x="171546" y="228212"/>
                        <a:pt x="180558" y="223880"/>
                      </a:cubicBezTo>
                      <a:cubicBezTo>
                        <a:pt x="189908" y="219385"/>
                        <a:pt x="199342" y="214842"/>
                        <a:pt x="207505" y="208443"/>
                      </a:cubicBezTo>
                      <a:cubicBezTo>
                        <a:pt x="230762" y="190219"/>
                        <a:pt x="225446" y="160147"/>
                        <a:pt x="224711" y="133408"/>
                      </a:cubicBezTo>
                      <a:cubicBezTo>
                        <a:pt x="224306" y="118719"/>
                        <a:pt x="223870" y="103817"/>
                        <a:pt x="219564" y="89767"/>
                      </a:cubicBezTo>
                      <a:cubicBezTo>
                        <a:pt x="214866" y="74440"/>
                        <a:pt x="205716" y="60764"/>
                        <a:pt x="194819" y="49006"/>
                      </a:cubicBezTo>
                      <a:cubicBezTo>
                        <a:pt x="163361" y="15058"/>
                        <a:pt x="115883" y="-2587"/>
                        <a:pt x="69916" y="307"/>
                      </a:cubicBezTo>
                      <a:cubicBezTo>
                        <a:pt x="47157" y="1742"/>
                        <a:pt x="21476" y="11373"/>
                        <a:pt x="5263" y="27761"/>
                      </a:cubicBezTo>
                      <a:cubicBezTo>
                        <a:pt x="-8723" y="41895"/>
                        <a:pt x="8317" y="61093"/>
                        <a:pt x="19839" y="70240"/>
                      </a:cubicBezTo>
                      <a:cubicBezTo>
                        <a:pt x="42324" y="88099"/>
                        <a:pt x="67412" y="102675"/>
                        <a:pt x="94061" y="113369"/>
                      </a:cubicBezTo>
                      <a:cubicBezTo>
                        <a:pt x="105520" y="117968"/>
                        <a:pt x="117675" y="122106"/>
                        <a:pt x="126420" y="130823"/>
                      </a:cubicBezTo>
                      <a:cubicBezTo>
                        <a:pt x="131438" y="135824"/>
                        <a:pt x="134917" y="141903"/>
                        <a:pt x="137514" y="148482"/>
                      </a:cubicBezTo>
                      <a:close/>
                    </a:path>
                  </a:pathLst>
                </a:custGeom>
                <a:solidFill>
                  <a:srgbClr val="563D2C"/>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2" name="Freeform: Shape 1903">
                  <a:extLst>
                    <a:ext uri="{FF2B5EF4-FFF2-40B4-BE49-F238E27FC236}">
                      <a16:creationId xmlns:a16="http://schemas.microsoft.com/office/drawing/2014/main" id="{64319057-AB16-1C95-2E94-01A1837C84B6}"/>
                    </a:ext>
                  </a:extLst>
                </p:cNvPr>
                <p:cNvSpPr/>
                <p:nvPr/>
              </p:nvSpPr>
              <p:spPr>
                <a:xfrm flipH="1">
                  <a:off x="7306082" y="4700703"/>
                  <a:ext cx="37000" cy="54524"/>
                </a:xfrm>
                <a:custGeom>
                  <a:avLst/>
                  <a:gdLst>
                    <a:gd name="connsiteX0" fmla="*/ 22022 w 57263"/>
                    <a:gd name="connsiteY0" fmla="*/ 3727 h 91164"/>
                    <a:gd name="connsiteX1" fmla="*/ 55917 w 57263"/>
                    <a:gd name="connsiteY1" fmla="*/ 49292 h 91164"/>
                    <a:gd name="connsiteX2" fmla="*/ 45172 w 57263"/>
                    <a:gd name="connsiteY2" fmla="*/ 73055 h 91164"/>
                    <a:gd name="connsiteX3" fmla="*/ 6068 w 57263"/>
                    <a:gd name="connsiteY3" fmla="*/ 87780 h 91164"/>
                    <a:gd name="connsiteX4" fmla="*/ 48 w 57263"/>
                    <a:gd name="connsiteY4" fmla="*/ 68102 h 91164"/>
                    <a:gd name="connsiteX5" fmla="*/ 22022 w 57263"/>
                    <a:gd name="connsiteY5" fmla="*/ 3724 h 91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7263" h="91164">
                      <a:moveTo>
                        <a:pt x="22022" y="3727"/>
                      </a:moveTo>
                      <a:cubicBezTo>
                        <a:pt x="51866" y="-12590"/>
                        <a:pt x="61053" y="28730"/>
                        <a:pt x="55917" y="49292"/>
                      </a:cubicBezTo>
                      <a:cubicBezTo>
                        <a:pt x="53796" y="57784"/>
                        <a:pt x="50443" y="66068"/>
                        <a:pt x="45172" y="73055"/>
                      </a:cubicBezTo>
                      <a:cubicBezTo>
                        <a:pt x="38072" y="82467"/>
                        <a:pt x="17764" y="98078"/>
                        <a:pt x="6068" y="87780"/>
                      </a:cubicBezTo>
                      <a:cubicBezTo>
                        <a:pt x="760" y="83108"/>
                        <a:pt x="211" y="75170"/>
                        <a:pt x="48" y="68102"/>
                      </a:cubicBezTo>
                      <a:cubicBezTo>
                        <a:pt x="-390" y="49146"/>
                        <a:pt x="1792" y="14784"/>
                        <a:pt x="22022" y="3724"/>
                      </a:cubicBezTo>
                      <a:close/>
                    </a:path>
                  </a:pathLst>
                </a:custGeom>
                <a:solidFill>
                  <a:srgbClr val="F8A17A"/>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3" name="Freeform: Shape 1904">
                  <a:extLst>
                    <a:ext uri="{FF2B5EF4-FFF2-40B4-BE49-F238E27FC236}">
                      <a16:creationId xmlns:a16="http://schemas.microsoft.com/office/drawing/2014/main" id="{760F0D8B-B735-0D96-9599-12DF8B3534D9}"/>
                    </a:ext>
                  </a:extLst>
                </p:cNvPr>
                <p:cNvSpPr/>
                <p:nvPr/>
              </p:nvSpPr>
              <p:spPr>
                <a:xfrm flipH="1">
                  <a:off x="7325315" y="4751541"/>
                  <a:ext cx="80602" cy="32798"/>
                </a:xfrm>
                <a:custGeom>
                  <a:avLst/>
                  <a:gdLst>
                    <a:gd name="connsiteX0" fmla="*/ 22058 w 124743"/>
                    <a:gd name="connsiteY0" fmla="*/ 54836 h 54839"/>
                    <a:gd name="connsiteX1" fmla="*/ 0 w 124743"/>
                    <a:gd name="connsiteY1" fmla="*/ 53210 h 54839"/>
                    <a:gd name="connsiteX2" fmla="*/ 1319 w 124743"/>
                    <a:gd name="connsiteY2" fmla="*/ 44260 h 54839"/>
                    <a:gd name="connsiteX3" fmla="*/ 78568 w 124743"/>
                    <a:gd name="connsiteY3" fmla="*/ 33470 h 54839"/>
                    <a:gd name="connsiteX4" fmla="*/ 95285 w 124743"/>
                    <a:gd name="connsiteY4" fmla="*/ 23867 h 54839"/>
                    <a:gd name="connsiteX5" fmla="*/ 116935 w 124743"/>
                    <a:gd name="connsiteY5" fmla="*/ 0 h 54839"/>
                    <a:gd name="connsiteX6" fmla="*/ 124744 w 124743"/>
                    <a:gd name="connsiteY6" fmla="*/ 4571 h 54839"/>
                    <a:gd name="connsiteX7" fmla="*/ 100593 w 124743"/>
                    <a:gd name="connsiteY7" fmla="*/ 31197 h 54839"/>
                    <a:gd name="connsiteX8" fmla="*/ 82374 w 124743"/>
                    <a:gd name="connsiteY8" fmla="*/ 41683 h 54839"/>
                    <a:gd name="connsiteX9" fmla="*/ 22061 w 124743"/>
                    <a:gd name="connsiteY9" fmla="*/ 54839 h 54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4743" h="54839">
                      <a:moveTo>
                        <a:pt x="22058" y="54836"/>
                      </a:moveTo>
                      <a:cubicBezTo>
                        <a:pt x="14742" y="54836"/>
                        <a:pt x="7375" y="54296"/>
                        <a:pt x="0" y="53210"/>
                      </a:cubicBezTo>
                      <a:lnTo>
                        <a:pt x="1319" y="44260"/>
                      </a:lnTo>
                      <a:cubicBezTo>
                        <a:pt x="28106" y="48209"/>
                        <a:pt x="54816" y="44479"/>
                        <a:pt x="78568" y="33470"/>
                      </a:cubicBezTo>
                      <a:cubicBezTo>
                        <a:pt x="85021" y="30480"/>
                        <a:pt x="90486" y="27338"/>
                        <a:pt x="95285" y="23867"/>
                      </a:cubicBezTo>
                      <a:cubicBezTo>
                        <a:pt x="104007" y="17549"/>
                        <a:pt x="111495" y="9296"/>
                        <a:pt x="116935" y="0"/>
                      </a:cubicBezTo>
                      <a:lnTo>
                        <a:pt x="124744" y="4571"/>
                      </a:lnTo>
                      <a:cubicBezTo>
                        <a:pt x="118676" y="14942"/>
                        <a:pt x="110322" y="24148"/>
                        <a:pt x="100593" y="31197"/>
                      </a:cubicBezTo>
                      <a:cubicBezTo>
                        <a:pt x="95318" y="35017"/>
                        <a:pt x="89358" y="38446"/>
                        <a:pt x="82374" y="41683"/>
                      </a:cubicBezTo>
                      <a:cubicBezTo>
                        <a:pt x="63573" y="50395"/>
                        <a:pt x="43048" y="54839"/>
                        <a:pt x="22061" y="54839"/>
                      </a:cubicBezTo>
                      <a:close/>
                    </a:path>
                  </a:pathLst>
                </a:custGeom>
                <a:solidFill>
                  <a:schemeClr val="accent2"/>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4" name="Freeform: Shape 1905">
                  <a:extLst>
                    <a:ext uri="{FF2B5EF4-FFF2-40B4-BE49-F238E27FC236}">
                      <a16:creationId xmlns:a16="http://schemas.microsoft.com/office/drawing/2014/main" id="{3209B4A6-2EC0-1D59-6639-7DA791D7EE12}"/>
                    </a:ext>
                  </a:extLst>
                </p:cNvPr>
                <p:cNvSpPr/>
                <p:nvPr/>
              </p:nvSpPr>
              <p:spPr>
                <a:xfrm flipH="1">
                  <a:off x="7392592" y="4769799"/>
                  <a:ext cx="33536" cy="21657"/>
                </a:xfrm>
                <a:custGeom>
                  <a:avLst/>
                  <a:gdLst>
                    <a:gd name="connsiteX0" fmla="*/ 5122 w 51903"/>
                    <a:gd name="connsiteY0" fmla="*/ 6596 h 36211"/>
                    <a:gd name="connsiteX1" fmla="*/ 48305 w 51903"/>
                    <a:gd name="connsiteY1" fmla="*/ 7755 h 36211"/>
                    <a:gd name="connsiteX2" fmla="*/ 45894 w 51903"/>
                    <a:gd name="connsiteY2" fmla="*/ 30202 h 36211"/>
                    <a:gd name="connsiteX3" fmla="*/ 18981 w 51903"/>
                    <a:gd name="connsiteY3" fmla="*/ 34817 h 36211"/>
                    <a:gd name="connsiteX4" fmla="*/ 5119 w 51903"/>
                    <a:gd name="connsiteY4" fmla="*/ 6596 h 362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903" h="36211">
                      <a:moveTo>
                        <a:pt x="5122" y="6596"/>
                      </a:moveTo>
                      <a:cubicBezTo>
                        <a:pt x="16033" y="-2768"/>
                        <a:pt x="40302" y="-1966"/>
                        <a:pt x="48305" y="7755"/>
                      </a:cubicBezTo>
                      <a:cubicBezTo>
                        <a:pt x="54234" y="14962"/>
                        <a:pt x="52423" y="24109"/>
                        <a:pt x="45894" y="30202"/>
                      </a:cubicBezTo>
                      <a:cubicBezTo>
                        <a:pt x="38170" y="37408"/>
                        <a:pt x="28618" y="36989"/>
                        <a:pt x="18981" y="34817"/>
                      </a:cubicBezTo>
                      <a:cubicBezTo>
                        <a:pt x="6919" y="32097"/>
                        <a:pt x="-8034" y="17881"/>
                        <a:pt x="5119" y="6596"/>
                      </a:cubicBezTo>
                      <a:close/>
                    </a:path>
                  </a:pathLst>
                </a:custGeom>
                <a:solidFill>
                  <a:schemeClr val="accent2"/>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5" name="Freeform: Shape 1906">
                  <a:extLst>
                    <a:ext uri="{FF2B5EF4-FFF2-40B4-BE49-F238E27FC236}">
                      <a16:creationId xmlns:a16="http://schemas.microsoft.com/office/drawing/2014/main" id="{CFB1E820-CB82-C96D-DD21-2CEBF0A67091}"/>
                    </a:ext>
                  </a:extLst>
                </p:cNvPr>
                <p:cNvSpPr/>
                <p:nvPr/>
              </p:nvSpPr>
              <p:spPr>
                <a:xfrm flipH="1">
                  <a:off x="7285622" y="4695150"/>
                  <a:ext cx="60922" cy="65628"/>
                </a:xfrm>
                <a:custGeom>
                  <a:avLst/>
                  <a:gdLst>
                    <a:gd name="connsiteX0" fmla="*/ 39915 w 94287"/>
                    <a:gd name="connsiteY0" fmla="*/ 1255 h 109731"/>
                    <a:gd name="connsiteX1" fmla="*/ 28506 w 94287"/>
                    <a:gd name="connsiteY1" fmla="*/ 107215 h 109731"/>
                    <a:gd name="connsiteX2" fmla="*/ 81404 w 94287"/>
                    <a:gd name="connsiteY2" fmla="*/ 15215 h 109731"/>
                    <a:gd name="connsiteX3" fmla="*/ 39915 w 94287"/>
                    <a:gd name="connsiteY3" fmla="*/ 1255 h 109731"/>
                  </a:gdLst>
                  <a:ahLst/>
                  <a:cxnLst>
                    <a:cxn ang="0">
                      <a:pos x="connsiteX0" y="connsiteY0"/>
                    </a:cxn>
                    <a:cxn ang="0">
                      <a:pos x="connsiteX1" y="connsiteY1"/>
                    </a:cxn>
                    <a:cxn ang="0">
                      <a:pos x="connsiteX2" y="connsiteY2"/>
                    </a:cxn>
                    <a:cxn ang="0">
                      <a:pos x="connsiteX3" y="connsiteY3"/>
                    </a:cxn>
                  </a:cxnLst>
                  <a:rect l="l" t="t" r="r" b="b"/>
                  <a:pathLst>
                    <a:path w="94287" h="109731">
                      <a:moveTo>
                        <a:pt x="39915" y="1255"/>
                      </a:moveTo>
                      <a:cubicBezTo>
                        <a:pt x="-2210" y="12056"/>
                        <a:pt x="-18491" y="91415"/>
                        <a:pt x="28506" y="107215"/>
                      </a:cubicBezTo>
                      <a:cubicBezTo>
                        <a:pt x="79005" y="124190"/>
                        <a:pt x="114551" y="51048"/>
                        <a:pt x="81404" y="15215"/>
                      </a:cubicBezTo>
                      <a:cubicBezTo>
                        <a:pt x="68479" y="1241"/>
                        <a:pt x="53476" y="-2222"/>
                        <a:pt x="39915" y="1255"/>
                      </a:cubicBezTo>
                      <a:close/>
                    </a:path>
                  </a:pathLst>
                </a:custGeom>
                <a:solidFill>
                  <a:srgbClr val="57B8E8"/>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6" name="Freeform: Shape 1907">
                  <a:extLst>
                    <a:ext uri="{FF2B5EF4-FFF2-40B4-BE49-F238E27FC236}">
                      <a16:creationId xmlns:a16="http://schemas.microsoft.com/office/drawing/2014/main" id="{2066D8CE-128A-202C-04A9-C8E872A9FC24}"/>
                    </a:ext>
                  </a:extLst>
                </p:cNvPr>
                <p:cNvSpPr/>
                <p:nvPr/>
              </p:nvSpPr>
              <p:spPr>
                <a:xfrm flipH="1">
                  <a:off x="7290943" y="4701819"/>
                  <a:ext cx="41880" cy="52260"/>
                </a:xfrm>
                <a:custGeom>
                  <a:avLst/>
                  <a:gdLst>
                    <a:gd name="connsiteX0" fmla="*/ 32488 w 64815"/>
                    <a:gd name="connsiteY0" fmla="*/ 291 h 87379"/>
                    <a:gd name="connsiteX1" fmla="*/ 15465 w 64815"/>
                    <a:gd name="connsiteY1" fmla="*/ 83748 h 87379"/>
                    <a:gd name="connsiteX2" fmla="*/ 58946 w 64815"/>
                    <a:gd name="connsiteY2" fmla="*/ 15314 h 87379"/>
                    <a:gd name="connsiteX3" fmla="*/ 32491 w 64815"/>
                    <a:gd name="connsiteY3" fmla="*/ 294 h 87379"/>
                  </a:gdLst>
                  <a:ahLst/>
                  <a:cxnLst>
                    <a:cxn ang="0">
                      <a:pos x="connsiteX0" y="connsiteY0"/>
                    </a:cxn>
                    <a:cxn ang="0">
                      <a:pos x="connsiteX1" y="connsiteY1"/>
                    </a:cxn>
                    <a:cxn ang="0">
                      <a:pos x="connsiteX2" y="connsiteY2"/>
                    </a:cxn>
                    <a:cxn ang="0">
                      <a:pos x="connsiteX3" y="connsiteY3"/>
                    </a:cxn>
                  </a:cxnLst>
                  <a:rect l="l" t="t" r="r" b="b"/>
                  <a:pathLst>
                    <a:path w="64815" h="87379">
                      <a:moveTo>
                        <a:pt x="32488" y="291"/>
                      </a:moveTo>
                      <a:cubicBezTo>
                        <a:pt x="3409" y="4963"/>
                        <a:pt x="-14506" y="66744"/>
                        <a:pt x="15465" y="83748"/>
                      </a:cubicBezTo>
                      <a:cubicBezTo>
                        <a:pt x="47666" y="102020"/>
                        <a:pt x="77890" y="47001"/>
                        <a:pt x="58946" y="15314"/>
                      </a:cubicBezTo>
                      <a:cubicBezTo>
                        <a:pt x="51557" y="2958"/>
                        <a:pt x="41849" y="-1211"/>
                        <a:pt x="32491" y="294"/>
                      </a:cubicBezTo>
                      <a:close/>
                    </a:path>
                  </a:pathLst>
                </a:custGeom>
                <a:solidFill>
                  <a:schemeClr val="accent2"/>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129" name="Freeform: Shape 1908">
                  <a:extLst>
                    <a:ext uri="{FF2B5EF4-FFF2-40B4-BE49-F238E27FC236}">
                      <a16:creationId xmlns:a16="http://schemas.microsoft.com/office/drawing/2014/main" id="{3FAFD84D-BE6F-EBA4-6596-27392AD8124F}"/>
                    </a:ext>
                  </a:extLst>
                </p:cNvPr>
                <p:cNvSpPr/>
                <p:nvPr/>
              </p:nvSpPr>
              <p:spPr>
                <a:xfrm flipH="1">
                  <a:off x="7306070" y="4576621"/>
                  <a:ext cx="115521" cy="122601"/>
                </a:xfrm>
                <a:custGeom>
                  <a:avLst/>
                  <a:gdLst>
                    <a:gd name="connsiteX0" fmla="*/ 175740 w 178785"/>
                    <a:gd name="connsiteY0" fmla="*/ 204992 h 204991"/>
                    <a:gd name="connsiteX1" fmla="*/ 164506 w 178785"/>
                    <a:gd name="connsiteY1" fmla="*/ 203692 h 204991"/>
                    <a:gd name="connsiteX2" fmla="*/ 110134 w 178785"/>
                    <a:gd name="connsiteY2" fmla="*/ 26796 h 204991"/>
                    <a:gd name="connsiteX3" fmla="*/ 11696 w 178785"/>
                    <a:gd name="connsiteY3" fmla="*/ 13840 h 204991"/>
                    <a:gd name="connsiteX4" fmla="*/ 0 w 178785"/>
                    <a:gd name="connsiteY4" fmla="*/ 10504 h 204991"/>
                    <a:gd name="connsiteX5" fmla="*/ 114840 w 178785"/>
                    <a:gd name="connsiteY5" fmla="*/ 16509 h 204991"/>
                    <a:gd name="connsiteX6" fmla="*/ 175740 w 178785"/>
                    <a:gd name="connsiteY6" fmla="*/ 204989 h 204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8785" h="204991">
                      <a:moveTo>
                        <a:pt x="175740" y="204992"/>
                      </a:moveTo>
                      <a:lnTo>
                        <a:pt x="164506" y="203692"/>
                      </a:lnTo>
                      <a:cubicBezTo>
                        <a:pt x="172126" y="137830"/>
                        <a:pt x="168880" y="53675"/>
                        <a:pt x="110134" y="26796"/>
                      </a:cubicBezTo>
                      <a:cubicBezTo>
                        <a:pt x="82312" y="14068"/>
                        <a:pt x="56929" y="4943"/>
                        <a:pt x="11696" y="13840"/>
                      </a:cubicBezTo>
                      <a:cubicBezTo>
                        <a:pt x="5091" y="12954"/>
                        <a:pt x="0" y="10504"/>
                        <a:pt x="0" y="10504"/>
                      </a:cubicBezTo>
                      <a:cubicBezTo>
                        <a:pt x="40904" y="-9478"/>
                        <a:pt x="84810" y="2772"/>
                        <a:pt x="114840" y="16509"/>
                      </a:cubicBezTo>
                      <a:cubicBezTo>
                        <a:pt x="179765" y="46216"/>
                        <a:pt x="183793" y="135402"/>
                        <a:pt x="175740" y="204989"/>
                      </a:cubicBezTo>
                      <a:close/>
                    </a:path>
                  </a:pathLst>
                </a:custGeom>
                <a:solidFill>
                  <a:schemeClr val="accent2"/>
                </a:solidFill>
                <a:ln w="28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grpSp>
      </p:grpSp>
      <p:grpSp>
        <p:nvGrpSpPr>
          <p:cNvPr id="164" name="Group 163">
            <a:extLst>
              <a:ext uri="{FF2B5EF4-FFF2-40B4-BE49-F238E27FC236}">
                <a16:creationId xmlns:a16="http://schemas.microsoft.com/office/drawing/2014/main" id="{B0CC5F68-1A6A-93B0-71CB-E44C6BD0DF07}"/>
              </a:ext>
            </a:extLst>
          </p:cNvPr>
          <p:cNvGrpSpPr/>
          <p:nvPr/>
        </p:nvGrpSpPr>
        <p:grpSpPr>
          <a:xfrm>
            <a:off x="9340227" y="2754718"/>
            <a:ext cx="955239" cy="792813"/>
            <a:chOff x="5604210" y="1604143"/>
            <a:chExt cx="909896" cy="779176"/>
          </a:xfrm>
        </p:grpSpPr>
        <p:sp>
          <p:nvSpPr>
            <p:cNvPr id="165" name="Freeform: Shape 164">
              <a:extLst>
                <a:ext uri="{FF2B5EF4-FFF2-40B4-BE49-F238E27FC236}">
                  <a16:creationId xmlns:a16="http://schemas.microsoft.com/office/drawing/2014/main" id="{72473434-8C74-D13A-5B94-9A9F78516736}"/>
                </a:ext>
              </a:extLst>
            </p:cNvPr>
            <p:cNvSpPr/>
            <p:nvPr/>
          </p:nvSpPr>
          <p:spPr>
            <a:xfrm rot="17385358">
              <a:off x="5706412" y="1622099"/>
              <a:ext cx="779176" cy="743263"/>
            </a:xfrm>
            <a:custGeom>
              <a:avLst/>
              <a:gdLst>
                <a:gd name="connsiteX0" fmla="*/ 627671 w 627671"/>
                <a:gd name="connsiteY0" fmla="*/ 315107 h 630213"/>
                <a:gd name="connsiteX1" fmla="*/ 313836 w 627671"/>
                <a:gd name="connsiteY1" fmla="*/ 630213 h 630213"/>
                <a:gd name="connsiteX2" fmla="*/ 0 w 627671"/>
                <a:gd name="connsiteY2" fmla="*/ 315107 h 630213"/>
                <a:gd name="connsiteX3" fmla="*/ 313836 w 627671"/>
                <a:gd name="connsiteY3" fmla="*/ 0 h 630213"/>
                <a:gd name="connsiteX4" fmla="*/ 627671 w 627671"/>
                <a:gd name="connsiteY4" fmla="*/ 315107 h 630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7671" h="630213">
                  <a:moveTo>
                    <a:pt x="627671" y="315107"/>
                  </a:moveTo>
                  <a:cubicBezTo>
                    <a:pt x="627671" y="489135"/>
                    <a:pt x="487162" y="630213"/>
                    <a:pt x="313836" y="630213"/>
                  </a:cubicBezTo>
                  <a:cubicBezTo>
                    <a:pt x="140509" y="630213"/>
                    <a:pt x="0" y="489135"/>
                    <a:pt x="0" y="315107"/>
                  </a:cubicBezTo>
                  <a:cubicBezTo>
                    <a:pt x="0" y="141078"/>
                    <a:pt x="140509" y="0"/>
                    <a:pt x="313836" y="0"/>
                  </a:cubicBezTo>
                  <a:cubicBezTo>
                    <a:pt x="487162" y="0"/>
                    <a:pt x="627671" y="141078"/>
                    <a:pt x="627671" y="315107"/>
                  </a:cubicBezTo>
                  <a:close/>
                </a:path>
              </a:pathLst>
            </a:custGeom>
            <a:solidFill>
              <a:srgbClr val="F0F0F0"/>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50" b="0" i="0" u="none" strike="noStrike" kern="0" cap="none" spc="0" normalizeH="0" baseline="0" noProof="0">
                  <a:ln>
                    <a:noFill/>
                  </a:ln>
                  <a:solidFill>
                    <a:srgbClr val="000000"/>
                  </a:solidFill>
                  <a:effectLst/>
                  <a:uLnTx/>
                  <a:uFillTx/>
                  <a:latin typeface="Arial"/>
                  <a:ea typeface="+mn-ea"/>
                  <a:cs typeface="+mn-cs"/>
                </a:rPr>
                <a:t>C</a:t>
              </a:r>
            </a:p>
          </p:txBody>
        </p:sp>
        <p:grpSp>
          <p:nvGrpSpPr>
            <p:cNvPr id="166" name="Group 165">
              <a:extLst>
                <a:ext uri="{FF2B5EF4-FFF2-40B4-BE49-F238E27FC236}">
                  <a16:creationId xmlns:a16="http://schemas.microsoft.com/office/drawing/2014/main" id="{4A1D0457-628F-DC2A-964E-2B7EE269F4C4}"/>
                </a:ext>
              </a:extLst>
            </p:cNvPr>
            <p:cNvGrpSpPr/>
            <p:nvPr/>
          </p:nvGrpSpPr>
          <p:grpSpPr>
            <a:xfrm>
              <a:off x="5604210" y="1625454"/>
              <a:ext cx="909896" cy="704150"/>
              <a:chOff x="5604210" y="1756079"/>
              <a:chExt cx="909896" cy="704150"/>
            </a:xfrm>
          </p:grpSpPr>
          <p:sp>
            <p:nvSpPr>
              <p:cNvPr id="167" name="Freeform: Shape 166">
                <a:extLst>
                  <a:ext uri="{FF2B5EF4-FFF2-40B4-BE49-F238E27FC236}">
                    <a16:creationId xmlns:a16="http://schemas.microsoft.com/office/drawing/2014/main" id="{568D27A1-B0A3-B8CC-FDF8-076EFCFCB472}"/>
                  </a:ext>
                </a:extLst>
              </p:cNvPr>
              <p:cNvSpPr/>
              <p:nvPr/>
            </p:nvSpPr>
            <p:spPr>
              <a:xfrm>
                <a:off x="5661276" y="2175998"/>
                <a:ext cx="411363" cy="23021"/>
              </a:xfrm>
              <a:custGeom>
                <a:avLst/>
                <a:gdLst>
                  <a:gd name="connsiteX0" fmla="*/ 460642 w 460642"/>
                  <a:gd name="connsiteY0" fmla="*/ 14636 h 29287"/>
                  <a:gd name="connsiteX1" fmla="*/ 230321 w 460642"/>
                  <a:gd name="connsiteY1" fmla="*/ 29287 h 29287"/>
                  <a:gd name="connsiteX2" fmla="*/ 0 w 460642"/>
                  <a:gd name="connsiteY2" fmla="*/ 14636 h 29287"/>
                  <a:gd name="connsiteX3" fmla="*/ 230321 w 460642"/>
                  <a:gd name="connsiteY3" fmla="*/ 0 h 29287"/>
                  <a:gd name="connsiteX4" fmla="*/ 460642 w 460642"/>
                  <a:gd name="connsiteY4" fmla="*/ 14636 h 29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60642" h="29287">
                    <a:moveTo>
                      <a:pt x="460642" y="14636"/>
                    </a:moveTo>
                    <a:cubicBezTo>
                      <a:pt x="460642" y="22715"/>
                      <a:pt x="357522" y="29287"/>
                      <a:pt x="230321" y="29287"/>
                    </a:cubicBezTo>
                    <a:cubicBezTo>
                      <a:pt x="103106" y="29287"/>
                      <a:pt x="0" y="22715"/>
                      <a:pt x="0" y="14636"/>
                    </a:cubicBezTo>
                    <a:cubicBezTo>
                      <a:pt x="0" y="6542"/>
                      <a:pt x="103106" y="0"/>
                      <a:pt x="230321" y="0"/>
                    </a:cubicBezTo>
                    <a:cubicBezTo>
                      <a:pt x="357522" y="15"/>
                      <a:pt x="460642" y="6542"/>
                      <a:pt x="460642" y="14636"/>
                    </a:cubicBezTo>
                    <a:close/>
                  </a:path>
                </a:pathLst>
              </a:custGeom>
              <a:solidFill>
                <a:srgbClr val="4D4D4D"/>
              </a:solidFill>
              <a:ln w="14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68" name="Freeform: Shape 167">
                <a:extLst>
                  <a:ext uri="{FF2B5EF4-FFF2-40B4-BE49-F238E27FC236}">
                    <a16:creationId xmlns:a16="http://schemas.microsoft.com/office/drawing/2014/main" id="{AEC58231-12FA-9D8B-A0F1-71533DC0E540}"/>
                  </a:ext>
                </a:extLst>
              </p:cNvPr>
              <p:cNvSpPr/>
              <p:nvPr/>
            </p:nvSpPr>
            <p:spPr>
              <a:xfrm>
                <a:off x="5691775" y="2134173"/>
                <a:ext cx="60540" cy="60261"/>
              </a:xfrm>
              <a:custGeom>
                <a:avLst/>
                <a:gdLst>
                  <a:gd name="connsiteX0" fmla="*/ 4279 w 67792"/>
                  <a:gd name="connsiteY0" fmla="*/ 43306 h 76662"/>
                  <a:gd name="connsiteX1" fmla="*/ 0 w 67792"/>
                  <a:gd name="connsiteY1" fmla="*/ 62856 h 76662"/>
                  <a:gd name="connsiteX2" fmla="*/ 67406 w 67792"/>
                  <a:gd name="connsiteY2" fmla="*/ 76663 h 76662"/>
                  <a:gd name="connsiteX3" fmla="*/ 46809 w 67792"/>
                  <a:gd name="connsiteY3" fmla="*/ 54611 h 76662"/>
                  <a:gd name="connsiteX4" fmla="*/ 25836 w 67792"/>
                  <a:gd name="connsiteY4" fmla="*/ 38723 h 76662"/>
                  <a:gd name="connsiteX5" fmla="*/ 30655 w 67792"/>
                  <a:gd name="connsiteY5" fmla="*/ 9888 h 76662"/>
                  <a:gd name="connsiteX6" fmla="*/ 6711 w 67792"/>
                  <a:gd name="connsiteY6" fmla="*/ 0 h 76662"/>
                  <a:gd name="connsiteX7" fmla="*/ 4279 w 67792"/>
                  <a:gd name="connsiteY7" fmla="*/ 43306 h 766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7792" h="76662">
                    <a:moveTo>
                      <a:pt x="4279" y="43306"/>
                    </a:moveTo>
                    <a:lnTo>
                      <a:pt x="0" y="62856"/>
                    </a:lnTo>
                    <a:lnTo>
                      <a:pt x="67406" y="76663"/>
                    </a:lnTo>
                    <a:cubicBezTo>
                      <a:pt x="67406" y="76663"/>
                      <a:pt x="72360" y="63986"/>
                      <a:pt x="46809" y="54611"/>
                    </a:cubicBezTo>
                    <a:cubicBezTo>
                      <a:pt x="21213" y="45205"/>
                      <a:pt x="25836" y="38723"/>
                      <a:pt x="25836" y="38723"/>
                    </a:cubicBezTo>
                    <a:lnTo>
                      <a:pt x="30655" y="9888"/>
                    </a:lnTo>
                    <a:lnTo>
                      <a:pt x="6711" y="0"/>
                    </a:lnTo>
                    <a:lnTo>
                      <a:pt x="4279" y="43306"/>
                    </a:lnTo>
                    <a:close/>
                  </a:path>
                </a:pathLst>
              </a:custGeom>
              <a:solidFill>
                <a:srgbClr val="7F7F7F"/>
              </a:solidFill>
              <a:ln w="14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69" name="Freeform: Shape 168">
                <a:extLst>
                  <a:ext uri="{FF2B5EF4-FFF2-40B4-BE49-F238E27FC236}">
                    <a16:creationId xmlns:a16="http://schemas.microsoft.com/office/drawing/2014/main" id="{69EBF02E-4576-0756-81E8-9333280403F3}"/>
                  </a:ext>
                </a:extLst>
              </p:cNvPr>
              <p:cNvSpPr/>
              <p:nvPr/>
            </p:nvSpPr>
            <p:spPr>
              <a:xfrm>
                <a:off x="5970026" y="2139884"/>
                <a:ext cx="70091" cy="46386"/>
              </a:xfrm>
              <a:custGeom>
                <a:avLst/>
                <a:gdLst>
                  <a:gd name="connsiteX0" fmla="*/ 10539 w 78488"/>
                  <a:gd name="connsiteY0" fmla="*/ 39974 h 59011"/>
                  <a:gd name="connsiteX1" fmla="*/ 12340 w 78488"/>
                  <a:gd name="connsiteY1" fmla="*/ 59012 h 59011"/>
                  <a:gd name="connsiteX2" fmla="*/ 78485 w 78488"/>
                  <a:gd name="connsiteY2" fmla="*/ 45235 h 59011"/>
                  <a:gd name="connsiteX3" fmla="*/ 53009 w 78488"/>
                  <a:gd name="connsiteY3" fmla="*/ 33568 h 59011"/>
                  <a:gd name="connsiteX4" fmla="*/ 29034 w 78488"/>
                  <a:gd name="connsiteY4" fmla="*/ 27524 h 59011"/>
                  <a:gd name="connsiteX5" fmla="*/ 24966 w 78488"/>
                  <a:gd name="connsiteY5" fmla="*/ 0 h 59011"/>
                  <a:gd name="connsiteX6" fmla="*/ 0 w 78488"/>
                  <a:gd name="connsiteY6" fmla="*/ 452 h 59011"/>
                  <a:gd name="connsiteX7" fmla="*/ 10539 w 78488"/>
                  <a:gd name="connsiteY7" fmla="*/ 39974 h 59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488" h="59011">
                    <a:moveTo>
                      <a:pt x="10539" y="39974"/>
                    </a:moveTo>
                    <a:lnTo>
                      <a:pt x="12340" y="59012"/>
                    </a:lnTo>
                    <a:lnTo>
                      <a:pt x="78485" y="45235"/>
                    </a:lnTo>
                    <a:cubicBezTo>
                      <a:pt x="78485" y="45235"/>
                      <a:pt x="79326" y="32031"/>
                      <a:pt x="53009" y="33568"/>
                    </a:cubicBezTo>
                    <a:cubicBezTo>
                      <a:pt x="26692" y="35091"/>
                      <a:pt x="29034" y="27524"/>
                      <a:pt x="29034" y="27524"/>
                    </a:cubicBezTo>
                    <a:lnTo>
                      <a:pt x="24966" y="0"/>
                    </a:lnTo>
                    <a:lnTo>
                      <a:pt x="0" y="452"/>
                    </a:lnTo>
                    <a:lnTo>
                      <a:pt x="10539" y="39974"/>
                    </a:lnTo>
                    <a:close/>
                  </a:path>
                </a:pathLst>
              </a:custGeom>
              <a:solidFill>
                <a:srgbClr val="7F7F7F"/>
              </a:solidFill>
              <a:ln w="14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0" name="Freeform: Shape 169">
                <a:extLst>
                  <a:ext uri="{FF2B5EF4-FFF2-40B4-BE49-F238E27FC236}">
                    <a16:creationId xmlns:a16="http://schemas.microsoft.com/office/drawing/2014/main" id="{302AB8BF-49AF-7C55-B3DE-83A2D3CF5AE0}"/>
                  </a:ext>
                </a:extLst>
              </p:cNvPr>
              <p:cNvSpPr/>
              <p:nvPr/>
            </p:nvSpPr>
            <p:spPr>
              <a:xfrm>
                <a:off x="6006062" y="1756079"/>
                <a:ext cx="508044" cy="322106"/>
              </a:xfrm>
              <a:custGeom>
                <a:avLst/>
                <a:gdLst>
                  <a:gd name="connsiteX0" fmla="*/ 0 w 426645"/>
                  <a:gd name="connsiteY0" fmla="*/ 0 h 307308"/>
                  <a:gd name="connsiteX1" fmla="*/ 426645 w 426645"/>
                  <a:gd name="connsiteY1" fmla="*/ 0 h 307308"/>
                  <a:gd name="connsiteX2" fmla="*/ 426645 w 426645"/>
                  <a:gd name="connsiteY2" fmla="*/ 307308 h 307308"/>
                  <a:gd name="connsiteX3" fmla="*/ 0 w 426645"/>
                  <a:gd name="connsiteY3" fmla="*/ 307308 h 307308"/>
                </a:gdLst>
                <a:ahLst/>
                <a:cxnLst>
                  <a:cxn ang="0">
                    <a:pos x="connsiteX0" y="connsiteY0"/>
                  </a:cxn>
                  <a:cxn ang="0">
                    <a:pos x="connsiteX1" y="connsiteY1"/>
                  </a:cxn>
                  <a:cxn ang="0">
                    <a:pos x="connsiteX2" y="connsiteY2"/>
                  </a:cxn>
                  <a:cxn ang="0">
                    <a:pos x="connsiteX3" y="connsiteY3"/>
                  </a:cxn>
                </a:cxnLst>
                <a:rect l="l" t="t" r="r" b="b"/>
                <a:pathLst>
                  <a:path w="426645" h="307308">
                    <a:moveTo>
                      <a:pt x="0" y="0"/>
                    </a:moveTo>
                    <a:lnTo>
                      <a:pt x="426645" y="0"/>
                    </a:lnTo>
                    <a:lnTo>
                      <a:pt x="426645" y="307308"/>
                    </a:lnTo>
                    <a:lnTo>
                      <a:pt x="0" y="307308"/>
                    </a:lnTo>
                    <a:close/>
                  </a:path>
                </a:pathLst>
              </a:custGeom>
              <a:solidFill>
                <a:srgbClr val="D0D0D0">
                  <a:alpha val="80000"/>
                </a:srgbClr>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1" name="Freeform: Shape 170">
                <a:extLst>
                  <a:ext uri="{FF2B5EF4-FFF2-40B4-BE49-F238E27FC236}">
                    <a16:creationId xmlns:a16="http://schemas.microsoft.com/office/drawing/2014/main" id="{733C23DC-17EB-0285-09A8-93B918C77A58}"/>
                  </a:ext>
                </a:extLst>
              </p:cNvPr>
              <p:cNvSpPr/>
              <p:nvPr/>
            </p:nvSpPr>
            <p:spPr>
              <a:xfrm>
                <a:off x="6103702" y="1855016"/>
                <a:ext cx="354594" cy="15746"/>
              </a:xfrm>
              <a:custGeom>
                <a:avLst/>
                <a:gdLst>
                  <a:gd name="connsiteX0" fmla="*/ 297782 w 297781"/>
                  <a:gd name="connsiteY0" fmla="*/ 7489 h 15023"/>
                  <a:gd name="connsiteX1" fmla="*/ 290277 w 297781"/>
                  <a:gd name="connsiteY1" fmla="*/ 15024 h 15023"/>
                  <a:gd name="connsiteX2" fmla="*/ 7458 w 297781"/>
                  <a:gd name="connsiteY2" fmla="*/ 15024 h 15023"/>
                  <a:gd name="connsiteX3" fmla="*/ 0 w 297781"/>
                  <a:gd name="connsiteY3" fmla="*/ 7489 h 15023"/>
                  <a:gd name="connsiteX4" fmla="*/ 0 w 297781"/>
                  <a:gd name="connsiteY4" fmla="*/ 7489 h 15023"/>
                  <a:gd name="connsiteX5" fmla="*/ 7458 w 297781"/>
                  <a:gd name="connsiteY5" fmla="*/ 0 h 15023"/>
                  <a:gd name="connsiteX6" fmla="*/ 290277 w 297781"/>
                  <a:gd name="connsiteY6" fmla="*/ 0 h 15023"/>
                  <a:gd name="connsiteX7" fmla="*/ 297782 w 297781"/>
                  <a:gd name="connsiteY7" fmla="*/ 7489 h 15023"/>
                  <a:gd name="connsiteX8" fmla="*/ 297782 w 297781"/>
                  <a:gd name="connsiteY8" fmla="*/ 7489 h 1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97781" h="15023">
                    <a:moveTo>
                      <a:pt x="297782" y="7489"/>
                    </a:moveTo>
                    <a:cubicBezTo>
                      <a:pt x="297782" y="11649"/>
                      <a:pt x="294421" y="15024"/>
                      <a:pt x="290277" y="15024"/>
                    </a:cubicBezTo>
                    <a:lnTo>
                      <a:pt x="7458" y="15024"/>
                    </a:lnTo>
                    <a:cubicBezTo>
                      <a:pt x="3315" y="15024"/>
                      <a:pt x="0" y="11649"/>
                      <a:pt x="0" y="7489"/>
                    </a:cubicBezTo>
                    <a:lnTo>
                      <a:pt x="0" y="7489"/>
                    </a:lnTo>
                    <a:cubicBezTo>
                      <a:pt x="0" y="3329"/>
                      <a:pt x="3361" y="0"/>
                      <a:pt x="7458" y="0"/>
                    </a:cubicBezTo>
                    <a:lnTo>
                      <a:pt x="290277" y="0"/>
                    </a:lnTo>
                    <a:cubicBezTo>
                      <a:pt x="294421" y="-46"/>
                      <a:pt x="297782" y="3329"/>
                      <a:pt x="297782" y="7489"/>
                    </a:cubicBezTo>
                    <a:lnTo>
                      <a:pt x="297782" y="7489"/>
                    </a:ln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2" name="Freeform: Shape 171">
                <a:extLst>
                  <a:ext uri="{FF2B5EF4-FFF2-40B4-BE49-F238E27FC236}">
                    <a16:creationId xmlns:a16="http://schemas.microsoft.com/office/drawing/2014/main" id="{F8F71813-6A96-3DE2-137E-4F69FAE036D1}"/>
                  </a:ext>
                </a:extLst>
              </p:cNvPr>
              <p:cNvSpPr/>
              <p:nvPr/>
            </p:nvSpPr>
            <p:spPr>
              <a:xfrm>
                <a:off x="6175848" y="1970737"/>
                <a:ext cx="222362" cy="15746"/>
              </a:xfrm>
              <a:custGeom>
                <a:avLst/>
                <a:gdLst>
                  <a:gd name="connsiteX0" fmla="*/ 186735 w 186735"/>
                  <a:gd name="connsiteY0" fmla="*/ 7535 h 15023"/>
                  <a:gd name="connsiteX1" fmla="*/ 179277 w 186735"/>
                  <a:gd name="connsiteY1" fmla="*/ 15023 h 15023"/>
                  <a:gd name="connsiteX2" fmla="*/ 7458 w 186735"/>
                  <a:gd name="connsiteY2" fmla="*/ 15023 h 15023"/>
                  <a:gd name="connsiteX3" fmla="*/ 0 w 186735"/>
                  <a:gd name="connsiteY3" fmla="*/ 7535 h 15023"/>
                  <a:gd name="connsiteX4" fmla="*/ 0 w 186735"/>
                  <a:gd name="connsiteY4" fmla="*/ 7535 h 15023"/>
                  <a:gd name="connsiteX5" fmla="*/ 7458 w 186735"/>
                  <a:gd name="connsiteY5" fmla="*/ 0 h 15023"/>
                  <a:gd name="connsiteX6" fmla="*/ 179277 w 186735"/>
                  <a:gd name="connsiteY6" fmla="*/ 0 h 15023"/>
                  <a:gd name="connsiteX7" fmla="*/ 186735 w 186735"/>
                  <a:gd name="connsiteY7" fmla="*/ 7535 h 15023"/>
                  <a:gd name="connsiteX8" fmla="*/ 186735 w 186735"/>
                  <a:gd name="connsiteY8" fmla="*/ 7535 h 1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6735" h="15023">
                    <a:moveTo>
                      <a:pt x="186735" y="7535"/>
                    </a:moveTo>
                    <a:cubicBezTo>
                      <a:pt x="186735" y="11695"/>
                      <a:pt x="183374" y="15023"/>
                      <a:pt x="179277" y="15023"/>
                    </a:cubicBezTo>
                    <a:lnTo>
                      <a:pt x="7458" y="15023"/>
                    </a:lnTo>
                    <a:cubicBezTo>
                      <a:pt x="3315" y="15023"/>
                      <a:pt x="0" y="11649"/>
                      <a:pt x="0" y="7535"/>
                    </a:cubicBezTo>
                    <a:lnTo>
                      <a:pt x="0" y="7535"/>
                    </a:lnTo>
                    <a:cubicBezTo>
                      <a:pt x="0" y="3374"/>
                      <a:pt x="3361" y="0"/>
                      <a:pt x="7458" y="0"/>
                    </a:cubicBezTo>
                    <a:lnTo>
                      <a:pt x="179277" y="0"/>
                    </a:lnTo>
                    <a:cubicBezTo>
                      <a:pt x="183374" y="46"/>
                      <a:pt x="186735" y="3421"/>
                      <a:pt x="186735" y="7535"/>
                    </a:cubicBezTo>
                    <a:lnTo>
                      <a:pt x="186735" y="7535"/>
                    </a:lnTo>
                    <a:close/>
                  </a:path>
                </a:pathLst>
              </a:custGeom>
              <a:solidFill>
                <a:srgbClr val="2251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3" name="Freeform: Shape 172">
                <a:extLst>
                  <a:ext uri="{FF2B5EF4-FFF2-40B4-BE49-F238E27FC236}">
                    <a16:creationId xmlns:a16="http://schemas.microsoft.com/office/drawing/2014/main" id="{28E46666-0EC2-A352-7633-96689F8B21AC}"/>
                  </a:ext>
                </a:extLst>
              </p:cNvPr>
              <p:cNvSpPr/>
              <p:nvPr/>
            </p:nvSpPr>
            <p:spPr>
              <a:xfrm>
                <a:off x="6402816" y="2013409"/>
                <a:ext cx="78725" cy="15746"/>
              </a:xfrm>
              <a:custGeom>
                <a:avLst/>
                <a:gdLst>
                  <a:gd name="connsiteX0" fmla="*/ 66112 w 66112"/>
                  <a:gd name="connsiteY0" fmla="*/ 7535 h 15023"/>
                  <a:gd name="connsiteX1" fmla="*/ 58654 w 66112"/>
                  <a:gd name="connsiteY1" fmla="*/ 15023 h 15023"/>
                  <a:gd name="connsiteX2" fmla="*/ 7504 w 66112"/>
                  <a:gd name="connsiteY2" fmla="*/ 15023 h 15023"/>
                  <a:gd name="connsiteX3" fmla="*/ 0 w 66112"/>
                  <a:gd name="connsiteY3" fmla="*/ 7535 h 15023"/>
                  <a:gd name="connsiteX4" fmla="*/ 0 w 66112"/>
                  <a:gd name="connsiteY4" fmla="*/ 7535 h 15023"/>
                  <a:gd name="connsiteX5" fmla="*/ 7504 w 66112"/>
                  <a:gd name="connsiteY5" fmla="*/ 0 h 15023"/>
                  <a:gd name="connsiteX6" fmla="*/ 58654 w 66112"/>
                  <a:gd name="connsiteY6" fmla="*/ 0 h 15023"/>
                  <a:gd name="connsiteX7" fmla="*/ 66112 w 66112"/>
                  <a:gd name="connsiteY7" fmla="*/ 7535 h 15023"/>
                  <a:gd name="connsiteX8" fmla="*/ 66112 w 66112"/>
                  <a:gd name="connsiteY8" fmla="*/ 7535 h 1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6112" h="15023">
                    <a:moveTo>
                      <a:pt x="66112" y="7535"/>
                    </a:moveTo>
                    <a:cubicBezTo>
                      <a:pt x="66112" y="11695"/>
                      <a:pt x="62751" y="15023"/>
                      <a:pt x="58654" y="15023"/>
                    </a:cubicBezTo>
                    <a:lnTo>
                      <a:pt x="7504" y="15023"/>
                    </a:lnTo>
                    <a:cubicBezTo>
                      <a:pt x="3361" y="15023"/>
                      <a:pt x="0" y="11649"/>
                      <a:pt x="0" y="7535"/>
                    </a:cubicBezTo>
                    <a:lnTo>
                      <a:pt x="0" y="7535"/>
                    </a:lnTo>
                    <a:cubicBezTo>
                      <a:pt x="0" y="3374"/>
                      <a:pt x="3361" y="0"/>
                      <a:pt x="7504" y="0"/>
                    </a:cubicBezTo>
                    <a:lnTo>
                      <a:pt x="58654" y="0"/>
                    </a:lnTo>
                    <a:cubicBezTo>
                      <a:pt x="62751" y="46"/>
                      <a:pt x="66112" y="3421"/>
                      <a:pt x="66112" y="7535"/>
                    </a:cubicBezTo>
                    <a:lnTo>
                      <a:pt x="66112" y="7535"/>
                    </a:ln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4" name="Freeform: Shape 173">
                <a:extLst>
                  <a:ext uri="{FF2B5EF4-FFF2-40B4-BE49-F238E27FC236}">
                    <a16:creationId xmlns:a16="http://schemas.microsoft.com/office/drawing/2014/main" id="{C370C59C-E821-1FC3-DA0D-BA8816D18F23}"/>
                  </a:ext>
                </a:extLst>
              </p:cNvPr>
              <p:cNvSpPr/>
              <p:nvPr/>
            </p:nvSpPr>
            <p:spPr>
              <a:xfrm>
                <a:off x="6103702" y="2077462"/>
                <a:ext cx="193689" cy="15698"/>
              </a:xfrm>
              <a:custGeom>
                <a:avLst/>
                <a:gdLst>
                  <a:gd name="connsiteX0" fmla="*/ 162657 w 162656"/>
                  <a:gd name="connsiteY0" fmla="*/ 7489 h 14977"/>
                  <a:gd name="connsiteX1" fmla="*/ 155198 w 162656"/>
                  <a:gd name="connsiteY1" fmla="*/ 14977 h 14977"/>
                  <a:gd name="connsiteX2" fmla="*/ 7458 w 162656"/>
                  <a:gd name="connsiteY2" fmla="*/ 14977 h 14977"/>
                  <a:gd name="connsiteX3" fmla="*/ 0 w 162656"/>
                  <a:gd name="connsiteY3" fmla="*/ 7489 h 14977"/>
                  <a:gd name="connsiteX4" fmla="*/ 0 w 162656"/>
                  <a:gd name="connsiteY4" fmla="*/ 7489 h 14977"/>
                  <a:gd name="connsiteX5" fmla="*/ 7458 w 162656"/>
                  <a:gd name="connsiteY5" fmla="*/ 0 h 14977"/>
                  <a:gd name="connsiteX6" fmla="*/ 155152 w 162656"/>
                  <a:gd name="connsiteY6" fmla="*/ 0 h 14977"/>
                  <a:gd name="connsiteX7" fmla="*/ 162657 w 162656"/>
                  <a:gd name="connsiteY7" fmla="*/ 7489 h 14977"/>
                  <a:gd name="connsiteX8" fmla="*/ 162657 w 162656"/>
                  <a:gd name="connsiteY8" fmla="*/ 7489 h 149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656" h="14977">
                    <a:moveTo>
                      <a:pt x="162657" y="7489"/>
                    </a:moveTo>
                    <a:cubicBezTo>
                      <a:pt x="162657" y="11649"/>
                      <a:pt x="159296" y="14977"/>
                      <a:pt x="155198" y="14977"/>
                    </a:cubicBezTo>
                    <a:lnTo>
                      <a:pt x="7458" y="14977"/>
                    </a:lnTo>
                    <a:cubicBezTo>
                      <a:pt x="3315" y="14977"/>
                      <a:pt x="0" y="11603"/>
                      <a:pt x="0" y="7489"/>
                    </a:cubicBezTo>
                    <a:lnTo>
                      <a:pt x="0" y="7489"/>
                    </a:lnTo>
                    <a:cubicBezTo>
                      <a:pt x="0" y="3328"/>
                      <a:pt x="3361" y="0"/>
                      <a:pt x="7458" y="0"/>
                    </a:cubicBezTo>
                    <a:lnTo>
                      <a:pt x="155152" y="0"/>
                    </a:lnTo>
                    <a:cubicBezTo>
                      <a:pt x="159296" y="0"/>
                      <a:pt x="162657" y="3328"/>
                      <a:pt x="162657" y="7489"/>
                    </a:cubicBezTo>
                    <a:lnTo>
                      <a:pt x="162657" y="7489"/>
                    </a:lnTo>
                    <a:close/>
                  </a:path>
                </a:pathLst>
              </a:custGeom>
              <a:solidFill>
                <a:srgbClr val="051C2C"/>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5" name="Freeform: Shape 174">
                <a:extLst>
                  <a:ext uri="{FF2B5EF4-FFF2-40B4-BE49-F238E27FC236}">
                    <a16:creationId xmlns:a16="http://schemas.microsoft.com/office/drawing/2014/main" id="{179C7D0E-E535-2161-058E-E7763800815A}"/>
                  </a:ext>
                </a:extLst>
              </p:cNvPr>
              <p:cNvSpPr/>
              <p:nvPr/>
            </p:nvSpPr>
            <p:spPr>
              <a:xfrm>
                <a:off x="6115707" y="2397000"/>
                <a:ext cx="145774" cy="63229"/>
              </a:xfrm>
              <a:custGeom>
                <a:avLst/>
                <a:gdLst>
                  <a:gd name="connsiteX0" fmla="*/ 122418 w 122418"/>
                  <a:gd name="connsiteY0" fmla="*/ 23575 h 60324"/>
                  <a:gd name="connsiteX1" fmla="*/ 98938 w 122418"/>
                  <a:gd name="connsiteY1" fmla="*/ 0 h 60324"/>
                  <a:gd name="connsiteX2" fmla="*/ 23480 w 122418"/>
                  <a:gd name="connsiteY2" fmla="*/ 0 h 60324"/>
                  <a:gd name="connsiteX3" fmla="*/ 0 w 122418"/>
                  <a:gd name="connsiteY3" fmla="*/ 23575 h 60324"/>
                  <a:gd name="connsiteX4" fmla="*/ 0 w 122418"/>
                  <a:gd name="connsiteY4" fmla="*/ 36749 h 60324"/>
                  <a:gd name="connsiteX5" fmla="*/ 23480 w 122418"/>
                  <a:gd name="connsiteY5" fmla="*/ 60324 h 60324"/>
                  <a:gd name="connsiteX6" fmla="*/ 98938 w 122418"/>
                  <a:gd name="connsiteY6" fmla="*/ 60324 h 60324"/>
                  <a:gd name="connsiteX7" fmla="*/ 122418 w 122418"/>
                  <a:gd name="connsiteY7" fmla="*/ 36749 h 60324"/>
                  <a:gd name="connsiteX8" fmla="*/ 122418 w 122418"/>
                  <a:gd name="connsiteY8" fmla="*/ 23575 h 603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418" h="60324">
                    <a:moveTo>
                      <a:pt x="122418" y="23575"/>
                    </a:moveTo>
                    <a:cubicBezTo>
                      <a:pt x="122418" y="10586"/>
                      <a:pt x="111921" y="0"/>
                      <a:pt x="98938" y="0"/>
                    </a:cubicBezTo>
                    <a:lnTo>
                      <a:pt x="23480" y="0"/>
                    </a:lnTo>
                    <a:cubicBezTo>
                      <a:pt x="10543" y="0"/>
                      <a:pt x="0" y="10539"/>
                      <a:pt x="0" y="23575"/>
                    </a:cubicBezTo>
                    <a:lnTo>
                      <a:pt x="0" y="36749"/>
                    </a:lnTo>
                    <a:cubicBezTo>
                      <a:pt x="0" y="49739"/>
                      <a:pt x="10497" y="60324"/>
                      <a:pt x="23480" y="60324"/>
                    </a:cubicBezTo>
                    <a:lnTo>
                      <a:pt x="98938" y="60324"/>
                    </a:lnTo>
                    <a:cubicBezTo>
                      <a:pt x="111875" y="60324"/>
                      <a:pt x="122418" y="49785"/>
                      <a:pt x="122418" y="36749"/>
                    </a:cubicBezTo>
                    <a:lnTo>
                      <a:pt x="122418" y="23575"/>
                    </a:lnTo>
                    <a:close/>
                  </a:path>
                </a:pathLst>
              </a:custGeom>
              <a:solidFill>
                <a:srgbClr val="2251FF">
                  <a:lumMod val="75000"/>
                </a:srgbClr>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6" name="Freeform: Shape 175">
                <a:extLst>
                  <a:ext uri="{FF2B5EF4-FFF2-40B4-BE49-F238E27FC236}">
                    <a16:creationId xmlns:a16="http://schemas.microsoft.com/office/drawing/2014/main" id="{D0AE18A9-F1C2-02F1-4D35-4C653A167913}"/>
                  </a:ext>
                </a:extLst>
              </p:cNvPr>
              <p:cNvSpPr/>
              <p:nvPr/>
            </p:nvSpPr>
            <p:spPr>
              <a:xfrm>
                <a:off x="6159950" y="2423794"/>
                <a:ext cx="10964" cy="9690"/>
              </a:xfrm>
              <a:custGeom>
                <a:avLst/>
                <a:gdLst>
                  <a:gd name="connsiteX0" fmla="*/ 9208 w 9207"/>
                  <a:gd name="connsiteY0" fmla="*/ 4623 h 9245"/>
                  <a:gd name="connsiteX1" fmla="*/ 4604 w 9207"/>
                  <a:gd name="connsiteY1" fmla="*/ 9245 h 9245"/>
                  <a:gd name="connsiteX2" fmla="*/ 0 w 9207"/>
                  <a:gd name="connsiteY2" fmla="*/ 4623 h 9245"/>
                  <a:gd name="connsiteX3" fmla="*/ 4604 w 9207"/>
                  <a:gd name="connsiteY3" fmla="*/ 0 h 9245"/>
                  <a:gd name="connsiteX4" fmla="*/ 9208 w 9207"/>
                  <a:gd name="connsiteY4" fmla="*/ 4623 h 9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7" h="9245">
                    <a:moveTo>
                      <a:pt x="9208" y="4623"/>
                    </a:moveTo>
                    <a:cubicBezTo>
                      <a:pt x="9208" y="7176"/>
                      <a:pt x="7147" y="9245"/>
                      <a:pt x="4604" y="9245"/>
                    </a:cubicBezTo>
                    <a:cubicBezTo>
                      <a:pt x="2061" y="9245"/>
                      <a:pt x="0" y="7176"/>
                      <a:pt x="0" y="4623"/>
                    </a:cubicBezTo>
                    <a:cubicBezTo>
                      <a:pt x="0" y="2070"/>
                      <a:pt x="2061" y="0"/>
                      <a:pt x="4604" y="0"/>
                    </a:cubicBezTo>
                    <a:cubicBezTo>
                      <a:pt x="7147" y="0"/>
                      <a:pt x="9208" y="2070"/>
                      <a:pt x="9208" y="4623"/>
                    </a:cubicBez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7" name="Freeform: Shape 176">
                <a:extLst>
                  <a:ext uri="{FF2B5EF4-FFF2-40B4-BE49-F238E27FC236}">
                    <a16:creationId xmlns:a16="http://schemas.microsoft.com/office/drawing/2014/main" id="{CB06B0BF-7EE1-31B4-A4D8-B37E78008361}"/>
                  </a:ext>
                </a:extLst>
              </p:cNvPr>
              <p:cNvSpPr/>
              <p:nvPr/>
            </p:nvSpPr>
            <p:spPr>
              <a:xfrm>
                <a:off x="6183031" y="2423794"/>
                <a:ext cx="10964" cy="9690"/>
              </a:xfrm>
              <a:custGeom>
                <a:avLst/>
                <a:gdLst>
                  <a:gd name="connsiteX0" fmla="*/ 9208 w 9207"/>
                  <a:gd name="connsiteY0" fmla="*/ 4623 h 9245"/>
                  <a:gd name="connsiteX1" fmla="*/ 4604 w 9207"/>
                  <a:gd name="connsiteY1" fmla="*/ 9245 h 9245"/>
                  <a:gd name="connsiteX2" fmla="*/ 0 w 9207"/>
                  <a:gd name="connsiteY2" fmla="*/ 4623 h 9245"/>
                  <a:gd name="connsiteX3" fmla="*/ 4604 w 9207"/>
                  <a:gd name="connsiteY3" fmla="*/ 0 h 9245"/>
                  <a:gd name="connsiteX4" fmla="*/ 9208 w 9207"/>
                  <a:gd name="connsiteY4" fmla="*/ 4623 h 9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7" h="9245">
                    <a:moveTo>
                      <a:pt x="9208" y="4623"/>
                    </a:moveTo>
                    <a:cubicBezTo>
                      <a:pt x="9208" y="7176"/>
                      <a:pt x="7147" y="9245"/>
                      <a:pt x="4604" y="9245"/>
                    </a:cubicBezTo>
                    <a:cubicBezTo>
                      <a:pt x="2061" y="9245"/>
                      <a:pt x="0" y="7176"/>
                      <a:pt x="0" y="4623"/>
                    </a:cubicBezTo>
                    <a:cubicBezTo>
                      <a:pt x="0" y="2070"/>
                      <a:pt x="2061" y="0"/>
                      <a:pt x="4604" y="0"/>
                    </a:cubicBezTo>
                    <a:cubicBezTo>
                      <a:pt x="7147" y="0"/>
                      <a:pt x="9208" y="2070"/>
                      <a:pt x="9208" y="4623"/>
                    </a:cubicBez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8" name="Freeform: Shape 177">
                <a:extLst>
                  <a:ext uri="{FF2B5EF4-FFF2-40B4-BE49-F238E27FC236}">
                    <a16:creationId xmlns:a16="http://schemas.microsoft.com/office/drawing/2014/main" id="{C323E9FD-5997-E176-2FB0-256256DEFEFB}"/>
                  </a:ext>
                </a:extLst>
              </p:cNvPr>
              <p:cNvSpPr/>
              <p:nvPr/>
            </p:nvSpPr>
            <p:spPr>
              <a:xfrm>
                <a:off x="6206111" y="2423794"/>
                <a:ext cx="10964" cy="9690"/>
              </a:xfrm>
              <a:custGeom>
                <a:avLst/>
                <a:gdLst>
                  <a:gd name="connsiteX0" fmla="*/ 9208 w 9207"/>
                  <a:gd name="connsiteY0" fmla="*/ 4623 h 9245"/>
                  <a:gd name="connsiteX1" fmla="*/ 4604 w 9207"/>
                  <a:gd name="connsiteY1" fmla="*/ 9245 h 9245"/>
                  <a:gd name="connsiteX2" fmla="*/ 0 w 9207"/>
                  <a:gd name="connsiteY2" fmla="*/ 4623 h 9245"/>
                  <a:gd name="connsiteX3" fmla="*/ 4604 w 9207"/>
                  <a:gd name="connsiteY3" fmla="*/ 0 h 9245"/>
                  <a:gd name="connsiteX4" fmla="*/ 9208 w 9207"/>
                  <a:gd name="connsiteY4" fmla="*/ 4623 h 924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207" h="9245">
                    <a:moveTo>
                      <a:pt x="9208" y="4623"/>
                    </a:moveTo>
                    <a:cubicBezTo>
                      <a:pt x="9208" y="7176"/>
                      <a:pt x="7147" y="9245"/>
                      <a:pt x="4604" y="9245"/>
                    </a:cubicBezTo>
                    <a:cubicBezTo>
                      <a:pt x="2061" y="9245"/>
                      <a:pt x="0" y="7176"/>
                      <a:pt x="0" y="4623"/>
                    </a:cubicBezTo>
                    <a:cubicBezTo>
                      <a:pt x="0" y="2070"/>
                      <a:pt x="2061" y="0"/>
                      <a:pt x="4604" y="0"/>
                    </a:cubicBezTo>
                    <a:cubicBezTo>
                      <a:pt x="7147" y="0"/>
                      <a:pt x="9208" y="2070"/>
                      <a:pt x="9208" y="4623"/>
                    </a:cubicBez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79" name="Freeform: Shape 178">
                <a:extLst>
                  <a:ext uri="{FF2B5EF4-FFF2-40B4-BE49-F238E27FC236}">
                    <a16:creationId xmlns:a16="http://schemas.microsoft.com/office/drawing/2014/main" id="{212AFFF1-7EC4-07EB-B0FC-3BB196B77CC1}"/>
                  </a:ext>
                </a:extLst>
              </p:cNvPr>
              <p:cNvSpPr/>
              <p:nvPr/>
            </p:nvSpPr>
            <p:spPr>
              <a:xfrm>
                <a:off x="5604210" y="2123442"/>
                <a:ext cx="471532" cy="303112"/>
              </a:xfrm>
              <a:custGeom>
                <a:avLst/>
                <a:gdLst>
                  <a:gd name="connsiteX0" fmla="*/ 0 w 395983"/>
                  <a:gd name="connsiteY0" fmla="*/ 269542 h 289187"/>
                  <a:gd name="connsiteX1" fmla="*/ 19567 w 395983"/>
                  <a:gd name="connsiteY1" fmla="*/ 289188 h 289187"/>
                  <a:gd name="connsiteX2" fmla="*/ 376417 w 395983"/>
                  <a:gd name="connsiteY2" fmla="*/ 289188 h 289187"/>
                  <a:gd name="connsiteX3" fmla="*/ 395983 w 395983"/>
                  <a:gd name="connsiteY3" fmla="*/ 269542 h 289187"/>
                  <a:gd name="connsiteX4" fmla="*/ 395983 w 395983"/>
                  <a:gd name="connsiteY4" fmla="*/ 0 h 289187"/>
                  <a:gd name="connsiteX5" fmla="*/ 0 w 395983"/>
                  <a:gd name="connsiteY5" fmla="*/ 0 h 289187"/>
                  <a:gd name="connsiteX6" fmla="*/ 0 w 395983"/>
                  <a:gd name="connsiteY6" fmla="*/ 269542 h 289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5983" h="289187">
                    <a:moveTo>
                      <a:pt x="0" y="269542"/>
                    </a:moveTo>
                    <a:cubicBezTo>
                      <a:pt x="0" y="280405"/>
                      <a:pt x="8747" y="289188"/>
                      <a:pt x="19567" y="289188"/>
                    </a:cubicBezTo>
                    <a:lnTo>
                      <a:pt x="376417" y="289188"/>
                    </a:lnTo>
                    <a:cubicBezTo>
                      <a:pt x="387236" y="289188"/>
                      <a:pt x="395983" y="280405"/>
                      <a:pt x="395983" y="269542"/>
                    </a:cubicBezTo>
                    <a:lnTo>
                      <a:pt x="395983" y="0"/>
                    </a:lnTo>
                    <a:lnTo>
                      <a:pt x="0" y="0"/>
                    </a:lnTo>
                    <a:lnTo>
                      <a:pt x="0" y="269542"/>
                    </a:lnTo>
                    <a:close/>
                  </a:path>
                </a:pathLst>
              </a:custGeom>
              <a:solidFill>
                <a:srgbClr val="2251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0" name="Freeform: Shape 179">
                <a:extLst>
                  <a:ext uri="{FF2B5EF4-FFF2-40B4-BE49-F238E27FC236}">
                    <a16:creationId xmlns:a16="http://schemas.microsoft.com/office/drawing/2014/main" id="{04C02D6E-91E9-FBEA-4F51-83304B3A86C3}"/>
                  </a:ext>
                </a:extLst>
              </p:cNvPr>
              <p:cNvSpPr/>
              <p:nvPr/>
            </p:nvSpPr>
            <p:spPr>
              <a:xfrm>
                <a:off x="5604210" y="2087055"/>
                <a:ext cx="471532" cy="37162"/>
              </a:xfrm>
              <a:custGeom>
                <a:avLst/>
                <a:gdLst>
                  <a:gd name="connsiteX0" fmla="*/ 0 w 395983"/>
                  <a:gd name="connsiteY0" fmla="*/ 0 h 35455"/>
                  <a:gd name="connsiteX1" fmla="*/ 395983 w 395983"/>
                  <a:gd name="connsiteY1" fmla="*/ 0 h 35455"/>
                  <a:gd name="connsiteX2" fmla="*/ 395983 w 395983"/>
                  <a:gd name="connsiteY2" fmla="*/ 35455 h 35455"/>
                  <a:gd name="connsiteX3" fmla="*/ 0 w 395983"/>
                  <a:gd name="connsiteY3" fmla="*/ 35455 h 35455"/>
                </a:gdLst>
                <a:ahLst/>
                <a:cxnLst>
                  <a:cxn ang="0">
                    <a:pos x="connsiteX0" y="connsiteY0"/>
                  </a:cxn>
                  <a:cxn ang="0">
                    <a:pos x="connsiteX1" y="connsiteY1"/>
                  </a:cxn>
                  <a:cxn ang="0">
                    <a:pos x="connsiteX2" y="connsiteY2"/>
                  </a:cxn>
                  <a:cxn ang="0">
                    <a:pos x="connsiteX3" y="connsiteY3"/>
                  </a:cxn>
                </a:cxnLst>
                <a:rect l="l" t="t" r="r" b="b"/>
                <a:pathLst>
                  <a:path w="395983" h="35455">
                    <a:moveTo>
                      <a:pt x="0" y="0"/>
                    </a:moveTo>
                    <a:lnTo>
                      <a:pt x="395983" y="0"/>
                    </a:lnTo>
                    <a:lnTo>
                      <a:pt x="395983" y="35455"/>
                    </a:lnTo>
                    <a:lnTo>
                      <a:pt x="0" y="35455"/>
                    </a:lnTo>
                    <a:close/>
                  </a:path>
                </a:pathLst>
              </a:custGeom>
              <a:solidFill>
                <a:srgbClr val="051C2C"/>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1" name="Freeform: Shape 180">
                <a:extLst>
                  <a:ext uri="{FF2B5EF4-FFF2-40B4-BE49-F238E27FC236}">
                    <a16:creationId xmlns:a16="http://schemas.microsoft.com/office/drawing/2014/main" id="{00A19D92-A6F7-F16A-1521-AB8F1FBFF4FA}"/>
                  </a:ext>
                </a:extLst>
              </p:cNvPr>
              <p:cNvSpPr/>
              <p:nvPr/>
            </p:nvSpPr>
            <p:spPr>
              <a:xfrm rot="18900000">
                <a:off x="6045210" y="2092868"/>
                <a:ext cx="7072" cy="25581"/>
              </a:xfrm>
              <a:custGeom>
                <a:avLst/>
                <a:gdLst>
                  <a:gd name="connsiteX0" fmla="*/ 0 w 5939"/>
                  <a:gd name="connsiteY0" fmla="*/ 0 h 24406"/>
                  <a:gd name="connsiteX1" fmla="*/ 5939 w 5939"/>
                  <a:gd name="connsiteY1" fmla="*/ 0 h 24406"/>
                  <a:gd name="connsiteX2" fmla="*/ 5939 w 5939"/>
                  <a:gd name="connsiteY2" fmla="*/ 24407 h 24406"/>
                  <a:gd name="connsiteX3" fmla="*/ 0 w 5939"/>
                  <a:gd name="connsiteY3" fmla="*/ 24407 h 24406"/>
                </a:gdLst>
                <a:ahLst/>
                <a:cxnLst>
                  <a:cxn ang="0">
                    <a:pos x="connsiteX0" y="connsiteY0"/>
                  </a:cxn>
                  <a:cxn ang="0">
                    <a:pos x="connsiteX1" y="connsiteY1"/>
                  </a:cxn>
                  <a:cxn ang="0">
                    <a:pos x="connsiteX2" y="connsiteY2"/>
                  </a:cxn>
                  <a:cxn ang="0">
                    <a:pos x="connsiteX3" y="connsiteY3"/>
                  </a:cxn>
                </a:cxnLst>
                <a:rect l="l" t="t" r="r" b="b"/>
                <a:pathLst>
                  <a:path w="5939" h="24406">
                    <a:moveTo>
                      <a:pt x="0" y="0"/>
                    </a:moveTo>
                    <a:lnTo>
                      <a:pt x="5939" y="0"/>
                    </a:lnTo>
                    <a:lnTo>
                      <a:pt x="5939" y="24407"/>
                    </a:lnTo>
                    <a:lnTo>
                      <a:pt x="0" y="24407"/>
                    </a:ln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2" name="Freeform: Shape 181">
                <a:extLst>
                  <a:ext uri="{FF2B5EF4-FFF2-40B4-BE49-F238E27FC236}">
                    <a16:creationId xmlns:a16="http://schemas.microsoft.com/office/drawing/2014/main" id="{C6651609-6ABC-90ED-8D15-F311BA4314C3}"/>
                  </a:ext>
                </a:extLst>
              </p:cNvPr>
              <p:cNvSpPr/>
              <p:nvPr/>
            </p:nvSpPr>
            <p:spPr>
              <a:xfrm rot="18900243">
                <a:off x="6034312" y="2102496"/>
                <a:ext cx="28948" cy="6250"/>
              </a:xfrm>
              <a:custGeom>
                <a:avLst/>
                <a:gdLst>
                  <a:gd name="connsiteX0" fmla="*/ 0 w 24310"/>
                  <a:gd name="connsiteY0" fmla="*/ 0 h 5963"/>
                  <a:gd name="connsiteX1" fmla="*/ 24310 w 24310"/>
                  <a:gd name="connsiteY1" fmla="*/ 0 h 5963"/>
                  <a:gd name="connsiteX2" fmla="*/ 24310 w 24310"/>
                  <a:gd name="connsiteY2" fmla="*/ 5963 h 5963"/>
                  <a:gd name="connsiteX3" fmla="*/ 0 w 24310"/>
                  <a:gd name="connsiteY3" fmla="*/ 5963 h 5963"/>
                </a:gdLst>
                <a:ahLst/>
                <a:cxnLst>
                  <a:cxn ang="0">
                    <a:pos x="connsiteX0" y="connsiteY0"/>
                  </a:cxn>
                  <a:cxn ang="0">
                    <a:pos x="connsiteX1" y="connsiteY1"/>
                  </a:cxn>
                  <a:cxn ang="0">
                    <a:pos x="connsiteX2" y="connsiteY2"/>
                  </a:cxn>
                  <a:cxn ang="0">
                    <a:pos x="connsiteX3" y="connsiteY3"/>
                  </a:cxn>
                </a:cxnLst>
                <a:rect l="l" t="t" r="r" b="b"/>
                <a:pathLst>
                  <a:path w="24310" h="5963">
                    <a:moveTo>
                      <a:pt x="0" y="0"/>
                    </a:moveTo>
                    <a:lnTo>
                      <a:pt x="24310" y="0"/>
                    </a:lnTo>
                    <a:lnTo>
                      <a:pt x="24310" y="5963"/>
                    </a:lnTo>
                    <a:lnTo>
                      <a:pt x="0" y="5963"/>
                    </a:ln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3" name="Freeform: Shape 182">
                <a:extLst>
                  <a:ext uri="{FF2B5EF4-FFF2-40B4-BE49-F238E27FC236}">
                    <a16:creationId xmlns:a16="http://schemas.microsoft.com/office/drawing/2014/main" id="{1433211B-84FF-F209-1CA1-92556E7571A9}"/>
                  </a:ext>
                </a:extLst>
              </p:cNvPr>
              <p:cNvSpPr/>
              <p:nvPr/>
            </p:nvSpPr>
            <p:spPr>
              <a:xfrm>
                <a:off x="5659361" y="2226886"/>
                <a:ext cx="214522" cy="15262"/>
              </a:xfrm>
              <a:custGeom>
                <a:avLst/>
                <a:gdLst>
                  <a:gd name="connsiteX0" fmla="*/ 0 w 180151"/>
                  <a:gd name="connsiteY0" fmla="*/ 0 h 14561"/>
                  <a:gd name="connsiteX1" fmla="*/ 180151 w 180151"/>
                  <a:gd name="connsiteY1" fmla="*/ 0 h 14561"/>
                  <a:gd name="connsiteX2" fmla="*/ 180151 w 180151"/>
                  <a:gd name="connsiteY2" fmla="*/ 14561 h 14561"/>
                  <a:gd name="connsiteX3" fmla="*/ 0 w 180151"/>
                  <a:gd name="connsiteY3" fmla="*/ 14561 h 14561"/>
                </a:gdLst>
                <a:ahLst/>
                <a:cxnLst>
                  <a:cxn ang="0">
                    <a:pos x="connsiteX0" y="connsiteY0"/>
                  </a:cxn>
                  <a:cxn ang="0">
                    <a:pos x="connsiteX1" y="connsiteY1"/>
                  </a:cxn>
                  <a:cxn ang="0">
                    <a:pos x="connsiteX2" y="connsiteY2"/>
                  </a:cxn>
                  <a:cxn ang="0">
                    <a:pos x="connsiteX3" y="connsiteY3"/>
                  </a:cxn>
                </a:cxnLst>
                <a:rect l="l" t="t" r="r" b="b"/>
                <a:pathLst>
                  <a:path w="180151" h="14561">
                    <a:moveTo>
                      <a:pt x="0" y="0"/>
                    </a:moveTo>
                    <a:lnTo>
                      <a:pt x="180151" y="0"/>
                    </a:lnTo>
                    <a:lnTo>
                      <a:pt x="180151" y="14561"/>
                    </a:lnTo>
                    <a:lnTo>
                      <a:pt x="0" y="14561"/>
                    </a:ln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4" name="Freeform: Shape 183">
                <a:extLst>
                  <a:ext uri="{FF2B5EF4-FFF2-40B4-BE49-F238E27FC236}">
                    <a16:creationId xmlns:a16="http://schemas.microsoft.com/office/drawing/2014/main" id="{3AC4085C-1741-7D4B-BDA9-744EAFFEE663}"/>
                  </a:ext>
                </a:extLst>
              </p:cNvPr>
              <p:cNvSpPr/>
              <p:nvPr/>
            </p:nvSpPr>
            <p:spPr>
              <a:xfrm>
                <a:off x="5659361" y="2253922"/>
                <a:ext cx="363366" cy="129898"/>
              </a:xfrm>
              <a:custGeom>
                <a:avLst/>
                <a:gdLst>
                  <a:gd name="connsiteX0" fmla="*/ 0 w 305147"/>
                  <a:gd name="connsiteY0" fmla="*/ 0 h 123930"/>
                  <a:gd name="connsiteX1" fmla="*/ 305148 w 305147"/>
                  <a:gd name="connsiteY1" fmla="*/ 0 h 123930"/>
                  <a:gd name="connsiteX2" fmla="*/ 305148 w 305147"/>
                  <a:gd name="connsiteY2" fmla="*/ 123931 h 123930"/>
                  <a:gd name="connsiteX3" fmla="*/ 0 w 305147"/>
                  <a:gd name="connsiteY3" fmla="*/ 123931 h 123930"/>
                </a:gdLst>
                <a:ahLst/>
                <a:cxnLst>
                  <a:cxn ang="0">
                    <a:pos x="connsiteX0" y="connsiteY0"/>
                  </a:cxn>
                  <a:cxn ang="0">
                    <a:pos x="connsiteX1" y="connsiteY1"/>
                  </a:cxn>
                  <a:cxn ang="0">
                    <a:pos x="connsiteX2" y="connsiteY2"/>
                  </a:cxn>
                  <a:cxn ang="0">
                    <a:pos x="connsiteX3" y="connsiteY3"/>
                  </a:cxn>
                </a:cxnLst>
                <a:rect l="l" t="t" r="r" b="b"/>
                <a:pathLst>
                  <a:path w="305147" h="123930">
                    <a:moveTo>
                      <a:pt x="0" y="0"/>
                    </a:moveTo>
                    <a:lnTo>
                      <a:pt x="305148" y="0"/>
                    </a:lnTo>
                    <a:lnTo>
                      <a:pt x="305148" y="123931"/>
                    </a:lnTo>
                    <a:lnTo>
                      <a:pt x="0" y="123931"/>
                    </a:ln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5" name="Freeform: Shape 184">
                <a:extLst>
                  <a:ext uri="{FF2B5EF4-FFF2-40B4-BE49-F238E27FC236}">
                    <a16:creationId xmlns:a16="http://schemas.microsoft.com/office/drawing/2014/main" id="{345EDA19-B1E3-A01E-8AFC-B7930AF3FF0F}"/>
                  </a:ext>
                </a:extLst>
              </p:cNvPr>
              <p:cNvSpPr/>
              <p:nvPr/>
            </p:nvSpPr>
            <p:spPr>
              <a:xfrm>
                <a:off x="5659361" y="2202224"/>
                <a:ext cx="287655" cy="15262"/>
              </a:xfrm>
              <a:custGeom>
                <a:avLst/>
                <a:gdLst>
                  <a:gd name="connsiteX0" fmla="*/ 0 w 241567"/>
                  <a:gd name="connsiteY0" fmla="*/ 0 h 14561"/>
                  <a:gd name="connsiteX1" fmla="*/ 241568 w 241567"/>
                  <a:gd name="connsiteY1" fmla="*/ 0 h 14561"/>
                  <a:gd name="connsiteX2" fmla="*/ 241568 w 241567"/>
                  <a:gd name="connsiteY2" fmla="*/ 14561 h 14561"/>
                  <a:gd name="connsiteX3" fmla="*/ 0 w 241567"/>
                  <a:gd name="connsiteY3" fmla="*/ 14561 h 14561"/>
                </a:gdLst>
                <a:ahLst/>
                <a:cxnLst>
                  <a:cxn ang="0">
                    <a:pos x="connsiteX0" y="connsiteY0"/>
                  </a:cxn>
                  <a:cxn ang="0">
                    <a:pos x="connsiteX1" y="connsiteY1"/>
                  </a:cxn>
                  <a:cxn ang="0">
                    <a:pos x="connsiteX2" y="connsiteY2"/>
                  </a:cxn>
                  <a:cxn ang="0">
                    <a:pos x="connsiteX3" y="connsiteY3"/>
                  </a:cxn>
                </a:cxnLst>
                <a:rect l="l" t="t" r="r" b="b"/>
                <a:pathLst>
                  <a:path w="241567" h="14561">
                    <a:moveTo>
                      <a:pt x="0" y="0"/>
                    </a:moveTo>
                    <a:lnTo>
                      <a:pt x="241568" y="0"/>
                    </a:lnTo>
                    <a:lnTo>
                      <a:pt x="241568" y="14561"/>
                    </a:lnTo>
                    <a:lnTo>
                      <a:pt x="0" y="14561"/>
                    </a:ln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6" name="Freeform: Shape 185">
                <a:extLst>
                  <a:ext uri="{FF2B5EF4-FFF2-40B4-BE49-F238E27FC236}">
                    <a16:creationId xmlns:a16="http://schemas.microsoft.com/office/drawing/2014/main" id="{5327084F-FE94-A785-9F77-874FD4D1B3C3}"/>
                  </a:ext>
                </a:extLst>
              </p:cNvPr>
              <p:cNvSpPr/>
              <p:nvPr/>
            </p:nvSpPr>
            <p:spPr>
              <a:xfrm>
                <a:off x="5636226" y="2142872"/>
                <a:ext cx="406566" cy="40553"/>
              </a:xfrm>
              <a:custGeom>
                <a:avLst/>
                <a:gdLst>
                  <a:gd name="connsiteX0" fmla="*/ 0 w 341426"/>
                  <a:gd name="connsiteY0" fmla="*/ 0 h 38690"/>
                  <a:gd name="connsiteX1" fmla="*/ 341427 w 341426"/>
                  <a:gd name="connsiteY1" fmla="*/ 0 h 38690"/>
                  <a:gd name="connsiteX2" fmla="*/ 341427 w 341426"/>
                  <a:gd name="connsiteY2" fmla="*/ 38691 h 38690"/>
                  <a:gd name="connsiteX3" fmla="*/ 0 w 341426"/>
                  <a:gd name="connsiteY3" fmla="*/ 38691 h 38690"/>
                </a:gdLst>
                <a:ahLst/>
                <a:cxnLst>
                  <a:cxn ang="0">
                    <a:pos x="connsiteX0" y="connsiteY0"/>
                  </a:cxn>
                  <a:cxn ang="0">
                    <a:pos x="connsiteX1" y="connsiteY1"/>
                  </a:cxn>
                  <a:cxn ang="0">
                    <a:pos x="connsiteX2" y="connsiteY2"/>
                  </a:cxn>
                  <a:cxn ang="0">
                    <a:pos x="connsiteX3" y="connsiteY3"/>
                  </a:cxn>
                </a:cxnLst>
                <a:rect l="l" t="t" r="r" b="b"/>
                <a:pathLst>
                  <a:path w="341426" h="38690">
                    <a:moveTo>
                      <a:pt x="0" y="0"/>
                    </a:moveTo>
                    <a:lnTo>
                      <a:pt x="341427" y="0"/>
                    </a:lnTo>
                    <a:lnTo>
                      <a:pt x="341427" y="38691"/>
                    </a:lnTo>
                    <a:lnTo>
                      <a:pt x="0" y="38691"/>
                    </a:lnTo>
                    <a:close/>
                  </a:path>
                </a:pathLst>
              </a:custGeom>
              <a:solidFill>
                <a:srgbClr val="F0F0F0"/>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7" name="Freeform: Shape 186">
                <a:extLst>
                  <a:ext uri="{FF2B5EF4-FFF2-40B4-BE49-F238E27FC236}">
                    <a16:creationId xmlns:a16="http://schemas.microsoft.com/office/drawing/2014/main" id="{7A0D3650-DAE2-9878-E760-EDDD0950E741}"/>
                  </a:ext>
                </a:extLst>
              </p:cNvPr>
              <p:cNvSpPr/>
              <p:nvPr/>
            </p:nvSpPr>
            <p:spPr>
              <a:xfrm>
                <a:off x="5658319" y="2154160"/>
                <a:ext cx="139633" cy="18799"/>
              </a:xfrm>
              <a:custGeom>
                <a:avLst/>
                <a:gdLst>
                  <a:gd name="connsiteX0" fmla="*/ 0 w 117261"/>
                  <a:gd name="connsiteY0" fmla="*/ 0 h 17935"/>
                  <a:gd name="connsiteX1" fmla="*/ 117262 w 117261"/>
                  <a:gd name="connsiteY1" fmla="*/ 0 h 17935"/>
                  <a:gd name="connsiteX2" fmla="*/ 117262 w 117261"/>
                  <a:gd name="connsiteY2" fmla="*/ 17936 h 17935"/>
                  <a:gd name="connsiteX3" fmla="*/ 0 w 117261"/>
                  <a:gd name="connsiteY3" fmla="*/ 17936 h 17935"/>
                </a:gdLst>
                <a:ahLst/>
                <a:cxnLst>
                  <a:cxn ang="0">
                    <a:pos x="connsiteX0" y="connsiteY0"/>
                  </a:cxn>
                  <a:cxn ang="0">
                    <a:pos x="connsiteX1" y="connsiteY1"/>
                  </a:cxn>
                  <a:cxn ang="0">
                    <a:pos x="connsiteX2" y="connsiteY2"/>
                  </a:cxn>
                  <a:cxn ang="0">
                    <a:pos x="connsiteX3" y="connsiteY3"/>
                  </a:cxn>
                </a:cxnLst>
                <a:rect l="l" t="t" r="r" b="b"/>
                <a:pathLst>
                  <a:path w="117261" h="17935">
                    <a:moveTo>
                      <a:pt x="0" y="0"/>
                    </a:moveTo>
                    <a:lnTo>
                      <a:pt x="117262" y="0"/>
                    </a:lnTo>
                    <a:lnTo>
                      <a:pt x="117262" y="17936"/>
                    </a:lnTo>
                    <a:lnTo>
                      <a:pt x="0" y="17936"/>
                    </a:lnTo>
                    <a:close/>
                  </a:path>
                </a:pathLst>
              </a:custGeom>
              <a:solidFill>
                <a:srgbClr val="051C2C"/>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8" name="Freeform: Shape 187">
                <a:extLst>
                  <a:ext uri="{FF2B5EF4-FFF2-40B4-BE49-F238E27FC236}">
                    <a16:creationId xmlns:a16="http://schemas.microsoft.com/office/drawing/2014/main" id="{31BD1A9A-E0CA-0362-3B39-0105E0C7A659}"/>
                  </a:ext>
                </a:extLst>
              </p:cNvPr>
              <p:cNvSpPr/>
              <p:nvPr/>
            </p:nvSpPr>
            <p:spPr>
              <a:xfrm>
                <a:off x="5797899" y="2154160"/>
                <a:ext cx="21271" cy="18799"/>
              </a:xfrm>
              <a:custGeom>
                <a:avLst/>
                <a:gdLst>
                  <a:gd name="connsiteX0" fmla="*/ 0 w 17863"/>
                  <a:gd name="connsiteY0" fmla="*/ 0 h 17935"/>
                  <a:gd name="connsiteX1" fmla="*/ 17863 w 17863"/>
                  <a:gd name="connsiteY1" fmla="*/ 0 h 17935"/>
                  <a:gd name="connsiteX2" fmla="*/ 17863 w 17863"/>
                  <a:gd name="connsiteY2" fmla="*/ 17936 h 17935"/>
                  <a:gd name="connsiteX3" fmla="*/ 0 w 17863"/>
                  <a:gd name="connsiteY3" fmla="*/ 17936 h 17935"/>
                </a:gdLst>
                <a:ahLst/>
                <a:cxnLst>
                  <a:cxn ang="0">
                    <a:pos x="connsiteX0" y="connsiteY0"/>
                  </a:cxn>
                  <a:cxn ang="0">
                    <a:pos x="connsiteX1" y="connsiteY1"/>
                  </a:cxn>
                  <a:cxn ang="0">
                    <a:pos x="connsiteX2" y="connsiteY2"/>
                  </a:cxn>
                  <a:cxn ang="0">
                    <a:pos x="connsiteX3" y="connsiteY3"/>
                  </a:cxn>
                </a:cxnLst>
                <a:rect l="l" t="t" r="r" b="b"/>
                <a:pathLst>
                  <a:path w="17863" h="17935">
                    <a:moveTo>
                      <a:pt x="0" y="0"/>
                    </a:moveTo>
                    <a:lnTo>
                      <a:pt x="17863" y="0"/>
                    </a:lnTo>
                    <a:lnTo>
                      <a:pt x="17863" y="17936"/>
                    </a:lnTo>
                    <a:lnTo>
                      <a:pt x="0" y="17936"/>
                    </a:lnTo>
                    <a:close/>
                  </a:path>
                </a:pathLst>
              </a:custGeom>
              <a:solidFill>
                <a:srgbClr val="2251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89" name="Freeform: Shape 188">
                <a:extLst>
                  <a:ext uri="{FF2B5EF4-FFF2-40B4-BE49-F238E27FC236}">
                    <a16:creationId xmlns:a16="http://schemas.microsoft.com/office/drawing/2014/main" id="{5C5CD254-DD8F-7949-EA10-FAE3CE272575}"/>
                  </a:ext>
                </a:extLst>
              </p:cNvPr>
              <p:cNvSpPr/>
              <p:nvPr/>
            </p:nvSpPr>
            <p:spPr>
              <a:xfrm>
                <a:off x="5924595" y="2193358"/>
                <a:ext cx="426193" cy="167739"/>
              </a:xfrm>
              <a:custGeom>
                <a:avLst/>
                <a:gdLst>
                  <a:gd name="connsiteX0" fmla="*/ 357909 w 357908"/>
                  <a:gd name="connsiteY0" fmla="*/ 110942 h 160033"/>
                  <a:gd name="connsiteX1" fmla="*/ 309015 w 357908"/>
                  <a:gd name="connsiteY1" fmla="*/ 160033 h 160033"/>
                  <a:gd name="connsiteX2" fmla="*/ 48894 w 357908"/>
                  <a:gd name="connsiteY2" fmla="*/ 160033 h 160033"/>
                  <a:gd name="connsiteX3" fmla="*/ 0 w 357908"/>
                  <a:gd name="connsiteY3" fmla="*/ 110942 h 160033"/>
                  <a:gd name="connsiteX4" fmla="*/ 0 w 357908"/>
                  <a:gd name="connsiteY4" fmla="*/ 49092 h 160033"/>
                  <a:gd name="connsiteX5" fmla="*/ 48894 w 357908"/>
                  <a:gd name="connsiteY5" fmla="*/ 0 h 160033"/>
                  <a:gd name="connsiteX6" fmla="*/ 309015 w 357908"/>
                  <a:gd name="connsiteY6" fmla="*/ 0 h 160033"/>
                  <a:gd name="connsiteX7" fmla="*/ 357909 w 357908"/>
                  <a:gd name="connsiteY7" fmla="*/ 49092 h 160033"/>
                  <a:gd name="connsiteX8" fmla="*/ 357909 w 357908"/>
                  <a:gd name="connsiteY8" fmla="*/ 110942 h 160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57908" h="160033">
                    <a:moveTo>
                      <a:pt x="357909" y="110942"/>
                    </a:moveTo>
                    <a:cubicBezTo>
                      <a:pt x="357909" y="138076"/>
                      <a:pt x="336040" y="160033"/>
                      <a:pt x="309015" y="160033"/>
                    </a:cubicBezTo>
                    <a:lnTo>
                      <a:pt x="48894" y="160033"/>
                    </a:lnTo>
                    <a:cubicBezTo>
                      <a:pt x="21869" y="160033"/>
                      <a:pt x="0" y="138076"/>
                      <a:pt x="0" y="110942"/>
                    </a:cubicBezTo>
                    <a:lnTo>
                      <a:pt x="0" y="49092"/>
                    </a:lnTo>
                    <a:cubicBezTo>
                      <a:pt x="0" y="21957"/>
                      <a:pt x="21869" y="0"/>
                      <a:pt x="48894" y="0"/>
                    </a:cubicBezTo>
                    <a:lnTo>
                      <a:pt x="309015" y="0"/>
                    </a:lnTo>
                    <a:cubicBezTo>
                      <a:pt x="336040" y="0"/>
                      <a:pt x="357909" y="21957"/>
                      <a:pt x="357909" y="49092"/>
                    </a:cubicBezTo>
                    <a:lnTo>
                      <a:pt x="357909" y="110942"/>
                    </a:lnTo>
                    <a:close/>
                  </a:path>
                </a:pathLst>
              </a:custGeom>
              <a:solidFill>
                <a:srgbClr val="051C2C"/>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90" name="Freeform: Shape 189">
                <a:extLst>
                  <a:ext uri="{FF2B5EF4-FFF2-40B4-BE49-F238E27FC236}">
                    <a16:creationId xmlns:a16="http://schemas.microsoft.com/office/drawing/2014/main" id="{B7124ED9-564F-4D2C-EB58-4198F9A95273}"/>
                  </a:ext>
                </a:extLst>
              </p:cNvPr>
              <p:cNvSpPr/>
              <p:nvPr/>
            </p:nvSpPr>
            <p:spPr>
              <a:xfrm>
                <a:off x="5962314" y="2230908"/>
                <a:ext cx="344562" cy="9738"/>
              </a:xfrm>
              <a:custGeom>
                <a:avLst/>
                <a:gdLst>
                  <a:gd name="connsiteX0" fmla="*/ 0 w 289356"/>
                  <a:gd name="connsiteY0" fmla="*/ 0 h 9291"/>
                  <a:gd name="connsiteX1" fmla="*/ 289356 w 289356"/>
                  <a:gd name="connsiteY1" fmla="*/ 0 h 9291"/>
                  <a:gd name="connsiteX2" fmla="*/ 289356 w 289356"/>
                  <a:gd name="connsiteY2" fmla="*/ 9291 h 9291"/>
                  <a:gd name="connsiteX3" fmla="*/ 0 w 289356"/>
                  <a:gd name="connsiteY3" fmla="*/ 9291 h 9291"/>
                </a:gdLst>
                <a:ahLst/>
                <a:cxnLst>
                  <a:cxn ang="0">
                    <a:pos x="connsiteX0" y="connsiteY0"/>
                  </a:cxn>
                  <a:cxn ang="0">
                    <a:pos x="connsiteX1" y="connsiteY1"/>
                  </a:cxn>
                  <a:cxn ang="0">
                    <a:pos x="connsiteX2" y="connsiteY2"/>
                  </a:cxn>
                  <a:cxn ang="0">
                    <a:pos x="connsiteX3" y="connsiteY3"/>
                  </a:cxn>
                </a:cxnLst>
                <a:rect l="l" t="t" r="r" b="b"/>
                <a:pathLst>
                  <a:path w="289356" h="9291">
                    <a:moveTo>
                      <a:pt x="0" y="0"/>
                    </a:moveTo>
                    <a:lnTo>
                      <a:pt x="289356" y="0"/>
                    </a:lnTo>
                    <a:lnTo>
                      <a:pt x="289356" y="9291"/>
                    </a:lnTo>
                    <a:lnTo>
                      <a:pt x="0" y="9291"/>
                    </a:lnTo>
                    <a:close/>
                  </a:path>
                </a:pathLst>
              </a:custGeom>
              <a:solidFill>
                <a:srgbClr val="2251FF">
                  <a:lumMod val="75000"/>
                </a:srgbClr>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91" name="Freeform: Shape 190">
                <a:extLst>
                  <a:ext uri="{FF2B5EF4-FFF2-40B4-BE49-F238E27FC236}">
                    <a16:creationId xmlns:a16="http://schemas.microsoft.com/office/drawing/2014/main" id="{5E3491E6-A4B9-A013-743D-23A15FF6C2E2}"/>
                  </a:ext>
                </a:extLst>
              </p:cNvPr>
              <p:cNvSpPr/>
              <p:nvPr/>
            </p:nvSpPr>
            <p:spPr>
              <a:xfrm>
                <a:off x="5962314" y="2253050"/>
                <a:ext cx="344562" cy="9738"/>
              </a:xfrm>
              <a:custGeom>
                <a:avLst/>
                <a:gdLst>
                  <a:gd name="connsiteX0" fmla="*/ 0 w 289356"/>
                  <a:gd name="connsiteY0" fmla="*/ 0 h 9291"/>
                  <a:gd name="connsiteX1" fmla="*/ 289356 w 289356"/>
                  <a:gd name="connsiteY1" fmla="*/ 0 h 9291"/>
                  <a:gd name="connsiteX2" fmla="*/ 289356 w 289356"/>
                  <a:gd name="connsiteY2" fmla="*/ 9291 h 9291"/>
                  <a:gd name="connsiteX3" fmla="*/ 0 w 289356"/>
                  <a:gd name="connsiteY3" fmla="*/ 9291 h 9291"/>
                </a:gdLst>
                <a:ahLst/>
                <a:cxnLst>
                  <a:cxn ang="0">
                    <a:pos x="connsiteX0" y="connsiteY0"/>
                  </a:cxn>
                  <a:cxn ang="0">
                    <a:pos x="connsiteX1" y="connsiteY1"/>
                  </a:cxn>
                  <a:cxn ang="0">
                    <a:pos x="connsiteX2" y="connsiteY2"/>
                  </a:cxn>
                  <a:cxn ang="0">
                    <a:pos x="connsiteX3" y="connsiteY3"/>
                  </a:cxn>
                </a:cxnLst>
                <a:rect l="l" t="t" r="r" b="b"/>
                <a:pathLst>
                  <a:path w="289356" h="9291">
                    <a:moveTo>
                      <a:pt x="0" y="0"/>
                    </a:moveTo>
                    <a:lnTo>
                      <a:pt x="289356" y="0"/>
                    </a:lnTo>
                    <a:lnTo>
                      <a:pt x="289356" y="9291"/>
                    </a:lnTo>
                    <a:lnTo>
                      <a:pt x="0" y="9291"/>
                    </a:lnTo>
                    <a:close/>
                  </a:path>
                </a:pathLst>
              </a:custGeom>
              <a:solidFill>
                <a:srgbClr val="2251FF">
                  <a:lumMod val="75000"/>
                </a:srgbClr>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92" name="Freeform: Shape 191">
                <a:extLst>
                  <a:ext uri="{FF2B5EF4-FFF2-40B4-BE49-F238E27FC236}">
                    <a16:creationId xmlns:a16="http://schemas.microsoft.com/office/drawing/2014/main" id="{7B53FBF2-1069-D0A1-53AC-3CC9AD2D5E97}"/>
                  </a:ext>
                </a:extLst>
              </p:cNvPr>
              <p:cNvSpPr/>
              <p:nvPr/>
            </p:nvSpPr>
            <p:spPr>
              <a:xfrm>
                <a:off x="5962314" y="2275144"/>
                <a:ext cx="344562" cy="9738"/>
              </a:xfrm>
              <a:custGeom>
                <a:avLst/>
                <a:gdLst>
                  <a:gd name="connsiteX0" fmla="*/ 0 w 289356"/>
                  <a:gd name="connsiteY0" fmla="*/ 0 h 9291"/>
                  <a:gd name="connsiteX1" fmla="*/ 289356 w 289356"/>
                  <a:gd name="connsiteY1" fmla="*/ 0 h 9291"/>
                  <a:gd name="connsiteX2" fmla="*/ 289356 w 289356"/>
                  <a:gd name="connsiteY2" fmla="*/ 9291 h 9291"/>
                  <a:gd name="connsiteX3" fmla="*/ 0 w 289356"/>
                  <a:gd name="connsiteY3" fmla="*/ 9291 h 9291"/>
                </a:gdLst>
                <a:ahLst/>
                <a:cxnLst>
                  <a:cxn ang="0">
                    <a:pos x="connsiteX0" y="connsiteY0"/>
                  </a:cxn>
                  <a:cxn ang="0">
                    <a:pos x="connsiteX1" y="connsiteY1"/>
                  </a:cxn>
                  <a:cxn ang="0">
                    <a:pos x="connsiteX2" y="connsiteY2"/>
                  </a:cxn>
                  <a:cxn ang="0">
                    <a:pos x="connsiteX3" y="connsiteY3"/>
                  </a:cxn>
                </a:cxnLst>
                <a:rect l="l" t="t" r="r" b="b"/>
                <a:pathLst>
                  <a:path w="289356" h="9291">
                    <a:moveTo>
                      <a:pt x="0" y="0"/>
                    </a:moveTo>
                    <a:lnTo>
                      <a:pt x="289356" y="0"/>
                    </a:lnTo>
                    <a:lnTo>
                      <a:pt x="289356" y="9291"/>
                    </a:lnTo>
                    <a:lnTo>
                      <a:pt x="0" y="9291"/>
                    </a:lnTo>
                    <a:close/>
                  </a:path>
                </a:pathLst>
              </a:custGeom>
              <a:solidFill>
                <a:srgbClr val="2251FF">
                  <a:lumMod val="75000"/>
                </a:srgbClr>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93" name="Freeform: Shape 192">
                <a:extLst>
                  <a:ext uri="{FF2B5EF4-FFF2-40B4-BE49-F238E27FC236}">
                    <a16:creationId xmlns:a16="http://schemas.microsoft.com/office/drawing/2014/main" id="{F316C28A-A9E9-AD72-6D8A-006C0F38704B}"/>
                  </a:ext>
                </a:extLst>
              </p:cNvPr>
              <p:cNvSpPr/>
              <p:nvPr/>
            </p:nvSpPr>
            <p:spPr>
              <a:xfrm>
                <a:off x="5962314" y="2297238"/>
                <a:ext cx="344562" cy="9738"/>
              </a:xfrm>
              <a:custGeom>
                <a:avLst/>
                <a:gdLst>
                  <a:gd name="connsiteX0" fmla="*/ 0 w 289356"/>
                  <a:gd name="connsiteY0" fmla="*/ 0 h 9291"/>
                  <a:gd name="connsiteX1" fmla="*/ 289356 w 289356"/>
                  <a:gd name="connsiteY1" fmla="*/ 0 h 9291"/>
                  <a:gd name="connsiteX2" fmla="*/ 289356 w 289356"/>
                  <a:gd name="connsiteY2" fmla="*/ 9291 h 9291"/>
                  <a:gd name="connsiteX3" fmla="*/ 0 w 289356"/>
                  <a:gd name="connsiteY3" fmla="*/ 9291 h 9291"/>
                </a:gdLst>
                <a:ahLst/>
                <a:cxnLst>
                  <a:cxn ang="0">
                    <a:pos x="connsiteX0" y="connsiteY0"/>
                  </a:cxn>
                  <a:cxn ang="0">
                    <a:pos x="connsiteX1" y="connsiteY1"/>
                  </a:cxn>
                  <a:cxn ang="0">
                    <a:pos x="connsiteX2" y="connsiteY2"/>
                  </a:cxn>
                  <a:cxn ang="0">
                    <a:pos x="connsiteX3" y="connsiteY3"/>
                  </a:cxn>
                </a:cxnLst>
                <a:rect l="l" t="t" r="r" b="b"/>
                <a:pathLst>
                  <a:path w="289356" h="9291">
                    <a:moveTo>
                      <a:pt x="0" y="0"/>
                    </a:moveTo>
                    <a:lnTo>
                      <a:pt x="289356" y="0"/>
                    </a:lnTo>
                    <a:lnTo>
                      <a:pt x="289356" y="9291"/>
                    </a:lnTo>
                    <a:lnTo>
                      <a:pt x="0" y="9291"/>
                    </a:lnTo>
                    <a:close/>
                  </a:path>
                </a:pathLst>
              </a:custGeom>
              <a:solidFill>
                <a:srgbClr val="2251FF">
                  <a:lumMod val="75000"/>
                </a:srgbClr>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94" name="Freeform: Shape 193">
                <a:extLst>
                  <a:ext uri="{FF2B5EF4-FFF2-40B4-BE49-F238E27FC236}">
                    <a16:creationId xmlns:a16="http://schemas.microsoft.com/office/drawing/2014/main" id="{0F0FBB37-2E29-98F3-9B9F-6DD355E6AF49}"/>
                  </a:ext>
                </a:extLst>
              </p:cNvPr>
              <p:cNvSpPr/>
              <p:nvPr/>
            </p:nvSpPr>
            <p:spPr>
              <a:xfrm>
                <a:off x="5962314" y="2319381"/>
                <a:ext cx="193141" cy="9738"/>
              </a:xfrm>
              <a:custGeom>
                <a:avLst/>
                <a:gdLst>
                  <a:gd name="connsiteX0" fmla="*/ 0 w 162196"/>
                  <a:gd name="connsiteY0" fmla="*/ 0 h 9291"/>
                  <a:gd name="connsiteX1" fmla="*/ 162196 w 162196"/>
                  <a:gd name="connsiteY1" fmla="*/ 0 h 9291"/>
                  <a:gd name="connsiteX2" fmla="*/ 162196 w 162196"/>
                  <a:gd name="connsiteY2" fmla="*/ 9291 h 9291"/>
                  <a:gd name="connsiteX3" fmla="*/ 0 w 162196"/>
                  <a:gd name="connsiteY3" fmla="*/ 9291 h 9291"/>
                </a:gdLst>
                <a:ahLst/>
                <a:cxnLst>
                  <a:cxn ang="0">
                    <a:pos x="connsiteX0" y="connsiteY0"/>
                  </a:cxn>
                  <a:cxn ang="0">
                    <a:pos x="connsiteX1" y="connsiteY1"/>
                  </a:cxn>
                  <a:cxn ang="0">
                    <a:pos x="connsiteX2" y="connsiteY2"/>
                  </a:cxn>
                  <a:cxn ang="0">
                    <a:pos x="connsiteX3" y="connsiteY3"/>
                  </a:cxn>
                </a:cxnLst>
                <a:rect l="l" t="t" r="r" b="b"/>
                <a:pathLst>
                  <a:path w="162196" h="9291">
                    <a:moveTo>
                      <a:pt x="0" y="0"/>
                    </a:moveTo>
                    <a:lnTo>
                      <a:pt x="162196" y="0"/>
                    </a:lnTo>
                    <a:lnTo>
                      <a:pt x="162196" y="9291"/>
                    </a:lnTo>
                    <a:lnTo>
                      <a:pt x="0" y="9291"/>
                    </a:lnTo>
                    <a:close/>
                  </a:path>
                </a:pathLst>
              </a:custGeom>
              <a:solidFill>
                <a:srgbClr val="2251FF">
                  <a:lumMod val="75000"/>
                </a:srgbClr>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95" name="Freeform: Shape 194">
                <a:extLst>
                  <a:ext uri="{FF2B5EF4-FFF2-40B4-BE49-F238E27FC236}">
                    <a16:creationId xmlns:a16="http://schemas.microsoft.com/office/drawing/2014/main" id="{7CBB2BAA-C0FF-F333-B150-B5A5681B18E1}"/>
                  </a:ext>
                </a:extLst>
              </p:cNvPr>
              <p:cNvSpPr/>
              <p:nvPr/>
            </p:nvSpPr>
            <p:spPr>
              <a:xfrm>
                <a:off x="6315592" y="2188900"/>
                <a:ext cx="46599" cy="41183"/>
              </a:xfrm>
              <a:custGeom>
                <a:avLst/>
                <a:gdLst>
                  <a:gd name="connsiteX0" fmla="*/ 39133 w 39133"/>
                  <a:gd name="connsiteY0" fmla="*/ 19646 h 39291"/>
                  <a:gd name="connsiteX1" fmla="*/ 19567 w 39133"/>
                  <a:gd name="connsiteY1" fmla="*/ 39292 h 39291"/>
                  <a:gd name="connsiteX2" fmla="*/ 0 w 39133"/>
                  <a:gd name="connsiteY2" fmla="*/ 19646 h 39291"/>
                  <a:gd name="connsiteX3" fmla="*/ 19567 w 39133"/>
                  <a:gd name="connsiteY3" fmla="*/ 0 h 39291"/>
                  <a:gd name="connsiteX4" fmla="*/ 39133 w 39133"/>
                  <a:gd name="connsiteY4" fmla="*/ 19646 h 3929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133" h="39291">
                    <a:moveTo>
                      <a:pt x="39133" y="19646"/>
                    </a:moveTo>
                    <a:cubicBezTo>
                      <a:pt x="39133" y="30496"/>
                      <a:pt x="30373" y="39292"/>
                      <a:pt x="19567" y="39292"/>
                    </a:cubicBezTo>
                    <a:cubicBezTo>
                      <a:pt x="8760" y="39292"/>
                      <a:pt x="0" y="30496"/>
                      <a:pt x="0" y="19646"/>
                    </a:cubicBezTo>
                    <a:cubicBezTo>
                      <a:pt x="0" y="8796"/>
                      <a:pt x="8760" y="0"/>
                      <a:pt x="19567" y="0"/>
                    </a:cubicBezTo>
                    <a:cubicBezTo>
                      <a:pt x="30373" y="0"/>
                      <a:pt x="39133" y="8796"/>
                      <a:pt x="39133" y="19646"/>
                    </a:cubicBezTo>
                    <a:close/>
                  </a:path>
                </a:pathLst>
              </a:custGeom>
              <a:solidFill>
                <a:srgbClr val="2251FF">
                  <a:lumMod val="75000"/>
                </a:srgbClr>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96" name="Freeform: Shape 195">
                <a:extLst>
                  <a:ext uri="{FF2B5EF4-FFF2-40B4-BE49-F238E27FC236}">
                    <a16:creationId xmlns:a16="http://schemas.microsoft.com/office/drawing/2014/main" id="{62945401-8EBA-3A66-FA9F-45B22931C70E}"/>
                  </a:ext>
                </a:extLst>
              </p:cNvPr>
              <p:cNvSpPr/>
              <p:nvPr/>
            </p:nvSpPr>
            <p:spPr>
              <a:xfrm>
                <a:off x="6333136" y="2198784"/>
                <a:ext cx="13595" cy="20107"/>
              </a:xfrm>
              <a:custGeom>
                <a:avLst/>
                <a:gdLst>
                  <a:gd name="connsiteX0" fmla="*/ 11418 w 11417"/>
                  <a:gd name="connsiteY0" fmla="*/ 14885 h 19183"/>
                  <a:gd name="connsiteX1" fmla="*/ 11418 w 11417"/>
                  <a:gd name="connsiteY1" fmla="*/ 19184 h 19183"/>
                  <a:gd name="connsiteX2" fmla="*/ 0 w 11417"/>
                  <a:gd name="connsiteY2" fmla="*/ 19184 h 19183"/>
                  <a:gd name="connsiteX3" fmla="*/ 0 w 11417"/>
                  <a:gd name="connsiteY3" fmla="*/ 14885 h 19183"/>
                  <a:gd name="connsiteX4" fmla="*/ 3591 w 11417"/>
                  <a:gd name="connsiteY4" fmla="*/ 14885 h 19183"/>
                  <a:gd name="connsiteX5" fmla="*/ 3591 w 11417"/>
                  <a:gd name="connsiteY5" fmla="*/ 6240 h 19183"/>
                  <a:gd name="connsiteX6" fmla="*/ 0 w 11417"/>
                  <a:gd name="connsiteY6" fmla="*/ 6240 h 19183"/>
                  <a:gd name="connsiteX7" fmla="*/ 0 w 11417"/>
                  <a:gd name="connsiteY7" fmla="*/ 3005 h 19183"/>
                  <a:gd name="connsiteX8" fmla="*/ 6491 w 11417"/>
                  <a:gd name="connsiteY8" fmla="*/ 0 h 19183"/>
                  <a:gd name="connsiteX9" fmla="*/ 7965 w 11417"/>
                  <a:gd name="connsiteY9" fmla="*/ 0 h 19183"/>
                  <a:gd name="connsiteX10" fmla="*/ 7965 w 11417"/>
                  <a:gd name="connsiteY10" fmla="*/ 14931 h 19183"/>
                  <a:gd name="connsiteX11" fmla="*/ 11418 w 11417"/>
                  <a:gd name="connsiteY11" fmla="*/ 14931 h 191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17" h="19183">
                    <a:moveTo>
                      <a:pt x="11418" y="14885"/>
                    </a:moveTo>
                    <a:lnTo>
                      <a:pt x="11418" y="19184"/>
                    </a:lnTo>
                    <a:lnTo>
                      <a:pt x="0" y="19184"/>
                    </a:lnTo>
                    <a:lnTo>
                      <a:pt x="0" y="14885"/>
                    </a:lnTo>
                    <a:lnTo>
                      <a:pt x="3591" y="14885"/>
                    </a:lnTo>
                    <a:lnTo>
                      <a:pt x="3591" y="6240"/>
                    </a:lnTo>
                    <a:lnTo>
                      <a:pt x="0" y="6240"/>
                    </a:lnTo>
                    <a:lnTo>
                      <a:pt x="0" y="3005"/>
                    </a:lnTo>
                    <a:cubicBezTo>
                      <a:pt x="2026" y="2820"/>
                      <a:pt x="4788" y="1433"/>
                      <a:pt x="6491" y="0"/>
                    </a:cubicBezTo>
                    <a:lnTo>
                      <a:pt x="7965" y="0"/>
                    </a:lnTo>
                    <a:lnTo>
                      <a:pt x="7965" y="14931"/>
                    </a:lnTo>
                    <a:lnTo>
                      <a:pt x="11418" y="14931"/>
                    </a:lnTo>
                    <a:close/>
                  </a:path>
                </a:pathLst>
              </a:custGeom>
              <a:solidFill>
                <a:srgbClr val="FFFFFF"/>
              </a:solidFill>
              <a:ln w="459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97" name="Freeform: Shape 196">
                <a:extLst>
                  <a:ext uri="{FF2B5EF4-FFF2-40B4-BE49-F238E27FC236}">
                    <a16:creationId xmlns:a16="http://schemas.microsoft.com/office/drawing/2014/main" id="{4CC51517-BE1F-F875-1A04-0251214776B9}"/>
                  </a:ext>
                </a:extLst>
              </p:cNvPr>
              <p:cNvSpPr/>
              <p:nvPr/>
            </p:nvSpPr>
            <p:spPr>
              <a:xfrm>
                <a:off x="5676123" y="2265054"/>
                <a:ext cx="74312" cy="55344"/>
              </a:xfrm>
              <a:custGeom>
                <a:avLst/>
                <a:gdLst>
                  <a:gd name="connsiteX0" fmla="*/ 48997 w 62406"/>
                  <a:gd name="connsiteY0" fmla="*/ 34773 h 52801"/>
                  <a:gd name="connsiteX1" fmla="*/ 32423 w 62406"/>
                  <a:gd name="connsiteY1" fmla="*/ 52801 h 52801"/>
                  <a:gd name="connsiteX2" fmla="*/ 4293 w 62406"/>
                  <a:gd name="connsiteY2" fmla="*/ 25066 h 52801"/>
                  <a:gd name="connsiteX3" fmla="*/ 4201 w 62406"/>
                  <a:gd name="connsiteY3" fmla="*/ 4311 h 52801"/>
                  <a:gd name="connsiteX4" fmla="*/ 24873 w 62406"/>
                  <a:gd name="connsiteY4" fmla="*/ 4218 h 52801"/>
                  <a:gd name="connsiteX5" fmla="*/ 31502 w 62406"/>
                  <a:gd name="connsiteY5" fmla="*/ 10782 h 52801"/>
                  <a:gd name="connsiteX6" fmla="*/ 37027 w 62406"/>
                  <a:gd name="connsiteY6" fmla="*/ 4727 h 52801"/>
                  <a:gd name="connsiteX7" fmla="*/ 57699 w 62406"/>
                  <a:gd name="connsiteY7" fmla="*/ 3941 h 52801"/>
                  <a:gd name="connsiteX8" fmla="*/ 62118 w 62406"/>
                  <a:gd name="connsiteY8" fmla="*/ 17531 h 52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2406" h="52801">
                    <a:moveTo>
                      <a:pt x="48997" y="34773"/>
                    </a:moveTo>
                    <a:lnTo>
                      <a:pt x="32423" y="52801"/>
                    </a:lnTo>
                    <a:lnTo>
                      <a:pt x="4293" y="25066"/>
                    </a:lnTo>
                    <a:cubicBezTo>
                      <a:pt x="-1416" y="19334"/>
                      <a:pt x="-1416" y="10043"/>
                      <a:pt x="4201" y="4311"/>
                    </a:cubicBezTo>
                    <a:cubicBezTo>
                      <a:pt x="9818" y="-1421"/>
                      <a:pt x="19164" y="-1421"/>
                      <a:pt x="24873" y="4218"/>
                    </a:cubicBezTo>
                    <a:lnTo>
                      <a:pt x="31502" y="10782"/>
                    </a:lnTo>
                    <a:lnTo>
                      <a:pt x="37027" y="4727"/>
                    </a:lnTo>
                    <a:cubicBezTo>
                      <a:pt x="42552" y="-1236"/>
                      <a:pt x="51806" y="-1606"/>
                      <a:pt x="57699" y="3941"/>
                    </a:cubicBezTo>
                    <a:cubicBezTo>
                      <a:pt x="61428" y="7454"/>
                      <a:pt x="63131" y="12493"/>
                      <a:pt x="62118" y="17531"/>
                    </a:cubicBezTo>
                  </a:path>
                </a:pathLst>
              </a:custGeom>
              <a:noFill/>
              <a:ln w="2295" cap="flat">
                <a:solidFill>
                  <a:srgbClr val="2251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sp>
            <p:nvSpPr>
              <p:cNvPr id="198" name="Freeform: Shape 197">
                <a:extLst>
                  <a:ext uri="{FF2B5EF4-FFF2-40B4-BE49-F238E27FC236}">
                    <a16:creationId xmlns:a16="http://schemas.microsoft.com/office/drawing/2014/main" id="{94F4194F-19B3-0732-D05E-A3EC106BE463}"/>
                  </a:ext>
                </a:extLst>
              </p:cNvPr>
              <p:cNvSpPr/>
              <p:nvPr/>
            </p:nvSpPr>
            <p:spPr>
              <a:xfrm>
                <a:off x="5702562" y="2273836"/>
                <a:ext cx="44351" cy="23208"/>
              </a:xfrm>
              <a:custGeom>
                <a:avLst/>
                <a:gdLst>
                  <a:gd name="connsiteX0" fmla="*/ 0 w 37245"/>
                  <a:gd name="connsiteY0" fmla="*/ 22142 h 22142"/>
                  <a:gd name="connsiteX1" fmla="*/ 7919 w 37245"/>
                  <a:gd name="connsiteY1" fmla="*/ 14099 h 22142"/>
                  <a:gd name="connsiteX2" fmla="*/ 15055 w 37245"/>
                  <a:gd name="connsiteY2" fmla="*/ 22142 h 22142"/>
                  <a:gd name="connsiteX3" fmla="*/ 22605 w 37245"/>
                  <a:gd name="connsiteY3" fmla="*/ 0 h 22142"/>
                  <a:gd name="connsiteX4" fmla="*/ 30616 w 37245"/>
                  <a:gd name="connsiteY4" fmla="*/ 22142 h 22142"/>
                  <a:gd name="connsiteX5" fmla="*/ 37246 w 37245"/>
                  <a:gd name="connsiteY5" fmla="*/ 14885 h 221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245" h="22142">
                    <a:moveTo>
                      <a:pt x="0" y="22142"/>
                    </a:moveTo>
                    <a:lnTo>
                      <a:pt x="7919" y="14099"/>
                    </a:lnTo>
                    <a:lnTo>
                      <a:pt x="15055" y="22142"/>
                    </a:lnTo>
                    <a:lnTo>
                      <a:pt x="22605" y="0"/>
                    </a:lnTo>
                    <a:lnTo>
                      <a:pt x="30616" y="22142"/>
                    </a:lnTo>
                    <a:lnTo>
                      <a:pt x="37246" y="14885"/>
                    </a:lnTo>
                  </a:path>
                </a:pathLst>
              </a:custGeom>
              <a:noFill/>
              <a:ln w="2295" cap="flat">
                <a:solidFill>
                  <a:srgbClr val="2251FF"/>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0" cap="none" spc="0" normalizeH="0" baseline="0" noProof="0">
                  <a:ln>
                    <a:noFill/>
                  </a:ln>
                  <a:solidFill>
                    <a:srgbClr val="000000"/>
                  </a:solidFill>
                  <a:effectLst/>
                  <a:uLnTx/>
                  <a:uFillTx/>
                  <a:latin typeface="Arial"/>
                  <a:ea typeface="+mn-ea"/>
                  <a:cs typeface="+mn-cs"/>
                </a:endParaRPr>
              </a:p>
            </p:txBody>
          </p:sp>
        </p:grpSp>
      </p:grpSp>
      <p:grpSp>
        <p:nvGrpSpPr>
          <p:cNvPr id="452" name="Group 451">
            <a:extLst>
              <a:ext uri="{FF2B5EF4-FFF2-40B4-BE49-F238E27FC236}">
                <a16:creationId xmlns:a16="http://schemas.microsoft.com/office/drawing/2014/main" id="{F197BE49-E427-09C0-4BE8-7A2FFC0CDBF8}"/>
              </a:ext>
            </a:extLst>
          </p:cNvPr>
          <p:cNvGrpSpPr/>
          <p:nvPr/>
        </p:nvGrpSpPr>
        <p:grpSpPr>
          <a:xfrm>
            <a:off x="8351" y="5452533"/>
            <a:ext cx="1538434" cy="638152"/>
            <a:chOff x="6225843" y="4413243"/>
            <a:chExt cx="1990103" cy="825507"/>
          </a:xfrm>
        </p:grpSpPr>
        <p:sp>
          <p:nvSpPr>
            <p:cNvPr id="199" name="Arc 198">
              <a:extLst>
                <a:ext uri="{FF2B5EF4-FFF2-40B4-BE49-F238E27FC236}">
                  <a16:creationId xmlns:a16="http://schemas.microsoft.com/office/drawing/2014/main" id="{2055AA2A-DA73-16E2-1886-3B65AA3F56C3}"/>
                </a:ext>
              </a:extLst>
            </p:cNvPr>
            <p:cNvSpPr/>
            <p:nvPr/>
          </p:nvSpPr>
          <p:spPr>
            <a:xfrm>
              <a:off x="7098507" y="4738688"/>
              <a:ext cx="500062" cy="500062"/>
            </a:xfrm>
            <a:prstGeom prst="arc">
              <a:avLst>
                <a:gd name="adj1" fmla="val 12821404"/>
                <a:gd name="adj2" fmla="val 19126963"/>
              </a:avLst>
            </a:prstGeom>
            <a:ln w="19050" cap="flat">
              <a:solidFill>
                <a:schemeClr val="accent3"/>
              </a:solidFill>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0" name="Oval 199">
              <a:extLst>
                <a:ext uri="{FF2B5EF4-FFF2-40B4-BE49-F238E27FC236}">
                  <a16:creationId xmlns:a16="http://schemas.microsoft.com/office/drawing/2014/main" id="{BFF6C1A4-8C6B-5741-4A15-7C1AB3018D29}"/>
                </a:ext>
              </a:extLst>
            </p:cNvPr>
            <p:cNvSpPr/>
            <p:nvPr/>
          </p:nvSpPr>
          <p:spPr>
            <a:xfrm>
              <a:off x="7520894" y="4413243"/>
              <a:ext cx="421392" cy="421391"/>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grpSp>
          <p:nvGrpSpPr>
            <p:cNvPr id="201" name="Group 200">
              <a:extLst>
                <a:ext uri="{FF2B5EF4-FFF2-40B4-BE49-F238E27FC236}">
                  <a16:creationId xmlns:a16="http://schemas.microsoft.com/office/drawing/2014/main" id="{AAEE2D8D-6E84-52AE-A072-D1C16AF9AA1B}"/>
                </a:ext>
              </a:extLst>
            </p:cNvPr>
            <p:cNvGrpSpPr/>
            <p:nvPr/>
          </p:nvGrpSpPr>
          <p:grpSpPr>
            <a:xfrm>
              <a:off x="7350430" y="4460446"/>
              <a:ext cx="865516" cy="612469"/>
              <a:chOff x="7350430" y="4460446"/>
              <a:chExt cx="865516" cy="612469"/>
            </a:xfrm>
          </p:grpSpPr>
          <p:sp>
            <p:nvSpPr>
              <p:cNvPr id="202" name="Freeform: Shape 201">
                <a:extLst>
                  <a:ext uri="{FF2B5EF4-FFF2-40B4-BE49-F238E27FC236}">
                    <a16:creationId xmlns:a16="http://schemas.microsoft.com/office/drawing/2014/main" id="{A6A446F3-9E1B-8891-D06E-44DF0756ACFB}"/>
                  </a:ext>
                </a:extLst>
              </p:cNvPr>
              <p:cNvSpPr/>
              <p:nvPr/>
            </p:nvSpPr>
            <p:spPr>
              <a:xfrm>
                <a:off x="7955515" y="4812387"/>
                <a:ext cx="260431" cy="252803"/>
              </a:xfrm>
              <a:custGeom>
                <a:avLst/>
                <a:gdLst>
                  <a:gd name="csX0" fmla="*/ 134902 w 337718"/>
                  <a:gd name="csY0" fmla="*/ 3363 h 327828"/>
                  <a:gd name="csX1" fmla="*/ 333002 w 337718"/>
                  <a:gd name="csY1" fmla="*/ 35809 h 327828"/>
                  <a:gd name="csX2" fmla="*/ 271527 w 337718"/>
                  <a:gd name="csY2" fmla="*/ 327829 h 327828"/>
                  <a:gd name="csX3" fmla="*/ 0 w 337718"/>
                  <a:gd name="csY3" fmla="*/ 327829 h 327828"/>
                  <a:gd name="csX4" fmla="*/ 8542 w 337718"/>
                  <a:gd name="csY4" fmla="*/ 124611 h 327828"/>
                  <a:gd name="csX5" fmla="*/ 134916 w 337718"/>
                  <a:gd name="csY5" fmla="*/ 3363 h 327828"/>
                </a:gdLst>
                <a:ahLst/>
                <a:cxnLst>
                  <a:cxn ang="0">
                    <a:pos x="csX0" y="csY0"/>
                  </a:cxn>
                  <a:cxn ang="0">
                    <a:pos x="csX1" y="csY1"/>
                  </a:cxn>
                  <a:cxn ang="0">
                    <a:pos x="csX2" y="csY2"/>
                  </a:cxn>
                  <a:cxn ang="0">
                    <a:pos x="csX3" y="csY3"/>
                  </a:cxn>
                  <a:cxn ang="0">
                    <a:pos x="csX4" y="csY4"/>
                  </a:cxn>
                  <a:cxn ang="0">
                    <a:pos x="csX5" y="csY5"/>
                  </a:cxn>
                </a:cxnLst>
                <a:rect l="l" t="t" r="r" b="b"/>
                <a:pathLst>
                  <a:path w="337718" h="327828">
                    <a:moveTo>
                      <a:pt x="134902" y="3363"/>
                    </a:moveTo>
                    <a:cubicBezTo>
                      <a:pt x="134902" y="3363"/>
                      <a:pt x="307382" y="-15423"/>
                      <a:pt x="333002" y="35809"/>
                    </a:cubicBezTo>
                    <a:cubicBezTo>
                      <a:pt x="358621" y="87040"/>
                      <a:pt x="271527" y="327829"/>
                      <a:pt x="271527" y="327829"/>
                    </a:cubicBezTo>
                    <a:lnTo>
                      <a:pt x="0" y="327829"/>
                    </a:lnTo>
                    <a:lnTo>
                      <a:pt x="8542" y="124611"/>
                    </a:lnTo>
                    <a:lnTo>
                      <a:pt x="134916" y="3363"/>
                    </a:lnTo>
                    <a:close/>
                  </a:path>
                </a:pathLst>
              </a:custGeom>
              <a:solidFill>
                <a:srgbClr val="34B4F4"/>
              </a:solidFill>
              <a:ln w="735" cap="flat">
                <a:noFill/>
                <a:prstDash val="solid"/>
                <a:miter/>
              </a:ln>
            </p:spPr>
            <p:txBody>
              <a:bodyPr/>
              <a:lstStyle/>
              <a:p>
                <a:endParaRPr lang="en-US"/>
              </a:p>
            </p:txBody>
          </p:sp>
          <p:sp>
            <p:nvSpPr>
              <p:cNvPr id="203" name="Freeform: Shape 202">
                <a:extLst>
                  <a:ext uri="{FF2B5EF4-FFF2-40B4-BE49-F238E27FC236}">
                    <a16:creationId xmlns:a16="http://schemas.microsoft.com/office/drawing/2014/main" id="{256DE137-A54E-ED03-1B36-1A0E5DF9820C}"/>
                  </a:ext>
                </a:extLst>
              </p:cNvPr>
              <p:cNvSpPr/>
              <p:nvPr/>
            </p:nvSpPr>
            <p:spPr>
              <a:xfrm>
                <a:off x="7659203" y="4659764"/>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204" name="Freeform: Shape 203">
                <a:extLst>
                  <a:ext uri="{FF2B5EF4-FFF2-40B4-BE49-F238E27FC236}">
                    <a16:creationId xmlns:a16="http://schemas.microsoft.com/office/drawing/2014/main" id="{3B22E6A4-95C3-2476-050D-7ACBF3CF2AF3}"/>
                  </a:ext>
                </a:extLst>
              </p:cNvPr>
              <p:cNvSpPr/>
              <p:nvPr/>
            </p:nvSpPr>
            <p:spPr>
              <a:xfrm flipH="1">
                <a:off x="7611577" y="4664526"/>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205" name="Freeform: Shape 204">
                <a:extLst>
                  <a:ext uri="{FF2B5EF4-FFF2-40B4-BE49-F238E27FC236}">
                    <a16:creationId xmlns:a16="http://schemas.microsoft.com/office/drawing/2014/main" id="{1B4F3F7E-218B-B24D-3E17-AA81AD7DC6DF}"/>
                  </a:ext>
                </a:extLst>
              </p:cNvPr>
              <p:cNvSpPr/>
              <p:nvPr/>
            </p:nvSpPr>
            <p:spPr>
              <a:xfrm flipH="1">
                <a:off x="7649941" y="4936713"/>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206" name="Freeform: Shape 205">
                <a:extLst>
                  <a:ext uri="{FF2B5EF4-FFF2-40B4-BE49-F238E27FC236}">
                    <a16:creationId xmlns:a16="http://schemas.microsoft.com/office/drawing/2014/main" id="{481E04BD-64F9-C81A-1347-92AFAD933EC2}"/>
                  </a:ext>
                </a:extLst>
              </p:cNvPr>
              <p:cNvSpPr/>
              <p:nvPr/>
            </p:nvSpPr>
            <p:spPr>
              <a:xfrm flipH="1">
                <a:off x="7701666" y="4973025"/>
                <a:ext cx="118359"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sp>
            <p:nvSpPr>
              <p:cNvPr id="207" name="Freeform: Shape 206">
                <a:extLst>
                  <a:ext uri="{FF2B5EF4-FFF2-40B4-BE49-F238E27FC236}">
                    <a16:creationId xmlns:a16="http://schemas.microsoft.com/office/drawing/2014/main" id="{B205400E-77EC-CE59-457E-39DD77D2A534}"/>
                  </a:ext>
                </a:extLst>
              </p:cNvPr>
              <p:cNvSpPr/>
              <p:nvPr/>
            </p:nvSpPr>
            <p:spPr>
              <a:xfrm>
                <a:off x="8021204" y="4931951"/>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208" name="Freeform: Shape 207">
                <a:extLst>
                  <a:ext uri="{FF2B5EF4-FFF2-40B4-BE49-F238E27FC236}">
                    <a16:creationId xmlns:a16="http://schemas.microsoft.com/office/drawing/2014/main" id="{2EF2E730-C217-ADC5-504F-45BEF9169F3A}"/>
                  </a:ext>
                </a:extLst>
              </p:cNvPr>
              <p:cNvSpPr/>
              <p:nvPr/>
            </p:nvSpPr>
            <p:spPr>
              <a:xfrm>
                <a:off x="7979661" y="4814884"/>
                <a:ext cx="50039" cy="167860"/>
              </a:xfrm>
              <a:custGeom>
                <a:avLst/>
                <a:gdLst>
                  <a:gd name="csX0" fmla="*/ 23 w 64889"/>
                  <a:gd name="csY0" fmla="*/ 4131 h 217676"/>
                  <a:gd name="csX1" fmla="*/ 8550 w 64889"/>
                  <a:gd name="csY1" fmla="*/ 3999 h 217676"/>
                  <a:gd name="csX2" fmla="*/ 34089 w 64889"/>
                  <a:gd name="csY2" fmla="*/ 113988 h 217676"/>
                  <a:gd name="csX3" fmla="*/ 53957 w 64889"/>
                  <a:gd name="csY3" fmla="*/ 153982 h 217676"/>
                  <a:gd name="csX4" fmla="*/ 55194 w 64889"/>
                  <a:gd name="csY4" fmla="*/ 179189 h 217676"/>
                  <a:gd name="csX5" fmla="*/ 62521 w 64889"/>
                  <a:gd name="csY5" fmla="*/ 208144 h 217676"/>
                  <a:gd name="csX6" fmla="*/ 57565 w 64889"/>
                  <a:gd name="csY6" fmla="*/ 216929 h 217676"/>
                  <a:gd name="csX7" fmla="*/ 41651 w 64889"/>
                  <a:gd name="csY7" fmla="*/ 178320 h 217676"/>
                  <a:gd name="csX8" fmla="*/ 23853 w 64889"/>
                  <a:gd name="csY8" fmla="*/ 122825 h 217676"/>
                  <a:gd name="csX9" fmla="*/ 37 w 64889"/>
                  <a:gd name="csY9" fmla="*/ 4131 h 2176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889" h="217676">
                    <a:moveTo>
                      <a:pt x="23" y="4131"/>
                    </a:moveTo>
                    <a:cubicBezTo>
                      <a:pt x="-486" y="-1436"/>
                      <a:pt x="7769" y="-1274"/>
                      <a:pt x="8550" y="3999"/>
                    </a:cubicBezTo>
                    <a:cubicBezTo>
                      <a:pt x="13808" y="39788"/>
                      <a:pt x="21165" y="80135"/>
                      <a:pt x="34089" y="113988"/>
                    </a:cubicBezTo>
                    <a:cubicBezTo>
                      <a:pt x="39891" y="129187"/>
                      <a:pt x="49457" y="138385"/>
                      <a:pt x="53957" y="153982"/>
                    </a:cubicBezTo>
                    <a:cubicBezTo>
                      <a:pt x="56365" y="162333"/>
                      <a:pt x="55437" y="170654"/>
                      <a:pt x="55194" y="179189"/>
                    </a:cubicBezTo>
                    <a:cubicBezTo>
                      <a:pt x="54973" y="187112"/>
                      <a:pt x="54840" y="203092"/>
                      <a:pt x="62521" y="208144"/>
                    </a:cubicBezTo>
                    <a:cubicBezTo>
                      <a:pt x="67882" y="211671"/>
                      <a:pt x="63235" y="220243"/>
                      <a:pt x="57565" y="216929"/>
                    </a:cubicBezTo>
                    <a:cubicBezTo>
                      <a:pt x="43647" y="208807"/>
                      <a:pt x="41040" y="192017"/>
                      <a:pt x="41651" y="178320"/>
                    </a:cubicBezTo>
                    <a:cubicBezTo>
                      <a:pt x="42550" y="158268"/>
                      <a:pt x="30974" y="141036"/>
                      <a:pt x="23853" y="122825"/>
                    </a:cubicBezTo>
                    <a:cubicBezTo>
                      <a:pt x="9743" y="86756"/>
                      <a:pt x="3572" y="42756"/>
                      <a:pt x="37" y="4131"/>
                    </a:cubicBezTo>
                    <a:close/>
                  </a:path>
                </a:pathLst>
              </a:custGeom>
              <a:solidFill>
                <a:srgbClr val="084D91"/>
              </a:solidFill>
              <a:ln w="735" cap="flat">
                <a:noFill/>
                <a:prstDash val="solid"/>
                <a:miter/>
              </a:ln>
            </p:spPr>
            <p:txBody>
              <a:bodyPr/>
              <a:lstStyle/>
              <a:p>
                <a:endParaRPr lang="en-US"/>
              </a:p>
            </p:txBody>
          </p:sp>
          <p:sp>
            <p:nvSpPr>
              <p:cNvPr id="209" name="Freeform: Shape 208">
                <a:extLst>
                  <a:ext uri="{FF2B5EF4-FFF2-40B4-BE49-F238E27FC236}">
                    <a16:creationId xmlns:a16="http://schemas.microsoft.com/office/drawing/2014/main" id="{5D815221-F536-3E3C-BA65-323F20655107}"/>
                  </a:ext>
                </a:extLst>
              </p:cNvPr>
              <p:cNvSpPr/>
              <p:nvPr/>
            </p:nvSpPr>
            <p:spPr>
              <a:xfrm>
                <a:off x="7993490" y="4731341"/>
                <a:ext cx="91001" cy="96140"/>
              </a:xfrm>
              <a:custGeom>
                <a:avLst/>
                <a:gdLst>
                  <a:gd name="csX0" fmla="*/ 116806 w 118007"/>
                  <a:gd name="csY0" fmla="*/ 13237 h 124672"/>
                  <a:gd name="csX1" fmla="*/ 51178 w 118007"/>
                  <a:gd name="csY1" fmla="*/ 8141 h 124672"/>
                  <a:gd name="csX2" fmla="*/ 26567 w 118007"/>
                  <a:gd name="csY2" fmla="*/ 35388 h 124672"/>
                  <a:gd name="csX3" fmla="*/ 9541 w 118007"/>
                  <a:gd name="csY3" fmla="*/ 72642 h 124672"/>
                  <a:gd name="csX4" fmla="*/ 219 w 118007"/>
                  <a:gd name="csY4" fmla="*/ 121422 h 124672"/>
                  <a:gd name="csX5" fmla="*/ 6647 w 118007"/>
                  <a:gd name="csY5" fmla="*/ 121709 h 124672"/>
                  <a:gd name="csX6" fmla="*/ 10484 w 118007"/>
                  <a:gd name="csY6" fmla="*/ 95589 h 124672"/>
                  <a:gd name="csX7" fmla="*/ 17892 w 118007"/>
                  <a:gd name="csY7" fmla="*/ 72628 h 124672"/>
                  <a:gd name="csX8" fmla="*/ 38762 w 118007"/>
                  <a:gd name="csY8" fmla="*/ 31617 h 124672"/>
                  <a:gd name="csX9" fmla="*/ 72924 w 118007"/>
                  <a:gd name="csY9" fmla="*/ 9326 h 124672"/>
                  <a:gd name="csX10" fmla="*/ 111460 w 118007"/>
                  <a:gd name="csY10" fmla="*/ 19570 h 124672"/>
                  <a:gd name="csX11" fmla="*/ 116806 w 118007"/>
                  <a:gd name="csY11" fmla="*/ 13244 h 124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8007" h="124672">
                    <a:moveTo>
                      <a:pt x="116806" y="13237"/>
                    </a:moveTo>
                    <a:cubicBezTo>
                      <a:pt x="99250" y="-2412"/>
                      <a:pt x="71068" y="-4282"/>
                      <a:pt x="51178" y="8141"/>
                    </a:cubicBezTo>
                    <a:cubicBezTo>
                      <a:pt x="40595" y="14746"/>
                      <a:pt x="32716" y="24688"/>
                      <a:pt x="26567" y="35388"/>
                    </a:cubicBezTo>
                    <a:cubicBezTo>
                      <a:pt x="19799" y="47170"/>
                      <a:pt x="14232" y="59903"/>
                      <a:pt x="9541" y="72642"/>
                    </a:cubicBezTo>
                    <a:cubicBezTo>
                      <a:pt x="3974" y="87753"/>
                      <a:pt x="-1129" y="105140"/>
                      <a:pt x="219" y="121422"/>
                    </a:cubicBezTo>
                    <a:cubicBezTo>
                      <a:pt x="557" y="125472"/>
                      <a:pt x="6191" y="125928"/>
                      <a:pt x="6647" y="121709"/>
                    </a:cubicBezTo>
                    <a:cubicBezTo>
                      <a:pt x="7619" y="112857"/>
                      <a:pt x="8348" y="104278"/>
                      <a:pt x="10484" y="95589"/>
                    </a:cubicBezTo>
                    <a:cubicBezTo>
                      <a:pt x="12413" y="87768"/>
                      <a:pt x="14947" y="80124"/>
                      <a:pt x="17892" y="72628"/>
                    </a:cubicBezTo>
                    <a:cubicBezTo>
                      <a:pt x="23445" y="58489"/>
                      <a:pt x="29859" y="44011"/>
                      <a:pt x="38762" y="31617"/>
                    </a:cubicBezTo>
                    <a:cubicBezTo>
                      <a:pt x="47127" y="19967"/>
                      <a:pt x="58527" y="11484"/>
                      <a:pt x="72924" y="9326"/>
                    </a:cubicBezTo>
                    <a:cubicBezTo>
                      <a:pt x="86805" y="7250"/>
                      <a:pt x="100259" y="11396"/>
                      <a:pt x="111460" y="19570"/>
                    </a:cubicBezTo>
                    <a:cubicBezTo>
                      <a:pt x="115230" y="22324"/>
                      <a:pt x="120370" y="16418"/>
                      <a:pt x="116806" y="13244"/>
                    </a:cubicBezTo>
                    <a:close/>
                  </a:path>
                </a:pathLst>
              </a:custGeom>
              <a:solidFill>
                <a:srgbClr val="084D91"/>
              </a:solidFill>
              <a:ln w="735" cap="flat">
                <a:noFill/>
                <a:prstDash val="solid"/>
                <a:miter/>
              </a:ln>
            </p:spPr>
            <p:txBody>
              <a:bodyPr/>
              <a:lstStyle/>
              <a:p>
                <a:endParaRPr lang="en-US"/>
              </a:p>
            </p:txBody>
          </p:sp>
          <p:sp>
            <p:nvSpPr>
              <p:cNvPr id="210" name="Freeform: Shape 209">
                <a:extLst>
                  <a:ext uri="{FF2B5EF4-FFF2-40B4-BE49-F238E27FC236}">
                    <a16:creationId xmlns:a16="http://schemas.microsoft.com/office/drawing/2014/main" id="{88CA3AF9-7D6A-418D-85F6-4423EAB9EC19}"/>
                  </a:ext>
                </a:extLst>
              </p:cNvPr>
              <p:cNvSpPr/>
              <p:nvPr/>
            </p:nvSpPr>
            <p:spPr>
              <a:xfrm>
                <a:off x="7817601" y="4768268"/>
                <a:ext cx="21939" cy="260423"/>
              </a:xfrm>
              <a:custGeom>
                <a:avLst/>
                <a:gdLst>
                  <a:gd name="csX0" fmla="*/ 28366 w 28450"/>
                  <a:gd name="csY0" fmla="*/ 4579 h 337709"/>
                  <a:gd name="csX1" fmla="*/ 21304 w 28450"/>
                  <a:gd name="csY1" fmla="*/ 2635 h 337709"/>
                  <a:gd name="csX2" fmla="*/ 8645 w 28450"/>
                  <a:gd name="csY2" fmla="*/ 68742 h 337709"/>
                  <a:gd name="csX3" fmla="*/ 5412 w 28450"/>
                  <a:gd name="csY3" fmla="*/ 134164 h 337709"/>
                  <a:gd name="csX4" fmla="*/ 5854 w 28450"/>
                  <a:gd name="csY4" fmla="*/ 168274 h 337709"/>
                  <a:gd name="csX5" fmla="*/ 7415 w 28450"/>
                  <a:gd name="csY5" fmla="*/ 199063 h 337709"/>
                  <a:gd name="csX6" fmla="*/ 10059 w 28450"/>
                  <a:gd name="csY6" fmla="*/ 214247 h 337709"/>
                  <a:gd name="csX7" fmla="*/ 8159 w 28450"/>
                  <a:gd name="csY7" fmla="*/ 230632 h 337709"/>
                  <a:gd name="csX8" fmla="*/ 1818 w 28450"/>
                  <a:gd name="csY8" fmla="*/ 260714 h 337709"/>
                  <a:gd name="csX9" fmla="*/ 3026 w 28450"/>
                  <a:gd name="csY9" fmla="*/ 333530 h 337709"/>
                  <a:gd name="csX10" fmla="*/ 11745 w 28450"/>
                  <a:gd name="csY10" fmla="*/ 333530 h 337709"/>
                  <a:gd name="csX11" fmla="*/ 9919 w 28450"/>
                  <a:gd name="csY11" fmla="*/ 269514 h 337709"/>
                  <a:gd name="csX12" fmla="*/ 15670 w 28450"/>
                  <a:gd name="csY12" fmla="*/ 238018 h 337709"/>
                  <a:gd name="csX13" fmla="*/ 18490 w 28450"/>
                  <a:gd name="csY13" fmla="*/ 208724 h 337709"/>
                  <a:gd name="csX14" fmla="*/ 15493 w 28450"/>
                  <a:gd name="csY14" fmla="*/ 194107 h 337709"/>
                  <a:gd name="csX15" fmla="*/ 14389 w 28450"/>
                  <a:gd name="csY15" fmla="*/ 177022 h 337709"/>
                  <a:gd name="csX16" fmla="*/ 14492 w 28450"/>
                  <a:gd name="csY16" fmla="*/ 145232 h 337709"/>
                  <a:gd name="csX17" fmla="*/ 15663 w 28450"/>
                  <a:gd name="csY17" fmla="*/ 78978 h 337709"/>
                  <a:gd name="csX18" fmla="*/ 28373 w 28450"/>
                  <a:gd name="csY18" fmla="*/ 4586 h 337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450" h="337709">
                    <a:moveTo>
                      <a:pt x="28366" y="4579"/>
                    </a:moveTo>
                    <a:cubicBezTo>
                      <a:pt x="29293" y="-9"/>
                      <a:pt x="22312" y="-1990"/>
                      <a:pt x="21304" y="2635"/>
                    </a:cubicBezTo>
                    <a:cubicBezTo>
                      <a:pt x="16517" y="24558"/>
                      <a:pt x="11716" y="46502"/>
                      <a:pt x="8645" y="68742"/>
                    </a:cubicBezTo>
                    <a:cubicBezTo>
                      <a:pt x="5633" y="90539"/>
                      <a:pt x="4734" y="112182"/>
                      <a:pt x="5412" y="134164"/>
                    </a:cubicBezTo>
                    <a:cubicBezTo>
                      <a:pt x="5765" y="145534"/>
                      <a:pt x="6200" y="156904"/>
                      <a:pt x="5854" y="168274"/>
                    </a:cubicBezTo>
                    <a:cubicBezTo>
                      <a:pt x="5537" y="178738"/>
                      <a:pt x="5235" y="188753"/>
                      <a:pt x="7415" y="199063"/>
                    </a:cubicBezTo>
                    <a:cubicBezTo>
                      <a:pt x="8475" y="204092"/>
                      <a:pt x="9838" y="209085"/>
                      <a:pt x="10059" y="214247"/>
                    </a:cubicBezTo>
                    <a:cubicBezTo>
                      <a:pt x="10302" y="219800"/>
                      <a:pt x="9388" y="225235"/>
                      <a:pt x="8159" y="230632"/>
                    </a:cubicBezTo>
                    <a:cubicBezTo>
                      <a:pt x="5876" y="240677"/>
                      <a:pt x="3151" y="250464"/>
                      <a:pt x="1818" y="260714"/>
                    </a:cubicBezTo>
                    <a:cubicBezTo>
                      <a:pt x="-1282" y="284581"/>
                      <a:pt x="-111" y="309715"/>
                      <a:pt x="3026" y="333530"/>
                    </a:cubicBezTo>
                    <a:cubicBezTo>
                      <a:pt x="3733" y="338906"/>
                      <a:pt x="11995" y="339296"/>
                      <a:pt x="11745" y="333530"/>
                    </a:cubicBezTo>
                    <a:cubicBezTo>
                      <a:pt x="10824" y="312108"/>
                      <a:pt x="8166" y="291003"/>
                      <a:pt x="9919" y="269514"/>
                    </a:cubicBezTo>
                    <a:cubicBezTo>
                      <a:pt x="10795" y="258770"/>
                      <a:pt x="13034" y="248446"/>
                      <a:pt x="15670" y="238018"/>
                    </a:cubicBezTo>
                    <a:cubicBezTo>
                      <a:pt x="18115" y="228350"/>
                      <a:pt x="19926" y="218703"/>
                      <a:pt x="18490" y="208724"/>
                    </a:cubicBezTo>
                    <a:cubicBezTo>
                      <a:pt x="17776" y="203798"/>
                      <a:pt x="16451" y="198989"/>
                      <a:pt x="15493" y="194107"/>
                    </a:cubicBezTo>
                    <a:cubicBezTo>
                      <a:pt x="14381" y="188451"/>
                      <a:pt x="14256" y="182766"/>
                      <a:pt x="14389" y="177022"/>
                    </a:cubicBezTo>
                    <a:cubicBezTo>
                      <a:pt x="14639" y="166403"/>
                      <a:pt x="14823" y="155851"/>
                      <a:pt x="14492" y="145232"/>
                    </a:cubicBezTo>
                    <a:cubicBezTo>
                      <a:pt x="13792" y="123037"/>
                      <a:pt x="13284" y="101107"/>
                      <a:pt x="15663" y="78978"/>
                    </a:cubicBezTo>
                    <a:cubicBezTo>
                      <a:pt x="18351" y="53955"/>
                      <a:pt x="23388" y="29234"/>
                      <a:pt x="28373" y="4586"/>
                    </a:cubicBezTo>
                    <a:close/>
                  </a:path>
                </a:pathLst>
              </a:custGeom>
              <a:solidFill>
                <a:srgbClr val="084D91"/>
              </a:solidFill>
              <a:ln w="735" cap="flat">
                <a:noFill/>
                <a:prstDash val="solid"/>
                <a:miter/>
              </a:ln>
            </p:spPr>
            <p:txBody>
              <a:bodyPr/>
              <a:lstStyle/>
              <a:p>
                <a:endParaRPr lang="en-US"/>
              </a:p>
            </p:txBody>
          </p:sp>
          <p:sp>
            <p:nvSpPr>
              <p:cNvPr id="211" name="Freeform: Shape 210">
                <a:extLst>
                  <a:ext uri="{FF2B5EF4-FFF2-40B4-BE49-F238E27FC236}">
                    <a16:creationId xmlns:a16="http://schemas.microsoft.com/office/drawing/2014/main" id="{534D87EC-C1ED-67B1-6FB8-6A1182E34124}"/>
                  </a:ext>
                </a:extLst>
              </p:cNvPr>
              <p:cNvSpPr/>
              <p:nvPr/>
            </p:nvSpPr>
            <p:spPr>
              <a:xfrm>
                <a:off x="7864378" y="4820187"/>
                <a:ext cx="96345" cy="107259"/>
              </a:xfrm>
              <a:custGeom>
                <a:avLst/>
                <a:gdLst>
                  <a:gd name="csX0" fmla="*/ 113515 w 124937"/>
                  <a:gd name="csY0" fmla="*/ 90851 h 139091"/>
                  <a:gd name="csX1" fmla="*/ 107889 w 124937"/>
                  <a:gd name="csY1" fmla="*/ 102125 h 139091"/>
                  <a:gd name="csX2" fmla="*/ 81857 w 124937"/>
                  <a:gd name="csY2" fmla="*/ 125226 h 139091"/>
                  <a:gd name="csX3" fmla="*/ 74596 w 124937"/>
                  <a:gd name="csY3" fmla="*/ 129159 h 139091"/>
                  <a:gd name="csX4" fmla="*/ 63756 w 124937"/>
                  <a:gd name="csY4" fmla="*/ 128113 h 139091"/>
                  <a:gd name="csX5" fmla="*/ 45111 w 124937"/>
                  <a:gd name="csY5" fmla="*/ 120005 h 139091"/>
                  <a:gd name="csX6" fmla="*/ 15330 w 124937"/>
                  <a:gd name="csY6" fmla="*/ 99666 h 139091"/>
                  <a:gd name="csX7" fmla="*/ 9447 w 124937"/>
                  <a:gd name="csY7" fmla="*/ 57477 h 139091"/>
                  <a:gd name="csX8" fmla="*/ 10640 w 124937"/>
                  <a:gd name="csY8" fmla="*/ 9633 h 139091"/>
                  <a:gd name="csX9" fmla="*/ 64191 w 124937"/>
                  <a:gd name="csY9" fmla="*/ 9560 h 139091"/>
                  <a:gd name="csX10" fmla="*/ 92130 w 124937"/>
                  <a:gd name="csY10" fmla="*/ 8941 h 139091"/>
                  <a:gd name="csX11" fmla="*/ 103765 w 124937"/>
                  <a:gd name="csY11" fmla="*/ 8705 h 139091"/>
                  <a:gd name="csX12" fmla="*/ 114914 w 124937"/>
                  <a:gd name="csY12" fmla="*/ 10149 h 139091"/>
                  <a:gd name="csX13" fmla="*/ 116431 w 124937"/>
                  <a:gd name="csY13" fmla="*/ 14987 h 139091"/>
                  <a:gd name="csX14" fmla="*/ 120842 w 124937"/>
                  <a:gd name="csY14" fmla="*/ 17270 h 139091"/>
                  <a:gd name="csX15" fmla="*/ 122794 w 124937"/>
                  <a:gd name="csY15" fmla="*/ 12166 h 139091"/>
                  <a:gd name="csX16" fmla="*/ 105989 w 124937"/>
                  <a:gd name="csY16" fmla="*/ 2424 h 139091"/>
                  <a:gd name="csX17" fmla="*/ 23946 w 124937"/>
                  <a:gd name="csY17" fmla="*/ 900 h 139091"/>
                  <a:gd name="csX18" fmla="*/ 9682 w 124937"/>
                  <a:gd name="csY18" fmla="*/ 53 h 139091"/>
                  <a:gd name="csX19" fmla="*/ 5912 w 124937"/>
                  <a:gd name="csY19" fmla="*/ 1187 h 139091"/>
                  <a:gd name="csX20" fmla="*/ 4498 w 124937"/>
                  <a:gd name="csY20" fmla="*/ 6371 h 139091"/>
                  <a:gd name="csX21" fmla="*/ 3408 w 124937"/>
                  <a:gd name="csY21" fmla="*/ 11636 h 139091"/>
                  <a:gd name="csX22" fmla="*/ 2532 w 124937"/>
                  <a:gd name="csY22" fmla="*/ 26909 h 139091"/>
                  <a:gd name="csX23" fmla="*/ 1133 w 124937"/>
                  <a:gd name="csY23" fmla="*/ 57470 h 139091"/>
                  <a:gd name="csX24" fmla="*/ 4977 w 124937"/>
                  <a:gd name="csY24" fmla="*/ 100336 h 139091"/>
                  <a:gd name="csX25" fmla="*/ 35427 w 124937"/>
                  <a:gd name="csY25" fmla="*/ 125072 h 139091"/>
                  <a:gd name="csX26" fmla="*/ 55118 w 124937"/>
                  <a:gd name="csY26" fmla="*/ 134593 h 139091"/>
                  <a:gd name="csX27" fmla="*/ 75495 w 124937"/>
                  <a:gd name="csY27" fmla="*/ 138592 h 139091"/>
                  <a:gd name="csX28" fmla="*/ 92866 w 124937"/>
                  <a:gd name="csY28" fmla="*/ 129151 h 139091"/>
                  <a:gd name="csX29" fmla="*/ 107528 w 124937"/>
                  <a:gd name="csY29" fmla="*/ 116647 h 139091"/>
                  <a:gd name="csX30" fmla="*/ 120040 w 124937"/>
                  <a:gd name="csY30" fmla="*/ 102464 h 139091"/>
                  <a:gd name="csX31" fmla="*/ 123088 w 124937"/>
                  <a:gd name="csY31" fmla="*/ 80276 h 139091"/>
                  <a:gd name="csX32" fmla="*/ 124937 w 124937"/>
                  <a:gd name="csY32" fmla="*/ 30061 h 139091"/>
                  <a:gd name="csX33" fmla="*/ 120931 w 124937"/>
                  <a:gd name="csY33" fmla="*/ 23640 h 139091"/>
                  <a:gd name="csX34" fmla="*/ 117985 w 124937"/>
                  <a:gd name="csY34" fmla="*/ 29141 h 139091"/>
                  <a:gd name="csX35" fmla="*/ 116917 w 124937"/>
                  <a:gd name="csY35" fmla="*/ 67993 h 139091"/>
                  <a:gd name="csX36" fmla="*/ 113515 w 124937"/>
                  <a:gd name="csY36" fmla="*/ 90829 h 1390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24937" h="139091">
                    <a:moveTo>
                      <a:pt x="113515" y="90851"/>
                    </a:moveTo>
                    <a:cubicBezTo>
                      <a:pt x="112248" y="94990"/>
                      <a:pt x="110466" y="98856"/>
                      <a:pt x="107889" y="102125"/>
                    </a:cubicBezTo>
                    <a:cubicBezTo>
                      <a:pt x="100650" y="111286"/>
                      <a:pt x="91799" y="119129"/>
                      <a:pt x="81857" y="125226"/>
                    </a:cubicBezTo>
                    <a:cubicBezTo>
                      <a:pt x="79560" y="126640"/>
                      <a:pt x="77144" y="128238"/>
                      <a:pt x="74596" y="129159"/>
                    </a:cubicBezTo>
                    <a:cubicBezTo>
                      <a:pt x="70833" y="130514"/>
                      <a:pt x="67357" y="129372"/>
                      <a:pt x="63756" y="128113"/>
                    </a:cubicBezTo>
                    <a:cubicBezTo>
                      <a:pt x="57357" y="125874"/>
                      <a:pt x="51134" y="123098"/>
                      <a:pt x="45111" y="120005"/>
                    </a:cubicBezTo>
                    <a:cubicBezTo>
                      <a:pt x="34735" y="114674"/>
                      <a:pt x="23328" y="108326"/>
                      <a:pt x="15330" y="99666"/>
                    </a:cubicBezTo>
                    <a:cubicBezTo>
                      <a:pt x="5256" y="88760"/>
                      <a:pt x="8990" y="71005"/>
                      <a:pt x="9447" y="57477"/>
                    </a:cubicBezTo>
                    <a:cubicBezTo>
                      <a:pt x="9984" y="41534"/>
                      <a:pt x="10478" y="25584"/>
                      <a:pt x="10640" y="9633"/>
                    </a:cubicBezTo>
                    <a:cubicBezTo>
                      <a:pt x="28453" y="10480"/>
                      <a:pt x="46370" y="9920"/>
                      <a:pt x="64191" y="9560"/>
                    </a:cubicBezTo>
                    <a:cubicBezTo>
                      <a:pt x="73506" y="9375"/>
                      <a:pt x="82822" y="9147"/>
                      <a:pt x="92130" y="8941"/>
                    </a:cubicBezTo>
                    <a:cubicBezTo>
                      <a:pt x="96003" y="8853"/>
                      <a:pt x="99884" y="8757"/>
                      <a:pt x="103765" y="8705"/>
                    </a:cubicBezTo>
                    <a:cubicBezTo>
                      <a:pt x="107668" y="8661"/>
                      <a:pt x="111195" y="10244"/>
                      <a:pt x="114914" y="10149"/>
                    </a:cubicBezTo>
                    <a:cubicBezTo>
                      <a:pt x="114642" y="10149"/>
                      <a:pt x="116166" y="14597"/>
                      <a:pt x="116431" y="14987"/>
                    </a:cubicBezTo>
                    <a:cubicBezTo>
                      <a:pt x="117389" y="16386"/>
                      <a:pt x="119053" y="17542"/>
                      <a:pt x="120842" y="17270"/>
                    </a:cubicBezTo>
                    <a:cubicBezTo>
                      <a:pt x="123508" y="16872"/>
                      <a:pt x="123368" y="14265"/>
                      <a:pt x="122794" y="12166"/>
                    </a:cubicBezTo>
                    <a:cubicBezTo>
                      <a:pt x="120555" y="4007"/>
                      <a:pt x="113559" y="2402"/>
                      <a:pt x="105989" y="2424"/>
                    </a:cubicBezTo>
                    <a:cubicBezTo>
                      <a:pt x="78624" y="2512"/>
                      <a:pt x="51171" y="3668"/>
                      <a:pt x="23946" y="900"/>
                    </a:cubicBezTo>
                    <a:cubicBezTo>
                      <a:pt x="19204" y="421"/>
                      <a:pt x="14447" y="-183"/>
                      <a:pt x="9682" y="53"/>
                    </a:cubicBezTo>
                    <a:cubicBezTo>
                      <a:pt x="8342" y="119"/>
                      <a:pt x="6906" y="296"/>
                      <a:pt x="5912" y="1187"/>
                    </a:cubicBezTo>
                    <a:cubicBezTo>
                      <a:pt x="4439" y="2512"/>
                      <a:pt x="4638" y="4582"/>
                      <a:pt x="4498" y="6371"/>
                    </a:cubicBezTo>
                    <a:cubicBezTo>
                      <a:pt x="4351" y="8256"/>
                      <a:pt x="3600" y="9781"/>
                      <a:pt x="3408" y="11636"/>
                    </a:cubicBezTo>
                    <a:cubicBezTo>
                      <a:pt x="2885" y="16695"/>
                      <a:pt x="2797" y="21835"/>
                      <a:pt x="2532" y="26909"/>
                    </a:cubicBezTo>
                    <a:cubicBezTo>
                      <a:pt x="1994" y="37094"/>
                      <a:pt x="1552" y="47286"/>
                      <a:pt x="1133" y="57470"/>
                    </a:cubicBezTo>
                    <a:cubicBezTo>
                      <a:pt x="558" y="71226"/>
                      <a:pt x="-2579" y="87920"/>
                      <a:pt x="4977" y="100336"/>
                    </a:cubicBezTo>
                    <a:cubicBezTo>
                      <a:pt x="11678" y="111345"/>
                      <a:pt x="24506" y="118886"/>
                      <a:pt x="35427" y="125072"/>
                    </a:cubicBezTo>
                    <a:cubicBezTo>
                      <a:pt x="41782" y="128673"/>
                      <a:pt x="48366" y="131824"/>
                      <a:pt x="55118" y="134593"/>
                    </a:cubicBezTo>
                    <a:cubicBezTo>
                      <a:pt x="61496" y="137208"/>
                      <a:pt x="68477" y="140323"/>
                      <a:pt x="75495" y="138592"/>
                    </a:cubicBezTo>
                    <a:cubicBezTo>
                      <a:pt x="81747" y="137053"/>
                      <a:pt x="87711" y="132841"/>
                      <a:pt x="92866" y="129151"/>
                    </a:cubicBezTo>
                    <a:cubicBezTo>
                      <a:pt x="98095" y="125410"/>
                      <a:pt x="103036" y="121250"/>
                      <a:pt x="107528" y="116647"/>
                    </a:cubicBezTo>
                    <a:cubicBezTo>
                      <a:pt x="111637" y="112450"/>
                      <a:pt x="116925" y="107457"/>
                      <a:pt x="120040" y="102464"/>
                    </a:cubicBezTo>
                    <a:cubicBezTo>
                      <a:pt x="123670" y="96647"/>
                      <a:pt x="122654" y="86904"/>
                      <a:pt x="123088" y="80276"/>
                    </a:cubicBezTo>
                    <a:cubicBezTo>
                      <a:pt x="124186" y="63560"/>
                      <a:pt x="124797" y="46814"/>
                      <a:pt x="124937" y="30061"/>
                    </a:cubicBezTo>
                    <a:cubicBezTo>
                      <a:pt x="124959" y="27167"/>
                      <a:pt x="123788" y="23176"/>
                      <a:pt x="120931" y="23640"/>
                    </a:cubicBezTo>
                    <a:cubicBezTo>
                      <a:pt x="118699" y="24008"/>
                      <a:pt x="118073" y="26880"/>
                      <a:pt x="117985" y="29141"/>
                    </a:cubicBezTo>
                    <a:cubicBezTo>
                      <a:pt x="117492" y="42087"/>
                      <a:pt x="117889" y="55062"/>
                      <a:pt x="116917" y="67993"/>
                    </a:cubicBezTo>
                    <a:cubicBezTo>
                      <a:pt x="116372" y="75210"/>
                      <a:pt x="115769" y="83450"/>
                      <a:pt x="113515" y="90829"/>
                    </a:cubicBezTo>
                    <a:close/>
                  </a:path>
                </a:pathLst>
              </a:custGeom>
              <a:solidFill>
                <a:srgbClr val="084D91"/>
              </a:solidFill>
              <a:ln w="735" cap="flat">
                <a:noFill/>
                <a:prstDash val="solid"/>
                <a:miter/>
              </a:ln>
            </p:spPr>
            <p:txBody>
              <a:bodyPr/>
              <a:lstStyle/>
              <a:p>
                <a:endParaRPr lang="en-US"/>
              </a:p>
            </p:txBody>
          </p:sp>
          <p:sp>
            <p:nvSpPr>
              <p:cNvPr id="212" name="Freeform: Shape 211">
                <a:extLst>
                  <a:ext uri="{FF2B5EF4-FFF2-40B4-BE49-F238E27FC236}">
                    <a16:creationId xmlns:a16="http://schemas.microsoft.com/office/drawing/2014/main" id="{C989CFF8-6A08-AADD-DC9B-86C2B2CB85F3}"/>
                  </a:ext>
                </a:extLst>
              </p:cNvPr>
              <p:cNvSpPr/>
              <p:nvPr/>
            </p:nvSpPr>
            <p:spPr>
              <a:xfrm>
                <a:off x="7895182" y="4968263"/>
                <a:ext cx="182370"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grpSp>
            <p:nvGrpSpPr>
              <p:cNvPr id="213" name="Group 212">
                <a:extLst>
                  <a:ext uri="{FF2B5EF4-FFF2-40B4-BE49-F238E27FC236}">
                    <a16:creationId xmlns:a16="http://schemas.microsoft.com/office/drawing/2014/main" id="{9B62FD59-18EC-57CB-2225-35A10AA75CB4}"/>
                  </a:ext>
                </a:extLst>
              </p:cNvPr>
              <p:cNvGrpSpPr/>
              <p:nvPr/>
            </p:nvGrpSpPr>
            <p:grpSpPr>
              <a:xfrm>
                <a:off x="7841494" y="4936064"/>
                <a:ext cx="163508" cy="97610"/>
                <a:chOff x="7786726" y="5162282"/>
                <a:chExt cx="163508" cy="97610"/>
              </a:xfrm>
            </p:grpSpPr>
            <p:sp>
              <p:nvSpPr>
                <p:cNvPr id="376" name="Freeform: Shape 375">
                  <a:extLst>
                    <a:ext uri="{FF2B5EF4-FFF2-40B4-BE49-F238E27FC236}">
                      <a16:creationId xmlns:a16="http://schemas.microsoft.com/office/drawing/2014/main" id="{4780FBC2-F54B-22DF-56B5-513034B7320A}"/>
                    </a:ext>
                  </a:extLst>
                </p:cNvPr>
                <p:cNvSpPr/>
                <p:nvPr/>
              </p:nvSpPr>
              <p:spPr>
                <a:xfrm>
                  <a:off x="7794432" y="5162282"/>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377" name="Freeform: Shape 376">
                  <a:extLst>
                    <a:ext uri="{FF2B5EF4-FFF2-40B4-BE49-F238E27FC236}">
                      <a16:creationId xmlns:a16="http://schemas.microsoft.com/office/drawing/2014/main" id="{518AC181-52C1-B8C6-3BC7-7DFFF0104F0F}"/>
                    </a:ext>
                  </a:extLst>
                </p:cNvPr>
                <p:cNvSpPr/>
                <p:nvPr/>
              </p:nvSpPr>
              <p:spPr>
                <a:xfrm>
                  <a:off x="7786726" y="5166779"/>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378" name="Freeform: Shape 377">
                  <a:extLst>
                    <a:ext uri="{FF2B5EF4-FFF2-40B4-BE49-F238E27FC236}">
                      <a16:creationId xmlns:a16="http://schemas.microsoft.com/office/drawing/2014/main" id="{66244140-1EDA-04C4-984B-AC071C574FAB}"/>
                    </a:ext>
                  </a:extLst>
                </p:cNvPr>
                <p:cNvSpPr/>
                <p:nvPr/>
              </p:nvSpPr>
              <p:spPr>
                <a:xfrm>
                  <a:off x="7872262" y="5169789"/>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379" name="Freeform: Shape 378">
                  <a:extLst>
                    <a:ext uri="{FF2B5EF4-FFF2-40B4-BE49-F238E27FC236}">
                      <a16:creationId xmlns:a16="http://schemas.microsoft.com/office/drawing/2014/main" id="{36901E7F-C52B-BC8A-0AFC-669A01FF3469}"/>
                    </a:ext>
                  </a:extLst>
                </p:cNvPr>
                <p:cNvSpPr/>
                <p:nvPr/>
              </p:nvSpPr>
              <p:spPr>
                <a:xfrm>
                  <a:off x="7806535" y="5181992"/>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grpSp>
          <p:sp>
            <p:nvSpPr>
              <p:cNvPr id="214" name="Freeform: Shape 213">
                <a:extLst>
                  <a:ext uri="{FF2B5EF4-FFF2-40B4-BE49-F238E27FC236}">
                    <a16:creationId xmlns:a16="http://schemas.microsoft.com/office/drawing/2014/main" id="{56346043-ACD4-5D41-146D-37231190BB3B}"/>
                  </a:ext>
                </a:extLst>
              </p:cNvPr>
              <p:cNvSpPr/>
              <p:nvPr/>
            </p:nvSpPr>
            <p:spPr>
              <a:xfrm>
                <a:off x="7840981" y="4645735"/>
                <a:ext cx="118246" cy="106713"/>
              </a:xfrm>
              <a:custGeom>
                <a:avLst/>
                <a:gdLst>
                  <a:gd name="csX0" fmla="*/ 79981 w 153337"/>
                  <a:gd name="csY0" fmla="*/ 5290 h 138383"/>
                  <a:gd name="csX1" fmla="*/ 131058 w 153337"/>
                  <a:gd name="csY1" fmla="*/ 2396 h 138383"/>
                  <a:gd name="csX2" fmla="*/ 153223 w 153337"/>
                  <a:gd name="csY2" fmla="*/ 42869 h 138383"/>
                  <a:gd name="csX3" fmla="*/ 124312 w 153337"/>
                  <a:gd name="csY3" fmla="*/ 96832 h 138383"/>
                  <a:gd name="csX4" fmla="*/ 105041 w 153337"/>
                  <a:gd name="csY4" fmla="*/ 138270 h 138383"/>
                  <a:gd name="csX5" fmla="*/ 49148 w 153337"/>
                  <a:gd name="csY5" fmla="*/ 86228 h 138383"/>
                  <a:gd name="csX6" fmla="*/ 0 w 153337"/>
                  <a:gd name="csY6" fmla="*/ 135376 h 138383"/>
                  <a:gd name="csX7" fmla="*/ 29876 w 153337"/>
                  <a:gd name="csY7" fmla="*/ 79483 h 138383"/>
                  <a:gd name="csX8" fmla="*/ 79988 w 153337"/>
                  <a:gd name="csY8" fmla="*/ 5275 h 1383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3337" h="138383">
                    <a:moveTo>
                      <a:pt x="79981" y="5290"/>
                    </a:moveTo>
                    <a:cubicBezTo>
                      <a:pt x="79981" y="5290"/>
                      <a:pt x="120453" y="-4349"/>
                      <a:pt x="131058" y="2396"/>
                    </a:cubicBezTo>
                    <a:cubicBezTo>
                      <a:pt x="141662" y="9141"/>
                      <a:pt x="151294" y="39982"/>
                      <a:pt x="153223" y="42869"/>
                    </a:cubicBezTo>
                    <a:cubicBezTo>
                      <a:pt x="155153" y="45763"/>
                      <a:pt x="132022" y="84306"/>
                      <a:pt x="124312" y="96832"/>
                    </a:cubicBezTo>
                    <a:cubicBezTo>
                      <a:pt x="116602" y="109358"/>
                      <a:pt x="107927" y="135383"/>
                      <a:pt x="105041" y="138270"/>
                    </a:cubicBezTo>
                    <a:cubicBezTo>
                      <a:pt x="102146" y="141164"/>
                      <a:pt x="52034" y="88157"/>
                      <a:pt x="49148" y="86228"/>
                    </a:cubicBezTo>
                    <a:cubicBezTo>
                      <a:pt x="46253" y="84299"/>
                      <a:pt x="0" y="135376"/>
                      <a:pt x="0" y="135376"/>
                    </a:cubicBezTo>
                    <a:lnTo>
                      <a:pt x="29876" y="79483"/>
                    </a:lnTo>
                    <a:lnTo>
                      <a:pt x="79988" y="5275"/>
                    </a:lnTo>
                    <a:close/>
                  </a:path>
                </a:pathLst>
              </a:custGeom>
              <a:solidFill>
                <a:srgbClr val="0863AA"/>
              </a:solidFill>
              <a:ln w="735" cap="flat">
                <a:noFill/>
                <a:prstDash val="solid"/>
                <a:miter/>
              </a:ln>
            </p:spPr>
            <p:txBody>
              <a:bodyPr/>
              <a:lstStyle/>
              <a:p>
                <a:endParaRPr lang="en-US"/>
              </a:p>
            </p:txBody>
          </p:sp>
          <p:sp>
            <p:nvSpPr>
              <p:cNvPr id="215" name="Freeform: Shape 214">
                <a:extLst>
                  <a:ext uri="{FF2B5EF4-FFF2-40B4-BE49-F238E27FC236}">
                    <a16:creationId xmlns:a16="http://schemas.microsoft.com/office/drawing/2014/main" id="{5F8156BD-4630-79EC-E160-EE531E126815}"/>
                  </a:ext>
                </a:extLst>
              </p:cNvPr>
              <p:cNvSpPr/>
              <p:nvPr/>
            </p:nvSpPr>
            <p:spPr>
              <a:xfrm>
                <a:off x="7904878" y="4649169"/>
                <a:ext cx="32960" cy="25172"/>
              </a:xfrm>
              <a:custGeom>
                <a:avLst/>
                <a:gdLst>
                  <a:gd name="csX0" fmla="*/ 972 w 42741"/>
                  <a:gd name="csY0" fmla="*/ 3731 h 32642"/>
                  <a:gd name="csX1" fmla="*/ 41445 w 42741"/>
                  <a:gd name="csY1" fmla="*/ 2767 h 32642"/>
                  <a:gd name="csX2" fmla="*/ 31805 w 42741"/>
                  <a:gd name="csY2" fmla="*/ 27827 h 32642"/>
                  <a:gd name="csX3" fmla="*/ 0 w 42741"/>
                  <a:gd name="csY3" fmla="*/ 32643 h 32642"/>
                  <a:gd name="csX4" fmla="*/ 965 w 42741"/>
                  <a:gd name="csY4" fmla="*/ 3731 h 32642"/>
                </a:gdLst>
                <a:ahLst/>
                <a:cxnLst>
                  <a:cxn ang="0">
                    <a:pos x="csX0" y="csY0"/>
                  </a:cxn>
                  <a:cxn ang="0">
                    <a:pos x="csX1" y="csY1"/>
                  </a:cxn>
                  <a:cxn ang="0">
                    <a:pos x="csX2" y="csY2"/>
                  </a:cxn>
                  <a:cxn ang="0">
                    <a:pos x="csX3" y="csY3"/>
                  </a:cxn>
                  <a:cxn ang="0">
                    <a:pos x="csX4" y="csY4"/>
                  </a:cxn>
                </a:cxnLst>
                <a:rect l="l" t="t" r="r" b="b"/>
                <a:pathLst>
                  <a:path w="42741" h="32642">
                    <a:moveTo>
                      <a:pt x="972" y="3731"/>
                    </a:moveTo>
                    <a:cubicBezTo>
                      <a:pt x="972" y="3731"/>
                      <a:pt x="34699" y="-3979"/>
                      <a:pt x="41445" y="2767"/>
                    </a:cubicBezTo>
                    <a:cubicBezTo>
                      <a:pt x="47226" y="8548"/>
                      <a:pt x="31805" y="27827"/>
                      <a:pt x="31805" y="27827"/>
                    </a:cubicBezTo>
                    <a:lnTo>
                      <a:pt x="0" y="32643"/>
                    </a:lnTo>
                    <a:lnTo>
                      <a:pt x="965" y="3731"/>
                    </a:lnTo>
                    <a:close/>
                  </a:path>
                </a:pathLst>
              </a:custGeom>
              <a:solidFill>
                <a:srgbClr val="1A1A1A"/>
              </a:solidFill>
              <a:ln w="735" cap="flat">
                <a:noFill/>
                <a:prstDash val="solid"/>
                <a:miter/>
              </a:ln>
            </p:spPr>
            <p:txBody>
              <a:bodyPr/>
              <a:lstStyle/>
              <a:p>
                <a:endParaRPr lang="en-US"/>
              </a:p>
            </p:txBody>
          </p:sp>
          <p:sp>
            <p:nvSpPr>
              <p:cNvPr id="216" name="Freeform: Shape 215">
                <a:extLst>
                  <a:ext uri="{FF2B5EF4-FFF2-40B4-BE49-F238E27FC236}">
                    <a16:creationId xmlns:a16="http://schemas.microsoft.com/office/drawing/2014/main" id="{CE04ADDC-4629-F485-B9C3-EA7A1A14A316}"/>
                  </a:ext>
                </a:extLst>
              </p:cNvPr>
              <p:cNvSpPr/>
              <p:nvPr/>
            </p:nvSpPr>
            <p:spPr>
              <a:xfrm>
                <a:off x="7870135" y="4547041"/>
                <a:ext cx="874" cy="3236"/>
              </a:xfrm>
              <a:custGeom>
                <a:avLst/>
                <a:gdLst>
                  <a:gd name="csX0" fmla="*/ 1134 w 1134"/>
                  <a:gd name="csY0" fmla="*/ 4197 h 4197"/>
                  <a:gd name="csX1" fmla="*/ 0 w 1134"/>
                  <a:gd name="csY1" fmla="*/ 0 h 4197"/>
                  <a:gd name="csX2" fmla="*/ 1134 w 1134"/>
                  <a:gd name="csY2" fmla="*/ 4197 h 4197"/>
                </a:gdLst>
                <a:ahLst/>
                <a:cxnLst>
                  <a:cxn ang="0">
                    <a:pos x="csX0" y="csY0"/>
                  </a:cxn>
                  <a:cxn ang="0">
                    <a:pos x="csX1" y="csY1"/>
                  </a:cxn>
                  <a:cxn ang="0">
                    <a:pos x="csX2" y="csY2"/>
                  </a:cxn>
                </a:cxnLst>
                <a:rect l="l" t="t" r="r" b="b"/>
                <a:pathLst>
                  <a:path w="1134" h="4197">
                    <a:moveTo>
                      <a:pt x="1134" y="4197"/>
                    </a:moveTo>
                    <a:cubicBezTo>
                      <a:pt x="736" y="2754"/>
                      <a:pt x="361" y="1355"/>
                      <a:pt x="0" y="0"/>
                    </a:cubicBezTo>
                    <a:cubicBezTo>
                      <a:pt x="243" y="825"/>
                      <a:pt x="648" y="2261"/>
                      <a:pt x="1134" y="4197"/>
                    </a:cubicBezTo>
                    <a:close/>
                  </a:path>
                </a:pathLst>
              </a:custGeom>
              <a:solidFill>
                <a:srgbClr val="757575"/>
              </a:solidFill>
              <a:ln w="735" cap="flat">
                <a:noFill/>
                <a:prstDash val="solid"/>
                <a:miter/>
              </a:ln>
            </p:spPr>
            <p:txBody>
              <a:bodyPr/>
              <a:lstStyle/>
              <a:p>
                <a:endParaRPr lang="en-US"/>
              </a:p>
            </p:txBody>
          </p:sp>
          <p:sp>
            <p:nvSpPr>
              <p:cNvPr id="217" name="Freeform: Shape 216">
                <a:extLst>
                  <a:ext uri="{FF2B5EF4-FFF2-40B4-BE49-F238E27FC236}">
                    <a16:creationId xmlns:a16="http://schemas.microsoft.com/office/drawing/2014/main" id="{5AD52FB1-65D6-2932-208A-3FF890677BD8}"/>
                  </a:ext>
                </a:extLst>
              </p:cNvPr>
              <p:cNvSpPr/>
              <p:nvPr/>
            </p:nvSpPr>
            <p:spPr>
              <a:xfrm>
                <a:off x="7822121" y="4616104"/>
                <a:ext cx="107289" cy="137835"/>
              </a:xfrm>
              <a:custGeom>
                <a:avLst/>
                <a:gdLst>
                  <a:gd name="csX0" fmla="*/ 96808 w 139129"/>
                  <a:gd name="csY0" fmla="*/ 18 h 178741"/>
                  <a:gd name="csX1" fmla="*/ 139129 w 139129"/>
                  <a:gd name="csY1" fmla="*/ 70698 h 178741"/>
                  <a:gd name="csX2" fmla="*/ 101543 w 139129"/>
                  <a:gd name="csY2" fmla="*/ 98644 h 178741"/>
                  <a:gd name="csX3" fmla="*/ 63957 w 139129"/>
                  <a:gd name="csY3" fmla="*/ 121774 h 178741"/>
                  <a:gd name="csX4" fmla="*/ 23485 w 139129"/>
                  <a:gd name="csY4" fmla="*/ 178632 h 178741"/>
                  <a:gd name="csX5" fmla="*/ 1319 w 139129"/>
                  <a:gd name="csY5" fmla="*/ 56242 h 178741"/>
                  <a:gd name="csX6" fmla="*/ 96808 w 139129"/>
                  <a:gd name="csY6" fmla="*/ 18 h 17874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9129" h="178741">
                    <a:moveTo>
                      <a:pt x="96808" y="18"/>
                    </a:moveTo>
                    <a:cubicBezTo>
                      <a:pt x="96808" y="18"/>
                      <a:pt x="104437" y="60101"/>
                      <a:pt x="139129" y="70698"/>
                    </a:cubicBezTo>
                    <a:cubicBezTo>
                      <a:pt x="139129" y="70698"/>
                      <a:pt x="123709" y="83224"/>
                      <a:pt x="101543" y="98644"/>
                    </a:cubicBezTo>
                    <a:cubicBezTo>
                      <a:pt x="78774" y="114484"/>
                      <a:pt x="65703" y="117400"/>
                      <a:pt x="63957" y="121774"/>
                    </a:cubicBezTo>
                    <a:cubicBezTo>
                      <a:pt x="62212" y="126149"/>
                      <a:pt x="25075" y="175392"/>
                      <a:pt x="23485" y="178632"/>
                    </a:cubicBezTo>
                    <a:cubicBezTo>
                      <a:pt x="21894" y="181872"/>
                      <a:pt x="-6355" y="112820"/>
                      <a:pt x="1319" y="56242"/>
                    </a:cubicBezTo>
                    <a:cubicBezTo>
                      <a:pt x="9294" y="-2611"/>
                      <a:pt x="96808" y="18"/>
                      <a:pt x="96808" y="18"/>
                    </a:cubicBezTo>
                    <a:close/>
                  </a:path>
                </a:pathLst>
              </a:custGeom>
              <a:solidFill>
                <a:srgbClr val="A26552"/>
              </a:solidFill>
              <a:ln w="735" cap="flat">
                <a:noFill/>
                <a:prstDash val="solid"/>
                <a:miter/>
              </a:ln>
            </p:spPr>
            <p:txBody>
              <a:bodyPr/>
              <a:lstStyle/>
              <a:p>
                <a:endParaRPr lang="en-US"/>
              </a:p>
            </p:txBody>
          </p:sp>
          <p:sp>
            <p:nvSpPr>
              <p:cNvPr id="218" name="Freeform: Shape 217">
                <a:extLst>
                  <a:ext uri="{FF2B5EF4-FFF2-40B4-BE49-F238E27FC236}">
                    <a16:creationId xmlns:a16="http://schemas.microsoft.com/office/drawing/2014/main" id="{41D9ECF1-BBBE-5396-A2FD-5C6168D54CE2}"/>
                  </a:ext>
                </a:extLst>
              </p:cNvPr>
              <p:cNvSpPr/>
              <p:nvPr/>
            </p:nvSpPr>
            <p:spPr>
              <a:xfrm>
                <a:off x="7786594" y="4691327"/>
                <a:ext cx="53660" cy="62534"/>
              </a:xfrm>
              <a:custGeom>
                <a:avLst/>
                <a:gdLst>
                  <a:gd name="csX0" fmla="*/ 50070 w 69584"/>
                  <a:gd name="csY0" fmla="*/ 0 h 81092"/>
                  <a:gd name="csX1" fmla="*/ 47094 w 69584"/>
                  <a:gd name="csY1" fmla="*/ 36084 h 81092"/>
                  <a:gd name="csX2" fmla="*/ 44046 w 69584"/>
                  <a:gd name="csY2" fmla="*/ 35436 h 81092"/>
                  <a:gd name="csX3" fmla="*/ 31313 w 69584"/>
                  <a:gd name="csY3" fmla="*/ 43683 h 81092"/>
                  <a:gd name="csX4" fmla="*/ 20076 w 69584"/>
                  <a:gd name="csY4" fmla="*/ 59111 h 81092"/>
                  <a:gd name="csX5" fmla="*/ 9236 w 69584"/>
                  <a:gd name="csY5" fmla="*/ 66563 h 81092"/>
                  <a:gd name="csX6" fmla="*/ 10657 w 69584"/>
                  <a:gd name="csY6" fmla="*/ 58522 h 81092"/>
                  <a:gd name="csX7" fmla="*/ 33353 w 69584"/>
                  <a:gd name="csY7" fmla="*/ 5236 h 81092"/>
                  <a:gd name="csX8" fmla="*/ 33449 w 69584"/>
                  <a:gd name="csY8" fmla="*/ 2541 h 81092"/>
                  <a:gd name="csX9" fmla="*/ 28773 w 69584"/>
                  <a:gd name="csY9" fmla="*/ 6849 h 81092"/>
                  <a:gd name="csX10" fmla="*/ 24133 w 69584"/>
                  <a:gd name="csY10" fmla="*/ 17607 h 81092"/>
                  <a:gd name="csX11" fmla="*/ 14008 w 69584"/>
                  <a:gd name="csY11" fmla="*/ 37630 h 81092"/>
                  <a:gd name="csX12" fmla="*/ 4862 w 69584"/>
                  <a:gd name="csY12" fmla="*/ 55849 h 81092"/>
                  <a:gd name="csX13" fmla="*/ 193 w 69584"/>
                  <a:gd name="csY13" fmla="*/ 72727 h 81092"/>
                  <a:gd name="csX14" fmla="*/ 24708 w 69584"/>
                  <a:gd name="csY14" fmla="*/ 68876 h 81092"/>
                  <a:gd name="csX15" fmla="*/ 35356 w 69584"/>
                  <a:gd name="csY15" fmla="*/ 54405 h 81092"/>
                  <a:gd name="csX16" fmla="*/ 41409 w 69584"/>
                  <a:gd name="csY16" fmla="*/ 46253 h 81092"/>
                  <a:gd name="csX17" fmla="*/ 49429 w 69584"/>
                  <a:gd name="csY17" fmla="*/ 47844 h 81092"/>
                  <a:gd name="csX18" fmla="*/ 50342 w 69584"/>
                  <a:gd name="csY18" fmla="*/ 48779 h 81092"/>
                  <a:gd name="csX19" fmla="*/ 45489 w 69584"/>
                  <a:gd name="csY19" fmla="*/ 72418 h 81092"/>
                  <a:gd name="csX20" fmla="*/ 55129 w 69584"/>
                  <a:gd name="csY20" fmla="*/ 78199 h 81092"/>
                  <a:gd name="csX21" fmla="*/ 69584 w 69584"/>
                  <a:gd name="csY21" fmla="*/ 81093 h 81092"/>
                  <a:gd name="csX22" fmla="*/ 50099 w 69584"/>
                  <a:gd name="csY22" fmla="*/ 0 h 81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9584" h="81092">
                    <a:moveTo>
                      <a:pt x="50070" y="0"/>
                    </a:moveTo>
                    <a:cubicBezTo>
                      <a:pt x="50070" y="0"/>
                      <a:pt x="46365" y="24456"/>
                      <a:pt x="47094" y="36084"/>
                    </a:cubicBezTo>
                    <a:cubicBezTo>
                      <a:pt x="46203" y="35723"/>
                      <a:pt x="45202" y="35487"/>
                      <a:pt x="44046" y="35436"/>
                    </a:cubicBezTo>
                    <a:cubicBezTo>
                      <a:pt x="38471" y="35163"/>
                      <a:pt x="34436" y="39699"/>
                      <a:pt x="31313" y="43683"/>
                    </a:cubicBezTo>
                    <a:cubicBezTo>
                      <a:pt x="27388" y="48691"/>
                      <a:pt x="24200" y="54273"/>
                      <a:pt x="20076" y="59111"/>
                    </a:cubicBezTo>
                    <a:cubicBezTo>
                      <a:pt x="17263" y="62417"/>
                      <a:pt x="14015" y="66755"/>
                      <a:pt x="9236" y="66563"/>
                    </a:cubicBezTo>
                    <a:cubicBezTo>
                      <a:pt x="8352" y="63912"/>
                      <a:pt x="9494" y="61062"/>
                      <a:pt x="10657" y="58522"/>
                    </a:cubicBezTo>
                    <a:cubicBezTo>
                      <a:pt x="18736" y="40929"/>
                      <a:pt x="29310" y="24169"/>
                      <a:pt x="33353" y="5236"/>
                    </a:cubicBezTo>
                    <a:cubicBezTo>
                      <a:pt x="33545" y="4345"/>
                      <a:pt x="33714" y="3410"/>
                      <a:pt x="33449" y="2541"/>
                    </a:cubicBezTo>
                    <a:cubicBezTo>
                      <a:pt x="31902" y="-2482"/>
                      <a:pt x="29207" y="5744"/>
                      <a:pt x="28773" y="6849"/>
                    </a:cubicBezTo>
                    <a:cubicBezTo>
                      <a:pt x="27337" y="10479"/>
                      <a:pt x="25776" y="14065"/>
                      <a:pt x="24133" y="17607"/>
                    </a:cubicBezTo>
                    <a:cubicBezTo>
                      <a:pt x="20982" y="24397"/>
                      <a:pt x="17521" y="31032"/>
                      <a:pt x="14008" y="37630"/>
                    </a:cubicBezTo>
                    <a:cubicBezTo>
                      <a:pt x="10819" y="43632"/>
                      <a:pt x="7653" y="49648"/>
                      <a:pt x="4862" y="55849"/>
                    </a:cubicBezTo>
                    <a:cubicBezTo>
                      <a:pt x="2586" y="60886"/>
                      <a:pt x="-853" y="66998"/>
                      <a:pt x="193" y="72727"/>
                    </a:cubicBezTo>
                    <a:cubicBezTo>
                      <a:pt x="2572" y="85761"/>
                      <a:pt x="19995" y="73795"/>
                      <a:pt x="24708" y="68876"/>
                    </a:cubicBezTo>
                    <a:cubicBezTo>
                      <a:pt x="28869" y="64531"/>
                      <a:pt x="32050" y="59391"/>
                      <a:pt x="35356" y="54405"/>
                    </a:cubicBezTo>
                    <a:cubicBezTo>
                      <a:pt x="37182" y="51644"/>
                      <a:pt x="39009" y="48566"/>
                      <a:pt x="41409" y="46253"/>
                    </a:cubicBezTo>
                    <a:cubicBezTo>
                      <a:pt x="44340" y="43433"/>
                      <a:pt x="47139" y="44295"/>
                      <a:pt x="49429" y="47844"/>
                    </a:cubicBezTo>
                    <a:cubicBezTo>
                      <a:pt x="49694" y="48249"/>
                      <a:pt x="50003" y="48558"/>
                      <a:pt x="50342" y="48779"/>
                    </a:cubicBezTo>
                    <a:cubicBezTo>
                      <a:pt x="50865" y="56541"/>
                      <a:pt x="48906" y="67631"/>
                      <a:pt x="45489" y="72418"/>
                    </a:cubicBezTo>
                    <a:cubicBezTo>
                      <a:pt x="40673" y="79163"/>
                      <a:pt x="50305" y="78199"/>
                      <a:pt x="55129" y="78199"/>
                    </a:cubicBezTo>
                    <a:cubicBezTo>
                      <a:pt x="59952" y="78199"/>
                      <a:pt x="69584" y="81093"/>
                      <a:pt x="69584" y="81093"/>
                    </a:cubicBezTo>
                    <a:lnTo>
                      <a:pt x="50099" y="0"/>
                    </a:lnTo>
                    <a:close/>
                  </a:path>
                </a:pathLst>
              </a:custGeom>
              <a:solidFill>
                <a:srgbClr val="084D91"/>
              </a:solidFill>
              <a:ln w="735" cap="flat">
                <a:noFill/>
                <a:prstDash val="solid"/>
                <a:miter/>
              </a:ln>
            </p:spPr>
            <p:txBody>
              <a:bodyPr/>
              <a:lstStyle/>
              <a:p>
                <a:endParaRPr lang="en-US"/>
              </a:p>
            </p:txBody>
          </p:sp>
          <p:grpSp>
            <p:nvGrpSpPr>
              <p:cNvPr id="220" name="Graphic 475">
                <a:extLst>
                  <a:ext uri="{FF2B5EF4-FFF2-40B4-BE49-F238E27FC236}">
                    <a16:creationId xmlns:a16="http://schemas.microsoft.com/office/drawing/2014/main" id="{5D1E6CF8-5855-AF02-5311-C1A9C17386A4}"/>
                  </a:ext>
                </a:extLst>
              </p:cNvPr>
              <p:cNvGrpSpPr/>
              <p:nvPr/>
            </p:nvGrpSpPr>
            <p:grpSpPr>
              <a:xfrm>
                <a:off x="7754930" y="4464041"/>
                <a:ext cx="168934" cy="237818"/>
                <a:chOff x="13111723" y="4916801"/>
                <a:chExt cx="219068" cy="308396"/>
              </a:xfrm>
            </p:grpSpPr>
            <p:sp>
              <p:nvSpPr>
                <p:cNvPr id="369" name="Freeform: Shape 368">
                  <a:extLst>
                    <a:ext uri="{FF2B5EF4-FFF2-40B4-BE49-F238E27FC236}">
                      <a16:creationId xmlns:a16="http://schemas.microsoft.com/office/drawing/2014/main" id="{E84484C5-63EE-1008-6810-270C262C2CE8}"/>
                    </a:ext>
                  </a:extLst>
                </p:cNvPr>
                <p:cNvSpPr/>
                <p:nvPr/>
              </p:nvSpPr>
              <p:spPr>
                <a:xfrm>
                  <a:off x="13112011" y="4946994"/>
                  <a:ext cx="210210" cy="264791"/>
                </a:xfrm>
                <a:custGeom>
                  <a:avLst/>
                  <a:gdLst>
                    <a:gd name="csX0" fmla="*/ 184836 w 210210"/>
                    <a:gd name="csY0" fmla="*/ 175248 h 264791"/>
                    <a:gd name="csX1" fmla="*/ 180543 w 210210"/>
                    <a:gd name="csY1" fmla="*/ 212517 h 264791"/>
                    <a:gd name="csX2" fmla="*/ 122618 w 210210"/>
                    <a:gd name="csY2" fmla="*/ 259912 h 264791"/>
                    <a:gd name="csX3" fmla="*/ 58816 w 210210"/>
                    <a:gd name="csY3" fmla="*/ 255420 h 264791"/>
                    <a:gd name="csX4" fmla="*/ 3018 w 210210"/>
                    <a:gd name="csY4" fmla="*/ 122455 h 264791"/>
                    <a:gd name="csX5" fmla="*/ 728 w 210210"/>
                    <a:gd name="csY5" fmla="*/ 108243 h 264791"/>
                    <a:gd name="csX6" fmla="*/ 2466 w 210210"/>
                    <a:gd name="csY6" fmla="*/ 32224 h 264791"/>
                    <a:gd name="csX7" fmla="*/ 43498 w 210210"/>
                    <a:gd name="csY7" fmla="*/ 50170 h 264791"/>
                    <a:gd name="csX8" fmla="*/ 71283 w 210210"/>
                    <a:gd name="csY8" fmla="*/ 31554 h 264791"/>
                    <a:gd name="csX9" fmla="*/ 120843 w 210210"/>
                    <a:gd name="csY9" fmla="*/ 927 h 264791"/>
                    <a:gd name="csX10" fmla="*/ 150233 w 210210"/>
                    <a:gd name="csY10" fmla="*/ 81637 h 264791"/>
                    <a:gd name="csX11" fmla="*/ 163856 w 210210"/>
                    <a:gd name="csY11" fmla="*/ 120195 h 264791"/>
                    <a:gd name="csX12" fmla="*/ 198666 w 210210"/>
                    <a:gd name="csY12" fmla="*/ 94148 h 264791"/>
                    <a:gd name="csX13" fmla="*/ 184829 w 210210"/>
                    <a:gd name="csY13" fmla="*/ 175248 h 2647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10210" h="264791">
                      <a:moveTo>
                        <a:pt x="184836" y="175248"/>
                      </a:moveTo>
                      <a:cubicBezTo>
                        <a:pt x="184836" y="189645"/>
                        <a:pt x="183886" y="201898"/>
                        <a:pt x="180543" y="212517"/>
                      </a:cubicBezTo>
                      <a:cubicBezTo>
                        <a:pt x="174033" y="233240"/>
                        <a:pt x="158377" y="247754"/>
                        <a:pt x="122618" y="259912"/>
                      </a:cubicBezTo>
                      <a:cubicBezTo>
                        <a:pt x="105047" y="265885"/>
                        <a:pt x="76180" y="268396"/>
                        <a:pt x="58816" y="255420"/>
                      </a:cubicBezTo>
                      <a:cubicBezTo>
                        <a:pt x="25957" y="230869"/>
                        <a:pt x="6575" y="135770"/>
                        <a:pt x="3018" y="122455"/>
                      </a:cubicBezTo>
                      <a:cubicBezTo>
                        <a:pt x="1973" y="118552"/>
                        <a:pt x="1236" y="113655"/>
                        <a:pt x="728" y="108243"/>
                      </a:cubicBezTo>
                      <a:cubicBezTo>
                        <a:pt x="-1621" y="83433"/>
                        <a:pt x="2466" y="32224"/>
                        <a:pt x="2466" y="32224"/>
                      </a:cubicBezTo>
                      <a:cubicBezTo>
                        <a:pt x="8122" y="45781"/>
                        <a:pt x="19735" y="51319"/>
                        <a:pt x="43498" y="50170"/>
                      </a:cubicBezTo>
                      <a:cubicBezTo>
                        <a:pt x="55494" y="49588"/>
                        <a:pt x="66261" y="42460"/>
                        <a:pt x="71283" y="31554"/>
                      </a:cubicBezTo>
                      <a:cubicBezTo>
                        <a:pt x="77189" y="18711"/>
                        <a:pt x="103861" y="-4972"/>
                        <a:pt x="120843" y="927"/>
                      </a:cubicBezTo>
                      <a:cubicBezTo>
                        <a:pt x="149297" y="10809"/>
                        <a:pt x="139997" y="44397"/>
                        <a:pt x="150233" y="81637"/>
                      </a:cubicBezTo>
                      <a:cubicBezTo>
                        <a:pt x="160439" y="102344"/>
                        <a:pt x="163856" y="120195"/>
                        <a:pt x="163856" y="120195"/>
                      </a:cubicBezTo>
                      <a:cubicBezTo>
                        <a:pt x="163856" y="120195"/>
                        <a:pt x="174806" y="66945"/>
                        <a:pt x="198666" y="94148"/>
                      </a:cubicBezTo>
                      <a:cubicBezTo>
                        <a:pt x="231126" y="131160"/>
                        <a:pt x="184829" y="175248"/>
                        <a:pt x="184829" y="175248"/>
                      </a:cubicBezTo>
                      <a:close/>
                    </a:path>
                  </a:pathLst>
                </a:custGeom>
                <a:solidFill>
                  <a:srgbClr val="A26552"/>
                </a:solidFill>
                <a:ln w="735" cap="flat">
                  <a:noFill/>
                  <a:prstDash val="solid"/>
                  <a:miter/>
                </a:ln>
              </p:spPr>
              <p:txBody>
                <a:bodyPr/>
                <a:lstStyle/>
                <a:p>
                  <a:endParaRPr lang="en-US"/>
                </a:p>
              </p:txBody>
            </p:sp>
            <p:sp>
              <p:nvSpPr>
                <p:cNvPr id="370" name="Freeform: Shape 369">
                  <a:extLst>
                    <a:ext uri="{FF2B5EF4-FFF2-40B4-BE49-F238E27FC236}">
                      <a16:creationId xmlns:a16="http://schemas.microsoft.com/office/drawing/2014/main" id="{216059CB-449A-F18C-13FD-31B34BDD5C65}"/>
                    </a:ext>
                  </a:extLst>
                </p:cNvPr>
                <p:cNvSpPr/>
                <p:nvPr/>
              </p:nvSpPr>
              <p:spPr>
                <a:xfrm>
                  <a:off x="13159295" y="5109510"/>
                  <a:ext cx="19408" cy="10404"/>
                </a:xfrm>
                <a:custGeom>
                  <a:avLst/>
                  <a:gdLst>
                    <a:gd name="csX0" fmla="*/ 6 w 19408"/>
                    <a:gd name="csY0" fmla="*/ 6502 h 10404"/>
                    <a:gd name="csX1" fmla="*/ 5131 w 19408"/>
                    <a:gd name="csY1" fmla="*/ 1171 h 10404"/>
                    <a:gd name="csX2" fmla="*/ 13755 w 19408"/>
                    <a:gd name="csY2" fmla="*/ 51 h 10404"/>
                    <a:gd name="csX3" fmla="*/ 19403 w 19408"/>
                    <a:gd name="csY3" fmla="*/ 3903 h 10404"/>
                    <a:gd name="csX4" fmla="*/ 14277 w 19408"/>
                    <a:gd name="csY4" fmla="*/ 9234 h 10404"/>
                    <a:gd name="csX5" fmla="*/ 5654 w 19408"/>
                    <a:gd name="csY5" fmla="*/ 10353 h 10404"/>
                    <a:gd name="csX6" fmla="*/ 6 w 19408"/>
                    <a:gd name="csY6" fmla="*/ 6502 h 104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08" h="10404">
                      <a:moveTo>
                        <a:pt x="6" y="6502"/>
                      </a:moveTo>
                      <a:cubicBezTo>
                        <a:pt x="-134" y="4035"/>
                        <a:pt x="2215" y="1546"/>
                        <a:pt x="5131" y="1171"/>
                      </a:cubicBezTo>
                      <a:cubicBezTo>
                        <a:pt x="8003" y="795"/>
                        <a:pt x="10883" y="427"/>
                        <a:pt x="13755" y="51"/>
                      </a:cubicBezTo>
                      <a:cubicBezTo>
                        <a:pt x="16663" y="-324"/>
                        <a:pt x="19256" y="1406"/>
                        <a:pt x="19403" y="3903"/>
                      </a:cubicBezTo>
                      <a:cubicBezTo>
                        <a:pt x="19543" y="6370"/>
                        <a:pt x="17194" y="8859"/>
                        <a:pt x="14277" y="9234"/>
                      </a:cubicBezTo>
                      <a:cubicBezTo>
                        <a:pt x="11405" y="9610"/>
                        <a:pt x="8526" y="9978"/>
                        <a:pt x="5654" y="10353"/>
                      </a:cubicBezTo>
                      <a:cubicBezTo>
                        <a:pt x="2745" y="10729"/>
                        <a:pt x="153" y="8999"/>
                        <a:pt x="6" y="6502"/>
                      </a:cubicBezTo>
                      <a:close/>
                    </a:path>
                  </a:pathLst>
                </a:custGeom>
                <a:solidFill>
                  <a:srgbClr val="512820"/>
                </a:solidFill>
                <a:ln w="735" cap="flat">
                  <a:noFill/>
                  <a:prstDash val="solid"/>
                  <a:miter/>
                </a:ln>
              </p:spPr>
              <p:txBody>
                <a:bodyPr/>
                <a:lstStyle/>
                <a:p>
                  <a:endParaRPr lang="en-US"/>
                </a:p>
              </p:txBody>
            </p:sp>
            <p:sp>
              <p:nvSpPr>
                <p:cNvPr id="371" name="Freeform: Shape 370">
                  <a:extLst>
                    <a:ext uri="{FF2B5EF4-FFF2-40B4-BE49-F238E27FC236}">
                      <a16:creationId xmlns:a16="http://schemas.microsoft.com/office/drawing/2014/main" id="{DF7D8F44-1D0C-1293-64D4-2D25064E052C}"/>
                    </a:ext>
                  </a:extLst>
                </p:cNvPr>
                <p:cNvSpPr/>
                <p:nvPr/>
              </p:nvSpPr>
              <p:spPr>
                <a:xfrm>
                  <a:off x="13178921" y="5016920"/>
                  <a:ext cx="45737" cy="11716"/>
                </a:xfrm>
                <a:custGeom>
                  <a:avLst/>
                  <a:gdLst>
                    <a:gd name="csX0" fmla="*/ 4638 w 45737"/>
                    <a:gd name="csY0" fmla="*/ 201 h 11716"/>
                    <a:gd name="csX1" fmla="*/ 23151 w 45737"/>
                    <a:gd name="csY1" fmla="*/ 201 h 11716"/>
                    <a:gd name="csX2" fmla="*/ 41833 w 45737"/>
                    <a:gd name="csY2" fmla="*/ 2889 h 11716"/>
                    <a:gd name="csX3" fmla="*/ 41134 w 45737"/>
                    <a:gd name="csY3" fmla="*/ 11674 h 11716"/>
                    <a:gd name="csX4" fmla="*/ 22451 w 45737"/>
                    <a:gd name="csY4" fmla="*/ 8986 h 11716"/>
                    <a:gd name="csX5" fmla="*/ 3938 w 45737"/>
                    <a:gd name="csY5" fmla="*/ 8986 h 11716"/>
                    <a:gd name="csX6" fmla="*/ 4638 w 45737"/>
                    <a:gd name="csY6" fmla="*/ 201 h 117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737" h="11716">
                      <a:moveTo>
                        <a:pt x="4638" y="201"/>
                      </a:moveTo>
                      <a:cubicBezTo>
                        <a:pt x="10824" y="415"/>
                        <a:pt x="16980" y="-344"/>
                        <a:pt x="23151" y="201"/>
                      </a:cubicBezTo>
                      <a:cubicBezTo>
                        <a:pt x="29418" y="753"/>
                        <a:pt x="35596" y="2094"/>
                        <a:pt x="41833" y="2889"/>
                      </a:cubicBezTo>
                      <a:cubicBezTo>
                        <a:pt x="47460" y="3603"/>
                        <a:pt x="46812" y="12396"/>
                        <a:pt x="41134" y="11674"/>
                      </a:cubicBezTo>
                      <a:cubicBezTo>
                        <a:pt x="34904" y="10879"/>
                        <a:pt x="28718" y="9524"/>
                        <a:pt x="22451" y="8986"/>
                      </a:cubicBezTo>
                      <a:cubicBezTo>
                        <a:pt x="16273" y="8464"/>
                        <a:pt x="10117" y="9193"/>
                        <a:pt x="3938" y="8986"/>
                      </a:cubicBezTo>
                      <a:cubicBezTo>
                        <a:pt x="-1754" y="8795"/>
                        <a:pt x="-1062" y="10"/>
                        <a:pt x="4638" y="201"/>
                      </a:cubicBezTo>
                      <a:close/>
                    </a:path>
                  </a:pathLst>
                </a:custGeom>
                <a:solidFill>
                  <a:srgbClr val="161616"/>
                </a:solidFill>
                <a:ln w="735" cap="flat">
                  <a:noFill/>
                  <a:prstDash val="solid"/>
                  <a:miter/>
                </a:ln>
              </p:spPr>
              <p:txBody>
                <a:bodyPr/>
                <a:lstStyle/>
                <a:p>
                  <a:endParaRPr lang="en-US"/>
                </a:p>
              </p:txBody>
            </p:sp>
            <p:sp>
              <p:nvSpPr>
                <p:cNvPr id="372" name="Freeform: Shape 371">
                  <a:extLst>
                    <a:ext uri="{FF2B5EF4-FFF2-40B4-BE49-F238E27FC236}">
                      <a16:creationId xmlns:a16="http://schemas.microsoft.com/office/drawing/2014/main" id="{76A1378C-1138-522F-5F25-AC75C4A6A0FF}"/>
                    </a:ext>
                  </a:extLst>
                </p:cNvPr>
                <p:cNvSpPr/>
                <p:nvPr/>
              </p:nvSpPr>
              <p:spPr>
                <a:xfrm>
                  <a:off x="13111723" y="5051165"/>
                  <a:ext cx="21870" cy="23132"/>
                </a:xfrm>
                <a:custGeom>
                  <a:avLst/>
                  <a:gdLst>
                    <a:gd name="csX0" fmla="*/ 242 w 21870"/>
                    <a:gd name="csY0" fmla="*/ 17799 h 23132"/>
                    <a:gd name="csX1" fmla="*/ 14263 w 21870"/>
                    <a:gd name="csY1" fmla="*/ 1097 h 23132"/>
                    <a:gd name="csX2" fmla="*/ 20397 w 21870"/>
                    <a:gd name="csY2" fmla="*/ 7401 h 23132"/>
                    <a:gd name="csX3" fmla="*/ 8740 w 21870"/>
                    <a:gd name="csY3" fmla="*/ 20067 h 23132"/>
                    <a:gd name="csX4" fmla="*/ 242 w 21870"/>
                    <a:gd name="csY4" fmla="*/ 17799 h 23132"/>
                  </a:gdLst>
                  <a:ahLst/>
                  <a:cxnLst>
                    <a:cxn ang="0">
                      <a:pos x="csX0" y="csY0"/>
                    </a:cxn>
                    <a:cxn ang="0">
                      <a:pos x="csX1" y="csY1"/>
                    </a:cxn>
                    <a:cxn ang="0">
                      <a:pos x="csX2" y="csY2"/>
                    </a:cxn>
                    <a:cxn ang="0">
                      <a:pos x="csX3" y="csY3"/>
                    </a:cxn>
                    <a:cxn ang="0">
                      <a:pos x="csX4" y="csY4"/>
                    </a:cxn>
                  </a:cxnLst>
                  <a:rect l="l" t="t" r="r" b="b"/>
                  <a:pathLst>
                    <a:path w="21870" h="23132">
                      <a:moveTo>
                        <a:pt x="242" y="17799"/>
                      </a:moveTo>
                      <a:cubicBezTo>
                        <a:pt x="1965" y="12578"/>
                        <a:pt x="10184" y="4566"/>
                        <a:pt x="14263" y="1097"/>
                      </a:cubicBezTo>
                      <a:cubicBezTo>
                        <a:pt x="18549" y="-2541"/>
                        <a:pt x="24728" y="3726"/>
                        <a:pt x="20397" y="7401"/>
                      </a:cubicBezTo>
                      <a:cubicBezTo>
                        <a:pt x="17695" y="9691"/>
                        <a:pt x="9889" y="16569"/>
                        <a:pt x="8740" y="20067"/>
                      </a:cubicBezTo>
                      <a:cubicBezTo>
                        <a:pt x="6973" y="25428"/>
                        <a:pt x="-1533" y="23175"/>
                        <a:pt x="242" y="17799"/>
                      </a:cubicBezTo>
                      <a:close/>
                    </a:path>
                  </a:pathLst>
                </a:custGeom>
                <a:solidFill>
                  <a:srgbClr val="161616"/>
                </a:solidFill>
                <a:ln w="735" cap="flat">
                  <a:noFill/>
                  <a:prstDash val="solid"/>
                  <a:miter/>
                </a:ln>
              </p:spPr>
              <p:txBody>
                <a:bodyPr/>
                <a:lstStyle/>
                <a:p>
                  <a:endParaRPr lang="en-US"/>
                </a:p>
              </p:txBody>
            </p:sp>
            <p:grpSp>
              <p:nvGrpSpPr>
                <p:cNvPr id="373" name="Graphic 475">
                  <a:extLst>
                    <a:ext uri="{FF2B5EF4-FFF2-40B4-BE49-F238E27FC236}">
                      <a16:creationId xmlns:a16="http://schemas.microsoft.com/office/drawing/2014/main" id="{0313B3F5-057E-6AE2-2D0E-88DD90B21B79}"/>
                    </a:ext>
                  </a:extLst>
                </p:cNvPr>
                <p:cNvGrpSpPr/>
                <p:nvPr/>
              </p:nvGrpSpPr>
              <p:grpSpPr>
                <a:xfrm>
                  <a:off x="13114388" y="4916801"/>
                  <a:ext cx="216403" cy="308396"/>
                  <a:chOff x="13114388" y="4916801"/>
                  <a:chExt cx="216403" cy="308396"/>
                </a:xfrm>
              </p:grpSpPr>
              <p:sp>
                <p:nvSpPr>
                  <p:cNvPr id="374" name="Freeform: Shape 373">
                    <a:extLst>
                      <a:ext uri="{FF2B5EF4-FFF2-40B4-BE49-F238E27FC236}">
                        <a16:creationId xmlns:a16="http://schemas.microsoft.com/office/drawing/2014/main" id="{5DBED44E-12AE-F394-519A-9A8EA19450BA}"/>
                      </a:ext>
                    </a:extLst>
                  </p:cNvPr>
                  <p:cNvSpPr/>
                  <p:nvPr/>
                </p:nvSpPr>
                <p:spPr>
                  <a:xfrm>
                    <a:off x="13114388" y="4916801"/>
                    <a:ext cx="216403" cy="308396"/>
                  </a:xfrm>
                  <a:custGeom>
                    <a:avLst/>
                    <a:gdLst>
                      <a:gd name="csX0" fmla="*/ 92529 w 216403"/>
                      <a:gd name="csY0" fmla="*/ 0 h 308396"/>
                      <a:gd name="csX1" fmla="*/ 15 w 216403"/>
                      <a:gd name="csY1" fmla="*/ 64273 h 308396"/>
                      <a:gd name="csX2" fmla="*/ 60179 w 216403"/>
                      <a:gd name="csY2" fmla="*/ 29640 h 308396"/>
                      <a:gd name="csX3" fmla="*/ 150374 w 216403"/>
                      <a:gd name="csY3" fmla="*/ 87926 h 308396"/>
                      <a:gd name="csX4" fmla="*/ 213159 w 216403"/>
                      <a:gd name="csY4" fmla="*/ 81998 h 308396"/>
                      <a:gd name="csX5" fmla="*/ 167517 w 216403"/>
                      <a:gd name="csY5" fmla="*/ 16429 h 308396"/>
                      <a:gd name="csX6" fmla="*/ 212607 w 216403"/>
                      <a:gd name="csY6" fmla="*/ 74627 h 308396"/>
                      <a:gd name="csX7" fmla="*/ 184285 w 216403"/>
                      <a:gd name="csY7" fmla="*/ 241599 h 308396"/>
                      <a:gd name="csX8" fmla="*/ 178165 w 216403"/>
                      <a:gd name="csY8" fmla="*/ 242711 h 308396"/>
                      <a:gd name="csX9" fmla="*/ 182459 w 216403"/>
                      <a:gd name="csY9" fmla="*/ 205441 h 308396"/>
                      <a:gd name="csX10" fmla="*/ 196296 w 216403"/>
                      <a:gd name="csY10" fmla="*/ 124342 h 308396"/>
                      <a:gd name="csX11" fmla="*/ 163231 w 216403"/>
                      <a:gd name="csY11" fmla="*/ 143628 h 308396"/>
                      <a:gd name="csX12" fmla="*/ 165661 w 216403"/>
                      <a:gd name="csY12" fmla="*/ 159372 h 308396"/>
                      <a:gd name="csX13" fmla="*/ 170897 w 216403"/>
                      <a:gd name="csY13" fmla="*/ 214242 h 308396"/>
                      <a:gd name="csX14" fmla="*/ 136860 w 216403"/>
                      <a:gd name="csY14" fmla="*/ 293913 h 308396"/>
                      <a:gd name="csX15" fmla="*/ 21267 w 216403"/>
                      <a:gd name="csY15" fmla="*/ 225678 h 308396"/>
                      <a:gd name="csX16" fmla="*/ 33293 w 216403"/>
                      <a:gd name="csY16" fmla="*/ 228277 h 308396"/>
                      <a:gd name="csX17" fmla="*/ 67977 w 216403"/>
                      <a:gd name="csY17" fmla="*/ 210957 h 308396"/>
                      <a:gd name="csX18" fmla="*/ 149674 w 216403"/>
                      <a:gd name="csY18" fmla="*/ 161589 h 308396"/>
                      <a:gd name="csX19" fmla="*/ 147870 w 216403"/>
                      <a:gd name="csY19" fmla="*/ 111845 h 308396"/>
                      <a:gd name="csX20" fmla="*/ 147862 w 216403"/>
                      <a:gd name="csY20" fmla="*/ 111830 h 308396"/>
                      <a:gd name="csX21" fmla="*/ 146728 w 216403"/>
                      <a:gd name="csY21" fmla="*/ 107633 h 308396"/>
                      <a:gd name="csX22" fmla="*/ 146684 w 216403"/>
                      <a:gd name="csY22" fmla="*/ 107478 h 308396"/>
                      <a:gd name="csX23" fmla="*/ 146640 w 216403"/>
                      <a:gd name="csY23" fmla="*/ 107316 h 308396"/>
                      <a:gd name="csX24" fmla="*/ 146522 w 216403"/>
                      <a:gd name="csY24" fmla="*/ 106881 h 308396"/>
                      <a:gd name="csX25" fmla="*/ 117979 w 216403"/>
                      <a:gd name="csY25" fmla="*/ 39515 h 308396"/>
                      <a:gd name="csX26" fmla="*/ 68508 w 216403"/>
                      <a:gd name="csY26" fmla="*/ 68191 h 308396"/>
                      <a:gd name="csX27" fmla="*/ 40723 w 216403"/>
                      <a:gd name="csY27" fmla="*/ 86807 h 308396"/>
                      <a:gd name="csX28" fmla="*/ 0 w 216403"/>
                      <a:gd name="csY28" fmla="*/ 65422 h 3083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216403" h="308396">
                        <a:moveTo>
                          <a:pt x="92529" y="0"/>
                        </a:moveTo>
                        <a:cubicBezTo>
                          <a:pt x="3697" y="0"/>
                          <a:pt x="265" y="54626"/>
                          <a:pt x="15" y="64273"/>
                        </a:cubicBezTo>
                        <a:cubicBezTo>
                          <a:pt x="545" y="60046"/>
                          <a:pt x="4985" y="56821"/>
                          <a:pt x="60179" y="29640"/>
                        </a:cubicBezTo>
                        <a:cubicBezTo>
                          <a:pt x="125387" y="-2474"/>
                          <a:pt x="150374" y="87926"/>
                          <a:pt x="150374" y="87926"/>
                        </a:cubicBezTo>
                        <a:cubicBezTo>
                          <a:pt x="150374" y="87926"/>
                          <a:pt x="214308" y="107191"/>
                          <a:pt x="213159" y="81998"/>
                        </a:cubicBezTo>
                        <a:cubicBezTo>
                          <a:pt x="212408" y="65429"/>
                          <a:pt x="201863" y="35193"/>
                          <a:pt x="167517" y="16429"/>
                        </a:cubicBezTo>
                        <a:cubicBezTo>
                          <a:pt x="181059" y="17386"/>
                          <a:pt x="201774" y="27254"/>
                          <a:pt x="212607" y="74627"/>
                        </a:cubicBezTo>
                        <a:cubicBezTo>
                          <a:pt x="229552" y="148753"/>
                          <a:pt x="184285" y="241599"/>
                          <a:pt x="184285" y="241599"/>
                        </a:cubicBezTo>
                        <a:lnTo>
                          <a:pt x="178165" y="242711"/>
                        </a:lnTo>
                        <a:cubicBezTo>
                          <a:pt x="181509" y="232092"/>
                          <a:pt x="182451" y="219838"/>
                          <a:pt x="182459" y="205441"/>
                        </a:cubicBezTo>
                        <a:cubicBezTo>
                          <a:pt x="182459" y="205441"/>
                          <a:pt x="228756" y="161353"/>
                          <a:pt x="196296" y="124342"/>
                        </a:cubicBezTo>
                        <a:cubicBezTo>
                          <a:pt x="177893" y="103361"/>
                          <a:pt x="167171" y="130233"/>
                          <a:pt x="163231" y="143628"/>
                        </a:cubicBezTo>
                        <a:cubicBezTo>
                          <a:pt x="163938" y="149276"/>
                          <a:pt x="164763" y="154946"/>
                          <a:pt x="165661" y="159372"/>
                        </a:cubicBezTo>
                        <a:cubicBezTo>
                          <a:pt x="168437" y="173113"/>
                          <a:pt x="184631" y="205972"/>
                          <a:pt x="170897" y="214242"/>
                        </a:cubicBezTo>
                        <a:cubicBezTo>
                          <a:pt x="170897" y="214242"/>
                          <a:pt x="181744" y="268883"/>
                          <a:pt x="136860" y="293913"/>
                        </a:cubicBezTo>
                        <a:cubicBezTo>
                          <a:pt x="56504" y="338730"/>
                          <a:pt x="22983" y="269177"/>
                          <a:pt x="21267" y="225678"/>
                        </a:cubicBezTo>
                        <a:cubicBezTo>
                          <a:pt x="21267" y="225678"/>
                          <a:pt x="26422" y="232416"/>
                          <a:pt x="33293" y="228277"/>
                        </a:cubicBezTo>
                        <a:cubicBezTo>
                          <a:pt x="40163" y="224139"/>
                          <a:pt x="38448" y="215501"/>
                          <a:pt x="67977" y="210957"/>
                        </a:cubicBezTo>
                        <a:cubicBezTo>
                          <a:pt x="85695" y="208225"/>
                          <a:pt x="130756" y="222909"/>
                          <a:pt x="149674" y="161589"/>
                        </a:cubicBezTo>
                        <a:cubicBezTo>
                          <a:pt x="154939" y="144519"/>
                          <a:pt x="150366" y="121764"/>
                          <a:pt x="147870" y="111845"/>
                        </a:cubicBezTo>
                        <a:cubicBezTo>
                          <a:pt x="147870" y="111837"/>
                          <a:pt x="147862" y="111830"/>
                          <a:pt x="147862" y="111830"/>
                        </a:cubicBezTo>
                        <a:cubicBezTo>
                          <a:pt x="147376" y="109893"/>
                          <a:pt x="146971" y="108457"/>
                          <a:pt x="146728" y="107633"/>
                        </a:cubicBezTo>
                        <a:cubicBezTo>
                          <a:pt x="146714" y="107581"/>
                          <a:pt x="146699" y="107529"/>
                          <a:pt x="146684" y="107478"/>
                        </a:cubicBezTo>
                        <a:cubicBezTo>
                          <a:pt x="146669" y="107419"/>
                          <a:pt x="146655" y="107367"/>
                          <a:pt x="146640" y="107316"/>
                        </a:cubicBezTo>
                        <a:cubicBezTo>
                          <a:pt x="146603" y="107169"/>
                          <a:pt x="146566" y="107021"/>
                          <a:pt x="146522" y="106881"/>
                        </a:cubicBezTo>
                        <a:cubicBezTo>
                          <a:pt x="137663" y="73567"/>
                          <a:pt x="145130" y="48949"/>
                          <a:pt x="117979" y="39515"/>
                        </a:cubicBezTo>
                        <a:cubicBezTo>
                          <a:pt x="100998" y="33617"/>
                          <a:pt x="74414" y="55348"/>
                          <a:pt x="68508" y="68191"/>
                        </a:cubicBezTo>
                        <a:cubicBezTo>
                          <a:pt x="63485" y="79097"/>
                          <a:pt x="52719" y="86225"/>
                          <a:pt x="40723" y="86807"/>
                        </a:cubicBezTo>
                        <a:cubicBezTo>
                          <a:pt x="16959" y="87956"/>
                          <a:pt x="5656" y="78979"/>
                          <a:pt x="0" y="65422"/>
                        </a:cubicBezTo>
                      </a:path>
                    </a:pathLst>
                  </a:custGeom>
                  <a:solidFill>
                    <a:srgbClr val="161616"/>
                  </a:solidFill>
                  <a:ln w="735" cap="flat">
                    <a:noFill/>
                    <a:prstDash val="solid"/>
                    <a:miter/>
                  </a:ln>
                </p:spPr>
                <p:txBody>
                  <a:bodyPr/>
                  <a:lstStyle/>
                  <a:p>
                    <a:endParaRPr lang="en-US"/>
                  </a:p>
                </p:txBody>
              </p:sp>
              <p:sp>
                <p:nvSpPr>
                  <p:cNvPr id="375" name="Freeform: Shape 374">
                    <a:extLst>
                      <a:ext uri="{FF2B5EF4-FFF2-40B4-BE49-F238E27FC236}">
                        <a16:creationId xmlns:a16="http://schemas.microsoft.com/office/drawing/2014/main" id="{E421B91C-E1C5-ADA5-A748-C45E1C0057D8}"/>
                      </a:ext>
                    </a:extLst>
                  </p:cNvPr>
                  <p:cNvSpPr/>
                  <p:nvPr/>
                </p:nvSpPr>
                <p:spPr>
                  <a:xfrm>
                    <a:off x="13260888" y="5023660"/>
                    <a:ext cx="139" cy="456"/>
                  </a:xfrm>
                  <a:custGeom>
                    <a:avLst/>
                    <a:gdLst>
                      <a:gd name="csX0" fmla="*/ 140 w 139"/>
                      <a:gd name="csY0" fmla="*/ 457 h 456"/>
                      <a:gd name="csX1" fmla="*/ 0 w 139"/>
                      <a:gd name="csY1" fmla="*/ 0 h 456"/>
                      <a:gd name="csX2" fmla="*/ 22 w 139"/>
                      <a:gd name="csY2" fmla="*/ 22 h 456"/>
                      <a:gd name="csX3" fmla="*/ 140 w 139"/>
                      <a:gd name="csY3" fmla="*/ 457 h 456"/>
                    </a:gdLst>
                    <a:ahLst/>
                    <a:cxnLst>
                      <a:cxn ang="0">
                        <a:pos x="csX0" y="csY0"/>
                      </a:cxn>
                      <a:cxn ang="0">
                        <a:pos x="csX1" y="csY1"/>
                      </a:cxn>
                      <a:cxn ang="0">
                        <a:pos x="csX2" y="csY2"/>
                      </a:cxn>
                      <a:cxn ang="0">
                        <a:pos x="csX3" y="csY3"/>
                      </a:cxn>
                    </a:cxnLst>
                    <a:rect l="l" t="t" r="r" b="b"/>
                    <a:pathLst>
                      <a:path w="139" h="456">
                        <a:moveTo>
                          <a:pt x="140" y="457"/>
                        </a:moveTo>
                        <a:cubicBezTo>
                          <a:pt x="52" y="155"/>
                          <a:pt x="0" y="0"/>
                          <a:pt x="0" y="0"/>
                        </a:cubicBezTo>
                        <a:lnTo>
                          <a:pt x="22" y="22"/>
                        </a:lnTo>
                        <a:cubicBezTo>
                          <a:pt x="66" y="162"/>
                          <a:pt x="103" y="309"/>
                          <a:pt x="140" y="457"/>
                        </a:cubicBezTo>
                        <a:close/>
                      </a:path>
                    </a:pathLst>
                  </a:custGeom>
                  <a:solidFill>
                    <a:srgbClr val="084D91"/>
                  </a:solidFill>
                  <a:ln w="735" cap="flat">
                    <a:noFill/>
                    <a:prstDash val="solid"/>
                    <a:miter/>
                  </a:ln>
                </p:spPr>
                <p:txBody>
                  <a:bodyPr/>
                  <a:lstStyle/>
                  <a:p>
                    <a:endParaRPr lang="en-US"/>
                  </a:p>
                </p:txBody>
              </p:sp>
            </p:grpSp>
          </p:grpSp>
          <p:sp>
            <p:nvSpPr>
              <p:cNvPr id="222" name="Freeform: Shape 221">
                <a:extLst>
                  <a:ext uri="{FF2B5EF4-FFF2-40B4-BE49-F238E27FC236}">
                    <a16:creationId xmlns:a16="http://schemas.microsoft.com/office/drawing/2014/main" id="{321B9F5B-24CE-945E-F125-EFB044FFFE49}"/>
                  </a:ext>
                </a:extLst>
              </p:cNvPr>
              <p:cNvSpPr/>
              <p:nvPr/>
            </p:nvSpPr>
            <p:spPr>
              <a:xfrm>
                <a:off x="7794897" y="4640155"/>
                <a:ext cx="33442" cy="20172"/>
              </a:xfrm>
              <a:custGeom>
                <a:avLst/>
                <a:gdLst>
                  <a:gd name="csX0" fmla="*/ 9640 w 43366"/>
                  <a:gd name="csY0" fmla="*/ 6745 h 26159"/>
                  <a:gd name="csX1" fmla="*/ 43367 w 43366"/>
                  <a:gd name="csY1" fmla="*/ 0 h 26159"/>
                  <a:gd name="csX2" fmla="*/ 20236 w 43366"/>
                  <a:gd name="csY2" fmla="*/ 26017 h 26159"/>
                  <a:gd name="csX3" fmla="*/ 0 w 43366"/>
                  <a:gd name="csY3" fmla="*/ 9632 h 26159"/>
                  <a:gd name="csX4" fmla="*/ 9640 w 43366"/>
                  <a:gd name="csY4" fmla="*/ 6738 h 26159"/>
                </a:gdLst>
                <a:ahLst/>
                <a:cxnLst>
                  <a:cxn ang="0">
                    <a:pos x="csX0" y="csY0"/>
                  </a:cxn>
                  <a:cxn ang="0">
                    <a:pos x="csX1" y="csY1"/>
                  </a:cxn>
                  <a:cxn ang="0">
                    <a:pos x="csX2" y="csY2"/>
                  </a:cxn>
                  <a:cxn ang="0">
                    <a:pos x="csX3" y="csY3"/>
                  </a:cxn>
                  <a:cxn ang="0">
                    <a:pos x="csX4" y="csY4"/>
                  </a:cxn>
                </a:cxnLst>
                <a:rect l="l" t="t" r="r" b="b"/>
                <a:pathLst>
                  <a:path w="43366" h="26159">
                    <a:moveTo>
                      <a:pt x="9640" y="6745"/>
                    </a:moveTo>
                    <a:lnTo>
                      <a:pt x="43367" y="0"/>
                    </a:lnTo>
                    <a:cubicBezTo>
                      <a:pt x="43367" y="0"/>
                      <a:pt x="34692" y="24095"/>
                      <a:pt x="20236" y="26017"/>
                    </a:cubicBezTo>
                    <a:cubicBezTo>
                      <a:pt x="5781" y="27946"/>
                      <a:pt x="0" y="9632"/>
                      <a:pt x="0" y="9632"/>
                    </a:cubicBezTo>
                    <a:lnTo>
                      <a:pt x="9640" y="6738"/>
                    </a:lnTo>
                    <a:close/>
                  </a:path>
                </a:pathLst>
              </a:custGeom>
              <a:solidFill>
                <a:srgbClr val="FFFFFF"/>
              </a:solidFill>
              <a:ln w="735" cap="flat">
                <a:noFill/>
                <a:prstDash val="solid"/>
                <a:miter/>
              </a:ln>
            </p:spPr>
            <p:txBody>
              <a:bodyPr/>
              <a:lstStyle/>
              <a:p>
                <a:endParaRPr lang="en-US"/>
              </a:p>
            </p:txBody>
          </p:sp>
          <p:sp>
            <p:nvSpPr>
              <p:cNvPr id="302" name="Freeform: Shape 301">
                <a:extLst>
                  <a:ext uri="{FF2B5EF4-FFF2-40B4-BE49-F238E27FC236}">
                    <a16:creationId xmlns:a16="http://schemas.microsoft.com/office/drawing/2014/main" id="{689ADE3D-3451-3015-B2F7-20B7CC321EFE}"/>
                  </a:ext>
                </a:extLst>
              </p:cNvPr>
              <p:cNvSpPr/>
              <p:nvPr/>
            </p:nvSpPr>
            <p:spPr>
              <a:xfrm>
                <a:off x="7827448" y="4570022"/>
                <a:ext cx="13925" cy="13470"/>
              </a:xfrm>
              <a:custGeom>
                <a:avLst/>
                <a:gdLst>
                  <a:gd name="csX0" fmla="*/ 13970 w 18057"/>
                  <a:gd name="csY0" fmla="*/ 1643 h 17468"/>
                  <a:gd name="csX1" fmla="*/ 17961 w 18057"/>
                  <a:gd name="csY1" fmla="*/ 8116 h 17468"/>
                  <a:gd name="csX2" fmla="*/ 14743 w 18057"/>
                  <a:gd name="csY2" fmla="*/ 15804 h 17468"/>
                  <a:gd name="csX3" fmla="*/ 6392 w 18057"/>
                  <a:gd name="csY3" fmla="*/ 16931 h 17468"/>
                  <a:gd name="csX4" fmla="*/ 898 w 18057"/>
                  <a:gd name="csY4" fmla="*/ 4088 h 17468"/>
                  <a:gd name="csX5" fmla="*/ 6289 w 18057"/>
                  <a:gd name="csY5" fmla="*/ 185 h 17468"/>
                  <a:gd name="csX6" fmla="*/ 12998 w 18057"/>
                  <a:gd name="csY6" fmla="*/ 1105 h 17468"/>
                  <a:gd name="csX7" fmla="*/ 13970 w 18057"/>
                  <a:gd name="csY7" fmla="*/ 1643 h 174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057" h="17468">
                    <a:moveTo>
                      <a:pt x="13970" y="1643"/>
                    </a:moveTo>
                    <a:cubicBezTo>
                      <a:pt x="16135" y="3057"/>
                      <a:pt x="17534" y="5553"/>
                      <a:pt x="17961" y="8116"/>
                    </a:cubicBezTo>
                    <a:cubicBezTo>
                      <a:pt x="18439" y="11003"/>
                      <a:pt x="17099" y="14073"/>
                      <a:pt x="14743" y="15804"/>
                    </a:cubicBezTo>
                    <a:cubicBezTo>
                      <a:pt x="12386" y="17535"/>
                      <a:pt x="9146" y="17925"/>
                      <a:pt x="6392" y="16931"/>
                    </a:cubicBezTo>
                    <a:cubicBezTo>
                      <a:pt x="1480" y="15163"/>
                      <a:pt x="-1627" y="9000"/>
                      <a:pt x="898" y="4088"/>
                    </a:cubicBezTo>
                    <a:cubicBezTo>
                      <a:pt x="1944" y="2048"/>
                      <a:pt x="4043" y="649"/>
                      <a:pt x="6289" y="185"/>
                    </a:cubicBezTo>
                    <a:cubicBezTo>
                      <a:pt x="8535" y="-272"/>
                      <a:pt x="10906" y="148"/>
                      <a:pt x="12998" y="1105"/>
                    </a:cubicBezTo>
                    <a:cubicBezTo>
                      <a:pt x="13336" y="1260"/>
                      <a:pt x="13660" y="1437"/>
                      <a:pt x="13970" y="1643"/>
                    </a:cubicBezTo>
                    <a:close/>
                  </a:path>
                </a:pathLst>
              </a:custGeom>
              <a:solidFill>
                <a:srgbClr val="1A1A1A"/>
              </a:solidFill>
              <a:ln w="735" cap="flat">
                <a:noFill/>
                <a:prstDash val="solid"/>
                <a:miter/>
              </a:ln>
            </p:spPr>
            <p:txBody>
              <a:bodyPr/>
              <a:lstStyle/>
              <a:p>
                <a:endParaRPr lang="en-US"/>
              </a:p>
            </p:txBody>
          </p:sp>
          <p:sp>
            <p:nvSpPr>
              <p:cNvPr id="303" name="Freeform: Shape 302">
                <a:extLst>
                  <a:ext uri="{FF2B5EF4-FFF2-40B4-BE49-F238E27FC236}">
                    <a16:creationId xmlns:a16="http://schemas.microsoft.com/office/drawing/2014/main" id="{0D7B967A-019A-0016-A59C-B692F2DE63D7}"/>
                  </a:ext>
                </a:extLst>
              </p:cNvPr>
              <p:cNvSpPr/>
              <p:nvPr/>
            </p:nvSpPr>
            <p:spPr>
              <a:xfrm>
                <a:off x="7872944" y="4679288"/>
                <a:ext cx="88525" cy="76643"/>
              </a:xfrm>
              <a:custGeom>
                <a:avLst/>
                <a:gdLst>
                  <a:gd name="csX0" fmla="*/ 114660 w 114796"/>
                  <a:gd name="csY0" fmla="*/ 6111 h 99388"/>
                  <a:gd name="csX1" fmla="*/ 111950 w 114796"/>
                  <a:gd name="csY1" fmla="*/ 43 h 99388"/>
                  <a:gd name="csX2" fmla="*/ 106030 w 114796"/>
                  <a:gd name="csY2" fmla="*/ 3909 h 99388"/>
                  <a:gd name="csX3" fmla="*/ 80741 w 114796"/>
                  <a:gd name="csY3" fmla="*/ 47850 h 99388"/>
                  <a:gd name="csX4" fmla="*/ 63443 w 114796"/>
                  <a:gd name="csY4" fmla="*/ 84346 h 99388"/>
                  <a:gd name="csX5" fmla="*/ 31498 w 114796"/>
                  <a:gd name="csY5" fmla="*/ 58594 h 99388"/>
                  <a:gd name="csX6" fmla="*/ 341 w 114796"/>
                  <a:gd name="csY6" fmla="*/ 47983 h 99388"/>
                  <a:gd name="csX7" fmla="*/ 3817 w 114796"/>
                  <a:gd name="csY7" fmla="*/ 50663 h 99388"/>
                  <a:gd name="csX8" fmla="*/ 18884 w 114796"/>
                  <a:gd name="csY8" fmla="*/ 60597 h 99388"/>
                  <a:gd name="csX9" fmla="*/ 33207 w 114796"/>
                  <a:gd name="csY9" fmla="*/ 74545 h 99388"/>
                  <a:gd name="csX10" fmla="*/ 64563 w 114796"/>
                  <a:gd name="csY10" fmla="*/ 98566 h 99388"/>
                  <a:gd name="csX11" fmla="*/ 73193 w 114796"/>
                  <a:gd name="csY11" fmla="*/ 93618 h 99388"/>
                  <a:gd name="csX12" fmla="*/ 94107 w 114796"/>
                  <a:gd name="csY12" fmla="*/ 48623 h 99388"/>
                  <a:gd name="csX13" fmla="*/ 105985 w 114796"/>
                  <a:gd name="csY13" fmla="*/ 30206 h 99388"/>
                  <a:gd name="csX14" fmla="*/ 114660 w 114796"/>
                  <a:gd name="csY14" fmla="*/ 6111 h 99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4796" h="99388">
                    <a:moveTo>
                      <a:pt x="114660" y="6111"/>
                    </a:moveTo>
                    <a:cubicBezTo>
                      <a:pt x="114307" y="3408"/>
                      <a:pt x="114844" y="433"/>
                      <a:pt x="111950" y="43"/>
                    </a:cubicBezTo>
                    <a:cubicBezTo>
                      <a:pt x="109579" y="-281"/>
                      <a:pt x="106398" y="1251"/>
                      <a:pt x="106030" y="3909"/>
                    </a:cubicBezTo>
                    <a:cubicBezTo>
                      <a:pt x="103651" y="20920"/>
                      <a:pt x="90094" y="34065"/>
                      <a:pt x="80741" y="47850"/>
                    </a:cubicBezTo>
                    <a:cubicBezTo>
                      <a:pt x="73053" y="59191"/>
                      <a:pt x="66684" y="71179"/>
                      <a:pt x="63443" y="84346"/>
                    </a:cubicBezTo>
                    <a:cubicBezTo>
                      <a:pt x="52022" y="76776"/>
                      <a:pt x="41734" y="67748"/>
                      <a:pt x="31498" y="58594"/>
                    </a:cubicBezTo>
                    <a:cubicBezTo>
                      <a:pt x="24524" y="52350"/>
                      <a:pt x="9274" y="34727"/>
                      <a:pt x="341" y="47983"/>
                    </a:cubicBezTo>
                    <a:cubicBezTo>
                      <a:pt x="-1051" y="50052"/>
                      <a:pt x="2160" y="52563"/>
                      <a:pt x="3817" y="50663"/>
                    </a:cubicBezTo>
                    <a:cubicBezTo>
                      <a:pt x="7587" y="46326"/>
                      <a:pt x="16417" y="58160"/>
                      <a:pt x="18884" y="60597"/>
                    </a:cubicBezTo>
                    <a:cubicBezTo>
                      <a:pt x="23619" y="65281"/>
                      <a:pt x="28324" y="70016"/>
                      <a:pt x="33207" y="74545"/>
                    </a:cubicBezTo>
                    <a:cubicBezTo>
                      <a:pt x="42861" y="83499"/>
                      <a:pt x="53163" y="91924"/>
                      <a:pt x="64563" y="98566"/>
                    </a:cubicBezTo>
                    <a:cubicBezTo>
                      <a:pt x="68679" y="100959"/>
                      <a:pt x="72678" y="97771"/>
                      <a:pt x="73193" y="93618"/>
                    </a:cubicBezTo>
                    <a:cubicBezTo>
                      <a:pt x="75270" y="76864"/>
                      <a:pt x="84556" y="62114"/>
                      <a:pt x="94107" y="48623"/>
                    </a:cubicBezTo>
                    <a:cubicBezTo>
                      <a:pt x="98960" y="41767"/>
                      <a:pt x="101339" y="37202"/>
                      <a:pt x="105985" y="30206"/>
                    </a:cubicBezTo>
                    <a:cubicBezTo>
                      <a:pt x="110315" y="23689"/>
                      <a:pt x="115728" y="14226"/>
                      <a:pt x="114660" y="6111"/>
                    </a:cubicBezTo>
                    <a:close/>
                  </a:path>
                </a:pathLst>
              </a:custGeom>
              <a:solidFill>
                <a:srgbClr val="084D91"/>
              </a:solidFill>
              <a:ln w="735" cap="flat">
                <a:noFill/>
                <a:prstDash val="solid"/>
                <a:miter/>
              </a:ln>
            </p:spPr>
            <p:txBody>
              <a:bodyPr/>
              <a:lstStyle/>
              <a:p>
                <a:endParaRPr lang="en-US"/>
              </a:p>
            </p:txBody>
          </p:sp>
          <p:grpSp>
            <p:nvGrpSpPr>
              <p:cNvPr id="306" name="Graphic 475">
                <a:extLst>
                  <a:ext uri="{FF2B5EF4-FFF2-40B4-BE49-F238E27FC236}">
                    <a16:creationId xmlns:a16="http://schemas.microsoft.com/office/drawing/2014/main" id="{7E6AE544-630A-B881-6335-669DD614BBA8}"/>
                  </a:ext>
                </a:extLst>
              </p:cNvPr>
              <p:cNvGrpSpPr/>
              <p:nvPr/>
            </p:nvGrpSpPr>
            <p:grpSpPr>
              <a:xfrm>
                <a:off x="7350430" y="4825602"/>
                <a:ext cx="497949" cy="224084"/>
                <a:chOff x="12587180" y="5385664"/>
                <a:chExt cx="645724" cy="290586"/>
              </a:xfrm>
            </p:grpSpPr>
            <p:sp>
              <p:nvSpPr>
                <p:cNvPr id="359" name="Freeform: Shape 358">
                  <a:extLst>
                    <a:ext uri="{FF2B5EF4-FFF2-40B4-BE49-F238E27FC236}">
                      <a16:creationId xmlns:a16="http://schemas.microsoft.com/office/drawing/2014/main" id="{ACA5F9F5-0839-0B61-BAEF-E34911F1A7AC}"/>
                    </a:ext>
                  </a:extLst>
                </p:cNvPr>
                <p:cNvSpPr/>
                <p:nvPr/>
              </p:nvSpPr>
              <p:spPr>
                <a:xfrm>
                  <a:off x="12683061" y="5661863"/>
                  <a:ext cx="549843" cy="14385"/>
                </a:xfrm>
                <a:custGeom>
                  <a:avLst/>
                  <a:gdLst>
                    <a:gd name="csX0" fmla="*/ 60 w 549843"/>
                    <a:gd name="csY0" fmla="*/ 965 h 14385"/>
                    <a:gd name="csX1" fmla="*/ 4891 w 549843"/>
                    <a:gd name="csY1" fmla="*/ 13528 h 14385"/>
                    <a:gd name="csX2" fmla="*/ 549844 w 549843"/>
                    <a:gd name="csY2" fmla="*/ 13528 h 14385"/>
                    <a:gd name="csX3" fmla="*/ 542112 w 549843"/>
                    <a:gd name="csY3" fmla="*/ 2901 h 14385"/>
                    <a:gd name="csX4" fmla="*/ 281234 w 549843"/>
                    <a:gd name="csY4" fmla="*/ 0 h 14385"/>
                    <a:gd name="csX5" fmla="*/ 60 w 549843"/>
                    <a:gd name="csY5" fmla="*/ 965 h 14385"/>
                  </a:gdLst>
                  <a:ahLst/>
                  <a:cxnLst>
                    <a:cxn ang="0">
                      <a:pos x="csX0" y="csY0"/>
                    </a:cxn>
                    <a:cxn ang="0">
                      <a:pos x="csX1" y="csY1"/>
                    </a:cxn>
                    <a:cxn ang="0">
                      <a:pos x="csX2" y="csY2"/>
                    </a:cxn>
                    <a:cxn ang="0">
                      <a:pos x="csX3" y="csY3"/>
                    </a:cxn>
                    <a:cxn ang="0">
                      <a:pos x="csX4" y="csY4"/>
                    </a:cxn>
                    <a:cxn ang="0">
                      <a:pos x="csX5" y="csY5"/>
                    </a:cxn>
                  </a:cxnLst>
                  <a:rect l="l" t="t" r="r" b="b"/>
                  <a:pathLst>
                    <a:path w="549843" h="14385">
                      <a:moveTo>
                        <a:pt x="60" y="965"/>
                      </a:moveTo>
                      <a:cubicBezTo>
                        <a:pt x="60" y="965"/>
                        <a:pt x="-905" y="11591"/>
                        <a:pt x="4891" y="13528"/>
                      </a:cubicBezTo>
                      <a:cubicBezTo>
                        <a:pt x="10686" y="15457"/>
                        <a:pt x="549844" y="13528"/>
                        <a:pt x="549844" y="13528"/>
                      </a:cubicBezTo>
                      <a:cubicBezTo>
                        <a:pt x="549844" y="13528"/>
                        <a:pt x="546943" y="2901"/>
                        <a:pt x="542112" y="2901"/>
                      </a:cubicBezTo>
                      <a:cubicBezTo>
                        <a:pt x="537281" y="2901"/>
                        <a:pt x="281234" y="0"/>
                        <a:pt x="281234" y="0"/>
                      </a:cubicBezTo>
                      <a:lnTo>
                        <a:pt x="60" y="965"/>
                      </a:lnTo>
                      <a:close/>
                    </a:path>
                  </a:pathLst>
                </a:custGeom>
                <a:solidFill>
                  <a:srgbClr val="00A9F4"/>
                </a:solidFill>
                <a:ln w="735" cap="flat">
                  <a:noFill/>
                  <a:prstDash val="solid"/>
                  <a:miter/>
                </a:ln>
              </p:spPr>
              <p:txBody>
                <a:bodyPr/>
                <a:lstStyle/>
                <a:p>
                  <a:endParaRPr lang="en-US"/>
                </a:p>
              </p:txBody>
            </p:sp>
            <p:sp>
              <p:nvSpPr>
                <p:cNvPr id="360" name="Freeform: Shape 359">
                  <a:extLst>
                    <a:ext uri="{FF2B5EF4-FFF2-40B4-BE49-F238E27FC236}">
                      <a16:creationId xmlns:a16="http://schemas.microsoft.com/office/drawing/2014/main" id="{4D93A9C5-0A73-DD73-8D81-1C3803A54CD6}"/>
                    </a:ext>
                  </a:extLst>
                </p:cNvPr>
                <p:cNvSpPr/>
                <p:nvPr/>
              </p:nvSpPr>
              <p:spPr>
                <a:xfrm>
                  <a:off x="12683068" y="5661863"/>
                  <a:ext cx="339689" cy="14387"/>
                </a:xfrm>
                <a:custGeom>
                  <a:avLst/>
                  <a:gdLst>
                    <a:gd name="csX0" fmla="*/ 328577 w 339689"/>
                    <a:gd name="csY0" fmla="*/ 1929 h 14387"/>
                    <a:gd name="csX1" fmla="*/ 328275 w 339689"/>
                    <a:gd name="csY1" fmla="*/ 346 h 14387"/>
                    <a:gd name="csX2" fmla="*/ 281234 w 339689"/>
                    <a:gd name="csY2" fmla="*/ 0 h 14387"/>
                    <a:gd name="csX3" fmla="*/ 60 w 339689"/>
                    <a:gd name="csY3" fmla="*/ 965 h 14387"/>
                    <a:gd name="csX4" fmla="*/ 4891 w 339689"/>
                    <a:gd name="csY4" fmla="*/ 13528 h 14387"/>
                    <a:gd name="csX5" fmla="*/ 339689 w 339689"/>
                    <a:gd name="csY5" fmla="*/ 14168 h 14387"/>
                    <a:gd name="csX6" fmla="*/ 328577 w 339689"/>
                    <a:gd name="csY6" fmla="*/ 1937 h 143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89" h="14387">
                      <a:moveTo>
                        <a:pt x="328577" y="1929"/>
                      </a:moveTo>
                      <a:cubicBezTo>
                        <a:pt x="328496" y="1384"/>
                        <a:pt x="328385" y="862"/>
                        <a:pt x="328275" y="346"/>
                      </a:cubicBezTo>
                      <a:cubicBezTo>
                        <a:pt x="309563" y="133"/>
                        <a:pt x="281234" y="0"/>
                        <a:pt x="281234" y="0"/>
                      </a:cubicBezTo>
                      <a:lnTo>
                        <a:pt x="60" y="965"/>
                      </a:lnTo>
                      <a:cubicBezTo>
                        <a:pt x="60" y="965"/>
                        <a:pt x="-905" y="11591"/>
                        <a:pt x="4891" y="13528"/>
                      </a:cubicBezTo>
                      <a:cubicBezTo>
                        <a:pt x="8102" y="14595"/>
                        <a:pt x="191444" y="14485"/>
                        <a:pt x="339689" y="14168"/>
                      </a:cubicBezTo>
                      <a:cubicBezTo>
                        <a:pt x="336000" y="13299"/>
                        <a:pt x="329910" y="10560"/>
                        <a:pt x="328577" y="1937"/>
                      </a:cubicBezTo>
                      <a:close/>
                    </a:path>
                  </a:pathLst>
                </a:custGeom>
                <a:solidFill>
                  <a:srgbClr val="0291DC"/>
                </a:solidFill>
                <a:ln w="735" cap="flat">
                  <a:noFill/>
                  <a:prstDash val="solid"/>
                  <a:miter/>
                </a:ln>
              </p:spPr>
              <p:txBody>
                <a:bodyPr/>
                <a:lstStyle/>
                <a:p>
                  <a:endParaRPr lang="en-US"/>
                </a:p>
              </p:txBody>
            </p:sp>
            <p:sp>
              <p:nvSpPr>
                <p:cNvPr id="361" name="Freeform: Shape 360">
                  <a:extLst>
                    <a:ext uri="{FF2B5EF4-FFF2-40B4-BE49-F238E27FC236}">
                      <a16:creationId xmlns:a16="http://schemas.microsoft.com/office/drawing/2014/main" id="{DCF20F7F-305A-3E26-035B-461934AF8FF8}"/>
                    </a:ext>
                  </a:extLst>
                </p:cNvPr>
                <p:cNvSpPr/>
                <p:nvPr/>
              </p:nvSpPr>
              <p:spPr>
                <a:xfrm>
                  <a:off x="12587180" y="5385664"/>
                  <a:ext cx="428323" cy="282265"/>
                </a:xfrm>
                <a:custGeom>
                  <a:avLst/>
                  <a:gdLst>
                    <a:gd name="csX0" fmla="*/ 86279 w 428323"/>
                    <a:gd name="csY0" fmla="*/ 281030 h 282265"/>
                    <a:gd name="csX1" fmla="*/ 419627 w 428323"/>
                    <a:gd name="csY1" fmla="*/ 281995 h 282265"/>
                    <a:gd name="csX2" fmla="*/ 428324 w 428323"/>
                    <a:gd name="csY2" fmla="*/ 273298 h 282265"/>
                    <a:gd name="csX3" fmla="*/ 344263 w 428323"/>
                    <a:gd name="csY3" fmla="*/ 1787 h 282265"/>
                    <a:gd name="csX4" fmla="*/ 289 w 428323"/>
                    <a:gd name="csY4" fmla="*/ 11448 h 282265"/>
                    <a:gd name="csX5" fmla="*/ 86286 w 428323"/>
                    <a:gd name="csY5" fmla="*/ 281023 h 282265"/>
                  </a:gdLst>
                  <a:ahLst/>
                  <a:cxnLst>
                    <a:cxn ang="0">
                      <a:pos x="csX0" y="csY0"/>
                    </a:cxn>
                    <a:cxn ang="0">
                      <a:pos x="csX1" y="csY1"/>
                    </a:cxn>
                    <a:cxn ang="0">
                      <a:pos x="csX2" y="csY2"/>
                    </a:cxn>
                    <a:cxn ang="0">
                      <a:pos x="csX3" y="csY3"/>
                    </a:cxn>
                    <a:cxn ang="0">
                      <a:pos x="csX4" y="csY4"/>
                    </a:cxn>
                    <a:cxn ang="0">
                      <a:pos x="csX5" y="csY5"/>
                    </a:cxn>
                  </a:cxnLst>
                  <a:rect l="l" t="t" r="r" b="b"/>
                  <a:pathLst>
                    <a:path w="428323" h="282265">
                      <a:moveTo>
                        <a:pt x="86279" y="281030"/>
                      </a:moveTo>
                      <a:cubicBezTo>
                        <a:pt x="86279" y="281030"/>
                        <a:pt x="414796" y="282960"/>
                        <a:pt x="419627" y="281995"/>
                      </a:cubicBezTo>
                      <a:cubicBezTo>
                        <a:pt x="424457" y="281030"/>
                        <a:pt x="428324" y="273298"/>
                        <a:pt x="428324" y="273298"/>
                      </a:cubicBezTo>
                      <a:cubicBezTo>
                        <a:pt x="428324" y="273298"/>
                        <a:pt x="350059" y="7582"/>
                        <a:pt x="344263" y="1787"/>
                      </a:cubicBezTo>
                      <a:cubicBezTo>
                        <a:pt x="338468" y="-4009"/>
                        <a:pt x="6085" y="5653"/>
                        <a:pt x="289" y="11448"/>
                      </a:cubicBezTo>
                      <a:cubicBezTo>
                        <a:pt x="-5506" y="17244"/>
                        <a:pt x="77590" y="277164"/>
                        <a:pt x="86286" y="281023"/>
                      </a:cubicBezTo>
                      <a:close/>
                    </a:path>
                  </a:pathLst>
                </a:custGeom>
                <a:solidFill>
                  <a:srgbClr val="0291DC"/>
                </a:solidFill>
                <a:ln w="735" cap="flat">
                  <a:noFill/>
                  <a:prstDash val="solid"/>
                  <a:miter/>
                </a:ln>
              </p:spPr>
              <p:txBody>
                <a:bodyPr/>
                <a:lstStyle/>
                <a:p>
                  <a:endParaRPr lang="en-US"/>
                </a:p>
              </p:txBody>
            </p:sp>
            <p:sp>
              <p:nvSpPr>
                <p:cNvPr id="362" name="Freeform: Shape 361">
                  <a:extLst>
                    <a:ext uri="{FF2B5EF4-FFF2-40B4-BE49-F238E27FC236}">
                      <a16:creationId xmlns:a16="http://schemas.microsoft.com/office/drawing/2014/main" id="{B63D36CC-3E13-452B-D8C9-7BFF7E8CAEDB}"/>
                    </a:ext>
                  </a:extLst>
                </p:cNvPr>
                <p:cNvSpPr/>
                <p:nvPr/>
              </p:nvSpPr>
              <p:spPr>
                <a:xfrm>
                  <a:off x="12587182" y="5385664"/>
                  <a:ext cx="428321" cy="280706"/>
                </a:xfrm>
                <a:custGeom>
                  <a:avLst/>
                  <a:gdLst>
                    <a:gd name="csX0" fmla="*/ 428322 w 428321"/>
                    <a:gd name="csY0" fmla="*/ 273298 h 280706"/>
                    <a:gd name="csX1" fmla="*/ 344261 w 428321"/>
                    <a:gd name="csY1" fmla="*/ 1787 h 280706"/>
                    <a:gd name="csX2" fmla="*/ 287 w 428321"/>
                    <a:gd name="csY2" fmla="*/ 11448 h 280706"/>
                    <a:gd name="csX3" fmla="*/ 125 w 428321"/>
                    <a:gd name="csY3" fmla="*/ 14740 h 280706"/>
                    <a:gd name="csX4" fmla="*/ 337501 w 428321"/>
                    <a:gd name="csY4" fmla="*/ 6618 h 280706"/>
                    <a:gd name="csX5" fmla="*/ 422386 w 428321"/>
                    <a:gd name="csY5" fmla="*/ 280706 h 280706"/>
                    <a:gd name="csX6" fmla="*/ 428322 w 428321"/>
                    <a:gd name="csY6" fmla="*/ 273291 h 2807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28321" h="280706">
                      <a:moveTo>
                        <a:pt x="428322" y="273298"/>
                      </a:moveTo>
                      <a:cubicBezTo>
                        <a:pt x="428322" y="273298"/>
                        <a:pt x="350057" y="7582"/>
                        <a:pt x="344261" y="1787"/>
                      </a:cubicBezTo>
                      <a:cubicBezTo>
                        <a:pt x="338466" y="-4009"/>
                        <a:pt x="6083" y="5653"/>
                        <a:pt x="287" y="11448"/>
                      </a:cubicBezTo>
                      <a:cubicBezTo>
                        <a:pt x="-37" y="11772"/>
                        <a:pt x="-81" y="12906"/>
                        <a:pt x="125" y="14740"/>
                      </a:cubicBezTo>
                      <a:cubicBezTo>
                        <a:pt x="38153" y="10579"/>
                        <a:pt x="329209" y="2015"/>
                        <a:pt x="337501" y="6618"/>
                      </a:cubicBezTo>
                      <a:cubicBezTo>
                        <a:pt x="345756" y="11205"/>
                        <a:pt x="415324" y="255809"/>
                        <a:pt x="422386" y="280706"/>
                      </a:cubicBezTo>
                      <a:cubicBezTo>
                        <a:pt x="425847" y="278232"/>
                        <a:pt x="428322" y="273291"/>
                        <a:pt x="428322" y="273291"/>
                      </a:cubicBezTo>
                      <a:close/>
                    </a:path>
                  </a:pathLst>
                </a:custGeom>
                <a:solidFill>
                  <a:srgbClr val="00A9F4"/>
                </a:solidFill>
                <a:ln w="735" cap="flat">
                  <a:noFill/>
                  <a:prstDash val="solid"/>
                  <a:miter/>
                </a:ln>
              </p:spPr>
              <p:txBody>
                <a:bodyPr/>
                <a:lstStyle/>
                <a:p>
                  <a:endParaRPr lang="en-US"/>
                </a:p>
              </p:txBody>
            </p:sp>
            <p:sp>
              <p:nvSpPr>
                <p:cNvPr id="363" name="Freeform: Shape 362">
                  <a:extLst>
                    <a:ext uri="{FF2B5EF4-FFF2-40B4-BE49-F238E27FC236}">
                      <a16:creationId xmlns:a16="http://schemas.microsoft.com/office/drawing/2014/main" id="{FB4B8692-CBF1-3A28-5657-F8B945AB7081}"/>
                    </a:ext>
                  </a:extLst>
                </p:cNvPr>
                <p:cNvSpPr/>
                <p:nvPr/>
              </p:nvSpPr>
              <p:spPr>
                <a:xfrm>
                  <a:off x="13026199" y="5666790"/>
                  <a:ext cx="18439" cy="5603"/>
                </a:xfrm>
                <a:custGeom>
                  <a:avLst/>
                  <a:gdLst>
                    <a:gd name="csX0" fmla="*/ 15896 w 18439"/>
                    <a:gd name="csY0" fmla="*/ 162 h 5603"/>
                    <a:gd name="csX1" fmla="*/ 2427 w 18439"/>
                    <a:gd name="csY1" fmla="*/ 287 h 5603"/>
                    <a:gd name="csX2" fmla="*/ 2427 w 18439"/>
                    <a:gd name="csY2" fmla="*/ 5317 h 5603"/>
                    <a:gd name="csX3" fmla="*/ 15896 w 18439"/>
                    <a:gd name="csY3" fmla="*/ 5442 h 5603"/>
                    <a:gd name="csX4" fmla="*/ 15896 w 18439"/>
                    <a:gd name="csY4" fmla="*/ 162 h 5603"/>
                  </a:gdLst>
                  <a:ahLst/>
                  <a:cxnLst>
                    <a:cxn ang="0">
                      <a:pos x="csX0" y="csY0"/>
                    </a:cxn>
                    <a:cxn ang="0">
                      <a:pos x="csX1" y="csY1"/>
                    </a:cxn>
                    <a:cxn ang="0">
                      <a:pos x="csX2" y="csY2"/>
                    </a:cxn>
                    <a:cxn ang="0">
                      <a:pos x="csX3" y="csY3"/>
                    </a:cxn>
                    <a:cxn ang="0">
                      <a:pos x="csX4" y="csY4"/>
                    </a:cxn>
                  </a:cxnLst>
                  <a:rect l="l" t="t" r="r" b="b"/>
                  <a:pathLst>
                    <a:path w="18439" h="5603">
                      <a:moveTo>
                        <a:pt x="15896" y="162"/>
                      </a:moveTo>
                      <a:cubicBezTo>
                        <a:pt x="11470" y="-229"/>
                        <a:pt x="6868" y="199"/>
                        <a:pt x="2427" y="287"/>
                      </a:cubicBezTo>
                      <a:cubicBezTo>
                        <a:pt x="-805" y="346"/>
                        <a:pt x="-813" y="5250"/>
                        <a:pt x="2427" y="5317"/>
                      </a:cubicBezTo>
                      <a:cubicBezTo>
                        <a:pt x="6868" y="5405"/>
                        <a:pt x="11470" y="5832"/>
                        <a:pt x="15896" y="5442"/>
                      </a:cubicBezTo>
                      <a:cubicBezTo>
                        <a:pt x="19284" y="5140"/>
                        <a:pt x="19291" y="464"/>
                        <a:pt x="15896" y="162"/>
                      </a:cubicBezTo>
                      <a:close/>
                    </a:path>
                  </a:pathLst>
                </a:custGeom>
                <a:solidFill>
                  <a:srgbClr val="0679C3"/>
                </a:solidFill>
                <a:ln w="735" cap="flat">
                  <a:noFill/>
                  <a:prstDash val="solid"/>
                  <a:miter/>
                </a:ln>
              </p:spPr>
              <p:txBody>
                <a:bodyPr/>
                <a:lstStyle/>
                <a:p>
                  <a:endParaRPr lang="en-US"/>
                </a:p>
              </p:txBody>
            </p:sp>
            <p:sp>
              <p:nvSpPr>
                <p:cNvPr id="364" name="Freeform: Shape 363">
                  <a:extLst>
                    <a:ext uri="{FF2B5EF4-FFF2-40B4-BE49-F238E27FC236}">
                      <a16:creationId xmlns:a16="http://schemas.microsoft.com/office/drawing/2014/main" id="{9D14EF01-301D-056F-8769-18EE49C66B66}"/>
                    </a:ext>
                  </a:extLst>
                </p:cNvPr>
                <p:cNvSpPr/>
                <p:nvPr/>
              </p:nvSpPr>
              <p:spPr>
                <a:xfrm>
                  <a:off x="13046682" y="5666819"/>
                  <a:ext cx="4835" cy="5007"/>
                </a:xfrm>
                <a:custGeom>
                  <a:avLst/>
                  <a:gdLst>
                    <a:gd name="csX0" fmla="*/ 2416 w 4835"/>
                    <a:gd name="csY0" fmla="*/ 0 h 5007"/>
                    <a:gd name="csX1" fmla="*/ 2416 w 4835"/>
                    <a:gd name="csY1" fmla="*/ 5008 h 5007"/>
                    <a:gd name="csX2" fmla="*/ 2416 w 4835"/>
                    <a:gd name="csY2" fmla="*/ 0 h 5007"/>
                  </a:gdLst>
                  <a:ahLst/>
                  <a:cxnLst>
                    <a:cxn ang="0">
                      <a:pos x="csX0" y="csY0"/>
                    </a:cxn>
                    <a:cxn ang="0">
                      <a:pos x="csX1" y="csY1"/>
                    </a:cxn>
                    <a:cxn ang="0">
                      <a:pos x="csX2" y="csY2"/>
                    </a:cxn>
                  </a:cxnLst>
                  <a:rect l="l" t="t" r="r" b="b"/>
                  <a:pathLst>
                    <a:path w="4835" h="5007">
                      <a:moveTo>
                        <a:pt x="2416" y="0"/>
                      </a:moveTo>
                      <a:cubicBezTo>
                        <a:pt x="-802" y="0"/>
                        <a:pt x="-809" y="5008"/>
                        <a:pt x="2416" y="5008"/>
                      </a:cubicBezTo>
                      <a:cubicBezTo>
                        <a:pt x="5642" y="5008"/>
                        <a:pt x="5642" y="0"/>
                        <a:pt x="2416" y="0"/>
                      </a:cubicBezTo>
                      <a:close/>
                    </a:path>
                  </a:pathLst>
                </a:custGeom>
                <a:solidFill>
                  <a:srgbClr val="0679C3"/>
                </a:solidFill>
                <a:ln w="735" cap="flat">
                  <a:noFill/>
                  <a:prstDash val="solid"/>
                  <a:miter/>
                </a:ln>
              </p:spPr>
              <p:txBody>
                <a:bodyPr/>
                <a:lstStyle/>
                <a:p>
                  <a:endParaRPr lang="en-US"/>
                </a:p>
              </p:txBody>
            </p:sp>
            <p:sp>
              <p:nvSpPr>
                <p:cNvPr id="367" name="Freeform: Shape 366">
                  <a:extLst>
                    <a:ext uri="{FF2B5EF4-FFF2-40B4-BE49-F238E27FC236}">
                      <a16:creationId xmlns:a16="http://schemas.microsoft.com/office/drawing/2014/main" id="{7C1CEB4B-546E-9C22-3D86-965DA8E2701C}"/>
                    </a:ext>
                  </a:extLst>
                </p:cNvPr>
                <p:cNvSpPr/>
                <p:nvPr/>
              </p:nvSpPr>
              <p:spPr>
                <a:xfrm>
                  <a:off x="13053380" y="5667320"/>
                  <a:ext cx="4901" cy="5073"/>
                </a:xfrm>
                <a:custGeom>
                  <a:avLst/>
                  <a:gdLst>
                    <a:gd name="csX0" fmla="*/ 2449 w 4901"/>
                    <a:gd name="csY0" fmla="*/ 0 h 5073"/>
                    <a:gd name="csX1" fmla="*/ 2449 w 4901"/>
                    <a:gd name="csY1" fmla="*/ 5074 h 5073"/>
                    <a:gd name="csX2" fmla="*/ 2449 w 4901"/>
                    <a:gd name="csY2" fmla="*/ 0 h 5073"/>
                  </a:gdLst>
                  <a:ahLst/>
                  <a:cxnLst>
                    <a:cxn ang="0">
                      <a:pos x="csX0" y="csY0"/>
                    </a:cxn>
                    <a:cxn ang="0">
                      <a:pos x="csX1" y="csY1"/>
                    </a:cxn>
                    <a:cxn ang="0">
                      <a:pos x="csX2" y="csY2"/>
                    </a:cxn>
                  </a:cxnLst>
                  <a:rect l="l" t="t" r="r" b="b"/>
                  <a:pathLst>
                    <a:path w="4901" h="5073">
                      <a:moveTo>
                        <a:pt x="2449" y="0"/>
                      </a:moveTo>
                      <a:cubicBezTo>
                        <a:pt x="-813" y="0"/>
                        <a:pt x="-820" y="5074"/>
                        <a:pt x="2449" y="5074"/>
                      </a:cubicBezTo>
                      <a:cubicBezTo>
                        <a:pt x="5719" y="5074"/>
                        <a:pt x="5719" y="0"/>
                        <a:pt x="2449" y="0"/>
                      </a:cubicBezTo>
                      <a:close/>
                    </a:path>
                  </a:pathLst>
                </a:custGeom>
                <a:solidFill>
                  <a:srgbClr val="0679C3"/>
                </a:solidFill>
                <a:ln w="735" cap="flat">
                  <a:noFill/>
                  <a:prstDash val="solid"/>
                  <a:miter/>
                </a:ln>
              </p:spPr>
              <p:txBody>
                <a:bodyPr/>
                <a:lstStyle/>
                <a:p>
                  <a:endParaRPr lang="en-US"/>
                </a:p>
              </p:txBody>
            </p:sp>
            <p:sp>
              <p:nvSpPr>
                <p:cNvPr id="368" name="Freeform: Shape 367">
                  <a:extLst>
                    <a:ext uri="{FF2B5EF4-FFF2-40B4-BE49-F238E27FC236}">
                      <a16:creationId xmlns:a16="http://schemas.microsoft.com/office/drawing/2014/main" id="{F69EFD47-9F36-3FEB-EAD9-39C82613D4B8}"/>
                    </a:ext>
                  </a:extLst>
                </p:cNvPr>
                <p:cNvSpPr/>
                <p:nvPr/>
              </p:nvSpPr>
              <p:spPr>
                <a:xfrm>
                  <a:off x="13061477" y="5667374"/>
                  <a:ext cx="17455" cy="5506"/>
                </a:xfrm>
                <a:custGeom>
                  <a:avLst/>
                  <a:gdLst>
                    <a:gd name="csX0" fmla="*/ 15738 w 17455"/>
                    <a:gd name="csY0" fmla="*/ 440 h 5506"/>
                    <a:gd name="csX1" fmla="*/ 2438 w 17455"/>
                    <a:gd name="csY1" fmla="*/ 226 h 5506"/>
                    <a:gd name="csX2" fmla="*/ 2438 w 17455"/>
                    <a:gd name="csY2" fmla="*/ 5278 h 5506"/>
                    <a:gd name="csX3" fmla="*/ 15738 w 17455"/>
                    <a:gd name="csY3" fmla="*/ 5064 h 5506"/>
                    <a:gd name="csX4" fmla="*/ 15738 w 17455"/>
                    <a:gd name="csY4" fmla="*/ 432 h 5506"/>
                  </a:gdLst>
                  <a:ahLst/>
                  <a:cxnLst>
                    <a:cxn ang="0">
                      <a:pos x="csX0" y="csY0"/>
                    </a:cxn>
                    <a:cxn ang="0">
                      <a:pos x="csX1" y="csY1"/>
                    </a:cxn>
                    <a:cxn ang="0">
                      <a:pos x="csX2" y="csY2"/>
                    </a:cxn>
                    <a:cxn ang="0">
                      <a:pos x="csX3" y="csY3"/>
                    </a:cxn>
                    <a:cxn ang="0">
                      <a:pos x="csX4" y="csY4"/>
                    </a:cxn>
                  </a:cxnLst>
                  <a:rect l="l" t="t" r="r" b="b"/>
                  <a:pathLst>
                    <a:path w="17455" h="5506">
                      <a:moveTo>
                        <a:pt x="15738" y="440"/>
                      </a:moveTo>
                      <a:cubicBezTo>
                        <a:pt x="11430" y="-341"/>
                        <a:pt x="6798" y="138"/>
                        <a:pt x="2438" y="226"/>
                      </a:cubicBezTo>
                      <a:cubicBezTo>
                        <a:pt x="-809" y="300"/>
                        <a:pt x="-816" y="5204"/>
                        <a:pt x="2438" y="5278"/>
                      </a:cubicBezTo>
                      <a:cubicBezTo>
                        <a:pt x="6798" y="5373"/>
                        <a:pt x="11430" y="5845"/>
                        <a:pt x="15738" y="5064"/>
                      </a:cubicBezTo>
                      <a:cubicBezTo>
                        <a:pt x="18028" y="4652"/>
                        <a:pt x="18028" y="852"/>
                        <a:pt x="15738" y="432"/>
                      </a:cubicBezTo>
                      <a:close/>
                    </a:path>
                  </a:pathLst>
                </a:custGeom>
                <a:solidFill>
                  <a:srgbClr val="0679C3"/>
                </a:solidFill>
                <a:ln w="735" cap="flat">
                  <a:noFill/>
                  <a:prstDash val="solid"/>
                  <a:miter/>
                </a:ln>
              </p:spPr>
              <p:txBody>
                <a:bodyPr/>
                <a:lstStyle/>
                <a:p>
                  <a:endParaRPr lang="en-US"/>
                </a:p>
              </p:txBody>
            </p:sp>
          </p:grpSp>
          <p:sp>
            <p:nvSpPr>
              <p:cNvPr id="307" name="Freeform: Shape 306">
                <a:extLst>
                  <a:ext uri="{FF2B5EF4-FFF2-40B4-BE49-F238E27FC236}">
                    <a16:creationId xmlns:a16="http://schemas.microsoft.com/office/drawing/2014/main" id="{972DC6D9-E3C2-F1DC-A851-C14B26AE7EFE}"/>
                  </a:ext>
                </a:extLst>
              </p:cNvPr>
              <p:cNvSpPr/>
              <p:nvPr/>
            </p:nvSpPr>
            <p:spPr>
              <a:xfrm>
                <a:off x="7756882" y="4460446"/>
                <a:ext cx="164492" cy="76830"/>
              </a:xfrm>
              <a:custGeom>
                <a:avLst/>
                <a:gdLst>
                  <a:gd name="csX0" fmla="*/ 150508 w 213308"/>
                  <a:gd name="csY0" fmla="*/ 92588 h 99631"/>
                  <a:gd name="csX1" fmla="*/ 60313 w 213308"/>
                  <a:gd name="csY1" fmla="*/ 34302 h 99631"/>
                  <a:gd name="csX2" fmla="*/ 2705 w 213308"/>
                  <a:gd name="csY2" fmla="*/ 75224 h 99631"/>
                  <a:gd name="csX3" fmla="*/ 92340 w 213308"/>
                  <a:gd name="csY3" fmla="*/ 148 h 99631"/>
                  <a:gd name="csX4" fmla="*/ 151811 w 213308"/>
                  <a:gd name="csY4" fmla="*/ 10097 h 99631"/>
                  <a:gd name="csX5" fmla="*/ 167651 w 213308"/>
                  <a:gd name="csY5" fmla="*/ 21091 h 99631"/>
                  <a:gd name="csX6" fmla="*/ 213294 w 213308"/>
                  <a:gd name="csY6" fmla="*/ 86660 h 99631"/>
                  <a:gd name="csX7" fmla="*/ 150508 w 213308"/>
                  <a:gd name="csY7" fmla="*/ 92588 h 996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3308" h="99631">
                    <a:moveTo>
                      <a:pt x="150508" y="92588"/>
                    </a:moveTo>
                    <a:cubicBezTo>
                      <a:pt x="150508" y="92588"/>
                      <a:pt x="125522" y="2188"/>
                      <a:pt x="60313" y="34302"/>
                    </a:cubicBezTo>
                    <a:cubicBezTo>
                      <a:pt x="5120" y="61483"/>
                      <a:pt x="3235" y="70997"/>
                      <a:pt x="2705" y="75224"/>
                    </a:cubicBezTo>
                    <a:cubicBezTo>
                      <a:pt x="-6375" y="72175"/>
                      <a:pt x="3603" y="4250"/>
                      <a:pt x="92340" y="148"/>
                    </a:cubicBezTo>
                    <a:cubicBezTo>
                      <a:pt x="126509" y="-1428"/>
                      <a:pt x="151826" y="10111"/>
                      <a:pt x="151811" y="10097"/>
                    </a:cubicBezTo>
                    <a:cubicBezTo>
                      <a:pt x="159713" y="13388"/>
                      <a:pt x="162637" y="18352"/>
                      <a:pt x="167651" y="21091"/>
                    </a:cubicBezTo>
                    <a:cubicBezTo>
                      <a:pt x="201997" y="39855"/>
                      <a:pt x="212543" y="70091"/>
                      <a:pt x="213294" y="86660"/>
                    </a:cubicBezTo>
                    <a:cubicBezTo>
                      <a:pt x="214443" y="111853"/>
                      <a:pt x="150508" y="92588"/>
                      <a:pt x="150508" y="92588"/>
                    </a:cubicBezTo>
                    <a:close/>
                  </a:path>
                </a:pathLst>
              </a:custGeom>
              <a:solidFill>
                <a:srgbClr val="161616"/>
              </a:solidFill>
              <a:ln w="735" cap="flat">
                <a:noFill/>
                <a:prstDash val="solid"/>
                <a:miter/>
              </a:ln>
            </p:spPr>
            <p:txBody>
              <a:bodyPr/>
              <a:lstStyle/>
              <a:p>
                <a:endParaRPr lang="en-US"/>
              </a:p>
            </p:txBody>
          </p:sp>
          <p:sp>
            <p:nvSpPr>
              <p:cNvPr id="350" name="Freeform: Shape 349">
                <a:extLst>
                  <a:ext uri="{FF2B5EF4-FFF2-40B4-BE49-F238E27FC236}">
                    <a16:creationId xmlns:a16="http://schemas.microsoft.com/office/drawing/2014/main" id="{A2F1AB15-73CF-D94B-601A-255B6AA73A23}"/>
                  </a:ext>
                </a:extLst>
              </p:cNvPr>
              <p:cNvSpPr/>
              <p:nvPr/>
            </p:nvSpPr>
            <p:spPr>
              <a:xfrm>
                <a:off x="7862435" y="4467760"/>
                <a:ext cx="56" cy="39"/>
              </a:xfrm>
              <a:custGeom>
                <a:avLst/>
                <a:gdLst>
                  <a:gd name="csX0" fmla="*/ 74 w 73"/>
                  <a:gd name="csY0" fmla="*/ 52 h 51"/>
                  <a:gd name="csX1" fmla="*/ 0 w 73"/>
                  <a:gd name="csY1" fmla="*/ 0 h 51"/>
                  <a:gd name="csX2" fmla="*/ 37 w 73"/>
                  <a:gd name="csY2" fmla="*/ 15 h 51"/>
                  <a:gd name="csX3" fmla="*/ 74 w 73"/>
                  <a:gd name="csY3" fmla="*/ 52 h 51"/>
                </a:gdLst>
                <a:ahLst/>
                <a:cxnLst>
                  <a:cxn ang="0">
                    <a:pos x="csX0" y="csY0"/>
                  </a:cxn>
                  <a:cxn ang="0">
                    <a:pos x="csX1" y="csY1"/>
                  </a:cxn>
                  <a:cxn ang="0">
                    <a:pos x="csX2" y="csY2"/>
                  </a:cxn>
                  <a:cxn ang="0">
                    <a:pos x="csX3" y="csY3"/>
                  </a:cxn>
                </a:cxnLst>
                <a:rect l="l" t="t" r="r" b="b"/>
                <a:pathLst>
                  <a:path w="73" h="51">
                    <a:moveTo>
                      <a:pt x="74" y="52"/>
                    </a:moveTo>
                    <a:cubicBezTo>
                      <a:pt x="74" y="52"/>
                      <a:pt x="22" y="22"/>
                      <a:pt x="0" y="0"/>
                    </a:cubicBezTo>
                    <a:cubicBezTo>
                      <a:pt x="15" y="0"/>
                      <a:pt x="22" y="7"/>
                      <a:pt x="37" y="15"/>
                    </a:cubicBezTo>
                    <a:cubicBezTo>
                      <a:pt x="52" y="29"/>
                      <a:pt x="59" y="37"/>
                      <a:pt x="74" y="52"/>
                    </a:cubicBezTo>
                    <a:close/>
                  </a:path>
                </a:pathLst>
              </a:custGeom>
              <a:solidFill>
                <a:srgbClr val="757575"/>
              </a:solidFill>
              <a:ln w="735" cap="flat">
                <a:noFill/>
                <a:prstDash val="solid"/>
                <a:miter/>
              </a:ln>
            </p:spPr>
            <p:txBody>
              <a:bodyPr/>
              <a:lstStyle/>
              <a:p>
                <a:endParaRPr lang="en-US"/>
              </a:p>
            </p:txBody>
          </p:sp>
          <p:grpSp>
            <p:nvGrpSpPr>
              <p:cNvPr id="352" name="Group 351">
                <a:extLst>
                  <a:ext uri="{FF2B5EF4-FFF2-40B4-BE49-F238E27FC236}">
                    <a16:creationId xmlns:a16="http://schemas.microsoft.com/office/drawing/2014/main" id="{7A3E2D6F-105D-DCF2-74C0-2251E946C5D2}"/>
                  </a:ext>
                </a:extLst>
              </p:cNvPr>
              <p:cNvGrpSpPr/>
              <p:nvPr/>
            </p:nvGrpSpPr>
            <p:grpSpPr>
              <a:xfrm flipH="1">
                <a:off x="7691476" y="4940827"/>
                <a:ext cx="163508" cy="97610"/>
                <a:chOff x="7786726" y="5162282"/>
                <a:chExt cx="163508" cy="97610"/>
              </a:xfrm>
            </p:grpSpPr>
            <p:sp>
              <p:nvSpPr>
                <p:cNvPr id="353" name="Freeform: Shape 352">
                  <a:extLst>
                    <a:ext uri="{FF2B5EF4-FFF2-40B4-BE49-F238E27FC236}">
                      <a16:creationId xmlns:a16="http://schemas.microsoft.com/office/drawing/2014/main" id="{702628E7-CCC8-E1C9-ACEE-49D989A5DEFE}"/>
                    </a:ext>
                  </a:extLst>
                </p:cNvPr>
                <p:cNvSpPr/>
                <p:nvPr/>
              </p:nvSpPr>
              <p:spPr>
                <a:xfrm>
                  <a:off x="7794432" y="5162282"/>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354" name="Freeform: Shape 353">
                  <a:extLst>
                    <a:ext uri="{FF2B5EF4-FFF2-40B4-BE49-F238E27FC236}">
                      <a16:creationId xmlns:a16="http://schemas.microsoft.com/office/drawing/2014/main" id="{9F34AA57-F470-495D-6369-04B8BE43BF7A}"/>
                    </a:ext>
                  </a:extLst>
                </p:cNvPr>
                <p:cNvSpPr/>
                <p:nvPr/>
              </p:nvSpPr>
              <p:spPr>
                <a:xfrm>
                  <a:off x="7786726" y="5166779"/>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356" name="Freeform: Shape 355">
                  <a:extLst>
                    <a:ext uri="{FF2B5EF4-FFF2-40B4-BE49-F238E27FC236}">
                      <a16:creationId xmlns:a16="http://schemas.microsoft.com/office/drawing/2014/main" id="{20E7A081-3025-1633-B265-92309D826377}"/>
                    </a:ext>
                  </a:extLst>
                </p:cNvPr>
                <p:cNvSpPr/>
                <p:nvPr/>
              </p:nvSpPr>
              <p:spPr>
                <a:xfrm>
                  <a:off x="7872262" y="5169789"/>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357" name="Freeform: Shape 356">
                  <a:extLst>
                    <a:ext uri="{FF2B5EF4-FFF2-40B4-BE49-F238E27FC236}">
                      <a16:creationId xmlns:a16="http://schemas.microsoft.com/office/drawing/2014/main" id="{A8BFFF9A-9967-7577-4022-36E8A3716BB4}"/>
                    </a:ext>
                  </a:extLst>
                </p:cNvPr>
                <p:cNvSpPr/>
                <p:nvPr/>
              </p:nvSpPr>
              <p:spPr>
                <a:xfrm>
                  <a:off x="7806535" y="5181992"/>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grpSp>
        </p:grpSp>
        <p:sp>
          <p:nvSpPr>
            <p:cNvPr id="380" name="Freeform: Shape 379">
              <a:extLst>
                <a:ext uri="{FF2B5EF4-FFF2-40B4-BE49-F238E27FC236}">
                  <a16:creationId xmlns:a16="http://schemas.microsoft.com/office/drawing/2014/main" id="{304679D0-6909-D270-60A1-CA0A77D5ADA7}"/>
                </a:ext>
              </a:extLst>
            </p:cNvPr>
            <p:cNvSpPr/>
            <p:nvPr/>
          </p:nvSpPr>
          <p:spPr>
            <a:xfrm>
              <a:off x="6878062" y="4441075"/>
              <a:ext cx="216654" cy="232658"/>
            </a:xfrm>
            <a:custGeom>
              <a:avLst/>
              <a:gdLst>
                <a:gd name="csX0" fmla="*/ 228 w 120391"/>
                <a:gd name="csY0" fmla="*/ 97093 h 129284"/>
                <a:gd name="csX1" fmla="*/ 502 w 120391"/>
                <a:gd name="csY1" fmla="*/ 97220 h 129284"/>
                <a:gd name="csX2" fmla="*/ 1072 w 120391"/>
                <a:gd name="csY2" fmla="*/ 97030 h 129284"/>
                <a:gd name="csX3" fmla="*/ 2800 w 120391"/>
                <a:gd name="csY3" fmla="*/ 95006 h 129284"/>
                <a:gd name="csX4" fmla="*/ 8304 w 120391"/>
                <a:gd name="csY4" fmla="*/ 112338 h 129284"/>
                <a:gd name="csX5" fmla="*/ 120392 w 120391"/>
                <a:gd name="csY5" fmla="*/ 114446 h 129284"/>
                <a:gd name="csX6" fmla="*/ 114615 w 120391"/>
                <a:gd name="csY6" fmla="*/ 51634 h 129284"/>
                <a:gd name="csX7" fmla="*/ 60089 w 120391"/>
                <a:gd name="csY7" fmla="*/ 9484 h 129284"/>
                <a:gd name="csX8" fmla="*/ 49167 w 120391"/>
                <a:gd name="csY8" fmla="*/ 1367 h 129284"/>
                <a:gd name="csX9" fmla="*/ 27533 w 120391"/>
                <a:gd name="csY9" fmla="*/ 4361 h 129284"/>
                <a:gd name="csX10" fmla="*/ 17687 w 120391"/>
                <a:gd name="csY10" fmla="*/ 47480 h 129284"/>
                <a:gd name="csX11" fmla="*/ 144 w 120391"/>
                <a:gd name="csY11" fmla="*/ 96229 h 129284"/>
                <a:gd name="csX12" fmla="*/ 207 w 120391"/>
                <a:gd name="csY12" fmla="*/ 97093 h 129284"/>
                <a:gd name="csX13" fmla="*/ 41576 w 120391"/>
                <a:gd name="csY13" fmla="*/ 1240 h 129284"/>
                <a:gd name="csX14" fmla="*/ 21419 w 120391"/>
                <a:gd name="csY14" fmla="*/ 15093 h 129284"/>
                <a:gd name="csX15" fmla="*/ 28313 w 120391"/>
                <a:gd name="csY15" fmla="*/ 5310 h 129284"/>
                <a:gd name="csX16" fmla="*/ 41576 w 120391"/>
                <a:gd name="csY16" fmla="*/ 1240 h 129284"/>
                <a:gd name="csX17" fmla="*/ 14418 w 120391"/>
                <a:gd name="csY17" fmla="*/ 77505 h 129284"/>
                <a:gd name="csX18" fmla="*/ 18931 w 120391"/>
                <a:gd name="csY18" fmla="*/ 47353 h 129284"/>
                <a:gd name="csX19" fmla="*/ 18172 w 120391"/>
                <a:gd name="csY19" fmla="*/ 33901 h 129284"/>
                <a:gd name="csX20" fmla="*/ 20955 w 120391"/>
                <a:gd name="csY20" fmla="*/ 46362 h 129284"/>
                <a:gd name="csX21" fmla="*/ 14439 w 120391"/>
                <a:gd name="csY21" fmla="*/ 77505 h 1292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20391" h="129284">
                  <a:moveTo>
                    <a:pt x="228" y="97093"/>
                  </a:moveTo>
                  <a:cubicBezTo>
                    <a:pt x="228" y="97093"/>
                    <a:pt x="418" y="97220"/>
                    <a:pt x="502" y="97220"/>
                  </a:cubicBezTo>
                  <a:cubicBezTo>
                    <a:pt x="713" y="97262"/>
                    <a:pt x="924" y="97198"/>
                    <a:pt x="1072" y="97030"/>
                  </a:cubicBezTo>
                  <a:cubicBezTo>
                    <a:pt x="1641" y="96355"/>
                    <a:pt x="2210" y="95680"/>
                    <a:pt x="2800" y="95006"/>
                  </a:cubicBezTo>
                  <a:cubicBezTo>
                    <a:pt x="-320" y="102280"/>
                    <a:pt x="1430" y="107488"/>
                    <a:pt x="8304" y="112338"/>
                  </a:cubicBezTo>
                  <a:cubicBezTo>
                    <a:pt x="22642" y="122437"/>
                    <a:pt x="68270" y="143670"/>
                    <a:pt x="120392" y="114446"/>
                  </a:cubicBezTo>
                  <a:cubicBezTo>
                    <a:pt x="108352" y="101437"/>
                    <a:pt x="102659" y="72360"/>
                    <a:pt x="114615" y="51634"/>
                  </a:cubicBezTo>
                  <a:cubicBezTo>
                    <a:pt x="96334" y="19795"/>
                    <a:pt x="60089" y="9484"/>
                    <a:pt x="60089" y="9484"/>
                  </a:cubicBezTo>
                  <a:cubicBezTo>
                    <a:pt x="60089" y="9484"/>
                    <a:pt x="57305" y="3285"/>
                    <a:pt x="49167" y="1367"/>
                  </a:cubicBezTo>
                  <a:cubicBezTo>
                    <a:pt x="40796" y="-1185"/>
                    <a:pt x="33163" y="-151"/>
                    <a:pt x="27533" y="4361"/>
                  </a:cubicBezTo>
                  <a:cubicBezTo>
                    <a:pt x="21334" y="9358"/>
                    <a:pt x="14608" y="20892"/>
                    <a:pt x="17687" y="47480"/>
                  </a:cubicBezTo>
                  <a:cubicBezTo>
                    <a:pt x="20385" y="70610"/>
                    <a:pt x="10033" y="84779"/>
                    <a:pt x="144" y="96229"/>
                  </a:cubicBezTo>
                  <a:cubicBezTo>
                    <a:pt x="-67" y="96482"/>
                    <a:pt x="-46" y="96861"/>
                    <a:pt x="207" y="97093"/>
                  </a:cubicBezTo>
                  <a:close/>
                  <a:moveTo>
                    <a:pt x="41576" y="1240"/>
                  </a:moveTo>
                  <a:cubicBezTo>
                    <a:pt x="34765" y="2674"/>
                    <a:pt x="26142" y="6659"/>
                    <a:pt x="21419" y="15093"/>
                  </a:cubicBezTo>
                  <a:cubicBezTo>
                    <a:pt x="23337" y="10370"/>
                    <a:pt x="25868" y="7292"/>
                    <a:pt x="28313" y="5310"/>
                  </a:cubicBezTo>
                  <a:cubicBezTo>
                    <a:pt x="31940" y="2379"/>
                    <a:pt x="36494" y="1029"/>
                    <a:pt x="41576" y="1240"/>
                  </a:cubicBezTo>
                  <a:close/>
                  <a:moveTo>
                    <a:pt x="14418" y="77505"/>
                  </a:moveTo>
                  <a:cubicBezTo>
                    <a:pt x="18193" y="69324"/>
                    <a:pt x="20343" y="59583"/>
                    <a:pt x="18931" y="47353"/>
                  </a:cubicBezTo>
                  <a:cubicBezTo>
                    <a:pt x="18340" y="42335"/>
                    <a:pt x="18129" y="37886"/>
                    <a:pt x="18172" y="33901"/>
                  </a:cubicBezTo>
                  <a:cubicBezTo>
                    <a:pt x="18551" y="37654"/>
                    <a:pt x="19437" y="41787"/>
                    <a:pt x="20955" y="46362"/>
                  </a:cubicBezTo>
                  <a:cubicBezTo>
                    <a:pt x="24560" y="57305"/>
                    <a:pt x="20385" y="68291"/>
                    <a:pt x="14439" y="77505"/>
                  </a:cubicBezTo>
                  <a:close/>
                </a:path>
              </a:pathLst>
            </a:custGeom>
            <a:solidFill>
              <a:srgbClr val="2B2419"/>
            </a:solidFill>
            <a:ln w="2096" cap="flat">
              <a:noFill/>
              <a:prstDash val="solid"/>
              <a:miter/>
            </a:ln>
          </p:spPr>
          <p:txBody>
            <a:bodyPr/>
            <a:lstStyle/>
            <a:p>
              <a:endParaRPr lang="en-US"/>
            </a:p>
          </p:txBody>
        </p:sp>
        <p:grpSp>
          <p:nvGrpSpPr>
            <p:cNvPr id="381" name="Graphic 279">
              <a:extLst>
                <a:ext uri="{FF2B5EF4-FFF2-40B4-BE49-F238E27FC236}">
                  <a16:creationId xmlns:a16="http://schemas.microsoft.com/office/drawing/2014/main" id="{5CA8C3C0-ACCE-3566-6BD4-064B679C67E2}"/>
                </a:ext>
              </a:extLst>
            </p:cNvPr>
            <p:cNvGrpSpPr/>
            <p:nvPr/>
          </p:nvGrpSpPr>
          <p:grpSpPr>
            <a:xfrm>
              <a:off x="6986301" y="4655264"/>
              <a:ext cx="291618" cy="352306"/>
              <a:chOff x="12812712" y="4582229"/>
              <a:chExt cx="162047" cy="195771"/>
            </a:xfrm>
          </p:grpSpPr>
          <p:sp>
            <p:nvSpPr>
              <p:cNvPr id="382" name="Freeform: Shape 381">
                <a:extLst>
                  <a:ext uri="{FF2B5EF4-FFF2-40B4-BE49-F238E27FC236}">
                    <a16:creationId xmlns:a16="http://schemas.microsoft.com/office/drawing/2014/main" id="{8EBFFCF0-D96D-C103-DB6F-284D0D940A1A}"/>
                  </a:ext>
                </a:extLst>
              </p:cNvPr>
              <p:cNvSpPr/>
              <p:nvPr/>
            </p:nvSpPr>
            <p:spPr>
              <a:xfrm>
                <a:off x="12919732" y="4728624"/>
                <a:ext cx="55027" cy="49376"/>
              </a:xfrm>
              <a:custGeom>
                <a:avLst/>
                <a:gdLst>
                  <a:gd name="csX0" fmla="*/ 1869 w 55027"/>
                  <a:gd name="csY0" fmla="*/ 6492 h 49376"/>
                  <a:gd name="csX1" fmla="*/ 12222 w 55027"/>
                  <a:gd name="csY1" fmla="*/ 2423 h 49376"/>
                  <a:gd name="csX2" fmla="*/ 26918 w 55027"/>
                  <a:gd name="csY2" fmla="*/ 40 h 49376"/>
                  <a:gd name="csX3" fmla="*/ 25843 w 55027"/>
                  <a:gd name="csY3" fmla="*/ 7209 h 49376"/>
                  <a:gd name="csX4" fmla="*/ 19454 w 55027"/>
                  <a:gd name="csY4" fmla="*/ 8812 h 49376"/>
                  <a:gd name="csX5" fmla="*/ 47265 w 55027"/>
                  <a:gd name="csY5" fmla="*/ 15917 h 49376"/>
                  <a:gd name="csX6" fmla="*/ 30882 w 55027"/>
                  <a:gd name="csY6" fmla="*/ 18996 h 49376"/>
                  <a:gd name="csX7" fmla="*/ 54835 w 55027"/>
                  <a:gd name="csY7" fmla="*/ 32343 h 49376"/>
                  <a:gd name="csX8" fmla="*/ 30987 w 55027"/>
                  <a:gd name="csY8" fmla="*/ 28906 h 49376"/>
                  <a:gd name="csX9" fmla="*/ 49964 w 55027"/>
                  <a:gd name="csY9" fmla="*/ 43265 h 49376"/>
                  <a:gd name="csX10" fmla="*/ 28858 w 55027"/>
                  <a:gd name="csY10" fmla="*/ 37994 h 49376"/>
                  <a:gd name="csX11" fmla="*/ 41214 w 55027"/>
                  <a:gd name="csY11" fmla="*/ 48937 h 49376"/>
                  <a:gd name="csX12" fmla="*/ 13 w 55027"/>
                  <a:gd name="csY12" fmla="*/ 23867 h 49376"/>
                  <a:gd name="csX13" fmla="*/ 1890 w 55027"/>
                  <a:gd name="csY13" fmla="*/ 6450 h 493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027" h="49376">
                    <a:moveTo>
                      <a:pt x="1869" y="6492"/>
                    </a:moveTo>
                    <a:cubicBezTo>
                      <a:pt x="1869" y="6492"/>
                      <a:pt x="7056" y="3393"/>
                      <a:pt x="12222" y="2423"/>
                    </a:cubicBezTo>
                    <a:cubicBezTo>
                      <a:pt x="17388" y="1453"/>
                      <a:pt x="23713" y="546"/>
                      <a:pt x="26918" y="40"/>
                    </a:cubicBezTo>
                    <a:cubicBezTo>
                      <a:pt x="30777" y="-571"/>
                      <a:pt x="31051" y="5944"/>
                      <a:pt x="25843" y="7209"/>
                    </a:cubicBezTo>
                    <a:cubicBezTo>
                      <a:pt x="20635" y="8496"/>
                      <a:pt x="19454" y="8812"/>
                      <a:pt x="19454" y="8812"/>
                    </a:cubicBezTo>
                    <a:cubicBezTo>
                      <a:pt x="19454" y="8812"/>
                      <a:pt x="41404" y="11848"/>
                      <a:pt x="47265" y="15917"/>
                    </a:cubicBezTo>
                    <a:cubicBezTo>
                      <a:pt x="52621" y="19628"/>
                      <a:pt x="40644" y="18848"/>
                      <a:pt x="30882" y="18996"/>
                    </a:cubicBezTo>
                    <a:cubicBezTo>
                      <a:pt x="30882" y="18996"/>
                      <a:pt x="52789" y="27261"/>
                      <a:pt x="54835" y="32343"/>
                    </a:cubicBezTo>
                    <a:cubicBezTo>
                      <a:pt x="57534" y="39027"/>
                      <a:pt x="30987" y="28906"/>
                      <a:pt x="30987" y="28906"/>
                    </a:cubicBezTo>
                    <a:cubicBezTo>
                      <a:pt x="30987" y="28906"/>
                      <a:pt x="50597" y="40376"/>
                      <a:pt x="49964" y="43265"/>
                    </a:cubicBezTo>
                    <a:cubicBezTo>
                      <a:pt x="49247" y="46491"/>
                      <a:pt x="28858" y="37994"/>
                      <a:pt x="28858" y="37994"/>
                    </a:cubicBezTo>
                    <a:cubicBezTo>
                      <a:pt x="28858" y="37994"/>
                      <a:pt x="42163" y="47440"/>
                      <a:pt x="41214" y="48937"/>
                    </a:cubicBezTo>
                    <a:cubicBezTo>
                      <a:pt x="39295" y="51889"/>
                      <a:pt x="10261" y="39575"/>
                      <a:pt x="13" y="23867"/>
                    </a:cubicBezTo>
                    <a:cubicBezTo>
                      <a:pt x="13" y="23867"/>
                      <a:pt x="-282" y="8854"/>
                      <a:pt x="1890" y="6450"/>
                    </a:cubicBezTo>
                    <a:close/>
                  </a:path>
                </a:pathLst>
              </a:custGeom>
              <a:solidFill>
                <a:srgbClr val="FDCDB3"/>
              </a:solidFill>
              <a:ln w="2096" cap="flat">
                <a:noFill/>
                <a:prstDash val="solid"/>
                <a:miter/>
              </a:ln>
            </p:spPr>
            <p:txBody>
              <a:bodyPr/>
              <a:lstStyle/>
              <a:p>
                <a:endParaRPr lang="en-US"/>
              </a:p>
            </p:txBody>
          </p:sp>
          <p:sp>
            <p:nvSpPr>
              <p:cNvPr id="383" name="Freeform: Shape 382">
                <a:extLst>
                  <a:ext uri="{FF2B5EF4-FFF2-40B4-BE49-F238E27FC236}">
                    <a16:creationId xmlns:a16="http://schemas.microsoft.com/office/drawing/2014/main" id="{5C3DFFE2-D687-5D8D-D2FB-60955565F42A}"/>
                  </a:ext>
                </a:extLst>
              </p:cNvPr>
              <p:cNvSpPr/>
              <p:nvPr/>
            </p:nvSpPr>
            <p:spPr>
              <a:xfrm>
                <a:off x="12812712" y="4582229"/>
                <a:ext cx="113506" cy="172581"/>
              </a:xfrm>
              <a:custGeom>
                <a:avLst/>
                <a:gdLst>
                  <a:gd name="csX0" fmla="*/ 46583 w 113506"/>
                  <a:gd name="csY0" fmla="*/ 0 h 172581"/>
                  <a:gd name="csX1" fmla="*/ 1271 w 113506"/>
                  <a:gd name="csY1" fmla="*/ 102958 h 172581"/>
                  <a:gd name="csX2" fmla="*/ 109585 w 113506"/>
                  <a:gd name="csY2" fmla="*/ 172581 h 172581"/>
                  <a:gd name="csX3" fmla="*/ 113507 w 113506"/>
                  <a:gd name="csY3" fmla="*/ 150737 h 172581"/>
                  <a:gd name="csX4" fmla="*/ 72602 w 113506"/>
                  <a:gd name="csY4" fmla="*/ 133279 h 172581"/>
                  <a:gd name="csX5" fmla="*/ 33847 w 113506"/>
                  <a:gd name="csY5" fmla="*/ 115230 h 172581"/>
                  <a:gd name="csX6" fmla="*/ 46583 w 113506"/>
                  <a:gd name="csY6" fmla="*/ 0 h 17258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506" h="172581">
                    <a:moveTo>
                      <a:pt x="46583" y="0"/>
                    </a:moveTo>
                    <a:cubicBezTo>
                      <a:pt x="46583" y="0"/>
                      <a:pt x="45929" y="11238"/>
                      <a:pt x="1271" y="102958"/>
                    </a:cubicBezTo>
                    <a:cubicBezTo>
                      <a:pt x="1271" y="102958"/>
                      <a:pt x="-19793" y="151770"/>
                      <a:pt x="109585" y="172581"/>
                    </a:cubicBezTo>
                    <a:lnTo>
                      <a:pt x="113507" y="150737"/>
                    </a:lnTo>
                    <a:cubicBezTo>
                      <a:pt x="113507" y="150737"/>
                      <a:pt x="91705" y="143863"/>
                      <a:pt x="72602" y="133279"/>
                    </a:cubicBezTo>
                    <a:cubicBezTo>
                      <a:pt x="53499" y="122694"/>
                      <a:pt x="33847" y="115230"/>
                      <a:pt x="33847" y="115230"/>
                    </a:cubicBezTo>
                    <a:cubicBezTo>
                      <a:pt x="33847" y="115230"/>
                      <a:pt x="78843" y="50267"/>
                      <a:pt x="46583" y="0"/>
                    </a:cubicBezTo>
                    <a:close/>
                  </a:path>
                </a:pathLst>
              </a:custGeom>
              <a:solidFill>
                <a:srgbClr val="37A8E3"/>
              </a:solidFill>
              <a:ln w="2096" cap="flat">
                <a:noFill/>
                <a:prstDash val="solid"/>
                <a:miter/>
              </a:ln>
            </p:spPr>
            <p:txBody>
              <a:bodyPr/>
              <a:lstStyle/>
              <a:p>
                <a:endParaRPr lang="en-US"/>
              </a:p>
            </p:txBody>
          </p:sp>
        </p:grpSp>
        <p:sp>
          <p:nvSpPr>
            <p:cNvPr id="384" name="Freeform: Shape 383">
              <a:extLst>
                <a:ext uri="{FF2B5EF4-FFF2-40B4-BE49-F238E27FC236}">
                  <a16:creationId xmlns:a16="http://schemas.microsoft.com/office/drawing/2014/main" id="{524B8153-5E97-E119-9414-72D72327FC0A}"/>
                </a:ext>
              </a:extLst>
            </p:cNvPr>
            <p:cNvSpPr/>
            <p:nvPr/>
          </p:nvSpPr>
          <p:spPr>
            <a:xfrm>
              <a:off x="6817621" y="4645255"/>
              <a:ext cx="273093" cy="425624"/>
            </a:xfrm>
            <a:custGeom>
              <a:avLst/>
              <a:gdLst>
                <a:gd name="csX0" fmla="*/ 130864 w 150292"/>
                <a:gd name="csY0" fmla="*/ 125598 h 304287"/>
                <a:gd name="csX1" fmla="*/ 123442 w 150292"/>
                <a:gd name="csY1" fmla="*/ 152819 h 304287"/>
                <a:gd name="csX2" fmla="*/ 149018 w 150292"/>
                <a:gd name="csY2" fmla="*/ 285908 h 304287"/>
                <a:gd name="csX3" fmla="*/ 474 w 150292"/>
                <a:gd name="csY3" fmla="*/ 294574 h 304287"/>
                <a:gd name="csX4" fmla="*/ 3025 w 150292"/>
                <a:gd name="csY4" fmla="*/ 141812 h 304287"/>
                <a:gd name="csX5" fmla="*/ 26092 w 150292"/>
                <a:gd name="csY5" fmla="*/ 11528 h 304287"/>
                <a:gd name="csX6" fmla="*/ 50298 w 150292"/>
                <a:gd name="csY6" fmla="*/ 4759 h 304287"/>
                <a:gd name="csX7" fmla="*/ 50298 w 150292"/>
                <a:gd name="csY7" fmla="*/ 4759 h 304287"/>
                <a:gd name="csX8" fmla="*/ 100754 w 150292"/>
                <a:gd name="csY8" fmla="*/ 943 h 304287"/>
                <a:gd name="csX9" fmla="*/ 115746 w 150292"/>
                <a:gd name="csY9" fmla="*/ 2756 h 304287"/>
                <a:gd name="csX10" fmla="*/ 124306 w 150292"/>
                <a:gd name="csY10" fmla="*/ 3789 h 304287"/>
                <a:gd name="csX11" fmla="*/ 138855 w 150292"/>
                <a:gd name="csY11" fmla="*/ 5561 h 304287"/>
                <a:gd name="csX12" fmla="*/ 147584 w 150292"/>
                <a:gd name="csY12" fmla="*/ 78958 h 304287"/>
                <a:gd name="csX13" fmla="*/ 135376 w 150292"/>
                <a:gd name="csY13" fmla="*/ 118155 h 304287"/>
                <a:gd name="csX14" fmla="*/ 132867 w 150292"/>
                <a:gd name="csY14" fmla="*/ 121191 h 304287"/>
                <a:gd name="csX15" fmla="*/ 130843 w 150292"/>
                <a:gd name="csY15" fmla="*/ 125619 h 304287"/>
                <a:gd name="csX0" fmla="*/ 132325 w 151753"/>
                <a:gd name="csY0" fmla="*/ 125598 h 290095"/>
                <a:gd name="csX1" fmla="*/ 124903 w 151753"/>
                <a:gd name="csY1" fmla="*/ 152819 h 290095"/>
                <a:gd name="csX2" fmla="*/ 150479 w 151753"/>
                <a:gd name="csY2" fmla="*/ 285908 h 290095"/>
                <a:gd name="csX3" fmla="*/ 63 w 151753"/>
                <a:gd name="csY3" fmla="*/ 236512 h 290095"/>
                <a:gd name="csX4" fmla="*/ 4486 w 151753"/>
                <a:gd name="csY4" fmla="*/ 141812 h 290095"/>
                <a:gd name="csX5" fmla="*/ 27553 w 151753"/>
                <a:gd name="csY5" fmla="*/ 11528 h 290095"/>
                <a:gd name="csX6" fmla="*/ 51759 w 151753"/>
                <a:gd name="csY6" fmla="*/ 4759 h 290095"/>
                <a:gd name="csX7" fmla="*/ 51759 w 151753"/>
                <a:gd name="csY7" fmla="*/ 4759 h 290095"/>
                <a:gd name="csX8" fmla="*/ 102215 w 151753"/>
                <a:gd name="csY8" fmla="*/ 943 h 290095"/>
                <a:gd name="csX9" fmla="*/ 117207 w 151753"/>
                <a:gd name="csY9" fmla="*/ 2756 h 290095"/>
                <a:gd name="csX10" fmla="*/ 125767 w 151753"/>
                <a:gd name="csY10" fmla="*/ 3789 h 290095"/>
                <a:gd name="csX11" fmla="*/ 140316 w 151753"/>
                <a:gd name="csY11" fmla="*/ 5561 h 290095"/>
                <a:gd name="csX12" fmla="*/ 149045 w 151753"/>
                <a:gd name="csY12" fmla="*/ 78958 h 290095"/>
                <a:gd name="csX13" fmla="*/ 136837 w 151753"/>
                <a:gd name="csY13" fmla="*/ 118155 h 290095"/>
                <a:gd name="csX14" fmla="*/ 134328 w 151753"/>
                <a:gd name="csY14" fmla="*/ 121191 h 290095"/>
                <a:gd name="csX15" fmla="*/ 132304 w 151753"/>
                <a:gd name="csY15" fmla="*/ 125619 h 290095"/>
                <a:gd name="csX16" fmla="*/ 132325 w 151753"/>
                <a:gd name="csY16" fmla="*/ 125598 h 290095"/>
                <a:gd name="csX0" fmla="*/ 132325 w 151753"/>
                <a:gd name="csY0" fmla="*/ 125598 h 249398"/>
                <a:gd name="csX1" fmla="*/ 124903 w 151753"/>
                <a:gd name="csY1" fmla="*/ 152819 h 249398"/>
                <a:gd name="csX2" fmla="*/ 137368 w 151753"/>
                <a:gd name="csY2" fmla="*/ 235339 h 249398"/>
                <a:gd name="csX3" fmla="*/ 63 w 151753"/>
                <a:gd name="csY3" fmla="*/ 236512 h 249398"/>
                <a:gd name="csX4" fmla="*/ 4486 w 151753"/>
                <a:gd name="csY4" fmla="*/ 141812 h 249398"/>
                <a:gd name="csX5" fmla="*/ 27553 w 151753"/>
                <a:gd name="csY5" fmla="*/ 11528 h 249398"/>
                <a:gd name="csX6" fmla="*/ 51759 w 151753"/>
                <a:gd name="csY6" fmla="*/ 4759 h 249398"/>
                <a:gd name="csX7" fmla="*/ 51759 w 151753"/>
                <a:gd name="csY7" fmla="*/ 4759 h 249398"/>
                <a:gd name="csX8" fmla="*/ 102215 w 151753"/>
                <a:gd name="csY8" fmla="*/ 943 h 249398"/>
                <a:gd name="csX9" fmla="*/ 117207 w 151753"/>
                <a:gd name="csY9" fmla="*/ 2756 h 249398"/>
                <a:gd name="csX10" fmla="*/ 125767 w 151753"/>
                <a:gd name="csY10" fmla="*/ 3789 h 249398"/>
                <a:gd name="csX11" fmla="*/ 140316 w 151753"/>
                <a:gd name="csY11" fmla="*/ 5561 h 249398"/>
                <a:gd name="csX12" fmla="*/ 149045 w 151753"/>
                <a:gd name="csY12" fmla="*/ 78958 h 249398"/>
                <a:gd name="csX13" fmla="*/ 136837 w 151753"/>
                <a:gd name="csY13" fmla="*/ 118155 h 249398"/>
                <a:gd name="csX14" fmla="*/ 134328 w 151753"/>
                <a:gd name="csY14" fmla="*/ 121191 h 249398"/>
                <a:gd name="csX15" fmla="*/ 132304 w 151753"/>
                <a:gd name="csY15" fmla="*/ 125619 h 249398"/>
                <a:gd name="csX16" fmla="*/ 132325 w 151753"/>
                <a:gd name="csY16" fmla="*/ 125598 h 249398"/>
                <a:gd name="csX0" fmla="*/ 132325 w 151753"/>
                <a:gd name="csY0" fmla="*/ 125598 h 236512"/>
                <a:gd name="csX1" fmla="*/ 124903 w 151753"/>
                <a:gd name="csY1" fmla="*/ 152819 h 236512"/>
                <a:gd name="csX2" fmla="*/ 137368 w 151753"/>
                <a:gd name="csY2" fmla="*/ 235339 h 236512"/>
                <a:gd name="csX3" fmla="*/ 63 w 151753"/>
                <a:gd name="csY3" fmla="*/ 236512 h 236512"/>
                <a:gd name="csX4" fmla="*/ 4486 w 151753"/>
                <a:gd name="csY4" fmla="*/ 141812 h 236512"/>
                <a:gd name="csX5" fmla="*/ 27553 w 151753"/>
                <a:gd name="csY5" fmla="*/ 11528 h 236512"/>
                <a:gd name="csX6" fmla="*/ 51759 w 151753"/>
                <a:gd name="csY6" fmla="*/ 4759 h 236512"/>
                <a:gd name="csX7" fmla="*/ 51759 w 151753"/>
                <a:gd name="csY7" fmla="*/ 4759 h 236512"/>
                <a:gd name="csX8" fmla="*/ 102215 w 151753"/>
                <a:gd name="csY8" fmla="*/ 943 h 236512"/>
                <a:gd name="csX9" fmla="*/ 117207 w 151753"/>
                <a:gd name="csY9" fmla="*/ 2756 h 236512"/>
                <a:gd name="csX10" fmla="*/ 125767 w 151753"/>
                <a:gd name="csY10" fmla="*/ 3789 h 236512"/>
                <a:gd name="csX11" fmla="*/ 140316 w 151753"/>
                <a:gd name="csY11" fmla="*/ 5561 h 236512"/>
                <a:gd name="csX12" fmla="*/ 149045 w 151753"/>
                <a:gd name="csY12" fmla="*/ 78958 h 236512"/>
                <a:gd name="csX13" fmla="*/ 136837 w 151753"/>
                <a:gd name="csY13" fmla="*/ 118155 h 236512"/>
                <a:gd name="csX14" fmla="*/ 134328 w 151753"/>
                <a:gd name="csY14" fmla="*/ 121191 h 236512"/>
                <a:gd name="csX15" fmla="*/ 132304 w 151753"/>
                <a:gd name="csY15" fmla="*/ 125619 h 236512"/>
                <a:gd name="csX16" fmla="*/ 132325 w 151753"/>
                <a:gd name="csY16" fmla="*/ 125598 h 2365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51753" h="236512">
                  <a:moveTo>
                    <a:pt x="132325" y="125598"/>
                  </a:moveTo>
                  <a:cubicBezTo>
                    <a:pt x="128255" y="135930"/>
                    <a:pt x="124063" y="134529"/>
                    <a:pt x="124903" y="152819"/>
                  </a:cubicBezTo>
                  <a:cubicBezTo>
                    <a:pt x="125743" y="171109"/>
                    <a:pt x="128744" y="206895"/>
                    <a:pt x="137368" y="235339"/>
                  </a:cubicBezTo>
                  <a:lnTo>
                    <a:pt x="63" y="236512"/>
                  </a:lnTo>
                  <a:cubicBezTo>
                    <a:pt x="-148" y="212939"/>
                    <a:pt x="-96" y="179309"/>
                    <a:pt x="4486" y="141812"/>
                  </a:cubicBezTo>
                  <a:cubicBezTo>
                    <a:pt x="9068" y="104315"/>
                    <a:pt x="27553" y="11528"/>
                    <a:pt x="27553" y="11528"/>
                  </a:cubicBezTo>
                  <a:lnTo>
                    <a:pt x="51759" y="4759"/>
                  </a:lnTo>
                  <a:lnTo>
                    <a:pt x="51759" y="4759"/>
                  </a:lnTo>
                  <a:cubicBezTo>
                    <a:pt x="68100" y="184"/>
                    <a:pt x="85305" y="-1102"/>
                    <a:pt x="102215" y="943"/>
                  </a:cubicBezTo>
                  <a:lnTo>
                    <a:pt x="117207" y="2756"/>
                  </a:lnTo>
                  <a:lnTo>
                    <a:pt x="125767" y="3789"/>
                  </a:lnTo>
                  <a:lnTo>
                    <a:pt x="140316" y="5561"/>
                  </a:lnTo>
                  <a:cubicBezTo>
                    <a:pt x="140316" y="5561"/>
                    <a:pt x="138924" y="44610"/>
                    <a:pt x="149045" y="78958"/>
                  </a:cubicBezTo>
                  <a:cubicBezTo>
                    <a:pt x="157606" y="107971"/>
                    <a:pt x="143753" y="111787"/>
                    <a:pt x="136837" y="118155"/>
                  </a:cubicBezTo>
                  <a:cubicBezTo>
                    <a:pt x="135825" y="119083"/>
                    <a:pt x="134960" y="120074"/>
                    <a:pt x="134328" y="121191"/>
                  </a:cubicBezTo>
                  <a:cubicBezTo>
                    <a:pt x="133632" y="122435"/>
                    <a:pt x="132957" y="123932"/>
                    <a:pt x="132304" y="125619"/>
                  </a:cubicBezTo>
                  <a:lnTo>
                    <a:pt x="132325" y="125598"/>
                  </a:lnTo>
                  <a:close/>
                </a:path>
              </a:pathLst>
            </a:custGeom>
            <a:solidFill>
              <a:srgbClr val="37A8E3"/>
            </a:solidFill>
            <a:ln w="2096" cap="flat">
              <a:noFill/>
              <a:prstDash val="solid"/>
              <a:miter/>
            </a:ln>
          </p:spPr>
          <p:txBody>
            <a:bodyPr/>
            <a:lstStyle/>
            <a:p>
              <a:endParaRPr lang="en-US"/>
            </a:p>
          </p:txBody>
        </p:sp>
        <p:sp>
          <p:nvSpPr>
            <p:cNvPr id="385" name="Freeform: Shape 384">
              <a:extLst>
                <a:ext uri="{FF2B5EF4-FFF2-40B4-BE49-F238E27FC236}">
                  <a16:creationId xmlns:a16="http://schemas.microsoft.com/office/drawing/2014/main" id="{BB610AEF-452B-62BB-1CD7-82BB84D0DCCF}"/>
                </a:ext>
              </a:extLst>
            </p:cNvPr>
            <p:cNvSpPr/>
            <p:nvPr/>
          </p:nvSpPr>
          <p:spPr>
            <a:xfrm>
              <a:off x="6927610" y="4857849"/>
              <a:ext cx="136258" cy="21202"/>
            </a:xfrm>
            <a:custGeom>
              <a:avLst/>
              <a:gdLst>
                <a:gd name="csX0" fmla="*/ 75717 w 75716"/>
                <a:gd name="csY0" fmla="*/ 0 h 11782"/>
                <a:gd name="csX1" fmla="*/ 73207 w 75716"/>
                <a:gd name="csY1" fmla="*/ 3036 h 11782"/>
                <a:gd name="csX2" fmla="*/ 71183 w 75716"/>
                <a:gd name="csY2" fmla="*/ 7464 h 11782"/>
                <a:gd name="csX3" fmla="*/ 45544 w 75716"/>
                <a:gd name="csY3" fmla="*/ 11660 h 11782"/>
                <a:gd name="csX4" fmla="*/ 0 w 75716"/>
                <a:gd name="csY4" fmla="*/ 4618 h 11782"/>
                <a:gd name="csX5" fmla="*/ 75695 w 75716"/>
                <a:gd name="csY5" fmla="*/ 21 h 11782"/>
              </a:gdLst>
              <a:ahLst/>
              <a:cxnLst>
                <a:cxn ang="0">
                  <a:pos x="csX0" y="csY0"/>
                </a:cxn>
                <a:cxn ang="0">
                  <a:pos x="csX1" y="csY1"/>
                </a:cxn>
                <a:cxn ang="0">
                  <a:pos x="csX2" y="csY2"/>
                </a:cxn>
                <a:cxn ang="0">
                  <a:pos x="csX3" y="csY3"/>
                </a:cxn>
                <a:cxn ang="0">
                  <a:pos x="csX4" y="csY4"/>
                </a:cxn>
                <a:cxn ang="0">
                  <a:pos x="csX5" y="csY5"/>
                </a:cxn>
              </a:cxnLst>
              <a:rect l="l" t="t" r="r" b="b"/>
              <a:pathLst>
                <a:path w="75716" h="11782">
                  <a:moveTo>
                    <a:pt x="75717" y="0"/>
                  </a:moveTo>
                  <a:cubicBezTo>
                    <a:pt x="74704" y="928"/>
                    <a:pt x="73840" y="1919"/>
                    <a:pt x="73207" y="3036"/>
                  </a:cubicBezTo>
                  <a:cubicBezTo>
                    <a:pt x="72512" y="4280"/>
                    <a:pt x="71837" y="5777"/>
                    <a:pt x="71183" y="7464"/>
                  </a:cubicBezTo>
                  <a:cubicBezTo>
                    <a:pt x="64373" y="9277"/>
                    <a:pt x="55433" y="11091"/>
                    <a:pt x="45544" y="11660"/>
                  </a:cubicBezTo>
                  <a:cubicBezTo>
                    <a:pt x="24332" y="12862"/>
                    <a:pt x="696" y="4850"/>
                    <a:pt x="0" y="4618"/>
                  </a:cubicBezTo>
                  <a:cubicBezTo>
                    <a:pt x="33652" y="11154"/>
                    <a:pt x="62117" y="4428"/>
                    <a:pt x="75695" y="21"/>
                  </a:cubicBezTo>
                  <a:close/>
                </a:path>
              </a:pathLst>
            </a:custGeom>
            <a:solidFill>
              <a:srgbClr val="37A8E3"/>
            </a:solidFill>
            <a:ln w="2096" cap="flat">
              <a:noFill/>
              <a:prstDash val="solid"/>
              <a:miter/>
            </a:ln>
          </p:spPr>
          <p:txBody>
            <a:bodyPr/>
            <a:lstStyle/>
            <a:p>
              <a:endParaRPr lang="en-US"/>
            </a:p>
          </p:txBody>
        </p:sp>
        <p:sp>
          <p:nvSpPr>
            <p:cNvPr id="386" name="Freeform: Shape 385">
              <a:extLst>
                <a:ext uri="{FF2B5EF4-FFF2-40B4-BE49-F238E27FC236}">
                  <a16:creationId xmlns:a16="http://schemas.microsoft.com/office/drawing/2014/main" id="{D09290E1-1D7F-E2A1-2555-A0E00C75015E}"/>
                </a:ext>
              </a:extLst>
            </p:cNvPr>
            <p:cNvSpPr/>
            <p:nvPr/>
          </p:nvSpPr>
          <p:spPr>
            <a:xfrm>
              <a:off x="6910725" y="4645257"/>
              <a:ext cx="117817" cy="72398"/>
            </a:xfrm>
            <a:custGeom>
              <a:avLst/>
              <a:gdLst>
                <a:gd name="csX0" fmla="*/ 65469 w 65469"/>
                <a:gd name="csY0" fmla="*/ 2756 h 40230"/>
                <a:gd name="csX1" fmla="*/ 41453 w 65469"/>
                <a:gd name="csY1" fmla="*/ 40203 h 40230"/>
                <a:gd name="csX2" fmla="*/ 0 w 65469"/>
                <a:gd name="csY2" fmla="*/ 4759 h 40230"/>
                <a:gd name="csX3" fmla="*/ 0 w 65469"/>
                <a:gd name="csY3" fmla="*/ 4759 h 40230"/>
                <a:gd name="csX4" fmla="*/ 50457 w 65469"/>
                <a:gd name="csY4" fmla="*/ 943 h 40230"/>
                <a:gd name="csX5" fmla="*/ 65448 w 65469"/>
                <a:gd name="csY5" fmla="*/ 2756 h 40230"/>
              </a:gdLst>
              <a:ahLst/>
              <a:cxnLst>
                <a:cxn ang="0">
                  <a:pos x="csX0" y="csY0"/>
                </a:cxn>
                <a:cxn ang="0">
                  <a:pos x="csX1" y="csY1"/>
                </a:cxn>
                <a:cxn ang="0">
                  <a:pos x="csX2" y="csY2"/>
                </a:cxn>
                <a:cxn ang="0">
                  <a:pos x="csX3" y="csY3"/>
                </a:cxn>
                <a:cxn ang="0">
                  <a:pos x="csX4" y="csY4"/>
                </a:cxn>
                <a:cxn ang="0">
                  <a:pos x="csX5" y="csY5"/>
                </a:cxn>
              </a:cxnLst>
              <a:rect l="l" t="t" r="r" b="b"/>
              <a:pathLst>
                <a:path w="65469" h="40230">
                  <a:moveTo>
                    <a:pt x="65469" y="2756"/>
                  </a:moveTo>
                  <a:cubicBezTo>
                    <a:pt x="62686" y="17031"/>
                    <a:pt x="60915" y="41152"/>
                    <a:pt x="41453" y="40203"/>
                  </a:cubicBezTo>
                  <a:cubicBezTo>
                    <a:pt x="18091" y="39065"/>
                    <a:pt x="4428" y="14353"/>
                    <a:pt x="0" y="4759"/>
                  </a:cubicBezTo>
                  <a:lnTo>
                    <a:pt x="0" y="4759"/>
                  </a:lnTo>
                  <a:cubicBezTo>
                    <a:pt x="16341" y="184"/>
                    <a:pt x="33546" y="-1102"/>
                    <a:pt x="50457" y="943"/>
                  </a:cubicBezTo>
                  <a:lnTo>
                    <a:pt x="65448" y="2756"/>
                  </a:lnTo>
                  <a:close/>
                </a:path>
              </a:pathLst>
            </a:custGeom>
            <a:solidFill>
              <a:srgbClr val="FDCDB3"/>
            </a:solidFill>
            <a:ln w="2096" cap="flat">
              <a:noFill/>
              <a:prstDash val="solid"/>
              <a:miter/>
            </a:ln>
          </p:spPr>
          <p:txBody>
            <a:bodyPr/>
            <a:lstStyle/>
            <a:p>
              <a:endParaRPr lang="en-US"/>
            </a:p>
          </p:txBody>
        </p:sp>
        <p:sp>
          <p:nvSpPr>
            <p:cNvPr id="387" name="Freeform: Shape 386">
              <a:extLst>
                <a:ext uri="{FF2B5EF4-FFF2-40B4-BE49-F238E27FC236}">
                  <a16:creationId xmlns:a16="http://schemas.microsoft.com/office/drawing/2014/main" id="{6BB1AEB5-5EC0-682A-6B21-332DE476ABB6}"/>
                </a:ext>
              </a:extLst>
            </p:cNvPr>
            <p:cNvSpPr/>
            <p:nvPr/>
          </p:nvSpPr>
          <p:spPr>
            <a:xfrm>
              <a:off x="6821709" y="4865210"/>
              <a:ext cx="122750" cy="140090"/>
            </a:xfrm>
            <a:custGeom>
              <a:avLst/>
              <a:gdLst>
                <a:gd name="csX0" fmla="*/ 68210 w 68210"/>
                <a:gd name="csY0" fmla="*/ 56339 h 77846"/>
                <a:gd name="csX1" fmla="*/ 28781 w 68210"/>
                <a:gd name="csY1" fmla="*/ 36119 h 77846"/>
                <a:gd name="csX2" fmla="*/ 4618 w 68210"/>
                <a:gd name="csY2" fmla="*/ 0 h 77846"/>
                <a:gd name="csX3" fmla="*/ 2214 w 68210"/>
                <a:gd name="csY3" fmla="*/ 19588 h 77846"/>
                <a:gd name="csX4" fmla="*/ 0 w 68210"/>
                <a:gd name="csY4" fmla="*/ 54273 h 77846"/>
                <a:gd name="csX5" fmla="*/ 62581 w 68210"/>
                <a:gd name="csY5" fmla="*/ 77846 h 77846"/>
                <a:gd name="csX6" fmla="*/ 68210 w 68210"/>
                <a:gd name="csY6" fmla="*/ 56339 h 7784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8210" h="77846">
                  <a:moveTo>
                    <a:pt x="68210" y="56339"/>
                  </a:moveTo>
                  <a:cubicBezTo>
                    <a:pt x="68210" y="56339"/>
                    <a:pt x="47020" y="47990"/>
                    <a:pt x="28781" y="36119"/>
                  </a:cubicBezTo>
                  <a:cubicBezTo>
                    <a:pt x="18576" y="29477"/>
                    <a:pt x="10100" y="13115"/>
                    <a:pt x="4618" y="0"/>
                  </a:cubicBezTo>
                  <a:cubicBezTo>
                    <a:pt x="3795" y="6326"/>
                    <a:pt x="2994" y="12841"/>
                    <a:pt x="2214" y="19588"/>
                  </a:cubicBezTo>
                  <a:cubicBezTo>
                    <a:pt x="1181" y="28760"/>
                    <a:pt x="464" y="40842"/>
                    <a:pt x="0" y="54273"/>
                  </a:cubicBezTo>
                  <a:cubicBezTo>
                    <a:pt x="14781" y="63171"/>
                    <a:pt x="34833" y="71394"/>
                    <a:pt x="62581" y="77846"/>
                  </a:cubicBezTo>
                  <a:lnTo>
                    <a:pt x="68210" y="56339"/>
                  </a:lnTo>
                  <a:close/>
                </a:path>
              </a:pathLst>
            </a:custGeom>
            <a:solidFill>
              <a:srgbClr val="37A8E3"/>
            </a:solidFill>
            <a:ln w="2096" cap="flat">
              <a:noFill/>
              <a:prstDash val="solid"/>
              <a:miter/>
            </a:ln>
          </p:spPr>
          <p:txBody>
            <a:bodyPr/>
            <a:lstStyle/>
            <a:p>
              <a:endParaRPr lang="en-US"/>
            </a:p>
          </p:txBody>
        </p:sp>
        <p:sp>
          <p:nvSpPr>
            <p:cNvPr id="388" name="Freeform: Shape 387">
              <a:extLst>
                <a:ext uri="{FF2B5EF4-FFF2-40B4-BE49-F238E27FC236}">
                  <a16:creationId xmlns:a16="http://schemas.microsoft.com/office/drawing/2014/main" id="{7A27AB7D-18A6-DB64-231F-CE670003680F}"/>
                </a:ext>
              </a:extLst>
            </p:cNvPr>
            <p:cNvSpPr/>
            <p:nvPr/>
          </p:nvSpPr>
          <p:spPr>
            <a:xfrm>
              <a:off x="6821709" y="4897728"/>
              <a:ext cx="122750" cy="118197"/>
            </a:xfrm>
            <a:custGeom>
              <a:avLst/>
              <a:gdLst>
                <a:gd name="csX0" fmla="*/ 68210 w 68210"/>
                <a:gd name="csY0" fmla="*/ 56339 h 65680"/>
                <a:gd name="csX1" fmla="*/ 28781 w 68210"/>
                <a:gd name="csY1" fmla="*/ 36119 h 65680"/>
                <a:gd name="csX2" fmla="*/ 4618 w 68210"/>
                <a:gd name="csY2" fmla="*/ 0 h 65680"/>
                <a:gd name="csX3" fmla="*/ 2214 w 68210"/>
                <a:gd name="csY3" fmla="*/ 19588 h 65680"/>
                <a:gd name="csX4" fmla="*/ 0 w 68210"/>
                <a:gd name="csY4" fmla="*/ 54273 h 65680"/>
                <a:gd name="csX5" fmla="*/ 56677 w 68210"/>
                <a:gd name="csY5" fmla="*/ 65680 h 65680"/>
                <a:gd name="csX6" fmla="*/ 68210 w 68210"/>
                <a:gd name="csY6" fmla="*/ 56339 h 6568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8210" h="65680">
                  <a:moveTo>
                    <a:pt x="68210" y="56339"/>
                  </a:moveTo>
                  <a:cubicBezTo>
                    <a:pt x="68210" y="56339"/>
                    <a:pt x="47020" y="47990"/>
                    <a:pt x="28781" y="36119"/>
                  </a:cubicBezTo>
                  <a:cubicBezTo>
                    <a:pt x="18576" y="29477"/>
                    <a:pt x="10100" y="13115"/>
                    <a:pt x="4618" y="0"/>
                  </a:cubicBezTo>
                  <a:cubicBezTo>
                    <a:pt x="3795" y="6326"/>
                    <a:pt x="2994" y="12841"/>
                    <a:pt x="2214" y="19588"/>
                  </a:cubicBezTo>
                  <a:cubicBezTo>
                    <a:pt x="1181" y="28760"/>
                    <a:pt x="464" y="40842"/>
                    <a:pt x="0" y="54273"/>
                  </a:cubicBezTo>
                  <a:cubicBezTo>
                    <a:pt x="14781" y="63171"/>
                    <a:pt x="28929" y="59228"/>
                    <a:pt x="56677" y="65680"/>
                  </a:cubicBezTo>
                  <a:lnTo>
                    <a:pt x="68210" y="56339"/>
                  </a:lnTo>
                  <a:close/>
                </a:path>
              </a:pathLst>
            </a:custGeom>
            <a:solidFill>
              <a:srgbClr val="37A8E3"/>
            </a:solidFill>
            <a:ln w="2096" cap="flat">
              <a:noFill/>
              <a:prstDash val="solid"/>
              <a:miter/>
            </a:ln>
          </p:spPr>
          <p:txBody>
            <a:bodyPr/>
            <a:lstStyle/>
            <a:p>
              <a:endParaRPr lang="en-US"/>
            </a:p>
          </p:txBody>
        </p:sp>
        <p:sp>
          <p:nvSpPr>
            <p:cNvPr id="389" name="Freeform: Shape 388">
              <a:extLst>
                <a:ext uri="{FF2B5EF4-FFF2-40B4-BE49-F238E27FC236}">
                  <a16:creationId xmlns:a16="http://schemas.microsoft.com/office/drawing/2014/main" id="{8475F4C6-CAF0-0B03-C0B5-DFE13D4FE3F3}"/>
                </a:ext>
              </a:extLst>
            </p:cNvPr>
            <p:cNvSpPr/>
            <p:nvPr/>
          </p:nvSpPr>
          <p:spPr>
            <a:xfrm>
              <a:off x="6928294" y="4578426"/>
              <a:ext cx="88524" cy="106296"/>
            </a:xfrm>
            <a:custGeom>
              <a:avLst/>
              <a:gdLst>
                <a:gd name="csX0" fmla="*/ 8160 w 49191"/>
                <a:gd name="csY0" fmla="*/ 0 h 59067"/>
                <a:gd name="csX1" fmla="*/ 0 w 49191"/>
                <a:gd name="csY1" fmla="*/ 43477 h 59067"/>
                <a:gd name="csX2" fmla="*/ 25471 w 49191"/>
                <a:gd name="csY2" fmla="*/ 58806 h 59067"/>
                <a:gd name="csX3" fmla="*/ 39745 w 49191"/>
                <a:gd name="csY3" fmla="*/ 48685 h 59067"/>
                <a:gd name="csX4" fmla="*/ 49191 w 49191"/>
                <a:gd name="csY4" fmla="*/ 15645 h 59067"/>
                <a:gd name="csX5" fmla="*/ 8160 w 49191"/>
                <a:gd name="csY5" fmla="*/ 0 h 59067"/>
              </a:gdLst>
              <a:ahLst/>
              <a:cxnLst>
                <a:cxn ang="0">
                  <a:pos x="csX0" y="csY0"/>
                </a:cxn>
                <a:cxn ang="0">
                  <a:pos x="csX1" y="csY1"/>
                </a:cxn>
                <a:cxn ang="0">
                  <a:pos x="csX2" y="csY2"/>
                </a:cxn>
                <a:cxn ang="0">
                  <a:pos x="csX3" y="csY3"/>
                </a:cxn>
                <a:cxn ang="0">
                  <a:pos x="csX4" y="csY4"/>
                </a:cxn>
                <a:cxn ang="0">
                  <a:pos x="csX5" y="csY5"/>
                </a:cxn>
              </a:cxnLst>
              <a:rect l="l" t="t" r="r" b="b"/>
              <a:pathLst>
                <a:path w="49191" h="59067">
                  <a:moveTo>
                    <a:pt x="8160" y="0"/>
                  </a:moveTo>
                  <a:cubicBezTo>
                    <a:pt x="9383" y="12778"/>
                    <a:pt x="9594" y="35971"/>
                    <a:pt x="0" y="43477"/>
                  </a:cubicBezTo>
                  <a:cubicBezTo>
                    <a:pt x="0" y="43477"/>
                    <a:pt x="2172" y="56529"/>
                    <a:pt x="25471" y="58806"/>
                  </a:cubicBezTo>
                  <a:cubicBezTo>
                    <a:pt x="47863" y="60999"/>
                    <a:pt x="39745" y="48685"/>
                    <a:pt x="39745" y="48685"/>
                  </a:cubicBezTo>
                  <a:cubicBezTo>
                    <a:pt x="35887" y="39260"/>
                    <a:pt x="47800" y="28191"/>
                    <a:pt x="49191" y="15645"/>
                  </a:cubicBezTo>
                  <a:lnTo>
                    <a:pt x="8160" y="0"/>
                  </a:lnTo>
                  <a:close/>
                </a:path>
              </a:pathLst>
            </a:custGeom>
            <a:solidFill>
              <a:srgbClr val="FDCDB3"/>
            </a:solidFill>
            <a:ln w="2096" cap="flat">
              <a:noFill/>
              <a:prstDash val="solid"/>
              <a:miter/>
            </a:ln>
          </p:spPr>
          <p:txBody>
            <a:bodyPr/>
            <a:lstStyle/>
            <a:p>
              <a:endParaRPr lang="en-US"/>
            </a:p>
          </p:txBody>
        </p:sp>
        <p:sp>
          <p:nvSpPr>
            <p:cNvPr id="390" name="Freeform: Shape 389">
              <a:extLst>
                <a:ext uri="{FF2B5EF4-FFF2-40B4-BE49-F238E27FC236}">
                  <a16:creationId xmlns:a16="http://schemas.microsoft.com/office/drawing/2014/main" id="{D19A8913-21A1-4DD5-C561-6B2B36AC6108}"/>
                </a:ext>
              </a:extLst>
            </p:cNvPr>
            <p:cNvSpPr/>
            <p:nvPr/>
          </p:nvSpPr>
          <p:spPr>
            <a:xfrm>
              <a:off x="6957322" y="4595085"/>
              <a:ext cx="25044" cy="36463"/>
            </a:xfrm>
            <a:custGeom>
              <a:avLst/>
              <a:gdLst>
                <a:gd name="csX0" fmla="*/ 949 w 13916"/>
                <a:gd name="csY0" fmla="*/ 21 h 20262"/>
                <a:gd name="csX1" fmla="*/ 13916 w 13916"/>
                <a:gd name="csY1" fmla="*/ 13473 h 20262"/>
                <a:gd name="csX2" fmla="*/ 12040 w 13916"/>
                <a:gd name="csY2" fmla="*/ 20263 h 20262"/>
                <a:gd name="csX3" fmla="*/ 0 w 13916"/>
                <a:gd name="csY3" fmla="*/ 6747 h 20262"/>
                <a:gd name="csX4" fmla="*/ 949 w 13916"/>
                <a:gd name="csY4" fmla="*/ 0 h 20262"/>
              </a:gdLst>
              <a:ahLst/>
              <a:cxnLst>
                <a:cxn ang="0">
                  <a:pos x="csX0" y="csY0"/>
                </a:cxn>
                <a:cxn ang="0">
                  <a:pos x="csX1" y="csY1"/>
                </a:cxn>
                <a:cxn ang="0">
                  <a:pos x="csX2" y="csY2"/>
                </a:cxn>
                <a:cxn ang="0">
                  <a:pos x="csX3" y="csY3"/>
                </a:cxn>
                <a:cxn ang="0">
                  <a:pos x="csX4" y="csY4"/>
                </a:cxn>
              </a:cxnLst>
              <a:rect l="l" t="t" r="r" b="b"/>
              <a:pathLst>
                <a:path w="13916" h="20262">
                  <a:moveTo>
                    <a:pt x="949" y="21"/>
                  </a:moveTo>
                  <a:lnTo>
                    <a:pt x="13916" y="13473"/>
                  </a:lnTo>
                  <a:cubicBezTo>
                    <a:pt x="13115" y="15730"/>
                    <a:pt x="12419" y="18007"/>
                    <a:pt x="12040" y="20263"/>
                  </a:cubicBezTo>
                  <a:cubicBezTo>
                    <a:pt x="6768" y="18977"/>
                    <a:pt x="21" y="12398"/>
                    <a:pt x="0" y="6747"/>
                  </a:cubicBezTo>
                  <a:cubicBezTo>
                    <a:pt x="0" y="3922"/>
                    <a:pt x="380" y="1265"/>
                    <a:pt x="949" y="0"/>
                  </a:cubicBezTo>
                  <a:close/>
                </a:path>
              </a:pathLst>
            </a:custGeom>
            <a:solidFill>
              <a:srgbClr val="FDCDB3"/>
            </a:solidFill>
            <a:ln w="2096" cap="flat">
              <a:noFill/>
              <a:prstDash val="solid"/>
              <a:miter/>
            </a:ln>
          </p:spPr>
          <p:txBody>
            <a:bodyPr/>
            <a:lstStyle/>
            <a:p>
              <a:endParaRPr lang="en-US"/>
            </a:p>
          </p:txBody>
        </p:sp>
        <p:sp>
          <p:nvSpPr>
            <p:cNvPr id="391" name="Freeform: Shape 390">
              <a:extLst>
                <a:ext uri="{FF2B5EF4-FFF2-40B4-BE49-F238E27FC236}">
                  <a16:creationId xmlns:a16="http://schemas.microsoft.com/office/drawing/2014/main" id="{47AC74F2-A036-79DE-A1B7-20898226E7EA}"/>
                </a:ext>
              </a:extLst>
            </p:cNvPr>
            <p:cNvSpPr/>
            <p:nvPr/>
          </p:nvSpPr>
          <p:spPr>
            <a:xfrm>
              <a:off x="6942977" y="4578388"/>
              <a:ext cx="73839" cy="66856"/>
            </a:xfrm>
            <a:custGeom>
              <a:avLst/>
              <a:gdLst>
                <a:gd name="csX0" fmla="*/ 485 w 41031"/>
                <a:gd name="csY0" fmla="*/ 7359 h 37151"/>
                <a:gd name="csX1" fmla="*/ 3521 w 41031"/>
                <a:gd name="csY1" fmla="*/ 16995 h 37151"/>
                <a:gd name="csX2" fmla="*/ 32598 w 41031"/>
                <a:gd name="csY2" fmla="*/ 37152 h 37151"/>
                <a:gd name="csX3" fmla="*/ 41032 w 41031"/>
                <a:gd name="csY3" fmla="*/ 15645 h 37151"/>
                <a:gd name="csX4" fmla="*/ 0 w 41031"/>
                <a:gd name="csY4" fmla="*/ 0 h 37151"/>
                <a:gd name="csX5" fmla="*/ 485 w 41031"/>
                <a:gd name="csY5" fmla="*/ 7359 h 37151"/>
              </a:gdLst>
              <a:ahLst/>
              <a:cxnLst>
                <a:cxn ang="0">
                  <a:pos x="csX0" y="csY0"/>
                </a:cxn>
                <a:cxn ang="0">
                  <a:pos x="csX1" y="csY1"/>
                </a:cxn>
                <a:cxn ang="0">
                  <a:pos x="csX2" y="csY2"/>
                </a:cxn>
                <a:cxn ang="0">
                  <a:pos x="csX3" y="csY3"/>
                </a:cxn>
                <a:cxn ang="0">
                  <a:pos x="csX4" y="csY4"/>
                </a:cxn>
                <a:cxn ang="0">
                  <a:pos x="csX5" y="csY5"/>
                </a:cxn>
              </a:cxnLst>
              <a:rect l="l" t="t" r="r" b="b"/>
              <a:pathLst>
                <a:path w="41031" h="37151">
                  <a:moveTo>
                    <a:pt x="485" y="7359"/>
                  </a:moveTo>
                  <a:cubicBezTo>
                    <a:pt x="1033" y="10416"/>
                    <a:pt x="2024" y="13558"/>
                    <a:pt x="3521" y="16995"/>
                  </a:cubicBezTo>
                  <a:cubicBezTo>
                    <a:pt x="9214" y="30173"/>
                    <a:pt x="20980" y="37152"/>
                    <a:pt x="32598" y="37152"/>
                  </a:cubicBezTo>
                  <a:cubicBezTo>
                    <a:pt x="35296" y="30573"/>
                    <a:pt x="40146" y="23383"/>
                    <a:pt x="41032" y="15645"/>
                  </a:cubicBezTo>
                  <a:lnTo>
                    <a:pt x="0" y="0"/>
                  </a:lnTo>
                  <a:cubicBezTo>
                    <a:pt x="211" y="2193"/>
                    <a:pt x="380" y="4681"/>
                    <a:pt x="485" y="7359"/>
                  </a:cubicBezTo>
                  <a:close/>
                </a:path>
              </a:pathLst>
            </a:custGeom>
            <a:solidFill>
              <a:srgbClr val="DDB39D"/>
            </a:solidFill>
            <a:ln w="2096" cap="flat">
              <a:noFill/>
              <a:prstDash val="solid"/>
              <a:miter/>
            </a:ln>
          </p:spPr>
          <p:txBody>
            <a:bodyPr/>
            <a:lstStyle/>
            <a:p>
              <a:endParaRPr lang="en-US"/>
            </a:p>
          </p:txBody>
        </p:sp>
        <p:sp>
          <p:nvSpPr>
            <p:cNvPr id="392" name="Freeform: Shape 391">
              <a:extLst>
                <a:ext uri="{FF2B5EF4-FFF2-40B4-BE49-F238E27FC236}">
                  <a16:creationId xmlns:a16="http://schemas.microsoft.com/office/drawing/2014/main" id="{D50D96CD-3A93-9596-D5A6-67F294A60C1D}"/>
                </a:ext>
              </a:extLst>
            </p:cNvPr>
            <p:cNvSpPr/>
            <p:nvPr/>
          </p:nvSpPr>
          <p:spPr>
            <a:xfrm>
              <a:off x="6940473" y="4474013"/>
              <a:ext cx="126583" cy="162365"/>
            </a:xfrm>
            <a:custGeom>
              <a:avLst/>
              <a:gdLst>
                <a:gd name="csX0" fmla="*/ 7507 w 70340"/>
                <a:gd name="csY0" fmla="*/ 22767 h 90224"/>
                <a:gd name="csX1" fmla="*/ 3585 w 70340"/>
                <a:gd name="csY1" fmla="*/ 70061 h 90224"/>
                <a:gd name="csX2" fmla="*/ 56487 w 70340"/>
                <a:gd name="csY2" fmla="*/ 77440 h 90224"/>
                <a:gd name="csX3" fmla="*/ 60346 w 70340"/>
                <a:gd name="csY3" fmla="*/ 8893 h 90224"/>
                <a:gd name="csX4" fmla="*/ 7528 w 70340"/>
                <a:gd name="csY4" fmla="*/ 22788 h 90224"/>
              </a:gdLst>
              <a:ahLst/>
              <a:cxnLst>
                <a:cxn ang="0">
                  <a:pos x="csX0" y="csY0"/>
                </a:cxn>
                <a:cxn ang="0">
                  <a:pos x="csX1" y="csY1"/>
                </a:cxn>
                <a:cxn ang="0">
                  <a:pos x="csX2" y="csY2"/>
                </a:cxn>
                <a:cxn ang="0">
                  <a:pos x="csX3" y="csY3"/>
                </a:cxn>
                <a:cxn ang="0">
                  <a:pos x="csX4" y="csY4"/>
                </a:cxn>
              </a:cxnLst>
              <a:rect l="l" t="t" r="r" b="b"/>
              <a:pathLst>
                <a:path w="70340" h="90224">
                  <a:moveTo>
                    <a:pt x="7507" y="22767"/>
                  </a:moveTo>
                  <a:cubicBezTo>
                    <a:pt x="380" y="45201"/>
                    <a:pt x="-3120" y="54542"/>
                    <a:pt x="3585" y="70061"/>
                  </a:cubicBezTo>
                  <a:cubicBezTo>
                    <a:pt x="13685" y="93423"/>
                    <a:pt x="42782" y="97282"/>
                    <a:pt x="56487" y="77440"/>
                  </a:cubicBezTo>
                  <a:cubicBezTo>
                    <a:pt x="68801" y="59581"/>
                    <a:pt x="78416" y="25909"/>
                    <a:pt x="60346" y="8893"/>
                  </a:cubicBezTo>
                  <a:cubicBezTo>
                    <a:pt x="42550" y="-7870"/>
                    <a:pt x="14655" y="353"/>
                    <a:pt x="7528" y="22788"/>
                  </a:cubicBezTo>
                  <a:close/>
                </a:path>
              </a:pathLst>
            </a:custGeom>
            <a:solidFill>
              <a:srgbClr val="FDCDB3"/>
            </a:solidFill>
            <a:ln w="2096" cap="flat">
              <a:noFill/>
              <a:prstDash val="solid"/>
              <a:miter/>
            </a:ln>
          </p:spPr>
          <p:txBody>
            <a:bodyPr/>
            <a:lstStyle/>
            <a:p>
              <a:endParaRPr lang="en-US"/>
            </a:p>
          </p:txBody>
        </p:sp>
        <p:sp>
          <p:nvSpPr>
            <p:cNvPr id="393" name="Freeform: Shape 392">
              <a:extLst>
                <a:ext uri="{FF2B5EF4-FFF2-40B4-BE49-F238E27FC236}">
                  <a16:creationId xmlns:a16="http://schemas.microsoft.com/office/drawing/2014/main" id="{77E7B716-9D53-1766-D485-5E4C99D14BB3}"/>
                </a:ext>
              </a:extLst>
            </p:cNvPr>
            <p:cNvSpPr/>
            <p:nvPr/>
          </p:nvSpPr>
          <p:spPr>
            <a:xfrm>
              <a:off x="6960129" y="4430513"/>
              <a:ext cx="143466" cy="116153"/>
            </a:xfrm>
            <a:custGeom>
              <a:avLst/>
              <a:gdLst>
                <a:gd name="csX0" fmla="*/ 22350 w 79722"/>
                <a:gd name="csY0" fmla="*/ 31547 h 64545"/>
                <a:gd name="csX1" fmla="*/ 79723 w 79722"/>
                <a:gd name="csY1" fmla="*/ 64545 h 64545"/>
                <a:gd name="csX2" fmla="*/ 73608 w 79722"/>
                <a:gd name="csY2" fmla="*/ 57988 h 64545"/>
                <a:gd name="csX3" fmla="*/ 68632 w 79722"/>
                <a:gd name="csY3" fmla="*/ 20983 h 64545"/>
                <a:gd name="csX4" fmla="*/ 19651 w 79722"/>
                <a:gd name="csY4" fmla="*/ 215 h 64545"/>
                <a:gd name="csX5" fmla="*/ 2066 w 79722"/>
                <a:gd name="csY5" fmla="*/ 11748 h 64545"/>
                <a:gd name="csX6" fmla="*/ 0 w 79722"/>
                <a:gd name="csY6" fmla="*/ 15459 h 64545"/>
                <a:gd name="csX7" fmla="*/ 22350 w 79722"/>
                <a:gd name="csY7" fmla="*/ 31547 h 645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9722" h="64545">
                  <a:moveTo>
                    <a:pt x="22350" y="31547"/>
                  </a:moveTo>
                  <a:cubicBezTo>
                    <a:pt x="25639" y="42617"/>
                    <a:pt x="61336" y="62120"/>
                    <a:pt x="79723" y="64545"/>
                  </a:cubicBezTo>
                  <a:cubicBezTo>
                    <a:pt x="79723" y="64545"/>
                    <a:pt x="74957" y="60729"/>
                    <a:pt x="73608" y="57988"/>
                  </a:cubicBezTo>
                  <a:cubicBezTo>
                    <a:pt x="75168" y="50144"/>
                    <a:pt x="78521" y="33044"/>
                    <a:pt x="68632" y="20983"/>
                  </a:cubicBezTo>
                  <a:cubicBezTo>
                    <a:pt x="52523" y="1374"/>
                    <a:pt x="32408" y="-840"/>
                    <a:pt x="19651" y="215"/>
                  </a:cubicBezTo>
                  <a:cubicBezTo>
                    <a:pt x="12229" y="826"/>
                    <a:pt x="5672" y="5233"/>
                    <a:pt x="2066" y="11748"/>
                  </a:cubicBezTo>
                  <a:lnTo>
                    <a:pt x="0" y="15459"/>
                  </a:lnTo>
                  <a:lnTo>
                    <a:pt x="22350" y="31547"/>
                  </a:lnTo>
                  <a:close/>
                </a:path>
              </a:pathLst>
            </a:custGeom>
            <a:solidFill>
              <a:srgbClr val="2B2419"/>
            </a:solidFill>
            <a:ln w="2096" cap="flat">
              <a:noFill/>
              <a:prstDash val="solid"/>
              <a:miter/>
            </a:ln>
          </p:spPr>
          <p:txBody>
            <a:bodyPr/>
            <a:lstStyle/>
            <a:p>
              <a:endParaRPr lang="en-US"/>
            </a:p>
          </p:txBody>
        </p:sp>
        <p:sp>
          <p:nvSpPr>
            <p:cNvPr id="394" name="Freeform: Shape 393">
              <a:extLst>
                <a:ext uri="{FF2B5EF4-FFF2-40B4-BE49-F238E27FC236}">
                  <a16:creationId xmlns:a16="http://schemas.microsoft.com/office/drawing/2014/main" id="{A590E210-A315-38EA-A40D-35E3F8B64AB2}"/>
                </a:ext>
              </a:extLst>
            </p:cNvPr>
            <p:cNvSpPr/>
            <p:nvPr/>
          </p:nvSpPr>
          <p:spPr>
            <a:xfrm>
              <a:off x="6946129" y="4470552"/>
              <a:ext cx="58661" cy="68555"/>
            </a:xfrm>
            <a:custGeom>
              <a:avLst/>
              <a:gdLst>
                <a:gd name="csX0" fmla="*/ 23531 w 32597"/>
                <a:gd name="csY0" fmla="*/ 0 h 38095"/>
                <a:gd name="csX1" fmla="*/ 32598 w 32597"/>
                <a:gd name="csY1" fmla="*/ 7654 h 38095"/>
                <a:gd name="csX2" fmla="*/ 0 w 32597"/>
                <a:gd name="csY2" fmla="*/ 37152 h 38095"/>
                <a:gd name="csX3" fmla="*/ 23531 w 32597"/>
                <a:gd name="csY3" fmla="*/ 0 h 38095"/>
              </a:gdLst>
              <a:ahLst/>
              <a:cxnLst>
                <a:cxn ang="0">
                  <a:pos x="csX0" y="csY0"/>
                </a:cxn>
                <a:cxn ang="0">
                  <a:pos x="csX1" y="csY1"/>
                </a:cxn>
                <a:cxn ang="0">
                  <a:pos x="csX2" y="csY2"/>
                </a:cxn>
                <a:cxn ang="0">
                  <a:pos x="csX3" y="csY3"/>
                </a:cxn>
              </a:cxnLst>
              <a:rect l="l" t="t" r="r" b="b"/>
              <a:pathLst>
                <a:path w="32597" h="38095">
                  <a:moveTo>
                    <a:pt x="23531" y="0"/>
                  </a:moveTo>
                  <a:lnTo>
                    <a:pt x="32598" y="7654"/>
                  </a:lnTo>
                  <a:cubicBezTo>
                    <a:pt x="32598" y="7654"/>
                    <a:pt x="32323" y="44384"/>
                    <a:pt x="0" y="37152"/>
                  </a:cubicBezTo>
                  <a:cubicBezTo>
                    <a:pt x="0" y="37152"/>
                    <a:pt x="7127" y="2151"/>
                    <a:pt x="23531" y="0"/>
                  </a:cubicBezTo>
                  <a:close/>
                </a:path>
              </a:pathLst>
            </a:custGeom>
            <a:solidFill>
              <a:srgbClr val="2B2419"/>
            </a:solidFill>
            <a:ln w="2096" cap="flat">
              <a:noFill/>
              <a:prstDash val="solid"/>
              <a:miter/>
            </a:ln>
          </p:spPr>
          <p:txBody>
            <a:bodyPr/>
            <a:lstStyle/>
            <a:p>
              <a:endParaRPr lang="en-US"/>
            </a:p>
          </p:txBody>
        </p:sp>
        <p:sp>
          <p:nvSpPr>
            <p:cNvPr id="395" name="Freeform: Shape 394">
              <a:extLst>
                <a:ext uri="{FF2B5EF4-FFF2-40B4-BE49-F238E27FC236}">
                  <a16:creationId xmlns:a16="http://schemas.microsoft.com/office/drawing/2014/main" id="{B682A733-05DE-FC66-6D8D-CB0481D0CD06}"/>
                </a:ext>
              </a:extLst>
            </p:cNvPr>
            <p:cNvSpPr/>
            <p:nvPr/>
          </p:nvSpPr>
          <p:spPr>
            <a:xfrm>
              <a:off x="6930727" y="4527462"/>
              <a:ext cx="27447" cy="40369"/>
            </a:xfrm>
            <a:custGeom>
              <a:avLst/>
              <a:gdLst>
                <a:gd name="csX0" fmla="*/ 82 w 15252"/>
                <a:gd name="csY0" fmla="*/ 7383 h 22432"/>
                <a:gd name="csX1" fmla="*/ 3814 w 15252"/>
                <a:gd name="csY1" fmla="*/ 19971 h 22432"/>
                <a:gd name="csX2" fmla="*/ 14398 w 15252"/>
                <a:gd name="csY2" fmla="*/ 16766 h 22432"/>
                <a:gd name="csX3" fmla="*/ 10730 w 15252"/>
                <a:gd name="csY3" fmla="*/ 910 h 22432"/>
                <a:gd name="csX4" fmla="*/ 82 w 15252"/>
                <a:gd name="csY4" fmla="*/ 7362 h 22432"/>
              </a:gdLst>
              <a:ahLst/>
              <a:cxnLst>
                <a:cxn ang="0">
                  <a:pos x="csX0" y="csY0"/>
                </a:cxn>
                <a:cxn ang="0">
                  <a:pos x="csX1" y="csY1"/>
                </a:cxn>
                <a:cxn ang="0">
                  <a:pos x="csX2" y="csY2"/>
                </a:cxn>
                <a:cxn ang="0">
                  <a:pos x="csX3" y="csY3"/>
                </a:cxn>
                <a:cxn ang="0">
                  <a:pos x="csX4" y="csY4"/>
                </a:cxn>
              </a:cxnLst>
              <a:rect l="l" t="t" r="r" b="b"/>
              <a:pathLst>
                <a:path w="15252" h="22432">
                  <a:moveTo>
                    <a:pt x="82" y="7383"/>
                  </a:moveTo>
                  <a:cubicBezTo>
                    <a:pt x="-403" y="12211"/>
                    <a:pt x="1326" y="16850"/>
                    <a:pt x="3814" y="19971"/>
                  </a:cubicBezTo>
                  <a:cubicBezTo>
                    <a:pt x="7567" y="24652"/>
                    <a:pt x="12691" y="22142"/>
                    <a:pt x="14398" y="16766"/>
                  </a:cubicBezTo>
                  <a:cubicBezTo>
                    <a:pt x="15917" y="11937"/>
                    <a:pt x="15811" y="3672"/>
                    <a:pt x="10730" y="910"/>
                  </a:cubicBezTo>
                  <a:cubicBezTo>
                    <a:pt x="5732" y="-1789"/>
                    <a:pt x="630" y="1859"/>
                    <a:pt x="82" y="7362"/>
                  </a:cubicBezTo>
                  <a:close/>
                </a:path>
              </a:pathLst>
            </a:custGeom>
            <a:solidFill>
              <a:srgbClr val="FDCDB3"/>
            </a:solidFill>
            <a:ln w="2096" cap="flat">
              <a:noFill/>
              <a:prstDash val="solid"/>
              <a:miter/>
            </a:ln>
          </p:spPr>
          <p:txBody>
            <a:bodyPr/>
            <a:lstStyle/>
            <a:p>
              <a:endParaRPr lang="en-US"/>
            </a:p>
          </p:txBody>
        </p:sp>
        <p:sp>
          <p:nvSpPr>
            <p:cNvPr id="396" name="Freeform: Shape 395">
              <a:extLst>
                <a:ext uri="{FF2B5EF4-FFF2-40B4-BE49-F238E27FC236}">
                  <a16:creationId xmlns:a16="http://schemas.microsoft.com/office/drawing/2014/main" id="{A556C4B9-27B4-A591-E190-809D2EFCDDD7}"/>
                </a:ext>
              </a:extLst>
            </p:cNvPr>
            <p:cNvSpPr/>
            <p:nvPr/>
          </p:nvSpPr>
          <p:spPr>
            <a:xfrm>
              <a:off x="6720420" y="4666003"/>
              <a:ext cx="213376" cy="349922"/>
            </a:xfrm>
            <a:custGeom>
              <a:avLst/>
              <a:gdLst>
                <a:gd name="csX0" fmla="*/ 81565 w 118569"/>
                <a:gd name="csY0" fmla="*/ 0 h 194446"/>
                <a:gd name="csX1" fmla="*/ 4246 w 118569"/>
                <a:gd name="csY1" fmla="*/ 86491 h 194446"/>
                <a:gd name="csX2" fmla="*/ 2981 w 118569"/>
                <a:gd name="csY2" fmla="*/ 113290 h 194446"/>
                <a:gd name="csX3" fmla="*/ 112939 w 118569"/>
                <a:gd name="csY3" fmla="*/ 194447 h 194446"/>
                <a:gd name="csX4" fmla="*/ 118569 w 118569"/>
                <a:gd name="csY4" fmla="*/ 172940 h 194446"/>
                <a:gd name="csX5" fmla="*/ 79140 w 118569"/>
                <a:gd name="csY5" fmla="*/ 152719 h 194446"/>
                <a:gd name="csX6" fmla="*/ 48208 w 118569"/>
                <a:gd name="csY6" fmla="*/ 98025 h 194446"/>
                <a:gd name="csX7" fmla="*/ 81544 w 118569"/>
                <a:gd name="csY7" fmla="*/ 21 h 194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18569" h="194446">
                  <a:moveTo>
                    <a:pt x="81565" y="0"/>
                  </a:moveTo>
                  <a:cubicBezTo>
                    <a:pt x="81565" y="0"/>
                    <a:pt x="53817" y="8729"/>
                    <a:pt x="4246" y="86491"/>
                  </a:cubicBezTo>
                  <a:cubicBezTo>
                    <a:pt x="-899" y="94567"/>
                    <a:pt x="-1426" y="104793"/>
                    <a:pt x="2981" y="113290"/>
                  </a:cubicBezTo>
                  <a:cubicBezTo>
                    <a:pt x="14177" y="134797"/>
                    <a:pt x="23855" y="173720"/>
                    <a:pt x="112939" y="194447"/>
                  </a:cubicBezTo>
                  <a:lnTo>
                    <a:pt x="118569" y="172940"/>
                  </a:lnTo>
                  <a:cubicBezTo>
                    <a:pt x="118569" y="172940"/>
                    <a:pt x="97379" y="164590"/>
                    <a:pt x="79140" y="152719"/>
                  </a:cubicBezTo>
                  <a:cubicBezTo>
                    <a:pt x="60901" y="140848"/>
                    <a:pt x="48208" y="98025"/>
                    <a:pt x="48208" y="98025"/>
                  </a:cubicBezTo>
                  <a:cubicBezTo>
                    <a:pt x="48208" y="98025"/>
                    <a:pt x="124051" y="30109"/>
                    <a:pt x="81544" y="21"/>
                  </a:cubicBezTo>
                  <a:close/>
                </a:path>
              </a:pathLst>
            </a:custGeom>
            <a:solidFill>
              <a:srgbClr val="37A8E3"/>
            </a:solidFill>
            <a:ln w="2096" cap="flat">
              <a:noFill/>
              <a:prstDash val="solid"/>
              <a:miter/>
            </a:ln>
          </p:spPr>
          <p:txBody>
            <a:bodyPr/>
            <a:lstStyle/>
            <a:p>
              <a:endParaRPr lang="en-US"/>
            </a:p>
          </p:txBody>
        </p:sp>
        <p:sp>
          <p:nvSpPr>
            <p:cNvPr id="397" name="Freeform: Shape 396">
              <a:extLst>
                <a:ext uri="{FF2B5EF4-FFF2-40B4-BE49-F238E27FC236}">
                  <a16:creationId xmlns:a16="http://schemas.microsoft.com/office/drawing/2014/main" id="{DB8EE427-E9AA-0E17-0B9F-0D8A9CF5EC37}"/>
                </a:ext>
              </a:extLst>
            </p:cNvPr>
            <p:cNvSpPr/>
            <p:nvPr/>
          </p:nvSpPr>
          <p:spPr>
            <a:xfrm>
              <a:off x="6918844" y="4960654"/>
              <a:ext cx="157569" cy="92735"/>
            </a:xfrm>
            <a:custGeom>
              <a:avLst/>
              <a:gdLst>
                <a:gd name="csX0" fmla="*/ 7780 w 87558"/>
                <a:gd name="csY0" fmla="*/ 9671 h 51531"/>
                <a:gd name="csX1" fmla="*/ 25787 w 87558"/>
                <a:gd name="csY1" fmla="*/ 3345 h 51531"/>
                <a:gd name="csX2" fmla="*/ 49023 w 87558"/>
                <a:gd name="csY2" fmla="*/ 98 h 51531"/>
                <a:gd name="csX3" fmla="*/ 48622 w 87558"/>
                <a:gd name="csY3" fmla="*/ 7394 h 51531"/>
                <a:gd name="csX4" fmla="*/ 35887 w 87558"/>
                <a:gd name="csY4" fmla="*/ 10809 h 51531"/>
                <a:gd name="csX5" fmla="*/ 79491 w 87558"/>
                <a:gd name="csY5" fmla="*/ 16123 h 51531"/>
                <a:gd name="csX6" fmla="*/ 51848 w 87558"/>
                <a:gd name="csY6" fmla="*/ 20551 h 51531"/>
                <a:gd name="csX7" fmla="*/ 87440 w 87558"/>
                <a:gd name="csY7" fmla="*/ 32653 h 51531"/>
                <a:gd name="csX8" fmla="*/ 49339 w 87558"/>
                <a:gd name="csY8" fmla="*/ 30861 h 51531"/>
                <a:gd name="csX9" fmla="*/ 76518 w 87558"/>
                <a:gd name="csY9" fmla="*/ 44398 h 51531"/>
                <a:gd name="csX10" fmla="*/ 43393 w 87558"/>
                <a:gd name="csY10" fmla="*/ 40497 h 51531"/>
                <a:gd name="csX11" fmla="*/ 60662 w 87558"/>
                <a:gd name="csY11" fmla="*/ 50955 h 51531"/>
                <a:gd name="csX12" fmla="*/ 0 w 87558"/>
                <a:gd name="csY12" fmla="*/ 27951 h 51531"/>
                <a:gd name="csX13" fmla="*/ 7780 w 87558"/>
                <a:gd name="csY13" fmla="*/ 9692 h 515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7558" h="51531">
                  <a:moveTo>
                    <a:pt x="7780" y="9671"/>
                  </a:moveTo>
                  <a:cubicBezTo>
                    <a:pt x="7780" y="9671"/>
                    <a:pt x="17079" y="4737"/>
                    <a:pt x="25787" y="3345"/>
                  </a:cubicBezTo>
                  <a:cubicBezTo>
                    <a:pt x="34495" y="1954"/>
                    <a:pt x="43646" y="857"/>
                    <a:pt x="49023" y="98"/>
                  </a:cubicBezTo>
                  <a:cubicBezTo>
                    <a:pt x="55496" y="-809"/>
                    <a:pt x="53915" y="4800"/>
                    <a:pt x="48622" y="7394"/>
                  </a:cubicBezTo>
                  <a:cubicBezTo>
                    <a:pt x="40589" y="11336"/>
                    <a:pt x="35887" y="10809"/>
                    <a:pt x="35887" y="10809"/>
                  </a:cubicBezTo>
                  <a:cubicBezTo>
                    <a:pt x="35887" y="10809"/>
                    <a:pt x="70972" y="12327"/>
                    <a:pt x="79491" y="16123"/>
                  </a:cubicBezTo>
                  <a:cubicBezTo>
                    <a:pt x="87271" y="19581"/>
                    <a:pt x="67873" y="19665"/>
                    <a:pt x="51848" y="20551"/>
                  </a:cubicBezTo>
                  <a:cubicBezTo>
                    <a:pt x="51848" y="20551"/>
                    <a:pt x="85458" y="27509"/>
                    <a:pt x="87440" y="32653"/>
                  </a:cubicBezTo>
                  <a:cubicBezTo>
                    <a:pt x="90033" y="39401"/>
                    <a:pt x="49339" y="30861"/>
                    <a:pt x="49339" y="30861"/>
                  </a:cubicBezTo>
                  <a:cubicBezTo>
                    <a:pt x="49339" y="30861"/>
                    <a:pt x="78352" y="41319"/>
                    <a:pt x="76518" y="44398"/>
                  </a:cubicBezTo>
                  <a:cubicBezTo>
                    <a:pt x="74494" y="47814"/>
                    <a:pt x="43393" y="40497"/>
                    <a:pt x="43393" y="40497"/>
                  </a:cubicBezTo>
                  <a:cubicBezTo>
                    <a:pt x="43393" y="40497"/>
                    <a:pt x="62644" y="49332"/>
                    <a:pt x="60662" y="50955"/>
                  </a:cubicBezTo>
                  <a:cubicBezTo>
                    <a:pt x="56740" y="54181"/>
                    <a:pt x="12546" y="43512"/>
                    <a:pt x="0" y="27951"/>
                  </a:cubicBezTo>
                  <a:cubicBezTo>
                    <a:pt x="0" y="27951"/>
                    <a:pt x="3563" y="12370"/>
                    <a:pt x="7780" y="9692"/>
                  </a:cubicBezTo>
                  <a:close/>
                </a:path>
              </a:pathLst>
            </a:custGeom>
            <a:solidFill>
              <a:srgbClr val="FDCDB3"/>
            </a:solidFill>
            <a:ln w="2096" cap="flat">
              <a:noFill/>
              <a:prstDash val="solid"/>
              <a:miter/>
            </a:ln>
          </p:spPr>
          <p:txBody>
            <a:bodyPr/>
            <a:lstStyle/>
            <a:p>
              <a:endParaRPr lang="en-US"/>
            </a:p>
          </p:txBody>
        </p:sp>
        <p:grpSp>
          <p:nvGrpSpPr>
            <p:cNvPr id="398" name="Graphic 279">
              <a:extLst>
                <a:ext uri="{FF2B5EF4-FFF2-40B4-BE49-F238E27FC236}">
                  <a16:creationId xmlns:a16="http://schemas.microsoft.com/office/drawing/2014/main" id="{0B498366-EAEA-3BAC-C690-7216CBC4DBFD}"/>
                </a:ext>
              </a:extLst>
            </p:cNvPr>
            <p:cNvGrpSpPr/>
            <p:nvPr/>
          </p:nvGrpSpPr>
          <p:grpSpPr>
            <a:xfrm>
              <a:off x="6875816" y="4849539"/>
              <a:ext cx="401282" cy="218142"/>
              <a:chOff x="12751318" y="4690184"/>
              <a:chExt cx="222985" cy="121218"/>
            </a:xfrm>
          </p:grpSpPr>
          <p:sp>
            <p:nvSpPr>
              <p:cNvPr id="399" name="Freeform: Shape 398">
                <a:extLst>
                  <a:ext uri="{FF2B5EF4-FFF2-40B4-BE49-F238E27FC236}">
                    <a16:creationId xmlns:a16="http://schemas.microsoft.com/office/drawing/2014/main" id="{C7FE2005-2295-DFB4-79DC-E15874EF6329}"/>
                  </a:ext>
                </a:extLst>
              </p:cNvPr>
              <p:cNvSpPr/>
              <p:nvPr/>
            </p:nvSpPr>
            <p:spPr>
              <a:xfrm>
                <a:off x="12824863" y="4801535"/>
                <a:ext cx="132329" cy="9867"/>
              </a:xfrm>
              <a:custGeom>
                <a:avLst/>
                <a:gdLst>
                  <a:gd name="csX0" fmla="*/ 62053 w 132329"/>
                  <a:gd name="csY0" fmla="*/ 42 h 9867"/>
                  <a:gd name="csX1" fmla="*/ 0 w 132329"/>
                  <a:gd name="csY1" fmla="*/ 0 h 9867"/>
                  <a:gd name="csX2" fmla="*/ 3353 w 132329"/>
                  <a:gd name="csY2" fmla="*/ 1434 h 9867"/>
                  <a:gd name="csX3" fmla="*/ 4744 w 132329"/>
                  <a:gd name="csY3" fmla="*/ 4871 h 9867"/>
                  <a:gd name="csX4" fmla="*/ 0 w 132329"/>
                  <a:gd name="csY4" fmla="*/ 9762 h 9867"/>
                  <a:gd name="csX5" fmla="*/ 127586 w 132329"/>
                  <a:gd name="csY5" fmla="*/ 9868 h 9867"/>
                  <a:gd name="csX6" fmla="*/ 132330 w 132329"/>
                  <a:gd name="csY6" fmla="*/ 4976 h 9867"/>
                  <a:gd name="csX7" fmla="*/ 130938 w 132329"/>
                  <a:gd name="csY7" fmla="*/ 1539 h 9867"/>
                  <a:gd name="csX8" fmla="*/ 127586 w 132329"/>
                  <a:gd name="csY8" fmla="*/ 105 h 9867"/>
                  <a:gd name="csX9" fmla="*/ 62032 w 132329"/>
                  <a:gd name="csY9" fmla="*/ 42 h 98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2329" h="9867">
                    <a:moveTo>
                      <a:pt x="62053" y="42"/>
                    </a:moveTo>
                    <a:lnTo>
                      <a:pt x="0" y="0"/>
                    </a:lnTo>
                    <a:cubicBezTo>
                      <a:pt x="1307" y="0"/>
                      <a:pt x="2488" y="548"/>
                      <a:pt x="3353" y="1434"/>
                    </a:cubicBezTo>
                    <a:cubicBezTo>
                      <a:pt x="4217" y="2319"/>
                      <a:pt x="4744" y="3521"/>
                      <a:pt x="4744" y="4871"/>
                    </a:cubicBezTo>
                    <a:cubicBezTo>
                      <a:pt x="4744" y="7548"/>
                      <a:pt x="2615" y="9762"/>
                      <a:pt x="0" y="9762"/>
                    </a:cubicBezTo>
                    <a:lnTo>
                      <a:pt x="127586" y="9868"/>
                    </a:lnTo>
                    <a:cubicBezTo>
                      <a:pt x="130200" y="9868"/>
                      <a:pt x="132330" y="7675"/>
                      <a:pt x="132330" y="4976"/>
                    </a:cubicBezTo>
                    <a:cubicBezTo>
                      <a:pt x="132330" y="3627"/>
                      <a:pt x="131782" y="2404"/>
                      <a:pt x="130938" y="1539"/>
                    </a:cubicBezTo>
                    <a:cubicBezTo>
                      <a:pt x="130074" y="654"/>
                      <a:pt x="128893" y="105"/>
                      <a:pt x="127586" y="105"/>
                    </a:cubicBezTo>
                    <a:lnTo>
                      <a:pt x="62032" y="42"/>
                    </a:lnTo>
                    <a:close/>
                  </a:path>
                </a:pathLst>
              </a:custGeom>
              <a:solidFill>
                <a:srgbClr val="D2D1D7"/>
              </a:solidFill>
              <a:ln w="2096" cap="flat">
                <a:noFill/>
                <a:prstDash val="solid"/>
                <a:miter/>
              </a:ln>
            </p:spPr>
            <p:txBody>
              <a:bodyPr/>
              <a:lstStyle/>
              <a:p>
                <a:endParaRPr lang="en-US"/>
              </a:p>
            </p:txBody>
          </p:sp>
          <p:sp>
            <p:nvSpPr>
              <p:cNvPr id="400" name="Freeform: Shape 399">
                <a:extLst>
                  <a:ext uri="{FF2B5EF4-FFF2-40B4-BE49-F238E27FC236}">
                    <a16:creationId xmlns:a16="http://schemas.microsoft.com/office/drawing/2014/main" id="{361E89C8-722E-29CE-51DC-40AF08056C79}"/>
                  </a:ext>
                </a:extLst>
              </p:cNvPr>
              <p:cNvSpPr/>
              <p:nvPr/>
            </p:nvSpPr>
            <p:spPr>
              <a:xfrm>
                <a:off x="12751318" y="4801450"/>
                <a:ext cx="78331" cy="9825"/>
              </a:xfrm>
              <a:custGeom>
                <a:avLst/>
                <a:gdLst>
                  <a:gd name="csX0" fmla="*/ 3985 w 78331"/>
                  <a:gd name="csY0" fmla="*/ 0 h 9825"/>
                  <a:gd name="csX1" fmla="*/ 0 w 78331"/>
                  <a:gd name="csY1" fmla="*/ 4871 h 9825"/>
                  <a:gd name="csX2" fmla="*/ 1160 w 78331"/>
                  <a:gd name="csY2" fmla="*/ 8329 h 9825"/>
                  <a:gd name="csX3" fmla="*/ 3985 w 78331"/>
                  <a:gd name="csY3" fmla="*/ 9762 h 9825"/>
                  <a:gd name="csX4" fmla="*/ 74346 w 78331"/>
                  <a:gd name="csY4" fmla="*/ 9826 h 9825"/>
                  <a:gd name="csX5" fmla="*/ 78331 w 78331"/>
                  <a:gd name="csY5" fmla="*/ 4934 h 9825"/>
                  <a:gd name="csX6" fmla="*/ 77171 w 78331"/>
                  <a:gd name="csY6" fmla="*/ 1497 h 9825"/>
                  <a:gd name="csX7" fmla="*/ 74346 w 78331"/>
                  <a:gd name="csY7" fmla="*/ 63 h 9825"/>
                  <a:gd name="csX8" fmla="*/ 5461 w 78331"/>
                  <a:gd name="csY8" fmla="*/ 0 h 9825"/>
                  <a:gd name="csX9" fmla="*/ 3985 w 78331"/>
                  <a:gd name="csY9" fmla="*/ 0 h 9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331" h="9825">
                    <a:moveTo>
                      <a:pt x="3985" y="0"/>
                    </a:moveTo>
                    <a:cubicBezTo>
                      <a:pt x="1792" y="0"/>
                      <a:pt x="0" y="2193"/>
                      <a:pt x="0" y="4871"/>
                    </a:cubicBezTo>
                    <a:cubicBezTo>
                      <a:pt x="0" y="6220"/>
                      <a:pt x="443" y="7443"/>
                      <a:pt x="1160" y="8329"/>
                    </a:cubicBezTo>
                    <a:cubicBezTo>
                      <a:pt x="1898" y="9214"/>
                      <a:pt x="2889" y="9762"/>
                      <a:pt x="3985" y="9762"/>
                    </a:cubicBezTo>
                    <a:lnTo>
                      <a:pt x="74346" y="9826"/>
                    </a:lnTo>
                    <a:cubicBezTo>
                      <a:pt x="76539" y="9826"/>
                      <a:pt x="78331" y="7633"/>
                      <a:pt x="78331" y="4934"/>
                    </a:cubicBezTo>
                    <a:cubicBezTo>
                      <a:pt x="78331" y="3584"/>
                      <a:pt x="77888" y="2362"/>
                      <a:pt x="77171" y="1497"/>
                    </a:cubicBezTo>
                    <a:cubicBezTo>
                      <a:pt x="76433" y="611"/>
                      <a:pt x="75442" y="63"/>
                      <a:pt x="74346" y="63"/>
                    </a:cubicBezTo>
                    <a:lnTo>
                      <a:pt x="5461" y="0"/>
                    </a:lnTo>
                    <a:lnTo>
                      <a:pt x="3985" y="0"/>
                    </a:lnTo>
                    <a:close/>
                  </a:path>
                </a:pathLst>
              </a:custGeom>
              <a:solidFill>
                <a:srgbClr val="D2D1D7"/>
              </a:solidFill>
              <a:ln w="2096" cap="flat">
                <a:noFill/>
                <a:prstDash val="solid"/>
                <a:miter/>
              </a:ln>
            </p:spPr>
            <p:txBody>
              <a:bodyPr/>
              <a:lstStyle/>
              <a:p>
                <a:endParaRPr lang="en-US"/>
              </a:p>
            </p:txBody>
          </p:sp>
          <p:sp>
            <p:nvSpPr>
              <p:cNvPr id="401" name="Freeform: Shape 400">
                <a:extLst>
                  <a:ext uri="{FF2B5EF4-FFF2-40B4-BE49-F238E27FC236}">
                    <a16:creationId xmlns:a16="http://schemas.microsoft.com/office/drawing/2014/main" id="{F23A4DFA-B465-CD18-4EC4-D4F307515F47}"/>
                  </a:ext>
                </a:extLst>
              </p:cNvPr>
              <p:cNvSpPr/>
              <p:nvPr/>
            </p:nvSpPr>
            <p:spPr>
              <a:xfrm>
                <a:off x="12820204" y="4690184"/>
                <a:ext cx="27409" cy="111329"/>
              </a:xfrm>
              <a:custGeom>
                <a:avLst/>
                <a:gdLst>
                  <a:gd name="csX0" fmla="*/ 1264 w 27409"/>
                  <a:gd name="csY0" fmla="*/ 108778 h 111329"/>
                  <a:gd name="csX1" fmla="*/ 5628 w 27409"/>
                  <a:gd name="csY1" fmla="*/ 111329 h 111329"/>
                  <a:gd name="csX2" fmla="*/ 10668 w 27409"/>
                  <a:gd name="csY2" fmla="*/ 111329 h 111329"/>
                  <a:gd name="csX3" fmla="*/ 6303 w 27409"/>
                  <a:gd name="csY3" fmla="*/ 108778 h 111329"/>
                  <a:gd name="csX4" fmla="*/ 5164 w 27409"/>
                  <a:gd name="csY4" fmla="*/ 103022 h 111329"/>
                  <a:gd name="csX5" fmla="*/ 21885 w 27409"/>
                  <a:gd name="csY5" fmla="*/ 5482 h 111329"/>
                  <a:gd name="csX6" fmla="*/ 27409 w 27409"/>
                  <a:gd name="csY6" fmla="*/ 0 h 111329"/>
                  <a:gd name="csX7" fmla="*/ 22370 w 27409"/>
                  <a:gd name="csY7" fmla="*/ 0 h 111329"/>
                  <a:gd name="csX8" fmla="*/ 16846 w 27409"/>
                  <a:gd name="csY8" fmla="*/ 5482 h 111329"/>
                  <a:gd name="csX9" fmla="*/ 125 w 27409"/>
                  <a:gd name="csY9" fmla="*/ 103022 h 111329"/>
                  <a:gd name="csX10" fmla="*/ 1264 w 27409"/>
                  <a:gd name="csY10" fmla="*/ 108778 h 111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7409" h="111329">
                    <a:moveTo>
                      <a:pt x="1264" y="108778"/>
                    </a:moveTo>
                    <a:cubicBezTo>
                      <a:pt x="2339" y="110402"/>
                      <a:pt x="3920" y="111329"/>
                      <a:pt x="5628" y="111329"/>
                    </a:cubicBezTo>
                    <a:lnTo>
                      <a:pt x="10668" y="111329"/>
                    </a:lnTo>
                    <a:cubicBezTo>
                      <a:pt x="8960" y="111329"/>
                      <a:pt x="7378" y="110402"/>
                      <a:pt x="6303" y="108778"/>
                    </a:cubicBezTo>
                    <a:cubicBezTo>
                      <a:pt x="5228" y="107154"/>
                      <a:pt x="4827" y="105067"/>
                      <a:pt x="5164" y="103022"/>
                    </a:cubicBezTo>
                    <a:lnTo>
                      <a:pt x="21885" y="5482"/>
                    </a:lnTo>
                    <a:cubicBezTo>
                      <a:pt x="22433" y="2298"/>
                      <a:pt x="24774" y="0"/>
                      <a:pt x="27409" y="0"/>
                    </a:cubicBezTo>
                    <a:lnTo>
                      <a:pt x="22370" y="0"/>
                    </a:lnTo>
                    <a:cubicBezTo>
                      <a:pt x="19713" y="0"/>
                      <a:pt x="17394" y="2298"/>
                      <a:pt x="16846" y="5482"/>
                    </a:cubicBezTo>
                    <a:lnTo>
                      <a:pt x="125" y="103022"/>
                    </a:lnTo>
                    <a:cubicBezTo>
                      <a:pt x="-233" y="105067"/>
                      <a:pt x="188" y="107154"/>
                      <a:pt x="1264" y="108778"/>
                    </a:cubicBezTo>
                    <a:close/>
                  </a:path>
                </a:pathLst>
              </a:custGeom>
              <a:solidFill>
                <a:srgbClr val="A4A2AE"/>
              </a:solidFill>
              <a:ln w="2096" cap="flat">
                <a:noFill/>
                <a:prstDash val="solid"/>
                <a:miter/>
              </a:ln>
            </p:spPr>
            <p:txBody>
              <a:bodyPr/>
              <a:lstStyle/>
              <a:p>
                <a:endParaRPr lang="en-US"/>
              </a:p>
            </p:txBody>
          </p:sp>
          <p:sp>
            <p:nvSpPr>
              <p:cNvPr id="402" name="Freeform: Shape 401">
                <a:extLst>
                  <a:ext uri="{FF2B5EF4-FFF2-40B4-BE49-F238E27FC236}">
                    <a16:creationId xmlns:a16="http://schemas.microsoft.com/office/drawing/2014/main" id="{28BEF72E-B52A-656C-376D-077743E6041F}"/>
                  </a:ext>
                </a:extLst>
              </p:cNvPr>
              <p:cNvSpPr/>
              <p:nvPr/>
            </p:nvSpPr>
            <p:spPr>
              <a:xfrm>
                <a:off x="12825244" y="4690184"/>
                <a:ext cx="149059" cy="111434"/>
              </a:xfrm>
              <a:custGeom>
                <a:avLst/>
                <a:gdLst>
                  <a:gd name="csX0" fmla="*/ 1243 w 149059"/>
                  <a:gd name="csY0" fmla="*/ 108778 h 111434"/>
                  <a:gd name="csX1" fmla="*/ 5607 w 149059"/>
                  <a:gd name="csY1" fmla="*/ 111329 h 111434"/>
                  <a:gd name="csX2" fmla="*/ 126699 w 149059"/>
                  <a:gd name="csY2" fmla="*/ 111435 h 111434"/>
                  <a:gd name="csX3" fmla="*/ 132223 w 149059"/>
                  <a:gd name="csY3" fmla="*/ 105953 h 111434"/>
                  <a:gd name="csX4" fmla="*/ 148944 w 149059"/>
                  <a:gd name="csY4" fmla="*/ 8413 h 111434"/>
                  <a:gd name="csX5" fmla="*/ 147805 w 149059"/>
                  <a:gd name="csY5" fmla="*/ 2657 h 111434"/>
                  <a:gd name="csX6" fmla="*/ 143440 w 149059"/>
                  <a:gd name="csY6" fmla="*/ 105 h 111434"/>
                  <a:gd name="csX7" fmla="*/ 22370 w 149059"/>
                  <a:gd name="csY7" fmla="*/ 0 h 111434"/>
                  <a:gd name="csX8" fmla="*/ 16846 w 149059"/>
                  <a:gd name="csY8" fmla="*/ 5482 h 111434"/>
                  <a:gd name="csX9" fmla="*/ 125 w 149059"/>
                  <a:gd name="csY9" fmla="*/ 103022 h 111434"/>
                  <a:gd name="csX10" fmla="*/ 1264 w 149059"/>
                  <a:gd name="csY10" fmla="*/ 108778 h 1114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49059" h="111434">
                    <a:moveTo>
                      <a:pt x="1243" y="108778"/>
                    </a:moveTo>
                    <a:cubicBezTo>
                      <a:pt x="2318" y="110402"/>
                      <a:pt x="3899" y="111329"/>
                      <a:pt x="5607" y="111329"/>
                    </a:cubicBezTo>
                    <a:lnTo>
                      <a:pt x="126699" y="111435"/>
                    </a:lnTo>
                    <a:cubicBezTo>
                      <a:pt x="129356" y="111435"/>
                      <a:pt x="131675" y="109136"/>
                      <a:pt x="132223" y="105953"/>
                    </a:cubicBezTo>
                    <a:lnTo>
                      <a:pt x="148944" y="8413"/>
                    </a:lnTo>
                    <a:cubicBezTo>
                      <a:pt x="149281" y="6368"/>
                      <a:pt x="148880" y="4280"/>
                      <a:pt x="147805" y="2657"/>
                    </a:cubicBezTo>
                    <a:cubicBezTo>
                      <a:pt x="146751" y="1033"/>
                      <a:pt x="145148" y="105"/>
                      <a:pt x="143440" y="105"/>
                    </a:cubicBezTo>
                    <a:lnTo>
                      <a:pt x="22370" y="0"/>
                    </a:lnTo>
                    <a:cubicBezTo>
                      <a:pt x="19713" y="0"/>
                      <a:pt x="17394" y="2298"/>
                      <a:pt x="16846" y="5482"/>
                    </a:cubicBezTo>
                    <a:lnTo>
                      <a:pt x="125" y="103022"/>
                    </a:lnTo>
                    <a:cubicBezTo>
                      <a:pt x="-233" y="105067"/>
                      <a:pt x="188" y="107154"/>
                      <a:pt x="1264" y="108778"/>
                    </a:cubicBezTo>
                    <a:close/>
                  </a:path>
                </a:pathLst>
              </a:custGeom>
              <a:solidFill>
                <a:srgbClr val="D2D1D7"/>
              </a:solidFill>
              <a:ln w="2096" cap="flat">
                <a:noFill/>
                <a:prstDash val="solid"/>
                <a:miter/>
              </a:ln>
            </p:spPr>
            <p:txBody>
              <a:bodyPr/>
              <a:lstStyle/>
              <a:p>
                <a:endParaRPr lang="en-US"/>
              </a:p>
            </p:txBody>
          </p:sp>
          <p:sp>
            <p:nvSpPr>
              <p:cNvPr id="403" name="Freeform: Shape 402">
                <a:extLst>
                  <a:ext uri="{FF2B5EF4-FFF2-40B4-BE49-F238E27FC236}">
                    <a16:creationId xmlns:a16="http://schemas.microsoft.com/office/drawing/2014/main" id="{F0566E55-3CCF-930E-F4D0-2086378F4F68}"/>
                  </a:ext>
                </a:extLst>
              </p:cNvPr>
              <p:cNvSpPr/>
              <p:nvPr/>
            </p:nvSpPr>
            <p:spPr>
              <a:xfrm>
                <a:off x="12893199" y="4737858"/>
                <a:ext cx="13136" cy="16088"/>
              </a:xfrm>
              <a:custGeom>
                <a:avLst/>
                <a:gdLst>
                  <a:gd name="csX0" fmla="*/ 0 w 13136"/>
                  <a:gd name="csY0" fmla="*/ 8033 h 16088"/>
                  <a:gd name="csX1" fmla="*/ 6557 w 13136"/>
                  <a:gd name="csY1" fmla="*/ 16088 h 16088"/>
                  <a:gd name="csX2" fmla="*/ 13136 w 13136"/>
                  <a:gd name="csY2" fmla="*/ 8055 h 16088"/>
                  <a:gd name="csX3" fmla="*/ 6579 w 13136"/>
                  <a:gd name="csY3" fmla="*/ 0 h 16088"/>
                  <a:gd name="csX4" fmla="*/ 0 w 13136"/>
                  <a:gd name="csY4" fmla="*/ 8033 h 16088"/>
                </a:gdLst>
                <a:ahLst/>
                <a:cxnLst>
                  <a:cxn ang="0">
                    <a:pos x="csX0" y="csY0"/>
                  </a:cxn>
                  <a:cxn ang="0">
                    <a:pos x="csX1" y="csY1"/>
                  </a:cxn>
                  <a:cxn ang="0">
                    <a:pos x="csX2" y="csY2"/>
                  </a:cxn>
                  <a:cxn ang="0">
                    <a:pos x="csX3" y="csY3"/>
                  </a:cxn>
                  <a:cxn ang="0">
                    <a:pos x="csX4" y="csY4"/>
                  </a:cxn>
                </a:cxnLst>
                <a:rect l="l" t="t" r="r" b="b"/>
                <a:pathLst>
                  <a:path w="13136" h="16088">
                    <a:moveTo>
                      <a:pt x="0" y="8033"/>
                    </a:moveTo>
                    <a:cubicBezTo>
                      <a:pt x="0" y="12482"/>
                      <a:pt x="2931" y="16067"/>
                      <a:pt x="6557" y="16088"/>
                    </a:cubicBezTo>
                    <a:cubicBezTo>
                      <a:pt x="10184" y="16109"/>
                      <a:pt x="13136" y="12503"/>
                      <a:pt x="13136" y="8055"/>
                    </a:cubicBezTo>
                    <a:cubicBezTo>
                      <a:pt x="13136" y="3606"/>
                      <a:pt x="10205" y="21"/>
                      <a:pt x="6579" y="0"/>
                    </a:cubicBezTo>
                    <a:cubicBezTo>
                      <a:pt x="2952" y="0"/>
                      <a:pt x="0" y="3584"/>
                      <a:pt x="0" y="8033"/>
                    </a:cubicBezTo>
                    <a:close/>
                  </a:path>
                </a:pathLst>
              </a:custGeom>
              <a:solidFill>
                <a:srgbClr val="FFFFFF"/>
              </a:solidFill>
              <a:ln w="2096" cap="flat">
                <a:noFill/>
                <a:prstDash val="solid"/>
                <a:miter/>
              </a:ln>
            </p:spPr>
            <p:txBody>
              <a:bodyPr/>
              <a:lstStyle/>
              <a:p>
                <a:endParaRPr lang="en-US"/>
              </a:p>
            </p:txBody>
          </p:sp>
        </p:grpSp>
        <p:sp>
          <p:nvSpPr>
            <p:cNvPr id="404" name="Rectangle 403">
              <a:extLst>
                <a:ext uri="{FF2B5EF4-FFF2-40B4-BE49-F238E27FC236}">
                  <a16:creationId xmlns:a16="http://schemas.microsoft.com/office/drawing/2014/main" id="{23C4A1A6-1C67-CD13-C2A3-FA8B0E7227FC}"/>
                </a:ext>
              </a:extLst>
            </p:cNvPr>
            <p:cNvSpPr/>
            <p:nvPr/>
          </p:nvSpPr>
          <p:spPr>
            <a:xfrm>
              <a:off x="6771710" y="5048647"/>
              <a:ext cx="1418975" cy="37313"/>
            </a:xfrm>
            <a:prstGeom prst="rect">
              <a:avLst/>
            </a:prstGeom>
            <a:solidFill>
              <a:srgbClr val="CCCCCC"/>
            </a:solidFill>
            <a:ln w="735" cap="flat">
              <a:noFill/>
              <a:prstDash val="solid"/>
              <a:miter/>
            </a:ln>
          </p:spPr>
          <p:txBody>
            <a:bodyPr/>
            <a:lstStyle/>
            <a:p>
              <a:endParaRPr lang="en-US"/>
            </a:p>
          </p:txBody>
        </p:sp>
        <p:grpSp>
          <p:nvGrpSpPr>
            <p:cNvPr id="405" name="Group 404">
              <a:extLst>
                <a:ext uri="{FF2B5EF4-FFF2-40B4-BE49-F238E27FC236}">
                  <a16:creationId xmlns:a16="http://schemas.microsoft.com/office/drawing/2014/main" id="{13AFE69F-B6AB-2682-72D2-C6C039EB94F4}"/>
                </a:ext>
              </a:extLst>
            </p:cNvPr>
            <p:cNvGrpSpPr/>
            <p:nvPr/>
          </p:nvGrpSpPr>
          <p:grpSpPr>
            <a:xfrm>
              <a:off x="6225843" y="4812278"/>
              <a:ext cx="486784" cy="289096"/>
              <a:chOff x="9344314" y="2588000"/>
              <a:chExt cx="1857104" cy="1102914"/>
            </a:xfrm>
          </p:grpSpPr>
          <p:sp>
            <p:nvSpPr>
              <p:cNvPr id="406" name="Oval 405">
                <a:extLst>
                  <a:ext uri="{FF2B5EF4-FFF2-40B4-BE49-F238E27FC236}">
                    <a16:creationId xmlns:a16="http://schemas.microsoft.com/office/drawing/2014/main" id="{CA7FA75C-291C-7C4C-824E-CF5A84759C0E}"/>
                  </a:ext>
                </a:extLst>
              </p:cNvPr>
              <p:cNvSpPr/>
              <p:nvPr/>
            </p:nvSpPr>
            <p:spPr>
              <a:xfrm>
                <a:off x="9344314" y="2788188"/>
                <a:ext cx="740664" cy="740664"/>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sp>
            <p:nvSpPr>
              <p:cNvPr id="407" name="Freeform: Shape 406">
                <a:extLst>
                  <a:ext uri="{FF2B5EF4-FFF2-40B4-BE49-F238E27FC236}">
                    <a16:creationId xmlns:a16="http://schemas.microsoft.com/office/drawing/2014/main" id="{64E7B27E-9D62-F17C-B1FD-4AAC62877FA4}"/>
                  </a:ext>
                </a:extLst>
              </p:cNvPr>
              <p:cNvSpPr/>
              <p:nvPr/>
            </p:nvSpPr>
            <p:spPr>
              <a:xfrm>
                <a:off x="10588289" y="2588000"/>
                <a:ext cx="455005" cy="687461"/>
              </a:xfrm>
              <a:custGeom>
                <a:avLst/>
                <a:gdLst>
                  <a:gd name="csX0" fmla="*/ 336916 w 432198"/>
                  <a:gd name="csY0" fmla="*/ 652444 h 653003"/>
                  <a:gd name="csX1" fmla="*/ 64698 w 432198"/>
                  <a:gd name="csY1" fmla="*/ 624832 h 653003"/>
                  <a:gd name="csX2" fmla="*/ -3522 w 432198"/>
                  <a:gd name="csY2" fmla="*/ 545006 h 653003"/>
                  <a:gd name="csX3" fmla="*/ 14454 w 432198"/>
                  <a:gd name="csY3" fmla="*/ 65600 h 653003"/>
                  <a:gd name="csX4" fmla="*/ 88131 w 432198"/>
                  <a:gd name="csY4" fmla="*/ 163 h 653003"/>
                  <a:gd name="csX5" fmla="*/ 360349 w 432198"/>
                  <a:gd name="csY5" fmla="*/ 27775 h 653003"/>
                  <a:gd name="csX6" fmla="*/ 428570 w 432198"/>
                  <a:gd name="csY6" fmla="*/ 107601 h 653003"/>
                  <a:gd name="csX7" fmla="*/ 410594 w 432198"/>
                  <a:gd name="csY7" fmla="*/ 587010 h 653003"/>
                  <a:gd name="csX8" fmla="*/ 336916 w 432198"/>
                  <a:gd name="csY8" fmla="*/ 652444 h 653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198" h="653003">
                    <a:moveTo>
                      <a:pt x="336916" y="652444"/>
                    </a:moveTo>
                    <a:lnTo>
                      <a:pt x="64698" y="624832"/>
                    </a:lnTo>
                    <a:cubicBezTo>
                      <a:pt x="25506" y="620860"/>
                      <a:pt x="-5018" y="585118"/>
                      <a:pt x="-3522" y="545006"/>
                    </a:cubicBezTo>
                    <a:lnTo>
                      <a:pt x="14454" y="65600"/>
                    </a:lnTo>
                    <a:cubicBezTo>
                      <a:pt x="15950" y="25485"/>
                      <a:pt x="48938" y="-3812"/>
                      <a:pt x="88131" y="163"/>
                    </a:cubicBezTo>
                    <a:lnTo>
                      <a:pt x="360349" y="27775"/>
                    </a:lnTo>
                    <a:cubicBezTo>
                      <a:pt x="399542" y="31750"/>
                      <a:pt x="430093" y="67489"/>
                      <a:pt x="428570" y="107601"/>
                    </a:cubicBezTo>
                    <a:lnTo>
                      <a:pt x="410594" y="587010"/>
                    </a:lnTo>
                    <a:cubicBezTo>
                      <a:pt x="409098" y="627122"/>
                      <a:pt x="376109" y="656419"/>
                      <a:pt x="336916" y="652444"/>
                    </a:cubicBezTo>
                    <a:close/>
                  </a:path>
                </a:pathLst>
              </a:custGeom>
              <a:solidFill>
                <a:schemeClr val="accent2">
                  <a:lumMod val="40000"/>
                  <a:lumOff val="60000"/>
                </a:schemeClr>
              </a:solidFill>
              <a:ln w="2756" cap="rnd">
                <a:noFill/>
                <a:prstDash val="solid"/>
                <a:round/>
              </a:ln>
            </p:spPr>
            <p:txBody>
              <a:bodyPr/>
              <a:lstStyle/>
              <a:p>
                <a:endParaRPr lang="en-US" b="1"/>
              </a:p>
            </p:txBody>
          </p:sp>
          <p:sp>
            <p:nvSpPr>
              <p:cNvPr id="408" name="Freeform: Shape 407">
                <a:extLst>
                  <a:ext uri="{FF2B5EF4-FFF2-40B4-BE49-F238E27FC236}">
                    <a16:creationId xmlns:a16="http://schemas.microsoft.com/office/drawing/2014/main" id="{A4930553-B5DA-94D6-DCD4-6461B959D611}"/>
                  </a:ext>
                </a:extLst>
              </p:cNvPr>
              <p:cNvSpPr/>
              <p:nvPr/>
            </p:nvSpPr>
            <p:spPr>
              <a:xfrm>
                <a:off x="10588289" y="2588000"/>
                <a:ext cx="455005" cy="687461"/>
              </a:xfrm>
              <a:custGeom>
                <a:avLst/>
                <a:gdLst>
                  <a:gd name="csX0" fmla="*/ 336916 w 432198"/>
                  <a:gd name="csY0" fmla="*/ 652444 h 653003"/>
                  <a:gd name="csX1" fmla="*/ 64698 w 432198"/>
                  <a:gd name="csY1" fmla="*/ 624832 h 653003"/>
                  <a:gd name="csX2" fmla="*/ -3522 w 432198"/>
                  <a:gd name="csY2" fmla="*/ 545006 h 653003"/>
                  <a:gd name="csX3" fmla="*/ 14454 w 432198"/>
                  <a:gd name="csY3" fmla="*/ 65600 h 653003"/>
                  <a:gd name="csX4" fmla="*/ 88131 w 432198"/>
                  <a:gd name="csY4" fmla="*/ 163 h 653003"/>
                  <a:gd name="csX5" fmla="*/ 360349 w 432198"/>
                  <a:gd name="csY5" fmla="*/ 27775 h 653003"/>
                  <a:gd name="csX6" fmla="*/ 428570 w 432198"/>
                  <a:gd name="csY6" fmla="*/ 107601 h 653003"/>
                  <a:gd name="csX7" fmla="*/ 410594 w 432198"/>
                  <a:gd name="csY7" fmla="*/ 587010 h 653003"/>
                  <a:gd name="csX8" fmla="*/ 336916 w 432198"/>
                  <a:gd name="csY8" fmla="*/ 652444 h 653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198" h="653003">
                    <a:moveTo>
                      <a:pt x="336916" y="652444"/>
                    </a:moveTo>
                    <a:lnTo>
                      <a:pt x="64698" y="624832"/>
                    </a:lnTo>
                    <a:cubicBezTo>
                      <a:pt x="25506" y="620860"/>
                      <a:pt x="-5018" y="585118"/>
                      <a:pt x="-3522" y="545006"/>
                    </a:cubicBezTo>
                    <a:lnTo>
                      <a:pt x="14454" y="65600"/>
                    </a:lnTo>
                    <a:cubicBezTo>
                      <a:pt x="15950" y="25485"/>
                      <a:pt x="48938" y="-3812"/>
                      <a:pt x="88131" y="163"/>
                    </a:cubicBezTo>
                    <a:lnTo>
                      <a:pt x="360349" y="27775"/>
                    </a:lnTo>
                    <a:cubicBezTo>
                      <a:pt x="399542" y="31750"/>
                      <a:pt x="430093" y="67489"/>
                      <a:pt x="428570" y="107601"/>
                    </a:cubicBezTo>
                    <a:lnTo>
                      <a:pt x="410594" y="587010"/>
                    </a:lnTo>
                    <a:cubicBezTo>
                      <a:pt x="409098" y="627122"/>
                      <a:pt x="376109" y="656419"/>
                      <a:pt x="336916" y="652444"/>
                    </a:cubicBezTo>
                    <a:close/>
                  </a:path>
                </a:pathLst>
              </a:custGeom>
              <a:noFill/>
              <a:ln w="8874" cap="rnd">
                <a:solidFill>
                  <a:srgbClr val="0E0F29"/>
                </a:solidFill>
                <a:prstDash val="solid"/>
                <a:round/>
              </a:ln>
            </p:spPr>
            <p:txBody>
              <a:bodyPr/>
              <a:lstStyle/>
              <a:p>
                <a:endParaRPr lang="en-US" b="1"/>
              </a:p>
            </p:txBody>
          </p:sp>
          <p:sp>
            <p:nvSpPr>
              <p:cNvPr id="409" name="Freeform: Shape 408">
                <a:extLst>
                  <a:ext uri="{FF2B5EF4-FFF2-40B4-BE49-F238E27FC236}">
                    <a16:creationId xmlns:a16="http://schemas.microsoft.com/office/drawing/2014/main" id="{1CEA3950-F07A-BAA3-5A0C-6EEC64941A01}"/>
                  </a:ext>
                </a:extLst>
              </p:cNvPr>
              <p:cNvSpPr/>
              <p:nvPr/>
            </p:nvSpPr>
            <p:spPr>
              <a:xfrm>
                <a:off x="10708833" y="2733155"/>
                <a:ext cx="61352" cy="6779"/>
              </a:xfrm>
              <a:custGeom>
                <a:avLst/>
                <a:gdLst>
                  <a:gd name="csX0" fmla="*/ -3575 w 58277"/>
                  <a:gd name="csY0" fmla="*/ -198 h 6439"/>
                  <a:gd name="csX1" fmla="*/ 54703 w 58277"/>
                  <a:gd name="csY1" fmla="*/ 6242 h 6439"/>
                </a:gdLst>
                <a:ahLst/>
                <a:cxnLst>
                  <a:cxn ang="0">
                    <a:pos x="csX0" y="csY0"/>
                  </a:cxn>
                  <a:cxn ang="0">
                    <a:pos x="csX1" y="csY1"/>
                  </a:cxn>
                </a:cxnLst>
                <a:rect l="l" t="t" r="r" b="b"/>
                <a:pathLst>
                  <a:path w="58277" h="6439">
                    <a:moveTo>
                      <a:pt x="-3575" y="-198"/>
                    </a:moveTo>
                    <a:lnTo>
                      <a:pt x="54703" y="6242"/>
                    </a:lnTo>
                  </a:path>
                </a:pathLst>
              </a:custGeom>
              <a:noFill/>
              <a:ln w="8874" cap="rnd">
                <a:solidFill>
                  <a:srgbClr val="0E0F29"/>
                </a:solidFill>
                <a:prstDash val="solid"/>
                <a:round/>
              </a:ln>
            </p:spPr>
            <p:txBody>
              <a:bodyPr/>
              <a:lstStyle/>
              <a:p>
                <a:endParaRPr lang="en-US" b="1"/>
              </a:p>
            </p:txBody>
          </p:sp>
          <p:sp>
            <p:nvSpPr>
              <p:cNvPr id="410" name="Freeform: Shape 409">
                <a:extLst>
                  <a:ext uri="{FF2B5EF4-FFF2-40B4-BE49-F238E27FC236}">
                    <a16:creationId xmlns:a16="http://schemas.microsoft.com/office/drawing/2014/main" id="{5ADD2C76-C369-4552-DE24-F6C49C25BBA4}"/>
                  </a:ext>
                </a:extLst>
              </p:cNvPr>
              <p:cNvSpPr/>
              <p:nvPr/>
            </p:nvSpPr>
            <p:spPr>
              <a:xfrm>
                <a:off x="10696439" y="3088779"/>
                <a:ext cx="61352" cy="6779"/>
              </a:xfrm>
              <a:custGeom>
                <a:avLst/>
                <a:gdLst>
                  <a:gd name="csX0" fmla="*/ -3575 w 58277"/>
                  <a:gd name="csY0" fmla="*/ -198 h 6439"/>
                  <a:gd name="csX1" fmla="*/ 54703 w 58277"/>
                  <a:gd name="csY1" fmla="*/ 6242 h 6439"/>
                </a:gdLst>
                <a:ahLst/>
                <a:cxnLst>
                  <a:cxn ang="0">
                    <a:pos x="csX0" y="csY0"/>
                  </a:cxn>
                  <a:cxn ang="0">
                    <a:pos x="csX1" y="csY1"/>
                  </a:cxn>
                </a:cxnLst>
                <a:rect l="l" t="t" r="r" b="b"/>
                <a:pathLst>
                  <a:path w="58277" h="6439">
                    <a:moveTo>
                      <a:pt x="-3575" y="-198"/>
                    </a:moveTo>
                    <a:lnTo>
                      <a:pt x="54703" y="6242"/>
                    </a:lnTo>
                  </a:path>
                </a:pathLst>
              </a:custGeom>
              <a:noFill/>
              <a:ln w="8874" cap="rnd">
                <a:solidFill>
                  <a:srgbClr val="0E0F29"/>
                </a:solidFill>
                <a:prstDash val="solid"/>
                <a:round/>
              </a:ln>
            </p:spPr>
            <p:txBody>
              <a:bodyPr/>
              <a:lstStyle/>
              <a:p>
                <a:endParaRPr lang="en-US" b="1"/>
              </a:p>
            </p:txBody>
          </p:sp>
          <p:sp>
            <p:nvSpPr>
              <p:cNvPr id="411" name="Freeform: Shape 410">
                <a:extLst>
                  <a:ext uri="{FF2B5EF4-FFF2-40B4-BE49-F238E27FC236}">
                    <a16:creationId xmlns:a16="http://schemas.microsoft.com/office/drawing/2014/main" id="{9B225C35-DE62-780B-1BE5-796F1E68E46B}"/>
                  </a:ext>
                </a:extLst>
              </p:cNvPr>
              <p:cNvSpPr/>
              <p:nvPr/>
            </p:nvSpPr>
            <p:spPr>
              <a:xfrm>
                <a:off x="10832208" y="2850193"/>
                <a:ext cx="130694" cy="13629"/>
              </a:xfrm>
              <a:custGeom>
                <a:avLst/>
                <a:gdLst>
                  <a:gd name="csX0" fmla="*/ -3575 w 124143"/>
                  <a:gd name="csY0" fmla="*/ -198 h 12946"/>
                  <a:gd name="csX1" fmla="*/ 120569 w 124143"/>
                  <a:gd name="csY1" fmla="*/ 12748 h 12946"/>
                </a:gdLst>
                <a:ahLst/>
                <a:cxnLst>
                  <a:cxn ang="0">
                    <a:pos x="csX0" y="csY0"/>
                  </a:cxn>
                  <a:cxn ang="0">
                    <a:pos x="csX1" y="csY1"/>
                  </a:cxn>
                </a:cxnLst>
                <a:rect l="l" t="t" r="r" b="b"/>
                <a:pathLst>
                  <a:path w="124143" h="12946">
                    <a:moveTo>
                      <a:pt x="-3575" y="-198"/>
                    </a:moveTo>
                    <a:lnTo>
                      <a:pt x="120569" y="12748"/>
                    </a:lnTo>
                  </a:path>
                </a:pathLst>
              </a:custGeom>
              <a:noFill/>
              <a:ln w="8874" cap="rnd">
                <a:solidFill>
                  <a:schemeClr val="accent1"/>
                </a:solidFill>
                <a:prstDash val="solid"/>
                <a:round/>
              </a:ln>
            </p:spPr>
            <p:txBody>
              <a:bodyPr/>
              <a:lstStyle/>
              <a:p>
                <a:endParaRPr lang="en-US" b="1"/>
              </a:p>
            </p:txBody>
          </p:sp>
          <p:sp>
            <p:nvSpPr>
              <p:cNvPr id="412" name="Freeform: Shape 411">
                <a:extLst>
                  <a:ext uri="{FF2B5EF4-FFF2-40B4-BE49-F238E27FC236}">
                    <a16:creationId xmlns:a16="http://schemas.microsoft.com/office/drawing/2014/main" id="{0AF958C0-0658-F93C-BEAD-0D083F3A480B}"/>
                  </a:ext>
                </a:extLst>
              </p:cNvPr>
              <p:cNvSpPr/>
              <p:nvPr/>
            </p:nvSpPr>
            <p:spPr>
              <a:xfrm>
                <a:off x="10735484" y="2840381"/>
                <a:ext cx="65317" cy="7004"/>
              </a:xfrm>
              <a:custGeom>
                <a:avLst/>
                <a:gdLst>
                  <a:gd name="csX0" fmla="*/ -3575 w 62043"/>
                  <a:gd name="csY0" fmla="*/ -198 h 6653"/>
                  <a:gd name="csX1" fmla="*/ 58469 w 62043"/>
                  <a:gd name="csY1" fmla="*/ 6455 h 6653"/>
                </a:gdLst>
                <a:ahLst/>
                <a:cxnLst>
                  <a:cxn ang="0">
                    <a:pos x="csX0" y="csY0"/>
                  </a:cxn>
                  <a:cxn ang="0">
                    <a:pos x="csX1" y="csY1"/>
                  </a:cxn>
                </a:cxnLst>
                <a:rect l="l" t="t" r="r" b="b"/>
                <a:pathLst>
                  <a:path w="62043" h="6653">
                    <a:moveTo>
                      <a:pt x="-3575" y="-198"/>
                    </a:moveTo>
                    <a:lnTo>
                      <a:pt x="58469" y="6455"/>
                    </a:lnTo>
                  </a:path>
                </a:pathLst>
              </a:custGeom>
              <a:noFill/>
              <a:ln w="8874" cap="rnd">
                <a:solidFill>
                  <a:schemeClr val="accent1"/>
                </a:solidFill>
                <a:prstDash val="solid"/>
                <a:round/>
              </a:ln>
            </p:spPr>
            <p:txBody>
              <a:bodyPr/>
              <a:lstStyle/>
              <a:p>
                <a:endParaRPr lang="en-US" b="1"/>
              </a:p>
            </p:txBody>
          </p:sp>
          <p:sp>
            <p:nvSpPr>
              <p:cNvPr id="413" name="Freeform: Shape 412">
                <a:extLst>
                  <a:ext uri="{FF2B5EF4-FFF2-40B4-BE49-F238E27FC236}">
                    <a16:creationId xmlns:a16="http://schemas.microsoft.com/office/drawing/2014/main" id="{4B3F9FD5-65D1-76DC-260B-98C60D28C7EC}"/>
                  </a:ext>
                </a:extLst>
              </p:cNvPr>
              <p:cNvSpPr/>
              <p:nvPr/>
            </p:nvSpPr>
            <p:spPr>
              <a:xfrm>
                <a:off x="10829845" y="2913438"/>
                <a:ext cx="130664" cy="13629"/>
              </a:xfrm>
              <a:custGeom>
                <a:avLst/>
                <a:gdLst>
                  <a:gd name="csX0" fmla="*/ -3575 w 124115"/>
                  <a:gd name="csY0" fmla="*/ -198 h 12946"/>
                  <a:gd name="csX1" fmla="*/ 120541 w 124115"/>
                  <a:gd name="csY1" fmla="*/ 12748 h 12946"/>
                </a:gdLst>
                <a:ahLst/>
                <a:cxnLst>
                  <a:cxn ang="0">
                    <a:pos x="csX0" y="csY0"/>
                  </a:cxn>
                  <a:cxn ang="0">
                    <a:pos x="csX1" y="csY1"/>
                  </a:cxn>
                </a:cxnLst>
                <a:rect l="l" t="t" r="r" b="b"/>
                <a:pathLst>
                  <a:path w="124115" h="12946">
                    <a:moveTo>
                      <a:pt x="-3575" y="-198"/>
                    </a:moveTo>
                    <a:lnTo>
                      <a:pt x="120541" y="12748"/>
                    </a:lnTo>
                  </a:path>
                </a:pathLst>
              </a:custGeom>
              <a:noFill/>
              <a:ln w="8874" cap="rnd">
                <a:solidFill>
                  <a:schemeClr val="accent1"/>
                </a:solidFill>
                <a:prstDash val="solid"/>
                <a:round/>
              </a:ln>
            </p:spPr>
            <p:txBody>
              <a:bodyPr/>
              <a:lstStyle/>
              <a:p>
                <a:endParaRPr lang="en-US" b="1"/>
              </a:p>
            </p:txBody>
          </p:sp>
          <p:sp>
            <p:nvSpPr>
              <p:cNvPr id="414" name="Freeform: Shape 413">
                <a:extLst>
                  <a:ext uri="{FF2B5EF4-FFF2-40B4-BE49-F238E27FC236}">
                    <a16:creationId xmlns:a16="http://schemas.microsoft.com/office/drawing/2014/main" id="{B715A887-0EB4-BE8E-F269-83531B9B73FA}"/>
                  </a:ext>
                </a:extLst>
              </p:cNvPr>
              <p:cNvSpPr/>
              <p:nvPr/>
            </p:nvSpPr>
            <p:spPr>
              <a:xfrm>
                <a:off x="10827309" y="2981007"/>
                <a:ext cx="130664" cy="13629"/>
              </a:xfrm>
              <a:custGeom>
                <a:avLst/>
                <a:gdLst>
                  <a:gd name="csX0" fmla="*/ -3575 w 124115"/>
                  <a:gd name="csY0" fmla="*/ -198 h 12946"/>
                  <a:gd name="csX1" fmla="*/ 120541 w 124115"/>
                  <a:gd name="csY1" fmla="*/ 12748 h 12946"/>
                </a:gdLst>
                <a:ahLst/>
                <a:cxnLst>
                  <a:cxn ang="0">
                    <a:pos x="csX0" y="csY0"/>
                  </a:cxn>
                  <a:cxn ang="0">
                    <a:pos x="csX1" y="csY1"/>
                  </a:cxn>
                </a:cxnLst>
                <a:rect l="l" t="t" r="r" b="b"/>
                <a:pathLst>
                  <a:path w="124115" h="12946">
                    <a:moveTo>
                      <a:pt x="-3575" y="-198"/>
                    </a:moveTo>
                    <a:lnTo>
                      <a:pt x="120541" y="12748"/>
                    </a:lnTo>
                  </a:path>
                </a:pathLst>
              </a:custGeom>
              <a:noFill/>
              <a:ln w="8874" cap="rnd">
                <a:solidFill>
                  <a:schemeClr val="accent1"/>
                </a:solidFill>
                <a:prstDash val="solid"/>
                <a:round/>
              </a:ln>
            </p:spPr>
            <p:txBody>
              <a:bodyPr/>
              <a:lstStyle/>
              <a:p>
                <a:endParaRPr lang="en-US" b="1"/>
              </a:p>
            </p:txBody>
          </p:sp>
          <p:sp>
            <p:nvSpPr>
              <p:cNvPr id="415" name="Freeform: Shape 414">
                <a:extLst>
                  <a:ext uri="{FF2B5EF4-FFF2-40B4-BE49-F238E27FC236}">
                    <a16:creationId xmlns:a16="http://schemas.microsoft.com/office/drawing/2014/main" id="{6AEA1278-51B8-84B3-CA79-C48849A980FA}"/>
                  </a:ext>
                </a:extLst>
              </p:cNvPr>
              <p:cNvSpPr/>
              <p:nvPr/>
            </p:nvSpPr>
            <p:spPr>
              <a:xfrm>
                <a:off x="10651126" y="2670117"/>
                <a:ext cx="33824" cy="116779"/>
              </a:xfrm>
              <a:custGeom>
                <a:avLst/>
                <a:gdLst>
                  <a:gd name="csX0" fmla="*/ 7892 w 32129"/>
                  <a:gd name="csY0" fmla="*/ 105449 h 110926"/>
                  <a:gd name="csX1" fmla="*/ 4762 w 32129"/>
                  <a:gd name="csY1" fmla="*/ 91625 h 110926"/>
                  <a:gd name="csX2" fmla="*/ 5206 w 32129"/>
                  <a:gd name="csY2" fmla="*/ 85044 h 110926"/>
                  <a:gd name="csX3" fmla="*/ 5815 w 32129"/>
                  <a:gd name="csY3" fmla="*/ 78995 h 110926"/>
                  <a:gd name="csX4" fmla="*/ 6396 w 32129"/>
                  <a:gd name="csY4" fmla="*/ 73136 h 110926"/>
                  <a:gd name="csX5" fmla="*/ 6812 w 32129"/>
                  <a:gd name="csY5" fmla="*/ 67007 h 110926"/>
                  <a:gd name="csX6" fmla="*/ 6452 w 32129"/>
                  <a:gd name="csY6" fmla="*/ 63304 h 110926"/>
                  <a:gd name="csX7" fmla="*/ 4901 w 32129"/>
                  <a:gd name="csY7" fmla="*/ 59991 h 110926"/>
                  <a:gd name="csX8" fmla="*/ 1660 w 32129"/>
                  <a:gd name="csY8" fmla="*/ 57348 h 110926"/>
                  <a:gd name="csX9" fmla="*/ -3575 w 32129"/>
                  <a:gd name="csY9" fmla="*/ 55919 h 110926"/>
                  <a:gd name="csX10" fmla="*/ -3326 w 32129"/>
                  <a:gd name="csY10" fmla="*/ 49255 h 110926"/>
                  <a:gd name="csX11" fmla="*/ 1965 w 32129"/>
                  <a:gd name="csY11" fmla="*/ 48892 h 110926"/>
                  <a:gd name="csX12" fmla="*/ 5372 w 32129"/>
                  <a:gd name="csY12" fmla="*/ 46984 h 110926"/>
                  <a:gd name="csX13" fmla="*/ 7172 w 32129"/>
                  <a:gd name="csY13" fmla="*/ 44015 h 110926"/>
                  <a:gd name="csX14" fmla="*/ 7809 w 32129"/>
                  <a:gd name="csY14" fmla="*/ 40478 h 110926"/>
                  <a:gd name="csX15" fmla="*/ 7698 w 32129"/>
                  <a:gd name="csY15" fmla="*/ 28246 h 110926"/>
                  <a:gd name="csX16" fmla="*/ 7615 w 32129"/>
                  <a:gd name="csY16" fmla="*/ 15502 h 110926"/>
                  <a:gd name="csX17" fmla="*/ 11770 w 32129"/>
                  <a:gd name="csY17" fmla="*/ 2415 h 110926"/>
                  <a:gd name="csX18" fmla="*/ 22904 w 32129"/>
                  <a:gd name="csY18" fmla="*/ -56 h 110926"/>
                  <a:gd name="csX19" fmla="*/ 28555 w 32129"/>
                  <a:gd name="csY19" fmla="*/ 515 h 110926"/>
                  <a:gd name="csX20" fmla="*/ 28305 w 32129"/>
                  <a:gd name="csY20" fmla="*/ 6539 h 110926"/>
                  <a:gd name="csX21" fmla="*/ 24926 w 32129"/>
                  <a:gd name="csY21" fmla="*/ 6195 h 110926"/>
                  <a:gd name="csX22" fmla="*/ 18002 w 32129"/>
                  <a:gd name="csY22" fmla="*/ 8193 h 110926"/>
                  <a:gd name="csX23" fmla="*/ 15980 w 32129"/>
                  <a:gd name="csY23" fmla="*/ 16995 h 110926"/>
                  <a:gd name="csX24" fmla="*/ 15952 w 32129"/>
                  <a:gd name="csY24" fmla="*/ 28310 h 110926"/>
                  <a:gd name="csX25" fmla="*/ 15869 w 32129"/>
                  <a:gd name="csY25" fmla="*/ 40267 h 110926"/>
                  <a:gd name="csX26" fmla="*/ 13764 w 32129"/>
                  <a:gd name="csY26" fmla="*/ 49635 h 110926"/>
                  <a:gd name="csX27" fmla="*/ 7837 w 32129"/>
                  <a:gd name="csY27" fmla="*/ 53471 h 110926"/>
                  <a:gd name="csX28" fmla="*/ 7809 w 32129"/>
                  <a:gd name="csY28" fmla="*/ 53983 h 110926"/>
                  <a:gd name="csX29" fmla="*/ 13404 w 32129"/>
                  <a:gd name="csY29" fmla="*/ 59055 h 110926"/>
                  <a:gd name="csX30" fmla="*/ 14789 w 32129"/>
                  <a:gd name="csY30" fmla="*/ 68716 h 110926"/>
                  <a:gd name="csX31" fmla="*/ 13986 w 32129"/>
                  <a:gd name="csY31" fmla="*/ 80596 h 110926"/>
                  <a:gd name="csX32" fmla="*/ 13182 w 32129"/>
                  <a:gd name="csY32" fmla="*/ 91835 h 110926"/>
                  <a:gd name="csX33" fmla="*/ 14539 w 32129"/>
                  <a:gd name="csY33" fmla="*/ 100976 h 110926"/>
                  <a:gd name="csX34" fmla="*/ 21243 w 32129"/>
                  <a:gd name="csY34" fmla="*/ 104358 h 110926"/>
                  <a:gd name="csX35" fmla="*/ 24622 w 32129"/>
                  <a:gd name="csY35" fmla="*/ 104701 h 110926"/>
                  <a:gd name="csX36" fmla="*/ 24400 w 32129"/>
                  <a:gd name="csY36" fmla="*/ 110728 h 110926"/>
                  <a:gd name="csX37" fmla="*/ 18777 w 32129"/>
                  <a:gd name="csY37" fmla="*/ 110155 h 110926"/>
                  <a:gd name="csX38" fmla="*/ 7892 w 32129"/>
                  <a:gd name="csY38" fmla="*/ 105449 h 1109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2129" h="110926">
                    <a:moveTo>
                      <a:pt x="7892" y="105449"/>
                    </a:moveTo>
                    <a:cubicBezTo>
                      <a:pt x="5565" y="102810"/>
                      <a:pt x="4513" y="98203"/>
                      <a:pt x="4762" y="91625"/>
                    </a:cubicBezTo>
                    <a:cubicBezTo>
                      <a:pt x="4845" y="89318"/>
                      <a:pt x="5011" y="87127"/>
                      <a:pt x="5206" y="85044"/>
                    </a:cubicBezTo>
                    <a:cubicBezTo>
                      <a:pt x="5400" y="82964"/>
                      <a:pt x="5621" y="80950"/>
                      <a:pt x="5815" y="78995"/>
                    </a:cubicBezTo>
                    <a:cubicBezTo>
                      <a:pt x="6009" y="77042"/>
                      <a:pt x="6202" y="75092"/>
                      <a:pt x="6396" y="73136"/>
                    </a:cubicBezTo>
                    <a:cubicBezTo>
                      <a:pt x="6590" y="71186"/>
                      <a:pt x="6757" y="69142"/>
                      <a:pt x="6812" y="67007"/>
                    </a:cubicBezTo>
                    <a:cubicBezTo>
                      <a:pt x="6867" y="65724"/>
                      <a:pt x="6757" y="64489"/>
                      <a:pt x="6452" y="63304"/>
                    </a:cubicBezTo>
                    <a:cubicBezTo>
                      <a:pt x="6175" y="62115"/>
                      <a:pt x="5648" y="61013"/>
                      <a:pt x="4901" y="59991"/>
                    </a:cubicBezTo>
                    <a:cubicBezTo>
                      <a:pt x="4125" y="58972"/>
                      <a:pt x="3045" y="58091"/>
                      <a:pt x="1660" y="57348"/>
                    </a:cubicBezTo>
                    <a:cubicBezTo>
                      <a:pt x="247" y="56606"/>
                      <a:pt x="-1470" y="56130"/>
                      <a:pt x="-3575" y="55919"/>
                    </a:cubicBezTo>
                    <a:lnTo>
                      <a:pt x="-3326" y="49255"/>
                    </a:lnTo>
                    <a:cubicBezTo>
                      <a:pt x="-1221" y="49466"/>
                      <a:pt x="525" y="49344"/>
                      <a:pt x="1965" y="48892"/>
                    </a:cubicBezTo>
                    <a:cubicBezTo>
                      <a:pt x="3405" y="48438"/>
                      <a:pt x="4541" y="47801"/>
                      <a:pt x="5372" y="46984"/>
                    </a:cubicBezTo>
                    <a:cubicBezTo>
                      <a:pt x="6202" y="46167"/>
                      <a:pt x="6812" y="45178"/>
                      <a:pt x="7172" y="44015"/>
                    </a:cubicBezTo>
                    <a:cubicBezTo>
                      <a:pt x="7560" y="42854"/>
                      <a:pt x="7781" y="41677"/>
                      <a:pt x="7809" y="40478"/>
                    </a:cubicBezTo>
                    <a:cubicBezTo>
                      <a:pt x="7975" y="36121"/>
                      <a:pt x="7948" y="32046"/>
                      <a:pt x="7698" y="28246"/>
                    </a:cubicBezTo>
                    <a:cubicBezTo>
                      <a:pt x="7477" y="24451"/>
                      <a:pt x="7449" y="20202"/>
                      <a:pt x="7615" y="15502"/>
                    </a:cubicBezTo>
                    <a:cubicBezTo>
                      <a:pt x="7864" y="8924"/>
                      <a:pt x="9249" y="4561"/>
                      <a:pt x="11770" y="2415"/>
                    </a:cubicBezTo>
                    <a:cubicBezTo>
                      <a:pt x="14263" y="268"/>
                      <a:pt x="17974" y="-557"/>
                      <a:pt x="22904" y="-56"/>
                    </a:cubicBezTo>
                    <a:lnTo>
                      <a:pt x="28555" y="515"/>
                    </a:lnTo>
                    <a:lnTo>
                      <a:pt x="28305" y="6539"/>
                    </a:lnTo>
                    <a:lnTo>
                      <a:pt x="24926" y="6195"/>
                    </a:lnTo>
                    <a:cubicBezTo>
                      <a:pt x="21519" y="5846"/>
                      <a:pt x="19193" y="6517"/>
                      <a:pt x="18002" y="8193"/>
                    </a:cubicBezTo>
                    <a:cubicBezTo>
                      <a:pt x="16811" y="9874"/>
                      <a:pt x="16146" y="12810"/>
                      <a:pt x="15980" y="16995"/>
                    </a:cubicBezTo>
                    <a:cubicBezTo>
                      <a:pt x="15841" y="20925"/>
                      <a:pt x="15814" y="24695"/>
                      <a:pt x="15952" y="28310"/>
                    </a:cubicBezTo>
                    <a:cubicBezTo>
                      <a:pt x="16063" y="31924"/>
                      <a:pt x="16035" y="35910"/>
                      <a:pt x="15869" y="40267"/>
                    </a:cubicBezTo>
                    <a:cubicBezTo>
                      <a:pt x="15703" y="44452"/>
                      <a:pt x="15011" y="47574"/>
                      <a:pt x="13764" y="49635"/>
                    </a:cubicBezTo>
                    <a:cubicBezTo>
                      <a:pt x="12518" y="51695"/>
                      <a:pt x="10523" y="52975"/>
                      <a:pt x="7837" y="53471"/>
                    </a:cubicBezTo>
                    <a:lnTo>
                      <a:pt x="7809" y="53983"/>
                    </a:lnTo>
                    <a:cubicBezTo>
                      <a:pt x="10468" y="55025"/>
                      <a:pt x="12324" y="56714"/>
                      <a:pt x="13404" y="59055"/>
                    </a:cubicBezTo>
                    <a:cubicBezTo>
                      <a:pt x="14484" y="61395"/>
                      <a:pt x="14955" y="64614"/>
                      <a:pt x="14789" y="68716"/>
                    </a:cubicBezTo>
                    <a:cubicBezTo>
                      <a:pt x="14650" y="73073"/>
                      <a:pt x="14374" y="77034"/>
                      <a:pt x="13986" y="80596"/>
                    </a:cubicBezTo>
                    <a:cubicBezTo>
                      <a:pt x="13598" y="84160"/>
                      <a:pt x="13321" y="87908"/>
                      <a:pt x="13182" y="91835"/>
                    </a:cubicBezTo>
                    <a:cubicBezTo>
                      <a:pt x="13017" y="96021"/>
                      <a:pt x="13487" y="99070"/>
                      <a:pt x="14539" y="100976"/>
                    </a:cubicBezTo>
                    <a:cubicBezTo>
                      <a:pt x="15592" y="102884"/>
                      <a:pt x="17836" y="104012"/>
                      <a:pt x="21243" y="104358"/>
                    </a:cubicBezTo>
                    <a:lnTo>
                      <a:pt x="24622" y="104701"/>
                    </a:lnTo>
                    <a:lnTo>
                      <a:pt x="24400" y="110728"/>
                    </a:lnTo>
                    <a:lnTo>
                      <a:pt x="18777" y="110155"/>
                    </a:lnTo>
                    <a:cubicBezTo>
                      <a:pt x="13847" y="109656"/>
                      <a:pt x="10219" y="108086"/>
                      <a:pt x="7892" y="105449"/>
                    </a:cubicBezTo>
                    <a:close/>
                  </a:path>
                </a:pathLst>
              </a:custGeom>
              <a:solidFill>
                <a:schemeClr val="accent1"/>
              </a:solidFill>
              <a:ln w="2756" cap="rnd">
                <a:noFill/>
                <a:prstDash val="solid"/>
                <a:round/>
              </a:ln>
            </p:spPr>
            <p:txBody>
              <a:bodyPr/>
              <a:lstStyle/>
              <a:p>
                <a:endParaRPr lang="en-US" b="1"/>
              </a:p>
            </p:txBody>
          </p:sp>
          <p:sp>
            <p:nvSpPr>
              <p:cNvPr id="416" name="Freeform: Shape 415">
                <a:extLst>
                  <a:ext uri="{FF2B5EF4-FFF2-40B4-BE49-F238E27FC236}">
                    <a16:creationId xmlns:a16="http://schemas.microsoft.com/office/drawing/2014/main" id="{D5C5AB60-CD7C-F7EE-2099-07B8F906005B}"/>
                  </a:ext>
                </a:extLst>
              </p:cNvPr>
              <p:cNvSpPr/>
              <p:nvPr/>
            </p:nvSpPr>
            <p:spPr>
              <a:xfrm>
                <a:off x="10781003" y="3031480"/>
                <a:ext cx="33679" cy="116778"/>
              </a:xfrm>
              <a:custGeom>
                <a:avLst/>
                <a:gdLst>
                  <a:gd name="csX0" fmla="*/ -3353 w 31991"/>
                  <a:gd name="csY0" fmla="*/ 103989 h 110925"/>
                  <a:gd name="csX1" fmla="*/ -85 w 31991"/>
                  <a:gd name="csY1" fmla="*/ 104318 h 110925"/>
                  <a:gd name="csX2" fmla="*/ 6840 w 31991"/>
                  <a:gd name="csY2" fmla="*/ 102318 h 110925"/>
                  <a:gd name="csX3" fmla="*/ 8862 w 31991"/>
                  <a:gd name="csY3" fmla="*/ 93521 h 110925"/>
                  <a:gd name="csX4" fmla="*/ 8973 w 31991"/>
                  <a:gd name="csY4" fmla="*/ 82212 h 110925"/>
                  <a:gd name="csX5" fmla="*/ 9111 w 31991"/>
                  <a:gd name="csY5" fmla="*/ 70263 h 110925"/>
                  <a:gd name="csX6" fmla="*/ 11161 w 31991"/>
                  <a:gd name="csY6" fmla="*/ 60951 h 110925"/>
                  <a:gd name="csX7" fmla="*/ 17006 w 31991"/>
                  <a:gd name="csY7" fmla="*/ 57043 h 110925"/>
                  <a:gd name="csX8" fmla="*/ 17033 w 31991"/>
                  <a:gd name="csY8" fmla="*/ 56530 h 110925"/>
                  <a:gd name="csX9" fmla="*/ 11494 w 31991"/>
                  <a:gd name="csY9" fmla="*/ 51531 h 110925"/>
                  <a:gd name="csX10" fmla="*/ 10164 w 31991"/>
                  <a:gd name="csY10" fmla="*/ 41812 h 110925"/>
                  <a:gd name="csX11" fmla="*/ 10939 w 31991"/>
                  <a:gd name="csY11" fmla="*/ 29924 h 110925"/>
                  <a:gd name="csX12" fmla="*/ 11659 w 31991"/>
                  <a:gd name="csY12" fmla="*/ 18681 h 110925"/>
                  <a:gd name="csX13" fmla="*/ 10302 w 31991"/>
                  <a:gd name="csY13" fmla="*/ 9538 h 110925"/>
                  <a:gd name="csX14" fmla="*/ 3600 w 31991"/>
                  <a:gd name="csY14" fmla="*/ 6153 h 110925"/>
                  <a:gd name="csX15" fmla="*/ 331 w 31991"/>
                  <a:gd name="csY15" fmla="*/ 5823 h 110925"/>
                  <a:gd name="csX16" fmla="*/ 552 w 31991"/>
                  <a:gd name="csY16" fmla="*/ -198 h 110925"/>
                  <a:gd name="csX17" fmla="*/ 6064 w 31991"/>
                  <a:gd name="csY17" fmla="*/ 359 h 110925"/>
                  <a:gd name="csX18" fmla="*/ 12546 w 31991"/>
                  <a:gd name="csY18" fmla="*/ 1854 h 110925"/>
                  <a:gd name="csX19" fmla="*/ 17006 w 31991"/>
                  <a:gd name="csY19" fmla="*/ 5073 h 110925"/>
                  <a:gd name="csX20" fmla="*/ 19498 w 31991"/>
                  <a:gd name="csY20" fmla="*/ 10535 h 110925"/>
                  <a:gd name="csX21" fmla="*/ 20080 w 31991"/>
                  <a:gd name="csY21" fmla="*/ 18889 h 110925"/>
                  <a:gd name="csX22" fmla="*/ 19028 w 31991"/>
                  <a:gd name="csY22" fmla="*/ 31519 h 110925"/>
                  <a:gd name="csX23" fmla="*/ 18030 w 31991"/>
                  <a:gd name="csY23" fmla="*/ 43637 h 110925"/>
                  <a:gd name="csX24" fmla="*/ 20024 w 31991"/>
                  <a:gd name="csY24" fmla="*/ 50595 h 110925"/>
                  <a:gd name="csX25" fmla="*/ 28417 w 31991"/>
                  <a:gd name="csY25" fmla="*/ 54597 h 110925"/>
                  <a:gd name="csX26" fmla="*/ 28168 w 31991"/>
                  <a:gd name="csY26" fmla="*/ 61261 h 110925"/>
                  <a:gd name="csX27" fmla="*/ 22933 w 31991"/>
                  <a:gd name="csY27" fmla="*/ 61630 h 110925"/>
                  <a:gd name="csX28" fmla="*/ 19526 w 31991"/>
                  <a:gd name="csY28" fmla="*/ 63602 h 110925"/>
                  <a:gd name="csX29" fmla="*/ 17670 w 31991"/>
                  <a:gd name="csY29" fmla="*/ 66563 h 110925"/>
                  <a:gd name="csX30" fmla="*/ 17033 w 31991"/>
                  <a:gd name="csY30" fmla="*/ 70166 h 110925"/>
                  <a:gd name="csX31" fmla="*/ 16978 w 31991"/>
                  <a:gd name="csY31" fmla="*/ 76335 h 110925"/>
                  <a:gd name="csX32" fmla="*/ 17144 w 31991"/>
                  <a:gd name="csY32" fmla="*/ 82270 h 110925"/>
                  <a:gd name="csX33" fmla="*/ 17282 w 31991"/>
                  <a:gd name="csY33" fmla="*/ 88394 h 110925"/>
                  <a:gd name="csX34" fmla="*/ 17227 w 31991"/>
                  <a:gd name="csY34" fmla="*/ 95014 h 110925"/>
                  <a:gd name="csX35" fmla="*/ 16036 w 31991"/>
                  <a:gd name="csY35" fmla="*/ 103191 h 110925"/>
                  <a:gd name="csX36" fmla="*/ 13155 w 31991"/>
                  <a:gd name="csY36" fmla="*/ 108107 h 110925"/>
                  <a:gd name="csX37" fmla="*/ 8474 w 31991"/>
                  <a:gd name="csY37" fmla="*/ 110398 h 110925"/>
                  <a:gd name="csX38" fmla="*/ 1937 w 31991"/>
                  <a:gd name="csY38" fmla="*/ 110572 h 110925"/>
                  <a:gd name="csX39" fmla="*/ -3575 w 31991"/>
                  <a:gd name="csY39" fmla="*/ 110013 h 110925"/>
                  <a:gd name="csX40" fmla="*/ -3353 w 31991"/>
                  <a:gd name="csY40" fmla="*/ 103989 h 1109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31991" h="110925">
                    <a:moveTo>
                      <a:pt x="-3353" y="103989"/>
                    </a:moveTo>
                    <a:lnTo>
                      <a:pt x="-85" y="104318"/>
                    </a:lnTo>
                    <a:cubicBezTo>
                      <a:pt x="3322" y="104664"/>
                      <a:pt x="5649" y="104000"/>
                      <a:pt x="6840" y="102318"/>
                    </a:cubicBezTo>
                    <a:cubicBezTo>
                      <a:pt x="8032" y="100643"/>
                      <a:pt x="8696" y="97707"/>
                      <a:pt x="8862" y="93521"/>
                    </a:cubicBezTo>
                    <a:cubicBezTo>
                      <a:pt x="9001" y="89594"/>
                      <a:pt x="9056" y="85821"/>
                      <a:pt x="8973" y="82212"/>
                    </a:cubicBezTo>
                    <a:cubicBezTo>
                      <a:pt x="8890" y="78603"/>
                      <a:pt x="8945" y="74620"/>
                      <a:pt x="9111" y="70263"/>
                    </a:cubicBezTo>
                    <a:cubicBezTo>
                      <a:pt x="9250" y="66161"/>
                      <a:pt x="9943" y="63059"/>
                      <a:pt x="11161" y="60951"/>
                    </a:cubicBezTo>
                    <a:cubicBezTo>
                      <a:pt x="12352" y="58843"/>
                      <a:pt x="14319" y="57542"/>
                      <a:pt x="17006" y="57043"/>
                    </a:cubicBezTo>
                    <a:lnTo>
                      <a:pt x="17033" y="56530"/>
                    </a:lnTo>
                    <a:cubicBezTo>
                      <a:pt x="14402" y="55492"/>
                      <a:pt x="12546" y="53822"/>
                      <a:pt x="11494" y="51531"/>
                    </a:cubicBezTo>
                    <a:cubicBezTo>
                      <a:pt x="10469" y="49238"/>
                      <a:pt x="10026" y="46000"/>
                      <a:pt x="10164" y="41812"/>
                    </a:cubicBezTo>
                    <a:cubicBezTo>
                      <a:pt x="10330" y="37455"/>
                      <a:pt x="10580" y="33494"/>
                      <a:pt x="10939" y="29924"/>
                    </a:cubicBezTo>
                    <a:cubicBezTo>
                      <a:pt x="11272" y="26359"/>
                      <a:pt x="11522" y="22611"/>
                      <a:pt x="11659" y="18681"/>
                    </a:cubicBezTo>
                    <a:cubicBezTo>
                      <a:pt x="11826" y="14496"/>
                      <a:pt x="11383" y="11446"/>
                      <a:pt x="10302" y="9538"/>
                    </a:cubicBezTo>
                    <a:cubicBezTo>
                      <a:pt x="9250" y="7629"/>
                      <a:pt x="7006" y="6502"/>
                      <a:pt x="3600" y="6153"/>
                    </a:cubicBezTo>
                    <a:lnTo>
                      <a:pt x="331" y="5823"/>
                    </a:lnTo>
                    <a:lnTo>
                      <a:pt x="552" y="-198"/>
                    </a:lnTo>
                    <a:lnTo>
                      <a:pt x="6064" y="359"/>
                    </a:lnTo>
                    <a:cubicBezTo>
                      <a:pt x="8585" y="613"/>
                      <a:pt x="10746" y="1112"/>
                      <a:pt x="12546" y="1854"/>
                    </a:cubicBezTo>
                    <a:cubicBezTo>
                      <a:pt x="14374" y="2597"/>
                      <a:pt x="15842" y="3669"/>
                      <a:pt x="17006" y="5073"/>
                    </a:cubicBezTo>
                    <a:cubicBezTo>
                      <a:pt x="18169" y="6474"/>
                      <a:pt x="19000" y="8297"/>
                      <a:pt x="19498" y="10535"/>
                    </a:cubicBezTo>
                    <a:cubicBezTo>
                      <a:pt x="20024" y="12773"/>
                      <a:pt x="20191" y="15557"/>
                      <a:pt x="20080" y="18889"/>
                    </a:cubicBezTo>
                    <a:cubicBezTo>
                      <a:pt x="19913" y="23592"/>
                      <a:pt x="19554" y="27799"/>
                      <a:pt x="19028" y="31519"/>
                    </a:cubicBezTo>
                    <a:cubicBezTo>
                      <a:pt x="18529" y="35242"/>
                      <a:pt x="18169" y="39280"/>
                      <a:pt x="18030" y="43637"/>
                    </a:cubicBezTo>
                    <a:cubicBezTo>
                      <a:pt x="17919" y="46116"/>
                      <a:pt x="18584" y="48434"/>
                      <a:pt x="20024" y="50595"/>
                    </a:cubicBezTo>
                    <a:cubicBezTo>
                      <a:pt x="21437" y="52755"/>
                      <a:pt x="24235" y="54090"/>
                      <a:pt x="28417" y="54597"/>
                    </a:cubicBezTo>
                    <a:lnTo>
                      <a:pt x="28168" y="61261"/>
                    </a:lnTo>
                    <a:cubicBezTo>
                      <a:pt x="26063" y="61051"/>
                      <a:pt x="24345" y="61173"/>
                      <a:pt x="22933" y="61630"/>
                    </a:cubicBezTo>
                    <a:cubicBezTo>
                      <a:pt x="21548" y="62090"/>
                      <a:pt x="20413" y="62749"/>
                      <a:pt x="19526" y="63602"/>
                    </a:cubicBezTo>
                    <a:cubicBezTo>
                      <a:pt x="18667" y="64458"/>
                      <a:pt x="18030" y="65444"/>
                      <a:pt x="17670" y="66563"/>
                    </a:cubicBezTo>
                    <a:cubicBezTo>
                      <a:pt x="17282" y="67682"/>
                      <a:pt x="17061" y="68884"/>
                      <a:pt x="17033" y="70166"/>
                    </a:cubicBezTo>
                    <a:cubicBezTo>
                      <a:pt x="16950" y="72302"/>
                      <a:pt x="16923" y="74357"/>
                      <a:pt x="16978" y="76335"/>
                    </a:cubicBezTo>
                    <a:cubicBezTo>
                      <a:pt x="17033" y="78315"/>
                      <a:pt x="17089" y="80290"/>
                      <a:pt x="17144" y="82270"/>
                    </a:cubicBezTo>
                    <a:cubicBezTo>
                      <a:pt x="17199" y="84248"/>
                      <a:pt x="17227" y="86287"/>
                      <a:pt x="17282" y="88394"/>
                    </a:cubicBezTo>
                    <a:cubicBezTo>
                      <a:pt x="17338" y="90502"/>
                      <a:pt x="17310" y="92707"/>
                      <a:pt x="17227" y="95014"/>
                    </a:cubicBezTo>
                    <a:cubicBezTo>
                      <a:pt x="17089" y="98344"/>
                      <a:pt x="16701" y="101069"/>
                      <a:pt x="16036" y="103191"/>
                    </a:cubicBezTo>
                    <a:cubicBezTo>
                      <a:pt x="15371" y="105310"/>
                      <a:pt x="14402" y="106947"/>
                      <a:pt x="13155" y="108107"/>
                    </a:cubicBezTo>
                    <a:cubicBezTo>
                      <a:pt x="11881" y="109265"/>
                      <a:pt x="10330" y="110027"/>
                      <a:pt x="8474" y="110398"/>
                    </a:cubicBezTo>
                    <a:cubicBezTo>
                      <a:pt x="6619" y="110766"/>
                      <a:pt x="4431" y="110827"/>
                      <a:pt x="1937" y="110572"/>
                    </a:cubicBezTo>
                    <a:lnTo>
                      <a:pt x="-3575" y="110013"/>
                    </a:lnTo>
                    <a:lnTo>
                      <a:pt x="-3353" y="103989"/>
                    </a:lnTo>
                    <a:close/>
                  </a:path>
                </a:pathLst>
              </a:custGeom>
              <a:solidFill>
                <a:schemeClr val="accent1"/>
              </a:solidFill>
              <a:ln w="2756" cap="rnd">
                <a:noFill/>
                <a:prstDash val="solid"/>
                <a:round/>
              </a:ln>
            </p:spPr>
            <p:txBody>
              <a:bodyPr/>
              <a:lstStyle/>
              <a:p>
                <a:endParaRPr lang="en-US" b="1"/>
              </a:p>
            </p:txBody>
          </p:sp>
          <p:sp>
            <p:nvSpPr>
              <p:cNvPr id="417" name="Freeform: Shape 416">
                <a:extLst>
                  <a:ext uri="{FF2B5EF4-FFF2-40B4-BE49-F238E27FC236}">
                    <a16:creationId xmlns:a16="http://schemas.microsoft.com/office/drawing/2014/main" id="{52AB66B6-C6A1-E0FF-5B8C-E19B16DFA606}"/>
                  </a:ext>
                </a:extLst>
              </p:cNvPr>
              <p:cNvSpPr/>
              <p:nvPr/>
            </p:nvSpPr>
            <p:spPr>
              <a:xfrm>
                <a:off x="10977104" y="2864100"/>
                <a:ext cx="197054" cy="204519"/>
              </a:xfrm>
              <a:custGeom>
                <a:avLst/>
                <a:gdLst>
                  <a:gd name="csX0" fmla="*/ 297620 w 301199"/>
                  <a:gd name="csY0" fmla="*/ 172032 h 312610"/>
                  <a:gd name="csX1" fmla="*/ 148217 w 301199"/>
                  <a:gd name="csY1" fmla="*/ 311587 h 312610"/>
                  <a:gd name="csX2" fmla="*/ -3570 w 301199"/>
                  <a:gd name="csY2" fmla="*/ 140180 h 312610"/>
                  <a:gd name="csX3" fmla="*/ 145862 w 301199"/>
                  <a:gd name="csY3" fmla="*/ 628 h 312610"/>
                  <a:gd name="csX4" fmla="*/ 297620 w 301199"/>
                  <a:gd name="csY4" fmla="*/ 172032 h 312610"/>
                </a:gdLst>
                <a:ahLst/>
                <a:cxnLst>
                  <a:cxn ang="0">
                    <a:pos x="csX0" y="csY0"/>
                  </a:cxn>
                  <a:cxn ang="0">
                    <a:pos x="csX1" y="csY1"/>
                  </a:cxn>
                  <a:cxn ang="0">
                    <a:pos x="csX2" y="csY2"/>
                  </a:cxn>
                  <a:cxn ang="0">
                    <a:pos x="csX3" y="csY3"/>
                  </a:cxn>
                  <a:cxn ang="0">
                    <a:pos x="csX4" y="csY4"/>
                  </a:cxn>
                </a:cxnLst>
                <a:rect l="l" t="t" r="r" b="b"/>
                <a:pathLst>
                  <a:path w="301199" h="312610">
                    <a:moveTo>
                      <a:pt x="297620" y="172032"/>
                    </a:moveTo>
                    <a:cubicBezTo>
                      <a:pt x="298285" y="257902"/>
                      <a:pt x="231394" y="320381"/>
                      <a:pt x="148217" y="311587"/>
                    </a:cubicBezTo>
                    <a:cubicBezTo>
                      <a:pt x="65039" y="302790"/>
                      <a:pt x="-2933" y="226049"/>
                      <a:pt x="-3570" y="140180"/>
                    </a:cubicBezTo>
                    <a:cubicBezTo>
                      <a:pt x="-4234" y="54312"/>
                      <a:pt x="62684" y="-8169"/>
                      <a:pt x="145862" y="628"/>
                    </a:cubicBezTo>
                    <a:cubicBezTo>
                      <a:pt x="229012" y="9425"/>
                      <a:pt x="296983" y="86165"/>
                      <a:pt x="297620" y="172032"/>
                    </a:cubicBezTo>
                    <a:close/>
                  </a:path>
                </a:pathLst>
              </a:custGeom>
              <a:solidFill>
                <a:schemeClr val="accent2"/>
              </a:solidFill>
              <a:ln w="2756" cap="rnd">
                <a:noFill/>
                <a:prstDash val="solid"/>
                <a:round/>
              </a:ln>
            </p:spPr>
            <p:txBody>
              <a:bodyPr/>
              <a:lstStyle/>
              <a:p>
                <a:endParaRPr lang="en-US" b="1"/>
              </a:p>
            </p:txBody>
          </p:sp>
          <p:sp>
            <p:nvSpPr>
              <p:cNvPr id="418" name="Freeform: Shape 417">
                <a:extLst>
                  <a:ext uri="{FF2B5EF4-FFF2-40B4-BE49-F238E27FC236}">
                    <a16:creationId xmlns:a16="http://schemas.microsoft.com/office/drawing/2014/main" id="{B6532D1B-5553-7179-E12B-D122C3CAEDD4}"/>
                  </a:ext>
                </a:extLst>
              </p:cNvPr>
              <p:cNvSpPr/>
              <p:nvPr/>
            </p:nvSpPr>
            <p:spPr>
              <a:xfrm>
                <a:off x="11097369" y="2947983"/>
                <a:ext cx="42942" cy="42737"/>
              </a:xfrm>
              <a:custGeom>
                <a:avLst/>
                <a:gdLst>
                  <a:gd name="csX0" fmla="*/ -3533 w 65638"/>
                  <a:gd name="csY0" fmla="*/ 55965 h 65325"/>
                  <a:gd name="csX1" fmla="*/ 1009 w 65638"/>
                  <a:gd name="csY1" fmla="*/ 50304 h 65325"/>
                  <a:gd name="csX2" fmla="*/ 25494 w 65638"/>
                  <a:gd name="csY2" fmla="*/ 42953 h 65325"/>
                  <a:gd name="csX3" fmla="*/ 45493 w 65638"/>
                  <a:gd name="csY3" fmla="*/ 36884 h 65325"/>
                  <a:gd name="csX4" fmla="*/ 45575 w 65638"/>
                  <a:gd name="csY4" fmla="*/ 36211 h 65325"/>
                  <a:gd name="csX5" fmla="*/ 27350 w 65638"/>
                  <a:gd name="csY5" fmla="*/ 26101 h 65325"/>
                  <a:gd name="csX6" fmla="*/ 6299 w 65638"/>
                  <a:gd name="csY6" fmla="*/ 14504 h 65325"/>
                  <a:gd name="csX7" fmla="*/ 1895 w 65638"/>
                  <a:gd name="csY7" fmla="*/ 6267 h 65325"/>
                  <a:gd name="csX8" fmla="*/ 1978 w 65638"/>
                  <a:gd name="csY8" fmla="*/ 5696 h 65325"/>
                  <a:gd name="csX9" fmla="*/ 12282 w 65638"/>
                  <a:gd name="csY9" fmla="*/ 918 h 65325"/>
                  <a:gd name="csX10" fmla="*/ 55796 w 65638"/>
                  <a:gd name="csY10" fmla="*/ 26993 h 65325"/>
                  <a:gd name="csX11" fmla="*/ 62001 w 65638"/>
                  <a:gd name="csY11" fmla="*/ 39114 h 65325"/>
                  <a:gd name="csX12" fmla="*/ 55658 w 65638"/>
                  <a:gd name="csY12" fmla="*/ 47376 h 65325"/>
                  <a:gd name="csX13" fmla="*/ 6715 w 65638"/>
                  <a:gd name="csY13" fmla="*/ 64743 h 65325"/>
                  <a:gd name="csX14" fmla="*/ -3533 w 65638"/>
                  <a:gd name="csY14" fmla="*/ 55965 h 6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5638" h="65325">
                    <a:moveTo>
                      <a:pt x="-3533" y="55965"/>
                    </a:moveTo>
                    <a:cubicBezTo>
                      <a:pt x="-3229" y="53234"/>
                      <a:pt x="-1512" y="51055"/>
                      <a:pt x="1009" y="50304"/>
                    </a:cubicBezTo>
                    <a:lnTo>
                      <a:pt x="25494" y="42953"/>
                    </a:lnTo>
                    <a:lnTo>
                      <a:pt x="45493" y="36884"/>
                    </a:lnTo>
                    <a:lnTo>
                      <a:pt x="45575" y="36211"/>
                    </a:lnTo>
                    <a:lnTo>
                      <a:pt x="27350" y="26101"/>
                    </a:lnTo>
                    <a:lnTo>
                      <a:pt x="6299" y="14504"/>
                    </a:lnTo>
                    <a:cubicBezTo>
                      <a:pt x="3336" y="12873"/>
                      <a:pt x="1535" y="9524"/>
                      <a:pt x="1895" y="6267"/>
                    </a:cubicBezTo>
                    <a:lnTo>
                      <a:pt x="1978" y="5696"/>
                    </a:lnTo>
                    <a:cubicBezTo>
                      <a:pt x="2533" y="652"/>
                      <a:pt x="7768" y="-1782"/>
                      <a:pt x="12282" y="918"/>
                    </a:cubicBezTo>
                    <a:lnTo>
                      <a:pt x="55796" y="26993"/>
                    </a:lnTo>
                    <a:cubicBezTo>
                      <a:pt x="60007" y="29522"/>
                      <a:pt x="62499" y="34394"/>
                      <a:pt x="62001" y="39114"/>
                    </a:cubicBezTo>
                    <a:cubicBezTo>
                      <a:pt x="61557" y="42997"/>
                      <a:pt x="59148" y="46135"/>
                      <a:pt x="55658" y="47376"/>
                    </a:cubicBezTo>
                    <a:lnTo>
                      <a:pt x="6715" y="64743"/>
                    </a:lnTo>
                    <a:cubicBezTo>
                      <a:pt x="1591" y="66557"/>
                      <a:pt x="-4115" y="61666"/>
                      <a:pt x="-3533" y="55965"/>
                    </a:cubicBezTo>
                    <a:close/>
                  </a:path>
                </a:pathLst>
              </a:custGeom>
              <a:solidFill>
                <a:srgbClr val="FFFFFF"/>
              </a:solidFill>
              <a:ln w="2756" cap="rnd">
                <a:noFill/>
                <a:prstDash val="solid"/>
                <a:round/>
              </a:ln>
            </p:spPr>
            <p:txBody>
              <a:bodyPr/>
              <a:lstStyle/>
              <a:p>
                <a:endParaRPr lang="en-US" b="1"/>
              </a:p>
            </p:txBody>
          </p:sp>
          <p:sp>
            <p:nvSpPr>
              <p:cNvPr id="419" name="Freeform: Shape 418">
                <a:extLst>
                  <a:ext uri="{FF2B5EF4-FFF2-40B4-BE49-F238E27FC236}">
                    <a16:creationId xmlns:a16="http://schemas.microsoft.com/office/drawing/2014/main" id="{6B02DAFF-A1BD-17A4-A283-969B04542C12}"/>
                  </a:ext>
                </a:extLst>
              </p:cNvPr>
              <p:cNvSpPr/>
              <p:nvPr/>
            </p:nvSpPr>
            <p:spPr>
              <a:xfrm>
                <a:off x="11019103" y="2941523"/>
                <a:ext cx="42931" cy="42737"/>
              </a:xfrm>
              <a:custGeom>
                <a:avLst/>
                <a:gdLst>
                  <a:gd name="csX0" fmla="*/ 62001 w 65620"/>
                  <a:gd name="csY0" fmla="*/ 8964 h 65325"/>
                  <a:gd name="csX1" fmla="*/ 57487 w 65620"/>
                  <a:gd name="csY1" fmla="*/ 14625 h 65325"/>
                  <a:gd name="csX2" fmla="*/ 32973 w 65620"/>
                  <a:gd name="csY2" fmla="*/ 21976 h 65325"/>
                  <a:gd name="csX3" fmla="*/ 13003 w 65620"/>
                  <a:gd name="csY3" fmla="*/ 28045 h 65325"/>
                  <a:gd name="csX4" fmla="*/ 12920 w 65620"/>
                  <a:gd name="csY4" fmla="*/ 28718 h 65325"/>
                  <a:gd name="csX5" fmla="*/ 31146 w 65620"/>
                  <a:gd name="csY5" fmla="*/ 38828 h 65325"/>
                  <a:gd name="csX6" fmla="*/ 52196 w 65620"/>
                  <a:gd name="csY6" fmla="*/ 50425 h 65325"/>
                  <a:gd name="csX7" fmla="*/ 56572 w 65620"/>
                  <a:gd name="csY7" fmla="*/ 58662 h 65325"/>
                  <a:gd name="csX8" fmla="*/ 56517 w 65620"/>
                  <a:gd name="csY8" fmla="*/ 59233 h 65325"/>
                  <a:gd name="csX9" fmla="*/ 46185 w 65620"/>
                  <a:gd name="csY9" fmla="*/ 64011 h 65325"/>
                  <a:gd name="csX10" fmla="*/ 2672 w 65620"/>
                  <a:gd name="csY10" fmla="*/ 37936 h 65325"/>
                  <a:gd name="csX11" fmla="*/ -3505 w 65620"/>
                  <a:gd name="csY11" fmla="*/ 25818 h 65325"/>
                  <a:gd name="csX12" fmla="*/ 2810 w 65620"/>
                  <a:gd name="csY12" fmla="*/ 17556 h 65325"/>
                  <a:gd name="csX13" fmla="*/ 51781 w 65620"/>
                  <a:gd name="csY13" fmla="*/ 186 h 65325"/>
                  <a:gd name="csX14" fmla="*/ 62001 w 65620"/>
                  <a:gd name="csY14" fmla="*/ 8964 h 6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5620" h="65325">
                    <a:moveTo>
                      <a:pt x="62001" y="8964"/>
                    </a:moveTo>
                    <a:cubicBezTo>
                      <a:pt x="61724" y="11695"/>
                      <a:pt x="59979" y="13874"/>
                      <a:pt x="57487" y="14625"/>
                    </a:cubicBezTo>
                    <a:lnTo>
                      <a:pt x="32973" y="21976"/>
                    </a:lnTo>
                    <a:lnTo>
                      <a:pt x="13003" y="28045"/>
                    </a:lnTo>
                    <a:lnTo>
                      <a:pt x="12920" y="28718"/>
                    </a:lnTo>
                    <a:lnTo>
                      <a:pt x="31146" y="38828"/>
                    </a:lnTo>
                    <a:lnTo>
                      <a:pt x="52196" y="50425"/>
                    </a:lnTo>
                    <a:cubicBezTo>
                      <a:pt x="55160" y="52056"/>
                      <a:pt x="56933" y="55405"/>
                      <a:pt x="56572" y="58662"/>
                    </a:cubicBezTo>
                    <a:lnTo>
                      <a:pt x="56517" y="59233"/>
                    </a:lnTo>
                    <a:cubicBezTo>
                      <a:pt x="55963" y="64280"/>
                      <a:pt x="50701" y="66712"/>
                      <a:pt x="46185" y="64011"/>
                    </a:cubicBezTo>
                    <a:lnTo>
                      <a:pt x="2672" y="37936"/>
                    </a:lnTo>
                    <a:cubicBezTo>
                      <a:pt x="-1538" y="35410"/>
                      <a:pt x="-4031" y="30538"/>
                      <a:pt x="-3505" y="25818"/>
                    </a:cubicBezTo>
                    <a:cubicBezTo>
                      <a:pt x="-3090" y="21932"/>
                      <a:pt x="-680" y="18794"/>
                      <a:pt x="2810" y="17556"/>
                    </a:cubicBezTo>
                    <a:lnTo>
                      <a:pt x="51781" y="186"/>
                    </a:lnTo>
                    <a:cubicBezTo>
                      <a:pt x="56905" y="-1628"/>
                      <a:pt x="62611" y="3263"/>
                      <a:pt x="62001" y="8964"/>
                    </a:cubicBezTo>
                    <a:close/>
                  </a:path>
                </a:pathLst>
              </a:custGeom>
              <a:solidFill>
                <a:srgbClr val="FFFFFF"/>
              </a:solidFill>
              <a:ln w="2756" cap="rnd">
                <a:noFill/>
                <a:prstDash val="solid"/>
                <a:round/>
              </a:ln>
            </p:spPr>
            <p:txBody>
              <a:bodyPr/>
              <a:lstStyle/>
              <a:p>
                <a:endParaRPr lang="en-US" b="1"/>
              </a:p>
            </p:txBody>
          </p:sp>
          <p:sp>
            <p:nvSpPr>
              <p:cNvPr id="420" name="Freeform: Shape 419">
                <a:extLst>
                  <a:ext uri="{FF2B5EF4-FFF2-40B4-BE49-F238E27FC236}">
                    <a16:creationId xmlns:a16="http://schemas.microsoft.com/office/drawing/2014/main" id="{59F3C910-2640-67B7-0475-007ED446445C}"/>
                  </a:ext>
                </a:extLst>
              </p:cNvPr>
              <p:cNvSpPr/>
              <p:nvPr/>
            </p:nvSpPr>
            <p:spPr>
              <a:xfrm>
                <a:off x="11062441" y="2921011"/>
                <a:ext cx="36712" cy="85377"/>
              </a:xfrm>
              <a:custGeom>
                <a:avLst/>
                <a:gdLst>
                  <a:gd name="csX0" fmla="*/ 2518 w 56115"/>
                  <a:gd name="csY0" fmla="*/ 129727 h 130501"/>
                  <a:gd name="csX1" fmla="*/ -3133 w 56115"/>
                  <a:gd name="csY1" fmla="*/ 118352 h 130501"/>
                  <a:gd name="csX2" fmla="*/ 35229 w 56115"/>
                  <a:gd name="csY2" fmla="*/ 5471 h 130501"/>
                  <a:gd name="csX3" fmla="*/ 46447 w 56115"/>
                  <a:gd name="csY3" fmla="*/ 377 h 130501"/>
                  <a:gd name="csX4" fmla="*/ 52097 w 56115"/>
                  <a:gd name="csY4" fmla="*/ 11753 h 130501"/>
                  <a:gd name="csX5" fmla="*/ 13763 w 56115"/>
                  <a:gd name="csY5" fmla="*/ 124634 h 130501"/>
                  <a:gd name="csX6" fmla="*/ 2518 w 56115"/>
                  <a:gd name="csY6" fmla="*/ 129727 h 13050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6115" h="130501">
                    <a:moveTo>
                      <a:pt x="2518" y="129727"/>
                    </a:moveTo>
                    <a:cubicBezTo>
                      <a:pt x="-2108" y="128002"/>
                      <a:pt x="-4656" y="122880"/>
                      <a:pt x="-3133" y="118352"/>
                    </a:cubicBezTo>
                    <a:lnTo>
                      <a:pt x="35229" y="5471"/>
                    </a:lnTo>
                    <a:cubicBezTo>
                      <a:pt x="36752" y="942"/>
                      <a:pt x="41821" y="-1349"/>
                      <a:pt x="46447" y="377"/>
                    </a:cubicBezTo>
                    <a:cubicBezTo>
                      <a:pt x="51100" y="2105"/>
                      <a:pt x="53621" y="7224"/>
                      <a:pt x="52097" y="11753"/>
                    </a:cubicBezTo>
                    <a:lnTo>
                      <a:pt x="13763" y="124634"/>
                    </a:lnTo>
                    <a:cubicBezTo>
                      <a:pt x="12212" y="129162"/>
                      <a:pt x="7143" y="131456"/>
                      <a:pt x="2518" y="129727"/>
                    </a:cubicBezTo>
                    <a:close/>
                  </a:path>
                </a:pathLst>
              </a:custGeom>
              <a:solidFill>
                <a:srgbClr val="FFFFFF"/>
              </a:solidFill>
              <a:ln w="2756" cap="rnd">
                <a:noFill/>
                <a:prstDash val="solid"/>
                <a:round/>
              </a:ln>
            </p:spPr>
            <p:txBody>
              <a:bodyPr/>
              <a:lstStyle/>
              <a:p>
                <a:endParaRPr lang="en-US" b="1"/>
              </a:p>
            </p:txBody>
          </p:sp>
          <p:sp>
            <p:nvSpPr>
              <p:cNvPr id="421" name="Freeform: Shape 420">
                <a:extLst>
                  <a:ext uri="{FF2B5EF4-FFF2-40B4-BE49-F238E27FC236}">
                    <a16:creationId xmlns:a16="http://schemas.microsoft.com/office/drawing/2014/main" id="{C2091BF1-905E-5F3F-0553-CBB13F5E6F1D}"/>
                  </a:ext>
                </a:extLst>
              </p:cNvPr>
              <p:cNvSpPr/>
              <p:nvPr/>
            </p:nvSpPr>
            <p:spPr>
              <a:xfrm>
                <a:off x="10985888" y="3302004"/>
                <a:ext cx="90221" cy="116913"/>
              </a:xfrm>
              <a:custGeom>
                <a:avLst/>
                <a:gdLst>
                  <a:gd name="csX0" fmla="*/ 113776 w 115598"/>
                  <a:gd name="csY0" fmla="*/ 101151 h 149797"/>
                  <a:gd name="csX1" fmla="*/ 87494 w 115598"/>
                  <a:gd name="csY1" fmla="*/ 148991 h 149797"/>
                  <a:gd name="csX2" fmla="*/ -1823 w 115598"/>
                  <a:gd name="csY2" fmla="*/ 36858 h 149797"/>
                  <a:gd name="csX3" fmla="*/ 32565 w 115598"/>
                  <a:gd name="csY3" fmla="*/ -807 h 149797"/>
                  <a:gd name="csX4" fmla="*/ 113776 w 115598"/>
                  <a:gd name="csY4" fmla="*/ 101151 h 149797"/>
                </a:gdLst>
                <a:ahLst/>
                <a:cxnLst>
                  <a:cxn ang="0">
                    <a:pos x="csX0" y="csY0"/>
                  </a:cxn>
                  <a:cxn ang="0">
                    <a:pos x="csX1" y="csY1"/>
                  </a:cxn>
                  <a:cxn ang="0">
                    <a:pos x="csX2" y="csY2"/>
                  </a:cxn>
                  <a:cxn ang="0">
                    <a:pos x="csX3" y="csY3"/>
                  </a:cxn>
                  <a:cxn ang="0">
                    <a:pos x="csX4" y="csY4"/>
                  </a:cxn>
                </a:cxnLst>
                <a:rect l="l" t="t" r="r" b="b"/>
                <a:pathLst>
                  <a:path w="115598" h="149797">
                    <a:moveTo>
                      <a:pt x="113776" y="101151"/>
                    </a:moveTo>
                    <a:lnTo>
                      <a:pt x="87494" y="148991"/>
                    </a:lnTo>
                    <a:lnTo>
                      <a:pt x="-1823" y="36858"/>
                    </a:lnTo>
                    <a:lnTo>
                      <a:pt x="32565" y="-807"/>
                    </a:lnTo>
                    <a:lnTo>
                      <a:pt x="113776" y="101151"/>
                    </a:lnTo>
                    <a:close/>
                  </a:path>
                </a:pathLst>
              </a:custGeom>
              <a:solidFill>
                <a:srgbClr val="FFFFFF"/>
              </a:solidFill>
              <a:ln w="1711" cap="rnd">
                <a:noFill/>
                <a:prstDash val="solid"/>
                <a:round/>
              </a:ln>
            </p:spPr>
            <p:txBody>
              <a:bodyPr/>
              <a:lstStyle/>
              <a:p>
                <a:endParaRPr lang="en-US" b="1"/>
              </a:p>
            </p:txBody>
          </p:sp>
          <p:sp>
            <p:nvSpPr>
              <p:cNvPr id="422" name="Freeform: Shape 421">
                <a:extLst>
                  <a:ext uri="{FF2B5EF4-FFF2-40B4-BE49-F238E27FC236}">
                    <a16:creationId xmlns:a16="http://schemas.microsoft.com/office/drawing/2014/main" id="{A4E9A708-538A-B4F6-81D2-CA633C61270D}"/>
                  </a:ext>
                </a:extLst>
              </p:cNvPr>
              <p:cNvSpPr/>
              <p:nvPr/>
            </p:nvSpPr>
            <p:spPr>
              <a:xfrm>
                <a:off x="10985888" y="3302004"/>
                <a:ext cx="90221" cy="116913"/>
              </a:xfrm>
              <a:custGeom>
                <a:avLst/>
                <a:gdLst>
                  <a:gd name="csX0" fmla="*/ 113776 w 115598"/>
                  <a:gd name="csY0" fmla="*/ 101151 h 149797"/>
                  <a:gd name="csX1" fmla="*/ 87494 w 115598"/>
                  <a:gd name="csY1" fmla="*/ 148991 h 149797"/>
                  <a:gd name="csX2" fmla="*/ -1823 w 115598"/>
                  <a:gd name="csY2" fmla="*/ 36858 h 149797"/>
                  <a:gd name="csX3" fmla="*/ 32565 w 115598"/>
                  <a:gd name="csY3" fmla="*/ -807 h 149797"/>
                  <a:gd name="csX4" fmla="*/ 113776 w 115598"/>
                  <a:gd name="csY4" fmla="*/ 101151 h 149797"/>
                </a:gdLst>
                <a:ahLst/>
                <a:cxnLst>
                  <a:cxn ang="0">
                    <a:pos x="csX0" y="csY0"/>
                  </a:cxn>
                  <a:cxn ang="0">
                    <a:pos x="csX1" y="csY1"/>
                  </a:cxn>
                  <a:cxn ang="0">
                    <a:pos x="csX2" y="csY2"/>
                  </a:cxn>
                  <a:cxn ang="0">
                    <a:pos x="csX3" y="csY3"/>
                  </a:cxn>
                  <a:cxn ang="0">
                    <a:pos x="csX4" y="csY4"/>
                  </a:cxn>
                </a:cxnLst>
                <a:rect l="l" t="t" r="r" b="b"/>
                <a:pathLst>
                  <a:path w="115598" h="149797">
                    <a:moveTo>
                      <a:pt x="113776" y="101151"/>
                    </a:moveTo>
                    <a:lnTo>
                      <a:pt x="87494" y="148991"/>
                    </a:lnTo>
                    <a:lnTo>
                      <a:pt x="-1823" y="36858"/>
                    </a:lnTo>
                    <a:lnTo>
                      <a:pt x="32565" y="-807"/>
                    </a:lnTo>
                    <a:lnTo>
                      <a:pt x="113776" y="101151"/>
                    </a:lnTo>
                    <a:close/>
                  </a:path>
                </a:pathLst>
              </a:custGeom>
              <a:noFill/>
              <a:ln w="4021" cap="rnd">
                <a:solidFill>
                  <a:srgbClr val="0E0F29"/>
                </a:solidFill>
                <a:prstDash val="solid"/>
                <a:round/>
              </a:ln>
            </p:spPr>
            <p:txBody>
              <a:bodyPr/>
              <a:lstStyle/>
              <a:p>
                <a:endParaRPr lang="en-US" b="1"/>
              </a:p>
            </p:txBody>
          </p:sp>
          <p:sp>
            <p:nvSpPr>
              <p:cNvPr id="423" name="Freeform: Shape 422">
                <a:extLst>
                  <a:ext uri="{FF2B5EF4-FFF2-40B4-BE49-F238E27FC236}">
                    <a16:creationId xmlns:a16="http://schemas.microsoft.com/office/drawing/2014/main" id="{3DF7AE1B-4E85-2868-D9BD-AA644625949A}"/>
                  </a:ext>
                </a:extLst>
              </p:cNvPr>
              <p:cNvSpPr/>
              <p:nvPr/>
            </p:nvSpPr>
            <p:spPr>
              <a:xfrm>
                <a:off x="11027247" y="3360209"/>
                <a:ext cx="174171" cy="189828"/>
              </a:xfrm>
              <a:custGeom>
                <a:avLst/>
                <a:gdLst>
                  <a:gd name="csX0" fmla="*/ 219360 w 223160"/>
                  <a:gd name="csY0" fmla="*/ 167731 h 243220"/>
                  <a:gd name="csX1" fmla="*/ 219809 w 223160"/>
                  <a:gd name="csY1" fmla="*/ 167352 h 243220"/>
                  <a:gd name="csX2" fmla="*/ 194095 w 223160"/>
                  <a:gd name="csY2" fmla="*/ 136482 h 243220"/>
                  <a:gd name="csX3" fmla="*/ 194147 w 223160"/>
                  <a:gd name="csY3" fmla="*/ 136447 h 243220"/>
                  <a:gd name="csX4" fmla="*/ 84446 w 223160"/>
                  <a:gd name="csY4" fmla="*/ 4706 h 243220"/>
                  <a:gd name="csX5" fmla="*/ 59560 w 223160"/>
                  <a:gd name="csY5" fmla="*/ 1912 h 243220"/>
                  <a:gd name="csX6" fmla="*/ 1804 w 223160"/>
                  <a:gd name="csY6" fmla="*/ 53909 h 243220"/>
                  <a:gd name="csX7" fmla="*/ 1718 w 223160"/>
                  <a:gd name="csY7" fmla="*/ 76518 h 243220"/>
                  <a:gd name="csX8" fmla="*/ 27379 w 223160"/>
                  <a:gd name="csY8" fmla="*/ 107423 h 243220"/>
                  <a:gd name="csX9" fmla="*/ 27362 w 223160"/>
                  <a:gd name="csY9" fmla="*/ 107423 h 243220"/>
                  <a:gd name="csX10" fmla="*/ 136235 w 223160"/>
                  <a:gd name="csY10" fmla="*/ 238474 h 243220"/>
                  <a:gd name="csX11" fmla="*/ 137115 w 223160"/>
                  <a:gd name="csY11" fmla="*/ 237732 h 243220"/>
                  <a:gd name="csX12" fmla="*/ 156671 w 223160"/>
                  <a:gd name="csY12" fmla="*/ 239181 h 243220"/>
                  <a:gd name="csX13" fmla="*/ 214876 w 223160"/>
                  <a:gd name="csY13" fmla="*/ 188926 h 243220"/>
                  <a:gd name="csX14" fmla="*/ 219360 w 223160"/>
                  <a:gd name="csY14" fmla="*/ 167731 h 243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3160" h="243220">
                    <a:moveTo>
                      <a:pt x="219360" y="167731"/>
                    </a:moveTo>
                    <a:lnTo>
                      <a:pt x="219809" y="167352"/>
                    </a:lnTo>
                    <a:lnTo>
                      <a:pt x="194095" y="136482"/>
                    </a:lnTo>
                    <a:lnTo>
                      <a:pt x="194147" y="136447"/>
                    </a:lnTo>
                    <a:lnTo>
                      <a:pt x="84446" y="4706"/>
                    </a:lnTo>
                    <a:cubicBezTo>
                      <a:pt x="81100" y="-1244"/>
                      <a:pt x="72322" y="-2692"/>
                      <a:pt x="59560" y="1912"/>
                    </a:cubicBezTo>
                    <a:cubicBezTo>
                      <a:pt x="37330" y="9949"/>
                      <a:pt x="11462" y="33231"/>
                      <a:pt x="1804" y="53909"/>
                    </a:cubicBezTo>
                    <a:cubicBezTo>
                      <a:pt x="-3197" y="64601"/>
                      <a:pt x="-2835" y="72482"/>
                      <a:pt x="1718" y="76518"/>
                    </a:cubicBezTo>
                    <a:lnTo>
                      <a:pt x="27379" y="107423"/>
                    </a:lnTo>
                    <a:lnTo>
                      <a:pt x="27362" y="107423"/>
                    </a:lnTo>
                    <a:lnTo>
                      <a:pt x="136235" y="238474"/>
                    </a:lnTo>
                    <a:lnTo>
                      <a:pt x="137115" y="237732"/>
                    </a:lnTo>
                    <a:cubicBezTo>
                      <a:pt x="138322" y="243199"/>
                      <a:pt x="145151" y="244130"/>
                      <a:pt x="156671" y="239181"/>
                    </a:cubicBezTo>
                    <a:cubicBezTo>
                      <a:pt x="176418" y="230713"/>
                      <a:pt x="202476" y="208207"/>
                      <a:pt x="214876" y="188926"/>
                    </a:cubicBezTo>
                    <a:cubicBezTo>
                      <a:pt x="221740" y="178251"/>
                      <a:pt x="222965" y="170818"/>
                      <a:pt x="219360" y="167731"/>
                    </a:cubicBezTo>
                    <a:close/>
                  </a:path>
                </a:pathLst>
              </a:custGeom>
              <a:solidFill>
                <a:schemeClr val="accent3"/>
              </a:solidFill>
              <a:ln w="1711" cap="rnd">
                <a:noFill/>
                <a:prstDash val="solid"/>
                <a:round/>
              </a:ln>
            </p:spPr>
            <p:txBody>
              <a:bodyPr/>
              <a:lstStyle/>
              <a:p>
                <a:endParaRPr lang="en-US" b="1"/>
              </a:p>
            </p:txBody>
          </p:sp>
          <p:sp>
            <p:nvSpPr>
              <p:cNvPr id="424" name="Freeform: Shape 423">
                <a:extLst>
                  <a:ext uri="{FF2B5EF4-FFF2-40B4-BE49-F238E27FC236}">
                    <a16:creationId xmlns:a16="http://schemas.microsoft.com/office/drawing/2014/main" id="{0E8B9572-F1B5-7495-6AD6-61B4FD4DDE8C}"/>
                  </a:ext>
                </a:extLst>
              </p:cNvPr>
              <p:cNvSpPr/>
              <p:nvPr/>
            </p:nvSpPr>
            <p:spPr>
              <a:xfrm>
                <a:off x="11027247" y="3360209"/>
                <a:ext cx="174171" cy="189828"/>
              </a:xfrm>
              <a:custGeom>
                <a:avLst/>
                <a:gdLst>
                  <a:gd name="csX0" fmla="*/ 219360 w 223160"/>
                  <a:gd name="csY0" fmla="*/ 167731 h 243220"/>
                  <a:gd name="csX1" fmla="*/ 219809 w 223160"/>
                  <a:gd name="csY1" fmla="*/ 167352 h 243220"/>
                  <a:gd name="csX2" fmla="*/ 194095 w 223160"/>
                  <a:gd name="csY2" fmla="*/ 136482 h 243220"/>
                  <a:gd name="csX3" fmla="*/ 194147 w 223160"/>
                  <a:gd name="csY3" fmla="*/ 136447 h 243220"/>
                  <a:gd name="csX4" fmla="*/ 84446 w 223160"/>
                  <a:gd name="csY4" fmla="*/ 4706 h 243220"/>
                  <a:gd name="csX5" fmla="*/ 59560 w 223160"/>
                  <a:gd name="csY5" fmla="*/ 1912 h 243220"/>
                  <a:gd name="csX6" fmla="*/ 1804 w 223160"/>
                  <a:gd name="csY6" fmla="*/ 53909 h 243220"/>
                  <a:gd name="csX7" fmla="*/ 1718 w 223160"/>
                  <a:gd name="csY7" fmla="*/ 76518 h 243220"/>
                  <a:gd name="csX8" fmla="*/ 27379 w 223160"/>
                  <a:gd name="csY8" fmla="*/ 107423 h 243220"/>
                  <a:gd name="csX9" fmla="*/ 27362 w 223160"/>
                  <a:gd name="csY9" fmla="*/ 107423 h 243220"/>
                  <a:gd name="csX10" fmla="*/ 136235 w 223160"/>
                  <a:gd name="csY10" fmla="*/ 238474 h 243220"/>
                  <a:gd name="csX11" fmla="*/ 137115 w 223160"/>
                  <a:gd name="csY11" fmla="*/ 237732 h 243220"/>
                  <a:gd name="csX12" fmla="*/ 156671 w 223160"/>
                  <a:gd name="csY12" fmla="*/ 239181 h 243220"/>
                  <a:gd name="csX13" fmla="*/ 214876 w 223160"/>
                  <a:gd name="csY13" fmla="*/ 188926 h 243220"/>
                  <a:gd name="csX14" fmla="*/ 219360 w 223160"/>
                  <a:gd name="csY14" fmla="*/ 167731 h 243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3160" h="243220">
                    <a:moveTo>
                      <a:pt x="219360" y="167731"/>
                    </a:moveTo>
                    <a:lnTo>
                      <a:pt x="219809" y="167352"/>
                    </a:lnTo>
                    <a:lnTo>
                      <a:pt x="194095" y="136482"/>
                    </a:lnTo>
                    <a:lnTo>
                      <a:pt x="194147" y="136447"/>
                    </a:lnTo>
                    <a:lnTo>
                      <a:pt x="84446" y="4706"/>
                    </a:lnTo>
                    <a:cubicBezTo>
                      <a:pt x="81100" y="-1244"/>
                      <a:pt x="72322" y="-2692"/>
                      <a:pt x="59560" y="1912"/>
                    </a:cubicBezTo>
                    <a:cubicBezTo>
                      <a:pt x="37330" y="9949"/>
                      <a:pt x="11462" y="33231"/>
                      <a:pt x="1804" y="53909"/>
                    </a:cubicBezTo>
                    <a:cubicBezTo>
                      <a:pt x="-3197" y="64601"/>
                      <a:pt x="-2835" y="72482"/>
                      <a:pt x="1718" y="76518"/>
                    </a:cubicBezTo>
                    <a:lnTo>
                      <a:pt x="27379" y="107423"/>
                    </a:lnTo>
                    <a:lnTo>
                      <a:pt x="27362" y="107423"/>
                    </a:lnTo>
                    <a:lnTo>
                      <a:pt x="136235" y="238474"/>
                    </a:lnTo>
                    <a:lnTo>
                      <a:pt x="137115" y="237732"/>
                    </a:lnTo>
                    <a:cubicBezTo>
                      <a:pt x="138322" y="243199"/>
                      <a:pt x="145151" y="244130"/>
                      <a:pt x="156671" y="239181"/>
                    </a:cubicBezTo>
                    <a:cubicBezTo>
                      <a:pt x="176418" y="230713"/>
                      <a:pt x="202476" y="208207"/>
                      <a:pt x="214876" y="188926"/>
                    </a:cubicBezTo>
                    <a:cubicBezTo>
                      <a:pt x="221740" y="178251"/>
                      <a:pt x="222965" y="170818"/>
                      <a:pt x="219360" y="167731"/>
                    </a:cubicBezTo>
                    <a:close/>
                  </a:path>
                </a:pathLst>
              </a:custGeom>
              <a:noFill/>
              <a:ln w="4021" cap="rnd">
                <a:solidFill>
                  <a:srgbClr val="0E0F29"/>
                </a:solidFill>
                <a:prstDash val="solid"/>
                <a:round/>
              </a:ln>
            </p:spPr>
            <p:txBody>
              <a:bodyPr/>
              <a:lstStyle/>
              <a:p>
                <a:endParaRPr lang="en-US" b="1"/>
              </a:p>
            </p:txBody>
          </p:sp>
          <p:sp>
            <p:nvSpPr>
              <p:cNvPr id="425" name="Freeform: Shape 424">
                <a:extLst>
                  <a:ext uri="{FF2B5EF4-FFF2-40B4-BE49-F238E27FC236}">
                    <a16:creationId xmlns:a16="http://schemas.microsoft.com/office/drawing/2014/main" id="{D9298D2D-6FB1-C715-BA64-F7094E62D6EF}"/>
                  </a:ext>
                </a:extLst>
              </p:cNvPr>
              <p:cNvSpPr/>
              <p:nvPr/>
            </p:nvSpPr>
            <p:spPr>
              <a:xfrm>
                <a:off x="10785849" y="3073027"/>
                <a:ext cx="262032" cy="288440"/>
              </a:xfrm>
              <a:custGeom>
                <a:avLst/>
                <a:gdLst>
                  <a:gd name="csX0" fmla="*/ 320463 w 335732"/>
                  <a:gd name="csY0" fmla="*/ 220296 h 369568"/>
                  <a:gd name="csX1" fmla="*/ 144348 w 335732"/>
                  <a:gd name="csY1" fmla="*/ 336464 h 369568"/>
                  <a:gd name="csX2" fmla="*/ 25145 w 335732"/>
                  <a:gd name="csY2" fmla="*/ 146915 h 369568"/>
                  <a:gd name="csX3" fmla="*/ 192826 w 335732"/>
                  <a:gd name="csY3" fmla="*/ 19190 h 369568"/>
                  <a:gd name="csX4" fmla="*/ 320463 w 335732"/>
                  <a:gd name="csY4" fmla="*/ 220296 h 369568"/>
                  <a:gd name="csX5" fmla="*/ 191602 w 335732"/>
                  <a:gd name="csY5" fmla="*/ 4462 h 369568"/>
                  <a:gd name="csX6" fmla="*/ 156 w 335732"/>
                  <a:gd name="csY6" fmla="*/ 140344 h 369568"/>
                  <a:gd name="csX7" fmla="*/ 140502 w 335732"/>
                  <a:gd name="csY7" fmla="*/ 363488 h 369568"/>
                  <a:gd name="csX8" fmla="*/ 331931 w 335732"/>
                  <a:gd name="csY8" fmla="*/ 227608 h 369568"/>
                  <a:gd name="csX9" fmla="*/ 191602 w 335732"/>
                  <a:gd name="csY9" fmla="*/ 4462 h 369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35732" h="369568">
                    <a:moveTo>
                      <a:pt x="320463" y="220296"/>
                    </a:moveTo>
                    <a:cubicBezTo>
                      <a:pt x="308477" y="304507"/>
                      <a:pt x="222179" y="356917"/>
                      <a:pt x="144348" y="336464"/>
                    </a:cubicBezTo>
                    <a:cubicBezTo>
                      <a:pt x="66535" y="315993"/>
                      <a:pt x="13159" y="231126"/>
                      <a:pt x="25145" y="146915"/>
                    </a:cubicBezTo>
                    <a:cubicBezTo>
                      <a:pt x="37131" y="62703"/>
                      <a:pt x="114996" y="-1277"/>
                      <a:pt x="192826" y="19190"/>
                    </a:cubicBezTo>
                    <a:cubicBezTo>
                      <a:pt x="270639" y="39658"/>
                      <a:pt x="332448" y="136084"/>
                      <a:pt x="320463" y="220296"/>
                    </a:cubicBezTo>
                    <a:close/>
                    <a:moveTo>
                      <a:pt x="191602" y="4462"/>
                    </a:moveTo>
                    <a:cubicBezTo>
                      <a:pt x="99975" y="-19635"/>
                      <a:pt x="14263" y="41203"/>
                      <a:pt x="156" y="140344"/>
                    </a:cubicBezTo>
                    <a:cubicBezTo>
                      <a:pt x="-13951" y="239490"/>
                      <a:pt x="48892" y="339396"/>
                      <a:pt x="140502" y="363488"/>
                    </a:cubicBezTo>
                    <a:cubicBezTo>
                      <a:pt x="232129" y="387598"/>
                      <a:pt x="317824" y="326754"/>
                      <a:pt x="331931" y="227608"/>
                    </a:cubicBezTo>
                    <a:cubicBezTo>
                      <a:pt x="346038" y="128462"/>
                      <a:pt x="283212" y="28558"/>
                      <a:pt x="191602" y="4462"/>
                    </a:cubicBezTo>
                    <a:close/>
                  </a:path>
                </a:pathLst>
              </a:custGeom>
              <a:solidFill>
                <a:srgbClr val="0E0F29"/>
              </a:solidFill>
              <a:ln w="1711" cap="rnd">
                <a:noFill/>
                <a:prstDash val="solid"/>
                <a:round/>
              </a:ln>
            </p:spPr>
            <p:txBody>
              <a:bodyPr/>
              <a:lstStyle/>
              <a:p>
                <a:endParaRPr lang="en-US" b="1"/>
              </a:p>
            </p:txBody>
          </p:sp>
          <p:sp>
            <p:nvSpPr>
              <p:cNvPr id="426" name="Freeform: Shape 425">
                <a:extLst>
                  <a:ext uri="{FF2B5EF4-FFF2-40B4-BE49-F238E27FC236}">
                    <a16:creationId xmlns:a16="http://schemas.microsoft.com/office/drawing/2014/main" id="{3E454774-8AEE-0F19-77F4-6F14E5A2AF2B}"/>
                  </a:ext>
                </a:extLst>
              </p:cNvPr>
              <p:cNvSpPr/>
              <p:nvPr/>
            </p:nvSpPr>
            <p:spPr>
              <a:xfrm>
                <a:off x="10826992" y="3058080"/>
                <a:ext cx="238605" cy="288261"/>
              </a:xfrm>
              <a:custGeom>
                <a:avLst/>
                <a:gdLst>
                  <a:gd name="csX0" fmla="*/ 303618 w 305716"/>
                  <a:gd name="csY0" fmla="*/ 189589 h 369338"/>
                  <a:gd name="csX1" fmla="*/ 303239 w 305716"/>
                  <a:gd name="csY1" fmla="*/ 183346 h 369338"/>
                  <a:gd name="csX2" fmla="*/ 303135 w 305716"/>
                  <a:gd name="csY2" fmla="*/ 182242 h 369338"/>
                  <a:gd name="csX3" fmla="*/ 302842 w 305716"/>
                  <a:gd name="csY3" fmla="*/ 179293 h 369338"/>
                  <a:gd name="csX4" fmla="*/ 302480 w 305716"/>
                  <a:gd name="csY4" fmla="*/ 175706 h 369338"/>
                  <a:gd name="csX5" fmla="*/ 302221 w 305716"/>
                  <a:gd name="csY5" fmla="*/ 173723 h 369338"/>
                  <a:gd name="csX6" fmla="*/ 301773 w 305716"/>
                  <a:gd name="csY6" fmla="*/ 170550 h 369338"/>
                  <a:gd name="csX7" fmla="*/ 301445 w 305716"/>
                  <a:gd name="csY7" fmla="*/ 168101 h 369338"/>
                  <a:gd name="csX8" fmla="*/ 300928 w 305716"/>
                  <a:gd name="csY8" fmla="*/ 165186 h 369338"/>
                  <a:gd name="csX9" fmla="*/ 300376 w 305716"/>
                  <a:gd name="csY9" fmla="*/ 162030 h 369338"/>
                  <a:gd name="csX10" fmla="*/ 300117 w 305716"/>
                  <a:gd name="csY10" fmla="*/ 160461 h 369338"/>
                  <a:gd name="csX11" fmla="*/ 299238 w 305716"/>
                  <a:gd name="csY11" fmla="*/ 156356 h 369338"/>
                  <a:gd name="csX12" fmla="*/ 298669 w 305716"/>
                  <a:gd name="csY12" fmla="*/ 153683 h 369338"/>
                  <a:gd name="csX13" fmla="*/ 298496 w 305716"/>
                  <a:gd name="csY13" fmla="*/ 152942 h 369338"/>
                  <a:gd name="csX14" fmla="*/ 296668 w 305716"/>
                  <a:gd name="csY14" fmla="*/ 145629 h 369338"/>
                  <a:gd name="csX15" fmla="*/ 296651 w 305716"/>
                  <a:gd name="csY15" fmla="*/ 145543 h 369338"/>
                  <a:gd name="csX16" fmla="*/ 296461 w 305716"/>
                  <a:gd name="csY16" fmla="*/ 144888 h 369338"/>
                  <a:gd name="csX17" fmla="*/ 294616 w 305716"/>
                  <a:gd name="csY17" fmla="*/ 138507 h 369338"/>
                  <a:gd name="csX18" fmla="*/ 294288 w 305716"/>
                  <a:gd name="csY18" fmla="*/ 137507 h 369338"/>
                  <a:gd name="csX19" fmla="*/ 293495 w 305716"/>
                  <a:gd name="csY19" fmla="*/ 135127 h 369338"/>
                  <a:gd name="csX20" fmla="*/ 292391 w 305716"/>
                  <a:gd name="csY20" fmla="*/ 131712 h 369338"/>
                  <a:gd name="csX21" fmla="*/ 291615 w 305716"/>
                  <a:gd name="csY21" fmla="*/ 129574 h 369338"/>
                  <a:gd name="csX22" fmla="*/ 290650 w 305716"/>
                  <a:gd name="csY22" fmla="*/ 126952 h 369338"/>
                  <a:gd name="csX23" fmla="*/ 289959 w 305716"/>
                  <a:gd name="csY23" fmla="*/ 125038 h 369338"/>
                  <a:gd name="csX24" fmla="*/ 288442 w 305716"/>
                  <a:gd name="csY24" fmla="*/ 121278 h 369338"/>
                  <a:gd name="csX25" fmla="*/ 287632 w 305716"/>
                  <a:gd name="csY25" fmla="*/ 119261 h 369338"/>
                  <a:gd name="csX26" fmla="*/ 287355 w 305716"/>
                  <a:gd name="csY26" fmla="*/ 118553 h 369338"/>
                  <a:gd name="csX27" fmla="*/ 284475 w 305716"/>
                  <a:gd name="csY27" fmla="*/ 112034 h 369338"/>
                  <a:gd name="csX28" fmla="*/ 284337 w 305716"/>
                  <a:gd name="csY28" fmla="*/ 111776 h 369338"/>
                  <a:gd name="csX29" fmla="*/ 283458 w 305716"/>
                  <a:gd name="csY29" fmla="*/ 109930 h 369338"/>
                  <a:gd name="csX30" fmla="*/ 281061 w 305716"/>
                  <a:gd name="csY30" fmla="*/ 104998 h 369338"/>
                  <a:gd name="csX31" fmla="*/ 280664 w 305716"/>
                  <a:gd name="csY31" fmla="*/ 104222 h 369338"/>
                  <a:gd name="csX32" fmla="*/ 278543 w 305716"/>
                  <a:gd name="csY32" fmla="*/ 100256 h 369338"/>
                  <a:gd name="csX33" fmla="*/ 276836 w 305716"/>
                  <a:gd name="csY33" fmla="*/ 97065 h 369338"/>
                  <a:gd name="csX34" fmla="*/ 276491 w 305716"/>
                  <a:gd name="csY34" fmla="*/ 96496 h 369338"/>
                  <a:gd name="csX35" fmla="*/ 270455 w 305716"/>
                  <a:gd name="csY35" fmla="*/ 86493 h 369338"/>
                  <a:gd name="csX36" fmla="*/ 269955 w 305716"/>
                  <a:gd name="csY36" fmla="*/ 85631 h 369338"/>
                  <a:gd name="csX37" fmla="*/ 268282 w 305716"/>
                  <a:gd name="csY37" fmla="*/ 83199 h 369338"/>
                  <a:gd name="csX38" fmla="*/ 265591 w 305716"/>
                  <a:gd name="csY38" fmla="*/ 79198 h 369338"/>
                  <a:gd name="csX39" fmla="*/ 263091 w 305716"/>
                  <a:gd name="csY39" fmla="*/ 75749 h 369338"/>
                  <a:gd name="csX40" fmla="*/ 260228 w 305716"/>
                  <a:gd name="csY40" fmla="*/ 71907 h 369338"/>
                  <a:gd name="csX41" fmla="*/ 259279 w 305716"/>
                  <a:gd name="csY41" fmla="*/ 70643 h 369338"/>
                  <a:gd name="csX42" fmla="*/ 256917 w 305716"/>
                  <a:gd name="csY42" fmla="*/ 67709 h 369338"/>
                  <a:gd name="csX43" fmla="*/ 255296 w 305716"/>
                  <a:gd name="csY43" fmla="*/ 65698 h 369338"/>
                  <a:gd name="csX44" fmla="*/ 250001 w 305716"/>
                  <a:gd name="csY44" fmla="*/ 59564 h 369338"/>
                  <a:gd name="csX45" fmla="*/ 249949 w 305716"/>
                  <a:gd name="csY45" fmla="*/ 59509 h 369338"/>
                  <a:gd name="csX46" fmla="*/ 249949 w 305716"/>
                  <a:gd name="csY46" fmla="*/ 59505 h 369338"/>
                  <a:gd name="csX47" fmla="*/ 249898 w 305716"/>
                  <a:gd name="csY47" fmla="*/ 59457 h 369338"/>
                  <a:gd name="csX48" fmla="*/ 243568 w 305716"/>
                  <a:gd name="csY48" fmla="*/ 52760 h 369338"/>
                  <a:gd name="csX49" fmla="*/ 243292 w 305716"/>
                  <a:gd name="csY49" fmla="*/ 52464 h 369338"/>
                  <a:gd name="csX50" fmla="*/ 238464 w 305716"/>
                  <a:gd name="csY50" fmla="*/ 47809 h 369338"/>
                  <a:gd name="csX51" fmla="*/ 237498 w 305716"/>
                  <a:gd name="csY51" fmla="*/ 46873 h 369338"/>
                  <a:gd name="csX52" fmla="*/ 237446 w 305716"/>
                  <a:gd name="csY52" fmla="*/ 46818 h 369338"/>
                  <a:gd name="csX53" fmla="*/ 231531 w 305716"/>
                  <a:gd name="csY53" fmla="*/ 41556 h 369338"/>
                  <a:gd name="csX54" fmla="*/ 231220 w 305716"/>
                  <a:gd name="csY54" fmla="*/ 41308 h 369338"/>
                  <a:gd name="csX55" fmla="*/ 229358 w 305716"/>
                  <a:gd name="csY55" fmla="*/ 39780 h 369338"/>
                  <a:gd name="csX56" fmla="*/ 225529 w 305716"/>
                  <a:gd name="csY56" fmla="*/ 36636 h 369338"/>
                  <a:gd name="csX57" fmla="*/ 224788 w 305716"/>
                  <a:gd name="csY57" fmla="*/ 36075 h 369338"/>
                  <a:gd name="csX58" fmla="*/ 222114 w 305716"/>
                  <a:gd name="csY58" fmla="*/ 34066 h 369338"/>
                  <a:gd name="csX59" fmla="*/ 219148 w 305716"/>
                  <a:gd name="csY59" fmla="*/ 31845 h 369338"/>
                  <a:gd name="csX60" fmla="*/ 218027 w 305716"/>
                  <a:gd name="csY60" fmla="*/ 31070 h 369338"/>
                  <a:gd name="csX61" fmla="*/ 215078 w 305716"/>
                  <a:gd name="csY61" fmla="*/ 29042 h 369338"/>
                  <a:gd name="csX62" fmla="*/ 212543 w 305716"/>
                  <a:gd name="csY62" fmla="*/ 27297 h 369338"/>
                  <a:gd name="csX63" fmla="*/ 211060 w 305716"/>
                  <a:gd name="csY63" fmla="*/ 26376 h 369338"/>
                  <a:gd name="csX64" fmla="*/ 207835 w 305716"/>
                  <a:gd name="csY64" fmla="*/ 24362 h 369338"/>
                  <a:gd name="csX65" fmla="*/ 205593 w 305716"/>
                  <a:gd name="csY65" fmla="*/ 22961 h 369338"/>
                  <a:gd name="csX66" fmla="*/ 203782 w 305716"/>
                  <a:gd name="csY66" fmla="*/ 21947 h 369338"/>
                  <a:gd name="csX67" fmla="*/ 200488 w 305716"/>
                  <a:gd name="csY67" fmla="*/ 20099 h 369338"/>
                  <a:gd name="csX68" fmla="*/ 198505 w 305716"/>
                  <a:gd name="csY68" fmla="*/ 18976 h 369338"/>
                  <a:gd name="csX69" fmla="*/ 196297 w 305716"/>
                  <a:gd name="csY69" fmla="*/ 17864 h 369338"/>
                  <a:gd name="csX70" fmla="*/ 193021 w 305716"/>
                  <a:gd name="csY70" fmla="*/ 16220 h 369338"/>
                  <a:gd name="csX71" fmla="*/ 191348 w 305716"/>
                  <a:gd name="csY71" fmla="*/ 15373 h 369338"/>
                  <a:gd name="csX72" fmla="*/ 188554 w 305716"/>
                  <a:gd name="csY72" fmla="*/ 14121 h 369338"/>
                  <a:gd name="csX73" fmla="*/ 185484 w 305716"/>
                  <a:gd name="csY73" fmla="*/ 12741 h 369338"/>
                  <a:gd name="csX74" fmla="*/ 184243 w 305716"/>
                  <a:gd name="csY74" fmla="*/ 12186 h 369338"/>
                  <a:gd name="csX75" fmla="*/ 180431 w 305716"/>
                  <a:gd name="csY75" fmla="*/ 10682 h 369338"/>
                  <a:gd name="csX76" fmla="*/ 177827 w 305716"/>
                  <a:gd name="csY76" fmla="*/ 9649 h 369338"/>
                  <a:gd name="csX77" fmla="*/ 177155 w 305716"/>
                  <a:gd name="csY77" fmla="*/ 9384 h 369338"/>
                  <a:gd name="csX78" fmla="*/ 170187 w 305716"/>
                  <a:gd name="csY78" fmla="*/ 6976 h 369338"/>
                  <a:gd name="csX79" fmla="*/ 170118 w 305716"/>
                  <a:gd name="csY79" fmla="*/ 6959 h 369338"/>
                  <a:gd name="csX80" fmla="*/ 169601 w 305716"/>
                  <a:gd name="csY80" fmla="*/ 6804 h 369338"/>
                  <a:gd name="csX81" fmla="*/ 163203 w 305716"/>
                  <a:gd name="csY81" fmla="*/ 4898 h 369338"/>
                  <a:gd name="csX82" fmla="*/ 161564 w 305716"/>
                  <a:gd name="csY82" fmla="*/ 4462 h 369338"/>
                  <a:gd name="csX83" fmla="*/ 156287 w 305716"/>
                  <a:gd name="csY83" fmla="*/ 3163 h 369338"/>
                  <a:gd name="csX84" fmla="*/ 154269 w 305716"/>
                  <a:gd name="csY84" fmla="*/ 2751 h 369338"/>
                  <a:gd name="csX85" fmla="*/ 151545 w 305716"/>
                  <a:gd name="csY85" fmla="*/ 2189 h 369338"/>
                  <a:gd name="csX86" fmla="*/ 149423 w 305716"/>
                  <a:gd name="csY86" fmla="*/ 1754 h 369338"/>
                  <a:gd name="csX87" fmla="*/ 146043 w 305716"/>
                  <a:gd name="csY87" fmla="*/ 1209 h 369338"/>
                  <a:gd name="csX88" fmla="*/ 143612 w 305716"/>
                  <a:gd name="csY88" fmla="*/ 819 h 369338"/>
                  <a:gd name="csX89" fmla="*/ 142611 w 305716"/>
                  <a:gd name="csY89" fmla="*/ 659 h 369338"/>
                  <a:gd name="csX90" fmla="*/ 135868 w 305716"/>
                  <a:gd name="csY90" fmla="*/ -127 h 369338"/>
                  <a:gd name="csX91" fmla="*/ 135834 w 305716"/>
                  <a:gd name="csY91" fmla="*/ -133 h 369338"/>
                  <a:gd name="csX92" fmla="*/ 128970 w 305716"/>
                  <a:gd name="csY92" fmla="*/ -624 h 369338"/>
                  <a:gd name="csX93" fmla="*/ 128090 w 305716"/>
                  <a:gd name="csY93" fmla="*/ -648 h 369338"/>
                  <a:gd name="csX94" fmla="*/ 125624 w 305716"/>
                  <a:gd name="csY94" fmla="*/ -714 h 369338"/>
                  <a:gd name="csX95" fmla="*/ 122106 w 305716"/>
                  <a:gd name="csY95" fmla="*/ -807 h 369338"/>
                  <a:gd name="csX96" fmla="*/ 120381 w 305716"/>
                  <a:gd name="csY96" fmla="*/ -772 h 369338"/>
                  <a:gd name="csX97" fmla="*/ 117329 w 305716"/>
                  <a:gd name="csY97" fmla="*/ -712 h 369338"/>
                  <a:gd name="csX98" fmla="*/ 114983 w 305716"/>
                  <a:gd name="csY98" fmla="*/ -665 h 369338"/>
                  <a:gd name="csX99" fmla="*/ 112552 w 305716"/>
                  <a:gd name="csY99" fmla="*/ -498 h 369338"/>
                  <a:gd name="csX100" fmla="*/ 109482 w 305716"/>
                  <a:gd name="csY100" fmla="*/ -291 h 369338"/>
                  <a:gd name="csX101" fmla="*/ 107878 w 305716"/>
                  <a:gd name="csY101" fmla="*/ -181 h 369338"/>
                  <a:gd name="csX102" fmla="*/ 105015 w 305716"/>
                  <a:gd name="csY102" fmla="*/ 157 h 369338"/>
                  <a:gd name="csX103" fmla="*/ 101463 w 305716"/>
                  <a:gd name="csY103" fmla="*/ 580 h 369338"/>
                  <a:gd name="csX104" fmla="*/ 100221 w 305716"/>
                  <a:gd name="csY104" fmla="*/ 728 h 369338"/>
                  <a:gd name="csX105" fmla="*/ 97306 w 305716"/>
                  <a:gd name="csY105" fmla="*/ 1233 h 369338"/>
                  <a:gd name="csX106" fmla="*/ 93495 w 305716"/>
                  <a:gd name="csY106" fmla="*/ 1892 h 369338"/>
                  <a:gd name="csX107" fmla="*/ 92374 w 305716"/>
                  <a:gd name="csY107" fmla="*/ 2087 h 369338"/>
                  <a:gd name="csX108" fmla="*/ 89822 w 305716"/>
                  <a:gd name="csY108" fmla="*/ 2684 h 369338"/>
                  <a:gd name="csX109" fmla="*/ 85303 w 305716"/>
                  <a:gd name="csY109" fmla="*/ 3734 h 369338"/>
                  <a:gd name="csX110" fmla="*/ 84027 w 305716"/>
                  <a:gd name="csY110" fmla="*/ 4029 h 369338"/>
                  <a:gd name="csX111" fmla="*/ 79078 w 305716"/>
                  <a:gd name="csY111" fmla="*/ 5434 h 369338"/>
                  <a:gd name="csX112" fmla="*/ 78457 w 305716"/>
                  <a:gd name="csY112" fmla="*/ 5636 h 369338"/>
                  <a:gd name="csX113" fmla="*/ 74732 w 305716"/>
                  <a:gd name="csY113" fmla="*/ 6823 h 369338"/>
                  <a:gd name="csX114" fmla="*/ 72386 w 305716"/>
                  <a:gd name="csY114" fmla="*/ 7663 h 369338"/>
                  <a:gd name="csX115" fmla="*/ 70627 w 305716"/>
                  <a:gd name="csY115" fmla="*/ 8294 h 369338"/>
                  <a:gd name="csX116" fmla="*/ 64263 w 305716"/>
                  <a:gd name="csY116" fmla="*/ 10807 h 369338"/>
                  <a:gd name="csX117" fmla="*/ 64074 w 305716"/>
                  <a:gd name="csY117" fmla="*/ 10896 h 369338"/>
                  <a:gd name="csX118" fmla="*/ 62366 w 305716"/>
                  <a:gd name="csY118" fmla="*/ 11667 h 369338"/>
                  <a:gd name="csX119" fmla="*/ 57158 w 305716"/>
                  <a:gd name="csY119" fmla="*/ 14073 h 369338"/>
                  <a:gd name="csX120" fmla="*/ 54675 w 305716"/>
                  <a:gd name="csY120" fmla="*/ 15356 h 369338"/>
                  <a:gd name="csX121" fmla="*/ 51381 w 305716"/>
                  <a:gd name="csY121" fmla="*/ 17058 h 369338"/>
                  <a:gd name="csX122" fmla="*/ 50570 w 305716"/>
                  <a:gd name="csY122" fmla="*/ 17536 h 369338"/>
                  <a:gd name="csX123" fmla="*/ 45603 w 305716"/>
                  <a:gd name="csY123" fmla="*/ 20447 h 369338"/>
                  <a:gd name="csX124" fmla="*/ 43206 w 305716"/>
                  <a:gd name="csY124" fmla="*/ 21890 h 369338"/>
                  <a:gd name="csX125" fmla="*/ 36118 w 305716"/>
                  <a:gd name="csY125" fmla="*/ 26666 h 369338"/>
                  <a:gd name="csX126" fmla="*/ -1823 w 305716"/>
                  <a:gd name="csY126" fmla="*/ 53913 h 369338"/>
                  <a:gd name="csX127" fmla="*/ 5265 w 305716"/>
                  <a:gd name="csY127" fmla="*/ 49137 h 369338"/>
                  <a:gd name="csX128" fmla="*/ 7662 w 305716"/>
                  <a:gd name="csY128" fmla="*/ 47695 h 369338"/>
                  <a:gd name="csX129" fmla="*/ 12629 w 305716"/>
                  <a:gd name="csY129" fmla="*/ 44783 h 369338"/>
                  <a:gd name="csX130" fmla="*/ 16734 w 305716"/>
                  <a:gd name="csY130" fmla="*/ 42606 h 369338"/>
                  <a:gd name="csX131" fmla="*/ 19217 w 305716"/>
                  <a:gd name="csY131" fmla="*/ 41320 h 369338"/>
                  <a:gd name="csX132" fmla="*/ 24425 w 305716"/>
                  <a:gd name="csY132" fmla="*/ 38915 h 369338"/>
                  <a:gd name="csX133" fmla="*/ 26133 w 305716"/>
                  <a:gd name="csY133" fmla="*/ 38143 h 369338"/>
                  <a:gd name="csX134" fmla="*/ 32686 w 305716"/>
                  <a:gd name="csY134" fmla="*/ 35544 h 369338"/>
                  <a:gd name="csX135" fmla="*/ 34445 w 305716"/>
                  <a:gd name="csY135" fmla="*/ 34908 h 369338"/>
                  <a:gd name="csX136" fmla="*/ 40516 w 305716"/>
                  <a:gd name="csY136" fmla="*/ 32883 h 369338"/>
                  <a:gd name="csX137" fmla="*/ 41137 w 305716"/>
                  <a:gd name="csY137" fmla="*/ 32683 h 369338"/>
                  <a:gd name="csX138" fmla="*/ 47362 w 305716"/>
                  <a:gd name="csY138" fmla="*/ 30981 h 369338"/>
                  <a:gd name="csX139" fmla="*/ 51881 w 305716"/>
                  <a:gd name="csY139" fmla="*/ 29930 h 369338"/>
                  <a:gd name="csX140" fmla="*/ 55554 w 305716"/>
                  <a:gd name="csY140" fmla="*/ 29141 h 369338"/>
                  <a:gd name="csX141" fmla="*/ 59365 w 305716"/>
                  <a:gd name="csY141" fmla="*/ 28482 h 369338"/>
                  <a:gd name="csX142" fmla="*/ 63539 w 305716"/>
                  <a:gd name="csY142" fmla="*/ 27826 h 369338"/>
                  <a:gd name="csX143" fmla="*/ 67057 w 305716"/>
                  <a:gd name="csY143" fmla="*/ 27406 h 369338"/>
                  <a:gd name="csX144" fmla="*/ 71558 w 305716"/>
                  <a:gd name="csY144" fmla="*/ 26955 h 369338"/>
                  <a:gd name="csX145" fmla="*/ 74594 w 305716"/>
                  <a:gd name="csY145" fmla="*/ 26749 h 369338"/>
                  <a:gd name="csX146" fmla="*/ 79388 w 305716"/>
                  <a:gd name="csY146" fmla="*/ 26536 h 369338"/>
                  <a:gd name="csX147" fmla="*/ 82440 w 305716"/>
                  <a:gd name="csY147" fmla="*/ 26476 h 369338"/>
                  <a:gd name="csX148" fmla="*/ 87666 w 305716"/>
                  <a:gd name="csY148" fmla="*/ 26535 h 369338"/>
                  <a:gd name="csX149" fmla="*/ 90149 w 305716"/>
                  <a:gd name="csY149" fmla="*/ 26600 h 369338"/>
                  <a:gd name="csX150" fmla="*/ 97893 w 305716"/>
                  <a:gd name="csY150" fmla="*/ 27116 h 369338"/>
                  <a:gd name="csX151" fmla="*/ 97910 w 305716"/>
                  <a:gd name="csY151" fmla="*/ 27118 h 369338"/>
                  <a:gd name="csX152" fmla="*/ 97927 w 305716"/>
                  <a:gd name="csY152" fmla="*/ 27119 h 369338"/>
                  <a:gd name="csX153" fmla="*/ 105671 w 305716"/>
                  <a:gd name="csY153" fmla="*/ 28066 h 369338"/>
                  <a:gd name="csX154" fmla="*/ 108102 w 305716"/>
                  <a:gd name="csY154" fmla="*/ 28456 h 369338"/>
                  <a:gd name="csX155" fmla="*/ 113604 w 305716"/>
                  <a:gd name="csY155" fmla="*/ 29437 h 369338"/>
                  <a:gd name="csX156" fmla="*/ 116328 w 305716"/>
                  <a:gd name="csY156" fmla="*/ 29996 h 369338"/>
                  <a:gd name="csX157" fmla="*/ 123623 w 305716"/>
                  <a:gd name="csY157" fmla="*/ 31709 h 369338"/>
                  <a:gd name="csX158" fmla="*/ 131695 w 305716"/>
                  <a:gd name="csY158" fmla="*/ 34061 h 369338"/>
                  <a:gd name="csX159" fmla="*/ 132178 w 305716"/>
                  <a:gd name="csY159" fmla="*/ 34204 h 369338"/>
                  <a:gd name="csX160" fmla="*/ 139886 w 305716"/>
                  <a:gd name="csY160" fmla="*/ 36898 h 369338"/>
                  <a:gd name="csX161" fmla="*/ 142473 w 305716"/>
                  <a:gd name="csY161" fmla="*/ 37924 h 369338"/>
                  <a:gd name="csX162" fmla="*/ 147543 w 305716"/>
                  <a:gd name="csY162" fmla="*/ 39992 h 369338"/>
                  <a:gd name="csX163" fmla="*/ 150613 w 305716"/>
                  <a:gd name="csY163" fmla="*/ 41364 h 369338"/>
                  <a:gd name="csX164" fmla="*/ 155097 w 305716"/>
                  <a:gd name="csY164" fmla="*/ 43468 h 369338"/>
                  <a:gd name="csX165" fmla="*/ 158339 w 305716"/>
                  <a:gd name="csY165" fmla="*/ 45110 h 369338"/>
                  <a:gd name="csX166" fmla="*/ 162547 w 305716"/>
                  <a:gd name="csY166" fmla="*/ 47345 h 369338"/>
                  <a:gd name="csX167" fmla="*/ 165841 w 305716"/>
                  <a:gd name="csY167" fmla="*/ 49196 h 369338"/>
                  <a:gd name="csX168" fmla="*/ 169894 w 305716"/>
                  <a:gd name="csY168" fmla="*/ 51610 h 369338"/>
                  <a:gd name="csX169" fmla="*/ 173119 w 305716"/>
                  <a:gd name="csY169" fmla="*/ 53621 h 369338"/>
                  <a:gd name="csX170" fmla="*/ 177137 w 305716"/>
                  <a:gd name="csY170" fmla="*/ 56287 h 369338"/>
                  <a:gd name="csX171" fmla="*/ 180086 w 305716"/>
                  <a:gd name="csY171" fmla="*/ 58322 h 369338"/>
                  <a:gd name="csX172" fmla="*/ 184156 w 305716"/>
                  <a:gd name="csY172" fmla="*/ 61306 h 369338"/>
                  <a:gd name="csX173" fmla="*/ 186847 w 305716"/>
                  <a:gd name="csY173" fmla="*/ 63324 h 369338"/>
                  <a:gd name="csX174" fmla="*/ 191417 w 305716"/>
                  <a:gd name="csY174" fmla="*/ 67026 h 369338"/>
                  <a:gd name="csX175" fmla="*/ 193279 w 305716"/>
                  <a:gd name="csY175" fmla="*/ 68556 h 369338"/>
                  <a:gd name="csX176" fmla="*/ 199557 w 305716"/>
                  <a:gd name="csY176" fmla="*/ 74128 h 369338"/>
                  <a:gd name="csX177" fmla="*/ 200506 w 305716"/>
                  <a:gd name="csY177" fmla="*/ 75025 h 369338"/>
                  <a:gd name="csX178" fmla="*/ 205627 w 305716"/>
                  <a:gd name="csY178" fmla="*/ 80009 h 369338"/>
                  <a:gd name="csX179" fmla="*/ 211905 w 305716"/>
                  <a:gd name="csY179" fmla="*/ 86649 h 369338"/>
                  <a:gd name="csX180" fmla="*/ 212008 w 305716"/>
                  <a:gd name="csY180" fmla="*/ 86752 h 369338"/>
                  <a:gd name="csX181" fmla="*/ 212026 w 305716"/>
                  <a:gd name="csY181" fmla="*/ 86769 h 369338"/>
                  <a:gd name="csX182" fmla="*/ 217355 w 305716"/>
                  <a:gd name="csY182" fmla="*/ 92943 h 369338"/>
                  <a:gd name="csX183" fmla="*/ 218976 w 305716"/>
                  <a:gd name="csY183" fmla="*/ 94961 h 369338"/>
                  <a:gd name="csX184" fmla="*/ 222287 w 305716"/>
                  <a:gd name="csY184" fmla="*/ 99152 h 369338"/>
                  <a:gd name="csX185" fmla="*/ 225150 w 305716"/>
                  <a:gd name="csY185" fmla="*/ 102998 h 369338"/>
                  <a:gd name="csX186" fmla="*/ 227650 w 305716"/>
                  <a:gd name="csY186" fmla="*/ 106447 h 369338"/>
                  <a:gd name="csX187" fmla="*/ 230341 w 305716"/>
                  <a:gd name="csY187" fmla="*/ 110431 h 369338"/>
                  <a:gd name="csX188" fmla="*/ 232514 w 305716"/>
                  <a:gd name="csY188" fmla="*/ 113742 h 369338"/>
                  <a:gd name="csX189" fmla="*/ 238550 w 305716"/>
                  <a:gd name="csY189" fmla="*/ 123744 h 369338"/>
                  <a:gd name="csX190" fmla="*/ 240602 w 305716"/>
                  <a:gd name="csY190" fmla="*/ 127504 h 369338"/>
                  <a:gd name="csX191" fmla="*/ 242723 w 305716"/>
                  <a:gd name="csY191" fmla="*/ 131488 h 369338"/>
                  <a:gd name="csX192" fmla="*/ 245500 w 305716"/>
                  <a:gd name="csY192" fmla="*/ 137144 h 369338"/>
                  <a:gd name="csX193" fmla="*/ 246397 w 305716"/>
                  <a:gd name="csY193" fmla="*/ 139024 h 369338"/>
                  <a:gd name="csX194" fmla="*/ 249691 w 305716"/>
                  <a:gd name="csY194" fmla="*/ 146509 h 369338"/>
                  <a:gd name="csX195" fmla="*/ 250501 w 305716"/>
                  <a:gd name="csY195" fmla="*/ 148527 h 369338"/>
                  <a:gd name="csX196" fmla="*/ 252709 w 305716"/>
                  <a:gd name="csY196" fmla="*/ 154201 h 369338"/>
                  <a:gd name="csX197" fmla="*/ 253657 w 305716"/>
                  <a:gd name="csY197" fmla="*/ 156822 h 369338"/>
                  <a:gd name="csX198" fmla="*/ 255554 w 305716"/>
                  <a:gd name="csY198" fmla="*/ 162375 h 369338"/>
                  <a:gd name="csX199" fmla="*/ 256348 w 305716"/>
                  <a:gd name="csY199" fmla="*/ 164755 h 369338"/>
                  <a:gd name="csX200" fmla="*/ 258521 w 305716"/>
                  <a:gd name="csY200" fmla="*/ 172171 h 369338"/>
                  <a:gd name="csX201" fmla="*/ 258710 w 305716"/>
                  <a:gd name="csY201" fmla="*/ 172792 h 369338"/>
                  <a:gd name="csX202" fmla="*/ 260728 w 305716"/>
                  <a:gd name="csY202" fmla="*/ 180932 h 369338"/>
                  <a:gd name="csX203" fmla="*/ 261297 w 305716"/>
                  <a:gd name="csY203" fmla="*/ 183605 h 369338"/>
                  <a:gd name="csX204" fmla="*/ 262435 w 305716"/>
                  <a:gd name="csY204" fmla="*/ 189261 h 369338"/>
                  <a:gd name="csX205" fmla="*/ 262987 w 305716"/>
                  <a:gd name="csY205" fmla="*/ 192435 h 369338"/>
                  <a:gd name="csX206" fmla="*/ 263832 w 305716"/>
                  <a:gd name="csY206" fmla="*/ 197781 h 369338"/>
                  <a:gd name="csX207" fmla="*/ 264281 w 305716"/>
                  <a:gd name="csY207" fmla="*/ 200971 h 369338"/>
                  <a:gd name="csX208" fmla="*/ 264901 w 305716"/>
                  <a:gd name="csY208" fmla="*/ 206559 h 369338"/>
                  <a:gd name="csX209" fmla="*/ 265195 w 305716"/>
                  <a:gd name="csY209" fmla="*/ 209491 h 369338"/>
                  <a:gd name="csX210" fmla="*/ 265678 w 305716"/>
                  <a:gd name="csY210" fmla="*/ 216837 h 369338"/>
                  <a:gd name="csX211" fmla="*/ 265747 w 305716"/>
                  <a:gd name="csY211" fmla="*/ 217924 h 369338"/>
                  <a:gd name="csX212" fmla="*/ 265936 w 305716"/>
                  <a:gd name="csY212" fmla="*/ 226392 h 369338"/>
                  <a:gd name="csX213" fmla="*/ 265902 w 305716"/>
                  <a:gd name="csY213" fmla="*/ 228806 h 369338"/>
                  <a:gd name="csX214" fmla="*/ 265763 w 305716"/>
                  <a:gd name="csY214" fmla="*/ 234928 h 369338"/>
                  <a:gd name="csX215" fmla="*/ 265609 w 305716"/>
                  <a:gd name="csY215" fmla="*/ 237877 h 369338"/>
                  <a:gd name="csX216" fmla="*/ 265195 w 305716"/>
                  <a:gd name="csY216" fmla="*/ 243706 h 369338"/>
                  <a:gd name="csX217" fmla="*/ 264953 w 305716"/>
                  <a:gd name="csY217" fmla="*/ 246517 h 369338"/>
                  <a:gd name="csX218" fmla="*/ 263970 w 305716"/>
                  <a:gd name="csY218" fmla="*/ 254847 h 369338"/>
                  <a:gd name="csX219" fmla="*/ 262539 w 305716"/>
                  <a:gd name="csY219" fmla="*/ 263488 h 369338"/>
                  <a:gd name="csX220" fmla="*/ 262039 w 305716"/>
                  <a:gd name="csY220" fmla="*/ 265902 h 369338"/>
                  <a:gd name="csX221" fmla="*/ 260780 w 305716"/>
                  <a:gd name="csY221" fmla="*/ 271731 h 369338"/>
                  <a:gd name="csX222" fmla="*/ 259952 w 305716"/>
                  <a:gd name="csY222" fmla="*/ 275059 h 369338"/>
                  <a:gd name="csX223" fmla="*/ 258641 w 305716"/>
                  <a:gd name="csY223" fmla="*/ 279957 h 369338"/>
                  <a:gd name="csX224" fmla="*/ 257589 w 305716"/>
                  <a:gd name="csY224" fmla="*/ 283510 h 369338"/>
                  <a:gd name="csX225" fmla="*/ 256158 w 305716"/>
                  <a:gd name="csY225" fmla="*/ 287977 h 369338"/>
                  <a:gd name="csX226" fmla="*/ 254778 w 305716"/>
                  <a:gd name="csY226" fmla="*/ 291926 h 369338"/>
                  <a:gd name="csX227" fmla="*/ 253278 w 305716"/>
                  <a:gd name="csY227" fmla="*/ 295910 h 369338"/>
                  <a:gd name="csX228" fmla="*/ 251415 w 305716"/>
                  <a:gd name="csY228" fmla="*/ 300514 h 369338"/>
                  <a:gd name="csX229" fmla="*/ 249880 w 305716"/>
                  <a:gd name="csY229" fmla="*/ 304067 h 369338"/>
                  <a:gd name="csX230" fmla="*/ 247311 w 305716"/>
                  <a:gd name="csY230" fmla="*/ 309517 h 369338"/>
                  <a:gd name="csX231" fmla="*/ 245655 w 305716"/>
                  <a:gd name="csY231" fmla="*/ 312879 h 369338"/>
                  <a:gd name="csX232" fmla="*/ 244775 w 305716"/>
                  <a:gd name="csY232" fmla="*/ 314552 h 369338"/>
                  <a:gd name="csX233" fmla="*/ 241654 w 305716"/>
                  <a:gd name="csY233" fmla="*/ 320123 h 369338"/>
                  <a:gd name="csX234" fmla="*/ 241033 w 305716"/>
                  <a:gd name="csY234" fmla="*/ 321209 h 369338"/>
                  <a:gd name="csX235" fmla="*/ 236825 w 305716"/>
                  <a:gd name="csY235" fmla="*/ 327953 h 369338"/>
                  <a:gd name="csX236" fmla="*/ 236791 w 305716"/>
                  <a:gd name="csY236" fmla="*/ 328004 h 369338"/>
                  <a:gd name="csX237" fmla="*/ 232289 w 305716"/>
                  <a:gd name="csY237" fmla="*/ 334454 h 369338"/>
                  <a:gd name="csX238" fmla="*/ 231324 w 305716"/>
                  <a:gd name="csY238" fmla="*/ 335696 h 369338"/>
                  <a:gd name="csX239" fmla="*/ 227737 w 305716"/>
                  <a:gd name="csY239" fmla="*/ 340335 h 369338"/>
                  <a:gd name="csX240" fmla="*/ 226236 w 305716"/>
                  <a:gd name="csY240" fmla="*/ 342146 h 369338"/>
                  <a:gd name="csX241" fmla="*/ 222718 w 305716"/>
                  <a:gd name="csY241" fmla="*/ 346233 h 369338"/>
                  <a:gd name="csX242" fmla="*/ 221338 w 305716"/>
                  <a:gd name="csY242" fmla="*/ 347768 h 369338"/>
                  <a:gd name="csX243" fmla="*/ 216337 w 305716"/>
                  <a:gd name="csY243" fmla="*/ 352993 h 369338"/>
                  <a:gd name="csX244" fmla="*/ 215596 w 305716"/>
                  <a:gd name="csY244" fmla="*/ 353700 h 369338"/>
                  <a:gd name="csX245" fmla="*/ 211060 w 305716"/>
                  <a:gd name="csY245" fmla="*/ 357977 h 369338"/>
                  <a:gd name="csX246" fmla="*/ 209353 w 305716"/>
                  <a:gd name="csY246" fmla="*/ 359461 h 369338"/>
                  <a:gd name="csX247" fmla="*/ 205369 w 305716"/>
                  <a:gd name="csY247" fmla="*/ 362841 h 369338"/>
                  <a:gd name="csX248" fmla="*/ 203696 w 305716"/>
                  <a:gd name="csY248" fmla="*/ 364203 h 369338"/>
                  <a:gd name="csX249" fmla="*/ 197987 w 305716"/>
                  <a:gd name="csY249" fmla="*/ 368532 h 369338"/>
                  <a:gd name="csX250" fmla="*/ 235928 w 305716"/>
                  <a:gd name="csY250" fmla="*/ 341284 h 369338"/>
                  <a:gd name="csX251" fmla="*/ 241637 w 305716"/>
                  <a:gd name="csY251" fmla="*/ 336955 h 369338"/>
                  <a:gd name="csX252" fmla="*/ 243310 w 305716"/>
                  <a:gd name="csY252" fmla="*/ 335592 h 369338"/>
                  <a:gd name="csX253" fmla="*/ 247293 w 305716"/>
                  <a:gd name="csY253" fmla="*/ 332229 h 369338"/>
                  <a:gd name="csX254" fmla="*/ 249001 w 305716"/>
                  <a:gd name="csY254" fmla="*/ 330729 h 369338"/>
                  <a:gd name="csX255" fmla="*/ 253536 w 305716"/>
                  <a:gd name="csY255" fmla="*/ 326452 h 369338"/>
                  <a:gd name="csX256" fmla="*/ 254278 w 305716"/>
                  <a:gd name="csY256" fmla="*/ 325745 h 369338"/>
                  <a:gd name="csX257" fmla="*/ 259279 w 305716"/>
                  <a:gd name="csY257" fmla="*/ 320519 h 369338"/>
                  <a:gd name="csX258" fmla="*/ 260659 w 305716"/>
                  <a:gd name="csY258" fmla="*/ 318985 h 369338"/>
                  <a:gd name="csX259" fmla="*/ 264177 w 305716"/>
                  <a:gd name="csY259" fmla="*/ 314897 h 369338"/>
                  <a:gd name="csX260" fmla="*/ 265678 w 305716"/>
                  <a:gd name="csY260" fmla="*/ 313086 h 369338"/>
                  <a:gd name="csX261" fmla="*/ 269282 w 305716"/>
                  <a:gd name="csY261" fmla="*/ 308465 h 369338"/>
                  <a:gd name="csX262" fmla="*/ 270230 w 305716"/>
                  <a:gd name="csY262" fmla="*/ 307206 h 369338"/>
                  <a:gd name="csX263" fmla="*/ 270506 w 305716"/>
                  <a:gd name="csY263" fmla="*/ 306826 h 369338"/>
                  <a:gd name="csX264" fmla="*/ 274732 w 305716"/>
                  <a:gd name="csY264" fmla="*/ 300756 h 369338"/>
                  <a:gd name="csX265" fmla="*/ 274766 w 305716"/>
                  <a:gd name="csY265" fmla="*/ 300704 h 369338"/>
                  <a:gd name="csX266" fmla="*/ 278732 w 305716"/>
                  <a:gd name="csY266" fmla="*/ 294392 h 369338"/>
                  <a:gd name="csX267" fmla="*/ 278974 w 305716"/>
                  <a:gd name="csY267" fmla="*/ 293961 h 369338"/>
                  <a:gd name="csX268" fmla="*/ 279595 w 305716"/>
                  <a:gd name="csY268" fmla="*/ 292874 h 369338"/>
                  <a:gd name="csX269" fmla="*/ 282716 w 305716"/>
                  <a:gd name="csY269" fmla="*/ 287304 h 369338"/>
                  <a:gd name="csX270" fmla="*/ 283596 w 305716"/>
                  <a:gd name="csY270" fmla="*/ 285631 h 369338"/>
                  <a:gd name="csX271" fmla="*/ 284234 w 305716"/>
                  <a:gd name="csY271" fmla="*/ 284407 h 369338"/>
                  <a:gd name="csX272" fmla="*/ 285251 w 305716"/>
                  <a:gd name="csY272" fmla="*/ 282268 h 369338"/>
                  <a:gd name="csX273" fmla="*/ 287821 w 305716"/>
                  <a:gd name="csY273" fmla="*/ 276819 h 369338"/>
                  <a:gd name="csX274" fmla="*/ 288511 w 305716"/>
                  <a:gd name="csY274" fmla="*/ 275370 h 369338"/>
                  <a:gd name="csX275" fmla="*/ 289356 w 305716"/>
                  <a:gd name="csY275" fmla="*/ 273283 h 369338"/>
                  <a:gd name="csX276" fmla="*/ 291218 w 305716"/>
                  <a:gd name="csY276" fmla="*/ 268661 h 369338"/>
                  <a:gd name="csX277" fmla="*/ 291995 w 305716"/>
                  <a:gd name="csY277" fmla="*/ 266781 h 369338"/>
                  <a:gd name="csX278" fmla="*/ 292719 w 305716"/>
                  <a:gd name="csY278" fmla="*/ 264677 h 369338"/>
                  <a:gd name="csX279" fmla="*/ 294099 w 305716"/>
                  <a:gd name="csY279" fmla="*/ 260728 h 369338"/>
                  <a:gd name="csX280" fmla="*/ 294806 w 305716"/>
                  <a:gd name="csY280" fmla="*/ 258693 h 369338"/>
                  <a:gd name="csX281" fmla="*/ 295530 w 305716"/>
                  <a:gd name="csY281" fmla="*/ 256261 h 369338"/>
                  <a:gd name="csX282" fmla="*/ 296582 w 305716"/>
                  <a:gd name="csY282" fmla="*/ 252709 h 369338"/>
                  <a:gd name="csX283" fmla="*/ 297117 w 305716"/>
                  <a:gd name="csY283" fmla="*/ 250898 h 369338"/>
                  <a:gd name="csX284" fmla="*/ 297893 w 305716"/>
                  <a:gd name="csY284" fmla="*/ 247811 h 369338"/>
                  <a:gd name="csX285" fmla="*/ 298720 w 305716"/>
                  <a:gd name="csY285" fmla="*/ 244483 h 369338"/>
                  <a:gd name="csX286" fmla="*/ 299048 w 305716"/>
                  <a:gd name="csY286" fmla="*/ 243155 h 369338"/>
                  <a:gd name="csX287" fmla="*/ 299979 w 305716"/>
                  <a:gd name="csY287" fmla="*/ 238653 h 369338"/>
                  <a:gd name="csX288" fmla="*/ 300480 w 305716"/>
                  <a:gd name="csY288" fmla="*/ 236239 h 369338"/>
                  <a:gd name="csX289" fmla="*/ 300600 w 305716"/>
                  <a:gd name="csY289" fmla="*/ 235653 h 369338"/>
                  <a:gd name="csX290" fmla="*/ 301842 w 305716"/>
                  <a:gd name="csY290" fmla="*/ 228065 h 369338"/>
                  <a:gd name="csX291" fmla="*/ 301911 w 305716"/>
                  <a:gd name="csY291" fmla="*/ 227599 h 369338"/>
                  <a:gd name="csX292" fmla="*/ 302773 w 305716"/>
                  <a:gd name="csY292" fmla="*/ 220597 h 369338"/>
                  <a:gd name="csX293" fmla="*/ 302894 w 305716"/>
                  <a:gd name="csY293" fmla="*/ 219269 h 369338"/>
                  <a:gd name="csX294" fmla="*/ 303135 w 305716"/>
                  <a:gd name="csY294" fmla="*/ 216458 h 369338"/>
                  <a:gd name="csX295" fmla="*/ 303429 w 305716"/>
                  <a:gd name="csY295" fmla="*/ 213147 h 369338"/>
                  <a:gd name="csX296" fmla="*/ 303549 w 305716"/>
                  <a:gd name="csY296" fmla="*/ 210629 h 369338"/>
                  <a:gd name="csX297" fmla="*/ 303704 w 305716"/>
                  <a:gd name="csY297" fmla="*/ 207680 h 369338"/>
                  <a:gd name="csX298" fmla="*/ 303791 w 305716"/>
                  <a:gd name="csY298" fmla="*/ 205731 h 369338"/>
                  <a:gd name="csX299" fmla="*/ 303842 w 305716"/>
                  <a:gd name="csY299" fmla="*/ 201558 h 369338"/>
                  <a:gd name="csX300" fmla="*/ 303877 w 305716"/>
                  <a:gd name="csY300" fmla="*/ 199143 h 369338"/>
                  <a:gd name="csX301" fmla="*/ 303894 w 305716"/>
                  <a:gd name="csY301" fmla="*/ 198350 h 369338"/>
                  <a:gd name="csX302" fmla="*/ 303704 w 305716"/>
                  <a:gd name="csY302" fmla="*/ 190831 h 369338"/>
                  <a:gd name="csX303" fmla="*/ 303687 w 305716"/>
                  <a:gd name="csY303" fmla="*/ 190675 h 369338"/>
                  <a:gd name="csX304" fmla="*/ 303618 w 305716"/>
                  <a:gd name="csY304" fmla="*/ 189589 h 369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Lst>
                <a:rect l="l" t="t" r="r" b="b"/>
                <a:pathLst>
                  <a:path w="305716" h="369338">
                    <a:moveTo>
                      <a:pt x="303618" y="189589"/>
                    </a:moveTo>
                    <a:cubicBezTo>
                      <a:pt x="303515" y="187520"/>
                      <a:pt x="303411" y="185433"/>
                      <a:pt x="303239" y="183346"/>
                    </a:cubicBezTo>
                    <a:cubicBezTo>
                      <a:pt x="303205" y="182984"/>
                      <a:pt x="303170" y="182622"/>
                      <a:pt x="303135" y="182242"/>
                    </a:cubicBezTo>
                    <a:cubicBezTo>
                      <a:pt x="303049" y="181259"/>
                      <a:pt x="302946" y="180276"/>
                      <a:pt x="302842" y="179293"/>
                    </a:cubicBezTo>
                    <a:cubicBezTo>
                      <a:pt x="302722" y="178103"/>
                      <a:pt x="302618" y="176896"/>
                      <a:pt x="302480" y="175706"/>
                    </a:cubicBezTo>
                    <a:cubicBezTo>
                      <a:pt x="302411" y="175051"/>
                      <a:pt x="302290" y="174378"/>
                      <a:pt x="302221" y="173723"/>
                    </a:cubicBezTo>
                    <a:cubicBezTo>
                      <a:pt x="302083" y="172654"/>
                      <a:pt x="301928" y="171602"/>
                      <a:pt x="301773" y="170550"/>
                    </a:cubicBezTo>
                    <a:cubicBezTo>
                      <a:pt x="301669" y="169722"/>
                      <a:pt x="301566" y="168911"/>
                      <a:pt x="301445" y="168101"/>
                    </a:cubicBezTo>
                    <a:cubicBezTo>
                      <a:pt x="301290" y="167118"/>
                      <a:pt x="301101" y="166152"/>
                      <a:pt x="300928" y="165186"/>
                    </a:cubicBezTo>
                    <a:cubicBezTo>
                      <a:pt x="300755" y="164117"/>
                      <a:pt x="300583" y="163065"/>
                      <a:pt x="300376" y="162030"/>
                    </a:cubicBezTo>
                    <a:cubicBezTo>
                      <a:pt x="300290" y="161496"/>
                      <a:pt x="300204" y="160978"/>
                      <a:pt x="300117" y="160461"/>
                    </a:cubicBezTo>
                    <a:cubicBezTo>
                      <a:pt x="299841" y="159081"/>
                      <a:pt x="299531" y="157719"/>
                      <a:pt x="299238" y="156356"/>
                    </a:cubicBezTo>
                    <a:cubicBezTo>
                      <a:pt x="299048" y="155460"/>
                      <a:pt x="298876" y="154563"/>
                      <a:pt x="298669" y="153683"/>
                    </a:cubicBezTo>
                    <a:cubicBezTo>
                      <a:pt x="298600" y="153442"/>
                      <a:pt x="298565" y="153183"/>
                      <a:pt x="298496" y="152942"/>
                    </a:cubicBezTo>
                    <a:cubicBezTo>
                      <a:pt x="297944" y="150493"/>
                      <a:pt x="297323" y="148061"/>
                      <a:pt x="296668" y="145629"/>
                    </a:cubicBezTo>
                    <a:cubicBezTo>
                      <a:pt x="296668" y="145612"/>
                      <a:pt x="296651" y="145578"/>
                      <a:pt x="296651" y="145543"/>
                    </a:cubicBezTo>
                    <a:cubicBezTo>
                      <a:pt x="296582" y="145336"/>
                      <a:pt x="296513" y="145112"/>
                      <a:pt x="296461" y="144888"/>
                    </a:cubicBezTo>
                    <a:cubicBezTo>
                      <a:pt x="295875" y="142749"/>
                      <a:pt x="295254" y="140628"/>
                      <a:pt x="294616" y="138507"/>
                    </a:cubicBezTo>
                    <a:cubicBezTo>
                      <a:pt x="294513" y="138179"/>
                      <a:pt x="294392" y="137851"/>
                      <a:pt x="294288" y="137507"/>
                    </a:cubicBezTo>
                    <a:cubicBezTo>
                      <a:pt x="294030" y="136713"/>
                      <a:pt x="293754" y="135920"/>
                      <a:pt x="293495" y="135127"/>
                    </a:cubicBezTo>
                    <a:cubicBezTo>
                      <a:pt x="293133" y="133988"/>
                      <a:pt x="292771" y="132850"/>
                      <a:pt x="292391" y="131712"/>
                    </a:cubicBezTo>
                    <a:cubicBezTo>
                      <a:pt x="292132" y="131005"/>
                      <a:pt x="291857" y="130280"/>
                      <a:pt x="291615" y="129574"/>
                    </a:cubicBezTo>
                    <a:cubicBezTo>
                      <a:pt x="291287" y="128694"/>
                      <a:pt x="290977" y="127832"/>
                      <a:pt x="290650" y="126952"/>
                    </a:cubicBezTo>
                    <a:cubicBezTo>
                      <a:pt x="290425" y="126314"/>
                      <a:pt x="290201" y="125676"/>
                      <a:pt x="289959" y="125038"/>
                    </a:cubicBezTo>
                    <a:cubicBezTo>
                      <a:pt x="289477" y="123779"/>
                      <a:pt x="288959" y="122537"/>
                      <a:pt x="288442" y="121278"/>
                    </a:cubicBezTo>
                    <a:cubicBezTo>
                      <a:pt x="288166" y="120606"/>
                      <a:pt x="287907" y="119933"/>
                      <a:pt x="287632" y="119261"/>
                    </a:cubicBezTo>
                    <a:cubicBezTo>
                      <a:pt x="287545" y="119036"/>
                      <a:pt x="287442" y="118795"/>
                      <a:pt x="287355" y="118553"/>
                    </a:cubicBezTo>
                    <a:cubicBezTo>
                      <a:pt x="286424" y="116363"/>
                      <a:pt x="285476" y="114190"/>
                      <a:pt x="284475" y="112034"/>
                    </a:cubicBezTo>
                    <a:cubicBezTo>
                      <a:pt x="284441" y="111948"/>
                      <a:pt x="284389" y="111862"/>
                      <a:pt x="284337" y="111776"/>
                    </a:cubicBezTo>
                    <a:cubicBezTo>
                      <a:pt x="284061" y="111155"/>
                      <a:pt x="283751" y="110551"/>
                      <a:pt x="283458" y="109930"/>
                    </a:cubicBezTo>
                    <a:cubicBezTo>
                      <a:pt x="282664" y="108275"/>
                      <a:pt x="281889" y="106619"/>
                      <a:pt x="281061" y="104998"/>
                    </a:cubicBezTo>
                    <a:cubicBezTo>
                      <a:pt x="280940" y="104739"/>
                      <a:pt x="280785" y="104481"/>
                      <a:pt x="280664" y="104222"/>
                    </a:cubicBezTo>
                    <a:cubicBezTo>
                      <a:pt x="279974" y="102894"/>
                      <a:pt x="279250" y="101583"/>
                      <a:pt x="278543" y="100256"/>
                    </a:cubicBezTo>
                    <a:cubicBezTo>
                      <a:pt x="277974" y="99186"/>
                      <a:pt x="277422" y="98117"/>
                      <a:pt x="276836" y="97065"/>
                    </a:cubicBezTo>
                    <a:cubicBezTo>
                      <a:pt x="276732" y="96875"/>
                      <a:pt x="276611" y="96686"/>
                      <a:pt x="276491" y="96496"/>
                    </a:cubicBezTo>
                    <a:cubicBezTo>
                      <a:pt x="274576" y="93099"/>
                      <a:pt x="272559" y="89770"/>
                      <a:pt x="270455" y="86493"/>
                    </a:cubicBezTo>
                    <a:cubicBezTo>
                      <a:pt x="270282" y="86217"/>
                      <a:pt x="270127" y="85907"/>
                      <a:pt x="269955" y="85631"/>
                    </a:cubicBezTo>
                    <a:cubicBezTo>
                      <a:pt x="269420" y="84803"/>
                      <a:pt x="268833" y="84010"/>
                      <a:pt x="268282" y="83199"/>
                    </a:cubicBezTo>
                    <a:cubicBezTo>
                      <a:pt x="267402" y="81854"/>
                      <a:pt x="266505" y="80509"/>
                      <a:pt x="265591" y="79198"/>
                    </a:cubicBezTo>
                    <a:cubicBezTo>
                      <a:pt x="264764" y="78043"/>
                      <a:pt x="263936" y="76887"/>
                      <a:pt x="263091" y="75749"/>
                    </a:cubicBezTo>
                    <a:cubicBezTo>
                      <a:pt x="262142" y="74456"/>
                      <a:pt x="261193" y="73180"/>
                      <a:pt x="260228" y="71907"/>
                    </a:cubicBezTo>
                    <a:cubicBezTo>
                      <a:pt x="259917" y="71491"/>
                      <a:pt x="259607" y="71057"/>
                      <a:pt x="259279" y="70643"/>
                    </a:cubicBezTo>
                    <a:cubicBezTo>
                      <a:pt x="258521" y="69649"/>
                      <a:pt x="257710" y="68685"/>
                      <a:pt x="256917" y="67709"/>
                    </a:cubicBezTo>
                    <a:cubicBezTo>
                      <a:pt x="256365" y="67038"/>
                      <a:pt x="255847" y="66361"/>
                      <a:pt x="255296" y="65698"/>
                    </a:cubicBezTo>
                    <a:cubicBezTo>
                      <a:pt x="253554" y="63618"/>
                      <a:pt x="251795" y="61568"/>
                      <a:pt x="250001" y="59564"/>
                    </a:cubicBezTo>
                    <a:cubicBezTo>
                      <a:pt x="249984" y="59545"/>
                      <a:pt x="249966" y="59526"/>
                      <a:pt x="249949" y="59509"/>
                    </a:cubicBezTo>
                    <a:lnTo>
                      <a:pt x="249949" y="59505"/>
                    </a:lnTo>
                    <a:cubicBezTo>
                      <a:pt x="249932" y="59488"/>
                      <a:pt x="249915" y="59473"/>
                      <a:pt x="249898" y="59457"/>
                    </a:cubicBezTo>
                    <a:cubicBezTo>
                      <a:pt x="247845" y="57172"/>
                      <a:pt x="245724" y="54942"/>
                      <a:pt x="243568" y="52760"/>
                    </a:cubicBezTo>
                    <a:cubicBezTo>
                      <a:pt x="243465" y="52664"/>
                      <a:pt x="243379" y="52560"/>
                      <a:pt x="243292" y="52464"/>
                    </a:cubicBezTo>
                    <a:cubicBezTo>
                      <a:pt x="241706" y="50879"/>
                      <a:pt x="240102" y="49339"/>
                      <a:pt x="238464" y="47809"/>
                    </a:cubicBezTo>
                    <a:cubicBezTo>
                      <a:pt x="238136" y="47502"/>
                      <a:pt x="237826" y="47178"/>
                      <a:pt x="237498" y="46873"/>
                    </a:cubicBezTo>
                    <a:cubicBezTo>
                      <a:pt x="237480" y="46855"/>
                      <a:pt x="237463" y="46837"/>
                      <a:pt x="237446" y="46818"/>
                    </a:cubicBezTo>
                    <a:cubicBezTo>
                      <a:pt x="235497" y="45022"/>
                      <a:pt x="233531" y="43268"/>
                      <a:pt x="231531" y="41556"/>
                    </a:cubicBezTo>
                    <a:cubicBezTo>
                      <a:pt x="231427" y="41471"/>
                      <a:pt x="231324" y="41392"/>
                      <a:pt x="231220" y="41308"/>
                    </a:cubicBezTo>
                    <a:cubicBezTo>
                      <a:pt x="230617" y="40787"/>
                      <a:pt x="229979" y="40293"/>
                      <a:pt x="229358" y="39780"/>
                    </a:cubicBezTo>
                    <a:cubicBezTo>
                      <a:pt x="228082" y="38724"/>
                      <a:pt x="226823" y="37657"/>
                      <a:pt x="225529" y="36636"/>
                    </a:cubicBezTo>
                    <a:cubicBezTo>
                      <a:pt x="225288" y="36444"/>
                      <a:pt x="225029" y="36267"/>
                      <a:pt x="224788" y="36075"/>
                    </a:cubicBezTo>
                    <a:cubicBezTo>
                      <a:pt x="223908" y="35391"/>
                      <a:pt x="222994" y="34735"/>
                      <a:pt x="222114" y="34066"/>
                    </a:cubicBezTo>
                    <a:cubicBezTo>
                      <a:pt x="221131" y="33326"/>
                      <a:pt x="220149" y="32564"/>
                      <a:pt x="219148" y="31845"/>
                    </a:cubicBezTo>
                    <a:cubicBezTo>
                      <a:pt x="218786" y="31577"/>
                      <a:pt x="218407" y="31334"/>
                      <a:pt x="218027" y="31070"/>
                    </a:cubicBezTo>
                    <a:cubicBezTo>
                      <a:pt x="217061" y="30381"/>
                      <a:pt x="216061" y="29713"/>
                      <a:pt x="215078" y="29042"/>
                    </a:cubicBezTo>
                    <a:cubicBezTo>
                      <a:pt x="214233" y="28464"/>
                      <a:pt x="213388" y="27861"/>
                      <a:pt x="212543" y="27297"/>
                    </a:cubicBezTo>
                    <a:cubicBezTo>
                      <a:pt x="212043" y="26980"/>
                      <a:pt x="211543" y="26690"/>
                      <a:pt x="211060" y="26376"/>
                    </a:cubicBezTo>
                    <a:cubicBezTo>
                      <a:pt x="209991" y="25690"/>
                      <a:pt x="208904" y="25024"/>
                      <a:pt x="207835" y="24362"/>
                    </a:cubicBezTo>
                    <a:cubicBezTo>
                      <a:pt x="207076" y="23900"/>
                      <a:pt x="206352" y="23411"/>
                      <a:pt x="205593" y="22961"/>
                    </a:cubicBezTo>
                    <a:cubicBezTo>
                      <a:pt x="204989" y="22610"/>
                      <a:pt x="204386" y="22292"/>
                      <a:pt x="203782" y="21947"/>
                    </a:cubicBezTo>
                    <a:cubicBezTo>
                      <a:pt x="202696" y="21320"/>
                      <a:pt x="201592" y="20704"/>
                      <a:pt x="200488" y="20099"/>
                    </a:cubicBezTo>
                    <a:cubicBezTo>
                      <a:pt x="199833" y="19729"/>
                      <a:pt x="199178" y="19335"/>
                      <a:pt x="198505" y="18976"/>
                    </a:cubicBezTo>
                    <a:cubicBezTo>
                      <a:pt x="197763" y="18588"/>
                      <a:pt x="197022" y="18241"/>
                      <a:pt x="196297" y="17864"/>
                    </a:cubicBezTo>
                    <a:cubicBezTo>
                      <a:pt x="195211" y="17306"/>
                      <a:pt x="194124" y="16755"/>
                      <a:pt x="193021" y="16220"/>
                    </a:cubicBezTo>
                    <a:cubicBezTo>
                      <a:pt x="192469" y="15944"/>
                      <a:pt x="191917" y="15642"/>
                      <a:pt x="191348" y="15373"/>
                    </a:cubicBezTo>
                    <a:cubicBezTo>
                      <a:pt x="190434" y="14935"/>
                      <a:pt x="189485" y="14542"/>
                      <a:pt x="188554" y="14121"/>
                    </a:cubicBezTo>
                    <a:cubicBezTo>
                      <a:pt x="187537" y="13656"/>
                      <a:pt x="186519" y="13186"/>
                      <a:pt x="185484" y="12741"/>
                    </a:cubicBezTo>
                    <a:cubicBezTo>
                      <a:pt x="185070" y="12562"/>
                      <a:pt x="184656" y="12362"/>
                      <a:pt x="184243" y="12186"/>
                    </a:cubicBezTo>
                    <a:cubicBezTo>
                      <a:pt x="182984" y="11658"/>
                      <a:pt x="181708" y="11182"/>
                      <a:pt x="180431" y="10682"/>
                    </a:cubicBezTo>
                    <a:cubicBezTo>
                      <a:pt x="179569" y="10339"/>
                      <a:pt x="178707" y="9977"/>
                      <a:pt x="177827" y="9649"/>
                    </a:cubicBezTo>
                    <a:cubicBezTo>
                      <a:pt x="177603" y="9565"/>
                      <a:pt x="177379" y="9466"/>
                      <a:pt x="177155" y="9384"/>
                    </a:cubicBezTo>
                    <a:cubicBezTo>
                      <a:pt x="174844" y="8532"/>
                      <a:pt x="172533" y="7730"/>
                      <a:pt x="170187" y="6976"/>
                    </a:cubicBezTo>
                    <a:cubicBezTo>
                      <a:pt x="170170" y="6969"/>
                      <a:pt x="170136" y="6964"/>
                      <a:pt x="170118" y="6959"/>
                    </a:cubicBezTo>
                    <a:cubicBezTo>
                      <a:pt x="169946" y="6904"/>
                      <a:pt x="169773" y="6859"/>
                      <a:pt x="169601" y="6804"/>
                    </a:cubicBezTo>
                    <a:cubicBezTo>
                      <a:pt x="167480" y="6131"/>
                      <a:pt x="165358" y="5488"/>
                      <a:pt x="163203" y="4898"/>
                    </a:cubicBezTo>
                    <a:cubicBezTo>
                      <a:pt x="162651" y="4750"/>
                      <a:pt x="162116" y="4605"/>
                      <a:pt x="161564" y="4462"/>
                    </a:cubicBezTo>
                    <a:cubicBezTo>
                      <a:pt x="159805" y="3998"/>
                      <a:pt x="158046" y="3565"/>
                      <a:pt x="156287" y="3163"/>
                    </a:cubicBezTo>
                    <a:cubicBezTo>
                      <a:pt x="155615" y="3010"/>
                      <a:pt x="154942" y="2894"/>
                      <a:pt x="154269" y="2751"/>
                    </a:cubicBezTo>
                    <a:cubicBezTo>
                      <a:pt x="153355" y="2554"/>
                      <a:pt x="152459" y="2368"/>
                      <a:pt x="151545" y="2189"/>
                    </a:cubicBezTo>
                    <a:cubicBezTo>
                      <a:pt x="150837" y="2051"/>
                      <a:pt x="150130" y="1884"/>
                      <a:pt x="149423" y="1754"/>
                    </a:cubicBezTo>
                    <a:cubicBezTo>
                      <a:pt x="148302" y="1547"/>
                      <a:pt x="147181" y="1392"/>
                      <a:pt x="146043" y="1209"/>
                    </a:cubicBezTo>
                    <a:cubicBezTo>
                      <a:pt x="145233" y="1080"/>
                      <a:pt x="144422" y="937"/>
                      <a:pt x="143612" y="819"/>
                    </a:cubicBezTo>
                    <a:cubicBezTo>
                      <a:pt x="143284" y="771"/>
                      <a:pt x="142956" y="704"/>
                      <a:pt x="142611" y="659"/>
                    </a:cubicBezTo>
                    <a:cubicBezTo>
                      <a:pt x="140352" y="345"/>
                      <a:pt x="138110" y="85"/>
                      <a:pt x="135868" y="-127"/>
                    </a:cubicBezTo>
                    <a:cubicBezTo>
                      <a:pt x="135851" y="-129"/>
                      <a:pt x="135834" y="-131"/>
                      <a:pt x="135834" y="-133"/>
                    </a:cubicBezTo>
                    <a:cubicBezTo>
                      <a:pt x="133540" y="-348"/>
                      <a:pt x="131246" y="-512"/>
                      <a:pt x="128970" y="-624"/>
                    </a:cubicBezTo>
                    <a:cubicBezTo>
                      <a:pt x="128677" y="-638"/>
                      <a:pt x="128383" y="-634"/>
                      <a:pt x="128090" y="-648"/>
                    </a:cubicBezTo>
                    <a:cubicBezTo>
                      <a:pt x="127262" y="-683"/>
                      <a:pt x="126435" y="-691"/>
                      <a:pt x="125624" y="-714"/>
                    </a:cubicBezTo>
                    <a:cubicBezTo>
                      <a:pt x="124451" y="-745"/>
                      <a:pt x="123279" y="-802"/>
                      <a:pt x="122106" y="-807"/>
                    </a:cubicBezTo>
                    <a:cubicBezTo>
                      <a:pt x="121537" y="-809"/>
                      <a:pt x="120950" y="-776"/>
                      <a:pt x="120381" y="-772"/>
                    </a:cubicBezTo>
                    <a:cubicBezTo>
                      <a:pt x="119364" y="-764"/>
                      <a:pt x="118346" y="-740"/>
                      <a:pt x="117329" y="-712"/>
                    </a:cubicBezTo>
                    <a:cubicBezTo>
                      <a:pt x="116553" y="-690"/>
                      <a:pt x="115759" y="-698"/>
                      <a:pt x="114983" y="-665"/>
                    </a:cubicBezTo>
                    <a:cubicBezTo>
                      <a:pt x="114173" y="-629"/>
                      <a:pt x="113362" y="-548"/>
                      <a:pt x="112552" y="-498"/>
                    </a:cubicBezTo>
                    <a:cubicBezTo>
                      <a:pt x="111517" y="-438"/>
                      <a:pt x="110499" y="-374"/>
                      <a:pt x="109482" y="-291"/>
                    </a:cubicBezTo>
                    <a:cubicBezTo>
                      <a:pt x="108947" y="-248"/>
                      <a:pt x="108413" y="-231"/>
                      <a:pt x="107878" y="-181"/>
                    </a:cubicBezTo>
                    <a:cubicBezTo>
                      <a:pt x="106912" y="-93"/>
                      <a:pt x="105964" y="50"/>
                      <a:pt x="105015" y="157"/>
                    </a:cubicBezTo>
                    <a:cubicBezTo>
                      <a:pt x="103825" y="290"/>
                      <a:pt x="102653" y="418"/>
                      <a:pt x="101463" y="580"/>
                    </a:cubicBezTo>
                    <a:cubicBezTo>
                      <a:pt x="101049" y="637"/>
                      <a:pt x="100635" y="668"/>
                      <a:pt x="100221" y="728"/>
                    </a:cubicBezTo>
                    <a:cubicBezTo>
                      <a:pt x="99238" y="869"/>
                      <a:pt x="98272" y="1071"/>
                      <a:pt x="97306" y="1233"/>
                    </a:cubicBezTo>
                    <a:cubicBezTo>
                      <a:pt x="96030" y="1445"/>
                      <a:pt x="94754" y="1649"/>
                      <a:pt x="93495" y="1892"/>
                    </a:cubicBezTo>
                    <a:cubicBezTo>
                      <a:pt x="93133" y="1965"/>
                      <a:pt x="92754" y="2013"/>
                      <a:pt x="92374" y="2087"/>
                    </a:cubicBezTo>
                    <a:cubicBezTo>
                      <a:pt x="91512" y="2261"/>
                      <a:pt x="90667" y="2494"/>
                      <a:pt x="89822" y="2684"/>
                    </a:cubicBezTo>
                    <a:cubicBezTo>
                      <a:pt x="88304" y="3017"/>
                      <a:pt x="86786" y="3355"/>
                      <a:pt x="85303" y="3734"/>
                    </a:cubicBezTo>
                    <a:cubicBezTo>
                      <a:pt x="84872" y="3841"/>
                      <a:pt x="84458" y="3919"/>
                      <a:pt x="84027" y="4029"/>
                    </a:cubicBezTo>
                    <a:cubicBezTo>
                      <a:pt x="82372" y="4467"/>
                      <a:pt x="80716" y="4939"/>
                      <a:pt x="79078" y="5434"/>
                    </a:cubicBezTo>
                    <a:cubicBezTo>
                      <a:pt x="78871" y="5498"/>
                      <a:pt x="78664" y="5571"/>
                      <a:pt x="78457" y="5636"/>
                    </a:cubicBezTo>
                    <a:cubicBezTo>
                      <a:pt x="77215" y="6019"/>
                      <a:pt x="75956" y="6407"/>
                      <a:pt x="74732" y="6823"/>
                    </a:cubicBezTo>
                    <a:cubicBezTo>
                      <a:pt x="73938" y="7088"/>
                      <a:pt x="73162" y="7383"/>
                      <a:pt x="72386" y="7663"/>
                    </a:cubicBezTo>
                    <a:cubicBezTo>
                      <a:pt x="71800" y="7871"/>
                      <a:pt x="71213" y="8077"/>
                      <a:pt x="70627" y="8294"/>
                    </a:cubicBezTo>
                    <a:cubicBezTo>
                      <a:pt x="68489" y="9089"/>
                      <a:pt x="66367" y="9915"/>
                      <a:pt x="64263" y="10807"/>
                    </a:cubicBezTo>
                    <a:cubicBezTo>
                      <a:pt x="64194" y="10836"/>
                      <a:pt x="64125" y="10869"/>
                      <a:pt x="64074" y="10896"/>
                    </a:cubicBezTo>
                    <a:cubicBezTo>
                      <a:pt x="63504" y="11141"/>
                      <a:pt x="62935" y="11417"/>
                      <a:pt x="62366" y="11667"/>
                    </a:cubicBezTo>
                    <a:cubicBezTo>
                      <a:pt x="60625" y="12441"/>
                      <a:pt x="58883" y="13231"/>
                      <a:pt x="57158" y="14073"/>
                    </a:cubicBezTo>
                    <a:cubicBezTo>
                      <a:pt x="56330" y="14483"/>
                      <a:pt x="55502" y="14928"/>
                      <a:pt x="54675" y="15356"/>
                    </a:cubicBezTo>
                    <a:cubicBezTo>
                      <a:pt x="53571" y="15923"/>
                      <a:pt x="52467" y="16463"/>
                      <a:pt x="51381" y="17058"/>
                    </a:cubicBezTo>
                    <a:cubicBezTo>
                      <a:pt x="51105" y="17208"/>
                      <a:pt x="50846" y="17384"/>
                      <a:pt x="50570" y="17536"/>
                    </a:cubicBezTo>
                    <a:cubicBezTo>
                      <a:pt x="48897" y="18465"/>
                      <a:pt x="47242" y="19452"/>
                      <a:pt x="45603" y="20447"/>
                    </a:cubicBezTo>
                    <a:cubicBezTo>
                      <a:pt x="44810" y="20932"/>
                      <a:pt x="44000" y="21390"/>
                      <a:pt x="43206" y="21890"/>
                    </a:cubicBezTo>
                    <a:cubicBezTo>
                      <a:pt x="40809" y="23415"/>
                      <a:pt x="38446" y="25000"/>
                      <a:pt x="36118" y="26666"/>
                    </a:cubicBezTo>
                    <a:lnTo>
                      <a:pt x="-1823" y="53913"/>
                    </a:lnTo>
                    <a:cubicBezTo>
                      <a:pt x="488" y="52247"/>
                      <a:pt x="2868" y="50662"/>
                      <a:pt x="5265" y="49137"/>
                    </a:cubicBezTo>
                    <a:cubicBezTo>
                      <a:pt x="6059" y="48637"/>
                      <a:pt x="6869" y="48180"/>
                      <a:pt x="7662" y="47695"/>
                    </a:cubicBezTo>
                    <a:cubicBezTo>
                      <a:pt x="9301" y="46699"/>
                      <a:pt x="10956" y="45712"/>
                      <a:pt x="12629" y="44783"/>
                    </a:cubicBezTo>
                    <a:cubicBezTo>
                      <a:pt x="13975" y="44029"/>
                      <a:pt x="15354" y="43315"/>
                      <a:pt x="16734" y="42606"/>
                    </a:cubicBezTo>
                    <a:cubicBezTo>
                      <a:pt x="17562" y="42178"/>
                      <a:pt x="18389" y="41732"/>
                      <a:pt x="19217" y="41320"/>
                    </a:cubicBezTo>
                    <a:cubicBezTo>
                      <a:pt x="20942" y="40478"/>
                      <a:pt x="22684" y="39690"/>
                      <a:pt x="24425" y="38915"/>
                    </a:cubicBezTo>
                    <a:cubicBezTo>
                      <a:pt x="24995" y="38664"/>
                      <a:pt x="25564" y="38388"/>
                      <a:pt x="26133" y="38143"/>
                    </a:cubicBezTo>
                    <a:cubicBezTo>
                      <a:pt x="28289" y="37220"/>
                      <a:pt x="30479" y="36361"/>
                      <a:pt x="32686" y="35544"/>
                    </a:cubicBezTo>
                    <a:cubicBezTo>
                      <a:pt x="33273" y="35325"/>
                      <a:pt x="33859" y="35118"/>
                      <a:pt x="34445" y="34908"/>
                    </a:cubicBezTo>
                    <a:cubicBezTo>
                      <a:pt x="36463" y="34194"/>
                      <a:pt x="38464" y="33511"/>
                      <a:pt x="40516" y="32883"/>
                    </a:cubicBezTo>
                    <a:cubicBezTo>
                      <a:pt x="40723" y="32819"/>
                      <a:pt x="40930" y="32747"/>
                      <a:pt x="41137" y="32683"/>
                    </a:cubicBezTo>
                    <a:cubicBezTo>
                      <a:pt x="43189" y="32062"/>
                      <a:pt x="45276" y="31512"/>
                      <a:pt x="47362" y="30981"/>
                    </a:cubicBezTo>
                    <a:cubicBezTo>
                      <a:pt x="48863" y="30601"/>
                      <a:pt x="50363" y="30263"/>
                      <a:pt x="51881" y="29930"/>
                    </a:cubicBezTo>
                    <a:cubicBezTo>
                      <a:pt x="53105" y="29660"/>
                      <a:pt x="54330" y="29380"/>
                      <a:pt x="55554" y="29141"/>
                    </a:cubicBezTo>
                    <a:cubicBezTo>
                      <a:pt x="56813" y="28896"/>
                      <a:pt x="58089" y="28692"/>
                      <a:pt x="59365" y="28482"/>
                    </a:cubicBezTo>
                    <a:cubicBezTo>
                      <a:pt x="60745" y="28251"/>
                      <a:pt x="62125" y="28018"/>
                      <a:pt x="63539" y="27826"/>
                    </a:cubicBezTo>
                    <a:cubicBezTo>
                      <a:pt x="64695" y="27666"/>
                      <a:pt x="65884" y="27538"/>
                      <a:pt x="67057" y="27406"/>
                    </a:cubicBezTo>
                    <a:cubicBezTo>
                      <a:pt x="68558" y="27238"/>
                      <a:pt x="70058" y="27078"/>
                      <a:pt x="71558" y="26955"/>
                    </a:cubicBezTo>
                    <a:cubicBezTo>
                      <a:pt x="72559" y="26874"/>
                      <a:pt x="73576" y="26811"/>
                      <a:pt x="74594" y="26749"/>
                    </a:cubicBezTo>
                    <a:cubicBezTo>
                      <a:pt x="76197" y="26654"/>
                      <a:pt x="77784" y="26581"/>
                      <a:pt x="79388" y="26536"/>
                    </a:cubicBezTo>
                    <a:cubicBezTo>
                      <a:pt x="80405" y="26507"/>
                      <a:pt x="81423" y="26483"/>
                      <a:pt x="82440" y="26476"/>
                    </a:cubicBezTo>
                    <a:cubicBezTo>
                      <a:pt x="84182" y="26462"/>
                      <a:pt x="85924" y="26486"/>
                      <a:pt x="87666" y="26535"/>
                    </a:cubicBezTo>
                    <a:cubicBezTo>
                      <a:pt x="88494" y="26557"/>
                      <a:pt x="89321" y="26564"/>
                      <a:pt x="90149" y="26600"/>
                    </a:cubicBezTo>
                    <a:cubicBezTo>
                      <a:pt x="92719" y="26711"/>
                      <a:pt x="95289" y="26871"/>
                      <a:pt x="97893" y="27116"/>
                    </a:cubicBezTo>
                    <a:lnTo>
                      <a:pt x="97910" y="27118"/>
                    </a:lnTo>
                    <a:cubicBezTo>
                      <a:pt x="97910" y="27118"/>
                      <a:pt x="97910" y="27119"/>
                      <a:pt x="97927" y="27119"/>
                    </a:cubicBezTo>
                    <a:cubicBezTo>
                      <a:pt x="100497" y="27363"/>
                      <a:pt x="103084" y="27690"/>
                      <a:pt x="105671" y="28066"/>
                    </a:cubicBezTo>
                    <a:cubicBezTo>
                      <a:pt x="106481" y="28183"/>
                      <a:pt x="107292" y="28327"/>
                      <a:pt x="108102" y="28456"/>
                    </a:cubicBezTo>
                    <a:cubicBezTo>
                      <a:pt x="109930" y="28751"/>
                      <a:pt x="111776" y="29075"/>
                      <a:pt x="113604" y="29437"/>
                    </a:cubicBezTo>
                    <a:cubicBezTo>
                      <a:pt x="114518" y="29617"/>
                      <a:pt x="115414" y="29801"/>
                      <a:pt x="116328" y="29996"/>
                    </a:cubicBezTo>
                    <a:cubicBezTo>
                      <a:pt x="118760" y="30519"/>
                      <a:pt x="121192" y="31067"/>
                      <a:pt x="123623" y="31709"/>
                    </a:cubicBezTo>
                    <a:cubicBezTo>
                      <a:pt x="126348" y="32422"/>
                      <a:pt x="129021" y="33214"/>
                      <a:pt x="131695" y="34061"/>
                    </a:cubicBezTo>
                    <a:cubicBezTo>
                      <a:pt x="131850" y="34111"/>
                      <a:pt x="132022" y="34152"/>
                      <a:pt x="132178" y="34204"/>
                    </a:cubicBezTo>
                    <a:cubicBezTo>
                      <a:pt x="134782" y="35037"/>
                      <a:pt x="137334" y="35944"/>
                      <a:pt x="139886" y="36898"/>
                    </a:cubicBezTo>
                    <a:cubicBezTo>
                      <a:pt x="140766" y="37224"/>
                      <a:pt x="141611" y="37582"/>
                      <a:pt x="142473" y="37924"/>
                    </a:cubicBezTo>
                    <a:cubicBezTo>
                      <a:pt x="144181" y="38591"/>
                      <a:pt x="145871" y="39271"/>
                      <a:pt x="147543" y="39992"/>
                    </a:cubicBezTo>
                    <a:cubicBezTo>
                      <a:pt x="148578" y="40433"/>
                      <a:pt x="149579" y="40902"/>
                      <a:pt x="150613" y="41364"/>
                    </a:cubicBezTo>
                    <a:cubicBezTo>
                      <a:pt x="152114" y="42047"/>
                      <a:pt x="153614" y="42744"/>
                      <a:pt x="155097" y="43468"/>
                    </a:cubicBezTo>
                    <a:cubicBezTo>
                      <a:pt x="156184" y="44003"/>
                      <a:pt x="157270" y="44553"/>
                      <a:pt x="158339" y="45110"/>
                    </a:cubicBezTo>
                    <a:cubicBezTo>
                      <a:pt x="159754" y="45836"/>
                      <a:pt x="161168" y="46581"/>
                      <a:pt x="162547" y="47345"/>
                    </a:cubicBezTo>
                    <a:cubicBezTo>
                      <a:pt x="163651" y="47951"/>
                      <a:pt x="164755" y="48566"/>
                      <a:pt x="165841" y="49196"/>
                    </a:cubicBezTo>
                    <a:cubicBezTo>
                      <a:pt x="167204" y="49980"/>
                      <a:pt x="168549" y="50789"/>
                      <a:pt x="169894" y="51610"/>
                    </a:cubicBezTo>
                    <a:cubicBezTo>
                      <a:pt x="170963" y="52272"/>
                      <a:pt x="172050" y="52936"/>
                      <a:pt x="173119" y="53621"/>
                    </a:cubicBezTo>
                    <a:cubicBezTo>
                      <a:pt x="174464" y="54489"/>
                      <a:pt x="175809" y="55384"/>
                      <a:pt x="177137" y="56287"/>
                    </a:cubicBezTo>
                    <a:cubicBezTo>
                      <a:pt x="178120" y="56962"/>
                      <a:pt x="179121" y="57629"/>
                      <a:pt x="180086" y="58322"/>
                    </a:cubicBezTo>
                    <a:cubicBezTo>
                      <a:pt x="181466" y="59293"/>
                      <a:pt x="182811" y="60297"/>
                      <a:pt x="184156" y="61306"/>
                    </a:cubicBezTo>
                    <a:cubicBezTo>
                      <a:pt x="185053" y="61977"/>
                      <a:pt x="185950" y="62635"/>
                      <a:pt x="186847" y="63324"/>
                    </a:cubicBezTo>
                    <a:cubicBezTo>
                      <a:pt x="188382" y="64527"/>
                      <a:pt x="189917" y="65772"/>
                      <a:pt x="191417" y="67026"/>
                    </a:cubicBezTo>
                    <a:cubicBezTo>
                      <a:pt x="192038" y="67540"/>
                      <a:pt x="192676" y="68033"/>
                      <a:pt x="193279" y="68556"/>
                    </a:cubicBezTo>
                    <a:cubicBezTo>
                      <a:pt x="195418" y="70365"/>
                      <a:pt x="197505" y="72219"/>
                      <a:pt x="199557" y="74128"/>
                    </a:cubicBezTo>
                    <a:cubicBezTo>
                      <a:pt x="199885" y="74421"/>
                      <a:pt x="200178" y="74732"/>
                      <a:pt x="200506" y="75025"/>
                    </a:cubicBezTo>
                    <a:cubicBezTo>
                      <a:pt x="202230" y="76663"/>
                      <a:pt x="203955" y="78319"/>
                      <a:pt x="205627" y="80009"/>
                    </a:cubicBezTo>
                    <a:cubicBezTo>
                      <a:pt x="207766" y="82165"/>
                      <a:pt x="209853" y="84372"/>
                      <a:pt x="211905" y="86649"/>
                    </a:cubicBezTo>
                    <a:cubicBezTo>
                      <a:pt x="211940" y="86683"/>
                      <a:pt x="211974" y="86718"/>
                      <a:pt x="212008" y="86752"/>
                    </a:cubicBezTo>
                    <a:cubicBezTo>
                      <a:pt x="212008" y="86769"/>
                      <a:pt x="212026" y="86769"/>
                      <a:pt x="212026" y="86769"/>
                    </a:cubicBezTo>
                    <a:cubicBezTo>
                      <a:pt x="213837" y="88787"/>
                      <a:pt x="215613" y="90857"/>
                      <a:pt x="217355" y="92943"/>
                    </a:cubicBezTo>
                    <a:cubicBezTo>
                      <a:pt x="217889" y="93616"/>
                      <a:pt x="218441" y="94288"/>
                      <a:pt x="218976" y="94961"/>
                    </a:cubicBezTo>
                    <a:cubicBezTo>
                      <a:pt x="220097" y="96341"/>
                      <a:pt x="221201" y="97738"/>
                      <a:pt x="222287" y="99152"/>
                    </a:cubicBezTo>
                    <a:cubicBezTo>
                      <a:pt x="223253" y="100411"/>
                      <a:pt x="224201" y="101704"/>
                      <a:pt x="225150" y="102998"/>
                    </a:cubicBezTo>
                    <a:cubicBezTo>
                      <a:pt x="225978" y="104136"/>
                      <a:pt x="226823" y="105291"/>
                      <a:pt x="227650" y="106447"/>
                    </a:cubicBezTo>
                    <a:cubicBezTo>
                      <a:pt x="228565" y="107757"/>
                      <a:pt x="229461" y="109103"/>
                      <a:pt x="230341" y="110431"/>
                    </a:cubicBezTo>
                    <a:cubicBezTo>
                      <a:pt x="231082" y="111534"/>
                      <a:pt x="231807" y="112621"/>
                      <a:pt x="232514" y="113742"/>
                    </a:cubicBezTo>
                    <a:cubicBezTo>
                      <a:pt x="234618" y="117018"/>
                      <a:pt x="236635" y="120347"/>
                      <a:pt x="238550" y="123744"/>
                    </a:cubicBezTo>
                    <a:cubicBezTo>
                      <a:pt x="239257" y="124986"/>
                      <a:pt x="239929" y="126245"/>
                      <a:pt x="240602" y="127504"/>
                    </a:cubicBezTo>
                    <a:cubicBezTo>
                      <a:pt x="241309" y="128815"/>
                      <a:pt x="242033" y="130143"/>
                      <a:pt x="242723" y="131488"/>
                    </a:cubicBezTo>
                    <a:cubicBezTo>
                      <a:pt x="243672" y="133350"/>
                      <a:pt x="244603" y="135247"/>
                      <a:pt x="245500" y="137144"/>
                    </a:cubicBezTo>
                    <a:cubicBezTo>
                      <a:pt x="245793" y="137783"/>
                      <a:pt x="246121" y="138386"/>
                      <a:pt x="246397" y="139024"/>
                    </a:cubicBezTo>
                    <a:cubicBezTo>
                      <a:pt x="247552" y="141490"/>
                      <a:pt x="248638" y="143991"/>
                      <a:pt x="249691" y="146509"/>
                    </a:cubicBezTo>
                    <a:cubicBezTo>
                      <a:pt x="249966" y="147181"/>
                      <a:pt x="250225" y="147854"/>
                      <a:pt x="250501" y="148527"/>
                    </a:cubicBezTo>
                    <a:cubicBezTo>
                      <a:pt x="251260" y="150406"/>
                      <a:pt x="252002" y="152303"/>
                      <a:pt x="252709" y="154201"/>
                    </a:cubicBezTo>
                    <a:cubicBezTo>
                      <a:pt x="253036" y="155080"/>
                      <a:pt x="253347" y="155942"/>
                      <a:pt x="253657" y="156822"/>
                    </a:cubicBezTo>
                    <a:cubicBezTo>
                      <a:pt x="254330" y="158650"/>
                      <a:pt x="254951" y="160512"/>
                      <a:pt x="255554" y="162375"/>
                    </a:cubicBezTo>
                    <a:cubicBezTo>
                      <a:pt x="255813" y="163168"/>
                      <a:pt x="256089" y="163962"/>
                      <a:pt x="256348" y="164755"/>
                    </a:cubicBezTo>
                    <a:cubicBezTo>
                      <a:pt x="257106" y="167221"/>
                      <a:pt x="257848" y="169687"/>
                      <a:pt x="258521" y="172171"/>
                    </a:cubicBezTo>
                    <a:cubicBezTo>
                      <a:pt x="258589" y="172378"/>
                      <a:pt x="258641" y="172585"/>
                      <a:pt x="258710" y="172792"/>
                    </a:cubicBezTo>
                    <a:cubicBezTo>
                      <a:pt x="259434" y="175482"/>
                      <a:pt x="260107" y="178207"/>
                      <a:pt x="260728" y="180932"/>
                    </a:cubicBezTo>
                    <a:cubicBezTo>
                      <a:pt x="260935" y="181828"/>
                      <a:pt x="261107" y="182708"/>
                      <a:pt x="261297" y="183605"/>
                    </a:cubicBezTo>
                    <a:cubicBezTo>
                      <a:pt x="261694" y="185484"/>
                      <a:pt x="262090" y="187364"/>
                      <a:pt x="262435" y="189261"/>
                    </a:cubicBezTo>
                    <a:cubicBezTo>
                      <a:pt x="262642" y="190313"/>
                      <a:pt x="262815" y="191383"/>
                      <a:pt x="262987" y="192435"/>
                    </a:cubicBezTo>
                    <a:cubicBezTo>
                      <a:pt x="263297" y="194211"/>
                      <a:pt x="263574" y="196005"/>
                      <a:pt x="263832" y="197781"/>
                    </a:cubicBezTo>
                    <a:cubicBezTo>
                      <a:pt x="263988" y="198850"/>
                      <a:pt x="264142" y="199902"/>
                      <a:pt x="264281" y="200971"/>
                    </a:cubicBezTo>
                    <a:cubicBezTo>
                      <a:pt x="264505" y="202834"/>
                      <a:pt x="264712" y="204696"/>
                      <a:pt x="264901" y="206559"/>
                    </a:cubicBezTo>
                    <a:cubicBezTo>
                      <a:pt x="265005" y="207525"/>
                      <a:pt x="265108" y="208508"/>
                      <a:pt x="265195" y="209491"/>
                    </a:cubicBezTo>
                    <a:cubicBezTo>
                      <a:pt x="265401" y="211940"/>
                      <a:pt x="265557" y="214388"/>
                      <a:pt x="265678" y="216837"/>
                    </a:cubicBezTo>
                    <a:cubicBezTo>
                      <a:pt x="265695" y="217200"/>
                      <a:pt x="265729" y="217562"/>
                      <a:pt x="265747" y="217924"/>
                    </a:cubicBezTo>
                    <a:cubicBezTo>
                      <a:pt x="265867" y="220735"/>
                      <a:pt x="265936" y="223563"/>
                      <a:pt x="265936" y="226392"/>
                    </a:cubicBezTo>
                    <a:cubicBezTo>
                      <a:pt x="265936" y="227202"/>
                      <a:pt x="265919" y="228013"/>
                      <a:pt x="265902" y="228806"/>
                    </a:cubicBezTo>
                    <a:cubicBezTo>
                      <a:pt x="265884" y="230841"/>
                      <a:pt x="265833" y="232876"/>
                      <a:pt x="265763" y="234928"/>
                    </a:cubicBezTo>
                    <a:cubicBezTo>
                      <a:pt x="265712" y="235911"/>
                      <a:pt x="265660" y="236894"/>
                      <a:pt x="265609" y="237877"/>
                    </a:cubicBezTo>
                    <a:cubicBezTo>
                      <a:pt x="265505" y="239826"/>
                      <a:pt x="265367" y="241758"/>
                      <a:pt x="265195" y="243706"/>
                    </a:cubicBezTo>
                    <a:cubicBezTo>
                      <a:pt x="265126" y="244638"/>
                      <a:pt x="265057" y="245586"/>
                      <a:pt x="264953" y="246517"/>
                    </a:cubicBezTo>
                    <a:cubicBezTo>
                      <a:pt x="264677" y="249294"/>
                      <a:pt x="264367" y="252071"/>
                      <a:pt x="263970" y="254847"/>
                    </a:cubicBezTo>
                    <a:cubicBezTo>
                      <a:pt x="263556" y="257762"/>
                      <a:pt x="263073" y="260642"/>
                      <a:pt x="262539" y="263488"/>
                    </a:cubicBezTo>
                    <a:cubicBezTo>
                      <a:pt x="262383" y="264298"/>
                      <a:pt x="262194" y="265091"/>
                      <a:pt x="262039" y="265902"/>
                    </a:cubicBezTo>
                    <a:cubicBezTo>
                      <a:pt x="261642" y="267868"/>
                      <a:pt x="261228" y="269817"/>
                      <a:pt x="260780" y="271731"/>
                    </a:cubicBezTo>
                    <a:cubicBezTo>
                      <a:pt x="260504" y="272852"/>
                      <a:pt x="260228" y="273956"/>
                      <a:pt x="259952" y="275059"/>
                    </a:cubicBezTo>
                    <a:cubicBezTo>
                      <a:pt x="259521" y="276715"/>
                      <a:pt x="259090" y="278336"/>
                      <a:pt x="258641" y="279957"/>
                    </a:cubicBezTo>
                    <a:cubicBezTo>
                      <a:pt x="258296" y="281147"/>
                      <a:pt x="257934" y="282337"/>
                      <a:pt x="257589" y="283510"/>
                    </a:cubicBezTo>
                    <a:cubicBezTo>
                      <a:pt x="257124" y="285010"/>
                      <a:pt x="256641" y="286493"/>
                      <a:pt x="256158" y="287977"/>
                    </a:cubicBezTo>
                    <a:cubicBezTo>
                      <a:pt x="255709" y="289305"/>
                      <a:pt x="255244" y="290615"/>
                      <a:pt x="254778" y="291926"/>
                    </a:cubicBezTo>
                    <a:cubicBezTo>
                      <a:pt x="254295" y="293271"/>
                      <a:pt x="253795" y="294599"/>
                      <a:pt x="253278" y="295910"/>
                    </a:cubicBezTo>
                    <a:cubicBezTo>
                      <a:pt x="252674" y="297462"/>
                      <a:pt x="252053" y="298997"/>
                      <a:pt x="251415" y="300514"/>
                    </a:cubicBezTo>
                    <a:cubicBezTo>
                      <a:pt x="250915" y="301704"/>
                      <a:pt x="250398" y="302894"/>
                      <a:pt x="249880" y="304067"/>
                    </a:cubicBezTo>
                    <a:cubicBezTo>
                      <a:pt x="249052" y="305912"/>
                      <a:pt x="248190" y="307723"/>
                      <a:pt x="247311" y="309517"/>
                    </a:cubicBezTo>
                    <a:cubicBezTo>
                      <a:pt x="246759" y="310638"/>
                      <a:pt x="246224" y="311776"/>
                      <a:pt x="245655" y="312879"/>
                    </a:cubicBezTo>
                    <a:cubicBezTo>
                      <a:pt x="245362" y="313449"/>
                      <a:pt x="245069" y="314000"/>
                      <a:pt x="244775" y="314552"/>
                    </a:cubicBezTo>
                    <a:cubicBezTo>
                      <a:pt x="243758" y="316432"/>
                      <a:pt x="242723" y="318295"/>
                      <a:pt x="241654" y="320123"/>
                    </a:cubicBezTo>
                    <a:cubicBezTo>
                      <a:pt x="241447" y="320485"/>
                      <a:pt x="241257" y="320847"/>
                      <a:pt x="241033" y="321209"/>
                    </a:cubicBezTo>
                    <a:cubicBezTo>
                      <a:pt x="239688" y="323503"/>
                      <a:pt x="238274" y="325745"/>
                      <a:pt x="236825" y="327953"/>
                    </a:cubicBezTo>
                    <a:cubicBezTo>
                      <a:pt x="236808" y="327970"/>
                      <a:pt x="236808" y="327987"/>
                      <a:pt x="236791" y="328004"/>
                    </a:cubicBezTo>
                    <a:cubicBezTo>
                      <a:pt x="235342" y="330194"/>
                      <a:pt x="233824" y="332350"/>
                      <a:pt x="232289" y="334454"/>
                    </a:cubicBezTo>
                    <a:cubicBezTo>
                      <a:pt x="231979" y="334868"/>
                      <a:pt x="231651" y="335282"/>
                      <a:pt x="231324" y="335696"/>
                    </a:cubicBezTo>
                    <a:cubicBezTo>
                      <a:pt x="230151" y="337265"/>
                      <a:pt x="228961" y="338817"/>
                      <a:pt x="227737" y="340335"/>
                    </a:cubicBezTo>
                    <a:cubicBezTo>
                      <a:pt x="227237" y="340939"/>
                      <a:pt x="226736" y="341542"/>
                      <a:pt x="226236" y="342146"/>
                    </a:cubicBezTo>
                    <a:cubicBezTo>
                      <a:pt x="225081" y="343525"/>
                      <a:pt x="223908" y="344888"/>
                      <a:pt x="222718" y="346233"/>
                    </a:cubicBezTo>
                    <a:cubicBezTo>
                      <a:pt x="222252" y="346750"/>
                      <a:pt x="221804" y="347268"/>
                      <a:pt x="221338" y="347768"/>
                    </a:cubicBezTo>
                    <a:cubicBezTo>
                      <a:pt x="219700" y="349544"/>
                      <a:pt x="218044" y="351303"/>
                      <a:pt x="216337" y="352993"/>
                    </a:cubicBezTo>
                    <a:cubicBezTo>
                      <a:pt x="216096" y="353235"/>
                      <a:pt x="215837" y="353459"/>
                      <a:pt x="215596" y="353700"/>
                    </a:cubicBezTo>
                    <a:cubicBezTo>
                      <a:pt x="214113" y="355149"/>
                      <a:pt x="212595" y="356581"/>
                      <a:pt x="211060" y="357977"/>
                    </a:cubicBezTo>
                    <a:cubicBezTo>
                      <a:pt x="210491" y="358478"/>
                      <a:pt x="209922" y="358978"/>
                      <a:pt x="209353" y="359461"/>
                    </a:cubicBezTo>
                    <a:cubicBezTo>
                      <a:pt x="208042" y="360616"/>
                      <a:pt x="206714" y="361737"/>
                      <a:pt x="205369" y="362841"/>
                    </a:cubicBezTo>
                    <a:cubicBezTo>
                      <a:pt x="204817" y="363307"/>
                      <a:pt x="204248" y="363755"/>
                      <a:pt x="203696" y="364203"/>
                    </a:cubicBezTo>
                    <a:cubicBezTo>
                      <a:pt x="201816" y="365686"/>
                      <a:pt x="199919" y="367152"/>
                      <a:pt x="197987" y="368532"/>
                    </a:cubicBezTo>
                    <a:lnTo>
                      <a:pt x="235928" y="341284"/>
                    </a:lnTo>
                    <a:cubicBezTo>
                      <a:pt x="237860" y="339904"/>
                      <a:pt x="239757" y="338438"/>
                      <a:pt x="241637" y="336955"/>
                    </a:cubicBezTo>
                    <a:cubicBezTo>
                      <a:pt x="242189" y="336506"/>
                      <a:pt x="242758" y="336058"/>
                      <a:pt x="243310" y="335592"/>
                    </a:cubicBezTo>
                    <a:cubicBezTo>
                      <a:pt x="244655" y="334489"/>
                      <a:pt x="245983" y="333368"/>
                      <a:pt x="247293" y="332229"/>
                    </a:cubicBezTo>
                    <a:cubicBezTo>
                      <a:pt x="247863" y="331729"/>
                      <a:pt x="248432" y="331229"/>
                      <a:pt x="249001" y="330729"/>
                    </a:cubicBezTo>
                    <a:cubicBezTo>
                      <a:pt x="250536" y="329332"/>
                      <a:pt x="252053" y="327918"/>
                      <a:pt x="253536" y="326452"/>
                    </a:cubicBezTo>
                    <a:cubicBezTo>
                      <a:pt x="253778" y="326211"/>
                      <a:pt x="254036" y="325986"/>
                      <a:pt x="254278" y="325745"/>
                    </a:cubicBezTo>
                    <a:cubicBezTo>
                      <a:pt x="255985" y="324055"/>
                      <a:pt x="257641" y="322296"/>
                      <a:pt x="259279" y="320519"/>
                    </a:cubicBezTo>
                    <a:cubicBezTo>
                      <a:pt x="259745" y="320019"/>
                      <a:pt x="260193" y="319502"/>
                      <a:pt x="260659" y="318985"/>
                    </a:cubicBezTo>
                    <a:cubicBezTo>
                      <a:pt x="261849" y="317639"/>
                      <a:pt x="263022" y="316277"/>
                      <a:pt x="264177" y="314897"/>
                    </a:cubicBezTo>
                    <a:cubicBezTo>
                      <a:pt x="264677" y="314294"/>
                      <a:pt x="265177" y="313690"/>
                      <a:pt x="265678" y="313086"/>
                    </a:cubicBezTo>
                    <a:cubicBezTo>
                      <a:pt x="266902" y="311569"/>
                      <a:pt x="268092" y="310034"/>
                      <a:pt x="269282" y="308465"/>
                    </a:cubicBezTo>
                    <a:cubicBezTo>
                      <a:pt x="269592" y="308034"/>
                      <a:pt x="269920" y="307620"/>
                      <a:pt x="270230" y="307206"/>
                    </a:cubicBezTo>
                    <a:cubicBezTo>
                      <a:pt x="270317" y="307068"/>
                      <a:pt x="270420" y="306947"/>
                      <a:pt x="270506" y="306826"/>
                    </a:cubicBezTo>
                    <a:cubicBezTo>
                      <a:pt x="271955" y="304843"/>
                      <a:pt x="273369" y="302825"/>
                      <a:pt x="274732" y="300756"/>
                    </a:cubicBezTo>
                    <a:cubicBezTo>
                      <a:pt x="274749" y="300739"/>
                      <a:pt x="274749" y="300721"/>
                      <a:pt x="274766" y="300704"/>
                    </a:cubicBezTo>
                    <a:cubicBezTo>
                      <a:pt x="276128" y="298635"/>
                      <a:pt x="277456" y="296530"/>
                      <a:pt x="278732" y="294392"/>
                    </a:cubicBezTo>
                    <a:cubicBezTo>
                      <a:pt x="278819" y="294254"/>
                      <a:pt x="278888" y="294099"/>
                      <a:pt x="278974" y="293961"/>
                    </a:cubicBezTo>
                    <a:cubicBezTo>
                      <a:pt x="279198" y="293599"/>
                      <a:pt x="279388" y="293237"/>
                      <a:pt x="279595" y="292874"/>
                    </a:cubicBezTo>
                    <a:cubicBezTo>
                      <a:pt x="280664" y="291046"/>
                      <a:pt x="281699" y="289184"/>
                      <a:pt x="282716" y="287304"/>
                    </a:cubicBezTo>
                    <a:cubicBezTo>
                      <a:pt x="283009" y="286752"/>
                      <a:pt x="283303" y="286200"/>
                      <a:pt x="283596" y="285631"/>
                    </a:cubicBezTo>
                    <a:cubicBezTo>
                      <a:pt x="283803" y="285217"/>
                      <a:pt x="284027" y="284821"/>
                      <a:pt x="284234" y="284407"/>
                    </a:cubicBezTo>
                    <a:cubicBezTo>
                      <a:pt x="284596" y="283717"/>
                      <a:pt x="284907" y="282975"/>
                      <a:pt x="285251" y="282268"/>
                    </a:cubicBezTo>
                    <a:cubicBezTo>
                      <a:pt x="286131" y="280475"/>
                      <a:pt x="286993" y="278664"/>
                      <a:pt x="287821" y="276819"/>
                    </a:cubicBezTo>
                    <a:cubicBezTo>
                      <a:pt x="288045" y="276336"/>
                      <a:pt x="288287" y="275870"/>
                      <a:pt x="288511" y="275370"/>
                    </a:cubicBezTo>
                    <a:cubicBezTo>
                      <a:pt x="288804" y="274697"/>
                      <a:pt x="289063" y="273973"/>
                      <a:pt x="289356" y="273283"/>
                    </a:cubicBezTo>
                    <a:cubicBezTo>
                      <a:pt x="289994" y="271748"/>
                      <a:pt x="290615" y="270213"/>
                      <a:pt x="291218" y="268661"/>
                    </a:cubicBezTo>
                    <a:cubicBezTo>
                      <a:pt x="291477" y="268040"/>
                      <a:pt x="291753" y="267419"/>
                      <a:pt x="291995" y="266781"/>
                    </a:cubicBezTo>
                    <a:cubicBezTo>
                      <a:pt x="292253" y="266091"/>
                      <a:pt x="292460" y="265385"/>
                      <a:pt x="292719" y="264677"/>
                    </a:cubicBezTo>
                    <a:cubicBezTo>
                      <a:pt x="293185" y="263367"/>
                      <a:pt x="293650" y="262056"/>
                      <a:pt x="294099" y="260728"/>
                    </a:cubicBezTo>
                    <a:cubicBezTo>
                      <a:pt x="294323" y="260038"/>
                      <a:pt x="294582" y="259383"/>
                      <a:pt x="294806" y="258693"/>
                    </a:cubicBezTo>
                    <a:cubicBezTo>
                      <a:pt x="295065" y="257900"/>
                      <a:pt x="295271" y="257072"/>
                      <a:pt x="295530" y="256261"/>
                    </a:cubicBezTo>
                    <a:cubicBezTo>
                      <a:pt x="295875" y="255089"/>
                      <a:pt x="296237" y="253899"/>
                      <a:pt x="296582" y="252709"/>
                    </a:cubicBezTo>
                    <a:cubicBezTo>
                      <a:pt x="296755" y="252105"/>
                      <a:pt x="296944" y="251519"/>
                      <a:pt x="297117" y="250898"/>
                    </a:cubicBezTo>
                    <a:cubicBezTo>
                      <a:pt x="297392" y="249881"/>
                      <a:pt x="297617" y="248846"/>
                      <a:pt x="297893" y="247811"/>
                    </a:cubicBezTo>
                    <a:cubicBezTo>
                      <a:pt x="298168" y="246707"/>
                      <a:pt x="298445" y="245604"/>
                      <a:pt x="298720" y="244483"/>
                    </a:cubicBezTo>
                    <a:cubicBezTo>
                      <a:pt x="298824" y="244034"/>
                      <a:pt x="298945" y="243603"/>
                      <a:pt x="299048" y="243155"/>
                    </a:cubicBezTo>
                    <a:cubicBezTo>
                      <a:pt x="299393" y="241672"/>
                      <a:pt x="299669" y="240154"/>
                      <a:pt x="299979" y="238653"/>
                    </a:cubicBezTo>
                    <a:cubicBezTo>
                      <a:pt x="300135" y="237843"/>
                      <a:pt x="300324" y="237050"/>
                      <a:pt x="300480" y="236239"/>
                    </a:cubicBezTo>
                    <a:cubicBezTo>
                      <a:pt x="300514" y="236049"/>
                      <a:pt x="300566" y="235860"/>
                      <a:pt x="300600" y="235653"/>
                    </a:cubicBezTo>
                    <a:cubicBezTo>
                      <a:pt x="301066" y="233152"/>
                      <a:pt x="301480" y="230617"/>
                      <a:pt x="301842" y="228065"/>
                    </a:cubicBezTo>
                    <a:cubicBezTo>
                      <a:pt x="301877" y="227909"/>
                      <a:pt x="301894" y="227754"/>
                      <a:pt x="301911" y="227599"/>
                    </a:cubicBezTo>
                    <a:cubicBezTo>
                      <a:pt x="302239" y="225271"/>
                      <a:pt x="302532" y="222925"/>
                      <a:pt x="302773" y="220597"/>
                    </a:cubicBezTo>
                    <a:cubicBezTo>
                      <a:pt x="302825" y="220149"/>
                      <a:pt x="302859" y="219718"/>
                      <a:pt x="302894" y="219269"/>
                    </a:cubicBezTo>
                    <a:cubicBezTo>
                      <a:pt x="302997" y="218338"/>
                      <a:pt x="303066" y="217406"/>
                      <a:pt x="303135" y="216458"/>
                    </a:cubicBezTo>
                    <a:cubicBezTo>
                      <a:pt x="303239" y="215354"/>
                      <a:pt x="303359" y="214251"/>
                      <a:pt x="303429" y="213147"/>
                    </a:cubicBezTo>
                    <a:cubicBezTo>
                      <a:pt x="303480" y="212302"/>
                      <a:pt x="303515" y="211474"/>
                      <a:pt x="303549" y="210629"/>
                    </a:cubicBezTo>
                    <a:cubicBezTo>
                      <a:pt x="303601" y="209646"/>
                      <a:pt x="303653" y="208663"/>
                      <a:pt x="303704" y="207680"/>
                    </a:cubicBezTo>
                    <a:cubicBezTo>
                      <a:pt x="303722" y="207024"/>
                      <a:pt x="303773" y="206386"/>
                      <a:pt x="303791" y="205731"/>
                    </a:cubicBezTo>
                    <a:cubicBezTo>
                      <a:pt x="303842" y="204334"/>
                      <a:pt x="303825" y="202954"/>
                      <a:pt x="303842" y="201558"/>
                    </a:cubicBezTo>
                    <a:cubicBezTo>
                      <a:pt x="303860" y="200747"/>
                      <a:pt x="303877" y="199954"/>
                      <a:pt x="303877" y="199143"/>
                    </a:cubicBezTo>
                    <a:cubicBezTo>
                      <a:pt x="303877" y="198884"/>
                      <a:pt x="303894" y="198609"/>
                      <a:pt x="303894" y="198350"/>
                    </a:cubicBezTo>
                    <a:cubicBezTo>
                      <a:pt x="303877" y="195832"/>
                      <a:pt x="303808" y="193331"/>
                      <a:pt x="303704" y="190831"/>
                    </a:cubicBezTo>
                    <a:cubicBezTo>
                      <a:pt x="303704" y="190779"/>
                      <a:pt x="303687" y="190727"/>
                      <a:pt x="303687" y="190675"/>
                    </a:cubicBezTo>
                    <a:cubicBezTo>
                      <a:pt x="303670" y="190313"/>
                      <a:pt x="303636" y="189951"/>
                      <a:pt x="303618" y="189589"/>
                    </a:cubicBezTo>
                    <a:close/>
                  </a:path>
                </a:pathLst>
              </a:custGeom>
              <a:solidFill>
                <a:schemeClr val="accent3">
                  <a:lumMod val="50000"/>
                </a:schemeClr>
              </a:solidFill>
              <a:ln w="1711" cap="rnd">
                <a:noFill/>
                <a:prstDash val="solid"/>
                <a:round/>
              </a:ln>
            </p:spPr>
            <p:txBody>
              <a:bodyPr/>
              <a:lstStyle/>
              <a:p>
                <a:endParaRPr lang="en-US" b="1"/>
              </a:p>
            </p:txBody>
          </p:sp>
          <p:sp>
            <p:nvSpPr>
              <p:cNvPr id="427" name="Freeform: Shape 426">
                <a:extLst>
                  <a:ext uri="{FF2B5EF4-FFF2-40B4-BE49-F238E27FC236}">
                    <a16:creationId xmlns:a16="http://schemas.microsoft.com/office/drawing/2014/main" id="{94FF434A-D775-792E-3077-D18F0726B9FF}"/>
                  </a:ext>
                </a:extLst>
              </p:cNvPr>
              <p:cNvSpPr/>
              <p:nvPr/>
            </p:nvSpPr>
            <p:spPr>
              <a:xfrm>
                <a:off x="10775082" y="3068226"/>
                <a:ext cx="272675" cy="298052"/>
              </a:xfrm>
              <a:custGeom>
                <a:avLst/>
                <a:gdLst>
                  <a:gd name="csX0" fmla="*/ 324444 w 349369"/>
                  <a:gd name="csY0" fmla="*/ 231104 h 381883"/>
                  <a:gd name="csX1" fmla="*/ 259134 w 349369"/>
                  <a:gd name="csY1" fmla="*/ 338632 h 381883"/>
                  <a:gd name="csX2" fmla="*/ 218124 w 349369"/>
                  <a:gd name="csY2" fmla="*/ 357016 h 381883"/>
                  <a:gd name="csX3" fmla="*/ 147105 w 349369"/>
                  <a:gd name="csY3" fmla="*/ 356568 h 381883"/>
                  <a:gd name="csX4" fmla="*/ 20590 w 349369"/>
                  <a:gd name="csY4" fmla="*/ 155671 h 381883"/>
                  <a:gd name="csX5" fmla="*/ 85900 w 349369"/>
                  <a:gd name="csY5" fmla="*/ 48133 h 381883"/>
                  <a:gd name="csX6" fmla="*/ 197929 w 349369"/>
                  <a:gd name="csY6" fmla="*/ 30197 h 381883"/>
                  <a:gd name="csX7" fmla="*/ 324444 w 349369"/>
                  <a:gd name="csY7" fmla="*/ 231104 h 381883"/>
                  <a:gd name="csX8" fmla="*/ 201740 w 349369"/>
                  <a:gd name="csY8" fmla="*/ 4671 h 381883"/>
                  <a:gd name="csX9" fmla="*/ 74431 w 349369"/>
                  <a:gd name="csY9" fmla="*/ 25056 h 381883"/>
                  <a:gd name="csX10" fmla="*/ 188 w 349369"/>
                  <a:gd name="csY10" fmla="*/ 147272 h 381883"/>
                  <a:gd name="csX11" fmla="*/ 143984 w 349369"/>
                  <a:gd name="csY11" fmla="*/ 375590 h 381883"/>
                  <a:gd name="csX12" fmla="*/ 224694 w 349369"/>
                  <a:gd name="csY12" fmla="*/ 376107 h 381883"/>
                  <a:gd name="csX13" fmla="*/ 271293 w 349369"/>
                  <a:gd name="csY13" fmla="*/ 355205 h 381883"/>
                  <a:gd name="csX14" fmla="*/ 345536 w 349369"/>
                  <a:gd name="csY14" fmla="*/ 233001 h 381883"/>
                  <a:gd name="csX15" fmla="*/ 201740 w 349369"/>
                  <a:gd name="csY15" fmla="*/ 4671 h 381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9369" h="381883">
                    <a:moveTo>
                      <a:pt x="324444" y="231104"/>
                    </a:moveTo>
                    <a:cubicBezTo>
                      <a:pt x="317942" y="276823"/>
                      <a:pt x="294747" y="315005"/>
                      <a:pt x="259134" y="338632"/>
                    </a:cubicBezTo>
                    <a:cubicBezTo>
                      <a:pt x="246338" y="347117"/>
                      <a:pt x="232524" y="353274"/>
                      <a:pt x="218124" y="357016"/>
                    </a:cubicBezTo>
                    <a:cubicBezTo>
                      <a:pt x="195376" y="362949"/>
                      <a:pt x="171146" y="362897"/>
                      <a:pt x="147105" y="356568"/>
                    </a:cubicBezTo>
                    <a:cubicBezTo>
                      <a:pt x="64670" y="334890"/>
                      <a:pt x="7914" y="244763"/>
                      <a:pt x="20590" y="155671"/>
                    </a:cubicBezTo>
                    <a:cubicBezTo>
                      <a:pt x="27092" y="109952"/>
                      <a:pt x="50287" y="71753"/>
                      <a:pt x="85900" y="48133"/>
                    </a:cubicBezTo>
                    <a:cubicBezTo>
                      <a:pt x="118908" y="26255"/>
                      <a:pt x="158694" y="19877"/>
                      <a:pt x="197929" y="30197"/>
                    </a:cubicBezTo>
                    <a:cubicBezTo>
                      <a:pt x="280364" y="51879"/>
                      <a:pt x="337120" y="141995"/>
                      <a:pt x="324444" y="231104"/>
                    </a:cubicBezTo>
                    <a:close/>
                    <a:moveTo>
                      <a:pt x="201740" y="4671"/>
                    </a:moveTo>
                    <a:cubicBezTo>
                      <a:pt x="157142" y="-7059"/>
                      <a:pt x="111924" y="191"/>
                      <a:pt x="74431" y="25056"/>
                    </a:cubicBezTo>
                    <a:cubicBezTo>
                      <a:pt x="33955" y="51904"/>
                      <a:pt x="7586" y="95310"/>
                      <a:pt x="188" y="147272"/>
                    </a:cubicBezTo>
                    <a:cubicBezTo>
                      <a:pt x="-14212" y="248523"/>
                      <a:pt x="50287" y="350946"/>
                      <a:pt x="143984" y="375590"/>
                    </a:cubicBezTo>
                    <a:cubicBezTo>
                      <a:pt x="171284" y="382781"/>
                      <a:pt x="198826" y="382851"/>
                      <a:pt x="224694" y="376107"/>
                    </a:cubicBezTo>
                    <a:cubicBezTo>
                      <a:pt x="241061" y="371848"/>
                      <a:pt x="256754" y="364846"/>
                      <a:pt x="271293" y="355205"/>
                    </a:cubicBezTo>
                    <a:cubicBezTo>
                      <a:pt x="311769" y="328371"/>
                      <a:pt x="338137" y="284963"/>
                      <a:pt x="345536" y="233001"/>
                    </a:cubicBezTo>
                    <a:cubicBezTo>
                      <a:pt x="359936" y="131734"/>
                      <a:pt x="295437" y="29311"/>
                      <a:pt x="201740" y="4671"/>
                    </a:cubicBezTo>
                    <a:close/>
                  </a:path>
                </a:pathLst>
              </a:custGeom>
              <a:solidFill>
                <a:srgbClr val="8A89F5"/>
              </a:solidFill>
              <a:ln w="1711" cap="rnd">
                <a:noFill/>
                <a:prstDash val="solid"/>
                <a:round/>
              </a:ln>
            </p:spPr>
            <p:txBody>
              <a:bodyPr/>
              <a:lstStyle/>
              <a:p>
                <a:endParaRPr lang="en-US" b="1"/>
              </a:p>
            </p:txBody>
          </p:sp>
          <p:sp>
            <p:nvSpPr>
              <p:cNvPr id="428" name="Freeform: Shape 427">
                <a:extLst>
                  <a:ext uri="{FF2B5EF4-FFF2-40B4-BE49-F238E27FC236}">
                    <a16:creationId xmlns:a16="http://schemas.microsoft.com/office/drawing/2014/main" id="{7E63724B-5DA1-A095-4EE7-810EC7BDA6FC}"/>
                  </a:ext>
                </a:extLst>
              </p:cNvPr>
              <p:cNvSpPr/>
              <p:nvPr/>
            </p:nvSpPr>
            <p:spPr>
              <a:xfrm>
                <a:off x="10775082" y="3068226"/>
                <a:ext cx="272675" cy="298052"/>
              </a:xfrm>
              <a:custGeom>
                <a:avLst/>
                <a:gdLst>
                  <a:gd name="csX0" fmla="*/ 324444 w 349369"/>
                  <a:gd name="csY0" fmla="*/ 231104 h 381883"/>
                  <a:gd name="csX1" fmla="*/ 259134 w 349369"/>
                  <a:gd name="csY1" fmla="*/ 338632 h 381883"/>
                  <a:gd name="csX2" fmla="*/ 218124 w 349369"/>
                  <a:gd name="csY2" fmla="*/ 357016 h 381883"/>
                  <a:gd name="csX3" fmla="*/ 147105 w 349369"/>
                  <a:gd name="csY3" fmla="*/ 356568 h 381883"/>
                  <a:gd name="csX4" fmla="*/ 20590 w 349369"/>
                  <a:gd name="csY4" fmla="*/ 155671 h 381883"/>
                  <a:gd name="csX5" fmla="*/ 85900 w 349369"/>
                  <a:gd name="csY5" fmla="*/ 48133 h 381883"/>
                  <a:gd name="csX6" fmla="*/ 197929 w 349369"/>
                  <a:gd name="csY6" fmla="*/ 30197 h 381883"/>
                  <a:gd name="csX7" fmla="*/ 324444 w 349369"/>
                  <a:gd name="csY7" fmla="*/ 231104 h 381883"/>
                  <a:gd name="csX8" fmla="*/ 201740 w 349369"/>
                  <a:gd name="csY8" fmla="*/ 4671 h 381883"/>
                  <a:gd name="csX9" fmla="*/ 74431 w 349369"/>
                  <a:gd name="csY9" fmla="*/ 25056 h 381883"/>
                  <a:gd name="csX10" fmla="*/ 188 w 349369"/>
                  <a:gd name="csY10" fmla="*/ 147272 h 381883"/>
                  <a:gd name="csX11" fmla="*/ 143984 w 349369"/>
                  <a:gd name="csY11" fmla="*/ 375590 h 381883"/>
                  <a:gd name="csX12" fmla="*/ 224694 w 349369"/>
                  <a:gd name="csY12" fmla="*/ 376107 h 381883"/>
                  <a:gd name="csX13" fmla="*/ 271293 w 349369"/>
                  <a:gd name="csY13" fmla="*/ 355205 h 381883"/>
                  <a:gd name="csX14" fmla="*/ 345536 w 349369"/>
                  <a:gd name="csY14" fmla="*/ 233001 h 381883"/>
                  <a:gd name="csX15" fmla="*/ 201740 w 349369"/>
                  <a:gd name="csY15" fmla="*/ 4671 h 381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9369" h="381883">
                    <a:moveTo>
                      <a:pt x="324444" y="231104"/>
                    </a:moveTo>
                    <a:cubicBezTo>
                      <a:pt x="317942" y="276823"/>
                      <a:pt x="294747" y="315005"/>
                      <a:pt x="259134" y="338632"/>
                    </a:cubicBezTo>
                    <a:cubicBezTo>
                      <a:pt x="246338" y="347117"/>
                      <a:pt x="232524" y="353274"/>
                      <a:pt x="218124" y="357016"/>
                    </a:cubicBezTo>
                    <a:cubicBezTo>
                      <a:pt x="195376" y="362949"/>
                      <a:pt x="171146" y="362897"/>
                      <a:pt x="147105" y="356568"/>
                    </a:cubicBezTo>
                    <a:cubicBezTo>
                      <a:pt x="64670" y="334890"/>
                      <a:pt x="7914" y="244763"/>
                      <a:pt x="20590" y="155671"/>
                    </a:cubicBezTo>
                    <a:cubicBezTo>
                      <a:pt x="27092" y="109952"/>
                      <a:pt x="50287" y="71753"/>
                      <a:pt x="85900" y="48133"/>
                    </a:cubicBezTo>
                    <a:cubicBezTo>
                      <a:pt x="118908" y="26255"/>
                      <a:pt x="158694" y="19877"/>
                      <a:pt x="197929" y="30197"/>
                    </a:cubicBezTo>
                    <a:cubicBezTo>
                      <a:pt x="280364" y="51879"/>
                      <a:pt x="337120" y="141995"/>
                      <a:pt x="324444" y="231104"/>
                    </a:cubicBezTo>
                    <a:close/>
                    <a:moveTo>
                      <a:pt x="201740" y="4671"/>
                    </a:moveTo>
                    <a:cubicBezTo>
                      <a:pt x="157142" y="-7059"/>
                      <a:pt x="111924" y="191"/>
                      <a:pt x="74431" y="25056"/>
                    </a:cubicBezTo>
                    <a:cubicBezTo>
                      <a:pt x="33955" y="51904"/>
                      <a:pt x="7586" y="95310"/>
                      <a:pt x="188" y="147272"/>
                    </a:cubicBezTo>
                    <a:cubicBezTo>
                      <a:pt x="-14212" y="248523"/>
                      <a:pt x="50287" y="350946"/>
                      <a:pt x="143984" y="375590"/>
                    </a:cubicBezTo>
                    <a:cubicBezTo>
                      <a:pt x="171284" y="382781"/>
                      <a:pt x="198826" y="382851"/>
                      <a:pt x="224694" y="376107"/>
                    </a:cubicBezTo>
                    <a:cubicBezTo>
                      <a:pt x="241061" y="371848"/>
                      <a:pt x="256754" y="364846"/>
                      <a:pt x="271293" y="355205"/>
                    </a:cubicBezTo>
                    <a:cubicBezTo>
                      <a:pt x="311769" y="328371"/>
                      <a:pt x="338137" y="284963"/>
                      <a:pt x="345536" y="233001"/>
                    </a:cubicBezTo>
                    <a:cubicBezTo>
                      <a:pt x="359936" y="131734"/>
                      <a:pt x="295437" y="29311"/>
                      <a:pt x="201740" y="4671"/>
                    </a:cubicBezTo>
                    <a:close/>
                  </a:path>
                </a:pathLst>
              </a:custGeom>
              <a:solidFill>
                <a:schemeClr val="accent3"/>
              </a:solidFill>
              <a:ln w="4021" cap="rnd">
                <a:solidFill>
                  <a:srgbClr val="0E0F29"/>
                </a:solidFill>
                <a:prstDash val="solid"/>
                <a:round/>
              </a:ln>
            </p:spPr>
            <p:txBody>
              <a:bodyPr/>
              <a:lstStyle/>
              <a:p>
                <a:endParaRPr lang="en-US" b="1"/>
              </a:p>
            </p:txBody>
          </p:sp>
          <p:sp>
            <p:nvSpPr>
              <p:cNvPr id="429" name="Freeform: Shape 428">
                <a:extLst>
                  <a:ext uri="{FF2B5EF4-FFF2-40B4-BE49-F238E27FC236}">
                    <a16:creationId xmlns:a16="http://schemas.microsoft.com/office/drawing/2014/main" id="{62D53CC5-8EEE-BAF3-2D2C-06E517B49FF7}"/>
                  </a:ext>
                </a:extLst>
              </p:cNvPr>
              <p:cNvSpPr/>
              <p:nvPr/>
            </p:nvSpPr>
            <p:spPr>
              <a:xfrm>
                <a:off x="10817844" y="3117561"/>
                <a:ext cx="85345" cy="89926"/>
              </a:xfrm>
              <a:custGeom>
                <a:avLst/>
                <a:gdLst>
                  <a:gd name="csX0" fmla="*/ 105890 w 109350"/>
                  <a:gd name="csY0" fmla="*/ -203 h 115220"/>
                  <a:gd name="csX1" fmla="*/ -1810 w 109350"/>
                  <a:gd name="csY1" fmla="*/ 102703 h 115220"/>
                  <a:gd name="csX2" fmla="*/ 107528 w 109350"/>
                  <a:gd name="csY2" fmla="*/ 114413 h 115220"/>
                  <a:gd name="csX3" fmla="*/ 105890 w 109350"/>
                  <a:gd name="csY3" fmla="*/ -203 h 115220"/>
                </a:gdLst>
                <a:ahLst/>
                <a:cxnLst>
                  <a:cxn ang="0">
                    <a:pos x="csX0" y="csY0"/>
                  </a:cxn>
                  <a:cxn ang="0">
                    <a:pos x="csX1" y="csY1"/>
                  </a:cxn>
                  <a:cxn ang="0">
                    <a:pos x="csX2" y="csY2"/>
                  </a:cxn>
                  <a:cxn ang="0">
                    <a:pos x="csX3" y="csY3"/>
                  </a:cxn>
                </a:cxnLst>
                <a:rect l="l" t="t" r="r" b="b"/>
                <a:pathLst>
                  <a:path w="109350" h="115220">
                    <a:moveTo>
                      <a:pt x="105890" y="-203"/>
                    </a:moveTo>
                    <a:cubicBezTo>
                      <a:pt x="45495" y="-6661"/>
                      <a:pt x="-2707" y="39411"/>
                      <a:pt x="-1810" y="102703"/>
                    </a:cubicBezTo>
                    <a:lnTo>
                      <a:pt x="107528" y="114413"/>
                    </a:lnTo>
                    <a:lnTo>
                      <a:pt x="105890" y="-203"/>
                    </a:lnTo>
                    <a:close/>
                  </a:path>
                </a:pathLst>
              </a:custGeom>
              <a:solidFill>
                <a:schemeClr val="accent3">
                  <a:lumMod val="50000"/>
                </a:schemeClr>
              </a:solidFill>
              <a:ln w="1711" cap="rnd">
                <a:noFill/>
                <a:prstDash val="solid"/>
                <a:round/>
              </a:ln>
            </p:spPr>
            <p:txBody>
              <a:bodyPr/>
              <a:lstStyle/>
              <a:p>
                <a:endParaRPr lang="en-US" b="1"/>
              </a:p>
            </p:txBody>
          </p:sp>
          <p:sp>
            <p:nvSpPr>
              <p:cNvPr id="430" name="Freeform: Shape 429">
                <a:extLst>
                  <a:ext uri="{FF2B5EF4-FFF2-40B4-BE49-F238E27FC236}">
                    <a16:creationId xmlns:a16="http://schemas.microsoft.com/office/drawing/2014/main" id="{C8592CF4-FA6D-67C9-FFC3-6B5789422A82}"/>
                  </a:ext>
                </a:extLst>
              </p:cNvPr>
              <p:cNvSpPr/>
              <p:nvPr/>
            </p:nvSpPr>
            <p:spPr>
              <a:xfrm>
                <a:off x="10832995" y="3128289"/>
                <a:ext cx="169485" cy="178519"/>
              </a:xfrm>
              <a:custGeom>
                <a:avLst/>
                <a:gdLst>
                  <a:gd name="csX0" fmla="*/ 105067 w 217155"/>
                  <a:gd name="csY0" fmla="*/ -410 h 228730"/>
                  <a:gd name="csX1" fmla="*/ 99841 w 217155"/>
                  <a:gd name="csY1" fmla="*/ -807 h 228730"/>
                  <a:gd name="csX2" fmla="*/ 100566 w 217155"/>
                  <a:gd name="csY2" fmla="*/ 115672 h 228730"/>
                  <a:gd name="csX3" fmla="*/ -1823 w 217155"/>
                  <a:gd name="csY3" fmla="*/ 104703 h 228730"/>
                  <a:gd name="csX4" fmla="*/ 108344 w 217155"/>
                  <a:gd name="csY4" fmla="*/ 227321 h 228730"/>
                  <a:gd name="csX5" fmla="*/ 215319 w 217155"/>
                  <a:gd name="csY5" fmla="*/ 125088 h 228730"/>
                  <a:gd name="csX6" fmla="*/ 105067 w 217155"/>
                  <a:gd name="csY6" fmla="*/ -410 h 2287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155" h="228730">
                    <a:moveTo>
                      <a:pt x="105067" y="-410"/>
                    </a:moveTo>
                    <a:cubicBezTo>
                      <a:pt x="103308" y="-600"/>
                      <a:pt x="101566" y="-721"/>
                      <a:pt x="99841" y="-807"/>
                    </a:cubicBezTo>
                    <a:lnTo>
                      <a:pt x="100566" y="115672"/>
                    </a:lnTo>
                    <a:lnTo>
                      <a:pt x="-1823" y="104703"/>
                    </a:lnTo>
                    <a:cubicBezTo>
                      <a:pt x="523" y="166426"/>
                      <a:pt x="49259" y="221009"/>
                      <a:pt x="108344" y="227321"/>
                    </a:cubicBezTo>
                    <a:cubicBezTo>
                      <a:pt x="168342" y="233754"/>
                      <a:pt x="216233" y="187983"/>
                      <a:pt x="215319" y="125088"/>
                    </a:cubicBezTo>
                    <a:cubicBezTo>
                      <a:pt x="214423" y="62209"/>
                      <a:pt x="165048" y="6022"/>
                      <a:pt x="105067" y="-410"/>
                    </a:cubicBezTo>
                    <a:close/>
                  </a:path>
                </a:pathLst>
              </a:custGeom>
              <a:solidFill>
                <a:schemeClr val="accent2"/>
              </a:solidFill>
              <a:ln w="1711" cap="rnd">
                <a:noFill/>
                <a:prstDash val="solid"/>
                <a:round/>
              </a:ln>
            </p:spPr>
            <p:txBody>
              <a:bodyPr/>
              <a:lstStyle/>
              <a:p>
                <a:endParaRPr lang="en-US" b="1"/>
              </a:p>
            </p:txBody>
          </p:sp>
          <p:sp>
            <p:nvSpPr>
              <p:cNvPr id="431" name="Freeform: Shape 430">
                <a:extLst>
                  <a:ext uri="{FF2B5EF4-FFF2-40B4-BE49-F238E27FC236}">
                    <a16:creationId xmlns:a16="http://schemas.microsoft.com/office/drawing/2014/main" id="{26930277-113B-1588-8D66-19408A26D645}"/>
                  </a:ext>
                </a:extLst>
              </p:cNvPr>
              <p:cNvSpPr/>
              <p:nvPr/>
            </p:nvSpPr>
            <p:spPr>
              <a:xfrm>
                <a:off x="10832995" y="3128289"/>
                <a:ext cx="169485" cy="178519"/>
              </a:xfrm>
              <a:custGeom>
                <a:avLst/>
                <a:gdLst>
                  <a:gd name="csX0" fmla="*/ 105067 w 217155"/>
                  <a:gd name="csY0" fmla="*/ -410 h 228730"/>
                  <a:gd name="csX1" fmla="*/ 99841 w 217155"/>
                  <a:gd name="csY1" fmla="*/ -807 h 228730"/>
                  <a:gd name="csX2" fmla="*/ 100566 w 217155"/>
                  <a:gd name="csY2" fmla="*/ 115672 h 228730"/>
                  <a:gd name="csX3" fmla="*/ -1823 w 217155"/>
                  <a:gd name="csY3" fmla="*/ 104703 h 228730"/>
                  <a:gd name="csX4" fmla="*/ 108344 w 217155"/>
                  <a:gd name="csY4" fmla="*/ 227321 h 228730"/>
                  <a:gd name="csX5" fmla="*/ 215319 w 217155"/>
                  <a:gd name="csY5" fmla="*/ 125088 h 228730"/>
                  <a:gd name="csX6" fmla="*/ 105067 w 217155"/>
                  <a:gd name="csY6" fmla="*/ -410 h 2287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155" h="228730">
                    <a:moveTo>
                      <a:pt x="105067" y="-410"/>
                    </a:moveTo>
                    <a:cubicBezTo>
                      <a:pt x="103308" y="-600"/>
                      <a:pt x="101566" y="-721"/>
                      <a:pt x="99841" y="-807"/>
                    </a:cubicBezTo>
                    <a:lnTo>
                      <a:pt x="100566" y="115672"/>
                    </a:lnTo>
                    <a:lnTo>
                      <a:pt x="-1823" y="104703"/>
                    </a:lnTo>
                    <a:cubicBezTo>
                      <a:pt x="523" y="166426"/>
                      <a:pt x="49259" y="221009"/>
                      <a:pt x="108344" y="227321"/>
                    </a:cubicBezTo>
                    <a:cubicBezTo>
                      <a:pt x="168342" y="233754"/>
                      <a:pt x="216233" y="187983"/>
                      <a:pt x="215319" y="125088"/>
                    </a:cubicBezTo>
                    <a:cubicBezTo>
                      <a:pt x="214423" y="62209"/>
                      <a:pt x="165048" y="6022"/>
                      <a:pt x="105067" y="-410"/>
                    </a:cubicBezTo>
                    <a:close/>
                  </a:path>
                </a:pathLst>
              </a:custGeom>
              <a:noFill/>
              <a:ln w="4021" cap="rnd">
                <a:solidFill>
                  <a:srgbClr val="0E0F29"/>
                </a:solidFill>
                <a:prstDash val="solid"/>
                <a:round/>
              </a:ln>
            </p:spPr>
            <p:txBody>
              <a:bodyPr/>
              <a:lstStyle/>
              <a:p>
                <a:endParaRPr lang="en-US" b="1"/>
              </a:p>
            </p:txBody>
          </p:sp>
          <p:sp>
            <p:nvSpPr>
              <p:cNvPr id="432" name="Freeform: Shape 431">
                <a:extLst>
                  <a:ext uri="{FF2B5EF4-FFF2-40B4-BE49-F238E27FC236}">
                    <a16:creationId xmlns:a16="http://schemas.microsoft.com/office/drawing/2014/main" id="{8480405A-FBE0-64AE-66BD-1DA406C9BAC3}"/>
                  </a:ext>
                </a:extLst>
              </p:cNvPr>
              <p:cNvSpPr/>
              <p:nvPr/>
            </p:nvSpPr>
            <p:spPr>
              <a:xfrm>
                <a:off x="9717127" y="2705766"/>
                <a:ext cx="437732" cy="438039"/>
              </a:xfrm>
              <a:custGeom>
                <a:avLst/>
                <a:gdLst>
                  <a:gd name="csX0" fmla="*/ 392453 w 394577"/>
                  <a:gd name="csY0" fmla="*/ 392873 h 394854"/>
                  <a:gd name="csX1" fmla="*/ 144738 w 394577"/>
                  <a:gd name="csY1" fmla="*/ 392873 h 394854"/>
                  <a:gd name="csX2" fmla="*/ -2125 w 394577"/>
                  <a:gd name="csY2" fmla="*/ 238490 h 394854"/>
                  <a:gd name="csX3" fmla="*/ -2125 w 394577"/>
                  <a:gd name="csY3" fmla="*/ 152401 h 394854"/>
                  <a:gd name="csX4" fmla="*/ 144738 w 394577"/>
                  <a:gd name="csY4" fmla="*/ -1982 h 394854"/>
                  <a:gd name="csX5" fmla="*/ 392453 w 394577"/>
                  <a:gd name="csY5" fmla="*/ -1982 h 394854"/>
                  <a:gd name="csX6" fmla="*/ 392453 w 394577"/>
                  <a:gd name="csY6" fmla="*/ 8571 h 394854"/>
                  <a:gd name="csX7" fmla="*/ 144738 w 394577"/>
                  <a:gd name="csY7" fmla="*/ 8571 h 394854"/>
                  <a:gd name="csX8" fmla="*/ 8428 w 394577"/>
                  <a:gd name="csY8" fmla="*/ 152401 h 394854"/>
                  <a:gd name="csX9" fmla="*/ 8428 w 394577"/>
                  <a:gd name="csY9" fmla="*/ 238490 h 394854"/>
                  <a:gd name="csX10" fmla="*/ 144738 w 394577"/>
                  <a:gd name="csY10" fmla="*/ 382319 h 394854"/>
                  <a:gd name="csX11" fmla="*/ 392453 w 394577"/>
                  <a:gd name="csY11" fmla="*/ 382319 h 394854"/>
                  <a:gd name="csX12" fmla="*/ 392453 w 394577"/>
                  <a:gd name="csY12" fmla="*/ 392873 h 3948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94577" h="394854">
                    <a:moveTo>
                      <a:pt x="392453" y="392873"/>
                    </a:moveTo>
                    <a:lnTo>
                      <a:pt x="144738" y="392873"/>
                    </a:lnTo>
                    <a:cubicBezTo>
                      <a:pt x="63754" y="392873"/>
                      <a:pt x="-2125" y="323616"/>
                      <a:pt x="-2125" y="238490"/>
                    </a:cubicBezTo>
                    <a:lnTo>
                      <a:pt x="-2125" y="152401"/>
                    </a:lnTo>
                    <a:cubicBezTo>
                      <a:pt x="-2125" y="67275"/>
                      <a:pt x="63754" y="-1982"/>
                      <a:pt x="144738" y="-1982"/>
                    </a:cubicBezTo>
                    <a:lnTo>
                      <a:pt x="392453" y="-1982"/>
                    </a:lnTo>
                    <a:lnTo>
                      <a:pt x="392453" y="8571"/>
                    </a:lnTo>
                    <a:lnTo>
                      <a:pt x="144738" y="8571"/>
                    </a:lnTo>
                    <a:cubicBezTo>
                      <a:pt x="69572" y="8571"/>
                      <a:pt x="8428" y="73092"/>
                      <a:pt x="8428" y="152401"/>
                    </a:cubicBezTo>
                    <a:lnTo>
                      <a:pt x="8428" y="238490"/>
                    </a:lnTo>
                    <a:cubicBezTo>
                      <a:pt x="8428" y="317798"/>
                      <a:pt x="69572" y="382319"/>
                      <a:pt x="144738" y="382319"/>
                    </a:cubicBezTo>
                    <a:lnTo>
                      <a:pt x="392453" y="382319"/>
                    </a:lnTo>
                    <a:lnTo>
                      <a:pt x="392453" y="392873"/>
                    </a:lnTo>
                    <a:close/>
                  </a:path>
                </a:pathLst>
              </a:custGeom>
              <a:solidFill>
                <a:srgbClr val="002163"/>
              </a:solidFill>
              <a:ln w="1313" cap="flat">
                <a:noFill/>
                <a:prstDash val="solid"/>
                <a:round/>
              </a:ln>
            </p:spPr>
            <p:txBody>
              <a:bodyPr/>
              <a:lstStyle/>
              <a:p>
                <a:endParaRPr lang="en-US" b="1"/>
              </a:p>
            </p:txBody>
          </p:sp>
          <p:sp>
            <p:nvSpPr>
              <p:cNvPr id="433" name="Freeform: Shape 432">
                <a:extLst>
                  <a:ext uri="{FF2B5EF4-FFF2-40B4-BE49-F238E27FC236}">
                    <a16:creationId xmlns:a16="http://schemas.microsoft.com/office/drawing/2014/main" id="{226B9867-F2A8-C981-EA29-33F0FD7AF3A7}"/>
                  </a:ext>
                </a:extLst>
              </p:cNvPr>
              <p:cNvSpPr/>
              <p:nvPr/>
            </p:nvSpPr>
            <p:spPr>
              <a:xfrm>
                <a:off x="10232076" y="3163704"/>
                <a:ext cx="130033" cy="143001"/>
              </a:xfrm>
              <a:custGeom>
                <a:avLst/>
                <a:gdLst>
                  <a:gd name="csX0" fmla="*/ 7870 w 117213"/>
                  <a:gd name="csY0" fmla="*/ 8047 h 128903"/>
                  <a:gd name="csX1" fmla="*/ 96796 w 117213"/>
                  <a:gd name="csY1" fmla="*/ 29338 h 128903"/>
                  <a:gd name="csX2" fmla="*/ 96545 w 117213"/>
                  <a:gd name="csY2" fmla="*/ 120770 h 128903"/>
                  <a:gd name="csX3" fmla="*/ 33396 w 117213"/>
                  <a:gd name="csY3" fmla="*/ 79216 h 128903"/>
                  <a:gd name="csX4" fmla="*/ 7870 w 117213"/>
                  <a:gd name="csY4" fmla="*/ 8047 h 128903"/>
                </a:gdLst>
                <a:ahLst/>
                <a:cxnLst>
                  <a:cxn ang="0">
                    <a:pos x="csX0" y="csY0"/>
                  </a:cxn>
                  <a:cxn ang="0">
                    <a:pos x="csX1" y="csY1"/>
                  </a:cxn>
                  <a:cxn ang="0">
                    <a:pos x="csX2" y="csY2"/>
                  </a:cxn>
                  <a:cxn ang="0">
                    <a:pos x="csX3" y="csY3"/>
                  </a:cxn>
                  <a:cxn ang="0">
                    <a:pos x="csX4" y="csY4"/>
                  </a:cxn>
                </a:cxnLst>
                <a:rect l="l" t="t" r="r" b="b"/>
                <a:pathLst>
                  <a:path w="117213" h="128903">
                    <a:moveTo>
                      <a:pt x="7870" y="8047"/>
                    </a:moveTo>
                    <a:cubicBezTo>
                      <a:pt x="32486" y="-11318"/>
                      <a:pt x="72299" y="-1794"/>
                      <a:pt x="96796" y="29338"/>
                    </a:cubicBezTo>
                    <a:cubicBezTo>
                      <a:pt x="121279" y="60458"/>
                      <a:pt x="121174" y="101391"/>
                      <a:pt x="96545" y="120770"/>
                    </a:cubicBezTo>
                    <a:cubicBezTo>
                      <a:pt x="71929" y="140135"/>
                      <a:pt x="57880" y="110336"/>
                      <a:pt x="33396" y="79216"/>
                    </a:cubicBezTo>
                    <a:cubicBezTo>
                      <a:pt x="8899" y="48084"/>
                      <a:pt x="-16759" y="27425"/>
                      <a:pt x="7870" y="8047"/>
                    </a:cubicBezTo>
                    <a:close/>
                  </a:path>
                </a:pathLst>
              </a:custGeom>
              <a:solidFill>
                <a:srgbClr val="2060FF"/>
              </a:solidFill>
              <a:ln w="1313" cap="flat">
                <a:noFill/>
                <a:prstDash val="solid"/>
                <a:round/>
              </a:ln>
            </p:spPr>
            <p:txBody>
              <a:bodyPr/>
              <a:lstStyle/>
              <a:p>
                <a:endParaRPr lang="en-US" b="1"/>
              </a:p>
            </p:txBody>
          </p:sp>
          <p:sp>
            <p:nvSpPr>
              <p:cNvPr id="434" name="Freeform: Shape 433">
                <a:extLst>
                  <a:ext uri="{FF2B5EF4-FFF2-40B4-BE49-F238E27FC236}">
                    <a16:creationId xmlns:a16="http://schemas.microsoft.com/office/drawing/2014/main" id="{DFDB1F02-6DC8-7FFA-38F6-4ACB1596CAF5}"/>
                  </a:ext>
                </a:extLst>
              </p:cNvPr>
              <p:cNvSpPr/>
              <p:nvPr/>
            </p:nvSpPr>
            <p:spPr>
              <a:xfrm rot="18398793">
                <a:off x="10520255" y="3449985"/>
                <a:ext cx="98871" cy="49435"/>
              </a:xfrm>
              <a:custGeom>
                <a:avLst/>
                <a:gdLst>
                  <a:gd name="csX0" fmla="*/ 86998 w 89123"/>
                  <a:gd name="csY0" fmla="*/ -1982 h 44561"/>
                  <a:gd name="csX1" fmla="*/ 42437 w 89123"/>
                  <a:gd name="csY1" fmla="*/ 42580 h 44561"/>
                  <a:gd name="csX2" fmla="*/ -2125 w 89123"/>
                  <a:gd name="csY2" fmla="*/ -1982 h 44561"/>
                  <a:gd name="csX3" fmla="*/ 86998 w 89123"/>
                  <a:gd name="csY3" fmla="*/ -1982 h 44561"/>
                </a:gdLst>
                <a:ahLst/>
                <a:cxnLst>
                  <a:cxn ang="0">
                    <a:pos x="csX0" y="csY0"/>
                  </a:cxn>
                  <a:cxn ang="0">
                    <a:pos x="csX1" y="csY1"/>
                  </a:cxn>
                  <a:cxn ang="0">
                    <a:pos x="csX2" y="csY2"/>
                  </a:cxn>
                  <a:cxn ang="0">
                    <a:pos x="csX3" y="csY3"/>
                  </a:cxn>
                </a:cxnLst>
                <a:rect l="l" t="t" r="r" b="b"/>
                <a:pathLst>
                  <a:path w="89123" h="44561">
                    <a:moveTo>
                      <a:pt x="86998" y="-1982"/>
                    </a:moveTo>
                    <a:cubicBezTo>
                      <a:pt x="86998" y="22621"/>
                      <a:pt x="67052" y="42580"/>
                      <a:pt x="42437" y="42580"/>
                    </a:cubicBezTo>
                    <a:cubicBezTo>
                      <a:pt x="17821" y="42580"/>
                      <a:pt x="-2125" y="22621"/>
                      <a:pt x="-2125" y="-1982"/>
                    </a:cubicBezTo>
                    <a:lnTo>
                      <a:pt x="86998" y="-1982"/>
                    </a:lnTo>
                    <a:close/>
                  </a:path>
                </a:pathLst>
              </a:custGeom>
              <a:solidFill>
                <a:srgbClr val="2060FF"/>
              </a:solidFill>
              <a:ln w="1313" cap="flat">
                <a:noFill/>
                <a:prstDash val="solid"/>
                <a:round/>
              </a:ln>
            </p:spPr>
            <p:txBody>
              <a:bodyPr/>
              <a:lstStyle/>
              <a:p>
                <a:endParaRPr lang="en-US" b="1"/>
              </a:p>
            </p:txBody>
          </p:sp>
          <p:sp>
            <p:nvSpPr>
              <p:cNvPr id="435" name="Freeform: Shape 434">
                <a:extLst>
                  <a:ext uri="{FF2B5EF4-FFF2-40B4-BE49-F238E27FC236}">
                    <a16:creationId xmlns:a16="http://schemas.microsoft.com/office/drawing/2014/main" id="{25D870EB-EC6E-A73F-27EC-55003E1324E9}"/>
                  </a:ext>
                </a:extLst>
              </p:cNvPr>
              <p:cNvSpPr/>
              <p:nvPr/>
            </p:nvSpPr>
            <p:spPr>
              <a:xfrm>
                <a:off x="9816730" y="2705766"/>
                <a:ext cx="600672" cy="438024"/>
              </a:xfrm>
              <a:custGeom>
                <a:avLst/>
                <a:gdLst>
                  <a:gd name="csX0" fmla="*/ 392452 w 541454"/>
                  <a:gd name="csY0" fmla="*/ -1982 h 394841"/>
                  <a:gd name="csX1" fmla="*/ 144751 w 541454"/>
                  <a:gd name="csY1" fmla="*/ -1982 h 394841"/>
                  <a:gd name="csX2" fmla="*/ -2125 w 541454"/>
                  <a:gd name="csY2" fmla="*/ 152388 h 394841"/>
                  <a:gd name="csX3" fmla="*/ -2125 w 541454"/>
                  <a:gd name="csY3" fmla="*/ 238490 h 394841"/>
                  <a:gd name="csX4" fmla="*/ 144751 w 541454"/>
                  <a:gd name="csY4" fmla="*/ 392859 h 394841"/>
                  <a:gd name="csX5" fmla="*/ 392452 w 541454"/>
                  <a:gd name="csY5" fmla="*/ 392859 h 394841"/>
                  <a:gd name="csX6" fmla="*/ 539329 w 541454"/>
                  <a:gd name="csY6" fmla="*/ 238490 h 394841"/>
                  <a:gd name="csX7" fmla="*/ 539329 w 541454"/>
                  <a:gd name="csY7" fmla="*/ 152388 h 394841"/>
                  <a:gd name="csX8" fmla="*/ 392452 w 541454"/>
                  <a:gd name="csY8" fmla="*/ -1982 h 3948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1454" h="394841">
                    <a:moveTo>
                      <a:pt x="392452" y="-1982"/>
                    </a:moveTo>
                    <a:lnTo>
                      <a:pt x="144751" y="-1982"/>
                    </a:lnTo>
                    <a:cubicBezTo>
                      <a:pt x="63754" y="-1982"/>
                      <a:pt x="-2125" y="67275"/>
                      <a:pt x="-2125" y="152388"/>
                    </a:cubicBezTo>
                    <a:lnTo>
                      <a:pt x="-2125" y="238490"/>
                    </a:lnTo>
                    <a:cubicBezTo>
                      <a:pt x="-2125" y="323603"/>
                      <a:pt x="63754" y="392859"/>
                      <a:pt x="144751" y="392859"/>
                    </a:cubicBezTo>
                    <a:lnTo>
                      <a:pt x="392452" y="392859"/>
                    </a:lnTo>
                    <a:cubicBezTo>
                      <a:pt x="473436" y="392859"/>
                      <a:pt x="539329" y="323603"/>
                      <a:pt x="539329" y="238490"/>
                    </a:cubicBezTo>
                    <a:lnTo>
                      <a:pt x="539329" y="152388"/>
                    </a:lnTo>
                    <a:cubicBezTo>
                      <a:pt x="539329" y="67275"/>
                      <a:pt x="473436" y="-1982"/>
                      <a:pt x="392452" y="-1982"/>
                    </a:cubicBezTo>
                    <a:close/>
                  </a:path>
                </a:pathLst>
              </a:custGeom>
              <a:solidFill>
                <a:srgbClr val="B8D4FF"/>
              </a:solidFill>
              <a:ln w="1313" cap="flat">
                <a:noFill/>
                <a:prstDash val="solid"/>
                <a:round/>
              </a:ln>
            </p:spPr>
            <p:txBody>
              <a:bodyPr/>
              <a:lstStyle/>
              <a:p>
                <a:endParaRPr lang="en-US" b="1"/>
              </a:p>
            </p:txBody>
          </p:sp>
          <p:sp>
            <p:nvSpPr>
              <p:cNvPr id="436" name="Freeform: Shape 435">
                <a:extLst>
                  <a:ext uri="{FF2B5EF4-FFF2-40B4-BE49-F238E27FC236}">
                    <a16:creationId xmlns:a16="http://schemas.microsoft.com/office/drawing/2014/main" id="{5B3E2F4D-6BF4-5AB7-90A4-9376AD519164}"/>
                  </a:ext>
                </a:extLst>
              </p:cNvPr>
              <p:cNvSpPr/>
              <p:nvPr/>
            </p:nvSpPr>
            <p:spPr>
              <a:xfrm>
                <a:off x="9889755" y="2782362"/>
                <a:ext cx="454591" cy="284831"/>
              </a:xfrm>
              <a:custGeom>
                <a:avLst/>
                <a:gdLst>
                  <a:gd name="csX0" fmla="*/ 326626 w 409774"/>
                  <a:gd name="csY0" fmla="*/ 254768 h 256750"/>
                  <a:gd name="csX1" fmla="*/ 407649 w 409774"/>
                  <a:gd name="csY1" fmla="*/ 169444 h 256750"/>
                  <a:gd name="csX2" fmla="*/ 407649 w 409774"/>
                  <a:gd name="csY2" fmla="*/ 83355 h 256750"/>
                  <a:gd name="csX3" fmla="*/ 326626 w 409774"/>
                  <a:gd name="csY3" fmla="*/ -1982 h 256750"/>
                  <a:gd name="csX4" fmla="*/ 78925 w 409774"/>
                  <a:gd name="csY4" fmla="*/ -1982 h 256750"/>
                  <a:gd name="csX5" fmla="*/ -2125 w 409774"/>
                  <a:gd name="csY5" fmla="*/ 83355 h 256750"/>
                  <a:gd name="csX6" fmla="*/ -2125 w 409774"/>
                  <a:gd name="csY6" fmla="*/ 169444 h 256750"/>
                  <a:gd name="csX7" fmla="*/ 78925 w 409774"/>
                  <a:gd name="csY7" fmla="*/ 254768 h 256750"/>
                  <a:gd name="csX8" fmla="*/ 326626 w 409774"/>
                  <a:gd name="csY8" fmla="*/ 254768 h 256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09774" h="256750">
                    <a:moveTo>
                      <a:pt x="326626" y="254768"/>
                    </a:moveTo>
                    <a:cubicBezTo>
                      <a:pt x="371306" y="254768"/>
                      <a:pt x="407649" y="216499"/>
                      <a:pt x="407649" y="169444"/>
                    </a:cubicBezTo>
                    <a:lnTo>
                      <a:pt x="407649" y="83355"/>
                    </a:lnTo>
                    <a:cubicBezTo>
                      <a:pt x="407649" y="36300"/>
                      <a:pt x="371306" y="-1982"/>
                      <a:pt x="326626" y="-1982"/>
                    </a:cubicBezTo>
                    <a:lnTo>
                      <a:pt x="78925" y="-1982"/>
                    </a:lnTo>
                    <a:cubicBezTo>
                      <a:pt x="34231" y="-1982"/>
                      <a:pt x="-2125" y="36300"/>
                      <a:pt x="-2125" y="83355"/>
                    </a:cubicBezTo>
                    <a:lnTo>
                      <a:pt x="-2125" y="169444"/>
                    </a:lnTo>
                    <a:cubicBezTo>
                      <a:pt x="-2125" y="216499"/>
                      <a:pt x="34231" y="254768"/>
                      <a:pt x="78925" y="254768"/>
                    </a:cubicBezTo>
                    <a:lnTo>
                      <a:pt x="326626" y="254768"/>
                    </a:lnTo>
                    <a:close/>
                  </a:path>
                </a:pathLst>
              </a:custGeom>
              <a:solidFill>
                <a:srgbClr val="002163"/>
              </a:solidFill>
              <a:ln w="1313" cap="flat">
                <a:noFill/>
                <a:prstDash val="solid"/>
                <a:round/>
              </a:ln>
            </p:spPr>
            <p:txBody>
              <a:bodyPr/>
              <a:lstStyle/>
              <a:p>
                <a:endParaRPr lang="en-US" b="1"/>
              </a:p>
            </p:txBody>
          </p:sp>
          <p:sp>
            <p:nvSpPr>
              <p:cNvPr id="437" name="Freeform: Shape 436">
                <a:extLst>
                  <a:ext uri="{FF2B5EF4-FFF2-40B4-BE49-F238E27FC236}">
                    <a16:creationId xmlns:a16="http://schemas.microsoft.com/office/drawing/2014/main" id="{54366FDD-131B-3861-C845-7DAE0CAB72FC}"/>
                  </a:ext>
                </a:extLst>
              </p:cNvPr>
              <p:cNvSpPr/>
              <p:nvPr/>
            </p:nvSpPr>
            <p:spPr>
              <a:xfrm>
                <a:off x="9825451" y="3167395"/>
                <a:ext cx="490964" cy="523519"/>
              </a:xfrm>
              <a:custGeom>
                <a:avLst/>
                <a:gdLst>
                  <a:gd name="csX0" fmla="*/ 216396 w 442562"/>
                  <a:gd name="csY0" fmla="*/ 469925 h 471907"/>
                  <a:gd name="csX1" fmla="*/ 436909 w 442562"/>
                  <a:gd name="csY1" fmla="*/ 195867 h 471907"/>
                  <a:gd name="csX2" fmla="*/ 438953 w 442562"/>
                  <a:gd name="csY2" fmla="*/ 129566 h 471907"/>
                  <a:gd name="csX3" fmla="*/ 219430 w 442562"/>
                  <a:gd name="csY3" fmla="*/ -1982 h 471907"/>
                  <a:gd name="csX4" fmla="*/ -2125 w 442562"/>
                  <a:gd name="csY4" fmla="*/ 164999 h 471907"/>
                  <a:gd name="csX5" fmla="*/ 216396 w 442562"/>
                  <a:gd name="csY5" fmla="*/ 469925 h 471907"/>
                </a:gdLst>
                <a:ahLst/>
                <a:cxnLst>
                  <a:cxn ang="0">
                    <a:pos x="csX0" y="csY0"/>
                  </a:cxn>
                  <a:cxn ang="0">
                    <a:pos x="csX1" y="csY1"/>
                  </a:cxn>
                  <a:cxn ang="0">
                    <a:pos x="csX2" y="csY2"/>
                  </a:cxn>
                  <a:cxn ang="0">
                    <a:pos x="csX3" y="csY3"/>
                  </a:cxn>
                  <a:cxn ang="0">
                    <a:pos x="csX4" y="csY4"/>
                  </a:cxn>
                  <a:cxn ang="0">
                    <a:pos x="csX5" y="csY5"/>
                  </a:cxn>
                </a:cxnLst>
                <a:rect l="l" t="t" r="r" b="b"/>
                <a:pathLst>
                  <a:path w="442562" h="471907">
                    <a:moveTo>
                      <a:pt x="216396" y="469925"/>
                    </a:moveTo>
                    <a:cubicBezTo>
                      <a:pt x="376530" y="469925"/>
                      <a:pt x="424297" y="273369"/>
                      <a:pt x="436909" y="195867"/>
                    </a:cubicBezTo>
                    <a:cubicBezTo>
                      <a:pt x="440484" y="173930"/>
                      <a:pt x="441657" y="151622"/>
                      <a:pt x="438953" y="129566"/>
                    </a:cubicBezTo>
                    <a:cubicBezTo>
                      <a:pt x="424284" y="9746"/>
                      <a:pt x="331599" y="-1982"/>
                      <a:pt x="219430" y="-1982"/>
                    </a:cubicBezTo>
                    <a:cubicBezTo>
                      <a:pt x="97063" y="-1982"/>
                      <a:pt x="-2125" y="1936"/>
                      <a:pt x="-2125" y="164999"/>
                    </a:cubicBezTo>
                    <a:cubicBezTo>
                      <a:pt x="-2125" y="164999"/>
                      <a:pt x="-2125" y="469925"/>
                      <a:pt x="216396" y="469925"/>
                    </a:cubicBezTo>
                    <a:close/>
                  </a:path>
                </a:pathLst>
              </a:custGeom>
              <a:solidFill>
                <a:srgbClr val="B8D4FF"/>
              </a:solidFill>
              <a:ln w="1313" cap="flat">
                <a:noFill/>
                <a:prstDash val="solid"/>
                <a:round/>
              </a:ln>
            </p:spPr>
            <p:txBody>
              <a:bodyPr/>
              <a:lstStyle/>
              <a:p>
                <a:endParaRPr lang="en-US" b="1"/>
              </a:p>
            </p:txBody>
          </p:sp>
          <p:sp>
            <p:nvSpPr>
              <p:cNvPr id="438" name="Freeform: Shape 437">
                <a:extLst>
                  <a:ext uri="{FF2B5EF4-FFF2-40B4-BE49-F238E27FC236}">
                    <a16:creationId xmlns:a16="http://schemas.microsoft.com/office/drawing/2014/main" id="{8AF082E8-5639-A7AD-A9F4-36ACBA682106}"/>
                  </a:ext>
                </a:extLst>
              </p:cNvPr>
              <p:cNvSpPr/>
              <p:nvPr/>
            </p:nvSpPr>
            <p:spPr>
              <a:xfrm>
                <a:off x="9953965" y="3181397"/>
                <a:ext cx="265496" cy="126634"/>
              </a:xfrm>
              <a:custGeom>
                <a:avLst/>
                <a:gdLst>
                  <a:gd name="csX0" fmla="*/ 183318 w 239321"/>
                  <a:gd name="csY0" fmla="*/ 112169 h 114150"/>
                  <a:gd name="csX1" fmla="*/ 70423 w 239321"/>
                  <a:gd name="csY1" fmla="*/ 112169 h 114150"/>
                  <a:gd name="csX2" fmla="*/ 44844 w 239321"/>
                  <a:gd name="csY2" fmla="*/ 96510 h 114150"/>
                  <a:gd name="csX3" fmla="*/ -1551 w 239321"/>
                  <a:gd name="csY3" fmla="*/ 5698 h 114150"/>
                  <a:gd name="csX4" fmla="*/ 758 w 239321"/>
                  <a:gd name="csY4" fmla="*/ -1399 h 114150"/>
                  <a:gd name="csX5" fmla="*/ 7855 w 239321"/>
                  <a:gd name="csY5" fmla="*/ 896 h 114150"/>
                  <a:gd name="csX6" fmla="*/ 54237 w 239321"/>
                  <a:gd name="csY6" fmla="*/ 91708 h 114150"/>
                  <a:gd name="csX7" fmla="*/ 70423 w 239321"/>
                  <a:gd name="csY7" fmla="*/ 101615 h 114150"/>
                  <a:gd name="csX8" fmla="*/ 183318 w 239321"/>
                  <a:gd name="csY8" fmla="*/ 101615 h 114150"/>
                  <a:gd name="csX9" fmla="*/ 200705 w 239321"/>
                  <a:gd name="csY9" fmla="*/ 88727 h 114150"/>
                  <a:gd name="csX10" fmla="*/ 200757 w 239321"/>
                  <a:gd name="csY10" fmla="*/ 88568 h 114150"/>
                  <a:gd name="csX11" fmla="*/ 226917 w 239321"/>
                  <a:gd name="csY11" fmla="*/ 10988 h 114150"/>
                  <a:gd name="csX12" fmla="*/ 233605 w 239321"/>
                  <a:gd name="csY12" fmla="*/ 7677 h 114150"/>
                  <a:gd name="csX13" fmla="*/ 236916 w 239321"/>
                  <a:gd name="csY13" fmla="*/ 14365 h 114150"/>
                  <a:gd name="csX14" fmla="*/ 210783 w 239321"/>
                  <a:gd name="csY14" fmla="*/ 91880 h 114150"/>
                  <a:gd name="csX15" fmla="*/ 183318 w 239321"/>
                  <a:gd name="csY15" fmla="*/ 112169 h 114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39321" h="114150">
                    <a:moveTo>
                      <a:pt x="183318" y="112169"/>
                    </a:moveTo>
                    <a:lnTo>
                      <a:pt x="70423" y="112169"/>
                    </a:lnTo>
                    <a:cubicBezTo>
                      <a:pt x="59580" y="112169"/>
                      <a:pt x="49778" y="106166"/>
                      <a:pt x="44844" y="96510"/>
                    </a:cubicBezTo>
                    <a:lnTo>
                      <a:pt x="-1551" y="5698"/>
                    </a:lnTo>
                    <a:cubicBezTo>
                      <a:pt x="-2870" y="3100"/>
                      <a:pt x="-1841" y="-80"/>
                      <a:pt x="758" y="-1399"/>
                    </a:cubicBezTo>
                    <a:cubicBezTo>
                      <a:pt x="3343" y="-2731"/>
                      <a:pt x="6522" y="-1702"/>
                      <a:pt x="7855" y="896"/>
                    </a:cubicBezTo>
                    <a:lnTo>
                      <a:pt x="54237" y="91708"/>
                    </a:lnTo>
                    <a:cubicBezTo>
                      <a:pt x="57363" y="97816"/>
                      <a:pt x="63563" y="101615"/>
                      <a:pt x="70423" y="101615"/>
                    </a:cubicBezTo>
                    <a:lnTo>
                      <a:pt x="183318" y="101615"/>
                    </a:lnTo>
                    <a:cubicBezTo>
                      <a:pt x="191378" y="101615"/>
                      <a:pt x="198370" y="96431"/>
                      <a:pt x="200705" y="88727"/>
                    </a:cubicBezTo>
                    <a:cubicBezTo>
                      <a:pt x="200718" y="88674"/>
                      <a:pt x="200744" y="88621"/>
                      <a:pt x="200757" y="88568"/>
                    </a:cubicBezTo>
                    <a:lnTo>
                      <a:pt x="226917" y="10988"/>
                    </a:lnTo>
                    <a:cubicBezTo>
                      <a:pt x="227840" y="8231"/>
                      <a:pt x="230835" y="6740"/>
                      <a:pt x="233605" y="7677"/>
                    </a:cubicBezTo>
                    <a:cubicBezTo>
                      <a:pt x="236362" y="8614"/>
                      <a:pt x="237853" y="11608"/>
                      <a:pt x="236916" y="14365"/>
                    </a:cubicBezTo>
                    <a:lnTo>
                      <a:pt x="210783" y="91880"/>
                    </a:lnTo>
                    <a:cubicBezTo>
                      <a:pt x="207050" y="104016"/>
                      <a:pt x="196035" y="112169"/>
                      <a:pt x="183318" y="112169"/>
                    </a:cubicBezTo>
                    <a:close/>
                  </a:path>
                </a:pathLst>
              </a:custGeom>
              <a:solidFill>
                <a:srgbClr val="002163"/>
              </a:solidFill>
              <a:ln w="1313" cap="flat">
                <a:noFill/>
                <a:prstDash val="solid"/>
                <a:round/>
              </a:ln>
            </p:spPr>
            <p:txBody>
              <a:bodyPr/>
              <a:lstStyle/>
              <a:p>
                <a:endParaRPr lang="en-US" b="1"/>
              </a:p>
            </p:txBody>
          </p:sp>
          <p:sp>
            <p:nvSpPr>
              <p:cNvPr id="439" name="Freeform: Shape 438">
                <a:extLst>
                  <a:ext uri="{FF2B5EF4-FFF2-40B4-BE49-F238E27FC236}">
                    <a16:creationId xmlns:a16="http://schemas.microsoft.com/office/drawing/2014/main" id="{0D648FF7-E8F6-3B1E-1924-965A34A862F9}"/>
                  </a:ext>
                </a:extLst>
              </p:cNvPr>
              <p:cNvSpPr/>
              <p:nvPr/>
            </p:nvSpPr>
            <p:spPr>
              <a:xfrm>
                <a:off x="10063564" y="3296325"/>
                <a:ext cx="52594" cy="385268"/>
              </a:xfrm>
              <a:custGeom>
                <a:avLst/>
                <a:gdLst>
                  <a:gd name="csX0" fmla="*/ 3156 w 47409"/>
                  <a:gd name="csY0" fmla="*/ 345304 h 347286"/>
                  <a:gd name="csX1" fmla="*/ 1178 w 47409"/>
                  <a:gd name="csY1" fmla="*/ 344922 h 347286"/>
                  <a:gd name="csX2" fmla="*/ -1738 w 47409"/>
                  <a:gd name="csY2" fmla="*/ 338049 h 347286"/>
                  <a:gd name="csX3" fmla="*/ 32363 w 47409"/>
                  <a:gd name="csY3" fmla="*/ 3691 h 347286"/>
                  <a:gd name="csX4" fmla="*/ 37231 w 47409"/>
                  <a:gd name="csY4" fmla="*/ -1968 h 347286"/>
                  <a:gd name="csX5" fmla="*/ 42890 w 47409"/>
                  <a:gd name="csY5" fmla="*/ 2900 h 347286"/>
                  <a:gd name="csX6" fmla="*/ 44565 w 47409"/>
                  <a:gd name="csY6" fmla="*/ 125187 h 347286"/>
                  <a:gd name="csX7" fmla="*/ 8050 w 47409"/>
                  <a:gd name="csY7" fmla="*/ 342006 h 347286"/>
                  <a:gd name="csX8" fmla="*/ 3156 w 47409"/>
                  <a:gd name="csY8" fmla="*/ 345304 h 3472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409" h="347286">
                    <a:moveTo>
                      <a:pt x="3156" y="345304"/>
                    </a:moveTo>
                    <a:cubicBezTo>
                      <a:pt x="2497" y="345304"/>
                      <a:pt x="1824" y="345185"/>
                      <a:pt x="1178" y="344922"/>
                    </a:cubicBezTo>
                    <a:cubicBezTo>
                      <a:pt x="-1527" y="343827"/>
                      <a:pt x="-2833" y="340740"/>
                      <a:pt x="-1738" y="338049"/>
                    </a:cubicBezTo>
                    <a:cubicBezTo>
                      <a:pt x="47612" y="216249"/>
                      <a:pt x="32521" y="5802"/>
                      <a:pt x="32363" y="3691"/>
                    </a:cubicBezTo>
                    <a:cubicBezTo>
                      <a:pt x="32138" y="789"/>
                      <a:pt x="34329" y="-1744"/>
                      <a:pt x="37231" y="-1968"/>
                    </a:cubicBezTo>
                    <a:cubicBezTo>
                      <a:pt x="40159" y="-2179"/>
                      <a:pt x="42665" y="-2"/>
                      <a:pt x="42890" y="2900"/>
                    </a:cubicBezTo>
                    <a:cubicBezTo>
                      <a:pt x="42929" y="3441"/>
                      <a:pt x="46861" y="57065"/>
                      <a:pt x="44565" y="125187"/>
                    </a:cubicBezTo>
                    <a:cubicBezTo>
                      <a:pt x="42428" y="188243"/>
                      <a:pt x="34368" y="277037"/>
                      <a:pt x="8050" y="342006"/>
                    </a:cubicBezTo>
                    <a:cubicBezTo>
                      <a:pt x="7219" y="344064"/>
                      <a:pt x="5241" y="345304"/>
                      <a:pt x="3156" y="345304"/>
                    </a:cubicBezTo>
                    <a:close/>
                  </a:path>
                </a:pathLst>
              </a:custGeom>
              <a:solidFill>
                <a:srgbClr val="002163"/>
              </a:solidFill>
              <a:ln w="1313" cap="flat">
                <a:noFill/>
                <a:prstDash val="solid"/>
                <a:round/>
              </a:ln>
            </p:spPr>
            <p:txBody>
              <a:bodyPr/>
              <a:lstStyle/>
              <a:p>
                <a:endParaRPr lang="en-US" b="1"/>
              </a:p>
            </p:txBody>
          </p:sp>
          <p:sp>
            <p:nvSpPr>
              <p:cNvPr id="440" name="Freeform: Shape 439">
                <a:extLst>
                  <a:ext uri="{FF2B5EF4-FFF2-40B4-BE49-F238E27FC236}">
                    <a16:creationId xmlns:a16="http://schemas.microsoft.com/office/drawing/2014/main" id="{0462508C-1C5A-778C-40CC-6234DB4681B1}"/>
                  </a:ext>
                </a:extLst>
              </p:cNvPr>
              <p:cNvSpPr/>
              <p:nvPr/>
            </p:nvSpPr>
            <p:spPr>
              <a:xfrm>
                <a:off x="9987251" y="2900228"/>
                <a:ext cx="49097" cy="49098"/>
              </a:xfrm>
              <a:custGeom>
                <a:avLst/>
                <a:gdLst>
                  <a:gd name="csX0" fmla="*/ -2125 w 44257"/>
                  <a:gd name="csY0" fmla="*/ 20154 h 44258"/>
                  <a:gd name="csX1" fmla="*/ 19997 w 44257"/>
                  <a:gd name="csY1" fmla="*/ -1982 h 44258"/>
                  <a:gd name="csX2" fmla="*/ 42133 w 44257"/>
                  <a:gd name="csY2" fmla="*/ 20154 h 44258"/>
                  <a:gd name="csX3" fmla="*/ 19997 w 44257"/>
                  <a:gd name="csY3" fmla="*/ 42276 h 44258"/>
                  <a:gd name="csX4" fmla="*/ -2125 w 44257"/>
                  <a:gd name="csY4" fmla="*/ 20154 h 44258"/>
                </a:gdLst>
                <a:ahLst/>
                <a:cxnLst>
                  <a:cxn ang="0">
                    <a:pos x="csX0" y="csY0"/>
                  </a:cxn>
                  <a:cxn ang="0">
                    <a:pos x="csX1" y="csY1"/>
                  </a:cxn>
                  <a:cxn ang="0">
                    <a:pos x="csX2" y="csY2"/>
                  </a:cxn>
                  <a:cxn ang="0">
                    <a:pos x="csX3" y="csY3"/>
                  </a:cxn>
                  <a:cxn ang="0">
                    <a:pos x="csX4" y="csY4"/>
                  </a:cxn>
                </a:cxnLst>
                <a:rect l="l" t="t" r="r" b="b"/>
                <a:pathLst>
                  <a:path w="44257" h="44258">
                    <a:moveTo>
                      <a:pt x="-2125" y="20154"/>
                    </a:moveTo>
                    <a:cubicBezTo>
                      <a:pt x="-2125" y="7925"/>
                      <a:pt x="7782" y="-1982"/>
                      <a:pt x="19997" y="-1982"/>
                    </a:cubicBezTo>
                    <a:cubicBezTo>
                      <a:pt x="32226" y="-1982"/>
                      <a:pt x="42133" y="7925"/>
                      <a:pt x="42133" y="20154"/>
                    </a:cubicBezTo>
                    <a:cubicBezTo>
                      <a:pt x="42133" y="32369"/>
                      <a:pt x="32226" y="42276"/>
                      <a:pt x="19997" y="42276"/>
                    </a:cubicBezTo>
                    <a:cubicBezTo>
                      <a:pt x="7782" y="42276"/>
                      <a:pt x="-2125" y="32369"/>
                      <a:pt x="-2125" y="20154"/>
                    </a:cubicBezTo>
                    <a:close/>
                  </a:path>
                </a:pathLst>
              </a:custGeom>
              <a:solidFill>
                <a:srgbClr val="FFFFFF"/>
              </a:solidFill>
              <a:ln w="1313" cap="flat">
                <a:noFill/>
                <a:prstDash val="solid"/>
                <a:round/>
              </a:ln>
            </p:spPr>
            <p:txBody>
              <a:bodyPr/>
              <a:lstStyle/>
              <a:p>
                <a:endParaRPr lang="en-US" b="1"/>
              </a:p>
            </p:txBody>
          </p:sp>
          <p:sp>
            <p:nvSpPr>
              <p:cNvPr id="441" name="Freeform: Shape 440">
                <a:extLst>
                  <a:ext uri="{FF2B5EF4-FFF2-40B4-BE49-F238E27FC236}">
                    <a16:creationId xmlns:a16="http://schemas.microsoft.com/office/drawing/2014/main" id="{3D020DB5-A612-9AF6-A3C2-75204FD7E7EA}"/>
                  </a:ext>
                </a:extLst>
              </p:cNvPr>
              <p:cNvSpPr/>
              <p:nvPr/>
            </p:nvSpPr>
            <p:spPr>
              <a:xfrm>
                <a:off x="10207250" y="2900228"/>
                <a:ext cx="49098" cy="49098"/>
              </a:xfrm>
              <a:custGeom>
                <a:avLst/>
                <a:gdLst>
                  <a:gd name="csX0" fmla="*/ -2125 w 44258"/>
                  <a:gd name="csY0" fmla="*/ 20154 h 44258"/>
                  <a:gd name="csX1" fmla="*/ 19997 w 44258"/>
                  <a:gd name="csY1" fmla="*/ -1982 h 44258"/>
                  <a:gd name="csX2" fmla="*/ 42133 w 44258"/>
                  <a:gd name="csY2" fmla="*/ 20154 h 44258"/>
                  <a:gd name="csX3" fmla="*/ 19997 w 44258"/>
                  <a:gd name="csY3" fmla="*/ 42276 h 44258"/>
                  <a:gd name="csX4" fmla="*/ -2125 w 44258"/>
                  <a:gd name="csY4" fmla="*/ 20154 h 44258"/>
                </a:gdLst>
                <a:ahLst/>
                <a:cxnLst>
                  <a:cxn ang="0">
                    <a:pos x="csX0" y="csY0"/>
                  </a:cxn>
                  <a:cxn ang="0">
                    <a:pos x="csX1" y="csY1"/>
                  </a:cxn>
                  <a:cxn ang="0">
                    <a:pos x="csX2" y="csY2"/>
                  </a:cxn>
                  <a:cxn ang="0">
                    <a:pos x="csX3" y="csY3"/>
                  </a:cxn>
                  <a:cxn ang="0">
                    <a:pos x="csX4" y="csY4"/>
                  </a:cxn>
                </a:cxnLst>
                <a:rect l="l" t="t" r="r" b="b"/>
                <a:pathLst>
                  <a:path w="44258" h="44258">
                    <a:moveTo>
                      <a:pt x="-2125" y="20154"/>
                    </a:moveTo>
                    <a:cubicBezTo>
                      <a:pt x="-2125" y="7925"/>
                      <a:pt x="7782" y="-1982"/>
                      <a:pt x="19997" y="-1982"/>
                    </a:cubicBezTo>
                    <a:cubicBezTo>
                      <a:pt x="32226" y="-1982"/>
                      <a:pt x="42133" y="7925"/>
                      <a:pt x="42133" y="20154"/>
                    </a:cubicBezTo>
                    <a:cubicBezTo>
                      <a:pt x="42133" y="32369"/>
                      <a:pt x="32226" y="42276"/>
                      <a:pt x="19997" y="42276"/>
                    </a:cubicBezTo>
                    <a:cubicBezTo>
                      <a:pt x="7782" y="42276"/>
                      <a:pt x="-2125" y="32369"/>
                      <a:pt x="-2125" y="20154"/>
                    </a:cubicBezTo>
                    <a:close/>
                  </a:path>
                </a:pathLst>
              </a:custGeom>
              <a:solidFill>
                <a:srgbClr val="FFFFFF"/>
              </a:solidFill>
              <a:ln w="1313" cap="flat">
                <a:noFill/>
                <a:prstDash val="solid"/>
                <a:round/>
              </a:ln>
            </p:spPr>
            <p:txBody>
              <a:bodyPr/>
              <a:lstStyle/>
              <a:p>
                <a:endParaRPr lang="en-US" b="1"/>
              </a:p>
            </p:txBody>
          </p:sp>
          <p:sp>
            <p:nvSpPr>
              <p:cNvPr id="442" name="Freeform: Shape 441">
                <a:extLst>
                  <a:ext uri="{FF2B5EF4-FFF2-40B4-BE49-F238E27FC236}">
                    <a16:creationId xmlns:a16="http://schemas.microsoft.com/office/drawing/2014/main" id="{85AF0E18-34C7-60D1-AA91-F190A7DBACF1}"/>
                  </a:ext>
                </a:extLst>
              </p:cNvPr>
              <p:cNvSpPr/>
              <p:nvPr/>
            </p:nvSpPr>
            <p:spPr>
              <a:xfrm>
                <a:off x="9449916" y="3201406"/>
                <a:ext cx="362948" cy="188697"/>
              </a:xfrm>
              <a:custGeom>
                <a:avLst/>
                <a:gdLst>
                  <a:gd name="csX0" fmla="*/ 145781 w 327167"/>
                  <a:gd name="csY0" fmla="*/ 168112 h 170094"/>
                  <a:gd name="csX1" fmla="*/ 120914 w 327167"/>
                  <a:gd name="csY1" fmla="*/ 165909 h 170094"/>
                  <a:gd name="csX2" fmla="*/ 26791 w 327167"/>
                  <a:gd name="csY2" fmla="*/ 95505 h 170094"/>
                  <a:gd name="csX3" fmla="*/ -2125 w 327167"/>
                  <a:gd name="csY3" fmla="*/ 3295 h 170094"/>
                  <a:gd name="csX4" fmla="*/ 3152 w 327167"/>
                  <a:gd name="csY4" fmla="*/ -1982 h 170094"/>
                  <a:gd name="csX5" fmla="*/ 8428 w 327167"/>
                  <a:gd name="csY5" fmla="*/ 3295 h 170094"/>
                  <a:gd name="csX6" fmla="*/ 35827 w 327167"/>
                  <a:gd name="csY6" fmla="*/ 90057 h 170094"/>
                  <a:gd name="csX7" fmla="*/ 122814 w 327167"/>
                  <a:gd name="csY7" fmla="*/ 155514 h 170094"/>
                  <a:gd name="csX8" fmla="*/ 256169 w 327167"/>
                  <a:gd name="csY8" fmla="*/ 118617 h 170094"/>
                  <a:gd name="csX9" fmla="*/ 315795 w 327167"/>
                  <a:gd name="csY9" fmla="*/ 67459 h 170094"/>
                  <a:gd name="csX10" fmla="*/ 323249 w 327167"/>
                  <a:gd name="csY10" fmla="*/ 66971 h 170094"/>
                  <a:gd name="csX11" fmla="*/ 323737 w 327167"/>
                  <a:gd name="csY11" fmla="*/ 74411 h 170094"/>
                  <a:gd name="csX12" fmla="*/ 262290 w 327167"/>
                  <a:gd name="csY12" fmla="*/ 127218 h 170094"/>
                  <a:gd name="csX13" fmla="*/ 145781 w 327167"/>
                  <a:gd name="csY13" fmla="*/ 168112 h 170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27167" h="170094">
                    <a:moveTo>
                      <a:pt x="145781" y="168112"/>
                    </a:moveTo>
                    <a:cubicBezTo>
                      <a:pt x="137324" y="168112"/>
                      <a:pt x="129027" y="167387"/>
                      <a:pt x="120914" y="165909"/>
                    </a:cubicBezTo>
                    <a:cubicBezTo>
                      <a:pt x="72936" y="157163"/>
                      <a:pt x="43255" y="122799"/>
                      <a:pt x="26791" y="95505"/>
                    </a:cubicBezTo>
                    <a:cubicBezTo>
                      <a:pt x="5447" y="60111"/>
                      <a:pt x="-2125" y="23702"/>
                      <a:pt x="-2125" y="3295"/>
                    </a:cubicBezTo>
                    <a:cubicBezTo>
                      <a:pt x="-2125" y="379"/>
                      <a:pt x="236" y="-1982"/>
                      <a:pt x="3152" y="-1982"/>
                    </a:cubicBezTo>
                    <a:cubicBezTo>
                      <a:pt x="6067" y="-1982"/>
                      <a:pt x="8428" y="379"/>
                      <a:pt x="8428" y="3295"/>
                    </a:cubicBezTo>
                    <a:cubicBezTo>
                      <a:pt x="8428" y="23861"/>
                      <a:pt x="16898" y="58660"/>
                      <a:pt x="35827" y="90057"/>
                    </a:cubicBezTo>
                    <a:cubicBezTo>
                      <a:pt x="51170" y="115490"/>
                      <a:pt x="78701" y="147480"/>
                      <a:pt x="122814" y="155514"/>
                    </a:cubicBezTo>
                    <a:cubicBezTo>
                      <a:pt x="174037" y="164854"/>
                      <a:pt x="223612" y="140594"/>
                      <a:pt x="256169" y="118617"/>
                    </a:cubicBezTo>
                    <a:cubicBezTo>
                      <a:pt x="291879" y="94502"/>
                      <a:pt x="315571" y="67723"/>
                      <a:pt x="315795" y="67459"/>
                    </a:cubicBezTo>
                    <a:cubicBezTo>
                      <a:pt x="317721" y="65269"/>
                      <a:pt x="321059" y="65058"/>
                      <a:pt x="323249" y="66971"/>
                    </a:cubicBezTo>
                    <a:cubicBezTo>
                      <a:pt x="325439" y="68897"/>
                      <a:pt x="325650" y="72221"/>
                      <a:pt x="323737" y="74411"/>
                    </a:cubicBezTo>
                    <a:cubicBezTo>
                      <a:pt x="322747" y="75546"/>
                      <a:pt x="299068" y="102338"/>
                      <a:pt x="262290" y="127218"/>
                    </a:cubicBezTo>
                    <a:cubicBezTo>
                      <a:pt x="222359" y="154221"/>
                      <a:pt x="182585" y="168112"/>
                      <a:pt x="145781" y="168112"/>
                    </a:cubicBezTo>
                    <a:close/>
                  </a:path>
                </a:pathLst>
              </a:custGeom>
              <a:solidFill>
                <a:srgbClr val="002163"/>
              </a:solidFill>
              <a:ln w="1313" cap="flat">
                <a:noFill/>
                <a:prstDash val="solid"/>
                <a:round/>
              </a:ln>
            </p:spPr>
            <p:txBody>
              <a:bodyPr/>
              <a:lstStyle/>
              <a:p>
                <a:endParaRPr lang="en-US" b="1"/>
              </a:p>
            </p:txBody>
          </p:sp>
          <p:sp>
            <p:nvSpPr>
              <p:cNvPr id="443" name="Freeform: Shape 442">
                <a:extLst>
                  <a:ext uri="{FF2B5EF4-FFF2-40B4-BE49-F238E27FC236}">
                    <a16:creationId xmlns:a16="http://schemas.microsoft.com/office/drawing/2014/main" id="{F1A6D67E-4C14-E5AB-C5B6-7197B867AD2E}"/>
                  </a:ext>
                </a:extLst>
              </p:cNvPr>
              <p:cNvSpPr/>
              <p:nvPr/>
            </p:nvSpPr>
            <p:spPr>
              <a:xfrm>
                <a:off x="9431139" y="3187811"/>
                <a:ext cx="48161" cy="24923"/>
              </a:xfrm>
              <a:custGeom>
                <a:avLst/>
                <a:gdLst>
                  <a:gd name="csX0" fmla="*/ -2125 w 43413"/>
                  <a:gd name="csY0" fmla="*/ -465 h 22466"/>
                  <a:gd name="csX1" fmla="*/ 20327 w 43413"/>
                  <a:gd name="csY1" fmla="*/ 20470 h 22466"/>
                  <a:gd name="csX2" fmla="*/ 41275 w 43413"/>
                  <a:gd name="csY2" fmla="*/ -1982 h 22466"/>
                  <a:gd name="csX3" fmla="*/ -2125 w 43413"/>
                  <a:gd name="csY3" fmla="*/ -465 h 22466"/>
                </a:gdLst>
                <a:ahLst/>
                <a:cxnLst>
                  <a:cxn ang="0">
                    <a:pos x="csX0" y="csY0"/>
                  </a:cxn>
                  <a:cxn ang="0">
                    <a:pos x="csX1" y="csY1"/>
                  </a:cxn>
                  <a:cxn ang="0">
                    <a:pos x="csX2" y="csY2"/>
                  </a:cxn>
                  <a:cxn ang="0">
                    <a:pos x="csX3" y="csY3"/>
                  </a:cxn>
                </a:cxnLst>
                <a:rect l="l" t="t" r="r" b="b"/>
                <a:pathLst>
                  <a:path w="43413" h="22466">
                    <a:moveTo>
                      <a:pt x="-2125" y="-465"/>
                    </a:moveTo>
                    <a:cubicBezTo>
                      <a:pt x="-1716" y="11513"/>
                      <a:pt x="8336" y="20893"/>
                      <a:pt x="20327" y="20470"/>
                    </a:cubicBezTo>
                    <a:cubicBezTo>
                      <a:pt x="32305" y="20062"/>
                      <a:pt x="41684" y="10009"/>
                      <a:pt x="41275" y="-1982"/>
                    </a:cubicBezTo>
                    <a:lnTo>
                      <a:pt x="-2125" y="-465"/>
                    </a:lnTo>
                    <a:close/>
                  </a:path>
                </a:pathLst>
              </a:custGeom>
              <a:solidFill>
                <a:srgbClr val="002163"/>
              </a:solidFill>
              <a:ln w="1313" cap="flat">
                <a:noFill/>
                <a:prstDash val="solid"/>
                <a:round/>
              </a:ln>
            </p:spPr>
            <p:txBody>
              <a:bodyPr/>
              <a:lstStyle/>
              <a:p>
                <a:endParaRPr lang="en-US" b="1"/>
              </a:p>
            </p:txBody>
          </p:sp>
          <p:sp>
            <p:nvSpPr>
              <p:cNvPr id="444" name="Freeform: Shape 443">
                <a:extLst>
                  <a:ext uri="{FF2B5EF4-FFF2-40B4-BE49-F238E27FC236}">
                    <a16:creationId xmlns:a16="http://schemas.microsoft.com/office/drawing/2014/main" id="{F8FA2D24-DF24-5446-AD25-B636B7ED5CA6}"/>
                  </a:ext>
                </a:extLst>
              </p:cNvPr>
              <p:cNvSpPr/>
              <p:nvPr/>
            </p:nvSpPr>
            <p:spPr>
              <a:xfrm>
                <a:off x="9553062" y="3329810"/>
                <a:ext cx="95407" cy="95407"/>
              </a:xfrm>
              <a:custGeom>
                <a:avLst/>
                <a:gdLst>
                  <a:gd name="csX0" fmla="*/ 58727 w 86001"/>
                  <a:gd name="csY0" fmla="*/ 1908 h 86001"/>
                  <a:gd name="csX1" fmla="*/ 79979 w 86001"/>
                  <a:gd name="csY1" fmla="*/ 58870 h 86001"/>
                  <a:gd name="csX2" fmla="*/ 23017 w 86001"/>
                  <a:gd name="csY2" fmla="*/ 80122 h 86001"/>
                  <a:gd name="csX3" fmla="*/ 1765 w 86001"/>
                  <a:gd name="csY3" fmla="*/ 23160 h 86001"/>
                  <a:gd name="csX4" fmla="*/ 58727 w 86001"/>
                  <a:gd name="csY4" fmla="*/ 1908 h 86001"/>
                </a:gdLst>
                <a:ahLst/>
                <a:cxnLst>
                  <a:cxn ang="0">
                    <a:pos x="csX0" y="csY0"/>
                  </a:cxn>
                  <a:cxn ang="0">
                    <a:pos x="csX1" y="csY1"/>
                  </a:cxn>
                  <a:cxn ang="0">
                    <a:pos x="csX2" y="csY2"/>
                  </a:cxn>
                  <a:cxn ang="0">
                    <a:pos x="csX3" y="csY3"/>
                  </a:cxn>
                  <a:cxn ang="0">
                    <a:pos x="csX4" y="csY4"/>
                  </a:cxn>
                </a:cxnLst>
                <a:rect l="l" t="t" r="r" b="b"/>
                <a:pathLst>
                  <a:path w="86001" h="86001">
                    <a:moveTo>
                      <a:pt x="58727" y="1908"/>
                    </a:moveTo>
                    <a:cubicBezTo>
                      <a:pt x="80335" y="11776"/>
                      <a:pt x="89846" y="37275"/>
                      <a:pt x="79979" y="58870"/>
                    </a:cubicBezTo>
                    <a:cubicBezTo>
                      <a:pt x="70124" y="80478"/>
                      <a:pt x="44612" y="89989"/>
                      <a:pt x="23017" y="80122"/>
                    </a:cubicBezTo>
                    <a:cubicBezTo>
                      <a:pt x="1422" y="70268"/>
                      <a:pt x="-8089" y="44755"/>
                      <a:pt x="1765" y="23160"/>
                    </a:cubicBezTo>
                    <a:cubicBezTo>
                      <a:pt x="11633" y="1565"/>
                      <a:pt x="37132" y="-7946"/>
                      <a:pt x="58727" y="1908"/>
                    </a:cubicBezTo>
                    <a:close/>
                  </a:path>
                </a:pathLst>
              </a:custGeom>
              <a:solidFill>
                <a:srgbClr val="B8D4FF"/>
              </a:solidFill>
              <a:ln w="1313" cap="flat">
                <a:noFill/>
                <a:prstDash val="solid"/>
                <a:round/>
              </a:ln>
            </p:spPr>
            <p:txBody>
              <a:bodyPr/>
              <a:lstStyle/>
              <a:p>
                <a:endParaRPr lang="en-US" b="1"/>
              </a:p>
            </p:txBody>
          </p:sp>
          <p:sp>
            <p:nvSpPr>
              <p:cNvPr id="445" name="Freeform: Shape 444">
                <a:extLst>
                  <a:ext uri="{FF2B5EF4-FFF2-40B4-BE49-F238E27FC236}">
                    <a16:creationId xmlns:a16="http://schemas.microsoft.com/office/drawing/2014/main" id="{E2978647-54DE-BC33-FFE0-6D8ABD656BDC}"/>
                  </a:ext>
                </a:extLst>
              </p:cNvPr>
              <p:cNvSpPr/>
              <p:nvPr/>
            </p:nvSpPr>
            <p:spPr>
              <a:xfrm>
                <a:off x="9386782" y="3061222"/>
                <a:ext cx="136842" cy="133364"/>
              </a:xfrm>
              <a:custGeom>
                <a:avLst/>
                <a:gdLst>
                  <a:gd name="csX0" fmla="*/ 118988 w 123351"/>
                  <a:gd name="csY0" fmla="*/ 14653 h 120216"/>
                  <a:gd name="csX1" fmla="*/ 117986 w 123351"/>
                  <a:gd name="csY1" fmla="*/ 3295 h 120216"/>
                  <a:gd name="csX2" fmla="*/ 117880 w 123351"/>
                  <a:gd name="csY2" fmla="*/ -1982 h 120216"/>
                  <a:gd name="csX3" fmla="*/ 81814 w 123351"/>
                  <a:gd name="csY3" fmla="*/ -1217 h 120216"/>
                  <a:gd name="csX4" fmla="*/ 81932 w 123351"/>
                  <a:gd name="csY4" fmla="*/ 4060 h 120216"/>
                  <a:gd name="csX5" fmla="*/ 83225 w 123351"/>
                  <a:gd name="csY5" fmla="*/ 19349 h 120216"/>
                  <a:gd name="csX6" fmla="*/ 78081 w 123351"/>
                  <a:gd name="csY6" fmla="*/ 76008 h 120216"/>
                  <a:gd name="csX7" fmla="*/ 60905 w 123351"/>
                  <a:gd name="csY7" fmla="*/ 82155 h 120216"/>
                  <a:gd name="csX8" fmla="*/ 41170 w 123351"/>
                  <a:gd name="csY8" fmla="*/ 76258 h 120216"/>
                  <a:gd name="csX9" fmla="*/ 35458 w 123351"/>
                  <a:gd name="csY9" fmla="*/ 22475 h 120216"/>
                  <a:gd name="csX10" fmla="*/ 36566 w 123351"/>
                  <a:gd name="csY10" fmla="*/ 5023 h 120216"/>
                  <a:gd name="csX11" fmla="*/ 36447 w 123351"/>
                  <a:gd name="csY11" fmla="*/ -254 h 120216"/>
                  <a:gd name="csX12" fmla="*/ 408 w 123351"/>
                  <a:gd name="csY12" fmla="*/ 525 h 120216"/>
                  <a:gd name="csX13" fmla="*/ 513 w 123351"/>
                  <a:gd name="csY13" fmla="*/ 5775 h 120216"/>
                  <a:gd name="csX14" fmla="*/ -423 w 123351"/>
                  <a:gd name="csY14" fmla="*/ 19072 h 120216"/>
                  <a:gd name="csX15" fmla="*/ 14760 w 123351"/>
                  <a:gd name="csY15" fmla="*/ 100795 h 120216"/>
                  <a:gd name="csX16" fmla="*/ 59652 w 123351"/>
                  <a:gd name="csY16" fmla="*/ 118234 h 120216"/>
                  <a:gd name="csX17" fmla="*/ 61670 w 123351"/>
                  <a:gd name="csY17" fmla="*/ 118208 h 120216"/>
                  <a:gd name="csX18" fmla="*/ 105176 w 123351"/>
                  <a:gd name="csY18" fmla="*/ 99819 h 120216"/>
                  <a:gd name="csX19" fmla="*/ 118988 w 123351"/>
                  <a:gd name="csY19" fmla="*/ 14653 h 120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3351" h="120216">
                    <a:moveTo>
                      <a:pt x="118988" y="14653"/>
                    </a:moveTo>
                    <a:cubicBezTo>
                      <a:pt x="118487" y="10115"/>
                      <a:pt x="118051" y="6224"/>
                      <a:pt x="117986" y="3295"/>
                    </a:cubicBezTo>
                    <a:lnTo>
                      <a:pt x="117880" y="-1982"/>
                    </a:lnTo>
                    <a:lnTo>
                      <a:pt x="81814" y="-1217"/>
                    </a:lnTo>
                    <a:lnTo>
                      <a:pt x="81932" y="4060"/>
                    </a:lnTo>
                    <a:cubicBezTo>
                      <a:pt x="82025" y="7951"/>
                      <a:pt x="82552" y="13228"/>
                      <a:pt x="83225" y="19349"/>
                    </a:cubicBezTo>
                    <a:cubicBezTo>
                      <a:pt x="84940" y="35140"/>
                      <a:pt x="88133" y="64531"/>
                      <a:pt x="78081" y="76008"/>
                    </a:cubicBezTo>
                    <a:cubicBezTo>
                      <a:pt x="74585" y="79978"/>
                      <a:pt x="68978" y="81983"/>
                      <a:pt x="60905" y="82155"/>
                    </a:cubicBezTo>
                    <a:cubicBezTo>
                      <a:pt x="51565" y="82458"/>
                      <a:pt x="45062" y="80440"/>
                      <a:pt x="41170" y="76258"/>
                    </a:cubicBezTo>
                    <a:cubicBezTo>
                      <a:pt x="31355" y="65692"/>
                      <a:pt x="33928" y="38662"/>
                      <a:pt x="35458" y="22475"/>
                    </a:cubicBezTo>
                    <a:cubicBezTo>
                      <a:pt x="36118" y="15774"/>
                      <a:pt x="36672" y="9970"/>
                      <a:pt x="36566" y="5023"/>
                    </a:cubicBezTo>
                    <a:lnTo>
                      <a:pt x="36447" y="-254"/>
                    </a:lnTo>
                    <a:lnTo>
                      <a:pt x="408" y="525"/>
                    </a:lnTo>
                    <a:lnTo>
                      <a:pt x="513" y="5775"/>
                    </a:lnTo>
                    <a:cubicBezTo>
                      <a:pt x="566" y="8558"/>
                      <a:pt x="65" y="13835"/>
                      <a:pt x="-423" y="19072"/>
                    </a:cubicBezTo>
                    <a:cubicBezTo>
                      <a:pt x="-2679" y="42685"/>
                      <a:pt x="-6083" y="78369"/>
                      <a:pt x="14760" y="100795"/>
                    </a:cubicBezTo>
                    <a:cubicBezTo>
                      <a:pt x="25498" y="112364"/>
                      <a:pt x="40603" y="118234"/>
                      <a:pt x="59652" y="118234"/>
                    </a:cubicBezTo>
                    <a:cubicBezTo>
                      <a:pt x="60325" y="118234"/>
                      <a:pt x="60997" y="118221"/>
                      <a:pt x="61670" y="118208"/>
                    </a:cubicBezTo>
                    <a:cubicBezTo>
                      <a:pt x="80165" y="117812"/>
                      <a:pt x="94794" y="111625"/>
                      <a:pt x="105176" y="99819"/>
                    </a:cubicBezTo>
                    <a:cubicBezTo>
                      <a:pt x="125689" y="76430"/>
                      <a:pt x="121719" y="39770"/>
                      <a:pt x="118988" y="14653"/>
                    </a:cubicBezTo>
                    <a:close/>
                  </a:path>
                </a:pathLst>
              </a:custGeom>
              <a:solidFill>
                <a:srgbClr val="2060FF"/>
              </a:solidFill>
              <a:ln w="1313" cap="flat">
                <a:noFill/>
                <a:prstDash val="solid"/>
                <a:round/>
              </a:ln>
            </p:spPr>
            <p:txBody>
              <a:bodyPr/>
              <a:lstStyle/>
              <a:p>
                <a:endParaRPr lang="en-US" b="1"/>
              </a:p>
            </p:txBody>
          </p:sp>
          <p:sp>
            <p:nvSpPr>
              <p:cNvPr id="446" name="Freeform: Shape 445">
                <a:extLst>
                  <a:ext uri="{FF2B5EF4-FFF2-40B4-BE49-F238E27FC236}">
                    <a16:creationId xmlns:a16="http://schemas.microsoft.com/office/drawing/2014/main" id="{0636C224-E03D-DA08-CECA-B234DCC0A665}"/>
                  </a:ext>
                </a:extLst>
              </p:cNvPr>
              <p:cNvSpPr/>
              <p:nvPr/>
            </p:nvSpPr>
            <p:spPr>
              <a:xfrm>
                <a:off x="9783161" y="3163704"/>
                <a:ext cx="130032" cy="143001"/>
              </a:xfrm>
              <a:custGeom>
                <a:avLst/>
                <a:gdLst>
                  <a:gd name="csX0" fmla="*/ 105094 w 117212"/>
                  <a:gd name="csY0" fmla="*/ 8047 h 128903"/>
                  <a:gd name="csX1" fmla="*/ 16169 w 117212"/>
                  <a:gd name="csY1" fmla="*/ 29338 h 128903"/>
                  <a:gd name="csX2" fmla="*/ 16406 w 117212"/>
                  <a:gd name="csY2" fmla="*/ 120770 h 128903"/>
                  <a:gd name="csX3" fmla="*/ 79568 w 117212"/>
                  <a:gd name="csY3" fmla="*/ 79216 h 128903"/>
                  <a:gd name="csX4" fmla="*/ 105094 w 117212"/>
                  <a:gd name="csY4" fmla="*/ 8047 h 128903"/>
                </a:gdLst>
                <a:ahLst/>
                <a:cxnLst>
                  <a:cxn ang="0">
                    <a:pos x="csX0" y="csY0"/>
                  </a:cxn>
                  <a:cxn ang="0">
                    <a:pos x="csX1" y="csY1"/>
                  </a:cxn>
                  <a:cxn ang="0">
                    <a:pos x="csX2" y="csY2"/>
                  </a:cxn>
                  <a:cxn ang="0">
                    <a:pos x="csX3" y="csY3"/>
                  </a:cxn>
                  <a:cxn ang="0">
                    <a:pos x="csX4" y="csY4"/>
                  </a:cxn>
                </a:cxnLst>
                <a:rect l="l" t="t" r="r" b="b"/>
                <a:pathLst>
                  <a:path w="117212" h="128903">
                    <a:moveTo>
                      <a:pt x="105094" y="8047"/>
                    </a:moveTo>
                    <a:cubicBezTo>
                      <a:pt x="80465" y="-11318"/>
                      <a:pt x="40653" y="-1794"/>
                      <a:pt x="16169" y="29338"/>
                    </a:cubicBezTo>
                    <a:cubicBezTo>
                      <a:pt x="-8315" y="60458"/>
                      <a:pt x="-8210" y="101391"/>
                      <a:pt x="16406" y="120770"/>
                    </a:cubicBezTo>
                    <a:cubicBezTo>
                      <a:pt x="41035" y="140135"/>
                      <a:pt x="55071" y="110336"/>
                      <a:pt x="79568" y="79216"/>
                    </a:cubicBezTo>
                    <a:cubicBezTo>
                      <a:pt x="104052" y="48084"/>
                      <a:pt x="129723" y="27425"/>
                      <a:pt x="105094" y="8047"/>
                    </a:cubicBezTo>
                    <a:close/>
                  </a:path>
                </a:pathLst>
              </a:custGeom>
              <a:solidFill>
                <a:srgbClr val="2060FF"/>
              </a:solidFill>
              <a:ln w="1313" cap="flat">
                <a:noFill/>
                <a:prstDash val="solid"/>
                <a:round/>
              </a:ln>
            </p:spPr>
            <p:txBody>
              <a:bodyPr/>
              <a:lstStyle/>
              <a:p>
                <a:endParaRPr lang="en-US" b="1"/>
              </a:p>
            </p:txBody>
          </p:sp>
          <p:sp>
            <p:nvSpPr>
              <p:cNvPr id="447" name="Freeform: Shape 446">
                <a:extLst>
                  <a:ext uri="{FF2B5EF4-FFF2-40B4-BE49-F238E27FC236}">
                    <a16:creationId xmlns:a16="http://schemas.microsoft.com/office/drawing/2014/main" id="{E99FDF78-3B40-E3E8-57CE-528C3DB9373A}"/>
                  </a:ext>
                </a:extLst>
              </p:cNvPr>
              <p:cNvSpPr/>
              <p:nvPr/>
            </p:nvSpPr>
            <p:spPr>
              <a:xfrm>
                <a:off x="9722117" y="2826969"/>
                <a:ext cx="80357" cy="169628"/>
              </a:xfrm>
              <a:custGeom>
                <a:avLst/>
                <a:gdLst>
                  <a:gd name="csX0" fmla="*/ 28401 w 72435"/>
                  <a:gd name="csY0" fmla="*/ 150923 h 152905"/>
                  <a:gd name="csX1" fmla="*/ -2125 w 72435"/>
                  <a:gd name="csY1" fmla="*/ 150923 h 152905"/>
                  <a:gd name="csX2" fmla="*/ -2125 w 72435"/>
                  <a:gd name="csY2" fmla="*/ 140370 h 152905"/>
                  <a:gd name="csX3" fmla="*/ 28401 w 72435"/>
                  <a:gd name="csY3" fmla="*/ 140370 h 152905"/>
                  <a:gd name="csX4" fmla="*/ 59757 w 72435"/>
                  <a:gd name="csY4" fmla="*/ 74464 h 152905"/>
                  <a:gd name="csX5" fmla="*/ 28401 w 72435"/>
                  <a:gd name="csY5" fmla="*/ 8571 h 152905"/>
                  <a:gd name="csX6" fmla="*/ -2125 w 72435"/>
                  <a:gd name="csY6" fmla="*/ 8571 h 152905"/>
                  <a:gd name="csX7" fmla="*/ -2125 w 72435"/>
                  <a:gd name="csY7" fmla="*/ -1982 h 152905"/>
                  <a:gd name="csX8" fmla="*/ 28401 w 72435"/>
                  <a:gd name="csY8" fmla="*/ -1982 h 152905"/>
                  <a:gd name="csX9" fmla="*/ 70311 w 72435"/>
                  <a:gd name="csY9" fmla="*/ 74464 h 152905"/>
                  <a:gd name="csX10" fmla="*/ 28401 w 72435"/>
                  <a:gd name="csY10" fmla="*/ 150923 h 1529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2435" h="152905">
                    <a:moveTo>
                      <a:pt x="28401" y="150923"/>
                    </a:moveTo>
                    <a:lnTo>
                      <a:pt x="-2125" y="150923"/>
                    </a:lnTo>
                    <a:lnTo>
                      <a:pt x="-2125" y="140370"/>
                    </a:lnTo>
                    <a:lnTo>
                      <a:pt x="28401" y="140370"/>
                    </a:lnTo>
                    <a:cubicBezTo>
                      <a:pt x="45391" y="140370"/>
                      <a:pt x="59757" y="110187"/>
                      <a:pt x="59757" y="74464"/>
                    </a:cubicBezTo>
                    <a:cubicBezTo>
                      <a:pt x="59757" y="38754"/>
                      <a:pt x="45391" y="8571"/>
                      <a:pt x="28401" y="8571"/>
                    </a:cubicBezTo>
                    <a:lnTo>
                      <a:pt x="-2125" y="8571"/>
                    </a:lnTo>
                    <a:lnTo>
                      <a:pt x="-2125" y="-1982"/>
                    </a:lnTo>
                    <a:lnTo>
                      <a:pt x="28401" y="-1982"/>
                    </a:lnTo>
                    <a:cubicBezTo>
                      <a:pt x="51895" y="-1982"/>
                      <a:pt x="70311" y="31604"/>
                      <a:pt x="70311" y="74464"/>
                    </a:cubicBezTo>
                    <a:cubicBezTo>
                      <a:pt x="70311" y="117337"/>
                      <a:pt x="51895" y="150923"/>
                      <a:pt x="28401" y="150923"/>
                    </a:cubicBezTo>
                    <a:close/>
                  </a:path>
                </a:pathLst>
              </a:custGeom>
              <a:solidFill>
                <a:srgbClr val="002163"/>
              </a:solidFill>
              <a:ln w="1313" cap="flat">
                <a:noFill/>
                <a:prstDash val="solid"/>
                <a:round/>
              </a:ln>
            </p:spPr>
            <p:txBody>
              <a:bodyPr/>
              <a:lstStyle/>
              <a:p>
                <a:endParaRPr lang="en-US" b="1"/>
              </a:p>
            </p:txBody>
          </p:sp>
          <p:sp>
            <p:nvSpPr>
              <p:cNvPr id="448" name="Freeform: Shape 447">
                <a:extLst>
                  <a:ext uri="{FF2B5EF4-FFF2-40B4-BE49-F238E27FC236}">
                    <a16:creationId xmlns:a16="http://schemas.microsoft.com/office/drawing/2014/main" id="{CAA69932-4EE6-658A-1CC0-866213FE4621}"/>
                  </a:ext>
                </a:extLst>
              </p:cNvPr>
              <p:cNvSpPr/>
              <p:nvPr/>
            </p:nvSpPr>
            <p:spPr>
              <a:xfrm>
                <a:off x="9675623" y="2826954"/>
                <a:ext cx="92973" cy="169642"/>
              </a:xfrm>
              <a:custGeom>
                <a:avLst/>
                <a:gdLst>
                  <a:gd name="csX0" fmla="*/ 39785 w 83807"/>
                  <a:gd name="csY0" fmla="*/ -1982 h 152918"/>
                  <a:gd name="csX1" fmla="*/ -2125 w 83807"/>
                  <a:gd name="csY1" fmla="*/ 74477 h 152918"/>
                  <a:gd name="csX2" fmla="*/ 39785 w 83807"/>
                  <a:gd name="csY2" fmla="*/ 150936 h 152918"/>
                  <a:gd name="csX3" fmla="*/ 81682 w 83807"/>
                  <a:gd name="csY3" fmla="*/ 74477 h 152918"/>
                  <a:gd name="csX4" fmla="*/ 39785 w 83807"/>
                  <a:gd name="csY4" fmla="*/ -1982 h 152918"/>
                </a:gdLst>
                <a:ahLst/>
                <a:cxnLst>
                  <a:cxn ang="0">
                    <a:pos x="csX0" y="csY0"/>
                  </a:cxn>
                  <a:cxn ang="0">
                    <a:pos x="csX1" y="csY1"/>
                  </a:cxn>
                  <a:cxn ang="0">
                    <a:pos x="csX2" y="csY2"/>
                  </a:cxn>
                  <a:cxn ang="0">
                    <a:pos x="csX3" y="csY3"/>
                  </a:cxn>
                  <a:cxn ang="0">
                    <a:pos x="csX4" y="csY4"/>
                  </a:cxn>
                </a:cxnLst>
                <a:rect l="l" t="t" r="r" b="b"/>
                <a:pathLst>
                  <a:path w="83807" h="152918">
                    <a:moveTo>
                      <a:pt x="39785" y="-1982"/>
                    </a:moveTo>
                    <a:cubicBezTo>
                      <a:pt x="16278" y="-1982"/>
                      <a:pt x="-2125" y="31604"/>
                      <a:pt x="-2125" y="74477"/>
                    </a:cubicBezTo>
                    <a:cubicBezTo>
                      <a:pt x="-2125" y="117350"/>
                      <a:pt x="16278" y="150936"/>
                      <a:pt x="39785" y="150936"/>
                    </a:cubicBezTo>
                    <a:cubicBezTo>
                      <a:pt x="63279" y="150936"/>
                      <a:pt x="81682" y="117350"/>
                      <a:pt x="81682" y="74477"/>
                    </a:cubicBezTo>
                    <a:cubicBezTo>
                      <a:pt x="81682" y="31604"/>
                      <a:pt x="63279" y="-1982"/>
                      <a:pt x="39785" y="-1982"/>
                    </a:cubicBezTo>
                    <a:close/>
                  </a:path>
                </a:pathLst>
              </a:custGeom>
              <a:solidFill>
                <a:srgbClr val="2060FF"/>
              </a:solidFill>
              <a:ln w="1313" cap="flat">
                <a:noFill/>
                <a:prstDash val="solid"/>
                <a:round/>
              </a:ln>
            </p:spPr>
            <p:txBody>
              <a:bodyPr/>
              <a:lstStyle/>
              <a:p>
                <a:endParaRPr lang="en-US" b="1"/>
              </a:p>
            </p:txBody>
          </p:sp>
          <p:sp>
            <p:nvSpPr>
              <p:cNvPr id="449" name="Freeform: Shape 448">
                <a:extLst>
                  <a:ext uri="{FF2B5EF4-FFF2-40B4-BE49-F238E27FC236}">
                    <a16:creationId xmlns:a16="http://schemas.microsoft.com/office/drawing/2014/main" id="{473956D5-192C-39B4-1215-5D5BDA012293}"/>
                  </a:ext>
                </a:extLst>
              </p:cNvPr>
              <p:cNvSpPr/>
              <p:nvPr/>
            </p:nvSpPr>
            <p:spPr>
              <a:xfrm flipH="1">
                <a:off x="10202312" y="3078455"/>
                <a:ext cx="560034" cy="481443"/>
              </a:xfrm>
              <a:custGeom>
                <a:avLst/>
                <a:gdLst>
                  <a:gd name="csX0" fmla="*/ 209112 w 336358"/>
                  <a:gd name="csY0" fmla="*/ 48002 h 289156"/>
                  <a:gd name="csX1" fmla="*/ -544 w 336358"/>
                  <a:gd name="csY1" fmla="*/ 479 h 289156"/>
                  <a:gd name="csX2" fmla="*/ 143421 w 336358"/>
                  <a:gd name="csY2" fmla="*/ 250678 h 289156"/>
                  <a:gd name="csX3" fmla="*/ 334916 w 336358"/>
                  <a:gd name="csY3" fmla="*/ 287015 h 289156"/>
                  <a:gd name="csX4" fmla="*/ 209112 w 336358"/>
                  <a:gd name="csY4" fmla="*/ 48002 h 289156"/>
                </a:gdLst>
                <a:ahLst/>
                <a:cxnLst>
                  <a:cxn ang="0">
                    <a:pos x="csX0" y="csY0"/>
                  </a:cxn>
                  <a:cxn ang="0">
                    <a:pos x="csX1" y="csY1"/>
                  </a:cxn>
                  <a:cxn ang="0">
                    <a:pos x="csX2" y="csY2"/>
                  </a:cxn>
                  <a:cxn ang="0">
                    <a:pos x="csX3" y="csY3"/>
                  </a:cxn>
                  <a:cxn ang="0">
                    <a:pos x="csX4" y="csY4"/>
                  </a:cxn>
                </a:cxnLst>
                <a:rect l="l" t="t" r="r" b="b"/>
                <a:pathLst>
                  <a:path w="336358" h="289156">
                    <a:moveTo>
                      <a:pt x="209112" y="48002"/>
                    </a:moveTo>
                    <a:cubicBezTo>
                      <a:pt x="209112" y="48002"/>
                      <a:pt x="7843" y="-7908"/>
                      <a:pt x="-544" y="479"/>
                    </a:cubicBezTo>
                    <a:cubicBezTo>
                      <a:pt x="-8930" y="8865"/>
                      <a:pt x="126655" y="238089"/>
                      <a:pt x="143421" y="250678"/>
                    </a:cubicBezTo>
                    <a:cubicBezTo>
                      <a:pt x="160197" y="263258"/>
                      <a:pt x="325131" y="296800"/>
                      <a:pt x="334916" y="287015"/>
                    </a:cubicBezTo>
                    <a:cubicBezTo>
                      <a:pt x="344701" y="277230"/>
                      <a:pt x="214711" y="49400"/>
                      <a:pt x="209112" y="48002"/>
                    </a:cubicBezTo>
                    <a:close/>
                  </a:path>
                </a:pathLst>
              </a:custGeom>
              <a:solidFill>
                <a:srgbClr val="0291DC"/>
              </a:solidFill>
              <a:ln w="950" cap="flat">
                <a:noFill/>
                <a:prstDash val="solid"/>
                <a:round/>
              </a:ln>
            </p:spPr>
            <p:txBody>
              <a:bodyPr/>
              <a:lstStyle/>
              <a:p>
                <a:endParaRPr lang="en-US" b="1"/>
              </a:p>
            </p:txBody>
          </p:sp>
          <p:sp>
            <p:nvSpPr>
              <p:cNvPr id="450" name="Freeform: Shape 449">
                <a:extLst>
                  <a:ext uri="{FF2B5EF4-FFF2-40B4-BE49-F238E27FC236}">
                    <a16:creationId xmlns:a16="http://schemas.microsoft.com/office/drawing/2014/main" id="{A99DF37F-017A-C35A-BD82-198EC1BCD3D7}"/>
                  </a:ext>
                </a:extLst>
              </p:cNvPr>
              <p:cNvSpPr/>
              <p:nvPr/>
            </p:nvSpPr>
            <p:spPr>
              <a:xfrm flipH="1">
                <a:off x="10202312" y="3078455"/>
                <a:ext cx="560029" cy="481269"/>
              </a:xfrm>
              <a:custGeom>
                <a:avLst/>
                <a:gdLst>
                  <a:gd name="csX0" fmla="*/ 209110 w 336355"/>
                  <a:gd name="csY0" fmla="*/ 48002 h 289052"/>
                  <a:gd name="csX1" fmla="*/ -546 w 336355"/>
                  <a:gd name="csY1" fmla="*/ 479 h 289052"/>
                  <a:gd name="csX2" fmla="*/ -565 w 336355"/>
                  <a:gd name="csY2" fmla="*/ 4236 h 289052"/>
                  <a:gd name="csX3" fmla="*/ 207717 w 336355"/>
                  <a:gd name="csY3" fmla="*/ 54991 h 289052"/>
                  <a:gd name="csX4" fmla="*/ 328295 w 336355"/>
                  <a:gd name="csY4" fmla="*/ 288674 h 289052"/>
                  <a:gd name="csX5" fmla="*/ 334914 w 336355"/>
                  <a:gd name="csY5" fmla="*/ 287015 h 289052"/>
                  <a:gd name="csX6" fmla="*/ 209110 w 336355"/>
                  <a:gd name="csY6" fmla="*/ 48002 h 28905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6355" h="289052">
                    <a:moveTo>
                      <a:pt x="209110" y="48002"/>
                    </a:moveTo>
                    <a:cubicBezTo>
                      <a:pt x="209110" y="48002"/>
                      <a:pt x="7841" y="-7908"/>
                      <a:pt x="-546" y="479"/>
                    </a:cubicBezTo>
                    <a:cubicBezTo>
                      <a:pt x="-1045" y="978"/>
                      <a:pt x="-1029" y="2267"/>
                      <a:pt x="-565" y="4236"/>
                    </a:cubicBezTo>
                    <a:cubicBezTo>
                      <a:pt x="28656" y="10967"/>
                      <a:pt x="202596" y="51150"/>
                      <a:pt x="207717" y="54991"/>
                    </a:cubicBezTo>
                    <a:cubicBezTo>
                      <a:pt x="213058" y="58997"/>
                      <a:pt x="316631" y="253091"/>
                      <a:pt x="328295" y="288674"/>
                    </a:cubicBezTo>
                    <a:cubicBezTo>
                      <a:pt x="331700" y="288474"/>
                      <a:pt x="333988" y="287930"/>
                      <a:pt x="334914" y="287015"/>
                    </a:cubicBezTo>
                    <a:cubicBezTo>
                      <a:pt x="344699" y="277230"/>
                      <a:pt x="214708" y="49400"/>
                      <a:pt x="209110" y="48002"/>
                    </a:cubicBezTo>
                    <a:close/>
                  </a:path>
                </a:pathLst>
              </a:custGeom>
              <a:solidFill>
                <a:schemeClr val="accent5">
                  <a:lumMod val="75000"/>
                </a:schemeClr>
              </a:solidFill>
              <a:ln w="950" cap="flat">
                <a:noFill/>
                <a:prstDash val="solid"/>
                <a:round/>
              </a:ln>
            </p:spPr>
            <p:txBody>
              <a:bodyPr/>
              <a:lstStyle/>
              <a:p>
                <a:endParaRPr lang="en-US" b="1"/>
              </a:p>
            </p:txBody>
          </p:sp>
          <p:sp>
            <p:nvSpPr>
              <p:cNvPr id="451" name="Freeform: Shape 450">
                <a:extLst>
                  <a:ext uri="{FF2B5EF4-FFF2-40B4-BE49-F238E27FC236}">
                    <a16:creationId xmlns:a16="http://schemas.microsoft.com/office/drawing/2014/main" id="{3430358E-A783-4806-7F87-7677235131C2}"/>
                  </a:ext>
                </a:extLst>
              </p:cNvPr>
              <p:cNvSpPr/>
              <p:nvPr/>
            </p:nvSpPr>
            <p:spPr>
              <a:xfrm flipH="1">
                <a:off x="10517169" y="3072901"/>
                <a:ext cx="173767" cy="105126"/>
              </a:xfrm>
              <a:custGeom>
                <a:avLst/>
                <a:gdLst>
                  <a:gd name="csX0" fmla="*/ 16671 w 104365"/>
                  <a:gd name="csY0" fmla="*/ 42952 h 63139"/>
                  <a:gd name="csX1" fmla="*/ -764 w 104365"/>
                  <a:gd name="csY1" fmla="*/ 7371 h 63139"/>
                  <a:gd name="csX2" fmla="*/ 8285 w 104365"/>
                  <a:gd name="csY2" fmla="*/ -378 h 63139"/>
                  <a:gd name="csX3" fmla="*/ 92149 w 104365"/>
                  <a:gd name="csY3" fmla="*/ 23384 h 63139"/>
                  <a:gd name="csX4" fmla="*/ 97061 w 104365"/>
                  <a:gd name="csY4" fmla="*/ 32823 h 63139"/>
                  <a:gd name="csX5" fmla="*/ 93885 w 104365"/>
                  <a:gd name="csY5" fmla="*/ 39583 h 63139"/>
                  <a:gd name="csX6" fmla="*/ 103327 w 104365"/>
                  <a:gd name="csY6" fmla="*/ 62520 h 63139"/>
                  <a:gd name="csX7" fmla="*/ 16671 w 104365"/>
                  <a:gd name="csY7" fmla="*/ 42952 h 631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04365" h="63139">
                    <a:moveTo>
                      <a:pt x="16671" y="42952"/>
                    </a:moveTo>
                    <a:cubicBezTo>
                      <a:pt x="16671" y="42952"/>
                      <a:pt x="-2825" y="15120"/>
                      <a:pt x="-764" y="7371"/>
                    </a:cubicBezTo>
                    <a:cubicBezTo>
                      <a:pt x="1296" y="-378"/>
                      <a:pt x="8285" y="-378"/>
                      <a:pt x="8285" y="-378"/>
                    </a:cubicBezTo>
                    <a:cubicBezTo>
                      <a:pt x="8285" y="-378"/>
                      <a:pt x="87953" y="17793"/>
                      <a:pt x="92149" y="23384"/>
                    </a:cubicBezTo>
                    <a:cubicBezTo>
                      <a:pt x="96346" y="28974"/>
                      <a:pt x="97061" y="32823"/>
                      <a:pt x="97061" y="32823"/>
                    </a:cubicBezTo>
                    <a:cubicBezTo>
                      <a:pt x="97061" y="32823"/>
                      <a:pt x="94219" y="37612"/>
                      <a:pt x="93885" y="39583"/>
                    </a:cubicBezTo>
                    <a:cubicBezTo>
                      <a:pt x="93542" y="41554"/>
                      <a:pt x="104729" y="59725"/>
                      <a:pt x="103327" y="62520"/>
                    </a:cubicBezTo>
                    <a:cubicBezTo>
                      <a:pt x="101934" y="65315"/>
                      <a:pt x="16671" y="42952"/>
                      <a:pt x="16671" y="42952"/>
                    </a:cubicBezTo>
                    <a:close/>
                  </a:path>
                </a:pathLst>
              </a:custGeom>
              <a:solidFill>
                <a:srgbClr val="2D2D2D"/>
              </a:solidFill>
              <a:ln w="950" cap="flat">
                <a:noFill/>
                <a:prstDash val="solid"/>
                <a:round/>
              </a:ln>
            </p:spPr>
            <p:txBody>
              <a:bodyPr/>
              <a:lstStyle/>
              <a:p>
                <a:endParaRPr lang="en-US" b="1"/>
              </a:p>
            </p:txBody>
          </p:sp>
        </p:grpSp>
      </p:grpSp>
      <p:cxnSp>
        <p:nvCxnSpPr>
          <p:cNvPr id="355" name="Connector: Elbow 354">
            <a:extLst>
              <a:ext uri="{FF2B5EF4-FFF2-40B4-BE49-F238E27FC236}">
                <a16:creationId xmlns:a16="http://schemas.microsoft.com/office/drawing/2014/main" id="{0E366645-E6C0-1FB2-7140-B67C9E941312}"/>
              </a:ext>
            </a:extLst>
          </p:cNvPr>
          <p:cNvCxnSpPr>
            <a:cxnSpLocks/>
          </p:cNvCxnSpPr>
          <p:nvPr/>
        </p:nvCxnSpPr>
        <p:spPr>
          <a:xfrm rot="10800000">
            <a:off x="4756882" y="3151125"/>
            <a:ext cx="5022547" cy="3100659"/>
          </a:xfrm>
          <a:prstGeom prst="bentConnector3">
            <a:avLst>
              <a:gd name="adj1" fmla="val 90820"/>
            </a:avLst>
          </a:prstGeom>
          <a:ln w="12700" cap="flat">
            <a:solidFill>
              <a:srgbClr val="5E9DFF"/>
            </a:solidFill>
            <a:prstDash val="dash"/>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358" name="TextBox 357">
            <a:extLst>
              <a:ext uri="{FF2B5EF4-FFF2-40B4-BE49-F238E27FC236}">
                <a16:creationId xmlns:a16="http://schemas.microsoft.com/office/drawing/2014/main" id="{7A11C43B-D0DD-F359-08B5-B34BDC868990}"/>
              </a:ext>
            </a:extLst>
          </p:cNvPr>
          <p:cNvSpPr txBox="1"/>
          <p:nvPr/>
        </p:nvSpPr>
        <p:spPr>
          <a:xfrm>
            <a:off x="5289416" y="6261407"/>
            <a:ext cx="3603849" cy="1692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i="1">
                <a:solidFill>
                  <a:srgbClr val="5E9DFF"/>
                </a:solidFill>
              </a:rPr>
              <a:t>Predictive agent funnels in new sales opportunities</a:t>
            </a:r>
            <a:endParaRPr lang="es-ES" sz="1100" i="1">
              <a:solidFill>
                <a:srgbClr val="5E9DFF"/>
              </a:solidFill>
            </a:endParaRPr>
          </a:p>
        </p:txBody>
      </p:sp>
      <p:grpSp>
        <p:nvGrpSpPr>
          <p:cNvPr id="38" name="Group 37">
            <a:extLst>
              <a:ext uri="{FF2B5EF4-FFF2-40B4-BE49-F238E27FC236}">
                <a16:creationId xmlns:a16="http://schemas.microsoft.com/office/drawing/2014/main" id="{D70EE1A9-11FF-A5EA-9A24-AC1773757664}"/>
              </a:ext>
            </a:extLst>
          </p:cNvPr>
          <p:cNvGrpSpPr/>
          <p:nvPr/>
        </p:nvGrpSpPr>
        <p:grpSpPr>
          <a:xfrm>
            <a:off x="4501342" y="2901063"/>
            <a:ext cx="612870" cy="524535"/>
            <a:chOff x="3149847" y="4054161"/>
            <a:chExt cx="457200" cy="437715"/>
          </a:xfrm>
        </p:grpSpPr>
        <p:sp>
          <p:nvSpPr>
            <p:cNvPr id="33" name="Arc 32">
              <a:extLst>
                <a:ext uri="{FF2B5EF4-FFF2-40B4-BE49-F238E27FC236}">
                  <a16:creationId xmlns:a16="http://schemas.microsoft.com/office/drawing/2014/main" id="{443DFD40-607E-F900-FF79-355A4FC8BD0D}"/>
                </a:ext>
              </a:extLst>
            </p:cNvPr>
            <p:cNvSpPr>
              <a:spLocks/>
            </p:cNvSpPr>
            <p:nvPr/>
          </p:nvSpPr>
          <p:spPr>
            <a:xfrm flipH="1">
              <a:off x="3149847" y="4054162"/>
              <a:ext cx="457200" cy="432368"/>
            </a:xfrm>
            <a:prstGeom prst="arc">
              <a:avLst>
                <a:gd name="adj1" fmla="val 4554399"/>
                <a:gd name="adj2" fmla="val 15620814"/>
              </a:avLst>
            </a:prstGeom>
            <a:ln w="57150" cap="sq">
              <a:solidFill>
                <a:srgbClr val="A5C8FF"/>
              </a:solidFill>
              <a:miter lim="800000"/>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US" sz="1400"/>
            </a:p>
          </p:txBody>
        </p:sp>
        <p:sp>
          <p:nvSpPr>
            <p:cNvPr id="36" name="Arc 35">
              <a:extLst>
                <a:ext uri="{FF2B5EF4-FFF2-40B4-BE49-F238E27FC236}">
                  <a16:creationId xmlns:a16="http://schemas.microsoft.com/office/drawing/2014/main" id="{B02796BB-57D8-D5D1-1098-02A8FBA923EF}"/>
                </a:ext>
              </a:extLst>
            </p:cNvPr>
            <p:cNvSpPr>
              <a:spLocks/>
            </p:cNvSpPr>
            <p:nvPr/>
          </p:nvSpPr>
          <p:spPr>
            <a:xfrm flipH="1">
              <a:off x="3149847" y="4054161"/>
              <a:ext cx="457200" cy="437715"/>
            </a:xfrm>
            <a:prstGeom prst="arc">
              <a:avLst>
                <a:gd name="adj1" fmla="val 16083322"/>
                <a:gd name="adj2" fmla="val 4355114"/>
              </a:avLst>
            </a:prstGeom>
            <a:ln w="57150" cap="sq">
              <a:solidFill>
                <a:srgbClr val="A5C8FF"/>
              </a:solidFill>
              <a:miter lim="800000"/>
              <a:headEnd type="triangle"/>
              <a:tailEnd type="none"/>
            </a:ln>
          </p:spPr>
          <p:style>
            <a:lnRef idx="1">
              <a:schemeClr val="accent1"/>
            </a:lnRef>
            <a:fillRef idx="0">
              <a:schemeClr val="accent1"/>
            </a:fillRef>
            <a:effectRef idx="0">
              <a:schemeClr val="accent1"/>
            </a:effectRef>
            <a:fontRef idx="minor">
              <a:schemeClr val="tx1"/>
            </a:fontRef>
          </p:style>
          <p:txBody>
            <a:bodyPr rtlCol="0" anchor="ctr">
              <a:noAutofit/>
            </a:bodyPr>
            <a:lstStyle/>
            <a:p>
              <a:pPr algn="ctr"/>
              <a:endParaRPr lang="en-US" sz="1400"/>
            </a:p>
          </p:txBody>
        </p:sp>
      </p:grpSp>
      <p:grpSp>
        <p:nvGrpSpPr>
          <p:cNvPr id="55" name="sticker">
            <a:extLst>
              <a:ext uri="{FF2B5EF4-FFF2-40B4-BE49-F238E27FC236}">
                <a16:creationId xmlns:a16="http://schemas.microsoft.com/office/drawing/2014/main" id="{7D22610C-F8E3-0F5C-F424-CE36B1737FA8}"/>
              </a:ext>
            </a:extLst>
          </p:cNvPr>
          <p:cNvGrpSpPr/>
          <p:nvPr/>
        </p:nvGrpSpPr>
        <p:grpSpPr>
          <a:xfrm>
            <a:off x="558192" y="1004925"/>
            <a:ext cx="698909" cy="156966"/>
            <a:chOff x="558192" y="1289273"/>
            <a:chExt cx="698909" cy="156966"/>
          </a:xfrm>
        </p:grpSpPr>
        <p:sp>
          <p:nvSpPr>
            <p:cNvPr id="56" name="StickerRectangle">
              <a:extLst>
                <a:ext uri="{FF2B5EF4-FFF2-40B4-BE49-F238E27FC236}">
                  <a16:creationId xmlns:a16="http://schemas.microsoft.com/office/drawing/2014/main" id="{117F75E8-BDB1-324B-A4C8-6C50D4C2D257}"/>
                </a:ext>
              </a:extLst>
            </p:cNvPr>
            <p:cNvSpPr>
              <a:spLocks noChangeArrowheads="1"/>
            </p:cNvSpPr>
            <p:nvPr userDrawn="1"/>
          </p:nvSpPr>
          <p:spPr bwMode="gray">
            <a:xfrm>
              <a:off x="558192" y="1289273"/>
              <a:ext cx="69890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Preliminary</a:t>
              </a:r>
              <a:endParaRPr lang="en-US" sz="800" baseline="0">
                <a:solidFill>
                  <a:schemeClr val="tx1"/>
                </a:solidFill>
                <a:latin typeface="+mn-lt"/>
                <a:ea typeface="+mn-ea"/>
              </a:endParaRPr>
            </a:p>
          </p:txBody>
        </p:sp>
        <p:cxnSp>
          <p:nvCxnSpPr>
            <p:cNvPr id="57" name="StickerUnderline">
              <a:extLst>
                <a:ext uri="{FF2B5EF4-FFF2-40B4-BE49-F238E27FC236}">
                  <a16:creationId xmlns:a16="http://schemas.microsoft.com/office/drawing/2014/main" id="{EEBA1618-4212-60C0-7AF2-5EBF245A79AB}"/>
                </a:ext>
              </a:extLst>
            </p:cNvPr>
            <p:cNvCxnSpPr>
              <a:cxnSpLocks noChangeShapeType="1"/>
              <a:stCxn id="56" idx="4"/>
              <a:endCxn id="56" idx="6"/>
            </p:cNvCxnSpPr>
            <p:nvPr/>
          </p:nvCxnSpPr>
          <p:spPr bwMode="gray">
            <a:xfrm>
              <a:off x="558192" y="1446239"/>
              <a:ext cx="69890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Tree>
    <p:custDataLst>
      <p:tags r:id="rId1"/>
    </p:custDataLst>
    <p:extLst>
      <p:ext uri="{BB962C8B-B14F-4D97-AF65-F5344CB8AC3E}">
        <p14:creationId xmlns:p14="http://schemas.microsoft.com/office/powerpoint/2010/main" val="10800983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4D684-3750-7761-4128-0DB21CCC69FE}"/>
            </a:ext>
          </a:extLst>
        </p:cNvPr>
        <p:cNvGrpSpPr/>
        <p:nvPr/>
      </p:nvGrpSpPr>
      <p:grpSpPr>
        <a:xfrm>
          <a:off x="0" y="0"/>
          <a:ext cx="0" cy="0"/>
          <a:chOff x="0" y="0"/>
          <a:chExt cx="0" cy="0"/>
        </a:xfrm>
      </p:grpSpPr>
      <p:graphicFrame>
        <p:nvGraphicFramePr>
          <p:cNvPr id="38" name="Object 2" hidden="1">
            <a:extLst>
              <a:ext uri="{FF2B5EF4-FFF2-40B4-BE49-F238E27FC236}">
                <a16:creationId xmlns:a16="http://schemas.microsoft.com/office/drawing/2014/main" id="{6D7D4B88-BF06-EC49-FE1D-DEF0D04574E6}"/>
              </a:ext>
            </a:extLst>
          </p:cNvPr>
          <p:cNvGraphicFramePr>
            <a:graphicFrameLocks noChangeAspect="1"/>
          </p:cNvGraphicFramePr>
          <p:nvPr>
            <p:custDataLst>
              <p:tags r:id="rId1"/>
            </p:custDataLst>
            <p:extLst>
              <p:ext uri="{D42A27DB-BD31-4B8C-83A1-F6EECF244321}">
                <p14:modId xmlns:p14="http://schemas.microsoft.com/office/powerpoint/2010/main" val="266196751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9" imgW="395" imgH="396" progId="TCLayout.ActiveDocument.1">
                  <p:embed/>
                </p:oleObj>
              </mc:Choice>
              <mc:Fallback>
                <p:oleObj name="think-cell Slide" r:id="rId29" imgW="395" imgH="396" progId="TCLayout.ActiveDocument.1">
                  <p:embed/>
                  <p:pic>
                    <p:nvPicPr>
                      <p:cNvPr id="38" name="Object 2" hidden="1">
                        <a:extLst>
                          <a:ext uri="{FF2B5EF4-FFF2-40B4-BE49-F238E27FC236}">
                            <a16:creationId xmlns:a16="http://schemas.microsoft.com/office/drawing/2014/main" id="{6D7D4B88-BF06-EC49-FE1D-DEF0D04574E6}"/>
                          </a:ext>
                        </a:extLst>
                      </p:cNvPr>
                      <p:cNvPicPr/>
                      <p:nvPr/>
                    </p:nvPicPr>
                    <p:blipFill>
                      <a:blip r:embed="rId30"/>
                      <a:stretch>
                        <a:fillRect/>
                      </a:stretch>
                    </p:blipFill>
                    <p:spPr>
                      <a:xfrm>
                        <a:off x="1588" y="1588"/>
                        <a:ext cx="1588" cy="1588"/>
                      </a:xfrm>
                      <a:prstGeom prst="rect">
                        <a:avLst/>
                      </a:prstGeom>
                    </p:spPr>
                  </p:pic>
                </p:oleObj>
              </mc:Fallback>
            </mc:AlternateContent>
          </a:graphicData>
        </a:graphic>
      </p:graphicFrame>
      <p:cxnSp>
        <p:nvCxnSpPr>
          <p:cNvPr id="10" name="Straight Arrow Connector 9">
            <a:extLst>
              <a:ext uri="{FF2B5EF4-FFF2-40B4-BE49-F238E27FC236}">
                <a16:creationId xmlns:a16="http://schemas.microsoft.com/office/drawing/2014/main" id="{564E3FE2-15B5-5059-8059-3BF9C34E8C2A}"/>
              </a:ext>
            </a:extLst>
          </p:cNvPr>
          <p:cNvCxnSpPr>
            <a:cxnSpLocks/>
          </p:cNvCxnSpPr>
          <p:nvPr/>
        </p:nvCxnSpPr>
        <p:spPr>
          <a:xfrm>
            <a:off x="1690011" y="6131999"/>
            <a:ext cx="1871499" cy="0"/>
          </a:xfrm>
          <a:prstGeom prst="straightConnector1">
            <a:avLst/>
          </a:prstGeom>
          <a:ln w="6350" cap="flat">
            <a:solidFill>
              <a:schemeClr val="tx1">
                <a:lumMod val="50000"/>
                <a:lumOff val="5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2. Slide Title">
            <a:extLst>
              <a:ext uri="{FF2B5EF4-FFF2-40B4-BE49-F238E27FC236}">
                <a16:creationId xmlns:a16="http://schemas.microsoft.com/office/drawing/2014/main" id="{0B1BDCBC-98A2-9823-27FD-7C0DE86EEE52}"/>
              </a:ext>
            </a:extLst>
          </p:cNvPr>
          <p:cNvSpPr>
            <a:spLocks noGrp="1"/>
          </p:cNvSpPr>
          <p:nvPr>
            <p:ph type="title"/>
            <p:custDataLst>
              <p:tags r:id="rId2"/>
            </p:custDataLst>
          </p:nvPr>
        </p:nvSpPr>
        <p:spPr>
          <a:xfrm>
            <a:off x="554736" y="245323"/>
            <a:ext cx="11467218" cy="479111"/>
          </a:xfrm>
        </p:spPr>
        <p:txBody>
          <a:bodyPr vert="horz"/>
          <a:lstStyle/>
          <a:p>
            <a:r>
              <a:rPr lang="en-US" dirty="0"/>
              <a:t>A. </a:t>
            </a:r>
            <a:r>
              <a:rPr lang="en-US" i="1" dirty="0"/>
              <a:t>Order intake &amp; creation: </a:t>
            </a:r>
            <a:r>
              <a:rPr lang="en-US" dirty="0"/>
              <a:t>Horizons to achieve ‘bold vision’</a:t>
            </a:r>
            <a:endParaRPr lang="en-US" i="1" dirty="0"/>
          </a:p>
        </p:txBody>
      </p:sp>
      <p:sp>
        <p:nvSpPr>
          <p:cNvPr id="29" name="4. Footnote">
            <a:extLst>
              <a:ext uri="{FF2B5EF4-FFF2-40B4-BE49-F238E27FC236}">
                <a16:creationId xmlns:a16="http://schemas.microsoft.com/office/drawing/2014/main" id="{F6689C71-4795-028E-6039-E1C59D11EF48}"/>
              </a:ext>
            </a:extLst>
          </p:cNvPr>
          <p:cNvSpPr txBox="1"/>
          <p:nvPr>
            <p:custDataLst>
              <p:tags r:id="rId3"/>
            </p:custDataLst>
          </p:nvPr>
        </p:nvSpPr>
        <p:spPr>
          <a:xfrm>
            <a:off x="623184" y="6567964"/>
            <a:ext cx="7278624" cy="246221"/>
          </a:xfrm>
          <a:prstGeom prst="rect">
            <a:avLst/>
          </a:prstGeom>
          <a:noFill/>
        </p:spPr>
        <p:txBody>
          <a:bodyPr wrap="square" lIns="0" tIns="0" rIns="0" bIns="0" rtlCol="0" anchor="b">
            <a:spAutoFit/>
          </a:bodyPr>
          <a:lstStyle/>
          <a:p>
            <a:pPr marL="203200" marR="0" lvl="0" indent="-212725"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	Indicative only; timeline will depend materially on the maturity of the existing technology stack and system architecture</a:t>
            </a:r>
          </a:p>
          <a:p>
            <a:pPr marL="203200" marR="0" lvl="0" indent="-212725"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2.	MVP ready in 6 weeks, time to production ~6 months</a:t>
            </a:r>
          </a:p>
        </p:txBody>
      </p:sp>
      <p:sp>
        <p:nvSpPr>
          <p:cNvPr id="129" name="TextBox 128">
            <a:extLst>
              <a:ext uri="{FF2B5EF4-FFF2-40B4-BE49-F238E27FC236}">
                <a16:creationId xmlns:a16="http://schemas.microsoft.com/office/drawing/2014/main" id="{22A3BA33-0486-E7EA-19CC-4B42C4A29B59}"/>
              </a:ext>
            </a:extLst>
          </p:cNvPr>
          <p:cNvSpPr txBox="1"/>
          <p:nvPr/>
        </p:nvSpPr>
        <p:spPr>
          <a:xfrm>
            <a:off x="590622" y="1566458"/>
            <a:ext cx="930890"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Aspiration</a:t>
            </a:r>
          </a:p>
        </p:txBody>
      </p:sp>
      <p:cxnSp>
        <p:nvCxnSpPr>
          <p:cNvPr id="30" name="LineBasicDefault 25">
            <a:extLst>
              <a:ext uri="{FF2B5EF4-FFF2-40B4-BE49-F238E27FC236}">
                <a16:creationId xmlns:a16="http://schemas.microsoft.com/office/drawing/2014/main" id="{4593B1D2-BE1F-9125-1B7E-AA862E9B529A}"/>
              </a:ext>
            </a:extLst>
          </p:cNvPr>
          <p:cNvCxnSpPr>
            <a:cxnSpLocks/>
          </p:cNvCxnSpPr>
          <p:nvPr>
            <p:custDataLst>
              <p:tags r:id="rId4"/>
            </p:custDataLst>
          </p:nvPr>
        </p:nvCxnSpPr>
        <p:spPr>
          <a:xfrm>
            <a:off x="554736" y="4524497"/>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CC47C901-D4E4-CFB5-A70E-E58611AD40D3}"/>
              </a:ext>
            </a:extLst>
          </p:cNvPr>
          <p:cNvSpPr txBox="1"/>
          <p:nvPr/>
        </p:nvSpPr>
        <p:spPr>
          <a:xfrm>
            <a:off x="577753" y="6044506"/>
            <a:ext cx="1054892"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Horizon impact</a:t>
            </a:r>
          </a:p>
        </p:txBody>
      </p:sp>
      <p:cxnSp>
        <p:nvCxnSpPr>
          <p:cNvPr id="91" name="LineBasicDefault 25">
            <a:extLst>
              <a:ext uri="{FF2B5EF4-FFF2-40B4-BE49-F238E27FC236}">
                <a16:creationId xmlns:a16="http://schemas.microsoft.com/office/drawing/2014/main" id="{343DC6CC-7F31-2FE3-DA8F-99A9CB4D2BF3}"/>
              </a:ext>
            </a:extLst>
          </p:cNvPr>
          <p:cNvCxnSpPr>
            <a:cxnSpLocks/>
          </p:cNvCxnSpPr>
          <p:nvPr>
            <p:custDataLst>
              <p:tags r:id="rId5"/>
            </p:custDataLst>
          </p:nvPr>
        </p:nvCxnSpPr>
        <p:spPr>
          <a:xfrm>
            <a:off x="554736" y="5965186"/>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3" name="LineBasicDefault 25">
            <a:extLst>
              <a:ext uri="{FF2B5EF4-FFF2-40B4-BE49-F238E27FC236}">
                <a16:creationId xmlns:a16="http://schemas.microsoft.com/office/drawing/2014/main" id="{20490DCD-8E15-5E0B-7AC4-DF94BBE33F5C}"/>
              </a:ext>
            </a:extLst>
          </p:cNvPr>
          <p:cNvCxnSpPr>
            <a:cxnSpLocks/>
          </p:cNvCxnSpPr>
          <p:nvPr>
            <p:custDataLst>
              <p:tags r:id="rId6"/>
            </p:custDataLst>
          </p:nvPr>
        </p:nvCxnSpPr>
        <p:spPr>
          <a:xfrm>
            <a:off x="554736" y="1838361"/>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64224B5-8D8E-89DB-0C61-95134444B682}"/>
              </a:ext>
            </a:extLst>
          </p:cNvPr>
          <p:cNvSpPr txBox="1"/>
          <p:nvPr/>
        </p:nvSpPr>
        <p:spPr>
          <a:xfrm>
            <a:off x="577753" y="4555449"/>
            <a:ext cx="930890"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How it works</a:t>
            </a:r>
          </a:p>
        </p:txBody>
      </p:sp>
      <p:sp>
        <p:nvSpPr>
          <p:cNvPr id="31" name="TextBox 30">
            <a:extLst>
              <a:ext uri="{FF2B5EF4-FFF2-40B4-BE49-F238E27FC236}">
                <a16:creationId xmlns:a16="http://schemas.microsoft.com/office/drawing/2014/main" id="{79FFA5AA-9ED3-42F6-73B2-560DBB63C13A}"/>
              </a:ext>
            </a:extLst>
          </p:cNvPr>
          <p:cNvSpPr txBox="1">
            <a:spLocks/>
          </p:cNvSpPr>
          <p:nvPr/>
        </p:nvSpPr>
        <p:spPr>
          <a:xfrm>
            <a:off x="1907920" y="4555449"/>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Extraction agent ensures complete intake from FSPs prior to submission; RPA minimizes value leakage from incorrect freight shipping cost estimates</a:t>
            </a:r>
          </a:p>
        </p:txBody>
      </p:sp>
      <p:sp>
        <p:nvSpPr>
          <p:cNvPr id="5" name="TextBox 4">
            <a:extLst>
              <a:ext uri="{FF2B5EF4-FFF2-40B4-BE49-F238E27FC236}">
                <a16:creationId xmlns:a16="http://schemas.microsoft.com/office/drawing/2014/main" id="{F4E76F56-1EF8-7F21-E4F0-E3C40596206F}"/>
              </a:ext>
            </a:extLst>
          </p:cNvPr>
          <p:cNvSpPr txBox="1">
            <a:spLocks/>
          </p:cNvSpPr>
          <p:nvPr/>
        </p:nvSpPr>
        <p:spPr>
          <a:xfrm>
            <a:off x="3805657" y="4555449"/>
            <a:ext cx="1608083" cy="876226"/>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 extracts cost sheet data and generates standard output based on what is shared by vendors </a:t>
            </a:r>
          </a:p>
        </p:txBody>
      </p:sp>
      <p:sp>
        <p:nvSpPr>
          <p:cNvPr id="7" name="TextBox 6">
            <a:extLst>
              <a:ext uri="{FF2B5EF4-FFF2-40B4-BE49-F238E27FC236}">
                <a16:creationId xmlns:a16="http://schemas.microsoft.com/office/drawing/2014/main" id="{2375A72F-C727-5077-4525-251648CAC587}"/>
              </a:ext>
            </a:extLst>
          </p:cNvPr>
          <p:cNvSpPr txBox="1">
            <a:spLocks/>
          </p:cNvSpPr>
          <p:nvPr/>
        </p:nvSpPr>
        <p:spPr>
          <a:xfrm>
            <a:off x="5779483" y="4555449"/>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Conversational co-pilot generates draft order/quote based on intake data and customer context, with FSP or TM refining order details</a:t>
            </a:r>
          </a:p>
        </p:txBody>
      </p:sp>
      <p:sp>
        <p:nvSpPr>
          <p:cNvPr id="8" name="TextBox 7">
            <a:extLst>
              <a:ext uri="{FF2B5EF4-FFF2-40B4-BE49-F238E27FC236}">
                <a16:creationId xmlns:a16="http://schemas.microsoft.com/office/drawing/2014/main" id="{4E1099AC-EB77-8114-C61F-4051A0DDDC11}"/>
              </a:ext>
            </a:extLst>
          </p:cNvPr>
          <p:cNvSpPr txBox="1">
            <a:spLocks/>
          </p:cNvSpPr>
          <p:nvPr/>
        </p:nvSpPr>
        <p:spPr>
          <a:xfrm>
            <a:off x="7753310" y="4555449"/>
            <a:ext cx="1682660"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Agents manage order validation, pricing updates, and cross-system coordination, resolving issues autonomously and escalating only exceptions</a:t>
            </a:r>
          </a:p>
        </p:txBody>
      </p:sp>
      <p:sp>
        <p:nvSpPr>
          <p:cNvPr id="37" name="TextBox 36">
            <a:extLst>
              <a:ext uri="{FF2B5EF4-FFF2-40B4-BE49-F238E27FC236}">
                <a16:creationId xmlns:a16="http://schemas.microsoft.com/office/drawing/2014/main" id="{78FEBF6E-8F94-6985-D8E1-76B3710A4B80}"/>
              </a:ext>
            </a:extLst>
          </p:cNvPr>
          <p:cNvSpPr txBox="1">
            <a:spLocks/>
          </p:cNvSpPr>
          <p:nvPr/>
        </p:nvSpPr>
        <p:spPr>
          <a:xfrm>
            <a:off x="9995333" y="4555449"/>
            <a:ext cx="1641931"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Coordinators &amp; FSPs &amp; TMs leverage intelligence to create orders, enhanced by predictive outputs that tailor recommendations to each school’s needs</a:t>
            </a:r>
          </a:p>
        </p:txBody>
      </p:sp>
      <p:sp>
        <p:nvSpPr>
          <p:cNvPr id="4" name="TextBox 3">
            <a:extLst>
              <a:ext uri="{FF2B5EF4-FFF2-40B4-BE49-F238E27FC236}">
                <a16:creationId xmlns:a16="http://schemas.microsoft.com/office/drawing/2014/main" id="{0CD2A964-B4DC-00EB-F391-0CEA1D3E5D2C}"/>
              </a:ext>
            </a:extLst>
          </p:cNvPr>
          <p:cNvSpPr txBox="1"/>
          <p:nvPr/>
        </p:nvSpPr>
        <p:spPr>
          <a:xfrm>
            <a:off x="577753" y="1938386"/>
            <a:ext cx="930890"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Value levers</a:t>
            </a:r>
          </a:p>
        </p:txBody>
      </p:sp>
      <p:sp>
        <p:nvSpPr>
          <p:cNvPr id="59" name="TextBox 58">
            <a:extLst>
              <a:ext uri="{FF2B5EF4-FFF2-40B4-BE49-F238E27FC236}">
                <a16:creationId xmlns:a16="http://schemas.microsoft.com/office/drawing/2014/main" id="{13ED1126-2A5C-6C0C-DE66-EA9524C416C0}"/>
              </a:ext>
            </a:extLst>
          </p:cNvPr>
          <p:cNvSpPr txBox="1">
            <a:spLocks/>
          </p:cNvSpPr>
          <p:nvPr>
            <p:custDataLst>
              <p:tags r:id="rId7"/>
            </p:custDataLst>
          </p:nvPr>
        </p:nvSpPr>
        <p:spPr>
          <a:xfrm>
            <a:off x="5604275" y="1897724"/>
            <a:ext cx="1825847" cy="189165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Co-pilot in VOE/QOE enables order intake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and assists TMs/FSPs with pre-filled order configurations (e.g., products, pricing, account details)</a:t>
            </a:r>
          </a:p>
          <a:p>
            <a:pPr marL="4000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Reduces manual decisioning:</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defaults to internal decorators, recommends available SKUs, sets optimal price/margin based on past orders</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7" name="TextBox 76">
            <a:extLst>
              <a:ext uri="{FF2B5EF4-FFF2-40B4-BE49-F238E27FC236}">
                <a16:creationId xmlns:a16="http://schemas.microsoft.com/office/drawing/2014/main" id="{D1BD65D5-6606-C270-2C40-6DFDDD1AC00F}"/>
              </a:ext>
            </a:extLst>
          </p:cNvPr>
          <p:cNvSpPr txBox="1">
            <a:spLocks/>
          </p:cNvSpPr>
          <p:nvPr>
            <p:custDataLst>
              <p:tags r:id="rId8"/>
            </p:custDataLst>
          </p:nvPr>
        </p:nvSpPr>
        <p:spPr>
          <a:xfrm>
            <a:off x="1500176" y="1897723"/>
            <a:ext cx="2098440" cy="262774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4000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Extraction agent intakes FSP order requests and standardizes output:</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standardized minimum required fields (e.g., account, products, qty) needed for processing</a:t>
            </a:r>
          </a:p>
          <a:p>
            <a:pPr marL="687388" marR="0" lvl="2"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Intakes unstructured data from preferred channel (e.g., email, voice)</a:t>
            </a:r>
          </a:p>
          <a:p>
            <a:pPr marL="4000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Automated freight shipping cost estimate: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rule-based system estimates freight costs in QOE/VOE, flags updates to TM &amp; freight dept.</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34" name="TextBox 133">
            <a:extLst>
              <a:ext uri="{FF2B5EF4-FFF2-40B4-BE49-F238E27FC236}">
                <a16:creationId xmlns:a16="http://schemas.microsoft.com/office/drawing/2014/main" id="{E12ABB9B-20CE-6F66-15A9-3551FC191EE0}"/>
              </a:ext>
            </a:extLst>
          </p:cNvPr>
          <p:cNvSpPr txBox="1">
            <a:spLocks/>
          </p:cNvSpPr>
          <p:nvPr>
            <p:custDataLst>
              <p:tags r:id="rId9"/>
            </p:custDataLst>
          </p:nvPr>
        </p:nvSpPr>
        <p:spPr>
          <a:xfrm>
            <a:off x="7585697" y="1897724"/>
            <a:ext cx="1978766" cy="2413090"/>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 auto-creates quote/order in QOE/VOE</a:t>
            </a:r>
            <a:r>
              <a:rPr kumimoji="0" lang="en-US" sz="1000" i="0" u="none" strike="noStrike" kern="1200" cap="none" spc="0" normalizeH="0" baseline="0" noProof="0">
                <a:ln>
                  <a:noFill/>
                </a:ln>
                <a:solidFill>
                  <a:srgbClr val="000000"/>
                </a:solidFill>
                <a:effectLst/>
                <a:uLnTx/>
                <a:uFillTx/>
                <a:latin typeface="Arial"/>
                <a:ea typeface="+mn-ea"/>
                <a:cs typeface="Arial" panose="020B0604020202020204" pitchFamily="34" charset="0"/>
              </a:rPr>
              <a:t> E2E</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Self-serve &amp; FSP-assisted order intake channels </a:t>
            </a:r>
            <a:r>
              <a:rPr kumimoji="0" lang="en-US" sz="1000" i="0" u="none" strike="noStrike" kern="1200" cap="none" spc="0" normalizeH="0" baseline="0" noProof="0">
                <a:ln>
                  <a:noFill/>
                </a:ln>
                <a:solidFill>
                  <a:srgbClr val="000000"/>
                </a:solidFill>
                <a:effectLst/>
                <a:uLnTx/>
                <a:uFillTx/>
                <a:latin typeface="Arial"/>
                <a:ea typeface="+mn-ea"/>
                <a:cs typeface="Arial" panose="020B0604020202020204" pitchFamily="34" charset="0"/>
              </a:rPr>
              <a:t>enabled by </a:t>
            </a:r>
            <a:r>
              <a:rPr lang="en-US" sz="1000">
                <a:solidFill>
                  <a:srgbClr val="000000"/>
                </a:solidFill>
                <a:latin typeface="Arial"/>
              </a:rPr>
              <a:t>a</a:t>
            </a:r>
            <a:r>
              <a:rPr kumimoji="0" lang="en-US" sz="1000" i="0" u="none" strike="noStrike" kern="1200" cap="none" spc="0" normalizeH="0" baseline="0" noProof="0">
                <a:ln>
                  <a:noFill/>
                </a:ln>
                <a:solidFill>
                  <a:srgbClr val="000000"/>
                </a:solidFill>
                <a:effectLst/>
                <a:uLnTx/>
                <a:uFillTx/>
                <a:latin typeface="Arial"/>
                <a:ea typeface="+mn-ea"/>
                <a:cs typeface="Arial" panose="020B0604020202020204" pitchFamily="34" charset="0"/>
              </a:rPr>
              <a:t>gent</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Agentic price validation &amp; invoice changes</a:t>
            </a:r>
          </a:p>
          <a:p>
            <a:pPr marL="4000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Feedback loop b/w Purch. &amp; Merch. to maintain updated cost sheets</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billing agent flags invoice errors </a:t>
            </a:r>
            <a:r>
              <a:rPr lang="en-US" sz="1000">
                <a:solidFill>
                  <a:srgbClr val="000000"/>
                </a:solidFill>
                <a:latin typeface="Arial"/>
              </a:rPr>
              <a:t>to suggest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cost sheet</a:t>
            </a:r>
            <a:r>
              <a:rPr lang="en-US" sz="1000">
                <a:solidFill>
                  <a:srgbClr val="000000"/>
                </a:solidFill>
                <a:latin typeface="Arial"/>
              </a:rPr>
              <a:t> updates — r</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educes </a:t>
            </a:r>
            <a:r>
              <a:rPr kumimoji="0" lang="en-US" sz="1000" b="0"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duplica-tion</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 rework loops between AP &amp; Purch. &amp; TMs &amp; SSRs</a:t>
            </a:r>
          </a:p>
        </p:txBody>
      </p:sp>
      <p:sp>
        <p:nvSpPr>
          <p:cNvPr id="41" name="TextBox 40">
            <a:extLst>
              <a:ext uri="{FF2B5EF4-FFF2-40B4-BE49-F238E27FC236}">
                <a16:creationId xmlns:a16="http://schemas.microsoft.com/office/drawing/2014/main" id="{F6478CD7-973D-1A8C-F101-134D1A2511CC}"/>
              </a:ext>
            </a:extLst>
          </p:cNvPr>
          <p:cNvSpPr txBox="1">
            <a:spLocks/>
          </p:cNvSpPr>
          <p:nvPr>
            <p:custDataLst>
              <p:tags r:id="rId10"/>
            </p:custDataLst>
          </p:nvPr>
        </p:nvSpPr>
        <p:spPr>
          <a:xfrm>
            <a:off x="9841574" y="1897724"/>
            <a:ext cx="1825845" cy="1796140"/>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Predictive recommendation agent provides optimal product recommendations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based on historical data</a:t>
            </a:r>
            <a:r>
              <a:rPr lang="en-US" sz="1000">
                <a:solidFill>
                  <a:srgbClr val="000000"/>
                </a:solidFill>
                <a:latin typeface="Arial"/>
              </a:rPr>
              <a:t> and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preferences</a:t>
            </a:r>
          </a:p>
          <a:p>
            <a:pPr marL="4000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Recommends products to add to orders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to drive CX &amp; profitability (based on OOS, ship time)</a:t>
            </a:r>
          </a:p>
          <a:p>
            <a:pPr marL="400050" marR="0" lvl="1"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Prompts FSP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to reach out ahead of key events</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 recommends SKUs &amp; </a:t>
            </a:r>
            <a:r>
              <a:rPr kumimoji="0" lang="en-US" sz="1000" b="1"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decos</a:t>
            </a: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for consolidation by analyzing use &amp; profitability</a:t>
            </a:r>
          </a:p>
        </p:txBody>
      </p:sp>
      <p:sp>
        <p:nvSpPr>
          <p:cNvPr id="58" name="Arrow: Chevron 57">
            <a:extLst>
              <a:ext uri="{FF2B5EF4-FFF2-40B4-BE49-F238E27FC236}">
                <a16:creationId xmlns:a16="http://schemas.microsoft.com/office/drawing/2014/main" id="{4F770C4C-5413-C4EC-0416-19EABC72DD7D}"/>
              </a:ext>
            </a:extLst>
          </p:cNvPr>
          <p:cNvSpPr>
            <a:spLocks/>
          </p:cNvSpPr>
          <p:nvPr/>
        </p:nvSpPr>
        <p:spPr>
          <a:xfrm>
            <a:off x="1632645" y="1024903"/>
            <a:ext cx="2011680" cy="384474"/>
          </a:xfrm>
          <a:prstGeom prst="chevron">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050" b="1" i="0" u="none" strike="noStrike" kern="1200" cap="none" spc="0" normalizeH="0" baseline="0" noProof="0">
                <a:ln>
                  <a:noFill/>
                </a:ln>
                <a:solidFill>
                  <a:srgbClr val="000000"/>
                </a:solidFill>
                <a:effectLst/>
                <a:uLnTx/>
                <a:uFillTx/>
                <a:latin typeface="Arial"/>
                <a:ea typeface="+mn-ea"/>
                <a:cs typeface="+mn-cs"/>
              </a:rPr>
              <a:t>Horizon 1: </a:t>
            </a:r>
            <a:r>
              <a:rPr kumimoji="0" lang="en-US" sz="1050" b="0" i="0" u="none" strike="noStrike" kern="1200" cap="none" spc="0" normalizeH="0" baseline="0" noProof="0">
                <a:ln>
                  <a:noFill/>
                </a:ln>
                <a:solidFill>
                  <a:srgbClr val="000000"/>
                </a:solidFill>
                <a:effectLst/>
                <a:uLnTx/>
                <a:uFillTx/>
                <a:latin typeface="Arial"/>
                <a:ea typeface="+mn-ea"/>
                <a:cs typeface="+mn-cs"/>
              </a:rPr>
              <a:t>Quick Wins (by June 2026)</a:t>
            </a:r>
            <a:r>
              <a:rPr kumimoji="0" lang="en-US" sz="1050" b="0" i="0" u="none" strike="noStrike" kern="1200" cap="none" spc="0" normalizeH="0" baseline="30000" noProof="0">
                <a:ln>
                  <a:noFill/>
                </a:ln>
                <a:solidFill>
                  <a:srgbClr val="000000"/>
                </a:solidFill>
                <a:effectLst/>
                <a:uLnTx/>
                <a:uFillTx/>
                <a:latin typeface="Arial"/>
                <a:ea typeface="+mn-ea"/>
                <a:cs typeface="+mn-cs"/>
              </a:rPr>
              <a:t>1</a:t>
            </a:r>
            <a:r>
              <a:rPr kumimoji="0" lang="en-US" sz="1050" b="0" i="0" u="none" strike="noStrike" kern="1200" cap="none" spc="0" normalizeH="0" baseline="0" noProof="0">
                <a:ln>
                  <a:noFill/>
                </a:ln>
                <a:solidFill>
                  <a:srgbClr val="000000"/>
                </a:solidFill>
                <a:effectLst/>
                <a:uLnTx/>
                <a:uFillTx/>
                <a:latin typeface="Arial"/>
                <a:ea typeface="+mn-ea"/>
                <a:cs typeface="+mn-cs"/>
              </a:rPr>
              <a:t> </a:t>
            </a:r>
          </a:p>
        </p:txBody>
      </p:sp>
      <p:sp>
        <p:nvSpPr>
          <p:cNvPr id="62" name="Arrow: Chevron 61">
            <a:extLst>
              <a:ext uri="{FF2B5EF4-FFF2-40B4-BE49-F238E27FC236}">
                <a16:creationId xmlns:a16="http://schemas.microsoft.com/office/drawing/2014/main" id="{16506549-E3BF-39F4-8823-DA458CD624FD}"/>
              </a:ext>
            </a:extLst>
          </p:cNvPr>
          <p:cNvSpPr>
            <a:spLocks/>
          </p:cNvSpPr>
          <p:nvPr/>
        </p:nvSpPr>
        <p:spPr>
          <a:xfrm>
            <a:off x="3653139" y="1024903"/>
            <a:ext cx="3863369" cy="384474"/>
          </a:xfrm>
          <a:prstGeom prst="chevron">
            <a:avLst/>
          </a:prstGeom>
          <a:solidFill>
            <a:schemeClr val="accent3">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050" b="1" i="0" u="none" strike="noStrike" kern="1200" cap="none" spc="0" normalizeH="0" baseline="0" noProof="0">
                <a:ln>
                  <a:noFill/>
                </a:ln>
                <a:solidFill>
                  <a:srgbClr val="000000"/>
                </a:solidFill>
                <a:effectLst/>
                <a:uLnTx/>
                <a:uFillTx/>
                <a:latin typeface="Arial"/>
                <a:ea typeface="+mn-ea"/>
                <a:cs typeface="+mn-cs"/>
              </a:rPr>
              <a:t>Horizon 2: </a:t>
            </a:r>
            <a:r>
              <a:rPr kumimoji="0" lang="en-US" sz="1050" b="0" i="0" u="none" strike="noStrike" kern="1200" cap="none" spc="0" normalizeH="0" baseline="0" noProof="0">
                <a:ln>
                  <a:noFill/>
                </a:ln>
                <a:solidFill>
                  <a:srgbClr val="000000"/>
                </a:solidFill>
                <a:effectLst/>
                <a:uLnTx/>
                <a:uFillTx/>
                <a:latin typeface="Arial"/>
                <a:ea typeface="+mn-ea"/>
                <a:cs typeface="+mn-cs"/>
              </a:rPr>
              <a:t>mid-term initiatives (by end-2026)</a:t>
            </a:r>
            <a:r>
              <a:rPr kumimoji="0" lang="en-US" sz="1050" b="0" i="0" u="none" strike="noStrike" kern="1200" cap="none" spc="0" normalizeH="0" baseline="30000" noProof="0">
                <a:ln>
                  <a:noFill/>
                </a:ln>
                <a:solidFill>
                  <a:srgbClr val="000000"/>
                </a:solidFill>
                <a:effectLst/>
                <a:uLnTx/>
                <a:uFillTx/>
                <a:latin typeface="Arial"/>
                <a:ea typeface="+mn-ea"/>
                <a:cs typeface="+mn-cs"/>
              </a:rPr>
              <a:t>1</a:t>
            </a:r>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
        <p:nvSpPr>
          <p:cNvPr id="63" name="Arrow: Chevron 62">
            <a:extLst>
              <a:ext uri="{FF2B5EF4-FFF2-40B4-BE49-F238E27FC236}">
                <a16:creationId xmlns:a16="http://schemas.microsoft.com/office/drawing/2014/main" id="{AF968CA4-6236-C39C-5E34-0AC306DD9503}"/>
              </a:ext>
            </a:extLst>
          </p:cNvPr>
          <p:cNvSpPr>
            <a:spLocks/>
          </p:cNvSpPr>
          <p:nvPr/>
        </p:nvSpPr>
        <p:spPr>
          <a:xfrm>
            <a:off x="7544913" y="1024903"/>
            <a:ext cx="4429904" cy="384474"/>
          </a:xfrm>
          <a:prstGeom prst="chevron">
            <a:avLst/>
          </a:prstGeom>
          <a:solidFill>
            <a:schemeClr val="accent3">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defRPr/>
            </a:pPr>
            <a:r>
              <a:rPr kumimoji="0" lang="en-US" sz="1050" b="1" i="0" u="none" strike="noStrike" kern="1200" cap="none" spc="0" normalizeH="0" baseline="0" noProof="0">
                <a:ln>
                  <a:noFill/>
                </a:ln>
                <a:solidFill>
                  <a:srgbClr val="FFFFFF"/>
                </a:solidFill>
                <a:effectLst/>
                <a:uLnTx/>
                <a:uFillTx/>
                <a:latin typeface="Arial"/>
                <a:ea typeface="+mn-ea"/>
                <a:cs typeface="+mn-cs"/>
              </a:rPr>
              <a:t>Horizon 3:</a:t>
            </a:r>
            <a:r>
              <a:rPr kumimoji="0" lang="en-US" sz="1050" b="0" i="0" u="none" strike="noStrike" kern="1200" cap="none" spc="0" normalizeH="0" baseline="0" noProof="0">
                <a:ln>
                  <a:noFill/>
                </a:ln>
                <a:solidFill>
                  <a:srgbClr val="FFFFFF"/>
                </a:solidFill>
                <a:effectLst/>
                <a:uLnTx/>
                <a:uFillTx/>
                <a:latin typeface="Arial"/>
                <a:ea typeface="+mn-ea"/>
                <a:cs typeface="+mn-cs"/>
              </a:rPr>
              <a:t> Bold vision </a:t>
            </a:r>
            <a:r>
              <a:rPr lang="en-US" sz="1050">
                <a:solidFill>
                  <a:schemeClr val="bg2"/>
                </a:solidFill>
              </a:rPr>
              <a:t>(by June 2027)</a:t>
            </a:r>
            <a:r>
              <a:rPr lang="en-US" sz="1050" baseline="30000">
                <a:solidFill>
                  <a:schemeClr val="bg1"/>
                </a:solidFill>
              </a:rPr>
              <a:t>1</a:t>
            </a:r>
            <a:endParaRPr kumimoji="0" lang="en-US" sz="1050" b="0" i="0" u="none" strike="noStrike" kern="1200" cap="none" spc="0" normalizeH="0" baseline="0" noProof="0">
              <a:ln>
                <a:noFill/>
              </a:ln>
              <a:solidFill>
                <a:srgbClr val="FFFFFF"/>
              </a:solidFill>
              <a:effectLst/>
              <a:uLnTx/>
              <a:uFillTx/>
              <a:latin typeface="Arial"/>
              <a:ea typeface="+mn-ea"/>
              <a:cs typeface="+mn-cs"/>
            </a:endParaRPr>
          </a:p>
        </p:txBody>
      </p:sp>
      <p:sp>
        <p:nvSpPr>
          <p:cNvPr id="64" name="TextBox 63">
            <a:extLst>
              <a:ext uri="{FF2B5EF4-FFF2-40B4-BE49-F238E27FC236}">
                <a16:creationId xmlns:a16="http://schemas.microsoft.com/office/drawing/2014/main" id="{1E20ED76-A03A-F0F9-38B2-44D6561911FC}"/>
              </a:ext>
            </a:extLst>
          </p:cNvPr>
          <p:cNvSpPr txBox="1">
            <a:spLocks/>
          </p:cNvSpPr>
          <p:nvPr/>
        </p:nvSpPr>
        <p:spPr>
          <a:xfrm>
            <a:off x="1613479" y="1445656"/>
            <a:ext cx="1825846" cy="32316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50" b="1" i="1" u="none" strike="noStrike" kern="1200" cap="none" spc="0" normalizeH="0" baseline="0" noProof="0">
                <a:ln>
                  <a:noFill/>
                </a:ln>
                <a:solidFill>
                  <a:srgbClr val="2251FF">
                    <a:lumMod val="40000"/>
                    <a:lumOff val="60000"/>
                  </a:srgbClr>
                </a:solidFill>
                <a:effectLst/>
                <a:uLnTx/>
                <a:uFillTx/>
                <a:latin typeface="Arial"/>
                <a:ea typeface="+mn-ea"/>
                <a:cs typeface="Arial" panose="020B0604020202020204" pitchFamily="34" charset="0"/>
              </a:rPr>
              <a:t>Automation embedded in order intake process</a:t>
            </a:r>
            <a:endParaRPr kumimoji="0" lang="en-US" sz="1050" b="0" i="1" u="none" strike="noStrike" kern="1200" cap="none" spc="0" normalizeH="0" baseline="0" noProof="0">
              <a:ln>
                <a:noFill/>
              </a:ln>
              <a:solidFill>
                <a:srgbClr val="2251FF">
                  <a:lumMod val="40000"/>
                  <a:lumOff val="60000"/>
                </a:srgbClr>
              </a:solidFill>
              <a:effectLst/>
              <a:uLnTx/>
              <a:uFillTx/>
              <a:latin typeface="Arial"/>
              <a:ea typeface="+mn-ea"/>
              <a:cs typeface="Arial" panose="020B0604020202020204" pitchFamily="34" charset="0"/>
            </a:endParaRPr>
          </a:p>
        </p:txBody>
      </p:sp>
      <p:sp>
        <p:nvSpPr>
          <p:cNvPr id="65" name="TextBox 64">
            <a:extLst>
              <a:ext uri="{FF2B5EF4-FFF2-40B4-BE49-F238E27FC236}">
                <a16:creationId xmlns:a16="http://schemas.microsoft.com/office/drawing/2014/main" id="{9011D4BD-7DA9-1D80-434F-10E3CDB8AEC7}"/>
              </a:ext>
            </a:extLst>
          </p:cNvPr>
          <p:cNvSpPr txBox="1">
            <a:spLocks/>
          </p:cNvSpPr>
          <p:nvPr/>
        </p:nvSpPr>
        <p:spPr>
          <a:xfrm>
            <a:off x="3681737" y="1445656"/>
            <a:ext cx="1825846" cy="32316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50" b="1" i="1" u="none" strike="noStrike" kern="1200" cap="none" spc="0" normalizeH="0" baseline="0" noProof="0">
                <a:ln>
                  <a:noFill/>
                </a:ln>
                <a:solidFill>
                  <a:srgbClr val="2251FF">
                    <a:lumMod val="60000"/>
                    <a:lumOff val="40000"/>
                  </a:srgbClr>
                </a:solidFill>
                <a:effectLst/>
                <a:uLnTx/>
                <a:uFillTx/>
                <a:latin typeface="Arial"/>
                <a:ea typeface="+mn-ea"/>
                <a:cs typeface="Arial" panose="020B0604020202020204" pitchFamily="34" charset="0"/>
              </a:rPr>
              <a:t>Automated cost sheet updates</a:t>
            </a:r>
          </a:p>
        </p:txBody>
      </p:sp>
      <p:sp>
        <p:nvSpPr>
          <p:cNvPr id="67" name="TextBox 66">
            <a:extLst>
              <a:ext uri="{FF2B5EF4-FFF2-40B4-BE49-F238E27FC236}">
                <a16:creationId xmlns:a16="http://schemas.microsoft.com/office/drawing/2014/main" id="{06E151AD-B887-0F8F-6DCC-00E7067ACF2E}"/>
              </a:ext>
            </a:extLst>
          </p:cNvPr>
          <p:cNvSpPr txBox="1">
            <a:spLocks/>
          </p:cNvSpPr>
          <p:nvPr/>
        </p:nvSpPr>
        <p:spPr>
          <a:xfrm>
            <a:off x="7585697" y="1445656"/>
            <a:ext cx="1825846" cy="32316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50" b="1" i="1" u="none" strike="noStrike" kern="1200" cap="none" spc="0" normalizeH="0" baseline="0" noProof="0">
                <a:ln>
                  <a:noFill/>
                </a:ln>
                <a:solidFill>
                  <a:srgbClr val="2251FF"/>
                </a:solidFill>
                <a:effectLst/>
                <a:uLnTx/>
                <a:uFillTx/>
                <a:latin typeface="Arial"/>
                <a:ea typeface="+mn-ea"/>
                <a:cs typeface="Arial" panose="020B0604020202020204" pitchFamily="34" charset="0"/>
              </a:rPr>
              <a:t>E2E automated order intake &amp; creation</a:t>
            </a:r>
          </a:p>
        </p:txBody>
      </p:sp>
      <p:sp>
        <p:nvSpPr>
          <p:cNvPr id="69" name="TextBox 68">
            <a:extLst>
              <a:ext uri="{FF2B5EF4-FFF2-40B4-BE49-F238E27FC236}">
                <a16:creationId xmlns:a16="http://schemas.microsoft.com/office/drawing/2014/main" id="{DC1BA612-C978-906A-2BA1-E79B89B4C6DC}"/>
              </a:ext>
            </a:extLst>
          </p:cNvPr>
          <p:cNvSpPr txBox="1">
            <a:spLocks/>
          </p:cNvSpPr>
          <p:nvPr/>
        </p:nvSpPr>
        <p:spPr>
          <a:xfrm>
            <a:off x="9841573" y="1445656"/>
            <a:ext cx="1825846" cy="32316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50" b="1" i="1" u="none" strike="noStrike" kern="1200" cap="none" spc="0" normalizeH="0" baseline="0" noProof="0">
                <a:ln>
                  <a:noFill/>
                </a:ln>
                <a:solidFill>
                  <a:srgbClr val="2251FF"/>
                </a:solidFill>
                <a:effectLst/>
                <a:uLnTx/>
                <a:uFillTx/>
                <a:latin typeface="Arial"/>
                <a:ea typeface="+mn-ea"/>
                <a:cs typeface="Arial" panose="020B0604020202020204" pitchFamily="34" charset="0"/>
              </a:rPr>
              <a:t>AI-enabled predictive ordering engine</a:t>
            </a:r>
          </a:p>
        </p:txBody>
      </p:sp>
      <p:sp>
        <p:nvSpPr>
          <p:cNvPr id="3" name="TextBox 2">
            <a:extLst>
              <a:ext uri="{FF2B5EF4-FFF2-40B4-BE49-F238E27FC236}">
                <a16:creationId xmlns:a16="http://schemas.microsoft.com/office/drawing/2014/main" id="{AFB0749D-B618-EDEF-E676-C8CC3986D327}"/>
              </a:ext>
            </a:extLst>
          </p:cNvPr>
          <p:cNvSpPr txBox="1"/>
          <p:nvPr/>
        </p:nvSpPr>
        <p:spPr>
          <a:xfrm>
            <a:off x="577753" y="5529723"/>
            <a:ext cx="1054892"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Pain points addressed</a:t>
            </a:r>
          </a:p>
        </p:txBody>
      </p:sp>
      <p:cxnSp>
        <p:nvCxnSpPr>
          <p:cNvPr id="6" name="LineBasicDefault 25">
            <a:extLst>
              <a:ext uri="{FF2B5EF4-FFF2-40B4-BE49-F238E27FC236}">
                <a16:creationId xmlns:a16="http://schemas.microsoft.com/office/drawing/2014/main" id="{70BC7960-15F3-A87B-80A1-BF0583447AFC}"/>
              </a:ext>
            </a:extLst>
          </p:cNvPr>
          <p:cNvCxnSpPr>
            <a:cxnSpLocks/>
          </p:cNvCxnSpPr>
          <p:nvPr>
            <p:custDataLst>
              <p:tags r:id="rId11"/>
            </p:custDataLst>
          </p:nvPr>
        </p:nvCxnSpPr>
        <p:spPr>
          <a:xfrm>
            <a:off x="554736" y="5525243"/>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9353A7A-20E5-D553-A449-BEC33AC0E6D4}"/>
              </a:ext>
            </a:extLst>
          </p:cNvPr>
          <p:cNvCxnSpPr>
            <a:cxnSpLocks/>
          </p:cNvCxnSpPr>
          <p:nvPr/>
        </p:nvCxnSpPr>
        <p:spPr>
          <a:xfrm>
            <a:off x="1690011" y="5637445"/>
            <a:ext cx="9778937" cy="0"/>
          </a:xfrm>
          <a:prstGeom prst="straightConnector1">
            <a:avLst/>
          </a:prstGeom>
          <a:ln w="9525" cap="flat">
            <a:solidFill>
              <a:schemeClr val="accent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D09A462-F295-FB64-6C9C-CF37F47360D1}"/>
              </a:ext>
            </a:extLst>
          </p:cNvPr>
          <p:cNvCxnSpPr>
            <a:cxnSpLocks/>
          </p:cNvCxnSpPr>
          <p:nvPr/>
        </p:nvCxnSpPr>
        <p:spPr>
          <a:xfrm>
            <a:off x="5708228" y="5836310"/>
            <a:ext cx="5760720" cy="0"/>
          </a:xfrm>
          <a:prstGeom prst="straightConnector1">
            <a:avLst/>
          </a:prstGeom>
          <a:ln w="9525" cap="flat">
            <a:solidFill>
              <a:schemeClr val="accent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rackerNumBlue 21">
            <a:extLst>
              <a:ext uri="{FF2B5EF4-FFF2-40B4-BE49-F238E27FC236}">
                <a16:creationId xmlns:a16="http://schemas.microsoft.com/office/drawing/2014/main" id="{5129F39B-9F81-4008-5120-A4527DF0D968}"/>
              </a:ext>
            </a:extLst>
          </p:cNvPr>
          <p:cNvSpPr/>
          <p:nvPr>
            <p:custDataLst>
              <p:tags r:id="rId12"/>
            </p:custDataLst>
          </p:nvPr>
        </p:nvSpPr>
        <p:spPr>
          <a:xfrm>
            <a:off x="8404020" y="5712386"/>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2</a:t>
            </a:r>
          </a:p>
        </p:txBody>
      </p:sp>
      <p:grpSp>
        <p:nvGrpSpPr>
          <p:cNvPr id="46" name="Group 45">
            <a:extLst>
              <a:ext uri="{FF2B5EF4-FFF2-40B4-BE49-F238E27FC236}">
                <a16:creationId xmlns:a16="http://schemas.microsoft.com/office/drawing/2014/main" id="{9BEE78A0-B54D-C636-ADB9-111D53D6F384}"/>
              </a:ext>
            </a:extLst>
          </p:cNvPr>
          <p:cNvGrpSpPr/>
          <p:nvPr/>
        </p:nvGrpSpPr>
        <p:grpSpPr>
          <a:xfrm>
            <a:off x="5780092" y="5541318"/>
            <a:ext cx="1323353" cy="234573"/>
            <a:chOff x="5885969" y="5602399"/>
            <a:chExt cx="1323353" cy="234573"/>
          </a:xfrm>
        </p:grpSpPr>
        <p:sp>
          <p:nvSpPr>
            <p:cNvPr id="23" name="Rectangle 22">
              <a:extLst>
                <a:ext uri="{FF2B5EF4-FFF2-40B4-BE49-F238E27FC236}">
                  <a16:creationId xmlns:a16="http://schemas.microsoft.com/office/drawing/2014/main" id="{985DECBD-AEF2-36B0-9F21-7528DB906392}"/>
                </a:ext>
              </a:extLst>
            </p:cNvPr>
            <p:cNvSpPr/>
            <p:nvPr/>
          </p:nvSpPr>
          <p:spPr>
            <a:xfrm>
              <a:off x="5885969" y="5602399"/>
              <a:ext cx="1323353" cy="234573"/>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14" name="TrackerNumBlue 21">
              <a:extLst>
                <a:ext uri="{FF2B5EF4-FFF2-40B4-BE49-F238E27FC236}">
                  <a16:creationId xmlns:a16="http://schemas.microsoft.com/office/drawing/2014/main" id="{3345AF38-1C11-A251-E0D7-A41031DF8EE7}"/>
                </a:ext>
              </a:extLst>
            </p:cNvPr>
            <p:cNvSpPr/>
            <p:nvPr>
              <p:custDataLst>
                <p:tags r:id="rId23"/>
              </p:custDataLst>
            </p:nvPr>
          </p:nvSpPr>
          <p:spPr>
            <a:xfrm>
              <a:off x="6597237" y="5635408"/>
              <a:ext cx="210312" cy="192132"/>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4</a:t>
              </a:r>
            </a:p>
          </p:txBody>
        </p:sp>
        <p:sp>
          <p:nvSpPr>
            <p:cNvPr id="15" name="TrackerNumBlue 21">
              <a:extLst>
                <a:ext uri="{FF2B5EF4-FFF2-40B4-BE49-F238E27FC236}">
                  <a16:creationId xmlns:a16="http://schemas.microsoft.com/office/drawing/2014/main" id="{8BFA36F0-75D3-227E-8B7D-6E0D30F49023}"/>
                </a:ext>
              </a:extLst>
            </p:cNvPr>
            <p:cNvSpPr/>
            <p:nvPr>
              <p:custDataLst>
                <p:tags r:id="rId24"/>
              </p:custDataLst>
            </p:nvPr>
          </p:nvSpPr>
          <p:spPr>
            <a:xfrm>
              <a:off x="6281508" y="5635408"/>
              <a:ext cx="210312" cy="192132"/>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3</a:t>
              </a:r>
            </a:p>
          </p:txBody>
        </p:sp>
        <p:sp>
          <p:nvSpPr>
            <p:cNvPr id="16" name="TrackerNumBlue 21">
              <a:extLst>
                <a:ext uri="{FF2B5EF4-FFF2-40B4-BE49-F238E27FC236}">
                  <a16:creationId xmlns:a16="http://schemas.microsoft.com/office/drawing/2014/main" id="{7A238175-A2A5-74FF-836B-A5E2D293E972}"/>
                </a:ext>
              </a:extLst>
            </p:cNvPr>
            <p:cNvSpPr/>
            <p:nvPr>
              <p:custDataLst>
                <p:tags r:id="rId25"/>
              </p:custDataLst>
            </p:nvPr>
          </p:nvSpPr>
          <p:spPr>
            <a:xfrm>
              <a:off x="5952292" y="5635408"/>
              <a:ext cx="210312" cy="192132"/>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1</a:t>
              </a:r>
            </a:p>
          </p:txBody>
        </p:sp>
        <p:sp>
          <p:nvSpPr>
            <p:cNvPr id="35" name="TrackerNumBlue 21">
              <a:extLst>
                <a:ext uri="{FF2B5EF4-FFF2-40B4-BE49-F238E27FC236}">
                  <a16:creationId xmlns:a16="http://schemas.microsoft.com/office/drawing/2014/main" id="{D7FC6C6C-6692-1AA4-81BB-278A713C176D}"/>
                </a:ext>
              </a:extLst>
            </p:cNvPr>
            <p:cNvSpPr/>
            <p:nvPr>
              <p:custDataLst>
                <p:tags r:id="rId26"/>
              </p:custDataLst>
            </p:nvPr>
          </p:nvSpPr>
          <p:spPr>
            <a:xfrm>
              <a:off x="6901871" y="5635408"/>
              <a:ext cx="210312" cy="192132"/>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5</a:t>
              </a:r>
            </a:p>
          </p:txBody>
        </p:sp>
      </p:grpSp>
      <p:sp>
        <p:nvSpPr>
          <p:cNvPr id="20" name="Oval 19">
            <a:extLst>
              <a:ext uri="{FF2B5EF4-FFF2-40B4-BE49-F238E27FC236}">
                <a16:creationId xmlns:a16="http://schemas.microsoft.com/office/drawing/2014/main" id="{9C70E3A7-D145-8C2E-055C-1F60CEBA24BA}"/>
              </a:ext>
            </a:extLst>
          </p:cNvPr>
          <p:cNvSpPr/>
          <p:nvPr/>
        </p:nvSpPr>
        <p:spPr>
          <a:xfrm>
            <a:off x="8704354" y="781128"/>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21" name="Oval 20">
            <a:extLst>
              <a:ext uri="{FF2B5EF4-FFF2-40B4-BE49-F238E27FC236}">
                <a16:creationId xmlns:a16="http://schemas.microsoft.com/office/drawing/2014/main" id="{8E0465F8-90DA-5DC3-81C5-8FAB99BDC8FF}"/>
              </a:ext>
            </a:extLst>
          </p:cNvPr>
          <p:cNvSpPr/>
          <p:nvPr/>
        </p:nvSpPr>
        <p:spPr>
          <a:xfrm>
            <a:off x="9995333" y="781128"/>
            <a:ext cx="126269" cy="125122"/>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24" name="TextBox 23">
            <a:extLst>
              <a:ext uri="{FF2B5EF4-FFF2-40B4-BE49-F238E27FC236}">
                <a16:creationId xmlns:a16="http://schemas.microsoft.com/office/drawing/2014/main" id="{1E6D9442-2351-5F36-7396-A6ACD836542A}"/>
              </a:ext>
            </a:extLst>
          </p:cNvPr>
          <p:cNvSpPr txBox="1"/>
          <p:nvPr/>
        </p:nvSpPr>
        <p:spPr>
          <a:xfrm>
            <a:off x="8879965" y="761585"/>
            <a:ext cx="1289033"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Tech improvement</a:t>
            </a:r>
          </a:p>
        </p:txBody>
      </p:sp>
      <p:sp>
        <p:nvSpPr>
          <p:cNvPr id="28" name="TextBox 27">
            <a:extLst>
              <a:ext uri="{FF2B5EF4-FFF2-40B4-BE49-F238E27FC236}">
                <a16:creationId xmlns:a16="http://schemas.microsoft.com/office/drawing/2014/main" id="{7F9DCBFF-46D5-447C-F191-72F8E9D18124}"/>
              </a:ext>
            </a:extLst>
          </p:cNvPr>
          <p:cNvSpPr txBox="1"/>
          <p:nvPr/>
        </p:nvSpPr>
        <p:spPr>
          <a:xfrm>
            <a:off x="10179915" y="761585"/>
            <a:ext cx="1289033"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Process improvement</a:t>
            </a:r>
          </a:p>
        </p:txBody>
      </p:sp>
      <p:sp>
        <p:nvSpPr>
          <p:cNvPr id="32" name="Oval 31">
            <a:extLst>
              <a:ext uri="{FF2B5EF4-FFF2-40B4-BE49-F238E27FC236}">
                <a16:creationId xmlns:a16="http://schemas.microsoft.com/office/drawing/2014/main" id="{DD63D1CE-1D56-411F-5D69-20B5D37E1BB9}"/>
              </a:ext>
            </a:extLst>
          </p:cNvPr>
          <p:cNvSpPr/>
          <p:nvPr/>
        </p:nvSpPr>
        <p:spPr>
          <a:xfrm>
            <a:off x="1729291" y="1938386"/>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34" name="Oval 33">
            <a:extLst>
              <a:ext uri="{FF2B5EF4-FFF2-40B4-BE49-F238E27FC236}">
                <a16:creationId xmlns:a16="http://schemas.microsoft.com/office/drawing/2014/main" id="{E6A59D16-38F5-AB1B-7029-CE53DDB561D3}"/>
              </a:ext>
            </a:extLst>
          </p:cNvPr>
          <p:cNvSpPr/>
          <p:nvPr/>
        </p:nvSpPr>
        <p:spPr>
          <a:xfrm>
            <a:off x="1729291" y="3661222"/>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40" name="Oval 39">
            <a:extLst>
              <a:ext uri="{FF2B5EF4-FFF2-40B4-BE49-F238E27FC236}">
                <a16:creationId xmlns:a16="http://schemas.microsoft.com/office/drawing/2014/main" id="{251CDA5F-DF0D-6744-78FC-BB7F44B46A8E}"/>
              </a:ext>
            </a:extLst>
          </p:cNvPr>
          <p:cNvSpPr/>
          <p:nvPr/>
        </p:nvSpPr>
        <p:spPr>
          <a:xfrm>
            <a:off x="5586504" y="1938386"/>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55" name="TextBox 54">
            <a:extLst>
              <a:ext uri="{FF2B5EF4-FFF2-40B4-BE49-F238E27FC236}">
                <a16:creationId xmlns:a16="http://schemas.microsoft.com/office/drawing/2014/main" id="{AF5C5F3D-01A3-D08C-75DA-4FED42C49010}"/>
              </a:ext>
            </a:extLst>
          </p:cNvPr>
          <p:cNvSpPr txBox="1">
            <a:spLocks/>
          </p:cNvSpPr>
          <p:nvPr>
            <p:custDataLst>
              <p:tags r:id="rId13"/>
            </p:custDataLst>
          </p:nvPr>
        </p:nvSpPr>
        <p:spPr>
          <a:xfrm>
            <a:off x="3681737" y="1897724"/>
            <a:ext cx="1839417" cy="309472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Cost data extraction agent: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 reads what is shared by vendors &amp; creates standardized cost sheets</a:t>
            </a:r>
            <a:r>
              <a:rPr kumimoji="0" lang="en-US" sz="1000" b="0" i="0" u="none" strike="noStrike" kern="1200" cap="none" spc="0" normalizeH="0" baseline="30000" noProof="0">
                <a:ln>
                  <a:noFill/>
                </a:ln>
                <a:solidFill>
                  <a:srgbClr val="000000"/>
                </a:solidFill>
                <a:effectLst/>
                <a:uLnTx/>
                <a:uFillTx/>
                <a:latin typeface="Arial"/>
                <a:ea typeface="+mn-ea"/>
                <a:cs typeface="Arial" panose="020B0604020202020204" pitchFamily="34" charset="0"/>
              </a:rPr>
              <a:t>2</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3" name="Oval 42">
            <a:extLst>
              <a:ext uri="{FF2B5EF4-FFF2-40B4-BE49-F238E27FC236}">
                <a16:creationId xmlns:a16="http://schemas.microsoft.com/office/drawing/2014/main" id="{BE845E3D-9FF8-1AFD-FFCC-778CEB4F542C}"/>
              </a:ext>
            </a:extLst>
          </p:cNvPr>
          <p:cNvSpPr/>
          <p:nvPr/>
        </p:nvSpPr>
        <p:spPr>
          <a:xfrm>
            <a:off x="3624265" y="1938386"/>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44" name="Oval 43">
            <a:extLst>
              <a:ext uri="{FF2B5EF4-FFF2-40B4-BE49-F238E27FC236}">
                <a16:creationId xmlns:a16="http://schemas.microsoft.com/office/drawing/2014/main" id="{D89AFD18-5544-3C11-7FC9-11B00EB0E3D9}"/>
              </a:ext>
            </a:extLst>
          </p:cNvPr>
          <p:cNvSpPr/>
          <p:nvPr/>
        </p:nvSpPr>
        <p:spPr>
          <a:xfrm>
            <a:off x="9805523" y="3922602"/>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54" name="Oval 53">
            <a:extLst>
              <a:ext uri="{FF2B5EF4-FFF2-40B4-BE49-F238E27FC236}">
                <a16:creationId xmlns:a16="http://schemas.microsoft.com/office/drawing/2014/main" id="{08BB3409-29D1-8A8A-BD86-FAF38F6AB0DB}"/>
              </a:ext>
            </a:extLst>
          </p:cNvPr>
          <p:cNvSpPr/>
          <p:nvPr>
            <p:custDataLst>
              <p:tags r:id="rId14"/>
            </p:custDataLst>
          </p:nvPr>
        </p:nvSpPr>
        <p:spPr>
          <a:xfrm>
            <a:off x="9805523" y="1938386"/>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57" name="Arc 56">
            <a:extLst>
              <a:ext uri="{FF2B5EF4-FFF2-40B4-BE49-F238E27FC236}">
                <a16:creationId xmlns:a16="http://schemas.microsoft.com/office/drawing/2014/main" id="{1CA542E6-051A-41FC-98B3-AD2502F62B9D}"/>
              </a:ext>
            </a:extLst>
          </p:cNvPr>
          <p:cNvSpPr/>
          <p:nvPr>
            <p:custDataLst>
              <p:tags r:id="rId15"/>
            </p:custDataLst>
          </p:nvPr>
        </p:nvSpPr>
        <p:spPr>
          <a:xfrm>
            <a:off x="9805523" y="1938386"/>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61" name="Oval 60">
            <a:extLst>
              <a:ext uri="{FF2B5EF4-FFF2-40B4-BE49-F238E27FC236}">
                <a16:creationId xmlns:a16="http://schemas.microsoft.com/office/drawing/2014/main" id="{F686A245-EA5E-DFCA-7201-C630801275D7}"/>
              </a:ext>
            </a:extLst>
          </p:cNvPr>
          <p:cNvSpPr/>
          <p:nvPr>
            <p:custDataLst>
              <p:tags r:id="rId16"/>
            </p:custDataLst>
          </p:nvPr>
        </p:nvSpPr>
        <p:spPr>
          <a:xfrm>
            <a:off x="7544913" y="1938386"/>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8" name="Arc 67">
            <a:extLst>
              <a:ext uri="{FF2B5EF4-FFF2-40B4-BE49-F238E27FC236}">
                <a16:creationId xmlns:a16="http://schemas.microsoft.com/office/drawing/2014/main" id="{F147BC87-4ECD-0663-E241-E698EE1980A3}"/>
              </a:ext>
            </a:extLst>
          </p:cNvPr>
          <p:cNvSpPr/>
          <p:nvPr>
            <p:custDataLst>
              <p:tags r:id="rId17"/>
            </p:custDataLst>
          </p:nvPr>
        </p:nvSpPr>
        <p:spPr>
          <a:xfrm>
            <a:off x="7544913" y="1938386"/>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71" name="Group 70">
            <a:extLst>
              <a:ext uri="{FF2B5EF4-FFF2-40B4-BE49-F238E27FC236}">
                <a16:creationId xmlns:a16="http://schemas.microsoft.com/office/drawing/2014/main" id="{DFA2F2B1-7C9F-9DDD-837F-ED3C000EDD71}"/>
              </a:ext>
            </a:extLst>
          </p:cNvPr>
          <p:cNvGrpSpPr/>
          <p:nvPr/>
        </p:nvGrpSpPr>
        <p:grpSpPr>
          <a:xfrm>
            <a:off x="7544913" y="2826113"/>
            <a:ext cx="126269" cy="125122"/>
            <a:chOff x="7753066" y="2806327"/>
            <a:chExt cx="126269" cy="125122"/>
          </a:xfrm>
        </p:grpSpPr>
        <p:sp>
          <p:nvSpPr>
            <p:cNvPr id="72" name="Oval 71">
              <a:extLst>
                <a:ext uri="{FF2B5EF4-FFF2-40B4-BE49-F238E27FC236}">
                  <a16:creationId xmlns:a16="http://schemas.microsoft.com/office/drawing/2014/main" id="{C3853B48-43CB-D32C-C749-38F862C8411D}"/>
                </a:ext>
              </a:extLst>
            </p:cNvPr>
            <p:cNvSpPr/>
            <p:nvPr>
              <p:custDataLst>
                <p:tags r:id="rId21"/>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3" name="Arc 72">
              <a:extLst>
                <a:ext uri="{FF2B5EF4-FFF2-40B4-BE49-F238E27FC236}">
                  <a16:creationId xmlns:a16="http://schemas.microsoft.com/office/drawing/2014/main" id="{3A3BEB1C-AAE2-9276-1950-1D2D8D227D02}"/>
                </a:ext>
              </a:extLst>
            </p:cNvPr>
            <p:cNvSpPr/>
            <p:nvPr>
              <p:custDataLst>
                <p:tags r:id="rId22"/>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81" name="TextBox 80">
            <a:extLst>
              <a:ext uri="{FF2B5EF4-FFF2-40B4-BE49-F238E27FC236}">
                <a16:creationId xmlns:a16="http://schemas.microsoft.com/office/drawing/2014/main" id="{95647D4E-978E-304F-8FA8-6FA834D7F169}"/>
              </a:ext>
            </a:extLst>
          </p:cNvPr>
          <p:cNvSpPr txBox="1"/>
          <p:nvPr/>
        </p:nvSpPr>
        <p:spPr>
          <a:xfrm>
            <a:off x="7844204" y="4361804"/>
            <a:ext cx="1613218"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1" u="none" strike="noStrike" kern="1200" cap="none" spc="0" normalizeH="0" baseline="0" noProof="0">
                <a:ln>
                  <a:noFill/>
                </a:ln>
                <a:solidFill>
                  <a:srgbClr val="FFFFFF">
                    <a:lumMod val="50000"/>
                  </a:srgbClr>
                </a:solidFill>
                <a:effectLst/>
                <a:uLnTx/>
                <a:uFillTx/>
                <a:latin typeface="Arial"/>
                <a:ea typeface="+mn-ea"/>
                <a:cs typeface="Arial" panose="020B0604020202020204" pitchFamily="34" charset="0"/>
              </a:rPr>
              <a:t>(Enabler for predictive engine)</a:t>
            </a:r>
          </a:p>
        </p:txBody>
      </p:sp>
      <p:sp>
        <p:nvSpPr>
          <p:cNvPr id="83" name="TextBox 82">
            <a:extLst>
              <a:ext uri="{FF2B5EF4-FFF2-40B4-BE49-F238E27FC236}">
                <a16:creationId xmlns:a16="http://schemas.microsoft.com/office/drawing/2014/main" id="{EBF752CF-CBF7-1A6E-00A3-52622CE117BC}"/>
              </a:ext>
            </a:extLst>
          </p:cNvPr>
          <p:cNvSpPr txBox="1">
            <a:spLocks/>
          </p:cNvSpPr>
          <p:nvPr/>
        </p:nvSpPr>
        <p:spPr>
          <a:xfrm>
            <a:off x="5604276" y="1451773"/>
            <a:ext cx="1825847" cy="32316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1" u="none" strike="noStrike" kern="1200" cap="none" spc="0" normalizeH="0" baseline="0" noProof="0">
                <a:ln>
                  <a:noFill/>
                </a:ln>
                <a:solidFill>
                  <a:srgbClr val="2251FF">
                    <a:lumMod val="60000"/>
                    <a:lumOff val="40000"/>
                  </a:srgbClr>
                </a:solidFill>
                <a:effectLst/>
                <a:uLnTx/>
                <a:uFillTx/>
                <a:latin typeface="Arial"/>
                <a:ea typeface="+mn-ea"/>
                <a:cs typeface="Arial" panose="020B0604020202020204" pitchFamily="34" charset="0"/>
              </a:rPr>
              <a:t>Co-pilot assists TMs &amp; FSPs w</a:t>
            </a:r>
            <a:r>
              <a:rPr kumimoji="0" lang="en-US" sz="1050" b="1" i="1" u="none" strike="noStrike" kern="1200" cap="none" spc="0" normalizeH="0" baseline="0" noProof="0" err="1">
                <a:ln>
                  <a:noFill/>
                </a:ln>
                <a:solidFill>
                  <a:srgbClr val="2251FF">
                    <a:lumMod val="60000"/>
                    <a:lumOff val="40000"/>
                  </a:srgbClr>
                </a:solidFill>
                <a:effectLst/>
                <a:uLnTx/>
                <a:uFillTx/>
                <a:latin typeface="Arial"/>
                <a:ea typeface="+mn-ea"/>
                <a:cs typeface="Arial" panose="020B0604020202020204" pitchFamily="34" charset="0"/>
              </a:rPr>
              <a:t>ith</a:t>
            </a:r>
            <a:r>
              <a:rPr kumimoji="0" lang="en-US" sz="1050" b="1" i="1" u="none" strike="noStrike" kern="1200" cap="none" spc="0" normalizeH="0" baseline="0" noProof="0">
                <a:ln>
                  <a:noFill/>
                </a:ln>
                <a:solidFill>
                  <a:srgbClr val="2251FF">
                    <a:lumMod val="60000"/>
                    <a:lumOff val="40000"/>
                  </a:srgbClr>
                </a:solidFill>
                <a:effectLst/>
                <a:uLnTx/>
                <a:uFillTx/>
                <a:latin typeface="Arial"/>
                <a:ea typeface="+mn-ea"/>
                <a:cs typeface="Arial" panose="020B0604020202020204" pitchFamily="34" charset="0"/>
              </a:rPr>
              <a:t> order intake &amp; creation</a:t>
            </a:r>
          </a:p>
        </p:txBody>
      </p:sp>
      <p:cxnSp>
        <p:nvCxnSpPr>
          <p:cNvPr id="18" name="Straight Arrow Connector 17">
            <a:extLst>
              <a:ext uri="{FF2B5EF4-FFF2-40B4-BE49-F238E27FC236}">
                <a16:creationId xmlns:a16="http://schemas.microsoft.com/office/drawing/2014/main" id="{940C58E4-3D02-70D7-755B-DCEF2DE89581}"/>
              </a:ext>
            </a:extLst>
          </p:cNvPr>
          <p:cNvCxnSpPr>
            <a:cxnSpLocks/>
          </p:cNvCxnSpPr>
          <p:nvPr/>
        </p:nvCxnSpPr>
        <p:spPr>
          <a:xfrm>
            <a:off x="7354148" y="6131999"/>
            <a:ext cx="4114800" cy="0"/>
          </a:xfrm>
          <a:prstGeom prst="straightConnector1">
            <a:avLst/>
          </a:prstGeom>
          <a:ln w="6350" cap="flat">
            <a:solidFill>
              <a:schemeClr val="tx1">
                <a:lumMod val="50000"/>
                <a:lumOff val="5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164A78F4-9E5A-DA24-B3F0-6FB50ABD4590}"/>
              </a:ext>
            </a:extLst>
          </p:cNvPr>
          <p:cNvSpPr txBox="1">
            <a:spLocks/>
          </p:cNvSpPr>
          <p:nvPr>
            <p:custDataLst>
              <p:tags r:id="rId18"/>
            </p:custDataLst>
          </p:nvPr>
        </p:nvSpPr>
        <p:spPr>
          <a:xfrm>
            <a:off x="8824936" y="6091090"/>
            <a:ext cx="1575766" cy="246221"/>
          </a:xfrm>
          <a:prstGeom prst="rect">
            <a:avLst/>
          </a:prstGeom>
          <a:solidFill>
            <a:schemeClr val="bg1"/>
          </a:solid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60-80% productivity gain</a:t>
            </a:r>
          </a:p>
        </p:txBody>
      </p:sp>
      <p:cxnSp>
        <p:nvCxnSpPr>
          <p:cNvPr id="42" name="Straight Arrow Connector 41">
            <a:extLst>
              <a:ext uri="{FF2B5EF4-FFF2-40B4-BE49-F238E27FC236}">
                <a16:creationId xmlns:a16="http://schemas.microsoft.com/office/drawing/2014/main" id="{66A972E5-A0B6-EBFB-14DE-5D4EA8B55332}"/>
              </a:ext>
            </a:extLst>
          </p:cNvPr>
          <p:cNvCxnSpPr>
            <a:cxnSpLocks/>
          </p:cNvCxnSpPr>
          <p:nvPr/>
        </p:nvCxnSpPr>
        <p:spPr>
          <a:xfrm>
            <a:off x="3728815" y="6131999"/>
            <a:ext cx="3474720" cy="0"/>
          </a:xfrm>
          <a:prstGeom prst="straightConnector1">
            <a:avLst/>
          </a:prstGeom>
          <a:ln w="6350" cap="flat">
            <a:solidFill>
              <a:schemeClr val="tx1">
                <a:lumMod val="50000"/>
                <a:lumOff val="5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B841A458-8EF1-079A-DA5D-116624B7E197}"/>
              </a:ext>
            </a:extLst>
          </p:cNvPr>
          <p:cNvSpPr txBox="1">
            <a:spLocks/>
          </p:cNvSpPr>
          <p:nvPr>
            <p:custDataLst>
              <p:tags r:id="rId19"/>
            </p:custDataLst>
          </p:nvPr>
        </p:nvSpPr>
        <p:spPr>
          <a:xfrm>
            <a:off x="4585271" y="6056102"/>
            <a:ext cx="1575767" cy="220151"/>
          </a:xfrm>
          <a:prstGeom prst="rect">
            <a:avLst/>
          </a:prstGeom>
          <a:solidFill>
            <a:schemeClr val="bg1"/>
          </a:solid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20-40% productivity gain</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9" name="sticker">
            <a:extLst>
              <a:ext uri="{FF2B5EF4-FFF2-40B4-BE49-F238E27FC236}">
                <a16:creationId xmlns:a16="http://schemas.microsoft.com/office/drawing/2014/main" id="{8A3D1354-D1BA-79F7-E2C3-13F27563E85B}"/>
              </a:ext>
            </a:extLst>
          </p:cNvPr>
          <p:cNvGrpSpPr/>
          <p:nvPr/>
        </p:nvGrpSpPr>
        <p:grpSpPr>
          <a:xfrm>
            <a:off x="558192" y="947174"/>
            <a:ext cx="698909" cy="156966"/>
            <a:chOff x="558192" y="1289273"/>
            <a:chExt cx="698909" cy="156966"/>
          </a:xfrm>
        </p:grpSpPr>
        <p:sp>
          <p:nvSpPr>
            <p:cNvPr id="13" name="StickerRectangle">
              <a:extLst>
                <a:ext uri="{FF2B5EF4-FFF2-40B4-BE49-F238E27FC236}">
                  <a16:creationId xmlns:a16="http://schemas.microsoft.com/office/drawing/2014/main" id="{5DF42777-1541-B784-D6EB-7E8C6A3B2313}"/>
                </a:ext>
              </a:extLst>
            </p:cNvPr>
            <p:cNvSpPr>
              <a:spLocks noChangeArrowheads="1"/>
            </p:cNvSpPr>
            <p:nvPr userDrawn="1"/>
          </p:nvSpPr>
          <p:spPr bwMode="gray">
            <a:xfrm>
              <a:off x="558192" y="1289273"/>
              <a:ext cx="69890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marL="0" marR="0" lvl="0" indent="0" algn="l" defTabSz="1193860" rtl="0" eaLnBrk="1" fontAlgn="auto" latinLnBrk="0" hangingPunct="1">
                <a:lnSpc>
                  <a:spcPct val="100000"/>
                </a:lnSpc>
                <a:spcBef>
                  <a:spcPts val="0"/>
                </a:spcBef>
                <a:spcAft>
                  <a:spcPts val="0"/>
                </a:spcAft>
                <a:buClr>
                  <a:srgbClr val="FFFFFF"/>
                </a:buClr>
                <a:buSzTx/>
                <a:buFontTx/>
                <a:buNone/>
                <a:tabLst/>
                <a:defRPr/>
              </a:pPr>
              <a:r>
                <a:rPr kumimoji="0" lang="en-US" sz="900" b="1" i="0" u="none" strike="noStrike" kern="1200" cap="none" spc="50" normalizeH="0" baseline="0" noProof="0">
                  <a:ln w="3175">
                    <a:noFill/>
                  </a:ln>
                  <a:solidFill>
                    <a:srgbClr val="000000"/>
                  </a:solidFill>
                  <a:effectLst/>
                  <a:uLnTx/>
                  <a:uFillTx/>
                  <a:latin typeface="Arial"/>
                  <a:ea typeface="+mn-ea"/>
                  <a:cs typeface="+mn-cs"/>
                </a:rPr>
                <a:t>Preliminary</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17" name="StickerUnderline">
              <a:extLst>
                <a:ext uri="{FF2B5EF4-FFF2-40B4-BE49-F238E27FC236}">
                  <a16:creationId xmlns:a16="http://schemas.microsoft.com/office/drawing/2014/main" id="{30667D83-2AFB-6AC0-5406-1D1EC6CB8F81}"/>
                </a:ext>
              </a:extLst>
            </p:cNvPr>
            <p:cNvCxnSpPr>
              <a:cxnSpLocks noChangeShapeType="1"/>
              <a:stCxn id="13" idx="4"/>
              <a:endCxn id="13" idx="6"/>
            </p:cNvCxnSpPr>
            <p:nvPr/>
          </p:nvCxnSpPr>
          <p:spPr bwMode="gray">
            <a:xfrm>
              <a:off x="558192" y="1446239"/>
              <a:ext cx="69890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92" name="TextBox 91">
            <a:extLst>
              <a:ext uri="{FF2B5EF4-FFF2-40B4-BE49-F238E27FC236}">
                <a16:creationId xmlns:a16="http://schemas.microsoft.com/office/drawing/2014/main" id="{A640DC3F-969C-9091-F663-CE76B143ED30}"/>
              </a:ext>
            </a:extLst>
          </p:cNvPr>
          <p:cNvSpPr txBox="1">
            <a:spLocks/>
          </p:cNvSpPr>
          <p:nvPr>
            <p:custDataLst>
              <p:tags r:id="rId20"/>
            </p:custDataLst>
          </p:nvPr>
        </p:nvSpPr>
        <p:spPr>
          <a:xfrm>
            <a:off x="1891420" y="6056104"/>
            <a:ext cx="1575767" cy="246220"/>
          </a:xfrm>
          <a:prstGeom prst="rect">
            <a:avLst/>
          </a:prstGeom>
          <a:solidFill>
            <a:srgbClr val="FEFFFF"/>
          </a:solid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10-20% productivity gain</a:t>
            </a:r>
          </a:p>
        </p:txBody>
      </p:sp>
      <p:sp>
        <p:nvSpPr>
          <p:cNvPr id="11" name="Oval 10">
            <a:extLst>
              <a:ext uri="{FF2B5EF4-FFF2-40B4-BE49-F238E27FC236}">
                <a16:creationId xmlns:a16="http://schemas.microsoft.com/office/drawing/2014/main" id="{D658ABCE-BADA-6E33-1FE1-4281A93A6D1C}"/>
              </a:ext>
            </a:extLst>
          </p:cNvPr>
          <p:cNvSpPr/>
          <p:nvPr/>
        </p:nvSpPr>
        <p:spPr>
          <a:xfrm>
            <a:off x="7544913" y="2290928"/>
            <a:ext cx="126269" cy="125122"/>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Tree>
    <p:extLst>
      <p:ext uri="{BB962C8B-B14F-4D97-AF65-F5344CB8AC3E}">
        <p14:creationId xmlns:p14="http://schemas.microsoft.com/office/powerpoint/2010/main" val="406881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48C77-B14F-6D58-C6F7-C0EADF679654}"/>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8E7F2C6C-A73C-022E-18F7-50E794BF4482}"/>
              </a:ext>
            </a:extLst>
          </p:cNvPr>
          <p:cNvGraphicFramePr>
            <a:graphicFrameLocks noChangeAspect="1"/>
          </p:cNvGraphicFramePr>
          <p:nvPr>
            <p:custDataLst>
              <p:tags r:id="rId1"/>
            </p:custDataLst>
            <p:extLst>
              <p:ext uri="{D42A27DB-BD31-4B8C-83A1-F6EECF244321}">
                <p14:modId xmlns:p14="http://schemas.microsoft.com/office/powerpoint/2010/main" val="242465113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7" imgW="404" imgH="405" progId="TCLayout.ActiveDocument.1">
                  <p:embed/>
                </p:oleObj>
              </mc:Choice>
              <mc:Fallback>
                <p:oleObj name="think-cell Slide" r:id="rId57" imgW="404" imgH="405" progId="TCLayout.ActiveDocument.1">
                  <p:embed/>
                  <p:pic>
                    <p:nvPicPr>
                      <p:cNvPr id="6" name="Object 2" hidden="1">
                        <a:extLst>
                          <a:ext uri="{FF2B5EF4-FFF2-40B4-BE49-F238E27FC236}">
                            <a16:creationId xmlns:a16="http://schemas.microsoft.com/office/drawing/2014/main" id="{8E7F2C6C-A73C-022E-18F7-50E794BF4482}"/>
                          </a:ext>
                        </a:extLst>
                      </p:cNvPr>
                      <p:cNvPicPr/>
                      <p:nvPr/>
                    </p:nvPicPr>
                    <p:blipFill>
                      <a:blip r:embed="rId58"/>
                      <a:stretch>
                        <a:fillRect/>
                      </a:stretch>
                    </p:blipFill>
                    <p:spPr>
                      <a:xfrm>
                        <a:off x="1588" y="1588"/>
                        <a:ext cx="1588" cy="1588"/>
                      </a:xfrm>
                      <a:prstGeom prst="rect">
                        <a:avLst/>
                      </a:prstGeom>
                    </p:spPr>
                  </p:pic>
                </p:oleObj>
              </mc:Fallback>
            </mc:AlternateContent>
          </a:graphicData>
        </a:graphic>
      </p:graphicFrame>
      <p:cxnSp>
        <p:nvCxnSpPr>
          <p:cNvPr id="12" name="Straight Arrow Connector 11">
            <a:extLst>
              <a:ext uri="{FF2B5EF4-FFF2-40B4-BE49-F238E27FC236}">
                <a16:creationId xmlns:a16="http://schemas.microsoft.com/office/drawing/2014/main" id="{80E8FB1C-25FC-D145-0A60-ABB7D40566DF}"/>
              </a:ext>
            </a:extLst>
          </p:cNvPr>
          <p:cNvCxnSpPr>
            <a:cxnSpLocks/>
          </p:cNvCxnSpPr>
          <p:nvPr/>
        </p:nvCxnSpPr>
        <p:spPr>
          <a:xfrm>
            <a:off x="2162509" y="2109509"/>
            <a:ext cx="0" cy="3301603"/>
          </a:xfrm>
          <a:prstGeom prst="straightConnector1">
            <a:avLst/>
          </a:prstGeom>
          <a:ln w="6350" cap="flat">
            <a:solidFill>
              <a:schemeClr val="tx1">
                <a:lumMod val="50000"/>
                <a:lumOff val="50000"/>
              </a:schemeClr>
            </a:solidFill>
            <a:prstDash val="dash"/>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CA73805-E948-EA55-A007-C16DFDB20F5E}"/>
              </a:ext>
            </a:extLst>
          </p:cNvPr>
          <p:cNvCxnSpPr>
            <a:cxnSpLocks/>
            <a:stCxn id="24" idx="2"/>
            <a:endCxn id="41" idx="0"/>
          </p:cNvCxnSpPr>
          <p:nvPr/>
        </p:nvCxnSpPr>
        <p:spPr>
          <a:xfrm>
            <a:off x="4217849" y="2549047"/>
            <a:ext cx="0" cy="585534"/>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2. Slide Title">
            <a:extLst>
              <a:ext uri="{FF2B5EF4-FFF2-40B4-BE49-F238E27FC236}">
                <a16:creationId xmlns:a16="http://schemas.microsoft.com/office/drawing/2014/main" id="{0440AF2A-3837-1B4C-D1AC-D39966A5D2F0}"/>
              </a:ext>
            </a:extLst>
          </p:cNvPr>
          <p:cNvSpPr>
            <a:spLocks noGrp="1"/>
          </p:cNvSpPr>
          <p:nvPr>
            <p:ph type="title"/>
            <p:custDataLst>
              <p:tags r:id="rId2"/>
            </p:custDataLst>
          </p:nvPr>
        </p:nvSpPr>
        <p:spPr>
          <a:xfrm>
            <a:off x="554736" y="441802"/>
            <a:ext cx="11082528" cy="357790"/>
          </a:xfrm>
          <a:noFill/>
          <a:ln/>
          <a:extLst>
            <a:ext uri="{909E8E84-426E-40DD-AFC4-6F175D3DCCD1}">
              <a14:hiddenFill xmlns:a14="http://schemas.microsoft.com/office/drawing/2010/main">
                <a:solidFill>
                  <a:srgbClr val="FFFFFF"/>
                </a:solidFill>
              </a14:hiddenFill>
            </a:ext>
          </a:extLst>
        </p:spPr>
        <p:txBody>
          <a:bodyPr vert="horz">
            <a:noAutofit/>
          </a:bodyPr>
          <a:lstStyle/>
          <a:p>
            <a:r>
              <a:rPr lang="en-US" dirty="0"/>
              <a:t>B. </a:t>
            </a:r>
            <a:r>
              <a:rPr lang="en-US" i="1" dirty="0"/>
              <a:t>MTS Operations: </a:t>
            </a:r>
            <a:r>
              <a:rPr lang="en-US" dirty="0"/>
              <a:t>FSP – MTS pod process flow</a:t>
            </a:r>
          </a:p>
        </p:txBody>
      </p:sp>
      <p:sp>
        <p:nvSpPr>
          <p:cNvPr id="17" name="TextBox 16">
            <a:extLst>
              <a:ext uri="{FF2B5EF4-FFF2-40B4-BE49-F238E27FC236}">
                <a16:creationId xmlns:a16="http://schemas.microsoft.com/office/drawing/2014/main" id="{FA3974D5-F457-5B68-8DBD-504CD3DCF6A2}"/>
              </a:ext>
            </a:extLst>
          </p:cNvPr>
          <p:cNvSpPr txBox="1"/>
          <p:nvPr/>
        </p:nvSpPr>
        <p:spPr>
          <a:xfrm>
            <a:off x="554736" y="1413748"/>
            <a:ext cx="1029785"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Key stakeholders  </a:t>
            </a:r>
          </a:p>
        </p:txBody>
      </p:sp>
      <p:cxnSp>
        <p:nvCxnSpPr>
          <p:cNvPr id="18" name="LineBasicDefault 37">
            <a:extLst>
              <a:ext uri="{FF2B5EF4-FFF2-40B4-BE49-F238E27FC236}">
                <a16:creationId xmlns:a16="http://schemas.microsoft.com/office/drawing/2014/main" id="{B6AD5B87-A6E1-E6BF-D089-D451B2153902}"/>
              </a:ext>
            </a:extLst>
          </p:cNvPr>
          <p:cNvCxnSpPr>
            <a:cxnSpLocks/>
          </p:cNvCxnSpPr>
          <p:nvPr>
            <p:custDataLst>
              <p:tags r:id="rId3"/>
            </p:custDataLst>
          </p:nvPr>
        </p:nvCxnSpPr>
        <p:spPr>
          <a:xfrm>
            <a:off x="554736" y="1769858"/>
            <a:ext cx="1108252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TextBox 23">
            <a:extLst>
              <a:ext uri="{FF2B5EF4-FFF2-40B4-BE49-F238E27FC236}">
                <a16:creationId xmlns:a16="http://schemas.microsoft.com/office/drawing/2014/main" id="{A37538A9-0B50-4D7F-B945-720F28943BAD}"/>
              </a:ext>
            </a:extLst>
          </p:cNvPr>
          <p:cNvSpPr txBox="1">
            <a:spLocks/>
          </p:cNvSpPr>
          <p:nvPr>
            <p:custDataLst>
              <p:tags r:id="rId4"/>
            </p:custDataLst>
          </p:nvPr>
        </p:nvSpPr>
        <p:spPr>
          <a:xfrm>
            <a:off x="1818608" y="2191502"/>
            <a:ext cx="4798482" cy="357545"/>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Submit a shop request through the Engage lead form. This submission captures key details required to initiate build (e.g. account info, product categories, fundraising relevant attachments)</a:t>
            </a:r>
          </a:p>
        </p:txBody>
      </p:sp>
      <p:cxnSp>
        <p:nvCxnSpPr>
          <p:cNvPr id="63" name="GreyLineContentSeparatorDefault 69">
            <a:extLst>
              <a:ext uri="{FF2B5EF4-FFF2-40B4-BE49-F238E27FC236}">
                <a16:creationId xmlns:a16="http://schemas.microsoft.com/office/drawing/2014/main" id="{D701C904-EAF2-4E34-96D0-C2E9D43E669D}"/>
              </a:ext>
            </a:extLst>
          </p:cNvPr>
          <p:cNvCxnSpPr>
            <a:cxnSpLocks/>
          </p:cNvCxnSpPr>
          <p:nvPr>
            <p:custDataLst>
              <p:tags r:id="rId5"/>
            </p:custDataLst>
          </p:nvPr>
        </p:nvCxnSpPr>
        <p:spPr>
          <a:xfrm>
            <a:off x="554736" y="3077517"/>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91D2C88A-C102-C33E-7E8C-989EA34B3092}"/>
              </a:ext>
            </a:extLst>
          </p:cNvPr>
          <p:cNvSpPr txBox="1">
            <a:spLocks/>
          </p:cNvSpPr>
          <p:nvPr>
            <p:custDataLst>
              <p:tags r:id="rId6"/>
            </p:custDataLst>
          </p:nvPr>
        </p:nvSpPr>
        <p:spPr>
          <a:xfrm>
            <a:off x="1818608" y="3134581"/>
            <a:ext cx="4798482" cy="673203"/>
          </a:xfrm>
          <a:prstGeom prst="roundRect">
            <a:avLst/>
          </a:prstGeom>
          <a:solidFill>
            <a:schemeClr val="bg1"/>
          </a:solidFill>
          <a:ln>
            <a:solidFill>
              <a:schemeClr val="tx1"/>
            </a:solidFill>
          </a:ln>
        </p:spPr>
        <p:txBody>
          <a:bodyPr vert="horz" wrap="square" lIns="38100" tIns="38100" rIns="38100" bIns="3810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Review the lead details to confirm completeness and alignment with build requirements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Validate information to ensure all necessary elements are in place to initiate desired shop creation (MTS Plus vs Traditional)</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This decision establishes the system pathway (TAL only for MTS Plus, TAL + QOE for Traditional) and defines the operational approach for remainder of build process</a:t>
            </a:r>
          </a:p>
        </p:txBody>
      </p:sp>
      <p:cxnSp>
        <p:nvCxnSpPr>
          <p:cNvPr id="43" name="Straight Arrow Connector 42">
            <a:extLst>
              <a:ext uri="{FF2B5EF4-FFF2-40B4-BE49-F238E27FC236}">
                <a16:creationId xmlns:a16="http://schemas.microsoft.com/office/drawing/2014/main" id="{BBD1766E-1D62-E7D2-55FC-82B0BFC1FF34}"/>
              </a:ext>
            </a:extLst>
          </p:cNvPr>
          <p:cNvCxnSpPr>
            <a:cxnSpLocks/>
          </p:cNvCxnSpPr>
          <p:nvPr/>
        </p:nvCxnSpPr>
        <p:spPr>
          <a:xfrm>
            <a:off x="2692847" y="2126252"/>
            <a:ext cx="0" cy="103940"/>
          </a:xfrm>
          <a:prstGeom prst="straightConnector1">
            <a:avLst/>
          </a:prstGeom>
          <a:ln w="6350" cmpd="sng">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49" name="TextBox 48">
            <a:extLst>
              <a:ext uri="{FF2B5EF4-FFF2-40B4-BE49-F238E27FC236}">
                <a16:creationId xmlns:a16="http://schemas.microsoft.com/office/drawing/2014/main" id="{645056E9-2E95-DE9F-42F5-82D0A238D2FE}"/>
              </a:ext>
            </a:extLst>
          </p:cNvPr>
          <p:cNvSpPr txBox="1">
            <a:spLocks/>
          </p:cNvSpPr>
          <p:nvPr>
            <p:custDataLst>
              <p:tags r:id="rId7"/>
            </p:custDataLst>
          </p:nvPr>
        </p:nvSpPr>
        <p:spPr>
          <a:xfrm>
            <a:off x="8884666" y="1901792"/>
            <a:ext cx="2381710" cy="357545"/>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Notified of editing requests from customer (e.g., design, selection changes) before shop close</a:t>
            </a:r>
          </a:p>
        </p:txBody>
      </p:sp>
      <p:cxnSp>
        <p:nvCxnSpPr>
          <p:cNvPr id="54" name="Straight Arrow Connector 53">
            <a:extLst>
              <a:ext uri="{FF2B5EF4-FFF2-40B4-BE49-F238E27FC236}">
                <a16:creationId xmlns:a16="http://schemas.microsoft.com/office/drawing/2014/main" id="{C4E3AD4B-361B-6F6F-C547-E7D8FA8FA9FB}"/>
              </a:ext>
            </a:extLst>
          </p:cNvPr>
          <p:cNvCxnSpPr>
            <a:cxnSpLocks/>
            <a:stCxn id="49" idx="2"/>
            <a:endCxn id="109" idx="0"/>
          </p:cNvCxnSpPr>
          <p:nvPr/>
        </p:nvCxnSpPr>
        <p:spPr>
          <a:xfrm>
            <a:off x="10075521" y="2259337"/>
            <a:ext cx="0" cy="2999365"/>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0" name="GreyLineContentSeparatorDefault 69">
            <a:extLst>
              <a:ext uri="{FF2B5EF4-FFF2-40B4-BE49-F238E27FC236}">
                <a16:creationId xmlns:a16="http://schemas.microsoft.com/office/drawing/2014/main" id="{6EBA010D-70D0-369E-032D-61120E4CF514}"/>
              </a:ext>
            </a:extLst>
          </p:cNvPr>
          <p:cNvCxnSpPr>
            <a:cxnSpLocks/>
          </p:cNvCxnSpPr>
          <p:nvPr>
            <p:custDataLst>
              <p:tags r:id="rId8"/>
            </p:custDataLst>
          </p:nvPr>
        </p:nvCxnSpPr>
        <p:spPr>
          <a:xfrm>
            <a:off x="554736" y="5809518"/>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1" name="GreyLineContentSeparatorDefault 69">
            <a:extLst>
              <a:ext uri="{FF2B5EF4-FFF2-40B4-BE49-F238E27FC236}">
                <a16:creationId xmlns:a16="http://schemas.microsoft.com/office/drawing/2014/main" id="{56E80A11-8642-FFD1-31CC-CCA28D070D1C}"/>
              </a:ext>
            </a:extLst>
          </p:cNvPr>
          <p:cNvCxnSpPr>
            <a:cxnSpLocks/>
          </p:cNvCxnSpPr>
          <p:nvPr>
            <p:custDataLst>
              <p:tags r:id="rId9"/>
            </p:custDataLst>
          </p:nvPr>
        </p:nvCxnSpPr>
        <p:spPr>
          <a:xfrm>
            <a:off x="554736" y="5201638"/>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1C082BED-D58B-7D5E-EAE6-D7827B6D4EB3}"/>
              </a:ext>
            </a:extLst>
          </p:cNvPr>
          <p:cNvCxnSpPr>
            <a:cxnSpLocks/>
          </p:cNvCxnSpPr>
          <p:nvPr/>
        </p:nvCxnSpPr>
        <p:spPr>
          <a:xfrm>
            <a:off x="2318926" y="4575735"/>
            <a:ext cx="0" cy="1420314"/>
          </a:xfrm>
          <a:prstGeom prst="straightConnector1">
            <a:avLst/>
          </a:prstGeom>
          <a:ln w="6350" cap="flat">
            <a:solidFill>
              <a:schemeClr val="tx1"/>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FB0480F2-90EC-B343-C771-618D5A2DDA21}"/>
              </a:ext>
            </a:extLst>
          </p:cNvPr>
          <p:cNvCxnSpPr>
            <a:cxnSpLocks/>
          </p:cNvCxnSpPr>
          <p:nvPr/>
        </p:nvCxnSpPr>
        <p:spPr>
          <a:xfrm rot="5400000">
            <a:off x="3523815" y="3332884"/>
            <a:ext cx="187051" cy="1201018"/>
          </a:xfrm>
          <a:prstGeom prst="bentConnector3">
            <a:avLst>
              <a:gd name="adj1" fmla="val 31895"/>
            </a:avLst>
          </a:prstGeom>
          <a:ln w="6350" cmpd="sng">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109" name="TextBox 108">
            <a:extLst>
              <a:ext uri="{FF2B5EF4-FFF2-40B4-BE49-F238E27FC236}">
                <a16:creationId xmlns:a16="http://schemas.microsoft.com/office/drawing/2014/main" id="{95CE84CC-E52C-8F85-3EBD-EB3C1B7A7D3E}"/>
              </a:ext>
            </a:extLst>
          </p:cNvPr>
          <p:cNvSpPr txBox="1">
            <a:spLocks/>
          </p:cNvSpPr>
          <p:nvPr>
            <p:custDataLst>
              <p:tags r:id="rId10"/>
            </p:custDataLst>
          </p:nvPr>
        </p:nvSpPr>
        <p:spPr>
          <a:xfrm>
            <a:off x="8884666" y="5258702"/>
            <a:ext cx="2381710" cy="493752"/>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Provide admin support  (e.g., add item, delete out-of-stock item, adjust shop dates, etc.) and directly implement changes to shop</a:t>
            </a:r>
          </a:p>
        </p:txBody>
      </p:sp>
      <p:cxnSp>
        <p:nvCxnSpPr>
          <p:cNvPr id="126" name="Straight Arrow Connector 125">
            <a:extLst>
              <a:ext uri="{FF2B5EF4-FFF2-40B4-BE49-F238E27FC236}">
                <a16:creationId xmlns:a16="http://schemas.microsoft.com/office/drawing/2014/main" id="{41C94295-5D43-C670-804F-43ED91D38287}"/>
              </a:ext>
            </a:extLst>
          </p:cNvPr>
          <p:cNvCxnSpPr>
            <a:cxnSpLocks/>
          </p:cNvCxnSpPr>
          <p:nvPr/>
        </p:nvCxnSpPr>
        <p:spPr>
          <a:xfrm flipH="1">
            <a:off x="7317580" y="2997811"/>
            <a:ext cx="1" cy="1935648"/>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0FF2D43E-0225-5213-726E-3ED845E7D668}"/>
              </a:ext>
            </a:extLst>
          </p:cNvPr>
          <p:cNvSpPr txBox="1">
            <a:spLocks/>
          </p:cNvSpPr>
          <p:nvPr>
            <p:custDataLst>
              <p:tags r:id="rId11"/>
            </p:custDataLst>
          </p:nvPr>
        </p:nvSpPr>
        <p:spPr>
          <a:xfrm>
            <a:off x="1818608" y="1888172"/>
            <a:ext cx="1748513" cy="221337"/>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If new client, set up account in SAP</a:t>
            </a:r>
          </a:p>
        </p:txBody>
      </p:sp>
      <p:sp>
        <p:nvSpPr>
          <p:cNvPr id="39" name="TextBox 38">
            <a:extLst>
              <a:ext uri="{FF2B5EF4-FFF2-40B4-BE49-F238E27FC236}">
                <a16:creationId xmlns:a16="http://schemas.microsoft.com/office/drawing/2014/main" id="{C73647F3-AA98-94C7-6B4E-B86A8A8D343A}"/>
              </a:ext>
            </a:extLst>
          </p:cNvPr>
          <p:cNvSpPr txBox="1">
            <a:spLocks/>
          </p:cNvSpPr>
          <p:nvPr>
            <p:custDataLst>
              <p:tags r:id="rId12"/>
            </p:custDataLst>
          </p:nvPr>
        </p:nvSpPr>
        <p:spPr>
          <a:xfrm>
            <a:off x="1818608" y="3994835"/>
            <a:ext cx="2396446" cy="570294"/>
          </a:xfrm>
          <a:prstGeom prst="roundRect">
            <a:avLst/>
          </a:prstGeom>
          <a:solidFill>
            <a:srgbClr val="D3DCFF"/>
          </a:solidFill>
          <a:ln w="9525">
            <a:solidFill>
              <a:schemeClr val="tx1"/>
            </a:solidFill>
            <a:prstDash val="solid"/>
          </a:ln>
        </p:spPr>
        <p:txBody>
          <a:bodyPr vert="horz" wrap="square" lIns="38100" tIns="38100" rIns="38100" bIns="3810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For MTS Plus, shop is built entirely in TAL incl. product selection (limited breadth), artwork selection (from templates), and costing (decorator cost changes not allowed)</a:t>
            </a:r>
          </a:p>
        </p:txBody>
      </p:sp>
      <p:sp>
        <p:nvSpPr>
          <p:cNvPr id="40" name="TextBox 39">
            <a:extLst>
              <a:ext uri="{FF2B5EF4-FFF2-40B4-BE49-F238E27FC236}">
                <a16:creationId xmlns:a16="http://schemas.microsoft.com/office/drawing/2014/main" id="{923527FF-1C9F-1BC8-5D58-9B2FE3586A88}"/>
              </a:ext>
            </a:extLst>
          </p:cNvPr>
          <p:cNvSpPr txBox="1">
            <a:spLocks/>
          </p:cNvSpPr>
          <p:nvPr>
            <p:custDataLst>
              <p:tags r:id="rId13"/>
            </p:custDataLst>
          </p:nvPr>
        </p:nvSpPr>
        <p:spPr>
          <a:xfrm>
            <a:off x="4310680" y="3994835"/>
            <a:ext cx="2306410" cy="570294"/>
          </a:xfrm>
          <a:prstGeom prst="roundRect">
            <a:avLst/>
          </a:prstGeom>
          <a:solidFill>
            <a:srgbClr val="D3DCFF"/>
          </a:solidFill>
          <a:ln w="9525">
            <a:solidFill>
              <a:schemeClr val="tx1"/>
            </a:solidFill>
            <a:prstDash val="solid"/>
          </a:ln>
        </p:spPr>
        <p:txBody>
          <a:bodyPr vert="horz" wrap="square" lIns="38100" tIns="38100" rIns="38100" bIns="3810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For Traditional MTS, shop is built initially in TAL and completed in QOE. </a:t>
            </a:r>
            <a:r>
              <a:rPr kumimoji="0" lang="en-US" sz="800" b="0"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Addn</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customizations available for shipping, margins, artwork and additions of NSPs </a:t>
            </a:r>
          </a:p>
        </p:txBody>
      </p:sp>
      <p:sp>
        <p:nvSpPr>
          <p:cNvPr id="45" name="TextBox 44">
            <a:extLst>
              <a:ext uri="{FF2B5EF4-FFF2-40B4-BE49-F238E27FC236}">
                <a16:creationId xmlns:a16="http://schemas.microsoft.com/office/drawing/2014/main" id="{DC820556-1F93-DFC5-E29D-AC9956C594FC}"/>
              </a:ext>
            </a:extLst>
          </p:cNvPr>
          <p:cNvSpPr txBox="1">
            <a:spLocks/>
          </p:cNvSpPr>
          <p:nvPr>
            <p:custDataLst>
              <p:tags r:id="rId14"/>
            </p:custDataLst>
          </p:nvPr>
        </p:nvSpPr>
        <p:spPr>
          <a:xfrm>
            <a:off x="2586384" y="4923237"/>
            <a:ext cx="5127399" cy="221337"/>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Send to Sales Pro / Coordinator for approval and makes edits if required </a:t>
            </a:r>
          </a:p>
        </p:txBody>
      </p:sp>
      <p:sp>
        <p:nvSpPr>
          <p:cNvPr id="46" name="TextBox 45">
            <a:extLst>
              <a:ext uri="{FF2B5EF4-FFF2-40B4-BE49-F238E27FC236}">
                <a16:creationId xmlns:a16="http://schemas.microsoft.com/office/drawing/2014/main" id="{9100CC36-082C-8AEB-2FEE-0BAA325DFC1D}"/>
              </a:ext>
            </a:extLst>
          </p:cNvPr>
          <p:cNvSpPr txBox="1">
            <a:spLocks/>
          </p:cNvSpPr>
          <p:nvPr>
            <p:custDataLst>
              <p:tags r:id="rId15"/>
            </p:custDataLst>
          </p:nvPr>
        </p:nvSpPr>
        <p:spPr>
          <a:xfrm>
            <a:off x="6766344" y="1833689"/>
            <a:ext cx="1102473" cy="1183975"/>
          </a:xfrm>
          <a:prstGeom prst="roundRect">
            <a:avLst/>
          </a:prstGeom>
          <a:solidFill>
            <a:srgbClr val="D3DCFF"/>
          </a:solidFill>
          <a:ln>
            <a:solidFill>
              <a:schemeClr val="tx1"/>
            </a:solidFill>
          </a:ln>
        </p:spPr>
        <p:txBody>
          <a:bodyPr vert="horz" wrap="square" lIns="38100" tIns="38100" rIns="38100" bIns="3810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Approve shop or request edits as needed  </a:t>
            </a:r>
          </a:p>
        </p:txBody>
      </p:sp>
      <p:sp>
        <p:nvSpPr>
          <p:cNvPr id="7" name="TextBox 6">
            <a:extLst>
              <a:ext uri="{FF2B5EF4-FFF2-40B4-BE49-F238E27FC236}">
                <a16:creationId xmlns:a16="http://schemas.microsoft.com/office/drawing/2014/main" id="{83E6C1C6-908B-417D-34E5-D72C3D93DC40}"/>
              </a:ext>
            </a:extLst>
          </p:cNvPr>
          <p:cNvSpPr txBox="1">
            <a:spLocks/>
          </p:cNvSpPr>
          <p:nvPr>
            <p:custDataLst>
              <p:tags r:id="rId16"/>
            </p:custDataLst>
          </p:nvPr>
        </p:nvSpPr>
        <p:spPr>
          <a:xfrm>
            <a:off x="1818608" y="2606111"/>
            <a:ext cx="4798482" cy="357545"/>
          </a:xfrm>
          <a:prstGeom prst="roundRect">
            <a:avLst/>
          </a:prstGeom>
          <a:solidFill>
            <a:schemeClr val="bg1"/>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Make a decision on shop type (MTS Plus vs Traditional) based on multiple criteria (e.g., print type, shipping destination, product requirements, delivery timelines, customizations)  </a:t>
            </a:r>
          </a:p>
        </p:txBody>
      </p:sp>
      <p:cxnSp>
        <p:nvCxnSpPr>
          <p:cNvPr id="60" name="Straight Arrow Connector 59">
            <a:extLst>
              <a:ext uri="{FF2B5EF4-FFF2-40B4-BE49-F238E27FC236}">
                <a16:creationId xmlns:a16="http://schemas.microsoft.com/office/drawing/2014/main" id="{9BE7EC03-1CFF-B792-C10E-3C9FBBF85E1A}"/>
              </a:ext>
            </a:extLst>
          </p:cNvPr>
          <p:cNvCxnSpPr>
            <a:cxnSpLocks/>
            <a:stCxn id="41" idx="2"/>
            <a:endCxn id="40" idx="0"/>
          </p:cNvCxnSpPr>
          <p:nvPr/>
        </p:nvCxnSpPr>
        <p:spPr>
          <a:xfrm rot="16200000" flipH="1">
            <a:off x="4747342" y="3278291"/>
            <a:ext cx="187051" cy="1246036"/>
          </a:xfrm>
          <a:prstGeom prst="bentConnector3">
            <a:avLst>
              <a:gd name="adj1" fmla="val 49511"/>
            </a:avLst>
          </a:prstGeom>
          <a:ln w="6350" cmpd="sng">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3220E93A-2054-8653-18A4-754ACE4D63B4}"/>
              </a:ext>
            </a:extLst>
          </p:cNvPr>
          <p:cNvCxnSpPr>
            <a:cxnSpLocks/>
          </p:cNvCxnSpPr>
          <p:nvPr/>
        </p:nvCxnSpPr>
        <p:spPr>
          <a:xfrm flipH="1">
            <a:off x="2920961" y="4565129"/>
            <a:ext cx="5823" cy="394487"/>
          </a:xfrm>
          <a:prstGeom prst="straightConnector1">
            <a:avLst/>
          </a:prstGeom>
          <a:ln w="6350" cmpd="sng">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08DF0B61-79CD-0B7B-BA67-3D53C057AD4C}"/>
              </a:ext>
            </a:extLst>
          </p:cNvPr>
          <p:cNvCxnSpPr>
            <a:cxnSpLocks/>
          </p:cNvCxnSpPr>
          <p:nvPr/>
        </p:nvCxnSpPr>
        <p:spPr>
          <a:xfrm>
            <a:off x="5361106" y="4565129"/>
            <a:ext cx="0" cy="394487"/>
          </a:xfrm>
          <a:prstGeom prst="straightConnector1">
            <a:avLst/>
          </a:prstGeom>
          <a:ln w="6350" cmpd="sng">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4AC37EF5-E385-B8BA-ABA7-FB61600EC0DF}"/>
              </a:ext>
            </a:extLst>
          </p:cNvPr>
          <p:cNvSpPr txBox="1">
            <a:spLocks/>
          </p:cNvSpPr>
          <p:nvPr>
            <p:custDataLst>
              <p:tags r:id="rId17"/>
            </p:custDataLst>
          </p:nvPr>
        </p:nvSpPr>
        <p:spPr>
          <a:xfrm>
            <a:off x="1818608" y="5996049"/>
            <a:ext cx="2665200" cy="357545"/>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Purchasing pod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updates costs on SAP which flows through to all systems</a:t>
            </a:r>
          </a:p>
        </p:txBody>
      </p:sp>
      <p:sp>
        <p:nvSpPr>
          <p:cNvPr id="79" name="Rectangle 78">
            <a:extLst>
              <a:ext uri="{FF2B5EF4-FFF2-40B4-BE49-F238E27FC236}">
                <a16:creationId xmlns:a16="http://schemas.microsoft.com/office/drawing/2014/main" id="{D4637C99-85CB-6924-3DC3-934A7003AF5B}"/>
              </a:ext>
            </a:extLst>
          </p:cNvPr>
          <p:cNvSpPr/>
          <p:nvPr/>
        </p:nvSpPr>
        <p:spPr>
          <a:xfrm>
            <a:off x="7949649" y="1833688"/>
            <a:ext cx="854185" cy="4526639"/>
          </a:xfrm>
          <a:prstGeom prst="rect">
            <a:avLst/>
          </a:prstGeom>
          <a:solidFill>
            <a:schemeClr val="bg2">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Shop goes live through bot once approved; MTS pod hands off to Sales Pro + SSR</a:t>
            </a:r>
          </a:p>
        </p:txBody>
      </p:sp>
      <p:sp>
        <p:nvSpPr>
          <p:cNvPr id="80" name="TextBox 79">
            <a:extLst>
              <a:ext uri="{FF2B5EF4-FFF2-40B4-BE49-F238E27FC236}">
                <a16:creationId xmlns:a16="http://schemas.microsoft.com/office/drawing/2014/main" id="{DACB96D0-3057-560C-E04A-8F9847F0E105}"/>
              </a:ext>
            </a:extLst>
          </p:cNvPr>
          <p:cNvSpPr txBox="1">
            <a:spLocks/>
          </p:cNvSpPr>
          <p:nvPr>
            <p:custDataLst>
              <p:tags r:id="rId18"/>
            </p:custDataLst>
          </p:nvPr>
        </p:nvSpPr>
        <p:spPr>
          <a:xfrm>
            <a:off x="8884666" y="5866577"/>
            <a:ext cx="2381710" cy="357545"/>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care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is notified of editing requests from customer post shop closing </a:t>
            </a:r>
          </a:p>
        </p:txBody>
      </p:sp>
      <p:cxnSp>
        <p:nvCxnSpPr>
          <p:cNvPr id="82" name="Straight Arrow Connector 81">
            <a:extLst>
              <a:ext uri="{FF2B5EF4-FFF2-40B4-BE49-F238E27FC236}">
                <a16:creationId xmlns:a16="http://schemas.microsoft.com/office/drawing/2014/main" id="{DE2C56DF-9206-B8C1-3E2B-31B5E5A73905}"/>
              </a:ext>
            </a:extLst>
          </p:cNvPr>
          <p:cNvCxnSpPr>
            <a:cxnSpLocks/>
          </p:cNvCxnSpPr>
          <p:nvPr/>
        </p:nvCxnSpPr>
        <p:spPr>
          <a:xfrm>
            <a:off x="10093120" y="5729553"/>
            <a:ext cx="0" cy="191157"/>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3CB844E4-1DCF-4CE8-75BF-8EE0140D7B57}"/>
              </a:ext>
            </a:extLst>
          </p:cNvPr>
          <p:cNvSpPr txBox="1">
            <a:spLocks/>
          </p:cNvSpPr>
          <p:nvPr>
            <p:custDataLst>
              <p:tags r:id="rId19"/>
            </p:custDataLst>
          </p:nvPr>
        </p:nvSpPr>
        <p:spPr>
          <a:xfrm>
            <a:off x="8902265" y="3134581"/>
            <a:ext cx="2381710" cy="357545"/>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 case of errors during build, make edits to shop in TAL / QOE</a:t>
            </a:r>
          </a:p>
        </p:txBody>
      </p:sp>
      <p:cxnSp>
        <p:nvCxnSpPr>
          <p:cNvPr id="102" name="Straight Arrow Connector 101">
            <a:extLst>
              <a:ext uri="{FF2B5EF4-FFF2-40B4-BE49-F238E27FC236}">
                <a16:creationId xmlns:a16="http://schemas.microsoft.com/office/drawing/2014/main" id="{EEABBD0E-26CC-F7F8-4BE4-706CDD9F1445}"/>
              </a:ext>
            </a:extLst>
          </p:cNvPr>
          <p:cNvCxnSpPr>
            <a:cxnSpLocks/>
          </p:cNvCxnSpPr>
          <p:nvPr/>
        </p:nvCxnSpPr>
        <p:spPr>
          <a:xfrm>
            <a:off x="10210944" y="2259337"/>
            <a:ext cx="0" cy="875244"/>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4" name="CustomIcon">
            <a:extLst>
              <a:ext uri="{FF2B5EF4-FFF2-40B4-BE49-F238E27FC236}">
                <a16:creationId xmlns:a16="http://schemas.microsoft.com/office/drawing/2014/main" id="{22841D8F-7A6E-FFF1-825E-429D4CEF6ECE}"/>
              </a:ext>
            </a:extLst>
          </p:cNvPr>
          <p:cNvPicPr>
            <a:picLocks noChangeAspect="1"/>
          </p:cNvPicPr>
          <p:nvPr>
            <p:custDataLst>
              <p:tags r:id="rId20"/>
            </p:custDataLst>
          </p:nvPr>
        </p:nvPicPr>
        <p:blipFill>
          <a:blip>
            <a:extLst>
              <a:ext uri="{96DAC541-7B7A-43D3-8B79-37D633B846F1}">
                <asvg:svgBlip xmlns:asvg="http://schemas.microsoft.com/office/drawing/2016/SVG/main" r:embed="rId59"/>
              </a:ext>
            </a:extLst>
          </a:blip>
          <a:stretch>
            <a:fillRect/>
          </a:stretch>
        </p:blipFill>
        <p:spPr>
          <a:xfrm>
            <a:off x="603326" y="2319285"/>
            <a:ext cx="183126" cy="183126"/>
          </a:xfrm>
          <a:prstGeom prst="rect">
            <a:avLst/>
          </a:prstGeom>
        </p:spPr>
      </p:pic>
      <p:sp>
        <p:nvSpPr>
          <p:cNvPr id="105" name="TextBox 104">
            <a:extLst>
              <a:ext uri="{FF2B5EF4-FFF2-40B4-BE49-F238E27FC236}">
                <a16:creationId xmlns:a16="http://schemas.microsoft.com/office/drawing/2014/main" id="{A126264A-B434-6E48-597E-3AE2D7311ECC}"/>
              </a:ext>
            </a:extLst>
          </p:cNvPr>
          <p:cNvSpPr txBox="1"/>
          <p:nvPr/>
        </p:nvSpPr>
        <p:spPr>
          <a:xfrm>
            <a:off x="571256" y="2552632"/>
            <a:ext cx="1022450" cy="49244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Incomplete information in the intake form / incorrect shop type decisions</a:t>
            </a:r>
          </a:p>
        </p:txBody>
      </p:sp>
      <p:sp>
        <p:nvSpPr>
          <p:cNvPr id="113" name="TextBox 112">
            <a:extLst>
              <a:ext uri="{FF2B5EF4-FFF2-40B4-BE49-F238E27FC236}">
                <a16:creationId xmlns:a16="http://schemas.microsoft.com/office/drawing/2014/main" id="{9051D716-CB06-579B-3D82-F0747B0574AF}"/>
              </a:ext>
            </a:extLst>
          </p:cNvPr>
          <p:cNvSpPr txBox="1">
            <a:spLocks/>
          </p:cNvSpPr>
          <p:nvPr>
            <p:custDataLst>
              <p:tags r:id="rId21"/>
            </p:custDataLst>
          </p:nvPr>
        </p:nvSpPr>
        <p:spPr>
          <a:xfrm>
            <a:off x="1818608" y="4644836"/>
            <a:ext cx="4798482" cy="221337"/>
          </a:xfrm>
          <a:prstGeom prst="roundRect">
            <a:avLst/>
          </a:prstGeom>
          <a:solidFill>
            <a:srgbClr val="D3DCFF"/>
          </a:solidFill>
          <a:ln w="9525">
            <a:solidFill>
              <a:schemeClr val="tx1"/>
            </a:solidFill>
            <a:prstDash val="solid"/>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Copy shops are created if the shop is a replica of earlier version</a:t>
            </a:r>
          </a:p>
        </p:txBody>
      </p:sp>
      <p:sp>
        <p:nvSpPr>
          <p:cNvPr id="125" name="TextBox 124">
            <a:extLst>
              <a:ext uri="{FF2B5EF4-FFF2-40B4-BE49-F238E27FC236}">
                <a16:creationId xmlns:a16="http://schemas.microsoft.com/office/drawing/2014/main" id="{F42625AF-F1DA-D92A-E78A-1D39F196B75D}"/>
              </a:ext>
            </a:extLst>
          </p:cNvPr>
          <p:cNvSpPr txBox="1">
            <a:spLocks/>
          </p:cNvSpPr>
          <p:nvPr/>
        </p:nvSpPr>
        <p:spPr>
          <a:xfrm>
            <a:off x="6869542" y="4220725"/>
            <a:ext cx="999276" cy="492443"/>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Design changes take time and ~10% MTS Plus need to be re-build as Traditional</a:t>
            </a:r>
          </a:p>
        </p:txBody>
      </p:sp>
      <p:pic>
        <p:nvPicPr>
          <p:cNvPr id="127" name="CustomIcon">
            <a:extLst>
              <a:ext uri="{FF2B5EF4-FFF2-40B4-BE49-F238E27FC236}">
                <a16:creationId xmlns:a16="http://schemas.microsoft.com/office/drawing/2014/main" id="{D20C7B89-2E90-96A5-FB50-669884269C9D}"/>
              </a:ext>
            </a:extLst>
          </p:cNvPr>
          <p:cNvPicPr>
            <a:picLocks noChangeAspect="1"/>
          </p:cNvPicPr>
          <p:nvPr>
            <p:custDataLst>
              <p:tags r:id="rId22"/>
            </p:custDataLst>
          </p:nvPr>
        </p:nvPicPr>
        <p:blipFill>
          <a:blip>
            <a:extLst>
              <a:ext uri="{96DAC541-7B7A-43D3-8B79-37D633B846F1}">
                <asvg:svgBlip xmlns:asvg="http://schemas.microsoft.com/office/drawing/2016/SVG/main" r:embed="rId59"/>
              </a:ext>
            </a:extLst>
          </a:blip>
          <a:stretch>
            <a:fillRect/>
          </a:stretch>
        </p:blipFill>
        <p:spPr>
          <a:xfrm>
            <a:off x="10167387" y="4934999"/>
            <a:ext cx="183126" cy="183126"/>
          </a:xfrm>
          <a:prstGeom prst="rect">
            <a:avLst/>
          </a:prstGeom>
        </p:spPr>
      </p:pic>
      <p:sp>
        <p:nvSpPr>
          <p:cNvPr id="128" name="TextBox 127">
            <a:extLst>
              <a:ext uri="{FF2B5EF4-FFF2-40B4-BE49-F238E27FC236}">
                <a16:creationId xmlns:a16="http://schemas.microsoft.com/office/drawing/2014/main" id="{671F29F3-1F13-F3BC-0070-099D64FD66DD}"/>
              </a:ext>
            </a:extLst>
          </p:cNvPr>
          <p:cNvSpPr txBox="1"/>
          <p:nvPr/>
        </p:nvSpPr>
        <p:spPr>
          <a:xfrm>
            <a:off x="10430412" y="4748793"/>
            <a:ext cx="1206851" cy="369332"/>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System fragmentation between TAL and QOE depending on shop type</a:t>
            </a:r>
          </a:p>
        </p:txBody>
      </p:sp>
      <p:pic>
        <p:nvPicPr>
          <p:cNvPr id="5" name="CustomIcon">
            <a:extLst>
              <a:ext uri="{FF2B5EF4-FFF2-40B4-BE49-F238E27FC236}">
                <a16:creationId xmlns:a16="http://schemas.microsoft.com/office/drawing/2014/main" id="{E1BA5803-9775-EBDD-5FDA-8D633EC520E6}"/>
              </a:ext>
            </a:extLst>
          </p:cNvPr>
          <p:cNvPicPr>
            <a:picLocks noChangeAspect="1"/>
          </p:cNvPicPr>
          <p:nvPr>
            <p:custDataLst>
              <p:tags r:id="rId23"/>
            </p:custDataLst>
          </p:nvPr>
        </p:nvPicPr>
        <p:blipFill>
          <a:blip>
            <a:extLst>
              <a:ext uri="{96DAC541-7B7A-43D3-8B79-37D633B846F1}">
                <asvg:svgBlip xmlns:asvg="http://schemas.microsoft.com/office/drawing/2016/SVG/main" r:embed="rId59"/>
              </a:ext>
            </a:extLst>
          </a:blip>
          <a:stretch>
            <a:fillRect/>
          </a:stretch>
        </p:blipFill>
        <p:spPr>
          <a:xfrm>
            <a:off x="6659255" y="3309148"/>
            <a:ext cx="183126" cy="183126"/>
          </a:xfrm>
          <a:prstGeom prst="rect">
            <a:avLst/>
          </a:prstGeom>
        </p:spPr>
      </p:pic>
      <p:sp>
        <p:nvSpPr>
          <p:cNvPr id="8" name="TextBox 7">
            <a:extLst>
              <a:ext uri="{FF2B5EF4-FFF2-40B4-BE49-F238E27FC236}">
                <a16:creationId xmlns:a16="http://schemas.microsoft.com/office/drawing/2014/main" id="{9775553A-50CA-8E5E-36F9-F3AD9A16BBF1}"/>
              </a:ext>
            </a:extLst>
          </p:cNvPr>
          <p:cNvSpPr txBox="1">
            <a:spLocks/>
          </p:cNvSpPr>
          <p:nvPr/>
        </p:nvSpPr>
        <p:spPr>
          <a:xfrm>
            <a:off x="6869542" y="3309148"/>
            <a:ext cx="999276" cy="492443"/>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System fragmentation between TAL and QOE depending on shop type</a:t>
            </a:r>
          </a:p>
        </p:txBody>
      </p:sp>
      <p:pic>
        <p:nvPicPr>
          <p:cNvPr id="14" name="CustomIcon">
            <a:extLst>
              <a:ext uri="{FF2B5EF4-FFF2-40B4-BE49-F238E27FC236}">
                <a16:creationId xmlns:a16="http://schemas.microsoft.com/office/drawing/2014/main" id="{D18FAD47-1F05-8B89-F004-7A4A64CFD477}"/>
              </a:ext>
            </a:extLst>
          </p:cNvPr>
          <p:cNvPicPr>
            <a:picLocks noChangeAspect="1"/>
          </p:cNvPicPr>
          <p:nvPr>
            <p:custDataLst>
              <p:tags r:id="rId24"/>
            </p:custDataLst>
          </p:nvPr>
        </p:nvPicPr>
        <p:blipFill>
          <a:blip>
            <a:extLst>
              <a:ext uri="{96DAC541-7B7A-43D3-8B79-37D633B846F1}">
                <asvg:svgBlip xmlns:asvg="http://schemas.microsoft.com/office/drawing/2016/SVG/main" r:embed="rId59"/>
              </a:ext>
            </a:extLst>
          </a:blip>
          <a:stretch>
            <a:fillRect/>
          </a:stretch>
        </p:blipFill>
        <p:spPr>
          <a:xfrm>
            <a:off x="7999768" y="4798161"/>
            <a:ext cx="183126" cy="183126"/>
          </a:xfrm>
          <a:prstGeom prst="rect">
            <a:avLst/>
          </a:prstGeom>
        </p:spPr>
      </p:pic>
      <p:sp>
        <p:nvSpPr>
          <p:cNvPr id="15" name="TextBox 14">
            <a:extLst>
              <a:ext uri="{FF2B5EF4-FFF2-40B4-BE49-F238E27FC236}">
                <a16:creationId xmlns:a16="http://schemas.microsoft.com/office/drawing/2014/main" id="{1B2C7611-A875-E15A-5473-001880044A58}"/>
              </a:ext>
            </a:extLst>
          </p:cNvPr>
          <p:cNvSpPr txBox="1"/>
          <p:nvPr/>
        </p:nvSpPr>
        <p:spPr>
          <a:xfrm>
            <a:off x="7999767" y="5050089"/>
            <a:ext cx="753949" cy="492443"/>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~15-20% of shops do not go live; lead goes cold</a:t>
            </a:r>
          </a:p>
        </p:txBody>
      </p:sp>
      <p:pic>
        <p:nvPicPr>
          <p:cNvPr id="28" name="CustomIcon">
            <a:extLst>
              <a:ext uri="{FF2B5EF4-FFF2-40B4-BE49-F238E27FC236}">
                <a16:creationId xmlns:a16="http://schemas.microsoft.com/office/drawing/2014/main" id="{0EDF4584-823D-D71E-E985-C3D481B740EC}"/>
              </a:ext>
            </a:extLst>
          </p:cNvPr>
          <p:cNvPicPr>
            <a:picLocks noChangeAspect="1"/>
          </p:cNvPicPr>
          <p:nvPr>
            <p:custDataLst>
              <p:tags r:id="rId25"/>
            </p:custDataLst>
          </p:nvPr>
        </p:nvPicPr>
        <p:blipFill>
          <a:blip>
            <a:extLst>
              <a:ext uri="{96DAC541-7B7A-43D3-8B79-37D633B846F1}">
                <asvg:svgBlip xmlns:asvg="http://schemas.microsoft.com/office/drawing/2016/SVG/main" r:embed="rId59"/>
              </a:ext>
            </a:extLst>
          </a:blip>
          <a:stretch>
            <a:fillRect/>
          </a:stretch>
        </p:blipFill>
        <p:spPr>
          <a:xfrm>
            <a:off x="6659255" y="4220725"/>
            <a:ext cx="183126" cy="183126"/>
          </a:xfrm>
          <a:prstGeom prst="rect">
            <a:avLst/>
          </a:prstGeom>
        </p:spPr>
      </p:pic>
      <p:grpSp>
        <p:nvGrpSpPr>
          <p:cNvPr id="61" name="Group 60">
            <a:extLst>
              <a:ext uri="{FF2B5EF4-FFF2-40B4-BE49-F238E27FC236}">
                <a16:creationId xmlns:a16="http://schemas.microsoft.com/office/drawing/2014/main" id="{30D8392D-7CF0-64B8-E70E-B1FC7EDBC29A}"/>
              </a:ext>
            </a:extLst>
          </p:cNvPr>
          <p:cNvGrpSpPr/>
          <p:nvPr>
            <p:custDataLst>
              <p:tags r:id="rId26"/>
            </p:custDataLst>
          </p:nvPr>
        </p:nvGrpSpPr>
        <p:grpSpPr>
          <a:xfrm>
            <a:off x="1723358" y="1360875"/>
            <a:ext cx="6594388" cy="360650"/>
            <a:chOff x="1723358" y="1244489"/>
            <a:chExt cx="6594388" cy="360650"/>
          </a:xfrm>
        </p:grpSpPr>
        <p:sp>
          <p:nvSpPr>
            <p:cNvPr id="32" name="Freeform: Shape 31">
              <a:extLst>
                <a:ext uri="{FF2B5EF4-FFF2-40B4-BE49-F238E27FC236}">
                  <a16:creationId xmlns:a16="http://schemas.microsoft.com/office/drawing/2014/main" id="{729ECB16-31B6-64AB-67AB-CB7FB99055E6}"/>
                </a:ext>
              </a:extLst>
            </p:cNvPr>
            <p:cNvSpPr/>
            <p:nvPr>
              <p:custDataLst>
                <p:tags r:id="rId53"/>
              </p:custDataLst>
            </p:nvPr>
          </p:nvSpPr>
          <p:spPr>
            <a:xfrm>
              <a:off x="1723358" y="1244489"/>
              <a:ext cx="6594388"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810797" y="0"/>
                  </a:lnTo>
                  <a:lnTo>
                    <a:pt x="1828800" y="457200"/>
                  </a:lnTo>
                  <a:lnTo>
                    <a:pt x="1810797" y="914400"/>
                  </a:lnTo>
                  <a:lnTo>
                    <a:pt x="0" y="914400"/>
                  </a:lnTo>
                  <a:lnTo>
                    <a:pt x="0"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33" name="TextBox 32">
              <a:extLst>
                <a:ext uri="{FF2B5EF4-FFF2-40B4-BE49-F238E27FC236}">
                  <a16:creationId xmlns:a16="http://schemas.microsoft.com/office/drawing/2014/main" id="{1A88AC15-DFF2-7030-5308-741AF32C93A3}"/>
                </a:ext>
              </a:extLst>
            </p:cNvPr>
            <p:cNvSpPr txBox="1"/>
            <p:nvPr>
              <p:custDataLst>
                <p:tags r:id="rId54"/>
              </p:custDataLst>
            </p:nvPr>
          </p:nvSpPr>
          <p:spPr>
            <a:xfrm>
              <a:off x="1786858" y="1269534"/>
              <a:ext cx="6465971"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err="1">
                  <a:ln>
                    <a:noFill/>
                  </a:ln>
                  <a:solidFill>
                    <a:srgbClr val="FFFFFF"/>
                  </a:solidFill>
                  <a:effectLst/>
                  <a:uLnTx/>
                  <a:uFillTx/>
                  <a:latin typeface="Arial"/>
                  <a:ea typeface="+mn-ea"/>
                  <a:cs typeface="Arial" panose="020B0604020202020204" pitchFamily="34" charset="0"/>
                </a:rPr>
                <a:t>i</a:t>
              </a: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 Shop creation (45-60+ minutes)</a:t>
              </a:r>
            </a:p>
          </p:txBody>
        </p:sp>
      </p:grpSp>
      <p:grpSp>
        <p:nvGrpSpPr>
          <p:cNvPr id="62" name="Group 61">
            <a:extLst>
              <a:ext uri="{FF2B5EF4-FFF2-40B4-BE49-F238E27FC236}">
                <a16:creationId xmlns:a16="http://schemas.microsoft.com/office/drawing/2014/main" id="{9BBC869E-850F-BB74-4DDA-17559A2E7D02}"/>
              </a:ext>
            </a:extLst>
          </p:cNvPr>
          <p:cNvGrpSpPr/>
          <p:nvPr>
            <p:custDataLst>
              <p:tags r:id="rId27"/>
            </p:custDataLst>
          </p:nvPr>
        </p:nvGrpSpPr>
        <p:grpSpPr>
          <a:xfrm>
            <a:off x="8317747" y="1360875"/>
            <a:ext cx="3319517" cy="360650"/>
            <a:chOff x="8317747" y="1244489"/>
            <a:chExt cx="3319517" cy="360650"/>
          </a:xfrm>
        </p:grpSpPr>
        <p:sp>
          <p:nvSpPr>
            <p:cNvPr id="50" name="Freeform: Shape 49">
              <a:extLst>
                <a:ext uri="{FF2B5EF4-FFF2-40B4-BE49-F238E27FC236}">
                  <a16:creationId xmlns:a16="http://schemas.microsoft.com/office/drawing/2014/main" id="{86AB9286-72D9-638C-D6FE-1F66888B021F}"/>
                </a:ext>
              </a:extLst>
            </p:cNvPr>
            <p:cNvSpPr/>
            <p:nvPr>
              <p:custDataLst>
                <p:tags r:id="rId51"/>
              </p:custDataLst>
            </p:nvPr>
          </p:nvSpPr>
          <p:spPr>
            <a:xfrm>
              <a:off x="8317747" y="1244489"/>
              <a:ext cx="3319517"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93036" y="0"/>
                  </a:lnTo>
                  <a:lnTo>
                    <a:pt x="1828800" y="457200"/>
                  </a:lnTo>
                  <a:lnTo>
                    <a:pt x="1793036" y="914400"/>
                  </a:lnTo>
                  <a:lnTo>
                    <a:pt x="0" y="914400"/>
                  </a:lnTo>
                  <a:lnTo>
                    <a:pt x="35764"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52" name="TextBox 51">
              <a:extLst>
                <a:ext uri="{FF2B5EF4-FFF2-40B4-BE49-F238E27FC236}">
                  <a16:creationId xmlns:a16="http://schemas.microsoft.com/office/drawing/2014/main" id="{40F3E794-903B-8103-830A-F6C27A019A7C}"/>
                </a:ext>
              </a:extLst>
            </p:cNvPr>
            <p:cNvSpPr txBox="1"/>
            <p:nvPr>
              <p:custDataLst>
                <p:tags r:id="rId52"/>
              </p:custDataLst>
            </p:nvPr>
          </p:nvSpPr>
          <p:spPr>
            <a:xfrm>
              <a:off x="8433464" y="1269534"/>
              <a:ext cx="3138883"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ii. Shop editing (ongoing, ~20 minutes per edit)</a:t>
              </a:r>
            </a:p>
          </p:txBody>
        </p:sp>
      </p:grpSp>
      <p:sp>
        <p:nvSpPr>
          <p:cNvPr id="67" name="TextBox 66">
            <a:extLst>
              <a:ext uri="{FF2B5EF4-FFF2-40B4-BE49-F238E27FC236}">
                <a16:creationId xmlns:a16="http://schemas.microsoft.com/office/drawing/2014/main" id="{EB612710-081F-70DE-0108-08DCBCFC5C34}"/>
              </a:ext>
            </a:extLst>
          </p:cNvPr>
          <p:cNvSpPr txBox="1">
            <a:spLocks/>
          </p:cNvSpPr>
          <p:nvPr/>
        </p:nvSpPr>
        <p:spPr>
          <a:xfrm>
            <a:off x="984572" y="1876254"/>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Pro</a:t>
            </a:r>
          </a:p>
        </p:txBody>
      </p:sp>
      <p:sp>
        <p:nvSpPr>
          <p:cNvPr id="73" name="TextBox 72">
            <a:extLst>
              <a:ext uri="{FF2B5EF4-FFF2-40B4-BE49-F238E27FC236}">
                <a16:creationId xmlns:a16="http://schemas.microsoft.com/office/drawing/2014/main" id="{12DF726C-66CC-DC4E-57E3-48A3848212F0}"/>
              </a:ext>
            </a:extLst>
          </p:cNvPr>
          <p:cNvSpPr txBox="1">
            <a:spLocks/>
          </p:cNvSpPr>
          <p:nvPr/>
        </p:nvSpPr>
        <p:spPr>
          <a:xfrm>
            <a:off x="984572" y="3198542"/>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MTS</a:t>
            </a:r>
          </a:p>
        </p:txBody>
      </p:sp>
      <p:sp>
        <p:nvSpPr>
          <p:cNvPr id="75" name="TextBox 74">
            <a:extLst>
              <a:ext uri="{FF2B5EF4-FFF2-40B4-BE49-F238E27FC236}">
                <a16:creationId xmlns:a16="http://schemas.microsoft.com/office/drawing/2014/main" id="{0915FB68-48CB-ECB2-9289-8EE62B4AFDC6}"/>
              </a:ext>
            </a:extLst>
          </p:cNvPr>
          <p:cNvSpPr txBox="1">
            <a:spLocks/>
          </p:cNvSpPr>
          <p:nvPr/>
        </p:nvSpPr>
        <p:spPr>
          <a:xfrm>
            <a:off x="984572" y="5455227"/>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SSR</a:t>
            </a:r>
          </a:p>
        </p:txBody>
      </p:sp>
      <p:sp>
        <p:nvSpPr>
          <p:cNvPr id="77" name="TextBox 76">
            <a:extLst>
              <a:ext uri="{FF2B5EF4-FFF2-40B4-BE49-F238E27FC236}">
                <a16:creationId xmlns:a16="http://schemas.microsoft.com/office/drawing/2014/main" id="{0913EDCB-F0B9-F380-1C7B-FD2005F61F4B}"/>
              </a:ext>
            </a:extLst>
          </p:cNvPr>
          <p:cNvSpPr txBox="1">
            <a:spLocks/>
          </p:cNvSpPr>
          <p:nvPr/>
        </p:nvSpPr>
        <p:spPr>
          <a:xfrm>
            <a:off x="984572" y="5866577"/>
            <a:ext cx="599949"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Other pods</a:t>
            </a:r>
          </a:p>
        </p:txBody>
      </p:sp>
      <p:pic>
        <p:nvPicPr>
          <p:cNvPr id="85" name="CustomIcon">
            <a:extLst>
              <a:ext uri="{FF2B5EF4-FFF2-40B4-BE49-F238E27FC236}">
                <a16:creationId xmlns:a16="http://schemas.microsoft.com/office/drawing/2014/main" id="{44C8FFD4-660F-DFA0-253A-8C023A0ABCAF}"/>
              </a:ext>
            </a:extLst>
          </p:cNvPr>
          <p:cNvPicPr>
            <a:picLocks/>
          </p:cNvPicPr>
          <p:nvPr>
            <p:custDataLst>
              <p:tags r:id="rId28"/>
            </p:custDataLst>
          </p:nvPr>
        </p:nvPicPr>
        <p:blipFill>
          <a:blip>
            <a:extLst>
              <a:ext uri="{96DAC541-7B7A-43D3-8B79-37D633B846F1}">
                <asvg:svgBlip xmlns:asvg="http://schemas.microsoft.com/office/drawing/2016/SVG/main" r:embed="rId60"/>
              </a:ext>
            </a:extLst>
          </a:blip>
          <a:stretch>
            <a:fillRect/>
          </a:stretch>
        </p:blipFill>
        <p:spPr>
          <a:xfrm>
            <a:off x="554736" y="1876254"/>
            <a:ext cx="353938" cy="353938"/>
          </a:xfrm>
          <a:prstGeom prst="rect">
            <a:avLst/>
          </a:prstGeom>
        </p:spPr>
      </p:pic>
      <p:pic>
        <p:nvPicPr>
          <p:cNvPr id="87" name="CustomIcon">
            <a:extLst>
              <a:ext uri="{FF2B5EF4-FFF2-40B4-BE49-F238E27FC236}">
                <a16:creationId xmlns:a16="http://schemas.microsoft.com/office/drawing/2014/main" id="{E17CADBE-1EB4-5E6C-E832-5E3ABF7025D6}"/>
              </a:ext>
            </a:extLst>
          </p:cNvPr>
          <p:cNvPicPr>
            <a:picLocks/>
          </p:cNvPicPr>
          <p:nvPr>
            <p:custDataLst>
              <p:tags r:id="rId29"/>
            </p:custDataLst>
          </p:nvPr>
        </p:nvPicPr>
        <p:blipFill>
          <a:blip>
            <a:extLst>
              <a:ext uri="{96DAC541-7B7A-43D3-8B79-37D633B846F1}">
                <asvg:svgBlip xmlns:asvg="http://schemas.microsoft.com/office/drawing/2016/SVG/main" r:embed="rId61"/>
              </a:ext>
            </a:extLst>
          </a:blip>
          <a:stretch>
            <a:fillRect/>
          </a:stretch>
        </p:blipFill>
        <p:spPr>
          <a:xfrm>
            <a:off x="554736" y="3198542"/>
            <a:ext cx="353938" cy="353938"/>
          </a:xfrm>
          <a:prstGeom prst="rect">
            <a:avLst/>
          </a:prstGeom>
        </p:spPr>
      </p:pic>
      <p:pic>
        <p:nvPicPr>
          <p:cNvPr id="89" name="CustomIcon">
            <a:extLst>
              <a:ext uri="{FF2B5EF4-FFF2-40B4-BE49-F238E27FC236}">
                <a16:creationId xmlns:a16="http://schemas.microsoft.com/office/drawing/2014/main" id="{96732F7D-FE01-4E51-5775-D9FA54E94E97}"/>
              </a:ext>
            </a:extLst>
          </p:cNvPr>
          <p:cNvPicPr>
            <a:picLocks/>
          </p:cNvPicPr>
          <p:nvPr>
            <p:custDataLst>
              <p:tags r:id="rId30"/>
            </p:custDataLst>
          </p:nvPr>
        </p:nvPicPr>
        <p:blipFill>
          <a:blip>
            <a:extLst>
              <a:ext uri="{96DAC541-7B7A-43D3-8B79-37D633B846F1}">
                <asvg:svgBlip xmlns:asvg="http://schemas.microsoft.com/office/drawing/2016/SVG/main" r:embed="rId62"/>
              </a:ext>
            </a:extLst>
          </a:blip>
          <a:stretch>
            <a:fillRect/>
          </a:stretch>
        </p:blipFill>
        <p:spPr>
          <a:xfrm>
            <a:off x="554736" y="5355202"/>
            <a:ext cx="353938" cy="353938"/>
          </a:xfrm>
          <a:prstGeom prst="rect">
            <a:avLst/>
          </a:prstGeom>
        </p:spPr>
      </p:pic>
      <p:pic>
        <p:nvPicPr>
          <p:cNvPr id="93" name="CustomIcon">
            <a:extLst>
              <a:ext uri="{FF2B5EF4-FFF2-40B4-BE49-F238E27FC236}">
                <a16:creationId xmlns:a16="http://schemas.microsoft.com/office/drawing/2014/main" id="{44D9C489-E519-B3AA-D89A-84A3C7733D47}"/>
              </a:ext>
            </a:extLst>
          </p:cNvPr>
          <p:cNvPicPr>
            <a:picLocks/>
          </p:cNvPicPr>
          <p:nvPr>
            <p:custDataLst>
              <p:tags r:id="rId31"/>
            </p:custDataLst>
          </p:nvPr>
        </p:nvPicPr>
        <p:blipFill>
          <a:blip>
            <a:extLst>
              <a:ext uri="{96DAC541-7B7A-43D3-8B79-37D633B846F1}">
                <asvg:svgBlip xmlns:asvg="http://schemas.microsoft.com/office/drawing/2016/SVG/main" r:embed="rId63"/>
              </a:ext>
            </a:extLst>
          </a:blip>
          <a:stretch>
            <a:fillRect/>
          </a:stretch>
        </p:blipFill>
        <p:spPr>
          <a:xfrm>
            <a:off x="554736" y="5866578"/>
            <a:ext cx="353938" cy="353938"/>
          </a:xfrm>
          <a:prstGeom prst="rect">
            <a:avLst/>
          </a:prstGeom>
        </p:spPr>
      </p:pic>
      <p:grpSp>
        <p:nvGrpSpPr>
          <p:cNvPr id="135" name="Group 134">
            <a:extLst>
              <a:ext uri="{FF2B5EF4-FFF2-40B4-BE49-F238E27FC236}">
                <a16:creationId xmlns:a16="http://schemas.microsoft.com/office/drawing/2014/main" id="{4C2041B7-EBB2-11B8-63FA-31638D1ADCE8}"/>
              </a:ext>
            </a:extLst>
          </p:cNvPr>
          <p:cNvGrpSpPr/>
          <p:nvPr/>
        </p:nvGrpSpPr>
        <p:grpSpPr>
          <a:xfrm>
            <a:off x="8429253" y="1112299"/>
            <a:ext cx="3208012" cy="182880"/>
            <a:chOff x="8429253" y="737035"/>
            <a:chExt cx="3208012" cy="182880"/>
          </a:xfrm>
        </p:grpSpPr>
        <p:grpSp>
          <p:nvGrpSpPr>
            <p:cNvPr id="136" name="Group 135">
              <a:extLst>
                <a:ext uri="{FF2B5EF4-FFF2-40B4-BE49-F238E27FC236}">
                  <a16:creationId xmlns:a16="http://schemas.microsoft.com/office/drawing/2014/main" id="{1A42FACC-6A9B-3B97-6BCF-65550FD5164F}"/>
                </a:ext>
              </a:extLst>
            </p:cNvPr>
            <p:cNvGrpSpPr/>
            <p:nvPr/>
          </p:nvGrpSpPr>
          <p:grpSpPr>
            <a:xfrm>
              <a:off x="9360336" y="751531"/>
              <a:ext cx="1147735" cy="153888"/>
              <a:chOff x="9436113" y="751531"/>
              <a:chExt cx="1147735" cy="153888"/>
            </a:xfrm>
          </p:grpSpPr>
          <p:sp>
            <p:nvSpPr>
              <p:cNvPr id="143" name="TextBox 142">
                <a:extLst>
                  <a:ext uri="{FF2B5EF4-FFF2-40B4-BE49-F238E27FC236}">
                    <a16:creationId xmlns:a16="http://schemas.microsoft.com/office/drawing/2014/main" id="{CD8B85F0-39C5-6B79-F67D-058B0D76C21C}"/>
                  </a:ext>
                </a:extLst>
              </p:cNvPr>
              <p:cNvSpPr txBox="1">
                <a:spLocks/>
              </p:cNvSpPr>
              <p:nvPr/>
            </p:nvSpPr>
            <p:spPr>
              <a:xfrm>
                <a:off x="9719829" y="751531"/>
                <a:ext cx="864019"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Sequential flow</a:t>
                </a:r>
              </a:p>
            </p:txBody>
          </p:sp>
          <p:cxnSp>
            <p:nvCxnSpPr>
              <p:cNvPr id="144" name="Straight Arrow Connector 143">
                <a:extLst>
                  <a:ext uri="{FF2B5EF4-FFF2-40B4-BE49-F238E27FC236}">
                    <a16:creationId xmlns:a16="http://schemas.microsoft.com/office/drawing/2014/main" id="{66CCC51A-D8EA-081C-F505-0C389BA8A75A}"/>
                  </a:ext>
                </a:extLst>
              </p:cNvPr>
              <p:cNvCxnSpPr>
                <a:cxnSpLocks/>
              </p:cNvCxnSpPr>
              <p:nvPr/>
            </p:nvCxnSpPr>
            <p:spPr>
              <a:xfrm>
                <a:off x="9436113" y="828475"/>
                <a:ext cx="230556" cy="0"/>
              </a:xfrm>
              <a:prstGeom prst="straightConnector1">
                <a:avLst/>
              </a:prstGeom>
              <a:ln w="6350" cmpd="sng">
                <a:solidFill>
                  <a:schemeClr val="tx1">
                    <a:lumMod val="50000"/>
                    <a:lumOff val="50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grpSp>
        <p:grpSp>
          <p:nvGrpSpPr>
            <p:cNvPr id="137" name="Group 136">
              <a:extLst>
                <a:ext uri="{FF2B5EF4-FFF2-40B4-BE49-F238E27FC236}">
                  <a16:creationId xmlns:a16="http://schemas.microsoft.com/office/drawing/2014/main" id="{B5DDF22D-6526-8B01-B9B6-D57A43C1D0FE}"/>
                </a:ext>
              </a:extLst>
            </p:cNvPr>
            <p:cNvGrpSpPr/>
            <p:nvPr/>
          </p:nvGrpSpPr>
          <p:grpSpPr>
            <a:xfrm>
              <a:off x="10637008" y="751531"/>
              <a:ext cx="1000257" cy="153888"/>
              <a:chOff x="10637008" y="751531"/>
              <a:chExt cx="1000257" cy="153888"/>
            </a:xfrm>
          </p:grpSpPr>
          <p:sp>
            <p:nvSpPr>
              <p:cNvPr id="141" name="TextBox 140">
                <a:extLst>
                  <a:ext uri="{FF2B5EF4-FFF2-40B4-BE49-F238E27FC236}">
                    <a16:creationId xmlns:a16="http://schemas.microsoft.com/office/drawing/2014/main" id="{7B5BD2EB-7E24-3CDC-B4EB-49A8A360118A}"/>
                  </a:ext>
                </a:extLst>
              </p:cNvPr>
              <p:cNvSpPr txBox="1">
                <a:spLocks/>
              </p:cNvSpPr>
              <p:nvPr/>
            </p:nvSpPr>
            <p:spPr>
              <a:xfrm>
                <a:off x="10920722" y="751531"/>
                <a:ext cx="716543"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Iterative flow</a:t>
                </a:r>
              </a:p>
            </p:txBody>
          </p:sp>
          <p:cxnSp>
            <p:nvCxnSpPr>
              <p:cNvPr id="142" name="Straight Arrow Connector 141">
                <a:extLst>
                  <a:ext uri="{FF2B5EF4-FFF2-40B4-BE49-F238E27FC236}">
                    <a16:creationId xmlns:a16="http://schemas.microsoft.com/office/drawing/2014/main" id="{0A35BAF8-64AC-C2A0-7A54-D0E98D215144}"/>
                  </a:ext>
                </a:extLst>
              </p:cNvPr>
              <p:cNvCxnSpPr>
                <a:cxnSpLocks/>
              </p:cNvCxnSpPr>
              <p:nvPr/>
            </p:nvCxnSpPr>
            <p:spPr>
              <a:xfrm>
                <a:off x="10637008" y="828475"/>
                <a:ext cx="230556" cy="0"/>
              </a:xfrm>
              <a:prstGeom prst="straightConnector1">
                <a:avLst/>
              </a:prstGeom>
              <a:ln w="6350" cmpd="sng">
                <a:solidFill>
                  <a:schemeClr val="bg1">
                    <a:lumMod val="50000"/>
                  </a:schemeClr>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grpSp>
        <p:grpSp>
          <p:nvGrpSpPr>
            <p:cNvPr id="138" name="Group 137">
              <a:extLst>
                <a:ext uri="{FF2B5EF4-FFF2-40B4-BE49-F238E27FC236}">
                  <a16:creationId xmlns:a16="http://schemas.microsoft.com/office/drawing/2014/main" id="{14C3D365-C2B8-E9F6-1DDB-BA5AAC2E9A70}"/>
                </a:ext>
              </a:extLst>
            </p:cNvPr>
            <p:cNvGrpSpPr/>
            <p:nvPr/>
          </p:nvGrpSpPr>
          <p:grpSpPr>
            <a:xfrm>
              <a:off x="8429253" y="737035"/>
              <a:ext cx="802147" cy="182880"/>
              <a:chOff x="8580806" y="737035"/>
              <a:chExt cx="802147" cy="182880"/>
            </a:xfrm>
          </p:grpSpPr>
          <p:sp>
            <p:nvSpPr>
              <p:cNvPr id="139" name="Legend1">
                <a:extLst>
                  <a:ext uri="{FF2B5EF4-FFF2-40B4-BE49-F238E27FC236}">
                    <a16:creationId xmlns:a16="http://schemas.microsoft.com/office/drawing/2014/main" id="{9D480662-1331-9B31-E968-727DA74D443D}"/>
                  </a:ext>
                </a:extLst>
              </p:cNvPr>
              <p:cNvSpPr txBox="1"/>
              <p:nvPr/>
            </p:nvSpPr>
            <p:spPr>
              <a:xfrm>
                <a:off x="8817092" y="751531"/>
                <a:ext cx="56586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Pain point</a:t>
                </a:r>
              </a:p>
            </p:txBody>
          </p:sp>
          <p:pic>
            <p:nvPicPr>
              <p:cNvPr id="140" name="CustomIcon">
                <a:extLst>
                  <a:ext uri="{FF2B5EF4-FFF2-40B4-BE49-F238E27FC236}">
                    <a16:creationId xmlns:a16="http://schemas.microsoft.com/office/drawing/2014/main" id="{9604E70F-1863-F5E3-67CB-6D008D6275F8}"/>
                  </a:ext>
                </a:extLst>
              </p:cNvPr>
              <p:cNvPicPr>
                <a:picLocks/>
              </p:cNvPicPr>
              <p:nvPr>
                <p:custDataLst>
                  <p:tags r:id="rId50"/>
                </p:custDataLst>
              </p:nvPr>
            </p:nvPicPr>
            <p:blipFill>
              <a:blip>
                <a:extLst>
                  <a:ext uri="{96DAC541-7B7A-43D3-8B79-37D633B846F1}">
                    <asvg:svgBlip xmlns:asvg="http://schemas.microsoft.com/office/drawing/2016/SVG/main" r:embed="rId59"/>
                  </a:ext>
                </a:extLst>
              </a:blip>
              <a:stretch>
                <a:fillRect/>
              </a:stretch>
            </p:blipFill>
            <p:spPr>
              <a:xfrm>
                <a:off x="8580806" y="737035"/>
                <a:ext cx="183126" cy="182880"/>
              </a:xfrm>
              <a:prstGeom prst="rect">
                <a:avLst/>
              </a:prstGeom>
            </p:spPr>
          </p:pic>
        </p:grpSp>
      </p:grpSp>
      <p:sp>
        <p:nvSpPr>
          <p:cNvPr id="3" name="TextBox 2">
            <a:extLst>
              <a:ext uri="{FF2B5EF4-FFF2-40B4-BE49-F238E27FC236}">
                <a16:creationId xmlns:a16="http://schemas.microsoft.com/office/drawing/2014/main" id="{BCFC7777-F359-4AAB-954F-1C1F196C3EED}"/>
              </a:ext>
            </a:extLst>
          </p:cNvPr>
          <p:cNvSpPr txBox="1">
            <a:spLocks/>
          </p:cNvSpPr>
          <p:nvPr>
            <p:custDataLst>
              <p:tags r:id="rId32"/>
            </p:custDataLst>
          </p:nvPr>
        </p:nvSpPr>
        <p:spPr>
          <a:xfrm>
            <a:off x="1818608" y="5411112"/>
            <a:ext cx="1748513" cy="221337"/>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If new client, set up account in SAP</a:t>
            </a:r>
          </a:p>
        </p:txBody>
      </p:sp>
      <p:sp>
        <p:nvSpPr>
          <p:cNvPr id="19" name="TrackerNumWhite 27">
            <a:extLst>
              <a:ext uri="{FF2B5EF4-FFF2-40B4-BE49-F238E27FC236}">
                <a16:creationId xmlns:a16="http://schemas.microsoft.com/office/drawing/2014/main" id="{986CF6A3-1CB5-F27A-2651-398487A1C457}"/>
              </a:ext>
            </a:extLst>
          </p:cNvPr>
          <p:cNvSpPr/>
          <p:nvPr>
            <p:custDataLst>
              <p:tags r:id="rId33"/>
            </p:custDataLst>
          </p:nvPr>
        </p:nvSpPr>
        <p:spPr>
          <a:xfrm>
            <a:off x="1642259" y="1781273"/>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1</a:t>
            </a:r>
          </a:p>
        </p:txBody>
      </p:sp>
      <p:sp>
        <p:nvSpPr>
          <p:cNvPr id="20" name="TrackerNumWhite 27">
            <a:extLst>
              <a:ext uri="{FF2B5EF4-FFF2-40B4-BE49-F238E27FC236}">
                <a16:creationId xmlns:a16="http://schemas.microsoft.com/office/drawing/2014/main" id="{44E60045-FE99-1A9D-8991-703971AD2937}"/>
              </a:ext>
            </a:extLst>
          </p:cNvPr>
          <p:cNvSpPr/>
          <p:nvPr>
            <p:custDataLst>
              <p:tags r:id="rId34"/>
            </p:custDataLst>
          </p:nvPr>
        </p:nvSpPr>
        <p:spPr>
          <a:xfrm>
            <a:off x="1642259" y="5314895"/>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1</a:t>
            </a:r>
          </a:p>
        </p:txBody>
      </p:sp>
      <p:sp>
        <p:nvSpPr>
          <p:cNvPr id="21" name="TrackerNumWhite 27">
            <a:extLst>
              <a:ext uri="{FF2B5EF4-FFF2-40B4-BE49-F238E27FC236}">
                <a16:creationId xmlns:a16="http://schemas.microsoft.com/office/drawing/2014/main" id="{51F96163-5E17-4C63-D9AF-C01700B91614}"/>
              </a:ext>
            </a:extLst>
          </p:cNvPr>
          <p:cNvSpPr/>
          <p:nvPr>
            <p:custDataLst>
              <p:tags r:id="rId35"/>
            </p:custDataLst>
          </p:nvPr>
        </p:nvSpPr>
        <p:spPr>
          <a:xfrm>
            <a:off x="1642259" y="2165110"/>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2A</a:t>
            </a:r>
          </a:p>
        </p:txBody>
      </p:sp>
      <p:sp>
        <p:nvSpPr>
          <p:cNvPr id="22" name="TrackerNumWhite 27">
            <a:extLst>
              <a:ext uri="{FF2B5EF4-FFF2-40B4-BE49-F238E27FC236}">
                <a16:creationId xmlns:a16="http://schemas.microsoft.com/office/drawing/2014/main" id="{481F93BA-EEAD-22BD-292C-20832D6E5A05}"/>
              </a:ext>
            </a:extLst>
          </p:cNvPr>
          <p:cNvSpPr/>
          <p:nvPr>
            <p:custDataLst>
              <p:tags r:id="rId36"/>
            </p:custDataLst>
          </p:nvPr>
        </p:nvSpPr>
        <p:spPr>
          <a:xfrm>
            <a:off x="1642259" y="256039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2B</a:t>
            </a:r>
          </a:p>
        </p:txBody>
      </p:sp>
      <p:sp>
        <p:nvSpPr>
          <p:cNvPr id="23" name="TrackerNumWhite 27">
            <a:extLst>
              <a:ext uri="{FF2B5EF4-FFF2-40B4-BE49-F238E27FC236}">
                <a16:creationId xmlns:a16="http://schemas.microsoft.com/office/drawing/2014/main" id="{BB3D8F3D-5B48-28F5-9153-A182B71C7B8A}"/>
              </a:ext>
            </a:extLst>
          </p:cNvPr>
          <p:cNvSpPr/>
          <p:nvPr>
            <p:custDataLst>
              <p:tags r:id="rId37"/>
            </p:custDataLst>
          </p:nvPr>
        </p:nvSpPr>
        <p:spPr>
          <a:xfrm>
            <a:off x="1642259" y="3127197"/>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3</a:t>
            </a:r>
          </a:p>
        </p:txBody>
      </p:sp>
      <p:sp>
        <p:nvSpPr>
          <p:cNvPr id="35" name="TrackerNumWhite 27">
            <a:extLst>
              <a:ext uri="{FF2B5EF4-FFF2-40B4-BE49-F238E27FC236}">
                <a16:creationId xmlns:a16="http://schemas.microsoft.com/office/drawing/2014/main" id="{090E7CCB-976E-55A7-6637-44FD73F738CC}"/>
              </a:ext>
            </a:extLst>
          </p:cNvPr>
          <p:cNvSpPr/>
          <p:nvPr>
            <p:custDataLst>
              <p:tags r:id="rId38"/>
            </p:custDataLst>
          </p:nvPr>
        </p:nvSpPr>
        <p:spPr>
          <a:xfrm>
            <a:off x="1642259" y="3945378"/>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4A</a:t>
            </a:r>
          </a:p>
        </p:txBody>
      </p:sp>
      <p:sp>
        <p:nvSpPr>
          <p:cNvPr id="36" name="TrackerNumWhite 27">
            <a:extLst>
              <a:ext uri="{FF2B5EF4-FFF2-40B4-BE49-F238E27FC236}">
                <a16:creationId xmlns:a16="http://schemas.microsoft.com/office/drawing/2014/main" id="{58C3250A-DFC9-1A80-A630-12474796B52B}"/>
              </a:ext>
            </a:extLst>
          </p:cNvPr>
          <p:cNvSpPr/>
          <p:nvPr>
            <p:custDataLst>
              <p:tags r:id="rId39"/>
            </p:custDataLst>
          </p:nvPr>
        </p:nvSpPr>
        <p:spPr>
          <a:xfrm>
            <a:off x="4172524" y="3945378"/>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4B</a:t>
            </a:r>
          </a:p>
        </p:txBody>
      </p:sp>
      <p:sp>
        <p:nvSpPr>
          <p:cNvPr id="37" name="TrackerNumWhite 27">
            <a:extLst>
              <a:ext uri="{FF2B5EF4-FFF2-40B4-BE49-F238E27FC236}">
                <a16:creationId xmlns:a16="http://schemas.microsoft.com/office/drawing/2014/main" id="{3F067600-BEC8-5733-EBC3-B21380A46E79}"/>
              </a:ext>
            </a:extLst>
          </p:cNvPr>
          <p:cNvSpPr/>
          <p:nvPr>
            <p:custDataLst>
              <p:tags r:id="rId40"/>
            </p:custDataLst>
          </p:nvPr>
        </p:nvSpPr>
        <p:spPr>
          <a:xfrm>
            <a:off x="1642259" y="4562711"/>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4C</a:t>
            </a:r>
          </a:p>
        </p:txBody>
      </p:sp>
      <p:sp>
        <p:nvSpPr>
          <p:cNvPr id="38" name="TrackerNumWhite 27">
            <a:extLst>
              <a:ext uri="{FF2B5EF4-FFF2-40B4-BE49-F238E27FC236}">
                <a16:creationId xmlns:a16="http://schemas.microsoft.com/office/drawing/2014/main" id="{F2C764B6-F6AA-D111-29C9-99AAC590C745}"/>
              </a:ext>
            </a:extLst>
          </p:cNvPr>
          <p:cNvSpPr/>
          <p:nvPr>
            <p:custDataLst>
              <p:tags r:id="rId41"/>
            </p:custDataLst>
          </p:nvPr>
        </p:nvSpPr>
        <p:spPr>
          <a:xfrm>
            <a:off x="2475571" y="4851039"/>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5</a:t>
            </a:r>
          </a:p>
        </p:txBody>
      </p:sp>
      <p:sp>
        <p:nvSpPr>
          <p:cNvPr id="42" name="TrackerNumWhite 27">
            <a:extLst>
              <a:ext uri="{FF2B5EF4-FFF2-40B4-BE49-F238E27FC236}">
                <a16:creationId xmlns:a16="http://schemas.microsoft.com/office/drawing/2014/main" id="{1B78205F-51B9-1EB0-0D0A-641DDEA6DD37}"/>
              </a:ext>
            </a:extLst>
          </p:cNvPr>
          <p:cNvSpPr/>
          <p:nvPr>
            <p:custDataLst>
              <p:tags r:id="rId42"/>
            </p:custDataLst>
          </p:nvPr>
        </p:nvSpPr>
        <p:spPr>
          <a:xfrm>
            <a:off x="6664474" y="1815413"/>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6</a:t>
            </a:r>
          </a:p>
        </p:txBody>
      </p:sp>
      <p:sp>
        <p:nvSpPr>
          <p:cNvPr id="44" name="TrackerNumWhite 27">
            <a:extLst>
              <a:ext uri="{FF2B5EF4-FFF2-40B4-BE49-F238E27FC236}">
                <a16:creationId xmlns:a16="http://schemas.microsoft.com/office/drawing/2014/main" id="{3B063C6E-CFAF-2338-829F-99CD6A36BCC0}"/>
              </a:ext>
            </a:extLst>
          </p:cNvPr>
          <p:cNvSpPr/>
          <p:nvPr>
            <p:custDataLst>
              <p:tags r:id="rId43"/>
            </p:custDataLst>
          </p:nvPr>
        </p:nvSpPr>
        <p:spPr>
          <a:xfrm>
            <a:off x="8740192" y="181286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8A</a:t>
            </a:r>
          </a:p>
        </p:txBody>
      </p:sp>
      <p:sp>
        <p:nvSpPr>
          <p:cNvPr id="47" name="TrackerNumWhite 27">
            <a:extLst>
              <a:ext uri="{FF2B5EF4-FFF2-40B4-BE49-F238E27FC236}">
                <a16:creationId xmlns:a16="http://schemas.microsoft.com/office/drawing/2014/main" id="{5797576F-BEA6-C0E3-6A50-BE6090C4092E}"/>
              </a:ext>
            </a:extLst>
          </p:cNvPr>
          <p:cNvSpPr/>
          <p:nvPr>
            <p:custDataLst>
              <p:tags r:id="rId44"/>
            </p:custDataLst>
          </p:nvPr>
        </p:nvSpPr>
        <p:spPr>
          <a:xfrm>
            <a:off x="8740192" y="3114905"/>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9A</a:t>
            </a:r>
          </a:p>
        </p:txBody>
      </p:sp>
      <p:sp>
        <p:nvSpPr>
          <p:cNvPr id="48" name="TrackerNumWhite 27">
            <a:extLst>
              <a:ext uri="{FF2B5EF4-FFF2-40B4-BE49-F238E27FC236}">
                <a16:creationId xmlns:a16="http://schemas.microsoft.com/office/drawing/2014/main" id="{BBF81415-8672-31DF-E28B-31CE64F15561}"/>
              </a:ext>
            </a:extLst>
          </p:cNvPr>
          <p:cNvSpPr/>
          <p:nvPr>
            <p:custDataLst>
              <p:tags r:id="rId45"/>
            </p:custDataLst>
          </p:nvPr>
        </p:nvSpPr>
        <p:spPr>
          <a:xfrm>
            <a:off x="8740192" y="523269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9B</a:t>
            </a:r>
          </a:p>
        </p:txBody>
      </p:sp>
      <p:sp>
        <p:nvSpPr>
          <p:cNvPr id="53" name="TrackerNumWhite 27">
            <a:extLst>
              <a:ext uri="{FF2B5EF4-FFF2-40B4-BE49-F238E27FC236}">
                <a16:creationId xmlns:a16="http://schemas.microsoft.com/office/drawing/2014/main" id="{2961436D-4A94-3041-7CE3-F36FB913BA6B}"/>
              </a:ext>
            </a:extLst>
          </p:cNvPr>
          <p:cNvSpPr/>
          <p:nvPr>
            <p:custDataLst>
              <p:tags r:id="rId46"/>
            </p:custDataLst>
          </p:nvPr>
        </p:nvSpPr>
        <p:spPr>
          <a:xfrm>
            <a:off x="8740192" y="5826271"/>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8B</a:t>
            </a:r>
          </a:p>
        </p:txBody>
      </p:sp>
      <p:sp>
        <p:nvSpPr>
          <p:cNvPr id="55" name="Legend1">
            <a:extLst>
              <a:ext uri="{FF2B5EF4-FFF2-40B4-BE49-F238E27FC236}">
                <a16:creationId xmlns:a16="http://schemas.microsoft.com/office/drawing/2014/main" id="{86E02285-9176-832A-2DBB-3B693D793367}"/>
              </a:ext>
            </a:extLst>
          </p:cNvPr>
          <p:cNvSpPr txBox="1"/>
          <p:nvPr/>
        </p:nvSpPr>
        <p:spPr>
          <a:xfrm>
            <a:off x="6952891" y="1122718"/>
            <a:ext cx="1332096"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Strong process in place</a:t>
            </a:r>
          </a:p>
        </p:txBody>
      </p:sp>
      <p:sp>
        <p:nvSpPr>
          <p:cNvPr id="56" name="Star: 5 Points 55">
            <a:extLst>
              <a:ext uri="{FF2B5EF4-FFF2-40B4-BE49-F238E27FC236}">
                <a16:creationId xmlns:a16="http://schemas.microsoft.com/office/drawing/2014/main" id="{8A993065-6B33-B431-7912-55DB2D7E0BA0}"/>
              </a:ext>
            </a:extLst>
          </p:cNvPr>
          <p:cNvSpPr>
            <a:spLocks/>
          </p:cNvSpPr>
          <p:nvPr/>
        </p:nvSpPr>
        <p:spPr>
          <a:xfrm>
            <a:off x="6716605" y="1108222"/>
            <a:ext cx="222660" cy="179067"/>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57" name="Legend1">
            <a:extLst>
              <a:ext uri="{FF2B5EF4-FFF2-40B4-BE49-F238E27FC236}">
                <a16:creationId xmlns:a16="http://schemas.microsoft.com/office/drawing/2014/main" id="{1D3D3EAB-EE08-FCE3-8B5E-906D12385C2B}"/>
              </a:ext>
            </a:extLst>
          </p:cNvPr>
          <p:cNvSpPr txBox="1"/>
          <p:nvPr/>
        </p:nvSpPr>
        <p:spPr>
          <a:xfrm>
            <a:off x="5221014" y="1122718"/>
            <a:ext cx="143629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Tech/vendor dependency</a:t>
            </a:r>
          </a:p>
        </p:txBody>
      </p:sp>
      <p:sp>
        <p:nvSpPr>
          <p:cNvPr id="58" name="Rectangle: Rounded Corners 57">
            <a:extLst>
              <a:ext uri="{FF2B5EF4-FFF2-40B4-BE49-F238E27FC236}">
                <a16:creationId xmlns:a16="http://schemas.microsoft.com/office/drawing/2014/main" id="{179F2862-9AFF-B3EF-9DD9-6E8F83EB62AF}"/>
              </a:ext>
            </a:extLst>
          </p:cNvPr>
          <p:cNvSpPr>
            <a:spLocks/>
          </p:cNvSpPr>
          <p:nvPr/>
        </p:nvSpPr>
        <p:spPr>
          <a:xfrm>
            <a:off x="4958095" y="1108222"/>
            <a:ext cx="201168" cy="179067"/>
          </a:xfrm>
          <a:prstGeom prst="round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59" name="Star: 5 Points 58">
            <a:extLst>
              <a:ext uri="{FF2B5EF4-FFF2-40B4-BE49-F238E27FC236}">
                <a16:creationId xmlns:a16="http://schemas.microsoft.com/office/drawing/2014/main" id="{207878A6-80AC-020B-50E8-49D9ACF9A374}"/>
              </a:ext>
            </a:extLst>
          </p:cNvPr>
          <p:cNvSpPr>
            <a:spLocks/>
          </p:cNvSpPr>
          <p:nvPr/>
        </p:nvSpPr>
        <p:spPr>
          <a:xfrm>
            <a:off x="8259131" y="3369640"/>
            <a:ext cx="222660" cy="179067"/>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72" name="Star: 5 Points 71">
            <a:extLst>
              <a:ext uri="{FF2B5EF4-FFF2-40B4-BE49-F238E27FC236}">
                <a16:creationId xmlns:a16="http://schemas.microsoft.com/office/drawing/2014/main" id="{A01AC241-D189-A4B2-E41C-BCEFCFCFEE08}"/>
              </a:ext>
            </a:extLst>
          </p:cNvPr>
          <p:cNvSpPr>
            <a:spLocks/>
          </p:cNvSpPr>
          <p:nvPr/>
        </p:nvSpPr>
        <p:spPr>
          <a:xfrm>
            <a:off x="7980001" y="5582956"/>
            <a:ext cx="222660" cy="179067"/>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74" name="TextBox 73">
            <a:extLst>
              <a:ext uri="{FF2B5EF4-FFF2-40B4-BE49-F238E27FC236}">
                <a16:creationId xmlns:a16="http://schemas.microsoft.com/office/drawing/2014/main" id="{44489A7C-5750-1E0F-CC73-CFC3ED755942}"/>
              </a:ext>
            </a:extLst>
          </p:cNvPr>
          <p:cNvSpPr txBox="1"/>
          <p:nvPr/>
        </p:nvSpPr>
        <p:spPr>
          <a:xfrm>
            <a:off x="8021060" y="5829917"/>
            <a:ext cx="753949" cy="492443"/>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Reduction in shop builds solely for demo needs </a:t>
            </a:r>
          </a:p>
        </p:txBody>
      </p:sp>
      <p:sp>
        <p:nvSpPr>
          <p:cNvPr id="76" name="Star: 5 Points 75">
            <a:extLst>
              <a:ext uri="{FF2B5EF4-FFF2-40B4-BE49-F238E27FC236}">
                <a16:creationId xmlns:a16="http://schemas.microsoft.com/office/drawing/2014/main" id="{1D3C726A-0602-9213-A72C-11145EE581F1}"/>
              </a:ext>
            </a:extLst>
          </p:cNvPr>
          <p:cNvSpPr>
            <a:spLocks/>
          </p:cNvSpPr>
          <p:nvPr/>
        </p:nvSpPr>
        <p:spPr>
          <a:xfrm>
            <a:off x="644672" y="3693962"/>
            <a:ext cx="222660" cy="179067"/>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81" name="TextBox 80">
            <a:extLst>
              <a:ext uri="{FF2B5EF4-FFF2-40B4-BE49-F238E27FC236}">
                <a16:creationId xmlns:a16="http://schemas.microsoft.com/office/drawing/2014/main" id="{418C3C52-7244-5E41-6E85-D664B0D11CDD}"/>
              </a:ext>
            </a:extLst>
          </p:cNvPr>
          <p:cNvSpPr txBox="1">
            <a:spLocks/>
          </p:cNvSpPr>
          <p:nvPr/>
        </p:nvSpPr>
        <p:spPr>
          <a:xfrm>
            <a:off x="629284" y="3922592"/>
            <a:ext cx="999276" cy="369332"/>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TAL has streamlined process and made shop builds easier</a:t>
            </a:r>
          </a:p>
        </p:txBody>
      </p:sp>
      <p:pic>
        <p:nvPicPr>
          <p:cNvPr id="84" name="CustomIcon">
            <a:extLst>
              <a:ext uri="{FF2B5EF4-FFF2-40B4-BE49-F238E27FC236}">
                <a16:creationId xmlns:a16="http://schemas.microsoft.com/office/drawing/2014/main" id="{156D7A2D-136C-1586-A6E4-B3359DABD552}"/>
              </a:ext>
            </a:extLst>
          </p:cNvPr>
          <p:cNvPicPr>
            <a:picLocks noChangeAspect="1"/>
          </p:cNvPicPr>
          <p:nvPr>
            <p:custDataLst>
              <p:tags r:id="rId47"/>
            </p:custDataLst>
          </p:nvPr>
        </p:nvPicPr>
        <p:blipFill>
          <a:blip>
            <a:extLst>
              <a:ext uri="{96DAC541-7B7A-43D3-8B79-37D633B846F1}">
                <asvg:svgBlip xmlns:asvg="http://schemas.microsoft.com/office/drawing/2016/SVG/main" r:embed="rId59"/>
              </a:ext>
            </a:extLst>
          </a:blip>
          <a:stretch>
            <a:fillRect/>
          </a:stretch>
        </p:blipFill>
        <p:spPr>
          <a:xfrm>
            <a:off x="639517" y="4352046"/>
            <a:ext cx="183126" cy="183126"/>
          </a:xfrm>
          <a:prstGeom prst="rect">
            <a:avLst/>
          </a:prstGeom>
        </p:spPr>
      </p:pic>
      <p:sp>
        <p:nvSpPr>
          <p:cNvPr id="86" name="TextBox 85">
            <a:extLst>
              <a:ext uri="{FF2B5EF4-FFF2-40B4-BE49-F238E27FC236}">
                <a16:creationId xmlns:a16="http://schemas.microsoft.com/office/drawing/2014/main" id="{64A62937-8FCB-F850-0B5B-BFD068AD7CAA}"/>
              </a:ext>
            </a:extLst>
          </p:cNvPr>
          <p:cNvSpPr txBox="1">
            <a:spLocks/>
          </p:cNvSpPr>
          <p:nvPr/>
        </p:nvSpPr>
        <p:spPr>
          <a:xfrm>
            <a:off x="629283" y="4575735"/>
            <a:ext cx="1012505" cy="246221"/>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Build process is still repetitive and manual </a:t>
            </a:r>
          </a:p>
        </p:txBody>
      </p:sp>
      <p:sp>
        <p:nvSpPr>
          <p:cNvPr id="88" name="TrackerNumWhite 27">
            <a:extLst>
              <a:ext uri="{FF2B5EF4-FFF2-40B4-BE49-F238E27FC236}">
                <a16:creationId xmlns:a16="http://schemas.microsoft.com/office/drawing/2014/main" id="{403095C9-E760-6324-91F6-BD75D1D41C19}"/>
              </a:ext>
            </a:extLst>
          </p:cNvPr>
          <p:cNvSpPr/>
          <p:nvPr>
            <p:custDataLst>
              <p:tags r:id="rId48"/>
            </p:custDataLst>
          </p:nvPr>
        </p:nvSpPr>
        <p:spPr>
          <a:xfrm>
            <a:off x="1593706" y="5805315"/>
            <a:ext cx="647839" cy="221337"/>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Ongoing</a:t>
            </a:r>
          </a:p>
        </p:txBody>
      </p:sp>
      <p:sp>
        <p:nvSpPr>
          <p:cNvPr id="9" name="TrackerNumWhite 27">
            <a:extLst>
              <a:ext uri="{FF2B5EF4-FFF2-40B4-BE49-F238E27FC236}">
                <a16:creationId xmlns:a16="http://schemas.microsoft.com/office/drawing/2014/main" id="{1CD1B8C2-5F54-FB92-CC4E-B8F73E3B97EB}"/>
              </a:ext>
            </a:extLst>
          </p:cNvPr>
          <p:cNvSpPr/>
          <p:nvPr>
            <p:custDataLst>
              <p:tags r:id="rId49"/>
            </p:custDataLst>
          </p:nvPr>
        </p:nvSpPr>
        <p:spPr>
          <a:xfrm>
            <a:off x="7949499" y="1815413"/>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7</a:t>
            </a:r>
          </a:p>
        </p:txBody>
      </p:sp>
      <p:sp>
        <p:nvSpPr>
          <p:cNvPr id="27" name="Subtitle 26">
            <a:extLst>
              <a:ext uri="{FF2B5EF4-FFF2-40B4-BE49-F238E27FC236}">
                <a16:creationId xmlns:a16="http://schemas.microsoft.com/office/drawing/2014/main" id="{2483C0D2-BF07-A958-DDDE-EE3B2FED0233}"/>
              </a:ext>
            </a:extLst>
          </p:cNvPr>
          <p:cNvSpPr>
            <a:spLocks noGrp="1"/>
          </p:cNvSpPr>
          <p:nvPr>
            <p:ph type="subTitle" idx="1"/>
          </p:nvPr>
        </p:nvSpPr>
        <p:spPr>
          <a:xfrm>
            <a:off x="554736" y="791423"/>
            <a:ext cx="11082528" cy="246221"/>
          </a:xfrm>
          <a:noFill/>
          <a:ln/>
          <a:extLst>
            <a:ext uri="{909E8E84-426E-40DD-AFC4-6F175D3DCCD1}">
              <a14:hiddenFill xmlns:a14="http://schemas.microsoft.com/office/drawing/2010/main">
                <a:solidFill>
                  <a:srgbClr val="FFFFFF"/>
                </a:solidFill>
              </a14:hiddenFill>
            </a:ext>
          </a:extLst>
        </p:spPr>
        <p:txBody>
          <a:bodyPr>
            <a:spAutoFit/>
          </a:bodyPr>
          <a:lstStyle/>
          <a:p>
            <a:pPr marL="3175" lvl="1" indent="0">
              <a:buNone/>
            </a:pPr>
            <a:r>
              <a:rPr lang="en-US"/>
              <a:t>Standard process with collaboration between FSP – MTS pod to build shop</a:t>
            </a:r>
          </a:p>
        </p:txBody>
      </p:sp>
    </p:spTree>
    <p:extLst>
      <p:ext uri="{BB962C8B-B14F-4D97-AF65-F5344CB8AC3E}">
        <p14:creationId xmlns:p14="http://schemas.microsoft.com/office/powerpoint/2010/main" val="25049684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13084-DB07-EA96-6D5F-5E40662FEFB6}"/>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ADCA515E-557E-753F-806D-E8F77A953A15}"/>
              </a:ext>
            </a:extLst>
          </p:cNvPr>
          <p:cNvGraphicFramePr>
            <a:graphicFrameLocks noChangeAspect="1"/>
          </p:cNvGraphicFramePr>
          <p:nvPr>
            <p:custDataLst>
              <p:tags r:id="rId1"/>
            </p:custDataLst>
            <p:extLst>
              <p:ext uri="{D42A27DB-BD31-4B8C-83A1-F6EECF244321}">
                <p14:modId xmlns:p14="http://schemas.microsoft.com/office/powerpoint/2010/main" val="373740397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9" imgW="404" imgH="405" progId="TCLayout.ActiveDocument.1">
                  <p:embed/>
                </p:oleObj>
              </mc:Choice>
              <mc:Fallback>
                <p:oleObj name="think-cell Slide" r:id="rId49" imgW="404" imgH="405" progId="TCLayout.ActiveDocument.1">
                  <p:embed/>
                  <p:pic>
                    <p:nvPicPr>
                      <p:cNvPr id="6" name="Object 2" hidden="1">
                        <a:extLst>
                          <a:ext uri="{FF2B5EF4-FFF2-40B4-BE49-F238E27FC236}">
                            <a16:creationId xmlns:a16="http://schemas.microsoft.com/office/drawing/2014/main" id="{ADCA515E-557E-753F-806D-E8F77A953A15}"/>
                          </a:ext>
                        </a:extLst>
                      </p:cNvPr>
                      <p:cNvPicPr/>
                      <p:nvPr/>
                    </p:nvPicPr>
                    <p:blipFill>
                      <a:blip r:embed="rId50"/>
                      <a:stretch>
                        <a:fillRect/>
                      </a:stretch>
                    </p:blipFill>
                    <p:spPr>
                      <a:xfrm>
                        <a:off x="1588" y="1588"/>
                        <a:ext cx="1588" cy="1588"/>
                      </a:xfrm>
                      <a:prstGeom prst="rect">
                        <a:avLst/>
                      </a:prstGeom>
                    </p:spPr>
                  </p:pic>
                </p:oleObj>
              </mc:Fallback>
            </mc:AlternateContent>
          </a:graphicData>
        </a:graphic>
      </p:graphicFrame>
      <p:cxnSp>
        <p:nvCxnSpPr>
          <p:cNvPr id="12" name="Straight Arrow Connector 11">
            <a:extLst>
              <a:ext uri="{FF2B5EF4-FFF2-40B4-BE49-F238E27FC236}">
                <a16:creationId xmlns:a16="http://schemas.microsoft.com/office/drawing/2014/main" id="{CE25EA86-4EDA-B7F8-8397-FD752FC22768}"/>
              </a:ext>
            </a:extLst>
          </p:cNvPr>
          <p:cNvCxnSpPr>
            <a:cxnSpLocks/>
          </p:cNvCxnSpPr>
          <p:nvPr/>
        </p:nvCxnSpPr>
        <p:spPr>
          <a:xfrm>
            <a:off x="2162509" y="2125413"/>
            <a:ext cx="0" cy="3285699"/>
          </a:xfrm>
          <a:prstGeom prst="straightConnector1">
            <a:avLst/>
          </a:prstGeom>
          <a:ln w="6350" cap="flat">
            <a:solidFill>
              <a:schemeClr val="tx1">
                <a:lumMod val="50000"/>
                <a:lumOff val="50000"/>
              </a:schemeClr>
            </a:solidFill>
            <a:prstDash val="dash"/>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2. Slide Title">
            <a:extLst>
              <a:ext uri="{FF2B5EF4-FFF2-40B4-BE49-F238E27FC236}">
                <a16:creationId xmlns:a16="http://schemas.microsoft.com/office/drawing/2014/main" id="{7231655D-92BC-B528-EFCC-3A7970AC806D}"/>
              </a:ext>
            </a:extLst>
          </p:cNvPr>
          <p:cNvSpPr>
            <a:spLocks noGrp="1"/>
          </p:cNvSpPr>
          <p:nvPr>
            <p:ph type="title"/>
            <p:custDataLst>
              <p:tags r:id="rId2"/>
            </p:custDataLst>
          </p:nvPr>
        </p:nvSpPr>
        <p:spPr>
          <a:xfrm>
            <a:off x="554736" y="390175"/>
            <a:ext cx="11082528" cy="357790"/>
          </a:xfrm>
          <a:noFill/>
          <a:ln/>
          <a:extLst>
            <a:ext uri="{909E8E84-426E-40DD-AFC4-6F175D3DCCD1}">
              <a14:hiddenFill xmlns:a14="http://schemas.microsoft.com/office/drawing/2010/main">
                <a:solidFill>
                  <a:srgbClr val="FFFFFF"/>
                </a:solidFill>
              </a14:hiddenFill>
            </a:ext>
          </a:extLst>
        </p:spPr>
        <p:txBody>
          <a:bodyPr vert="horz">
            <a:noAutofit/>
          </a:bodyPr>
          <a:lstStyle/>
          <a:p>
            <a:r>
              <a:rPr lang="en-US" dirty="0"/>
              <a:t>B. </a:t>
            </a:r>
            <a:r>
              <a:rPr lang="en-US" i="1" dirty="0"/>
              <a:t>MTS Operations: </a:t>
            </a:r>
            <a:r>
              <a:rPr lang="en-US" dirty="0"/>
              <a:t>FSP process flow </a:t>
            </a:r>
          </a:p>
        </p:txBody>
      </p:sp>
      <p:sp>
        <p:nvSpPr>
          <p:cNvPr id="17" name="TextBox 16">
            <a:extLst>
              <a:ext uri="{FF2B5EF4-FFF2-40B4-BE49-F238E27FC236}">
                <a16:creationId xmlns:a16="http://schemas.microsoft.com/office/drawing/2014/main" id="{79F69C85-7759-CAE8-3BE8-F7D5E44EFE56}"/>
              </a:ext>
            </a:extLst>
          </p:cNvPr>
          <p:cNvSpPr txBox="1"/>
          <p:nvPr/>
        </p:nvSpPr>
        <p:spPr>
          <a:xfrm>
            <a:off x="554736" y="1413748"/>
            <a:ext cx="1029785"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Key stakeholders  </a:t>
            </a:r>
          </a:p>
        </p:txBody>
      </p:sp>
      <p:cxnSp>
        <p:nvCxnSpPr>
          <p:cNvPr id="18" name="LineBasicDefault 37">
            <a:extLst>
              <a:ext uri="{FF2B5EF4-FFF2-40B4-BE49-F238E27FC236}">
                <a16:creationId xmlns:a16="http://schemas.microsoft.com/office/drawing/2014/main" id="{4D1FE336-E1C1-A9FC-41AD-9606DC0107F1}"/>
              </a:ext>
            </a:extLst>
          </p:cNvPr>
          <p:cNvCxnSpPr>
            <a:cxnSpLocks/>
          </p:cNvCxnSpPr>
          <p:nvPr>
            <p:custDataLst>
              <p:tags r:id="rId3"/>
            </p:custDataLst>
          </p:nvPr>
        </p:nvCxnSpPr>
        <p:spPr>
          <a:xfrm>
            <a:off x="554736" y="1769858"/>
            <a:ext cx="1108252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735374C9-2550-C4C7-A257-5838808682F2}"/>
              </a:ext>
            </a:extLst>
          </p:cNvPr>
          <p:cNvSpPr txBox="1">
            <a:spLocks/>
          </p:cNvSpPr>
          <p:nvPr>
            <p:custDataLst>
              <p:tags r:id="rId4"/>
            </p:custDataLst>
          </p:nvPr>
        </p:nvSpPr>
        <p:spPr>
          <a:xfrm>
            <a:off x="8884666" y="1901792"/>
            <a:ext cx="2381710" cy="357545"/>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Notified of editing requests from customer (e.g., design, selection changes) before shop close</a:t>
            </a:r>
          </a:p>
        </p:txBody>
      </p:sp>
      <p:cxnSp>
        <p:nvCxnSpPr>
          <p:cNvPr id="54" name="Straight Arrow Connector 53">
            <a:extLst>
              <a:ext uri="{FF2B5EF4-FFF2-40B4-BE49-F238E27FC236}">
                <a16:creationId xmlns:a16="http://schemas.microsoft.com/office/drawing/2014/main" id="{255D4266-C4C8-28F7-07DA-CC975E427CB3}"/>
              </a:ext>
            </a:extLst>
          </p:cNvPr>
          <p:cNvCxnSpPr>
            <a:cxnSpLocks/>
            <a:stCxn id="49" idx="2"/>
            <a:endCxn id="109" idx="0"/>
          </p:cNvCxnSpPr>
          <p:nvPr/>
        </p:nvCxnSpPr>
        <p:spPr>
          <a:xfrm>
            <a:off x="10075521" y="2259337"/>
            <a:ext cx="0" cy="2999365"/>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0" name="GreyLineContentSeparatorDefault 69">
            <a:extLst>
              <a:ext uri="{FF2B5EF4-FFF2-40B4-BE49-F238E27FC236}">
                <a16:creationId xmlns:a16="http://schemas.microsoft.com/office/drawing/2014/main" id="{7CB46F69-04A3-E414-E871-166D9D6D7FAD}"/>
              </a:ext>
            </a:extLst>
          </p:cNvPr>
          <p:cNvCxnSpPr>
            <a:cxnSpLocks/>
          </p:cNvCxnSpPr>
          <p:nvPr>
            <p:custDataLst>
              <p:tags r:id="rId5"/>
            </p:custDataLst>
          </p:nvPr>
        </p:nvCxnSpPr>
        <p:spPr>
          <a:xfrm>
            <a:off x="554736" y="5809518"/>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1" name="GreyLineContentSeparatorDefault 69">
            <a:extLst>
              <a:ext uri="{FF2B5EF4-FFF2-40B4-BE49-F238E27FC236}">
                <a16:creationId xmlns:a16="http://schemas.microsoft.com/office/drawing/2014/main" id="{2A2DBAEF-E334-F5DF-FA9D-966A6827CCFB}"/>
              </a:ext>
            </a:extLst>
          </p:cNvPr>
          <p:cNvCxnSpPr>
            <a:cxnSpLocks/>
          </p:cNvCxnSpPr>
          <p:nvPr>
            <p:custDataLst>
              <p:tags r:id="rId6"/>
            </p:custDataLst>
          </p:nvPr>
        </p:nvCxnSpPr>
        <p:spPr>
          <a:xfrm>
            <a:off x="554736" y="5201638"/>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28EFFB38-9983-17D0-DA9A-362F9BA279F2}"/>
              </a:ext>
            </a:extLst>
          </p:cNvPr>
          <p:cNvCxnSpPr>
            <a:cxnSpLocks/>
          </p:cNvCxnSpPr>
          <p:nvPr/>
        </p:nvCxnSpPr>
        <p:spPr>
          <a:xfrm>
            <a:off x="2318926" y="4406106"/>
            <a:ext cx="0" cy="1589943"/>
          </a:xfrm>
          <a:prstGeom prst="straightConnector1">
            <a:avLst/>
          </a:prstGeom>
          <a:ln w="6350" cap="flat">
            <a:solidFill>
              <a:schemeClr val="tx1"/>
            </a:solidFill>
            <a:miter lim="800000"/>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a:extLst>
              <a:ext uri="{FF2B5EF4-FFF2-40B4-BE49-F238E27FC236}">
                <a16:creationId xmlns:a16="http://schemas.microsoft.com/office/drawing/2014/main" id="{8B70D97E-3A8F-8F31-7E3F-ADB298C74408}"/>
              </a:ext>
            </a:extLst>
          </p:cNvPr>
          <p:cNvCxnSpPr>
            <a:cxnSpLocks/>
          </p:cNvCxnSpPr>
          <p:nvPr/>
        </p:nvCxnSpPr>
        <p:spPr>
          <a:xfrm rot="10800000" flipV="1">
            <a:off x="2980253" y="3540573"/>
            <a:ext cx="1236357" cy="296037"/>
          </a:xfrm>
          <a:prstGeom prst="bentConnector2">
            <a:avLst/>
          </a:prstGeom>
          <a:ln w="6350" cmpd="sng">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109" name="TextBox 108">
            <a:extLst>
              <a:ext uri="{FF2B5EF4-FFF2-40B4-BE49-F238E27FC236}">
                <a16:creationId xmlns:a16="http://schemas.microsoft.com/office/drawing/2014/main" id="{C686B511-4A50-7E9A-7C6E-4E8AF02E5A95}"/>
              </a:ext>
            </a:extLst>
          </p:cNvPr>
          <p:cNvSpPr txBox="1">
            <a:spLocks/>
          </p:cNvSpPr>
          <p:nvPr>
            <p:custDataLst>
              <p:tags r:id="rId7"/>
            </p:custDataLst>
          </p:nvPr>
        </p:nvSpPr>
        <p:spPr>
          <a:xfrm>
            <a:off x="8884666" y="5258702"/>
            <a:ext cx="2381710" cy="493752"/>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Provide admin support  (e.g., add item, delete out-of-stock item, adjust shop dates, etc.) and directly implement changes to shop</a:t>
            </a:r>
          </a:p>
        </p:txBody>
      </p:sp>
      <p:sp>
        <p:nvSpPr>
          <p:cNvPr id="25" name="TextBox 24">
            <a:extLst>
              <a:ext uri="{FF2B5EF4-FFF2-40B4-BE49-F238E27FC236}">
                <a16:creationId xmlns:a16="http://schemas.microsoft.com/office/drawing/2014/main" id="{301E0023-C75D-B812-EEBD-D41AE9EFA37E}"/>
              </a:ext>
            </a:extLst>
          </p:cNvPr>
          <p:cNvSpPr txBox="1">
            <a:spLocks/>
          </p:cNvSpPr>
          <p:nvPr>
            <p:custDataLst>
              <p:tags r:id="rId8"/>
            </p:custDataLst>
          </p:nvPr>
        </p:nvSpPr>
        <p:spPr>
          <a:xfrm>
            <a:off x="1818608" y="1904076"/>
            <a:ext cx="1748513" cy="221337"/>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If new client, set up account in SAP</a:t>
            </a:r>
          </a:p>
        </p:txBody>
      </p:sp>
      <p:sp>
        <p:nvSpPr>
          <p:cNvPr id="39" name="TextBox 38">
            <a:extLst>
              <a:ext uri="{FF2B5EF4-FFF2-40B4-BE49-F238E27FC236}">
                <a16:creationId xmlns:a16="http://schemas.microsoft.com/office/drawing/2014/main" id="{CE4043F5-8F1B-A11E-6067-28F877505CAC}"/>
              </a:ext>
            </a:extLst>
          </p:cNvPr>
          <p:cNvSpPr txBox="1">
            <a:spLocks/>
          </p:cNvSpPr>
          <p:nvPr>
            <p:custDataLst>
              <p:tags r:id="rId9"/>
            </p:custDataLst>
          </p:nvPr>
        </p:nvSpPr>
        <p:spPr>
          <a:xfrm>
            <a:off x="1818608" y="3835812"/>
            <a:ext cx="2396446" cy="570294"/>
          </a:xfrm>
          <a:prstGeom prst="roundRect">
            <a:avLst/>
          </a:prstGeom>
          <a:solidFill>
            <a:srgbClr val="D3DCFF"/>
          </a:solidFill>
          <a:ln w="9525">
            <a:solidFill>
              <a:schemeClr val="tx1"/>
            </a:solidFill>
            <a:prstDash val="solid"/>
          </a:ln>
        </p:spPr>
        <p:txBody>
          <a:bodyPr vert="horz" wrap="square" lIns="38100" tIns="38100" rIns="38100" bIns="3810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For MTS Plus, shop is built entirely in TAL incl. product selection (limited breadth), artwork selection (from templates), and costing (decorator cost changes not allowed)</a:t>
            </a:r>
          </a:p>
        </p:txBody>
      </p:sp>
      <p:sp>
        <p:nvSpPr>
          <p:cNvPr id="40" name="TextBox 39">
            <a:extLst>
              <a:ext uri="{FF2B5EF4-FFF2-40B4-BE49-F238E27FC236}">
                <a16:creationId xmlns:a16="http://schemas.microsoft.com/office/drawing/2014/main" id="{97034595-C6E3-96AD-57AA-94BF68FD2782}"/>
              </a:ext>
            </a:extLst>
          </p:cNvPr>
          <p:cNvSpPr txBox="1">
            <a:spLocks/>
          </p:cNvSpPr>
          <p:nvPr>
            <p:custDataLst>
              <p:tags r:id="rId10"/>
            </p:custDataLst>
          </p:nvPr>
        </p:nvSpPr>
        <p:spPr>
          <a:xfrm>
            <a:off x="4310680" y="3835812"/>
            <a:ext cx="2306410" cy="570294"/>
          </a:xfrm>
          <a:prstGeom prst="roundRect">
            <a:avLst/>
          </a:prstGeom>
          <a:solidFill>
            <a:srgbClr val="D3DCFF"/>
          </a:solidFill>
          <a:ln w="9525">
            <a:solidFill>
              <a:schemeClr val="tx1"/>
            </a:solidFill>
            <a:prstDash val="solid"/>
          </a:ln>
        </p:spPr>
        <p:txBody>
          <a:bodyPr vert="horz" wrap="square" lIns="38100" tIns="38100" rIns="38100" bIns="3810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For Traditional MTS, shop is built initially in TAL and completed in QOE. </a:t>
            </a:r>
            <a:r>
              <a:rPr kumimoji="0" lang="en-US" sz="800" b="0"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Addn</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customizations available for shipping, margins, artwork and additions of NSPs </a:t>
            </a:r>
          </a:p>
        </p:txBody>
      </p:sp>
      <p:sp>
        <p:nvSpPr>
          <p:cNvPr id="45" name="TextBox 44">
            <a:extLst>
              <a:ext uri="{FF2B5EF4-FFF2-40B4-BE49-F238E27FC236}">
                <a16:creationId xmlns:a16="http://schemas.microsoft.com/office/drawing/2014/main" id="{785F0184-A735-AB1B-E3DC-BBFECB6E5CB0}"/>
              </a:ext>
            </a:extLst>
          </p:cNvPr>
          <p:cNvSpPr txBox="1">
            <a:spLocks/>
          </p:cNvSpPr>
          <p:nvPr>
            <p:custDataLst>
              <p:tags r:id="rId11"/>
            </p:custDataLst>
          </p:nvPr>
        </p:nvSpPr>
        <p:spPr>
          <a:xfrm>
            <a:off x="2586384" y="4923237"/>
            <a:ext cx="5127399" cy="221337"/>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Approve shop</a:t>
            </a:r>
          </a:p>
        </p:txBody>
      </p:sp>
      <p:sp>
        <p:nvSpPr>
          <p:cNvPr id="7" name="TextBox 6">
            <a:extLst>
              <a:ext uri="{FF2B5EF4-FFF2-40B4-BE49-F238E27FC236}">
                <a16:creationId xmlns:a16="http://schemas.microsoft.com/office/drawing/2014/main" id="{176AD79F-7165-8061-81E6-8A69627C4F41}"/>
              </a:ext>
            </a:extLst>
          </p:cNvPr>
          <p:cNvSpPr txBox="1">
            <a:spLocks/>
          </p:cNvSpPr>
          <p:nvPr>
            <p:custDataLst>
              <p:tags r:id="rId12"/>
            </p:custDataLst>
          </p:nvPr>
        </p:nvSpPr>
        <p:spPr>
          <a:xfrm>
            <a:off x="1818608" y="2443892"/>
            <a:ext cx="4798482" cy="936427"/>
          </a:xfrm>
          <a:prstGeom prst="roundRect">
            <a:avLst/>
          </a:prstGeom>
          <a:solidFill>
            <a:schemeClr val="bg1"/>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Make a decision on shop type (MTS Plus vs Traditional) based on multiple criteria (e.g., print type, shipping destination, product requirements, delivery timelines, customizations) </a:t>
            </a: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This decision establishes the system pathway (TAL only for MTS Plus, TAL + QOE for Traditional) and defines the operational approach for remainder of build process</a:t>
            </a: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p>
        </p:txBody>
      </p:sp>
      <p:cxnSp>
        <p:nvCxnSpPr>
          <p:cNvPr id="60" name="Straight Arrow Connector 59">
            <a:extLst>
              <a:ext uri="{FF2B5EF4-FFF2-40B4-BE49-F238E27FC236}">
                <a16:creationId xmlns:a16="http://schemas.microsoft.com/office/drawing/2014/main" id="{581CAEDF-FE0F-ED84-9B11-C3BFC2654AE2}"/>
              </a:ext>
            </a:extLst>
          </p:cNvPr>
          <p:cNvCxnSpPr>
            <a:cxnSpLocks/>
            <a:endCxn id="40" idx="0"/>
          </p:cNvCxnSpPr>
          <p:nvPr/>
        </p:nvCxnSpPr>
        <p:spPr>
          <a:xfrm>
            <a:off x="4215056" y="3534941"/>
            <a:ext cx="1248829" cy="300871"/>
          </a:xfrm>
          <a:prstGeom prst="bentConnector2">
            <a:avLst/>
          </a:prstGeom>
          <a:ln w="6350" cmpd="sng">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64" name="Straight Arrow Connector 63">
            <a:extLst>
              <a:ext uri="{FF2B5EF4-FFF2-40B4-BE49-F238E27FC236}">
                <a16:creationId xmlns:a16="http://schemas.microsoft.com/office/drawing/2014/main" id="{41AFBEE8-FA00-90A2-5DE0-BED1C39990C2}"/>
              </a:ext>
            </a:extLst>
          </p:cNvPr>
          <p:cNvCxnSpPr>
            <a:cxnSpLocks/>
            <a:stCxn id="39" idx="2"/>
          </p:cNvCxnSpPr>
          <p:nvPr/>
        </p:nvCxnSpPr>
        <p:spPr>
          <a:xfrm flipH="1">
            <a:off x="3016829" y="4406106"/>
            <a:ext cx="2" cy="509114"/>
          </a:xfrm>
          <a:prstGeom prst="straightConnector1">
            <a:avLst/>
          </a:prstGeom>
          <a:ln w="6350" cmpd="sng">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D26E78CD-4B22-5802-1BC6-951CEDBFDE0E}"/>
              </a:ext>
            </a:extLst>
          </p:cNvPr>
          <p:cNvCxnSpPr>
            <a:cxnSpLocks/>
            <a:stCxn id="40" idx="2"/>
          </p:cNvCxnSpPr>
          <p:nvPr/>
        </p:nvCxnSpPr>
        <p:spPr>
          <a:xfrm>
            <a:off x="5463885" y="4406106"/>
            <a:ext cx="0" cy="509114"/>
          </a:xfrm>
          <a:prstGeom prst="straightConnector1">
            <a:avLst/>
          </a:prstGeom>
          <a:ln w="6350" cmpd="sng">
            <a:solidFill>
              <a:schemeClr val="tx1"/>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78" name="TextBox 77">
            <a:extLst>
              <a:ext uri="{FF2B5EF4-FFF2-40B4-BE49-F238E27FC236}">
                <a16:creationId xmlns:a16="http://schemas.microsoft.com/office/drawing/2014/main" id="{C9DC7353-D18B-F9D0-26FE-90363B8D6A7B}"/>
              </a:ext>
            </a:extLst>
          </p:cNvPr>
          <p:cNvSpPr txBox="1">
            <a:spLocks/>
          </p:cNvSpPr>
          <p:nvPr>
            <p:custDataLst>
              <p:tags r:id="rId13"/>
            </p:custDataLst>
          </p:nvPr>
        </p:nvSpPr>
        <p:spPr>
          <a:xfrm>
            <a:off x="1818608" y="5996049"/>
            <a:ext cx="2665200" cy="357545"/>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Purchasing pod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updates costs on SAP which flows through to all systems</a:t>
            </a:r>
          </a:p>
        </p:txBody>
      </p:sp>
      <p:sp>
        <p:nvSpPr>
          <p:cNvPr id="79" name="Rectangle 78">
            <a:extLst>
              <a:ext uri="{FF2B5EF4-FFF2-40B4-BE49-F238E27FC236}">
                <a16:creationId xmlns:a16="http://schemas.microsoft.com/office/drawing/2014/main" id="{77DED599-1F59-339B-8CE3-B7A8D768E106}"/>
              </a:ext>
            </a:extLst>
          </p:cNvPr>
          <p:cNvSpPr/>
          <p:nvPr/>
        </p:nvSpPr>
        <p:spPr>
          <a:xfrm>
            <a:off x="7949649" y="1833688"/>
            <a:ext cx="854185" cy="4526639"/>
          </a:xfrm>
          <a:prstGeom prst="rect">
            <a:avLst/>
          </a:prstGeom>
          <a:solidFill>
            <a:schemeClr val="bg2">
              <a:lumMod val="9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0000"/>
                </a:solidFill>
                <a:effectLst/>
                <a:uLnTx/>
                <a:uFillTx/>
                <a:latin typeface="Arial"/>
                <a:ea typeface="+mn-ea"/>
                <a:cs typeface="+mn-cs"/>
              </a:rPr>
              <a:t>Shop goes live through bot once approved; MTS pod hands off to Sales Pro + SSR</a:t>
            </a:r>
          </a:p>
        </p:txBody>
      </p:sp>
      <p:sp>
        <p:nvSpPr>
          <p:cNvPr id="80" name="TextBox 79">
            <a:extLst>
              <a:ext uri="{FF2B5EF4-FFF2-40B4-BE49-F238E27FC236}">
                <a16:creationId xmlns:a16="http://schemas.microsoft.com/office/drawing/2014/main" id="{DB978E34-E6F4-C4F3-D076-6D5F11260F8C}"/>
              </a:ext>
            </a:extLst>
          </p:cNvPr>
          <p:cNvSpPr txBox="1">
            <a:spLocks/>
          </p:cNvSpPr>
          <p:nvPr>
            <p:custDataLst>
              <p:tags r:id="rId14"/>
            </p:custDataLst>
          </p:nvPr>
        </p:nvSpPr>
        <p:spPr>
          <a:xfrm>
            <a:off x="8884666" y="5866577"/>
            <a:ext cx="2381710" cy="357545"/>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care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is notified of editing requests from customer post shop closing </a:t>
            </a:r>
          </a:p>
        </p:txBody>
      </p:sp>
      <p:cxnSp>
        <p:nvCxnSpPr>
          <p:cNvPr id="82" name="Straight Arrow Connector 81">
            <a:extLst>
              <a:ext uri="{FF2B5EF4-FFF2-40B4-BE49-F238E27FC236}">
                <a16:creationId xmlns:a16="http://schemas.microsoft.com/office/drawing/2014/main" id="{DA4FA293-DC84-1CFD-86D5-F3A234B5FF72}"/>
              </a:ext>
            </a:extLst>
          </p:cNvPr>
          <p:cNvCxnSpPr>
            <a:cxnSpLocks/>
          </p:cNvCxnSpPr>
          <p:nvPr/>
        </p:nvCxnSpPr>
        <p:spPr>
          <a:xfrm>
            <a:off x="10093120" y="5729553"/>
            <a:ext cx="0" cy="191157"/>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A7AA45E2-951E-27FC-3F47-67CB42AA7F78}"/>
              </a:ext>
            </a:extLst>
          </p:cNvPr>
          <p:cNvSpPr txBox="1">
            <a:spLocks/>
          </p:cNvSpPr>
          <p:nvPr>
            <p:custDataLst>
              <p:tags r:id="rId15"/>
            </p:custDataLst>
          </p:nvPr>
        </p:nvSpPr>
        <p:spPr>
          <a:xfrm>
            <a:off x="8902265" y="3134581"/>
            <a:ext cx="2381710" cy="357545"/>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 case of errors during build, make edits to shop in TAL / QOE</a:t>
            </a:r>
          </a:p>
        </p:txBody>
      </p:sp>
      <p:cxnSp>
        <p:nvCxnSpPr>
          <p:cNvPr id="102" name="Straight Arrow Connector 101">
            <a:extLst>
              <a:ext uri="{FF2B5EF4-FFF2-40B4-BE49-F238E27FC236}">
                <a16:creationId xmlns:a16="http://schemas.microsoft.com/office/drawing/2014/main" id="{13A5BC83-8129-12AD-2A20-A1FC42ABB656}"/>
              </a:ext>
            </a:extLst>
          </p:cNvPr>
          <p:cNvCxnSpPr>
            <a:cxnSpLocks/>
          </p:cNvCxnSpPr>
          <p:nvPr/>
        </p:nvCxnSpPr>
        <p:spPr>
          <a:xfrm>
            <a:off x="10210944" y="2259337"/>
            <a:ext cx="0" cy="875244"/>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4" name="CustomIcon">
            <a:extLst>
              <a:ext uri="{FF2B5EF4-FFF2-40B4-BE49-F238E27FC236}">
                <a16:creationId xmlns:a16="http://schemas.microsoft.com/office/drawing/2014/main" id="{64111515-C094-4FFF-59E7-BFE3F51411D8}"/>
              </a:ext>
            </a:extLst>
          </p:cNvPr>
          <p:cNvPicPr>
            <a:picLocks noChangeAspect="1"/>
          </p:cNvPicPr>
          <p:nvPr>
            <p:custDataLst>
              <p:tags r:id="rId16"/>
            </p:custDataLst>
          </p:nvPr>
        </p:nvPicPr>
        <p:blipFill>
          <a:blip>
            <a:extLst>
              <a:ext uri="{96DAC541-7B7A-43D3-8B79-37D633B846F1}">
                <asvg:svgBlip xmlns:asvg="http://schemas.microsoft.com/office/drawing/2016/SVG/main" r:embed="rId51"/>
              </a:ext>
            </a:extLst>
          </a:blip>
          <a:stretch>
            <a:fillRect/>
          </a:stretch>
        </p:blipFill>
        <p:spPr>
          <a:xfrm>
            <a:off x="4809564" y="3146217"/>
            <a:ext cx="183126" cy="183126"/>
          </a:xfrm>
          <a:prstGeom prst="rect">
            <a:avLst/>
          </a:prstGeom>
        </p:spPr>
      </p:pic>
      <p:sp>
        <p:nvSpPr>
          <p:cNvPr id="105" name="TextBox 104">
            <a:extLst>
              <a:ext uri="{FF2B5EF4-FFF2-40B4-BE49-F238E27FC236}">
                <a16:creationId xmlns:a16="http://schemas.microsoft.com/office/drawing/2014/main" id="{C745DAC9-F0DE-27FB-4077-35C1F87C477D}"/>
              </a:ext>
            </a:extLst>
          </p:cNvPr>
          <p:cNvSpPr txBox="1"/>
          <p:nvPr/>
        </p:nvSpPr>
        <p:spPr>
          <a:xfrm>
            <a:off x="5047833" y="3170070"/>
            <a:ext cx="1497205" cy="12311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Incorrect shop type decisions</a:t>
            </a:r>
          </a:p>
        </p:txBody>
      </p:sp>
      <p:sp>
        <p:nvSpPr>
          <p:cNvPr id="113" name="TextBox 112">
            <a:extLst>
              <a:ext uri="{FF2B5EF4-FFF2-40B4-BE49-F238E27FC236}">
                <a16:creationId xmlns:a16="http://schemas.microsoft.com/office/drawing/2014/main" id="{FA073241-A1A9-BB5A-C00A-4024B234B5F1}"/>
              </a:ext>
            </a:extLst>
          </p:cNvPr>
          <p:cNvSpPr txBox="1">
            <a:spLocks/>
          </p:cNvSpPr>
          <p:nvPr>
            <p:custDataLst>
              <p:tags r:id="rId17"/>
            </p:custDataLst>
          </p:nvPr>
        </p:nvSpPr>
        <p:spPr>
          <a:xfrm>
            <a:off x="1818608" y="4557373"/>
            <a:ext cx="4798482" cy="221337"/>
          </a:xfrm>
          <a:prstGeom prst="roundRect">
            <a:avLst/>
          </a:prstGeom>
          <a:solidFill>
            <a:srgbClr val="D3DCFF"/>
          </a:solidFill>
          <a:ln w="9525">
            <a:solidFill>
              <a:schemeClr val="tx1"/>
            </a:solidFill>
            <a:prstDash val="solid"/>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Copy shops are created if the shop is a replica of earlier version</a:t>
            </a:r>
          </a:p>
        </p:txBody>
      </p:sp>
      <p:sp>
        <p:nvSpPr>
          <p:cNvPr id="125" name="TextBox 124">
            <a:extLst>
              <a:ext uri="{FF2B5EF4-FFF2-40B4-BE49-F238E27FC236}">
                <a16:creationId xmlns:a16="http://schemas.microsoft.com/office/drawing/2014/main" id="{D85A8001-18AC-6507-2170-07328322427C}"/>
              </a:ext>
            </a:extLst>
          </p:cNvPr>
          <p:cNvSpPr txBox="1">
            <a:spLocks/>
          </p:cNvSpPr>
          <p:nvPr/>
        </p:nvSpPr>
        <p:spPr>
          <a:xfrm>
            <a:off x="6869542" y="4387700"/>
            <a:ext cx="999276" cy="492443"/>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Design changes take time and ~10% MTS Plus need to be re-build as Traditional</a:t>
            </a:r>
          </a:p>
        </p:txBody>
      </p:sp>
      <p:pic>
        <p:nvPicPr>
          <p:cNvPr id="127" name="CustomIcon">
            <a:extLst>
              <a:ext uri="{FF2B5EF4-FFF2-40B4-BE49-F238E27FC236}">
                <a16:creationId xmlns:a16="http://schemas.microsoft.com/office/drawing/2014/main" id="{AA1F4DA5-43BF-C863-C205-6587063F3800}"/>
              </a:ext>
            </a:extLst>
          </p:cNvPr>
          <p:cNvPicPr>
            <a:picLocks noChangeAspect="1"/>
          </p:cNvPicPr>
          <p:nvPr>
            <p:custDataLst>
              <p:tags r:id="rId18"/>
            </p:custDataLst>
          </p:nvPr>
        </p:nvPicPr>
        <p:blipFill>
          <a:blip>
            <a:extLst>
              <a:ext uri="{96DAC541-7B7A-43D3-8B79-37D633B846F1}">
                <asvg:svgBlip xmlns:asvg="http://schemas.microsoft.com/office/drawing/2016/SVG/main" r:embed="rId51"/>
              </a:ext>
            </a:extLst>
          </a:blip>
          <a:stretch>
            <a:fillRect/>
          </a:stretch>
        </p:blipFill>
        <p:spPr>
          <a:xfrm>
            <a:off x="10167387" y="4934999"/>
            <a:ext cx="183126" cy="183126"/>
          </a:xfrm>
          <a:prstGeom prst="rect">
            <a:avLst/>
          </a:prstGeom>
        </p:spPr>
      </p:pic>
      <p:sp>
        <p:nvSpPr>
          <p:cNvPr id="128" name="TextBox 127">
            <a:extLst>
              <a:ext uri="{FF2B5EF4-FFF2-40B4-BE49-F238E27FC236}">
                <a16:creationId xmlns:a16="http://schemas.microsoft.com/office/drawing/2014/main" id="{C925F331-9BB4-293B-F473-F922AD43F584}"/>
              </a:ext>
            </a:extLst>
          </p:cNvPr>
          <p:cNvSpPr txBox="1"/>
          <p:nvPr/>
        </p:nvSpPr>
        <p:spPr>
          <a:xfrm>
            <a:off x="10430412" y="4748793"/>
            <a:ext cx="1206851" cy="369332"/>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System fragmentation between TAL and QOE depending on shop type</a:t>
            </a:r>
          </a:p>
        </p:txBody>
      </p:sp>
      <p:pic>
        <p:nvPicPr>
          <p:cNvPr id="5" name="CustomIcon">
            <a:extLst>
              <a:ext uri="{FF2B5EF4-FFF2-40B4-BE49-F238E27FC236}">
                <a16:creationId xmlns:a16="http://schemas.microsoft.com/office/drawing/2014/main" id="{91D9CECD-DA30-03D7-08FF-11B399F6B0BE}"/>
              </a:ext>
            </a:extLst>
          </p:cNvPr>
          <p:cNvPicPr>
            <a:picLocks noChangeAspect="1"/>
          </p:cNvPicPr>
          <p:nvPr>
            <p:custDataLst>
              <p:tags r:id="rId19"/>
            </p:custDataLst>
          </p:nvPr>
        </p:nvPicPr>
        <p:blipFill>
          <a:blip>
            <a:extLst>
              <a:ext uri="{96DAC541-7B7A-43D3-8B79-37D633B846F1}">
                <asvg:svgBlip xmlns:asvg="http://schemas.microsoft.com/office/drawing/2016/SVG/main" r:embed="rId51"/>
              </a:ext>
            </a:extLst>
          </a:blip>
          <a:stretch>
            <a:fillRect/>
          </a:stretch>
        </p:blipFill>
        <p:spPr>
          <a:xfrm>
            <a:off x="6659255" y="3810081"/>
            <a:ext cx="183126" cy="183126"/>
          </a:xfrm>
          <a:prstGeom prst="rect">
            <a:avLst/>
          </a:prstGeom>
        </p:spPr>
      </p:pic>
      <p:sp>
        <p:nvSpPr>
          <p:cNvPr id="8" name="TextBox 7">
            <a:extLst>
              <a:ext uri="{FF2B5EF4-FFF2-40B4-BE49-F238E27FC236}">
                <a16:creationId xmlns:a16="http://schemas.microsoft.com/office/drawing/2014/main" id="{16BBC0C5-0516-E3B5-B60B-17604703FAFE}"/>
              </a:ext>
            </a:extLst>
          </p:cNvPr>
          <p:cNvSpPr txBox="1">
            <a:spLocks/>
          </p:cNvSpPr>
          <p:nvPr/>
        </p:nvSpPr>
        <p:spPr>
          <a:xfrm>
            <a:off x="6869542" y="3810081"/>
            <a:ext cx="999276" cy="492443"/>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System fragmentation between TAL and QOE depending on shop type</a:t>
            </a:r>
          </a:p>
        </p:txBody>
      </p:sp>
      <p:pic>
        <p:nvPicPr>
          <p:cNvPr id="14" name="CustomIcon">
            <a:extLst>
              <a:ext uri="{FF2B5EF4-FFF2-40B4-BE49-F238E27FC236}">
                <a16:creationId xmlns:a16="http://schemas.microsoft.com/office/drawing/2014/main" id="{710BC06F-4B52-B18F-3F5E-24618D42F9C9}"/>
              </a:ext>
            </a:extLst>
          </p:cNvPr>
          <p:cNvPicPr>
            <a:picLocks noChangeAspect="1"/>
          </p:cNvPicPr>
          <p:nvPr>
            <p:custDataLst>
              <p:tags r:id="rId20"/>
            </p:custDataLst>
          </p:nvPr>
        </p:nvPicPr>
        <p:blipFill>
          <a:blip>
            <a:extLst>
              <a:ext uri="{96DAC541-7B7A-43D3-8B79-37D633B846F1}">
                <asvg:svgBlip xmlns:asvg="http://schemas.microsoft.com/office/drawing/2016/SVG/main" r:embed="rId51"/>
              </a:ext>
            </a:extLst>
          </a:blip>
          <a:stretch>
            <a:fillRect/>
          </a:stretch>
        </p:blipFill>
        <p:spPr>
          <a:xfrm>
            <a:off x="7999768" y="4798161"/>
            <a:ext cx="183126" cy="183126"/>
          </a:xfrm>
          <a:prstGeom prst="rect">
            <a:avLst/>
          </a:prstGeom>
        </p:spPr>
      </p:pic>
      <p:sp>
        <p:nvSpPr>
          <p:cNvPr id="15" name="TextBox 14">
            <a:extLst>
              <a:ext uri="{FF2B5EF4-FFF2-40B4-BE49-F238E27FC236}">
                <a16:creationId xmlns:a16="http://schemas.microsoft.com/office/drawing/2014/main" id="{7511DF67-EDCF-678F-DF22-F5CE196C1A3F}"/>
              </a:ext>
            </a:extLst>
          </p:cNvPr>
          <p:cNvSpPr txBox="1"/>
          <p:nvPr/>
        </p:nvSpPr>
        <p:spPr>
          <a:xfrm>
            <a:off x="7999767" y="5050089"/>
            <a:ext cx="753949" cy="492443"/>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~15-20% of shops do not go live; lead goes cold</a:t>
            </a:r>
          </a:p>
        </p:txBody>
      </p:sp>
      <p:pic>
        <p:nvPicPr>
          <p:cNvPr id="28" name="CustomIcon">
            <a:extLst>
              <a:ext uri="{FF2B5EF4-FFF2-40B4-BE49-F238E27FC236}">
                <a16:creationId xmlns:a16="http://schemas.microsoft.com/office/drawing/2014/main" id="{108767BF-6C59-FA9F-D3E5-6C46338453BE}"/>
              </a:ext>
            </a:extLst>
          </p:cNvPr>
          <p:cNvPicPr>
            <a:picLocks noChangeAspect="1"/>
          </p:cNvPicPr>
          <p:nvPr>
            <p:custDataLst>
              <p:tags r:id="rId21"/>
            </p:custDataLst>
          </p:nvPr>
        </p:nvPicPr>
        <p:blipFill>
          <a:blip>
            <a:extLst>
              <a:ext uri="{96DAC541-7B7A-43D3-8B79-37D633B846F1}">
                <asvg:svgBlip xmlns:asvg="http://schemas.microsoft.com/office/drawing/2016/SVG/main" r:embed="rId51"/>
              </a:ext>
            </a:extLst>
          </a:blip>
          <a:stretch>
            <a:fillRect/>
          </a:stretch>
        </p:blipFill>
        <p:spPr>
          <a:xfrm>
            <a:off x="6659255" y="4387700"/>
            <a:ext cx="183126" cy="183126"/>
          </a:xfrm>
          <a:prstGeom prst="rect">
            <a:avLst/>
          </a:prstGeom>
        </p:spPr>
      </p:pic>
      <p:grpSp>
        <p:nvGrpSpPr>
          <p:cNvPr id="61" name="Group 60">
            <a:extLst>
              <a:ext uri="{FF2B5EF4-FFF2-40B4-BE49-F238E27FC236}">
                <a16:creationId xmlns:a16="http://schemas.microsoft.com/office/drawing/2014/main" id="{33D4D131-60D5-5D76-2506-FAF6C14F6C8D}"/>
              </a:ext>
            </a:extLst>
          </p:cNvPr>
          <p:cNvGrpSpPr/>
          <p:nvPr>
            <p:custDataLst>
              <p:tags r:id="rId22"/>
            </p:custDataLst>
          </p:nvPr>
        </p:nvGrpSpPr>
        <p:grpSpPr>
          <a:xfrm>
            <a:off x="1723358" y="1360875"/>
            <a:ext cx="6594388" cy="360650"/>
            <a:chOff x="1723358" y="1244489"/>
            <a:chExt cx="6594388" cy="360650"/>
          </a:xfrm>
        </p:grpSpPr>
        <p:sp>
          <p:nvSpPr>
            <p:cNvPr id="32" name="Freeform: Shape 31">
              <a:extLst>
                <a:ext uri="{FF2B5EF4-FFF2-40B4-BE49-F238E27FC236}">
                  <a16:creationId xmlns:a16="http://schemas.microsoft.com/office/drawing/2014/main" id="{10529CB0-BB92-1A80-4CFB-09E1FEAD98B1}"/>
                </a:ext>
              </a:extLst>
            </p:cNvPr>
            <p:cNvSpPr/>
            <p:nvPr>
              <p:custDataLst>
                <p:tags r:id="rId45"/>
              </p:custDataLst>
            </p:nvPr>
          </p:nvSpPr>
          <p:spPr>
            <a:xfrm>
              <a:off x="1723358" y="1244489"/>
              <a:ext cx="6594388"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810797" y="0"/>
                  </a:lnTo>
                  <a:lnTo>
                    <a:pt x="1828800" y="457200"/>
                  </a:lnTo>
                  <a:lnTo>
                    <a:pt x="1810797" y="914400"/>
                  </a:lnTo>
                  <a:lnTo>
                    <a:pt x="0" y="914400"/>
                  </a:lnTo>
                  <a:lnTo>
                    <a:pt x="0"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33" name="TextBox 32">
              <a:extLst>
                <a:ext uri="{FF2B5EF4-FFF2-40B4-BE49-F238E27FC236}">
                  <a16:creationId xmlns:a16="http://schemas.microsoft.com/office/drawing/2014/main" id="{1E223678-79A6-D25B-4E88-BDF5BD6B7CF7}"/>
                </a:ext>
              </a:extLst>
            </p:cNvPr>
            <p:cNvSpPr txBox="1"/>
            <p:nvPr>
              <p:custDataLst>
                <p:tags r:id="rId46"/>
              </p:custDataLst>
            </p:nvPr>
          </p:nvSpPr>
          <p:spPr>
            <a:xfrm>
              <a:off x="1786858" y="1269534"/>
              <a:ext cx="6465971"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err="1">
                  <a:ln>
                    <a:noFill/>
                  </a:ln>
                  <a:solidFill>
                    <a:srgbClr val="FFFFFF"/>
                  </a:solidFill>
                  <a:effectLst/>
                  <a:uLnTx/>
                  <a:uFillTx/>
                  <a:latin typeface="Arial"/>
                  <a:ea typeface="+mn-ea"/>
                  <a:cs typeface="Arial" panose="020B0604020202020204" pitchFamily="34" charset="0"/>
                </a:rPr>
                <a:t>i</a:t>
              </a: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 Shop creation (45-60+ minutes)</a:t>
              </a:r>
            </a:p>
          </p:txBody>
        </p:sp>
      </p:grpSp>
      <p:grpSp>
        <p:nvGrpSpPr>
          <p:cNvPr id="62" name="Group 61">
            <a:extLst>
              <a:ext uri="{FF2B5EF4-FFF2-40B4-BE49-F238E27FC236}">
                <a16:creationId xmlns:a16="http://schemas.microsoft.com/office/drawing/2014/main" id="{49043A57-0DCF-14C8-9258-77A54F302453}"/>
              </a:ext>
            </a:extLst>
          </p:cNvPr>
          <p:cNvGrpSpPr/>
          <p:nvPr>
            <p:custDataLst>
              <p:tags r:id="rId23"/>
            </p:custDataLst>
          </p:nvPr>
        </p:nvGrpSpPr>
        <p:grpSpPr>
          <a:xfrm>
            <a:off x="8317747" y="1360875"/>
            <a:ext cx="3319517" cy="360650"/>
            <a:chOff x="8317747" y="1244489"/>
            <a:chExt cx="3319517" cy="360650"/>
          </a:xfrm>
        </p:grpSpPr>
        <p:sp>
          <p:nvSpPr>
            <p:cNvPr id="50" name="Freeform: Shape 49">
              <a:extLst>
                <a:ext uri="{FF2B5EF4-FFF2-40B4-BE49-F238E27FC236}">
                  <a16:creationId xmlns:a16="http://schemas.microsoft.com/office/drawing/2014/main" id="{51FA264B-CD31-3A74-D801-542679B15135}"/>
                </a:ext>
              </a:extLst>
            </p:cNvPr>
            <p:cNvSpPr/>
            <p:nvPr>
              <p:custDataLst>
                <p:tags r:id="rId43"/>
              </p:custDataLst>
            </p:nvPr>
          </p:nvSpPr>
          <p:spPr>
            <a:xfrm>
              <a:off x="8317747" y="1244489"/>
              <a:ext cx="3319517"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93036" y="0"/>
                  </a:lnTo>
                  <a:lnTo>
                    <a:pt x="1828800" y="457200"/>
                  </a:lnTo>
                  <a:lnTo>
                    <a:pt x="1793036" y="914400"/>
                  </a:lnTo>
                  <a:lnTo>
                    <a:pt x="0" y="914400"/>
                  </a:lnTo>
                  <a:lnTo>
                    <a:pt x="35764"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52" name="TextBox 51">
              <a:extLst>
                <a:ext uri="{FF2B5EF4-FFF2-40B4-BE49-F238E27FC236}">
                  <a16:creationId xmlns:a16="http://schemas.microsoft.com/office/drawing/2014/main" id="{5C9111EF-7F36-446F-2891-77B15919C487}"/>
                </a:ext>
              </a:extLst>
            </p:cNvPr>
            <p:cNvSpPr txBox="1"/>
            <p:nvPr>
              <p:custDataLst>
                <p:tags r:id="rId44"/>
              </p:custDataLst>
            </p:nvPr>
          </p:nvSpPr>
          <p:spPr>
            <a:xfrm>
              <a:off x="8433464" y="1269534"/>
              <a:ext cx="3138883"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ii. Shop editing (ongoing, ~20 minutes per edit)</a:t>
              </a:r>
            </a:p>
          </p:txBody>
        </p:sp>
      </p:grpSp>
      <p:sp>
        <p:nvSpPr>
          <p:cNvPr id="67" name="TextBox 66">
            <a:extLst>
              <a:ext uri="{FF2B5EF4-FFF2-40B4-BE49-F238E27FC236}">
                <a16:creationId xmlns:a16="http://schemas.microsoft.com/office/drawing/2014/main" id="{AA9FC52E-8B85-CB8D-2D89-BF3325AEAF7D}"/>
              </a:ext>
            </a:extLst>
          </p:cNvPr>
          <p:cNvSpPr txBox="1">
            <a:spLocks/>
          </p:cNvSpPr>
          <p:nvPr/>
        </p:nvSpPr>
        <p:spPr>
          <a:xfrm>
            <a:off x="984572" y="1876254"/>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Pro</a:t>
            </a:r>
          </a:p>
        </p:txBody>
      </p:sp>
      <p:sp>
        <p:nvSpPr>
          <p:cNvPr id="75" name="TextBox 74">
            <a:extLst>
              <a:ext uri="{FF2B5EF4-FFF2-40B4-BE49-F238E27FC236}">
                <a16:creationId xmlns:a16="http://schemas.microsoft.com/office/drawing/2014/main" id="{BCCD7E2F-5D34-0637-97D7-4DFFF327C39A}"/>
              </a:ext>
            </a:extLst>
          </p:cNvPr>
          <p:cNvSpPr txBox="1">
            <a:spLocks/>
          </p:cNvSpPr>
          <p:nvPr/>
        </p:nvSpPr>
        <p:spPr>
          <a:xfrm>
            <a:off x="984572" y="5455227"/>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SSR</a:t>
            </a:r>
          </a:p>
        </p:txBody>
      </p:sp>
      <p:sp>
        <p:nvSpPr>
          <p:cNvPr id="77" name="TextBox 76">
            <a:extLst>
              <a:ext uri="{FF2B5EF4-FFF2-40B4-BE49-F238E27FC236}">
                <a16:creationId xmlns:a16="http://schemas.microsoft.com/office/drawing/2014/main" id="{41594F2B-7AE7-5613-378A-A20F68D63AB9}"/>
              </a:ext>
            </a:extLst>
          </p:cNvPr>
          <p:cNvSpPr txBox="1">
            <a:spLocks/>
          </p:cNvSpPr>
          <p:nvPr/>
        </p:nvSpPr>
        <p:spPr>
          <a:xfrm>
            <a:off x="984572" y="5866577"/>
            <a:ext cx="599949"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Other pods</a:t>
            </a:r>
          </a:p>
        </p:txBody>
      </p:sp>
      <p:pic>
        <p:nvPicPr>
          <p:cNvPr id="85" name="CustomIcon">
            <a:extLst>
              <a:ext uri="{FF2B5EF4-FFF2-40B4-BE49-F238E27FC236}">
                <a16:creationId xmlns:a16="http://schemas.microsoft.com/office/drawing/2014/main" id="{84DE3A01-6387-FE4C-3A4B-9FED4C4F9336}"/>
              </a:ext>
            </a:extLst>
          </p:cNvPr>
          <p:cNvPicPr>
            <a:picLocks/>
          </p:cNvPicPr>
          <p:nvPr>
            <p:custDataLst>
              <p:tags r:id="rId24"/>
            </p:custDataLst>
          </p:nvPr>
        </p:nvPicPr>
        <p:blipFill>
          <a:blip>
            <a:extLst>
              <a:ext uri="{96DAC541-7B7A-43D3-8B79-37D633B846F1}">
                <asvg:svgBlip xmlns:asvg="http://schemas.microsoft.com/office/drawing/2016/SVG/main" r:embed="rId52"/>
              </a:ext>
            </a:extLst>
          </a:blip>
          <a:stretch>
            <a:fillRect/>
          </a:stretch>
        </p:blipFill>
        <p:spPr>
          <a:xfrm>
            <a:off x="554736" y="1876254"/>
            <a:ext cx="353938" cy="353938"/>
          </a:xfrm>
          <a:prstGeom prst="rect">
            <a:avLst/>
          </a:prstGeom>
        </p:spPr>
      </p:pic>
      <p:pic>
        <p:nvPicPr>
          <p:cNvPr id="89" name="CustomIcon">
            <a:extLst>
              <a:ext uri="{FF2B5EF4-FFF2-40B4-BE49-F238E27FC236}">
                <a16:creationId xmlns:a16="http://schemas.microsoft.com/office/drawing/2014/main" id="{360F96D6-15A6-F6AF-4E4E-934BD9AC84DB}"/>
              </a:ext>
            </a:extLst>
          </p:cNvPr>
          <p:cNvPicPr>
            <a:picLocks/>
          </p:cNvPicPr>
          <p:nvPr>
            <p:custDataLst>
              <p:tags r:id="rId25"/>
            </p:custDataLst>
          </p:nvPr>
        </p:nvPicPr>
        <p:blipFill>
          <a:blip>
            <a:extLst>
              <a:ext uri="{96DAC541-7B7A-43D3-8B79-37D633B846F1}">
                <asvg:svgBlip xmlns:asvg="http://schemas.microsoft.com/office/drawing/2016/SVG/main" r:embed="rId53"/>
              </a:ext>
            </a:extLst>
          </a:blip>
          <a:stretch>
            <a:fillRect/>
          </a:stretch>
        </p:blipFill>
        <p:spPr>
          <a:xfrm>
            <a:off x="554736" y="5355202"/>
            <a:ext cx="353938" cy="353938"/>
          </a:xfrm>
          <a:prstGeom prst="rect">
            <a:avLst/>
          </a:prstGeom>
        </p:spPr>
      </p:pic>
      <p:pic>
        <p:nvPicPr>
          <p:cNvPr id="93" name="CustomIcon">
            <a:extLst>
              <a:ext uri="{FF2B5EF4-FFF2-40B4-BE49-F238E27FC236}">
                <a16:creationId xmlns:a16="http://schemas.microsoft.com/office/drawing/2014/main" id="{FD30458A-568C-9F37-F71D-902F107E5246}"/>
              </a:ext>
            </a:extLst>
          </p:cNvPr>
          <p:cNvPicPr>
            <a:picLocks/>
          </p:cNvPicPr>
          <p:nvPr>
            <p:custDataLst>
              <p:tags r:id="rId26"/>
            </p:custDataLst>
          </p:nvPr>
        </p:nvPicPr>
        <p:blipFill>
          <a:blip>
            <a:extLst>
              <a:ext uri="{96DAC541-7B7A-43D3-8B79-37D633B846F1}">
                <asvg:svgBlip xmlns:asvg="http://schemas.microsoft.com/office/drawing/2016/SVG/main" r:embed="rId54"/>
              </a:ext>
            </a:extLst>
          </a:blip>
          <a:stretch>
            <a:fillRect/>
          </a:stretch>
        </p:blipFill>
        <p:spPr>
          <a:xfrm>
            <a:off x="554736" y="5866578"/>
            <a:ext cx="353938" cy="353938"/>
          </a:xfrm>
          <a:prstGeom prst="rect">
            <a:avLst/>
          </a:prstGeom>
        </p:spPr>
      </p:pic>
      <p:grpSp>
        <p:nvGrpSpPr>
          <p:cNvPr id="135" name="Group 134">
            <a:extLst>
              <a:ext uri="{FF2B5EF4-FFF2-40B4-BE49-F238E27FC236}">
                <a16:creationId xmlns:a16="http://schemas.microsoft.com/office/drawing/2014/main" id="{C6A75601-2267-AD2E-83AA-E6C61AF34D3C}"/>
              </a:ext>
            </a:extLst>
          </p:cNvPr>
          <p:cNvGrpSpPr/>
          <p:nvPr/>
        </p:nvGrpSpPr>
        <p:grpSpPr>
          <a:xfrm>
            <a:off x="8429253" y="1121824"/>
            <a:ext cx="3208012" cy="182880"/>
            <a:chOff x="8429253" y="737035"/>
            <a:chExt cx="3208012" cy="182880"/>
          </a:xfrm>
        </p:grpSpPr>
        <p:grpSp>
          <p:nvGrpSpPr>
            <p:cNvPr id="136" name="Group 135">
              <a:extLst>
                <a:ext uri="{FF2B5EF4-FFF2-40B4-BE49-F238E27FC236}">
                  <a16:creationId xmlns:a16="http://schemas.microsoft.com/office/drawing/2014/main" id="{78AA0C48-5430-5ABD-7EBA-E75DDE21660D}"/>
                </a:ext>
              </a:extLst>
            </p:cNvPr>
            <p:cNvGrpSpPr/>
            <p:nvPr/>
          </p:nvGrpSpPr>
          <p:grpSpPr>
            <a:xfrm>
              <a:off x="9360336" y="751531"/>
              <a:ext cx="1147735" cy="153888"/>
              <a:chOff x="9436113" y="751531"/>
              <a:chExt cx="1147735" cy="153888"/>
            </a:xfrm>
          </p:grpSpPr>
          <p:sp>
            <p:nvSpPr>
              <p:cNvPr id="143" name="TextBox 142">
                <a:extLst>
                  <a:ext uri="{FF2B5EF4-FFF2-40B4-BE49-F238E27FC236}">
                    <a16:creationId xmlns:a16="http://schemas.microsoft.com/office/drawing/2014/main" id="{8564DC5B-E108-D5C0-091B-AFE6D8FDCC11}"/>
                  </a:ext>
                </a:extLst>
              </p:cNvPr>
              <p:cNvSpPr txBox="1">
                <a:spLocks/>
              </p:cNvSpPr>
              <p:nvPr/>
            </p:nvSpPr>
            <p:spPr>
              <a:xfrm>
                <a:off x="9719829" y="751531"/>
                <a:ext cx="864019"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Sequential flow</a:t>
                </a:r>
              </a:p>
            </p:txBody>
          </p:sp>
          <p:cxnSp>
            <p:nvCxnSpPr>
              <p:cNvPr id="144" name="Straight Arrow Connector 143">
                <a:extLst>
                  <a:ext uri="{FF2B5EF4-FFF2-40B4-BE49-F238E27FC236}">
                    <a16:creationId xmlns:a16="http://schemas.microsoft.com/office/drawing/2014/main" id="{3931C7F7-B841-B6AD-2C58-4440F8DC911B}"/>
                  </a:ext>
                </a:extLst>
              </p:cNvPr>
              <p:cNvCxnSpPr>
                <a:cxnSpLocks/>
              </p:cNvCxnSpPr>
              <p:nvPr/>
            </p:nvCxnSpPr>
            <p:spPr>
              <a:xfrm>
                <a:off x="9436113" y="828475"/>
                <a:ext cx="230556" cy="0"/>
              </a:xfrm>
              <a:prstGeom prst="straightConnector1">
                <a:avLst/>
              </a:prstGeom>
              <a:ln w="6350" cmpd="sng">
                <a:solidFill>
                  <a:schemeClr val="tx1">
                    <a:lumMod val="50000"/>
                    <a:lumOff val="50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grpSp>
        <p:grpSp>
          <p:nvGrpSpPr>
            <p:cNvPr id="137" name="Group 136">
              <a:extLst>
                <a:ext uri="{FF2B5EF4-FFF2-40B4-BE49-F238E27FC236}">
                  <a16:creationId xmlns:a16="http://schemas.microsoft.com/office/drawing/2014/main" id="{01BAF2D9-351E-FD0B-8A46-BEB1D89EE507}"/>
                </a:ext>
              </a:extLst>
            </p:cNvPr>
            <p:cNvGrpSpPr/>
            <p:nvPr/>
          </p:nvGrpSpPr>
          <p:grpSpPr>
            <a:xfrm>
              <a:off x="10637008" y="751531"/>
              <a:ext cx="1000257" cy="153888"/>
              <a:chOff x="10637008" y="751531"/>
              <a:chExt cx="1000257" cy="153888"/>
            </a:xfrm>
          </p:grpSpPr>
          <p:sp>
            <p:nvSpPr>
              <p:cNvPr id="141" name="TextBox 140">
                <a:extLst>
                  <a:ext uri="{FF2B5EF4-FFF2-40B4-BE49-F238E27FC236}">
                    <a16:creationId xmlns:a16="http://schemas.microsoft.com/office/drawing/2014/main" id="{F797BF00-FC47-6B90-62EB-F3C04E34F6FA}"/>
                  </a:ext>
                </a:extLst>
              </p:cNvPr>
              <p:cNvSpPr txBox="1">
                <a:spLocks/>
              </p:cNvSpPr>
              <p:nvPr/>
            </p:nvSpPr>
            <p:spPr>
              <a:xfrm>
                <a:off x="10920722" y="751531"/>
                <a:ext cx="716543"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Iterative flow</a:t>
                </a:r>
              </a:p>
            </p:txBody>
          </p:sp>
          <p:cxnSp>
            <p:nvCxnSpPr>
              <p:cNvPr id="142" name="Straight Arrow Connector 141">
                <a:extLst>
                  <a:ext uri="{FF2B5EF4-FFF2-40B4-BE49-F238E27FC236}">
                    <a16:creationId xmlns:a16="http://schemas.microsoft.com/office/drawing/2014/main" id="{3447F677-0C7B-5209-856F-2132A80DAC53}"/>
                  </a:ext>
                </a:extLst>
              </p:cNvPr>
              <p:cNvCxnSpPr>
                <a:cxnSpLocks/>
              </p:cNvCxnSpPr>
              <p:nvPr/>
            </p:nvCxnSpPr>
            <p:spPr>
              <a:xfrm>
                <a:off x="10637008" y="828475"/>
                <a:ext cx="230556" cy="0"/>
              </a:xfrm>
              <a:prstGeom prst="straightConnector1">
                <a:avLst/>
              </a:prstGeom>
              <a:ln w="6350" cmpd="sng">
                <a:solidFill>
                  <a:schemeClr val="bg1">
                    <a:lumMod val="50000"/>
                  </a:schemeClr>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grpSp>
        <p:grpSp>
          <p:nvGrpSpPr>
            <p:cNvPr id="138" name="Group 137">
              <a:extLst>
                <a:ext uri="{FF2B5EF4-FFF2-40B4-BE49-F238E27FC236}">
                  <a16:creationId xmlns:a16="http://schemas.microsoft.com/office/drawing/2014/main" id="{28B86A60-DFC5-D0D7-A678-089255DBEF11}"/>
                </a:ext>
              </a:extLst>
            </p:cNvPr>
            <p:cNvGrpSpPr/>
            <p:nvPr/>
          </p:nvGrpSpPr>
          <p:grpSpPr>
            <a:xfrm>
              <a:off x="8429253" y="737035"/>
              <a:ext cx="802147" cy="182880"/>
              <a:chOff x="8580806" y="737035"/>
              <a:chExt cx="802147" cy="182880"/>
            </a:xfrm>
          </p:grpSpPr>
          <p:sp>
            <p:nvSpPr>
              <p:cNvPr id="139" name="Legend1">
                <a:extLst>
                  <a:ext uri="{FF2B5EF4-FFF2-40B4-BE49-F238E27FC236}">
                    <a16:creationId xmlns:a16="http://schemas.microsoft.com/office/drawing/2014/main" id="{1DB9BF81-CD59-B0AA-E09A-FA441D35CAF8}"/>
                  </a:ext>
                </a:extLst>
              </p:cNvPr>
              <p:cNvSpPr txBox="1"/>
              <p:nvPr/>
            </p:nvSpPr>
            <p:spPr>
              <a:xfrm>
                <a:off x="8817092" y="751531"/>
                <a:ext cx="56586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Pain point</a:t>
                </a:r>
              </a:p>
            </p:txBody>
          </p:sp>
          <p:pic>
            <p:nvPicPr>
              <p:cNvPr id="140" name="CustomIcon">
                <a:extLst>
                  <a:ext uri="{FF2B5EF4-FFF2-40B4-BE49-F238E27FC236}">
                    <a16:creationId xmlns:a16="http://schemas.microsoft.com/office/drawing/2014/main" id="{FED3C2A0-4B10-3C51-0823-2B74AB57FE62}"/>
                  </a:ext>
                </a:extLst>
              </p:cNvPr>
              <p:cNvPicPr>
                <a:picLocks/>
              </p:cNvPicPr>
              <p:nvPr>
                <p:custDataLst>
                  <p:tags r:id="rId42"/>
                </p:custDataLst>
              </p:nvPr>
            </p:nvPicPr>
            <p:blipFill>
              <a:blip>
                <a:extLst>
                  <a:ext uri="{96DAC541-7B7A-43D3-8B79-37D633B846F1}">
                    <asvg:svgBlip xmlns:asvg="http://schemas.microsoft.com/office/drawing/2016/SVG/main" r:embed="rId51"/>
                  </a:ext>
                </a:extLst>
              </a:blip>
              <a:stretch>
                <a:fillRect/>
              </a:stretch>
            </p:blipFill>
            <p:spPr>
              <a:xfrm>
                <a:off x="8580806" y="737035"/>
                <a:ext cx="183126" cy="182880"/>
              </a:xfrm>
              <a:prstGeom prst="rect">
                <a:avLst/>
              </a:prstGeom>
            </p:spPr>
          </p:pic>
        </p:grpSp>
      </p:grpSp>
      <p:sp>
        <p:nvSpPr>
          <p:cNvPr id="3" name="TextBox 2">
            <a:extLst>
              <a:ext uri="{FF2B5EF4-FFF2-40B4-BE49-F238E27FC236}">
                <a16:creationId xmlns:a16="http://schemas.microsoft.com/office/drawing/2014/main" id="{2173EFBE-4453-07F2-C817-D6FBA5E9EF13}"/>
              </a:ext>
            </a:extLst>
          </p:cNvPr>
          <p:cNvSpPr txBox="1">
            <a:spLocks/>
          </p:cNvSpPr>
          <p:nvPr>
            <p:custDataLst>
              <p:tags r:id="rId27"/>
            </p:custDataLst>
          </p:nvPr>
        </p:nvSpPr>
        <p:spPr>
          <a:xfrm>
            <a:off x="1818608" y="5411112"/>
            <a:ext cx="1748513" cy="221337"/>
          </a:xfrm>
          <a:prstGeom prst="roundRect">
            <a:avLst/>
          </a:prstGeom>
          <a:solidFill>
            <a:srgbClr val="D3DCFF"/>
          </a:solidFill>
          <a:ln>
            <a:solidFill>
              <a:schemeClr val="tx1"/>
            </a:solidFill>
          </a:ln>
        </p:spPr>
        <p:txBody>
          <a:bodyPr vert="horz" wrap="square" lIns="38100" tIns="38100" rIns="38100" bIns="38100" rtlCol="0" anchor="ctr">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If new client, set up account in SAP</a:t>
            </a:r>
          </a:p>
        </p:txBody>
      </p:sp>
      <p:sp>
        <p:nvSpPr>
          <p:cNvPr id="19" name="TrackerNumWhite 27">
            <a:extLst>
              <a:ext uri="{FF2B5EF4-FFF2-40B4-BE49-F238E27FC236}">
                <a16:creationId xmlns:a16="http://schemas.microsoft.com/office/drawing/2014/main" id="{79F12ED4-FFBA-BBBF-1582-A54252D34B81}"/>
              </a:ext>
            </a:extLst>
          </p:cNvPr>
          <p:cNvSpPr/>
          <p:nvPr>
            <p:custDataLst>
              <p:tags r:id="rId28"/>
            </p:custDataLst>
          </p:nvPr>
        </p:nvSpPr>
        <p:spPr>
          <a:xfrm>
            <a:off x="1642259" y="1797177"/>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1</a:t>
            </a:r>
          </a:p>
        </p:txBody>
      </p:sp>
      <p:sp>
        <p:nvSpPr>
          <p:cNvPr id="20" name="TrackerNumWhite 27">
            <a:extLst>
              <a:ext uri="{FF2B5EF4-FFF2-40B4-BE49-F238E27FC236}">
                <a16:creationId xmlns:a16="http://schemas.microsoft.com/office/drawing/2014/main" id="{815F240B-78C3-BAA6-127A-9F13801781A1}"/>
              </a:ext>
            </a:extLst>
          </p:cNvPr>
          <p:cNvSpPr/>
          <p:nvPr>
            <p:custDataLst>
              <p:tags r:id="rId29"/>
            </p:custDataLst>
          </p:nvPr>
        </p:nvSpPr>
        <p:spPr>
          <a:xfrm>
            <a:off x="1642259" y="5314895"/>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1</a:t>
            </a:r>
          </a:p>
        </p:txBody>
      </p:sp>
      <p:sp>
        <p:nvSpPr>
          <p:cNvPr id="22" name="TrackerNumWhite 27">
            <a:extLst>
              <a:ext uri="{FF2B5EF4-FFF2-40B4-BE49-F238E27FC236}">
                <a16:creationId xmlns:a16="http://schemas.microsoft.com/office/drawing/2014/main" id="{1F04BA0F-1ADB-EF39-ABA8-C1F52EE32E41}"/>
              </a:ext>
            </a:extLst>
          </p:cNvPr>
          <p:cNvSpPr/>
          <p:nvPr>
            <p:custDataLst>
              <p:tags r:id="rId30"/>
            </p:custDataLst>
          </p:nvPr>
        </p:nvSpPr>
        <p:spPr>
          <a:xfrm>
            <a:off x="1642259" y="2393415"/>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2</a:t>
            </a:r>
          </a:p>
        </p:txBody>
      </p:sp>
      <p:sp>
        <p:nvSpPr>
          <p:cNvPr id="35" name="TrackerNumWhite 27">
            <a:extLst>
              <a:ext uri="{FF2B5EF4-FFF2-40B4-BE49-F238E27FC236}">
                <a16:creationId xmlns:a16="http://schemas.microsoft.com/office/drawing/2014/main" id="{AC35841A-735C-7B46-D7D8-8282F1D0DDEC}"/>
              </a:ext>
            </a:extLst>
          </p:cNvPr>
          <p:cNvSpPr/>
          <p:nvPr>
            <p:custDataLst>
              <p:tags r:id="rId31"/>
            </p:custDataLst>
          </p:nvPr>
        </p:nvSpPr>
        <p:spPr>
          <a:xfrm>
            <a:off x="1642259" y="3786355"/>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3A</a:t>
            </a:r>
          </a:p>
        </p:txBody>
      </p:sp>
      <p:sp>
        <p:nvSpPr>
          <p:cNvPr id="36" name="TrackerNumWhite 27">
            <a:extLst>
              <a:ext uri="{FF2B5EF4-FFF2-40B4-BE49-F238E27FC236}">
                <a16:creationId xmlns:a16="http://schemas.microsoft.com/office/drawing/2014/main" id="{8162D7CE-34CF-7503-5F82-1A02C84E39AC}"/>
              </a:ext>
            </a:extLst>
          </p:cNvPr>
          <p:cNvSpPr/>
          <p:nvPr>
            <p:custDataLst>
              <p:tags r:id="rId32"/>
            </p:custDataLst>
          </p:nvPr>
        </p:nvSpPr>
        <p:spPr>
          <a:xfrm>
            <a:off x="4172524" y="3786355"/>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3B</a:t>
            </a:r>
          </a:p>
        </p:txBody>
      </p:sp>
      <p:sp>
        <p:nvSpPr>
          <p:cNvPr id="37" name="TrackerNumWhite 27">
            <a:extLst>
              <a:ext uri="{FF2B5EF4-FFF2-40B4-BE49-F238E27FC236}">
                <a16:creationId xmlns:a16="http://schemas.microsoft.com/office/drawing/2014/main" id="{0BF85324-F056-73D9-2BFF-1A24F8592B70}"/>
              </a:ext>
            </a:extLst>
          </p:cNvPr>
          <p:cNvSpPr/>
          <p:nvPr>
            <p:custDataLst>
              <p:tags r:id="rId33"/>
            </p:custDataLst>
          </p:nvPr>
        </p:nvSpPr>
        <p:spPr>
          <a:xfrm>
            <a:off x="1642259" y="4475248"/>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3C</a:t>
            </a:r>
          </a:p>
        </p:txBody>
      </p:sp>
      <p:sp>
        <p:nvSpPr>
          <p:cNvPr id="38" name="TrackerNumWhite 27">
            <a:extLst>
              <a:ext uri="{FF2B5EF4-FFF2-40B4-BE49-F238E27FC236}">
                <a16:creationId xmlns:a16="http://schemas.microsoft.com/office/drawing/2014/main" id="{AEDCF891-A64B-DA7C-F25E-32779BA694E2}"/>
              </a:ext>
            </a:extLst>
          </p:cNvPr>
          <p:cNvSpPr/>
          <p:nvPr>
            <p:custDataLst>
              <p:tags r:id="rId34"/>
            </p:custDataLst>
          </p:nvPr>
        </p:nvSpPr>
        <p:spPr>
          <a:xfrm>
            <a:off x="2475571" y="4851039"/>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4</a:t>
            </a:r>
          </a:p>
        </p:txBody>
      </p:sp>
      <p:sp>
        <p:nvSpPr>
          <p:cNvPr id="44" name="TrackerNumWhite 27">
            <a:extLst>
              <a:ext uri="{FF2B5EF4-FFF2-40B4-BE49-F238E27FC236}">
                <a16:creationId xmlns:a16="http://schemas.microsoft.com/office/drawing/2014/main" id="{FCB58242-97F7-FBBE-8FD7-F44AF9846CE5}"/>
              </a:ext>
            </a:extLst>
          </p:cNvPr>
          <p:cNvSpPr/>
          <p:nvPr>
            <p:custDataLst>
              <p:tags r:id="rId35"/>
            </p:custDataLst>
          </p:nvPr>
        </p:nvSpPr>
        <p:spPr>
          <a:xfrm>
            <a:off x="8740192" y="181286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6A</a:t>
            </a:r>
          </a:p>
        </p:txBody>
      </p:sp>
      <p:sp>
        <p:nvSpPr>
          <p:cNvPr id="47" name="TrackerNumWhite 27">
            <a:extLst>
              <a:ext uri="{FF2B5EF4-FFF2-40B4-BE49-F238E27FC236}">
                <a16:creationId xmlns:a16="http://schemas.microsoft.com/office/drawing/2014/main" id="{743BF7E1-3C65-06A1-B0CC-F34D8F7357CD}"/>
              </a:ext>
            </a:extLst>
          </p:cNvPr>
          <p:cNvSpPr/>
          <p:nvPr>
            <p:custDataLst>
              <p:tags r:id="rId36"/>
            </p:custDataLst>
          </p:nvPr>
        </p:nvSpPr>
        <p:spPr>
          <a:xfrm>
            <a:off x="8740192" y="3114905"/>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7A</a:t>
            </a:r>
          </a:p>
        </p:txBody>
      </p:sp>
      <p:sp>
        <p:nvSpPr>
          <p:cNvPr id="48" name="TrackerNumWhite 27">
            <a:extLst>
              <a:ext uri="{FF2B5EF4-FFF2-40B4-BE49-F238E27FC236}">
                <a16:creationId xmlns:a16="http://schemas.microsoft.com/office/drawing/2014/main" id="{BCD18BD1-FA96-43FE-4C67-1D8004137E13}"/>
              </a:ext>
            </a:extLst>
          </p:cNvPr>
          <p:cNvSpPr/>
          <p:nvPr>
            <p:custDataLst>
              <p:tags r:id="rId37"/>
            </p:custDataLst>
          </p:nvPr>
        </p:nvSpPr>
        <p:spPr>
          <a:xfrm>
            <a:off x="8740192" y="523269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7B</a:t>
            </a:r>
          </a:p>
        </p:txBody>
      </p:sp>
      <p:sp>
        <p:nvSpPr>
          <p:cNvPr id="53" name="TrackerNumWhite 27">
            <a:extLst>
              <a:ext uri="{FF2B5EF4-FFF2-40B4-BE49-F238E27FC236}">
                <a16:creationId xmlns:a16="http://schemas.microsoft.com/office/drawing/2014/main" id="{0B40D12C-A9C6-874C-F4C6-80813B1840B9}"/>
              </a:ext>
            </a:extLst>
          </p:cNvPr>
          <p:cNvSpPr/>
          <p:nvPr>
            <p:custDataLst>
              <p:tags r:id="rId38"/>
            </p:custDataLst>
          </p:nvPr>
        </p:nvSpPr>
        <p:spPr>
          <a:xfrm>
            <a:off x="8740192" y="5826271"/>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6B</a:t>
            </a:r>
          </a:p>
        </p:txBody>
      </p:sp>
      <p:sp>
        <p:nvSpPr>
          <p:cNvPr id="55" name="Legend1">
            <a:extLst>
              <a:ext uri="{FF2B5EF4-FFF2-40B4-BE49-F238E27FC236}">
                <a16:creationId xmlns:a16="http://schemas.microsoft.com/office/drawing/2014/main" id="{49103D3B-171A-C3B0-1A47-3F72A38D7563}"/>
              </a:ext>
            </a:extLst>
          </p:cNvPr>
          <p:cNvSpPr txBox="1"/>
          <p:nvPr/>
        </p:nvSpPr>
        <p:spPr>
          <a:xfrm>
            <a:off x="6952891" y="1132243"/>
            <a:ext cx="1332096"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Strong process in place</a:t>
            </a:r>
          </a:p>
        </p:txBody>
      </p:sp>
      <p:sp>
        <p:nvSpPr>
          <p:cNvPr id="56" name="Star: 5 Points 55">
            <a:extLst>
              <a:ext uri="{FF2B5EF4-FFF2-40B4-BE49-F238E27FC236}">
                <a16:creationId xmlns:a16="http://schemas.microsoft.com/office/drawing/2014/main" id="{252D0935-CD0F-F6D8-E3DA-1563E79AB28D}"/>
              </a:ext>
            </a:extLst>
          </p:cNvPr>
          <p:cNvSpPr>
            <a:spLocks/>
          </p:cNvSpPr>
          <p:nvPr/>
        </p:nvSpPr>
        <p:spPr>
          <a:xfrm>
            <a:off x="6716605" y="1117747"/>
            <a:ext cx="222660" cy="179067"/>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57" name="Legend1">
            <a:extLst>
              <a:ext uri="{FF2B5EF4-FFF2-40B4-BE49-F238E27FC236}">
                <a16:creationId xmlns:a16="http://schemas.microsoft.com/office/drawing/2014/main" id="{F56972D6-809A-037C-1D0A-93644148C6DA}"/>
              </a:ext>
            </a:extLst>
          </p:cNvPr>
          <p:cNvSpPr txBox="1"/>
          <p:nvPr/>
        </p:nvSpPr>
        <p:spPr>
          <a:xfrm>
            <a:off x="5221014" y="1132243"/>
            <a:ext cx="143629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Tech/vendor dependency</a:t>
            </a:r>
          </a:p>
        </p:txBody>
      </p:sp>
      <p:sp>
        <p:nvSpPr>
          <p:cNvPr id="58" name="Rectangle: Rounded Corners 57">
            <a:extLst>
              <a:ext uri="{FF2B5EF4-FFF2-40B4-BE49-F238E27FC236}">
                <a16:creationId xmlns:a16="http://schemas.microsoft.com/office/drawing/2014/main" id="{091ACBE8-058C-31CF-06DF-D79965283C1C}"/>
              </a:ext>
            </a:extLst>
          </p:cNvPr>
          <p:cNvSpPr>
            <a:spLocks/>
          </p:cNvSpPr>
          <p:nvPr/>
        </p:nvSpPr>
        <p:spPr>
          <a:xfrm>
            <a:off x="4958095" y="1117747"/>
            <a:ext cx="201168" cy="179067"/>
          </a:xfrm>
          <a:prstGeom prst="round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59" name="Star: 5 Points 58">
            <a:extLst>
              <a:ext uri="{FF2B5EF4-FFF2-40B4-BE49-F238E27FC236}">
                <a16:creationId xmlns:a16="http://schemas.microsoft.com/office/drawing/2014/main" id="{39DEEBBA-38CF-3622-27B5-373240D1B79A}"/>
              </a:ext>
            </a:extLst>
          </p:cNvPr>
          <p:cNvSpPr>
            <a:spLocks/>
          </p:cNvSpPr>
          <p:nvPr/>
        </p:nvSpPr>
        <p:spPr>
          <a:xfrm>
            <a:off x="8259131" y="3369640"/>
            <a:ext cx="222660" cy="179067"/>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72" name="Star: 5 Points 71">
            <a:extLst>
              <a:ext uri="{FF2B5EF4-FFF2-40B4-BE49-F238E27FC236}">
                <a16:creationId xmlns:a16="http://schemas.microsoft.com/office/drawing/2014/main" id="{B9AD1438-D50F-62F1-F986-0092D46B3151}"/>
              </a:ext>
            </a:extLst>
          </p:cNvPr>
          <p:cNvSpPr>
            <a:spLocks/>
          </p:cNvSpPr>
          <p:nvPr/>
        </p:nvSpPr>
        <p:spPr>
          <a:xfrm>
            <a:off x="7980001" y="5582956"/>
            <a:ext cx="222660" cy="179067"/>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74" name="TextBox 73">
            <a:extLst>
              <a:ext uri="{FF2B5EF4-FFF2-40B4-BE49-F238E27FC236}">
                <a16:creationId xmlns:a16="http://schemas.microsoft.com/office/drawing/2014/main" id="{B44274EA-7EF3-FF41-4A2E-E3F2C4C37C6A}"/>
              </a:ext>
            </a:extLst>
          </p:cNvPr>
          <p:cNvSpPr txBox="1"/>
          <p:nvPr/>
        </p:nvSpPr>
        <p:spPr>
          <a:xfrm>
            <a:off x="8021060" y="5829917"/>
            <a:ext cx="753949" cy="492443"/>
          </a:xfrm>
          <a:prstGeom prst="rect">
            <a:avLst/>
          </a:prstGeom>
          <a:no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Reduction in shop builds solely for demo needs </a:t>
            </a:r>
          </a:p>
        </p:txBody>
      </p:sp>
      <p:sp>
        <p:nvSpPr>
          <p:cNvPr id="76" name="Star: 5 Points 75">
            <a:extLst>
              <a:ext uri="{FF2B5EF4-FFF2-40B4-BE49-F238E27FC236}">
                <a16:creationId xmlns:a16="http://schemas.microsoft.com/office/drawing/2014/main" id="{DFC22931-17A8-E94A-1F44-B0740A144B12}"/>
              </a:ext>
            </a:extLst>
          </p:cNvPr>
          <p:cNvSpPr>
            <a:spLocks/>
          </p:cNvSpPr>
          <p:nvPr/>
        </p:nvSpPr>
        <p:spPr>
          <a:xfrm>
            <a:off x="644672" y="3693962"/>
            <a:ext cx="222660" cy="179067"/>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81" name="TextBox 80">
            <a:extLst>
              <a:ext uri="{FF2B5EF4-FFF2-40B4-BE49-F238E27FC236}">
                <a16:creationId xmlns:a16="http://schemas.microsoft.com/office/drawing/2014/main" id="{63240D92-7600-963E-7D8C-78C0C7DC67B7}"/>
              </a:ext>
            </a:extLst>
          </p:cNvPr>
          <p:cNvSpPr txBox="1">
            <a:spLocks/>
          </p:cNvSpPr>
          <p:nvPr/>
        </p:nvSpPr>
        <p:spPr>
          <a:xfrm>
            <a:off x="629284" y="3922592"/>
            <a:ext cx="999276" cy="369332"/>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TAL has streamlined process and made shop builds easier</a:t>
            </a:r>
          </a:p>
        </p:txBody>
      </p:sp>
      <p:pic>
        <p:nvPicPr>
          <p:cNvPr id="84" name="CustomIcon">
            <a:extLst>
              <a:ext uri="{FF2B5EF4-FFF2-40B4-BE49-F238E27FC236}">
                <a16:creationId xmlns:a16="http://schemas.microsoft.com/office/drawing/2014/main" id="{8B04460D-FB90-3C15-0A6A-14F79D7A2552}"/>
              </a:ext>
            </a:extLst>
          </p:cNvPr>
          <p:cNvPicPr>
            <a:picLocks noChangeAspect="1"/>
          </p:cNvPicPr>
          <p:nvPr>
            <p:custDataLst>
              <p:tags r:id="rId39"/>
            </p:custDataLst>
          </p:nvPr>
        </p:nvPicPr>
        <p:blipFill>
          <a:blip>
            <a:extLst>
              <a:ext uri="{96DAC541-7B7A-43D3-8B79-37D633B846F1}">
                <asvg:svgBlip xmlns:asvg="http://schemas.microsoft.com/office/drawing/2016/SVG/main" r:embed="rId51"/>
              </a:ext>
            </a:extLst>
          </a:blip>
          <a:stretch>
            <a:fillRect/>
          </a:stretch>
        </p:blipFill>
        <p:spPr>
          <a:xfrm>
            <a:off x="639517" y="4352046"/>
            <a:ext cx="183126" cy="183126"/>
          </a:xfrm>
          <a:prstGeom prst="rect">
            <a:avLst/>
          </a:prstGeom>
        </p:spPr>
      </p:pic>
      <p:sp>
        <p:nvSpPr>
          <p:cNvPr id="86" name="TextBox 85">
            <a:extLst>
              <a:ext uri="{FF2B5EF4-FFF2-40B4-BE49-F238E27FC236}">
                <a16:creationId xmlns:a16="http://schemas.microsoft.com/office/drawing/2014/main" id="{96CDB99F-FC61-E7D1-3CD6-D03B20ECEB9F}"/>
              </a:ext>
            </a:extLst>
          </p:cNvPr>
          <p:cNvSpPr txBox="1">
            <a:spLocks/>
          </p:cNvSpPr>
          <p:nvPr/>
        </p:nvSpPr>
        <p:spPr>
          <a:xfrm>
            <a:off x="629283" y="4575735"/>
            <a:ext cx="1012505" cy="246221"/>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Build process is still repetitive and manual </a:t>
            </a:r>
          </a:p>
        </p:txBody>
      </p:sp>
      <p:sp>
        <p:nvSpPr>
          <p:cNvPr id="88" name="TrackerNumWhite 27">
            <a:extLst>
              <a:ext uri="{FF2B5EF4-FFF2-40B4-BE49-F238E27FC236}">
                <a16:creationId xmlns:a16="http://schemas.microsoft.com/office/drawing/2014/main" id="{C1C69FCD-D5B2-9DF6-4FC1-D3EC842887C0}"/>
              </a:ext>
            </a:extLst>
          </p:cNvPr>
          <p:cNvSpPr/>
          <p:nvPr>
            <p:custDataLst>
              <p:tags r:id="rId40"/>
            </p:custDataLst>
          </p:nvPr>
        </p:nvSpPr>
        <p:spPr>
          <a:xfrm>
            <a:off x="1593706" y="5805315"/>
            <a:ext cx="647839" cy="221337"/>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Ongoing</a:t>
            </a:r>
          </a:p>
        </p:txBody>
      </p:sp>
      <p:sp>
        <p:nvSpPr>
          <p:cNvPr id="9" name="TrackerNumWhite 27">
            <a:extLst>
              <a:ext uri="{FF2B5EF4-FFF2-40B4-BE49-F238E27FC236}">
                <a16:creationId xmlns:a16="http://schemas.microsoft.com/office/drawing/2014/main" id="{0F874317-455E-E247-5196-4ECC64CBC4D6}"/>
              </a:ext>
            </a:extLst>
          </p:cNvPr>
          <p:cNvSpPr/>
          <p:nvPr>
            <p:custDataLst>
              <p:tags r:id="rId41"/>
            </p:custDataLst>
          </p:nvPr>
        </p:nvSpPr>
        <p:spPr>
          <a:xfrm>
            <a:off x="7949499" y="1815413"/>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061F79"/>
                </a:solidFill>
                <a:effectLst/>
                <a:uLnTx/>
                <a:uFillTx/>
                <a:latin typeface="Arial"/>
                <a:ea typeface="+mn-ea"/>
                <a:cs typeface="+mn-cs"/>
              </a:rPr>
              <a:t>5</a:t>
            </a:r>
          </a:p>
        </p:txBody>
      </p:sp>
      <p:cxnSp>
        <p:nvCxnSpPr>
          <p:cNvPr id="29" name="Straight Arrow Connector 28">
            <a:extLst>
              <a:ext uri="{FF2B5EF4-FFF2-40B4-BE49-F238E27FC236}">
                <a16:creationId xmlns:a16="http://schemas.microsoft.com/office/drawing/2014/main" id="{C92B057E-7C9D-5F00-C3B8-9F66CB460F34}"/>
              </a:ext>
            </a:extLst>
          </p:cNvPr>
          <p:cNvCxnSpPr>
            <a:cxnSpLocks/>
            <a:stCxn id="25" idx="2"/>
          </p:cNvCxnSpPr>
          <p:nvPr/>
        </p:nvCxnSpPr>
        <p:spPr>
          <a:xfrm flipH="1">
            <a:off x="2692847" y="2125413"/>
            <a:ext cx="18" cy="318479"/>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DE7759B9-5A31-EDF7-1BEA-1379C8A5981F}"/>
              </a:ext>
            </a:extLst>
          </p:cNvPr>
          <p:cNvCxnSpPr>
            <a:cxnSpLocks/>
            <a:stCxn id="7" idx="2"/>
          </p:cNvCxnSpPr>
          <p:nvPr/>
        </p:nvCxnSpPr>
        <p:spPr>
          <a:xfrm flipH="1">
            <a:off x="4216908" y="3380319"/>
            <a:ext cx="941" cy="159455"/>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0" name="Subtitle 119">
            <a:extLst>
              <a:ext uri="{FF2B5EF4-FFF2-40B4-BE49-F238E27FC236}">
                <a16:creationId xmlns:a16="http://schemas.microsoft.com/office/drawing/2014/main" id="{7349FE2E-9A45-DC64-1A19-20DE7CF0C817}"/>
              </a:ext>
            </a:extLst>
          </p:cNvPr>
          <p:cNvSpPr>
            <a:spLocks noGrp="1"/>
          </p:cNvSpPr>
          <p:nvPr>
            <p:ph type="subTitle" idx="1"/>
          </p:nvPr>
        </p:nvSpPr>
        <p:spPr>
          <a:xfrm>
            <a:off x="554736" y="753323"/>
            <a:ext cx="11082528" cy="246221"/>
          </a:xfrm>
          <a:noFill/>
          <a:ln/>
          <a:extLst>
            <a:ext uri="{909E8E84-426E-40DD-AFC4-6F175D3DCCD1}">
              <a14:hiddenFill xmlns:a14="http://schemas.microsoft.com/office/drawing/2010/main">
                <a:solidFill>
                  <a:srgbClr val="FFFFFF"/>
                </a:solidFill>
              </a14:hiddenFill>
            </a:ext>
          </a:extLst>
        </p:spPr>
        <p:txBody>
          <a:bodyPr>
            <a:spAutoFit/>
          </a:bodyPr>
          <a:lstStyle/>
          <a:p>
            <a:r>
              <a:rPr lang="en-US"/>
              <a:t>Alternative flow where FSP places order (occasional; due to customization complexity and control preference)</a:t>
            </a:r>
          </a:p>
        </p:txBody>
      </p:sp>
    </p:spTree>
    <p:extLst>
      <p:ext uri="{BB962C8B-B14F-4D97-AF65-F5344CB8AC3E}">
        <p14:creationId xmlns:p14="http://schemas.microsoft.com/office/powerpoint/2010/main" val="1913261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86A53-7E4C-C16F-E8DA-417D03284567}"/>
            </a:ext>
          </a:extLst>
        </p:cNvPr>
        <p:cNvGrpSpPr/>
        <p:nvPr/>
      </p:nvGrpSpPr>
      <p:grpSpPr>
        <a:xfrm>
          <a:off x="0" y="0"/>
          <a:ext cx="0" cy="0"/>
          <a:chOff x="0" y="0"/>
          <a:chExt cx="0" cy="0"/>
        </a:xfrm>
      </p:grpSpPr>
      <p:graphicFrame>
        <p:nvGraphicFramePr>
          <p:cNvPr id="26" name="Object 2" hidden="1">
            <a:extLst>
              <a:ext uri="{FF2B5EF4-FFF2-40B4-BE49-F238E27FC236}">
                <a16:creationId xmlns:a16="http://schemas.microsoft.com/office/drawing/2014/main" id="{17BC65CE-BA0B-5F10-7CCB-6445AD3CDD59}"/>
              </a:ext>
            </a:extLst>
          </p:cNvPr>
          <p:cNvGraphicFramePr>
            <a:graphicFrameLocks noChangeAspect="1"/>
          </p:cNvGraphicFramePr>
          <p:nvPr>
            <p:custDataLst>
              <p:tags r:id="rId1"/>
            </p:custDataLst>
            <p:extLst>
              <p:ext uri="{D42A27DB-BD31-4B8C-83A1-F6EECF244321}">
                <p14:modId xmlns:p14="http://schemas.microsoft.com/office/powerpoint/2010/main" val="26955367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6" imgW="404" imgH="405" progId="TCLayout.ActiveDocument.1">
                  <p:embed/>
                </p:oleObj>
              </mc:Choice>
              <mc:Fallback>
                <p:oleObj name="think-cell Slide" r:id="rId46" imgW="404" imgH="405" progId="TCLayout.ActiveDocument.1">
                  <p:embed/>
                  <p:pic>
                    <p:nvPicPr>
                      <p:cNvPr id="26" name="Object 2" hidden="1">
                        <a:extLst>
                          <a:ext uri="{FF2B5EF4-FFF2-40B4-BE49-F238E27FC236}">
                            <a16:creationId xmlns:a16="http://schemas.microsoft.com/office/drawing/2014/main" id="{17BC65CE-BA0B-5F10-7CCB-6445AD3CDD59}"/>
                          </a:ext>
                        </a:extLst>
                      </p:cNvPr>
                      <p:cNvPicPr/>
                      <p:nvPr/>
                    </p:nvPicPr>
                    <p:blipFill>
                      <a:blip r:embed="rId47"/>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AC1A5E88-B451-9B38-5D14-49F1560D5222}"/>
              </a:ext>
            </a:extLst>
          </p:cNvPr>
          <p:cNvSpPr>
            <a:spLocks noGrp="1"/>
          </p:cNvSpPr>
          <p:nvPr>
            <p:ph type="title"/>
            <p:custDataLst>
              <p:tags r:id="rId2"/>
            </p:custDataLst>
          </p:nvPr>
        </p:nvSpPr>
        <p:spPr>
          <a:xfrm>
            <a:off x="554736" y="21008"/>
            <a:ext cx="11082528" cy="731520"/>
          </a:xfrm>
        </p:spPr>
        <p:txBody>
          <a:bodyPr vert="horz"/>
          <a:lstStyle/>
          <a:p>
            <a:r>
              <a:rPr lang="en-US" dirty="0"/>
              <a:t>B. </a:t>
            </a:r>
            <a:r>
              <a:rPr lang="en-US" i="1" dirty="0"/>
              <a:t>MTS Operations: </a:t>
            </a:r>
            <a:r>
              <a:rPr lang="en-US" dirty="0"/>
              <a:t>What we have heard from SMEs</a:t>
            </a:r>
          </a:p>
        </p:txBody>
      </p:sp>
      <p:sp>
        <p:nvSpPr>
          <p:cNvPr id="7" name="TextBox 6">
            <a:extLst>
              <a:ext uri="{FF2B5EF4-FFF2-40B4-BE49-F238E27FC236}">
                <a16:creationId xmlns:a16="http://schemas.microsoft.com/office/drawing/2014/main" id="{3B340C37-10F2-4744-2E51-BE7E00FC3257}"/>
              </a:ext>
            </a:extLst>
          </p:cNvPr>
          <p:cNvSpPr txBox="1">
            <a:spLocks/>
          </p:cNvSpPr>
          <p:nvPr/>
        </p:nvSpPr>
        <p:spPr>
          <a:xfrm>
            <a:off x="534630" y="1544695"/>
            <a:ext cx="4225312" cy="276999"/>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61F79"/>
                </a:solidFill>
                <a:effectLst/>
                <a:uLnTx/>
                <a:uFillTx/>
                <a:latin typeface="Arial"/>
                <a:ea typeface="+mn-ea"/>
                <a:cs typeface="Arial" panose="020B0604020202020204" pitchFamily="34" charset="0"/>
              </a:rPr>
              <a:t>Observations / pain points</a:t>
            </a:r>
          </a:p>
        </p:txBody>
      </p:sp>
      <p:sp>
        <p:nvSpPr>
          <p:cNvPr id="61" name="3. Subtitle">
            <a:extLst>
              <a:ext uri="{FF2B5EF4-FFF2-40B4-BE49-F238E27FC236}">
                <a16:creationId xmlns:a16="http://schemas.microsoft.com/office/drawing/2014/main" id="{306CDBA7-A676-942F-FC27-A12625870B39}"/>
              </a:ext>
            </a:extLst>
          </p:cNvPr>
          <p:cNvSpPr>
            <a:spLocks noGrp="1"/>
          </p:cNvSpPr>
          <p:nvPr>
            <p:ph type="subTitle" idx="1"/>
            <p:custDataLst>
              <p:tags r:id="rId3"/>
            </p:custDataLst>
          </p:nvPr>
        </p:nvSpPr>
        <p:spPr>
          <a:xfrm>
            <a:off x="554736" y="796285"/>
            <a:ext cx="11082528" cy="246221"/>
          </a:xfrm>
          <a:noFill/>
          <a:ln/>
          <a:extLst>
            <a:ext uri="{909E8E84-426E-40DD-AFC4-6F175D3DCCD1}">
              <a14:hiddenFill xmlns:a14="http://schemas.microsoft.com/office/drawing/2010/main">
                <a:solidFill>
                  <a:srgbClr val="FFFFFF"/>
                </a:solidFill>
              </a14:hiddenFill>
            </a:ext>
          </a:extLst>
        </p:spPr>
        <p:txBody>
          <a:bodyPr/>
          <a:lstStyle/>
          <a:p>
            <a:r>
              <a:rPr lang="en-US"/>
              <a:t>Pending validation based on existing initiatives and tech / vendor dependency</a:t>
            </a:r>
          </a:p>
        </p:txBody>
      </p:sp>
      <p:cxnSp>
        <p:nvCxnSpPr>
          <p:cNvPr id="92" name="Straight Connector 91">
            <a:extLst>
              <a:ext uri="{FF2B5EF4-FFF2-40B4-BE49-F238E27FC236}">
                <a16:creationId xmlns:a16="http://schemas.microsoft.com/office/drawing/2014/main" id="{FBF55D5B-291E-0C64-0F3D-7E36826B18C0}"/>
              </a:ext>
            </a:extLst>
          </p:cNvPr>
          <p:cNvCxnSpPr>
            <a:cxnSpLocks/>
          </p:cNvCxnSpPr>
          <p:nvPr>
            <p:custDataLst>
              <p:tags r:id="rId4"/>
            </p:custDataLst>
          </p:nvPr>
        </p:nvCxnSpPr>
        <p:spPr>
          <a:xfrm>
            <a:off x="522017" y="3481039"/>
            <a:ext cx="1113949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GreyLineSeparatorDefault 10">
            <a:extLst>
              <a:ext uri="{FF2B5EF4-FFF2-40B4-BE49-F238E27FC236}">
                <a16:creationId xmlns:a16="http://schemas.microsoft.com/office/drawing/2014/main" id="{8AB08D80-1273-8170-E6A2-3147C5762A06}"/>
              </a:ext>
            </a:extLst>
          </p:cNvPr>
          <p:cNvCxnSpPr>
            <a:cxnSpLocks/>
          </p:cNvCxnSpPr>
          <p:nvPr>
            <p:custDataLst>
              <p:tags r:id="rId5"/>
            </p:custDataLst>
          </p:nvPr>
        </p:nvCxnSpPr>
        <p:spPr>
          <a:xfrm>
            <a:off x="522017" y="1781428"/>
            <a:ext cx="1113949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7BF6A4A-8E59-6060-C844-09DD99FF6213}"/>
              </a:ext>
            </a:extLst>
          </p:cNvPr>
          <p:cNvSpPr txBox="1">
            <a:spLocks/>
          </p:cNvSpPr>
          <p:nvPr>
            <p:custDataLst>
              <p:tags r:id="rId6"/>
            </p:custDataLst>
          </p:nvPr>
        </p:nvSpPr>
        <p:spPr>
          <a:xfrm>
            <a:off x="794980" y="3519642"/>
            <a:ext cx="7342655" cy="1102970"/>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Lack of lead readiness and customer needs clarity leads to 20-25% of shops not going live </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10–15% shops don’t go live due to leads going cold</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~10% of MTS+ shops must be rebuilt as Traditional (requires embroidery, screen printing, custom artwork, etc.), creating avoidable rework</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 name="TextBox 5">
            <a:extLst>
              <a:ext uri="{FF2B5EF4-FFF2-40B4-BE49-F238E27FC236}">
                <a16:creationId xmlns:a16="http://schemas.microsoft.com/office/drawing/2014/main" id="{FD283BD9-D716-93EF-2AC4-F12165CB922E}"/>
              </a:ext>
            </a:extLst>
          </p:cNvPr>
          <p:cNvSpPr txBox="1"/>
          <p:nvPr>
            <p:custDataLst>
              <p:tags r:id="rId7"/>
            </p:custDataLst>
          </p:nvPr>
        </p:nvSpPr>
        <p:spPr>
          <a:xfrm>
            <a:off x="739404" y="4252036"/>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 name="TextBox 19">
            <a:extLst>
              <a:ext uri="{FF2B5EF4-FFF2-40B4-BE49-F238E27FC236}">
                <a16:creationId xmlns:a16="http://schemas.microsoft.com/office/drawing/2014/main" id="{7D8CA2C9-E102-B29F-B685-ED11BE4F9DD7}"/>
              </a:ext>
            </a:extLst>
          </p:cNvPr>
          <p:cNvSpPr txBox="1"/>
          <p:nvPr>
            <p:custDataLst>
              <p:tags r:id="rId8"/>
            </p:custDataLst>
          </p:nvPr>
        </p:nvSpPr>
        <p:spPr>
          <a:xfrm>
            <a:off x="739404" y="4340486"/>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4" name="TextBox 23">
            <a:extLst>
              <a:ext uri="{FF2B5EF4-FFF2-40B4-BE49-F238E27FC236}">
                <a16:creationId xmlns:a16="http://schemas.microsoft.com/office/drawing/2014/main" id="{E627A8E3-7F94-48B9-FCA2-FE47D5899940}"/>
              </a:ext>
            </a:extLst>
          </p:cNvPr>
          <p:cNvSpPr txBox="1"/>
          <p:nvPr>
            <p:custDataLst>
              <p:tags r:id="rId9"/>
            </p:custDataLst>
          </p:nvPr>
        </p:nvSpPr>
        <p:spPr>
          <a:xfrm>
            <a:off x="739404" y="463793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7" name="TextBox 26">
            <a:extLst>
              <a:ext uri="{FF2B5EF4-FFF2-40B4-BE49-F238E27FC236}">
                <a16:creationId xmlns:a16="http://schemas.microsoft.com/office/drawing/2014/main" id="{55ECF3A2-2E3A-F44C-964B-16C0F157E041}"/>
              </a:ext>
            </a:extLst>
          </p:cNvPr>
          <p:cNvSpPr txBox="1">
            <a:spLocks/>
          </p:cNvSpPr>
          <p:nvPr>
            <p:custDataLst>
              <p:tags r:id="rId10"/>
            </p:custDataLst>
          </p:nvPr>
        </p:nvSpPr>
        <p:spPr>
          <a:xfrm>
            <a:off x="794979" y="4494513"/>
            <a:ext cx="7342655"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Sub-optimal intake forms’ format drives rework and iterations with FSPs</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Around 25% of intake forms are incomplete, leading to clarification cycles, response delays, and additional edits that extend overall build time</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FSPs often complete builds themselves due to difficulty translating requirements to MTS pod</a:t>
            </a:r>
          </a:p>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endPar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1" name="TextBox 30">
            <a:extLst>
              <a:ext uri="{FF2B5EF4-FFF2-40B4-BE49-F238E27FC236}">
                <a16:creationId xmlns:a16="http://schemas.microsoft.com/office/drawing/2014/main" id="{6B2A4F1F-1141-D8D7-C1E7-5EA27A8D6FB6}"/>
              </a:ext>
            </a:extLst>
          </p:cNvPr>
          <p:cNvSpPr txBox="1"/>
          <p:nvPr>
            <p:custDataLst>
              <p:tags r:id="rId11"/>
            </p:custDataLst>
          </p:nvPr>
        </p:nvSpPr>
        <p:spPr>
          <a:xfrm>
            <a:off x="739404" y="5062910"/>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4" name="TextBox 53">
            <a:extLst>
              <a:ext uri="{FF2B5EF4-FFF2-40B4-BE49-F238E27FC236}">
                <a16:creationId xmlns:a16="http://schemas.microsoft.com/office/drawing/2014/main" id="{F385663F-0B31-3E17-4E01-6297E8705999}"/>
              </a:ext>
            </a:extLst>
          </p:cNvPr>
          <p:cNvSpPr txBox="1"/>
          <p:nvPr>
            <p:custDataLst>
              <p:tags r:id="rId12"/>
            </p:custDataLst>
          </p:nvPr>
        </p:nvSpPr>
        <p:spPr>
          <a:xfrm>
            <a:off x="4329047" y="4252036"/>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7" name="TextBox 56">
            <a:extLst>
              <a:ext uri="{FF2B5EF4-FFF2-40B4-BE49-F238E27FC236}">
                <a16:creationId xmlns:a16="http://schemas.microsoft.com/office/drawing/2014/main" id="{A8618CA3-C301-9991-5499-320AB77BC1B4}"/>
              </a:ext>
            </a:extLst>
          </p:cNvPr>
          <p:cNvSpPr txBox="1"/>
          <p:nvPr>
            <p:custDataLst>
              <p:tags r:id="rId13"/>
            </p:custDataLst>
          </p:nvPr>
        </p:nvSpPr>
        <p:spPr>
          <a:xfrm>
            <a:off x="4329047" y="4340486"/>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8" name="TextBox 57">
            <a:extLst>
              <a:ext uri="{FF2B5EF4-FFF2-40B4-BE49-F238E27FC236}">
                <a16:creationId xmlns:a16="http://schemas.microsoft.com/office/drawing/2014/main" id="{1512269C-3DBD-0999-6AF4-19B27C55BDD0}"/>
              </a:ext>
            </a:extLst>
          </p:cNvPr>
          <p:cNvSpPr txBox="1"/>
          <p:nvPr>
            <p:custDataLst>
              <p:tags r:id="rId14"/>
            </p:custDataLst>
          </p:nvPr>
        </p:nvSpPr>
        <p:spPr>
          <a:xfrm>
            <a:off x="4329047" y="463793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0" name="TextBox 59">
            <a:extLst>
              <a:ext uri="{FF2B5EF4-FFF2-40B4-BE49-F238E27FC236}">
                <a16:creationId xmlns:a16="http://schemas.microsoft.com/office/drawing/2014/main" id="{53DAEE7E-CEB8-1E0F-68C3-9092D6A6F1FB}"/>
              </a:ext>
            </a:extLst>
          </p:cNvPr>
          <p:cNvSpPr txBox="1"/>
          <p:nvPr>
            <p:custDataLst>
              <p:tags r:id="rId15"/>
            </p:custDataLst>
          </p:nvPr>
        </p:nvSpPr>
        <p:spPr>
          <a:xfrm>
            <a:off x="4329047" y="5062910"/>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89" name="Straight Connector 88">
            <a:extLst>
              <a:ext uri="{FF2B5EF4-FFF2-40B4-BE49-F238E27FC236}">
                <a16:creationId xmlns:a16="http://schemas.microsoft.com/office/drawing/2014/main" id="{693917EB-9A87-9FFA-F841-1C14C7EC96F6}"/>
              </a:ext>
            </a:extLst>
          </p:cNvPr>
          <p:cNvCxnSpPr>
            <a:cxnSpLocks/>
          </p:cNvCxnSpPr>
          <p:nvPr>
            <p:custDataLst>
              <p:tags r:id="rId16"/>
            </p:custDataLst>
          </p:nvPr>
        </p:nvCxnSpPr>
        <p:spPr>
          <a:xfrm flipV="1">
            <a:off x="522016" y="4381902"/>
            <a:ext cx="11139498" cy="1"/>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2173E1AD-D267-A9AF-DFC8-B1060B38F95D}"/>
              </a:ext>
            </a:extLst>
          </p:cNvPr>
          <p:cNvSpPr txBox="1">
            <a:spLocks/>
          </p:cNvSpPr>
          <p:nvPr>
            <p:custDataLst>
              <p:tags r:id="rId17"/>
            </p:custDataLst>
          </p:nvPr>
        </p:nvSpPr>
        <p:spPr>
          <a:xfrm>
            <a:off x="794980" y="1815153"/>
            <a:ext cx="7342655" cy="79001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Extensive manual, repetitive, and duplicative shop creation process is significantly time intensive</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~20% time spent on manual item type selection</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~30% time spent on inventory filtering (e.g., size, color), requiring visual scanning </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~30% time spent on artwork design (extensive customizations) and repetitive artwork application (50 SKUs limit)</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Limitations with TAL (e.g., custom artwork, addition of NSPs) leads to systems fragmentation between VOE and QOE</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5" name="TextBox 34">
            <a:extLst>
              <a:ext uri="{FF2B5EF4-FFF2-40B4-BE49-F238E27FC236}">
                <a16:creationId xmlns:a16="http://schemas.microsoft.com/office/drawing/2014/main" id="{2B668F09-64BE-9434-935B-1C7C7531CCEE}"/>
              </a:ext>
            </a:extLst>
          </p:cNvPr>
          <p:cNvSpPr txBox="1"/>
          <p:nvPr>
            <p:custDataLst>
              <p:tags r:id="rId18"/>
            </p:custDataLst>
          </p:nvPr>
        </p:nvSpPr>
        <p:spPr>
          <a:xfrm>
            <a:off x="705876" y="2112604"/>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6" name="TextBox 35">
            <a:extLst>
              <a:ext uri="{FF2B5EF4-FFF2-40B4-BE49-F238E27FC236}">
                <a16:creationId xmlns:a16="http://schemas.microsoft.com/office/drawing/2014/main" id="{7E082CAA-8088-23BE-ADA3-7E8B1B3C57FF}"/>
              </a:ext>
            </a:extLst>
          </p:cNvPr>
          <p:cNvSpPr txBox="1"/>
          <p:nvPr>
            <p:custDataLst>
              <p:tags r:id="rId19"/>
            </p:custDataLst>
          </p:nvPr>
        </p:nvSpPr>
        <p:spPr>
          <a:xfrm>
            <a:off x="705876" y="2410056"/>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7" name="TextBox 36">
            <a:extLst>
              <a:ext uri="{FF2B5EF4-FFF2-40B4-BE49-F238E27FC236}">
                <a16:creationId xmlns:a16="http://schemas.microsoft.com/office/drawing/2014/main" id="{7CD52CC4-0C1E-23D7-5CB9-A2BA644C3AFA}"/>
              </a:ext>
            </a:extLst>
          </p:cNvPr>
          <p:cNvSpPr txBox="1"/>
          <p:nvPr>
            <p:custDataLst>
              <p:tags r:id="rId20"/>
            </p:custDataLst>
          </p:nvPr>
        </p:nvSpPr>
        <p:spPr>
          <a:xfrm>
            <a:off x="705876" y="270750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8" name="TextBox 37">
            <a:extLst>
              <a:ext uri="{FF2B5EF4-FFF2-40B4-BE49-F238E27FC236}">
                <a16:creationId xmlns:a16="http://schemas.microsoft.com/office/drawing/2014/main" id="{C1B815B7-A734-6863-1918-EA9919AED115}"/>
              </a:ext>
            </a:extLst>
          </p:cNvPr>
          <p:cNvSpPr txBox="1"/>
          <p:nvPr>
            <p:custDataLst>
              <p:tags r:id="rId21"/>
            </p:custDataLst>
          </p:nvPr>
        </p:nvSpPr>
        <p:spPr>
          <a:xfrm>
            <a:off x="705876" y="3217619"/>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9" name="TextBox 38">
            <a:extLst>
              <a:ext uri="{FF2B5EF4-FFF2-40B4-BE49-F238E27FC236}">
                <a16:creationId xmlns:a16="http://schemas.microsoft.com/office/drawing/2014/main" id="{6E034629-EA02-7C35-1BAB-D33D656C4CBC}"/>
              </a:ext>
            </a:extLst>
          </p:cNvPr>
          <p:cNvSpPr txBox="1"/>
          <p:nvPr>
            <p:custDataLst>
              <p:tags r:id="rId22"/>
            </p:custDataLst>
          </p:nvPr>
        </p:nvSpPr>
        <p:spPr>
          <a:xfrm>
            <a:off x="705876" y="3302411"/>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0" name="TextBox 39">
            <a:extLst>
              <a:ext uri="{FF2B5EF4-FFF2-40B4-BE49-F238E27FC236}">
                <a16:creationId xmlns:a16="http://schemas.microsoft.com/office/drawing/2014/main" id="{D76305ED-90E9-BDC5-E3FA-BB4C65DD0400}"/>
              </a:ext>
            </a:extLst>
          </p:cNvPr>
          <p:cNvSpPr txBox="1"/>
          <p:nvPr>
            <p:custDataLst>
              <p:tags r:id="rId23"/>
            </p:custDataLst>
          </p:nvPr>
        </p:nvSpPr>
        <p:spPr>
          <a:xfrm>
            <a:off x="705876" y="3373435"/>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5" name="TextBox 64">
            <a:extLst>
              <a:ext uri="{FF2B5EF4-FFF2-40B4-BE49-F238E27FC236}">
                <a16:creationId xmlns:a16="http://schemas.microsoft.com/office/drawing/2014/main" id="{FA7B9DFE-4F6D-B198-A9DD-242FF31E0BAD}"/>
              </a:ext>
            </a:extLst>
          </p:cNvPr>
          <p:cNvSpPr txBox="1"/>
          <p:nvPr>
            <p:custDataLst>
              <p:tags r:id="rId24"/>
            </p:custDataLst>
          </p:nvPr>
        </p:nvSpPr>
        <p:spPr>
          <a:xfrm>
            <a:off x="4295519" y="2112604"/>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6" name="TextBox 65">
            <a:extLst>
              <a:ext uri="{FF2B5EF4-FFF2-40B4-BE49-F238E27FC236}">
                <a16:creationId xmlns:a16="http://schemas.microsoft.com/office/drawing/2014/main" id="{9013B3E3-EEEF-6569-7761-D1E5C3486928}"/>
              </a:ext>
            </a:extLst>
          </p:cNvPr>
          <p:cNvSpPr txBox="1"/>
          <p:nvPr>
            <p:custDataLst>
              <p:tags r:id="rId25"/>
            </p:custDataLst>
          </p:nvPr>
        </p:nvSpPr>
        <p:spPr>
          <a:xfrm>
            <a:off x="4295519" y="2410056"/>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7" name="TextBox 66">
            <a:extLst>
              <a:ext uri="{FF2B5EF4-FFF2-40B4-BE49-F238E27FC236}">
                <a16:creationId xmlns:a16="http://schemas.microsoft.com/office/drawing/2014/main" id="{B061377B-F15B-9667-5834-4E130BC9B9F1}"/>
              </a:ext>
            </a:extLst>
          </p:cNvPr>
          <p:cNvSpPr txBox="1"/>
          <p:nvPr>
            <p:custDataLst>
              <p:tags r:id="rId26"/>
            </p:custDataLst>
          </p:nvPr>
        </p:nvSpPr>
        <p:spPr>
          <a:xfrm>
            <a:off x="4295519" y="270750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8" name="TextBox 67">
            <a:extLst>
              <a:ext uri="{FF2B5EF4-FFF2-40B4-BE49-F238E27FC236}">
                <a16:creationId xmlns:a16="http://schemas.microsoft.com/office/drawing/2014/main" id="{FEBAB8DE-1B14-5231-1772-FF80F45111A1}"/>
              </a:ext>
            </a:extLst>
          </p:cNvPr>
          <p:cNvSpPr txBox="1"/>
          <p:nvPr>
            <p:custDataLst>
              <p:tags r:id="rId27"/>
            </p:custDataLst>
          </p:nvPr>
        </p:nvSpPr>
        <p:spPr>
          <a:xfrm>
            <a:off x="4295519" y="3004959"/>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9" name="TextBox 68">
            <a:extLst>
              <a:ext uri="{FF2B5EF4-FFF2-40B4-BE49-F238E27FC236}">
                <a16:creationId xmlns:a16="http://schemas.microsoft.com/office/drawing/2014/main" id="{A7F528BC-50A4-F72A-CEA8-C2D14241B694}"/>
              </a:ext>
            </a:extLst>
          </p:cNvPr>
          <p:cNvSpPr txBox="1"/>
          <p:nvPr>
            <p:custDataLst>
              <p:tags r:id="rId28"/>
            </p:custDataLst>
          </p:nvPr>
        </p:nvSpPr>
        <p:spPr>
          <a:xfrm>
            <a:off x="4295519" y="3302411"/>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5" name="Rectangle 54">
            <a:extLst>
              <a:ext uri="{FF2B5EF4-FFF2-40B4-BE49-F238E27FC236}">
                <a16:creationId xmlns:a16="http://schemas.microsoft.com/office/drawing/2014/main" id="{A29F928B-DA6B-A38C-7C4E-1F74C84DDCD5}"/>
              </a:ext>
            </a:extLst>
          </p:cNvPr>
          <p:cNvSpPr/>
          <p:nvPr/>
        </p:nvSpPr>
        <p:spPr>
          <a:xfrm>
            <a:off x="8633940" y="1192949"/>
            <a:ext cx="60935" cy="172973"/>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63" name="Rectangle 62">
            <a:extLst>
              <a:ext uri="{FF2B5EF4-FFF2-40B4-BE49-F238E27FC236}">
                <a16:creationId xmlns:a16="http://schemas.microsoft.com/office/drawing/2014/main" id="{A7A205C3-DE4D-8A46-9B36-3E0CA2E64C0F}"/>
              </a:ext>
            </a:extLst>
          </p:cNvPr>
          <p:cNvSpPr/>
          <p:nvPr/>
        </p:nvSpPr>
        <p:spPr>
          <a:xfrm>
            <a:off x="10281339" y="1192949"/>
            <a:ext cx="60935" cy="172973"/>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73" name="TextBox 72">
            <a:extLst>
              <a:ext uri="{FF2B5EF4-FFF2-40B4-BE49-F238E27FC236}">
                <a16:creationId xmlns:a16="http://schemas.microsoft.com/office/drawing/2014/main" id="{0B39300B-E9FB-0892-36DD-529C63311504}"/>
              </a:ext>
            </a:extLst>
          </p:cNvPr>
          <p:cNvSpPr txBox="1"/>
          <p:nvPr/>
        </p:nvSpPr>
        <p:spPr>
          <a:xfrm>
            <a:off x="8768119" y="1192949"/>
            <a:ext cx="2185606" cy="1538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Technology improvement</a:t>
            </a:r>
          </a:p>
        </p:txBody>
      </p:sp>
      <p:sp>
        <p:nvSpPr>
          <p:cNvPr id="78" name="TextBox 77">
            <a:extLst>
              <a:ext uri="{FF2B5EF4-FFF2-40B4-BE49-F238E27FC236}">
                <a16:creationId xmlns:a16="http://schemas.microsoft.com/office/drawing/2014/main" id="{3E1A5164-C81F-CAEF-C8C4-A0BCE8A785B8}"/>
              </a:ext>
            </a:extLst>
          </p:cNvPr>
          <p:cNvSpPr txBox="1"/>
          <p:nvPr/>
        </p:nvSpPr>
        <p:spPr>
          <a:xfrm>
            <a:off x="10426466" y="1200409"/>
            <a:ext cx="1381804" cy="1538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Process improvement</a:t>
            </a:r>
          </a:p>
        </p:txBody>
      </p:sp>
      <p:sp>
        <p:nvSpPr>
          <p:cNvPr id="82" name="Rectangle: Rounded Corners 81">
            <a:extLst>
              <a:ext uri="{FF2B5EF4-FFF2-40B4-BE49-F238E27FC236}">
                <a16:creationId xmlns:a16="http://schemas.microsoft.com/office/drawing/2014/main" id="{9D5A0AC7-EF81-45FA-F83B-5CF297AF8820}"/>
              </a:ext>
            </a:extLst>
          </p:cNvPr>
          <p:cNvSpPr/>
          <p:nvPr/>
        </p:nvSpPr>
        <p:spPr>
          <a:xfrm>
            <a:off x="7071683" y="1177581"/>
            <a:ext cx="192024" cy="188421"/>
          </a:xfrm>
          <a:prstGeom prst="roundRect">
            <a:avLst/>
          </a:prstGeom>
          <a:solidFill>
            <a:schemeClr val="accent3">
              <a:lumMod val="20000"/>
              <a:lumOff val="80000"/>
              <a:alpha val="3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83" name="TextBox 82">
            <a:extLst>
              <a:ext uri="{FF2B5EF4-FFF2-40B4-BE49-F238E27FC236}">
                <a16:creationId xmlns:a16="http://schemas.microsoft.com/office/drawing/2014/main" id="{46DED9AA-5B44-5D4D-399F-E864A1E49AC7}"/>
              </a:ext>
            </a:extLst>
          </p:cNvPr>
          <p:cNvSpPr txBox="1"/>
          <p:nvPr/>
        </p:nvSpPr>
        <p:spPr>
          <a:xfrm>
            <a:off x="7342098" y="1192949"/>
            <a:ext cx="1795229" cy="1538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Initiative in progress</a:t>
            </a:r>
          </a:p>
        </p:txBody>
      </p:sp>
      <p:grpSp>
        <p:nvGrpSpPr>
          <p:cNvPr id="19" name="Group 18">
            <a:extLst>
              <a:ext uri="{FF2B5EF4-FFF2-40B4-BE49-F238E27FC236}">
                <a16:creationId xmlns:a16="http://schemas.microsoft.com/office/drawing/2014/main" id="{49EC7F80-FEA6-EEA8-682D-C130E4360F62}"/>
              </a:ext>
            </a:extLst>
          </p:cNvPr>
          <p:cNvGrpSpPr>
            <a:grpSpLocks/>
          </p:cNvGrpSpPr>
          <p:nvPr/>
        </p:nvGrpSpPr>
        <p:grpSpPr>
          <a:xfrm>
            <a:off x="8123599" y="1687647"/>
            <a:ext cx="3395669" cy="1006152"/>
            <a:chOff x="7676101" y="521480"/>
            <a:chExt cx="3395669" cy="637252"/>
          </a:xfrm>
        </p:grpSpPr>
        <p:sp>
          <p:nvSpPr>
            <p:cNvPr id="21" name="TextBox 20">
              <a:extLst>
                <a:ext uri="{FF2B5EF4-FFF2-40B4-BE49-F238E27FC236}">
                  <a16:creationId xmlns:a16="http://schemas.microsoft.com/office/drawing/2014/main" id="{7D417A98-FB4F-78E0-4428-A121B8798371}"/>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43" name="Rectangle: Rounded Corners 42">
              <a:extLst>
                <a:ext uri="{FF2B5EF4-FFF2-40B4-BE49-F238E27FC236}">
                  <a16:creationId xmlns:a16="http://schemas.microsoft.com/office/drawing/2014/main" id="{2B0914A5-FAEE-EC21-D111-20C3E9FFAFA0}"/>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44" name="TextBox 43">
              <a:extLst>
                <a:ext uri="{FF2B5EF4-FFF2-40B4-BE49-F238E27FC236}">
                  <a16:creationId xmlns:a16="http://schemas.microsoft.com/office/drawing/2014/main" id="{0FCE6BC3-EEAF-DDA6-57E7-CD3A1203A9DF}"/>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sp>
        <p:nvSpPr>
          <p:cNvPr id="45" name="TextBox 44">
            <a:extLst>
              <a:ext uri="{FF2B5EF4-FFF2-40B4-BE49-F238E27FC236}">
                <a16:creationId xmlns:a16="http://schemas.microsoft.com/office/drawing/2014/main" id="{25BCBAB8-96F3-F2B3-E6A7-2FF3EA68AC00}"/>
              </a:ext>
            </a:extLst>
          </p:cNvPr>
          <p:cNvSpPr txBox="1">
            <a:spLocks/>
          </p:cNvSpPr>
          <p:nvPr>
            <p:custDataLst>
              <p:tags r:id="rId29"/>
            </p:custDataLst>
          </p:nvPr>
        </p:nvSpPr>
        <p:spPr>
          <a:xfrm>
            <a:off x="8514432" y="1875908"/>
            <a:ext cx="2725068" cy="47263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“Most of the process is clicking through TAL and selecting items one by one, validating colors and sizes individually and adding custom artwork”</a:t>
            </a:r>
          </a:p>
        </p:txBody>
      </p:sp>
      <p:grpSp>
        <p:nvGrpSpPr>
          <p:cNvPr id="46" name="Group 45">
            <a:extLst>
              <a:ext uri="{FF2B5EF4-FFF2-40B4-BE49-F238E27FC236}">
                <a16:creationId xmlns:a16="http://schemas.microsoft.com/office/drawing/2014/main" id="{DF2B119C-3A18-3F3B-5A9A-EEFB8A671CD4}"/>
              </a:ext>
            </a:extLst>
          </p:cNvPr>
          <p:cNvGrpSpPr>
            <a:grpSpLocks/>
          </p:cNvGrpSpPr>
          <p:nvPr/>
        </p:nvGrpSpPr>
        <p:grpSpPr>
          <a:xfrm>
            <a:off x="8123599" y="3452006"/>
            <a:ext cx="3395669" cy="887957"/>
            <a:chOff x="7676101" y="521480"/>
            <a:chExt cx="3395669" cy="637252"/>
          </a:xfrm>
        </p:grpSpPr>
        <p:sp>
          <p:nvSpPr>
            <p:cNvPr id="47" name="TextBox 46">
              <a:extLst>
                <a:ext uri="{FF2B5EF4-FFF2-40B4-BE49-F238E27FC236}">
                  <a16:creationId xmlns:a16="http://schemas.microsoft.com/office/drawing/2014/main" id="{F677F082-D668-4B42-8A9B-EF1D9B367BFB}"/>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48" name="Rectangle: Rounded Corners 47">
              <a:extLst>
                <a:ext uri="{FF2B5EF4-FFF2-40B4-BE49-F238E27FC236}">
                  <a16:creationId xmlns:a16="http://schemas.microsoft.com/office/drawing/2014/main" id="{6903F6A2-0213-75FC-3EEC-CB3968D1A328}"/>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50" name="TextBox 49">
              <a:extLst>
                <a:ext uri="{FF2B5EF4-FFF2-40B4-BE49-F238E27FC236}">
                  <a16:creationId xmlns:a16="http://schemas.microsoft.com/office/drawing/2014/main" id="{D4A68383-05DE-9E27-954B-50EE97AEA4A7}"/>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grpSp>
        <p:nvGrpSpPr>
          <p:cNvPr id="56" name="Group 55">
            <a:extLst>
              <a:ext uri="{FF2B5EF4-FFF2-40B4-BE49-F238E27FC236}">
                <a16:creationId xmlns:a16="http://schemas.microsoft.com/office/drawing/2014/main" id="{9E002534-DB2C-EC32-97A9-BBB47B32D93C}"/>
              </a:ext>
            </a:extLst>
          </p:cNvPr>
          <p:cNvGrpSpPr>
            <a:grpSpLocks/>
          </p:cNvGrpSpPr>
          <p:nvPr/>
        </p:nvGrpSpPr>
        <p:grpSpPr>
          <a:xfrm>
            <a:off x="8123599" y="4319228"/>
            <a:ext cx="3395669" cy="757188"/>
            <a:chOff x="7676101" y="521480"/>
            <a:chExt cx="3395669" cy="637252"/>
          </a:xfrm>
        </p:grpSpPr>
        <p:sp>
          <p:nvSpPr>
            <p:cNvPr id="77" name="TextBox 76">
              <a:extLst>
                <a:ext uri="{FF2B5EF4-FFF2-40B4-BE49-F238E27FC236}">
                  <a16:creationId xmlns:a16="http://schemas.microsoft.com/office/drawing/2014/main" id="{864CE5C0-4CE3-AA63-647C-8BC3D4A881F2}"/>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81" name="Rectangle: Rounded Corners 80">
              <a:extLst>
                <a:ext uri="{FF2B5EF4-FFF2-40B4-BE49-F238E27FC236}">
                  <a16:creationId xmlns:a16="http://schemas.microsoft.com/office/drawing/2014/main" id="{EB87C8B3-B386-5D31-6300-EFFB0ACBEB34}"/>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3" name="TextBox 92">
              <a:extLst>
                <a:ext uri="{FF2B5EF4-FFF2-40B4-BE49-F238E27FC236}">
                  <a16:creationId xmlns:a16="http://schemas.microsoft.com/office/drawing/2014/main" id="{C8547268-D279-F6C4-AB04-FFC412F820F1}"/>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sp>
        <p:nvSpPr>
          <p:cNvPr id="94" name="TextBox 93">
            <a:extLst>
              <a:ext uri="{FF2B5EF4-FFF2-40B4-BE49-F238E27FC236}">
                <a16:creationId xmlns:a16="http://schemas.microsoft.com/office/drawing/2014/main" id="{61BF456A-C982-1FD4-7DCE-B4984EB7B2B8}"/>
              </a:ext>
            </a:extLst>
          </p:cNvPr>
          <p:cNvSpPr txBox="1">
            <a:spLocks/>
          </p:cNvSpPr>
          <p:nvPr>
            <p:custDataLst>
              <p:tags r:id="rId30"/>
            </p:custDataLst>
          </p:nvPr>
        </p:nvSpPr>
        <p:spPr>
          <a:xfrm>
            <a:off x="8585427" y="3669807"/>
            <a:ext cx="2725068" cy="4571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“It’s frustrating when we’ve already spent 30-60 minutes building something that never launches”</a:t>
            </a:r>
          </a:p>
        </p:txBody>
      </p:sp>
      <p:sp>
        <p:nvSpPr>
          <p:cNvPr id="95" name="TextBox 94">
            <a:extLst>
              <a:ext uri="{FF2B5EF4-FFF2-40B4-BE49-F238E27FC236}">
                <a16:creationId xmlns:a16="http://schemas.microsoft.com/office/drawing/2014/main" id="{85A7987E-2D82-2B9E-59A1-8AFA5610220E}"/>
              </a:ext>
            </a:extLst>
          </p:cNvPr>
          <p:cNvSpPr txBox="1">
            <a:spLocks/>
          </p:cNvSpPr>
          <p:nvPr>
            <p:custDataLst>
              <p:tags r:id="rId31"/>
            </p:custDataLst>
          </p:nvPr>
        </p:nvSpPr>
        <p:spPr>
          <a:xfrm>
            <a:off x="8621070" y="4535679"/>
            <a:ext cx="2725068" cy="17990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“If the information is there upfront, the build is straightforward but missing/incorrect pieces slow us down”</a:t>
            </a:r>
          </a:p>
        </p:txBody>
      </p:sp>
      <p:grpSp>
        <p:nvGrpSpPr>
          <p:cNvPr id="96" name="Group 95">
            <a:extLst>
              <a:ext uri="{FF2B5EF4-FFF2-40B4-BE49-F238E27FC236}">
                <a16:creationId xmlns:a16="http://schemas.microsoft.com/office/drawing/2014/main" id="{00EF6E60-EA59-A5C9-CCBE-A17F91FA0F5D}"/>
              </a:ext>
            </a:extLst>
          </p:cNvPr>
          <p:cNvGrpSpPr>
            <a:grpSpLocks/>
          </p:cNvGrpSpPr>
          <p:nvPr/>
        </p:nvGrpSpPr>
        <p:grpSpPr>
          <a:xfrm>
            <a:off x="8123599" y="2588832"/>
            <a:ext cx="3395669" cy="863958"/>
            <a:chOff x="7676101" y="521480"/>
            <a:chExt cx="3395669" cy="637252"/>
          </a:xfrm>
        </p:grpSpPr>
        <p:sp>
          <p:nvSpPr>
            <p:cNvPr id="97" name="TextBox 96">
              <a:extLst>
                <a:ext uri="{FF2B5EF4-FFF2-40B4-BE49-F238E27FC236}">
                  <a16:creationId xmlns:a16="http://schemas.microsoft.com/office/drawing/2014/main" id="{E285190C-B4AA-6DC5-5349-50D44555158F}"/>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98" name="Rectangle: Rounded Corners 97">
              <a:extLst>
                <a:ext uri="{FF2B5EF4-FFF2-40B4-BE49-F238E27FC236}">
                  <a16:creationId xmlns:a16="http://schemas.microsoft.com/office/drawing/2014/main" id="{E91276CC-63E2-EF43-8B28-2A5654FF047C}"/>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99" name="TextBox 98">
              <a:extLst>
                <a:ext uri="{FF2B5EF4-FFF2-40B4-BE49-F238E27FC236}">
                  <a16:creationId xmlns:a16="http://schemas.microsoft.com/office/drawing/2014/main" id="{0E1CC061-1FA7-F92C-12EE-827F80E2ED05}"/>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sp>
        <p:nvSpPr>
          <p:cNvPr id="100" name="TextBox 99">
            <a:extLst>
              <a:ext uri="{FF2B5EF4-FFF2-40B4-BE49-F238E27FC236}">
                <a16:creationId xmlns:a16="http://schemas.microsoft.com/office/drawing/2014/main" id="{59AEFEB9-CDEC-0147-DCF1-395ED322BAA9}"/>
              </a:ext>
            </a:extLst>
          </p:cNvPr>
          <p:cNvSpPr txBox="1">
            <a:spLocks/>
          </p:cNvSpPr>
          <p:nvPr>
            <p:custDataLst>
              <p:tags r:id="rId32"/>
            </p:custDataLst>
          </p:nvPr>
        </p:nvSpPr>
        <p:spPr>
          <a:xfrm>
            <a:off x="8514432" y="2808089"/>
            <a:ext cx="2725068" cy="47263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“Inventory filtering takes longer than it should because you have to visually scan for low quantities.”</a:t>
            </a:r>
          </a:p>
        </p:txBody>
      </p:sp>
      <p:grpSp>
        <p:nvGrpSpPr>
          <p:cNvPr id="103" name="Group 102">
            <a:extLst>
              <a:ext uri="{FF2B5EF4-FFF2-40B4-BE49-F238E27FC236}">
                <a16:creationId xmlns:a16="http://schemas.microsoft.com/office/drawing/2014/main" id="{EF130292-2789-EC38-68C1-001018A2A4C1}"/>
              </a:ext>
            </a:extLst>
          </p:cNvPr>
          <p:cNvGrpSpPr>
            <a:grpSpLocks/>
          </p:cNvGrpSpPr>
          <p:nvPr/>
        </p:nvGrpSpPr>
        <p:grpSpPr>
          <a:xfrm>
            <a:off x="8123599" y="5011033"/>
            <a:ext cx="3395669" cy="627697"/>
            <a:chOff x="7676101" y="521480"/>
            <a:chExt cx="3395669" cy="637252"/>
          </a:xfrm>
        </p:grpSpPr>
        <p:sp>
          <p:nvSpPr>
            <p:cNvPr id="104" name="TextBox 103">
              <a:extLst>
                <a:ext uri="{FF2B5EF4-FFF2-40B4-BE49-F238E27FC236}">
                  <a16:creationId xmlns:a16="http://schemas.microsoft.com/office/drawing/2014/main" id="{429DC095-57CF-C429-6224-0C70519C5E75}"/>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105" name="Rectangle: Rounded Corners 104">
              <a:extLst>
                <a:ext uri="{FF2B5EF4-FFF2-40B4-BE49-F238E27FC236}">
                  <a16:creationId xmlns:a16="http://schemas.microsoft.com/office/drawing/2014/main" id="{90485379-88CE-14E3-AB4D-AED4F80B1730}"/>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sp>
          <p:nvSpPr>
            <p:cNvPr id="106" name="TextBox 105">
              <a:extLst>
                <a:ext uri="{FF2B5EF4-FFF2-40B4-BE49-F238E27FC236}">
                  <a16:creationId xmlns:a16="http://schemas.microsoft.com/office/drawing/2014/main" id="{F7E18A07-E205-DDA6-39CA-6F3E4FA1DCB4}"/>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sp>
        <p:nvSpPr>
          <p:cNvPr id="107" name="TextBox 106">
            <a:extLst>
              <a:ext uri="{FF2B5EF4-FFF2-40B4-BE49-F238E27FC236}">
                <a16:creationId xmlns:a16="http://schemas.microsoft.com/office/drawing/2014/main" id="{BD89BEA1-5141-E196-FFDA-D6E41D293229}"/>
              </a:ext>
            </a:extLst>
          </p:cNvPr>
          <p:cNvSpPr txBox="1">
            <a:spLocks/>
          </p:cNvSpPr>
          <p:nvPr>
            <p:custDataLst>
              <p:tags r:id="rId33"/>
            </p:custDataLst>
          </p:nvPr>
        </p:nvSpPr>
        <p:spPr>
          <a:xfrm>
            <a:off x="8621070" y="5113238"/>
            <a:ext cx="2725068" cy="17990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“Sometimes Sales will complete parts themselves because it’s easier than explaining it.”</a:t>
            </a:r>
          </a:p>
        </p:txBody>
      </p:sp>
      <p:sp>
        <p:nvSpPr>
          <p:cNvPr id="3" name="TextBox 2">
            <a:extLst>
              <a:ext uri="{FF2B5EF4-FFF2-40B4-BE49-F238E27FC236}">
                <a16:creationId xmlns:a16="http://schemas.microsoft.com/office/drawing/2014/main" id="{75718620-8473-C82A-4ECE-CAE3F41CD544}"/>
              </a:ext>
            </a:extLst>
          </p:cNvPr>
          <p:cNvSpPr txBox="1"/>
          <p:nvPr>
            <p:custDataLst>
              <p:tags r:id="rId34"/>
            </p:custDataLst>
          </p:nvPr>
        </p:nvSpPr>
        <p:spPr>
          <a:xfrm>
            <a:off x="739404" y="5907904"/>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TextBox 4">
            <a:extLst>
              <a:ext uri="{FF2B5EF4-FFF2-40B4-BE49-F238E27FC236}">
                <a16:creationId xmlns:a16="http://schemas.microsoft.com/office/drawing/2014/main" id="{FDD24C45-EA95-7A52-7699-E87C57CA6898}"/>
              </a:ext>
            </a:extLst>
          </p:cNvPr>
          <p:cNvSpPr txBox="1">
            <a:spLocks/>
          </p:cNvSpPr>
          <p:nvPr>
            <p:custDataLst>
              <p:tags r:id="rId35"/>
            </p:custDataLst>
          </p:nvPr>
        </p:nvSpPr>
        <p:spPr>
          <a:xfrm>
            <a:off x="794979" y="5686098"/>
            <a:ext cx="7342655"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Limited monetization per shop and a long tail of low-performing launches reduces overall revenue impact</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Average shop revenue is relatively low (~$1K per shop NR on average)</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~20% of launched shops generate no revenue despite operational effort to build and launch</a:t>
            </a:r>
          </a:p>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endPar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9" name="TextBox 8">
            <a:extLst>
              <a:ext uri="{FF2B5EF4-FFF2-40B4-BE49-F238E27FC236}">
                <a16:creationId xmlns:a16="http://schemas.microsoft.com/office/drawing/2014/main" id="{FF1780F6-9DEB-9132-6EE8-AB0E5F1C4E33}"/>
              </a:ext>
            </a:extLst>
          </p:cNvPr>
          <p:cNvSpPr txBox="1"/>
          <p:nvPr>
            <p:custDataLst>
              <p:tags r:id="rId36"/>
            </p:custDataLst>
          </p:nvPr>
        </p:nvSpPr>
        <p:spPr>
          <a:xfrm>
            <a:off x="739404" y="6332876"/>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0" name="TextBox 9">
            <a:extLst>
              <a:ext uri="{FF2B5EF4-FFF2-40B4-BE49-F238E27FC236}">
                <a16:creationId xmlns:a16="http://schemas.microsoft.com/office/drawing/2014/main" id="{F4537BD5-FEF7-CC04-A309-4E4411535E6C}"/>
              </a:ext>
            </a:extLst>
          </p:cNvPr>
          <p:cNvSpPr txBox="1"/>
          <p:nvPr>
            <p:custDataLst>
              <p:tags r:id="rId37"/>
            </p:custDataLst>
          </p:nvPr>
        </p:nvSpPr>
        <p:spPr>
          <a:xfrm>
            <a:off x="4329047" y="5907904"/>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 name="TextBox 10">
            <a:extLst>
              <a:ext uri="{FF2B5EF4-FFF2-40B4-BE49-F238E27FC236}">
                <a16:creationId xmlns:a16="http://schemas.microsoft.com/office/drawing/2014/main" id="{C307FC69-90B3-88C7-5B41-D6D615FA00B6}"/>
              </a:ext>
            </a:extLst>
          </p:cNvPr>
          <p:cNvSpPr txBox="1"/>
          <p:nvPr>
            <p:custDataLst>
              <p:tags r:id="rId38"/>
            </p:custDataLst>
          </p:nvPr>
        </p:nvSpPr>
        <p:spPr>
          <a:xfrm>
            <a:off x="4329047" y="6332876"/>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12" name="Straight Connector 11">
            <a:extLst>
              <a:ext uri="{FF2B5EF4-FFF2-40B4-BE49-F238E27FC236}">
                <a16:creationId xmlns:a16="http://schemas.microsoft.com/office/drawing/2014/main" id="{37941CD5-47B7-2891-72BA-893EC6EFB7DA}"/>
              </a:ext>
            </a:extLst>
          </p:cNvPr>
          <p:cNvCxnSpPr>
            <a:cxnSpLocks/>
          </p:cNvCxnSpPr>
          <p:nvPr>
            <p:custDataLst>
              <p:tags r:id="rId39"/>
            </p:custDataLst>
          </p:nvPr>
        </p:nvCxnSpPr>
        <p:spPr>
          <a:xfrm flipV="1">
            <a:off x="522016" y="5669286"/>
            <a:ext cx="11139498" cy="1"/>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8" name="TrackerNumBlue 21">
            <a:extLst>
              <a:ext uri="{FF2B5EF4-FFF2-40B4-BE49-F238E27FC236}">
                <a16:creationId xmlns:a16="http://schemas.microsoft.com/office/drawing/2014/main" id="{051465A3-11DD-5FA6-C4DC-D384CA785CAF}"/>
              </a:ext>
            </a:extLst>
          </p:cNvPr>
          <p:cNvSpPr/>
          <p:nvPr>
            <p:custDataLst>
              <p:tags r:id="rId40"/>
            </p:custDataLst>
          </p:nvPr>
        </p:nvSpPr>
        <p:spPr>
          <a:xfrm>
            <a:off x="554445" y="1798345"/>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1</a:t>
            </a:r>
          </a:p>
        </p:txBody>
      </p:sp>
      <p:sp>
        <p:nvSpPr>
          <p:cNvPr id="23" name="TrackerNumBlue 21">
            <a:extLst>
              <a:ext uri="{FF2B5EF4-FFF2-40B4-BE49-F238E27FC236}">
                <a16:creationId xmlns:a16="http://schemas.microsoft.com/office/drawing/2014/main" id="{7E406135-D724-A7A2-6CD5-543149B7EB3D}"/>
              </a:ext>
            </a:extLst>
          </p:cNvPr>
          <p:cNvSpPr/>
          <p:nvPr>
            <p:custDataLst>
              <p:tags r:id="rId41"/>
            </p:custDataLst>
          </p:nvPr>
        </p:nvSpPr>
        <p:spPr>
          <a:xfrm>
            <a:off x="554445" y="3519999"/>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2</a:t>
            </a:r>
          </a:p>
        </p:txBody>
      </p:sp>
      <p:sp>
        <p:nvSpPr>
          <p:cNvPr id="25" name="TrackerNumBlue 21">
            <a:extLst>
              <a:ext uri="{FF2B5EF4-FFF2-40B4-BE49-F238E27FC236}">
                <a16:creationId xmlns:a16="http://schemas.microsoft.com/office/drawing/2014/main" id="{AA3F7C84-3021-6237-092B-613DA30E21CB}"/>
              </a:ext>
            </a:extLst>
          </p:cNvPr>
          <p:cNvSpPr/>
          <p:nvPr>
            <p:custDataLst>
              <p:tags r:id="rId42"/>
            </p:custDataLst>
          </p:nvPr>
        </p:nvSpPr>
        <p:spPr>
          <a:xfrm>
            <a:off x="554445" y="4464266"/>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3</a:t>
            </a:r>
          </a:p>
        </p:txBody>
      </p:sp>
      <p:sp>
        <p:nvSpPr>
          <p:cNvPr id="32" name="TrackerNumBlue 21">
            <a:extLst>
              <a:ext uri="{FF2B5EF4-FFF2-40B4-BE49-F238E27FC236}">
                <a16:creationId xmlns:a16="http://schemas.microsoft.com/office/drawing/2014/main" id="{9E087A18-4D3F-4455-0B56-968E16ECB73A}"/>
              </a:ext>
            </a:extLst>
          </p:cNvPr>
          <p:cNvSpPr/>
          <p:nvPr>
            <p:custDataLst>
              <p:tags r:id="rId43"/>
            </p:custDataLst>
          </p:nvPr>
        </p:nvSpPr>
        <p:spPr>
          <a:xfrm>
            <a:off x="554445" y="5691957"/>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4</a:t>
            </a:r>
          </a:p>
        </p:txBody>
      </p:sp>
      <p:sp>
        <p:nvSpPr>
          <p:cNvPr id="34" name="TextBox 33">
            <a:extLst>
              <a:ext uri="{FF2B5EF4-FFF2-40B4-BE49-F238E27FC236}">
                <a16:creationId xmlns:a16="http://schemas.microsoft.com/office/drawing/2014/main" id="{2A8D1571-EE67-9501-B063-409BDBD52A8A}"/>
              </a:ext>
            </a:extLst>
          </p:cNvPr>
          <p:cNvSpPr txBox="1"/>
          <p:nvPr/>
        </p:nvSpPr>
        <p:spPr>
          <a:xfrm>
            <a:off x="8514432" y="5835292"/>
            <a:ext cx="3147082"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i="1"/>
              <a:t>N/A</a:t>
            </a:r>
          </a:p>
        </p:txBody>
      </p:sp>
    </p:spTree>
    <p:extLst>
      <p:ext uri="{BB962C8B-B14F-4D97-AF65-F5344CB8AC3E}">
        <p14:creationId xmlns:p14="http://schemas.microsoft.com/office/powerpoint/2010/main" val="2890152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56BD6903-3B67-026E-CE11-8EA6591D1D5B}"/>
              </a:ext>
            </a:extLst>
          </p:cNvPr>
          <p:cNvGraphicFramePr>
            <a:graphicFrameLocks noChangeAspect="1"/>
          </p:cNvGraphicFramePr>
          <p:nvPr>
            <p:custDataLst>
              <p:tags r:id="rId1"/>
            </p:custDataLst>
            <p:extLst>
              <p:ext uri="{D42A27DB-BD31-4B8C-83A1-F6EECF244321}">
                <p14:modId xmlns:p14="http://schemas.microsoft.com/office/powerpoint/2010/main" val="393957188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6" imgW="404" imgH="405" progId="TCLayout.ActiveDocument.1">
                  <p:embed/>
                </p:oleObj>
              </mc:Choice>
              <mc:Fallback>
                <p:oleObj name="think-cell Slide" r:id="rId26" imgW="404" imgH="405" progId="TCLayout.ActiveDocument.1">
                  <p:embed/>
                  <p:pic>
                    <p:nvPicPr>
                      <p:cNvPr id="5" name="Object 2" hidden="1">
                        <a:extLst>
                          <a:ext uri="{FF2B5EF4-FFF2-40B4-BE49-F238E27FC236}">
                            <a16:creationId xmlns:a16="http://schemas.microsoft.com/office/drawing/2014/main" id="{56BD6903-3B67-026E-CE11-8EA6591D1D5B}"/>
                          </a:ext>
                        </a:extLst>
                      </p:cNvPr>
                      <p:cNvPicPr/>
                      <p:nvPr/>
                    </p:nvPicPr>
                    <p:blipFill>
                      <a:blip r:embed="rId27"/>
                      <a:stretch>
                        <a:fillRect/>
                      </a:stretch>
                    </p:blipFill>
                    <p:spPr>
                      <a:xfrm>
                        <a:off x="1588" y="1588"/>
                        <a:ext cx="1588" cy="1588"/>
                      </a:xfrm>
                      <a:prstGeom prst="rect">
                        <a:avLst/>
                      </a:prstGeom>
                    </p:spPr>
                  </p:pic>
                </p:oleObj>
              </mc:Fallback>
            </mc:AlternateContent>
          </a:graphicData>
        </a:graphic>
      </p:graphicFrame>
      <p:sp>
        <p:nvSpPr>
          <p:cNvPr id="1869" name="Freeform: Shape 1868">
            <a:extLst>
              <a:ext uri="{FF2B5EF4-FFF2-40B4-BE49-F238E27FC236}">
                <a16:creationId xmlns:a16="http://schemas.microsoft.com/office/drawing/2014/main" id="{28EEBBC6-D26A-9364-E2B6-7F4055B5C79F}"/>
              </a:ext>
            </a:extLst>
          </p:cNvPr>
          <p:cNvSpPr/>
          <p:nvPr/>
        </p:nvSpPr>
        <p:spPr>
          <a:xfrm>
            <a:off x="9204325" y="2733674"/>
            <a:ext cx="614363" cy="238125"/>
          </a:xfrm>
          <a:custGeom>
            <a:avLst/>
            <a:gdLst>
              <a:gd name="csX0" fmla="*/ 442913 w 614363"/>
              <a:gd name="csY0" fmla="*/ 128588 h 128588"/>
              <a:gd name="csX1" fmla="*/ 0 w 614363"/>
              <a:gd name="csY1" fmla="*/ 0 h 128588"/>
              <a:gd name="csX2" fmla="*/ 614363 w 614363"/>
              <a:gd name="csY2" fmla="*/ 0 h 128588"/>
              <a:gd name="csX3" fmla="*/ 442913 w 614363"/>
              <a:gd name="csY3" fmla="*/ 128588 h 128588"/>
            </a:gdLst>
            <a:ahLst/>
            <a:cxnLst>
              <a:cxn ang="0">
                <a:pos x="csX0" y="csY0"/>
              </a:cxn>
              <a:cxn ang="0">
                <a:pos x="csX1" y="csY1"/>
              </a:cxn>
              <a:cxn ang="0">
                <a:pos x="csX2" y="csY2"/>
              </a:cxn>
              <a:cxn ang="0">
                <a:pos x="csX3" y="csY3"/>
              </a:cxn>
            </a:cxnLst>
            <a:rect l="l" t="t" r="r" b="b"/>
            <a:pathLst>
              <a:path w="614363" h="128588">
                <a:moveTo>
                  <a:pt x="442913" y="128588"/>
                </a:moveTo>
                <a:lnTo>
                  <a:pt x="0" y="0"/>
                </a:lnTo>
                <a:lnTo>
                  <a:pt x="614363" y="0"/>
                </a:lnTo>
                <a:lnTo>
                  <a:pt x="442913" y="128588"/>
                </a:lnTo>
                <a:close/>
              </a:path>
            </a:pathLst>
          </a:custGeom>
          <a:gradFill flip="none" rotWithShape="1">
            <a:gsLst>
              <a:gs pos="0">
                <a:schemeClr val="accent1">
                  <a:lumMod val="5000"/>
                  <a:lumOff val="95000"/>
                </a:schemeClr>
              </a:gs>
              <a:gs pos="100000">
                <a:schemeClr val="accent1">
                  <a:lumMod val="30000"/>
                  <a:lumOff val="70000"/>
                </a:schemeClr>
              </a:gs>
            </a:gsLst>
            <a:lin ang="16200000" scaled="1"/>
            <a:tileRect/>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grpSp>
        <p:nvGrpSpPr>
          <p:cNvPr id="146" name="Group 145">
            <a:extLst>
              <a:ext uri="{FF2B5EF4-FFF2-40B4-BE49-F238E27FC236}">
                <a16:creationId xmlns:a16="http://schemas.microsoft.com/office/drawing/2014/main" id="{4D343168-8201-961A-644A-D6DD39F8E68A}"/>
              </a:ext>
            </a:extLst>
          </p:cNvPr>
          <p:cNvGrpSpPr/>
          <p:nvPr/>
        </p:nvGrpSpPr>
        <p:grpSpPr>
          <a:xfrm>
            <a:off x="1792555" y="2322410"/>
            <a:ext cx="10399445" cy="646868"/>
            <a:chOff x="1792555" y="3255987"/>
            <a:chExt cx="10399445" cy="646868"/>
          </a:xfrm>
        </p:grpSpPr>
        <p:sp>
          <p:nvSpPr>
            <p:cNvPr id="12" name="Freeform: Shape 11">
              <a:extLst>
                <a:ext uri="{FF2B5EF4-FFF2-40B4-BE49-F238E27FC236}">
                  <a16:creationId xmlns:a16="http://schemas.microsoft.com/office/drawing/2014/main" id="{323D6E99-DCFD-1298-6F79-0E7895AD7BEE}"/>
                </a:ext>
              </a:extLst>
            </p:cNvPr>
            <p:cNvSpPr/>
            <p:nvPr/>
          </p:nvSpPr>
          <p:spPr>
            <a:xfrm>
              <a:off x="1792555" y="3255987"/>
              <a:ext cx="7801025" cy="625194"/>
            </a:xfrm>
            <a:custGeom>
              <a:avLst/>
              <a:gdLst>
                <a:gd name="connsiteX0" fmla="*/ 0 w 10510787"/>
                <a:gd name="connsiteY0" fmla="*/ 552867 h 1034130"/>
                <a:gd name="connsiteX1" fmla="*/ 664143 w 10510787"/>
                <a:gd name="connsiteY1" fmla="*/ 909002 h 1034130"/>
                <a:gd name="connsiteX2" fmla="*/ 2512193 w 10510787"/>
                <a:gd name="connsiteY2" fmla="*/ 138981 h 1034130"/>
                <a:gd name="connsiteX3" fmla="*/ 4206240 w 10510787"/>
                <a:gd name="connsiteY3" fmla="*/ 860876 h 1034130"/>
                <a:gd name="connsiteX4" fmla="*/ 5698156 w 10510787"/>
                <a:gd name="connsiteY4" fmla="*/ 350737 h 1034130"/>
                <a:gd name="connsiteX5" fmla="*/ 7190071 w 10510787"/>
                <a:gd name="connsiteY5" fmla="*/ 437364 h 1034130"/>
                <a:gd name="connsiteX6" fmla="*/ 8604985 w 10510787"/>
                <a:gd name="connsiteY6" fmla="*/ 13852 h 1034130"/>
                <a:gd name="connsiteX7" fmla="*/ 10510787 w 10510787"/>
                <a:gd name="connsiteY7" fmla="*/ 1034130 h 1034130"/>
                <a:gd name="csX0" fmla="*/ 0 w 9919794"/>
                <a:gd name="csY0" fmla="*/ 552867 h 922249"/>
                <a:gd name="csX1" fmla="*/ 664143 w 9919794"/>
                <a:gd name="csY1" fmla="*/ 909002 h 922249"/>
                <a:gd name="csX2" fmla="*/ 2512193 w 9919794"/>
                <a:gd name="csY2" fmla="*/ 138981 h 922249"/>
                <a:gd name="csX3" fmla="*/ 4206240 w 9919794"/>
                <a:gd name="csY3" fmla="*/ 860876 h 922249"/>
                <a:gd name="csX4" fmla="*/ 5698156 w 9919794"/>
                <a:gd name="csY4" fmla="*/ 350737 h 922249"/>
                <a:gd name="csX5" fmla="*/ 7190071 w 9919794"/>
                <a:gd name="csY5" fmla="*/ 437364 h 922249"/>
                <a:gd name="csX6" fmla="*/ 8604985 w 9919794"/>
                <a:gd name="csY6" fmla="*/ 13852 h 922249"/>
                <a:gd name="csX7" fmla="*/ 9919794 w 9919794"/>
                <a:gd name="csY7" fmla="*/ 661404 h 922249"/>
                <a:gd name="csX0" fmla="*/ 0 w 9255651"/>
                <a:gd name="csY0" fmla="*/ 909002 h 909001"/>
                <a:gd name="csX1" fmla="*/ 1848050 w 9255651"/>
                <a:gd name="csY1" fmla="*/ 138981 h 909001"/>
                <a:gd name="csX2" fmla="*/ 3542097 w 9255651"/>
                <a:gd name="csY2" fmla="*/ 860876 h 909001"/>
                <a:gd name="csX3" fmla="*/ 5034013 w 9255651"/>
                <a:gd name="csY3" fmla="*/ 350737 h 909001"/>
                <a:gd name="csX4" fmla="*/ 6525928 w 9255651"/>
                <a:gd name="csY4" fmla="*/ 437364 h 909001"/>
                <a:gd name="csX5" fmla="*/ 7940842 w 9255651"/>
                <a:gd name="csY5" fmla="*/ 13852 h 909001"/>
                <a:gd name="csX6" fmla="*/ 9255651 w 9255651"/>
                <a:gd name="csY6" fmla="*/ 661404 h 909001"/>
                <a:gd name="csX0" fmla="*/ 0 w 8067099"/>
                <a:gd name="csY0" fmla="*/ 356947 h 862746"/>
                <a:gd name="csX1" fmla="*/ 659498 w 8067099"/>
                <a:gd name="csY1" fmla="*/ 138981 h 862746"/>
                <a:gd name="csX2" fmla="*/ 2353545 w 8067099"/>
                <a:gd name="csY2" fmla="*/ 860876 h 862746"/>
                <a:gd name="csX3" fmla="*/ 3845461 w 8067099"/>
                <a:gd name="csY3" fmla="*/ 350737 h 862746"/>
                <a:gd name="csX4" fmla="*/ 5337376 w 8067099"/>
                <a:gd name="csY4" fmla="*/ 437364 h 862746"/>
                <a:gd name="csX5" fmla="*/ 6752290 w 8067099"/>
                <a:gd name="csY5" fmla="*/ 13852 h 862746"/>
                <a:gd name="csX6" fmla="*/ 8067099 w 8067099"/>
                <a:gd name="csY6" fmla="*/ 661404 h 862746"/>
                <a:gd name="csX0" fmla="*/ 0 w 8067099"/>
                <a:gd name="csY0" fmla="*/ 356947 h 862746"/>
                <a:gd name="csX1" fmla="*/ 659498 w 8067099"/>
                <a:gd name="csY1" fmla="*/ 138981 h 862746"/>
                <a:gd name="csX2" fmla="*/ 2353545 w 8067099"/>
                <a:gd name="csY2" fmla="*/ 860876 h 862746"/>
                <a:gd name="csX3" fmla="*/ 3845461 w 8067099"/>
                <a:gd name="csY3" fmla="*/ 350737 h 862746"/>
                <a:gd name="csX4" fmla="*/ 5337376 w 8067099"/>
                <a:gd name="csY4" fmla="*/ 437364 h 862746"/>
                <a:gd name="csX5" fmla="*/ 6752290 w 8067099"/>
                <a:gd name="csY5" fmla="*/ 13852 h 862746"/>
                <a:gd name="csX6" fmla="*/ 8067099 w 8067099"/>
                <a:gd name="csY6" fmla="*/ 661404 h 86274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067099" h="862746">
                  <a:moveTo>
                    <a:pt x="0" y="356947"/>
                  </a:moveTo>
                  <a:cubicBezTo>
                    <a:pt x="83803" y="296728"/>
                    <a:pt x="267241" y="54993"/>
                    <a:pt x="659498" y="138981"/>
                  </a:cubicBezTo>
                  <a:cubicBezTo>
                    <a:pt x="1051755" y="222969"/>
                    <a:pt x="1822551" y="825583"/>
                    <a:pt x="2353545" y="860876"/>
                  </a:cubicBezTo>
                  <a:cubicBezTo>
                    <a:pt x="2884539" y="896169"/>
                    <a:pt x="3348156" y="421322"/>
                    <a:pt x="3845461" y="350737"/>
                  </a:cubicBezTo>
                  <a:cubicBezTo>
                    <a:pt x="4342766" y="280152"/>
                    <a:pt x="4852905" y="493511"/>
                    <a:pt x="5337376" y="437364"/>
                  </a:cubicBezTo>
                  <a:cubicBezTo>
                    <a:pt x="5821847" y="381217"/>
                    <a:pt x="6198837" y="-85609"/>
                    <a:pt x="6752290" y="13852"/>
                  </a:cubicBezTo>
                  <a:cubicBezTo>
                    <a:pt x="7305743" y="113313"/>
                    <a:pt x="7728611" y="457669"/>
                    <a:pt x="8067099" y="661404"/>
                  </a:cubicBezTo>
                </a:path>
              </a:pathLst>
            </a:custGeom>
            <a:noFill/>
            <a:ln w="28575" cap="sq">
              <a:solidFill>
                <a:schemeClr val="bg2">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100" b="0" i="0" u="none" strike="noStrike" kern="1200" cap="none" spc="0" normalizeH="0" baseline="0" noProof="0">
                <a:ln>
                  <a:noFill/>
                </a:ln>
                <a:solidFill>
                  <a:srgbClr val="FFFFFF"/>
                </a:solidFill>
                <a:effectLst/>
                <a:uLnTx/>
                <a:uFillTx/>
                <a:latin typeface="Arial"/>
                <a:ea typeface="+mn-ea"/>
                <a:cs typeface="+mn-cs"/>
              </a:endParaRPr>
            </a:p>
          </p:txBody>
        </p:sp>
        <p:sp>
          <p:nvSpPr>
            <p:cNvPr id="67" name="Freeform: Shape 66">
              <a:extLst>
                <a:ext uri="{FF2B5EF4-FFF2-40B4-BE49-F238E27FC236}">
                  <a16:creationId xmlns:a16="http://schemas.microsoft.com/office/drawing/2014/main" id="{A7439EC6-1B76-733A-AD1A-9E67D22672C3}"/>
                </a:ext>
              </a:extLst>
            </p:cNvPr>
            <p:cNvSpPr/>
            <p:nvPr/>
          </p:nvSpPr>
          <p:spPr>
            <a:xfrm>
              <a:off x="9406427" y="3344696"/>
              <a:ext cx="2785573" cy="558159"/>
            </a:xfrm>
            <a:custGeom>
              <a:avLst/>
              <a:gdLst>
                <a:gd name="connsiteX0" fmla="*/ 0 w 10510787"/>
                <a:gd name="connsiteY0" fmla="*/ 552867 h 1034130"/>
                <a:gd name="connsiteX1" fmla="*/ 664143 w 10510787"/>
                <a:gd name="connsiteY1" fmla="*/ 909002 h 1034130"/>
                <a:gd name="connsiteX2" fmla="*/ 2512193 w 10510787"/>
                <a:gd name="connsiteY2" fmla="*/ 138981 h 1034130"/>
                <a:gd name="connsiteX3" fmla="*/ 4206240 w 10510787"/>
                <a:gd name="connsiteY3" fmla="*/ 860876 h 1034130"/>
                <a:gd name="connsiteX4" fmla="*/ 5698156 w 10510787"/>
                <a:gd name="connsiteY4" fmla="*/ 350737 h 1034130"/>
                <a:gd name="connsiteX5" fmla="*/ 7190071 w 10510787"/>
                <a:gd name="connsiteY5" fmla="*/ 437364 h 1034130"/>
                <a:gd name="connsiteX6" fmla="*/ 8604985 w 10510787"/>
                <a:gd name="connsiteY6" fmla="*/ 13852 h 1034130"/>
                <a:gd name="connsiteX7" fmla="*/ 10510787 w 10510787"/>
                <a:gd name="connsiteY7" fmla="*/ 1034130 h 1034130"/>
                <a:gd name="csX0" fmla="*/ 0 w 10510787"/>
                <a:gd name="csY0" fmla="*/ 552867 h 1034130"/>
                <a:gd name="csX1" fmla="*/ 664143 w 10510787"/>
                <a:gd name="csY1" fmla="*/ 909002 h 1034130"/>
                <a:gd name="csX2" fmla="*/ 2512193 w 10510787"/>
                <a:gd name="csY2" fmla="*/ 138981 h 1034130"/>
                <a:gd name="csX3" fmla="*/ 5698156 w 10510787"/>
                <a:gd name="csY3" fmla="*/ 350737 h 1034130"/>
                <a:gd name="csX4" fmla="*/ 7190071 w 10510787"/>
                <a:gd name="csY4" fmla="*/ 437364 h 1034130"/>
                <a:gd name="csX5" fmla="*/ 8604985 w 10510787"/>
                <a:gd name="csY5" fmla="*/ 13852 h 1034130"/>
                <a:gd name="csX6" fmla="*/ 10510787 w 10510787"/>
                <a:gd name="csY6" fmla="*/ 1034130 h 1034130"/>
                <a:gd name="csX0" fmla="*/ 0 w 10510787"/>
                <a:gd name="csY0" fmla="*/ 552867 h 1034130"/>
                <a:gd name="csX1" fmla="*/ 664143 w 10510787"/>
                <a:gd name="csY1" fmla="*/ 909002 h 1034130"/>
                <a:gd name="csX2" fmla="*/ 2512193 w 10510787"/>
                <a:gd name="csY2" fmla="*/ 138981 h 1034130"/>
                <a:gd name="csX3" fmla="*/ 7190071 w 10510787"/>
                <a:gd name="csY3" fmla="*/ 437364 h 1034130"/>
                <a:gd name="csX4" fmla="*/ 8604985 w 10510787"/>
                <a:gd name="csY4" fmla="*/ 13852 h 1034130"/>
                <a:gd name="csX5" fmla="*/ 10510787 w 10510787"/>
                <a:gd name="csY5" fmla="*/ 1034130 h 1034130"/>
                <a:gd name="csX0" fmla="*/ 0 w 10510787"/>
                <a:gd name="csY0" fmla="*/ 606170 h 1087433"/>
                <a:gd name="csX1" fmla="*/ 664143 w 10510787"/>
                <a:gd name="csY1" fmla="*/ 962305 h 1087433"/>
                <a:gd name="csX2" fmla="*/ 2512193 w 10510787"/>
                <a:gd name="csY2" fmla="*/ 192284 h 1087433"/>
                <a:gd name="csX3" fmla="*/ 8604985 w 10510787"/>
                <a:gd name="csY3" fmla="*/ 67155 h 1087433"/>
                <a:gd name="csX4" fmla="*/ 10510787 w 10510787"/>
                <a:gd name="csY4" fmla="*/ 1087433 h 1087433"/>
                <a:gd name="csX0" fmla="*/ 0 w 10510787"/>
                <a:gd name="csY0" fmla="*/ 414330 h 895593"/>
                <a:gd name="csX1" fmla="*/ 664143 w 10510787"/>
                <a:gd name="csY1" fmla="*/ 770465 h 895593"/>
                <a:gd name="csX2" fmla="*/ 2512193 w 10510787"/>
                <a:gd name="csY2" fmla="*/ 444 h 895593"/>
                <a:gd name="csX3" fmla="*/ 10510787 w 10510787"/>
                <a:gd name="csY3" fmla="*/ 895593 h 895593"/>
                <a:gd name="csX0" fmla="*/ 0 w 2512193"/>
                <a:gd name="csY0" fmla="*/ 414330 h 783712"/>
                <a:gd name="csX1" fmla="*/ 664143 w 2512193"/>
                <a:gd name="csY1" fmla="*/ 770465 h 783712"/>
                <a:gd name="csX2" fmla="*/ 2512193 w 2512193"/>
                <a:gd name="csY2" fmla="*/ 444 h 783712"/>
                <a:gd name="csX0" fmla="*/ 0 w 2370355"/>
                <a:gd name="csY0" fmla="*/ 414330 h 783712"/>
                <a:gd name="csX1" fmla="*/ 664143 w 2370355"/>
                <a:gd name="csY1" fmla="*/ 770465 h 783712"/>
                <a:gd name="csX2" fmla="*/ 2370355 w 2370355"/>
                <a:gd name="csY2" fmla="*/ 443 h 783712"/>
                <a:gd name="csX0" fmla="*/ 0 w 2370355"/>
                <a:gd name="csY0" fmla="*/ 413887 h 783269"/>
                <a:gd name="csX1" fmla="*/ 664143 w 2370355"/>
                <a:gd name="csY1" fmla="*/ 770022 h 783269"/>
                <a:gd name="csX2" fmla="*/ 2370355 w 2370355"/>
                <a:gd name="csY2" fmla="*/ 0 h 783269"/>
                <a:gd name="csX0" fmla="*/ 0 w 2557503"/>
                <a:gd name="csY0" fmla="*/ 439771 h 785985"/>
                <a:gd name="csX1" fmla="*/ 851291 w 2557503"/>
                <a:gd name="csY1" fmla="*/ 770022 h 785985"/>
                <a:gd name="csX2" fmla="*/ 2557503 w 2557503"/>
                <a:gd name="csY2" fmla="*/ 0 h 785985"/>
                <a:gd name="csX0" fmla="*/ 0 w 2557503"/>
                <a:gd name="csY0" fmla="*/ 439771 h 785147"/>
                <a:gd name="csX1" fmla="*/ 851291 w 2557503"/>
                <a:gd name="csY1" fmla="*/ 770022 h 785147"/>
                <a:gd name="csX2" fmla="*/ 2557503 w 2557503"/>
                <a:gd name="csY2" fmla="*/ 0 h 785147"/>
                <a:gd name="csX0" fmla="*/ 0 w 2564079"/>
                <a:gd name="csY0" fmla="*/ 413886 h 782605"/>
                <a:gd name="csX1" fmla="*/ 857867 w 2564079"/>
                <a:gd name="csY1" fmla="*/ 770022 h 782605"/>
                <a:gd name="csX2" fmla="*/ 2564079 w 2564079"/>
                <a:gd name="csY2" fmla="*/ 0 h 782605"/>
                <a:gd name="csX0" fmla="*/ 0 w 2564079"/>
                <a:gd name="csY0" fmla="*/ 413886 h 781534"/>
                <a:gd name="csX1" fmla="*/ 857867 w 2564079"/>
                <a:gd name="csY1" fmla="*/ 770022 h 781534"/>
                <a:gd name="csX2" fmla="*/ 2564079 w 2564079"/>
                <a:gd name="csY2" fmla="*/ 0 h 781534"/>
                <a:gd name="csX0" fmla="*/ 0 w 2564079"/>
                <a:gd name="csY0" fmla="*/ 413886 h 782096"/>
                <a:gd name="csX1" fmla="*/ 857867 w 2564079"/>
                <a:gd name="csY1" fmla="*/ 770022 h 782096"/>
                <a:gd name="csX2" fmla="*/ 2564079 w 2564079"/>
                <a:gd name="csY2" fmla="*/ 0 h 782096"/>
                <a:gd name="csX0" fmla="*/ 0 w 2564079"/>
                <a:gd name="csY0" fmla="*/ 413886 h 782195"/>
                <a:gd name="csX1" fmla="*/ 857867 w 2564079"/>
                <a:gd name="csY1" fmla="*/ 770022 h 782195"/>
                <a:gd name="csX2" fmla="*/ 2564079 w 2564079"/>
                <a:gd name="csY2" fmla="*/ 0 h 782195"/>
                <a:gd name="csX0" fmla="*/ 0 w 2564079"/>
                <a:gd name="csY0" fmla="*/ 413886 h 769796"/>
                <a:gd name="csX1" fmla="*/ 899514 w 2564079"/>
                <a:gd name="csY1" fmla="*/ 757080 h 769796"/>
                <a:gd name="csX2" fmla="*/ 2564079 w 2564079"/>
                <a:gd name="csY2" fmla="*/ 0 h 769796"/>
                <a:gd name="csX0" fmla="*/ 0 w 2564079"/>
                <a:gd name="csY0" fmla="*/ 413886 h 770241"/>
                <a:gd name="csX1" fmla="*/ 899514 w 2564079"/>
                <a:gd name="csY1" fmla="*/ 757080 h 770241"/>
                <a:gd name="csX2" fmla="*/ 2564079 w 2564079"/>
                <a:gd name="csY2" fmla="*/ 0 h 770241"/>
              </a:gdLst>
              <a:ahLst/>
              <a:cxnLst>
                <a:cxn ang="0">
                  <a:pos x="csX0" y="csY0"/>
                </a:cxn>
                <a:cxn ang="0">
                  <a:pos x="csX1" y="csY1"/>
                </a:cxn>
                <a:cxn ang="0">
                  <a:pos x="csX2" y="csY2"/>
                </a:cxn>
              </a:cxnLst>
              <a:rect l="l" t="t" r="r" b="b"/>
              <a:pathLst>
                <a:path w="2564079" h="770241">
                  <a:moveTo>
                    <a:pt x="0" y="413886"/>
                  </a:moveTo>
                  <a:cubicBezTo>
                    <a:pt x="292793" y="610914"/>
                    <a:pt x="472168" y="826061"/>
                    <a:pt x="899514" y="757080"/>
                  </a:cubicBezTo>
                  <a:cubicBezTo>
                    <a:pt x="1326861" y="688099"/>
                    <a:pt x="1616403" y="78538"/>
                    <a:pt x="2564079" y="0"/>
                  </a:cubicBezTo>
                </a:path>
              </a:pathLst>
            </a:custGeom>
            <a:noFill/>
            <a:ln w="28575" cap="sq">
              <a:solidFill>
                <a:schemeClr val="bg2">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100" b="0" i="0" u="none" strike="noStrike" kern="1200" cap="none" spc="0" normalizeH="0" baseline="0" noProof="0">
                <a:ln>
                  <a:noFill/>
                </a:ln>
                <a:solidFill>
                  <a:srgbClr val="FFFFFF"/>
                </a:solidFill>
                <a:effectLst/>
                <a:uLnTx/>
                <a:uFillTx/>
                <a:latin typeface="Arial"/>
                <a:ea typeface="+mn-ea"/>
                <a:cs typeface="+mn-cs"/>
              </a:endParaRPr>
            </a:p>
          </p:txBody>
        </p:sp>
      </p:grpSp>
      <p:grpSp>
        <p:nvGrpSpPr>
          <p:cNvPr id="1758" name="Group 1757">
            <a:extLst>
              <a:ext uri="{FF2B5EF4-FFF2-40B4-BE49-F238E27FC236}">
                <a16:creationId xmlns:a16="http://schemas.microsoft.com/office/drawing/2014/main" id="{20954C1A-F558-7C21-4DF0-40DB9516A8BE}"/>
              </a:ext>
            </a:extLst>
          </p:cNvPr>
          <p:cNvGrpSpPr/>
          <p:nvPr/>
        </p:nvGrpSpPr>
        <p:grpSpPr>
          <a:xfrm>
            <a:off x="6750614" y="2229800"/>
            <a:ext cx="646160" cy="396987"/>
            <a:chOff x="-9560051" y="6313932"/>
            <a:chExt cx="3139915" cy="1929097"/>
          </a:xfrm>
        </p:grpSpPr>
        <p:grpSp>
          <p:nvGrpSpPr>
            <p:cNvPr id="1631" name="Graphic 1544">
              <a:extLst>
                <a:ext uri="{FF2B5EF4-FFF2-40B4-BE49-F238E27FC236}">
                  <a16:creationId xmlns:a16="http://schemas.microsoft.com/office/drawing/2014/main" id="{19E61E9F-1F69-9EA2-1566-2BBBAC354923}"/>
                </a:ext>
              </a:extLst>
            </p:cNvPr>
            <p:cNvGrpSpPr/>
            <p:nvPr/>
          </p:nvGrpSpPr>
          <p:grpSpPr>
            <a:xfrm>
              <a:off x="-9560051" y="6313932"/>
              <a:ext cx="3139915" cy="1929097"/>
              <a:chOff x="-9560051" y="3304032"/>
              <a:chExt cx="3139915" cy="1929097"/>
            </a:xfrm>
          </p:grpSpPr>
          <p:grpSp>
            <p:nvGrpSpPr>
              <p:cNvPr id="1632" name="Graphic 1544">
                <a:extLst>
                  <a:ext uri="{FF2B5EF4-FFF2-40B4-BE49-F238E27FC236}">
                    <a16:creationId xmlns:a16="http://schemas.microsoft.com/office/drawing/2014/main" id="{1AE9289F-B06E-1296-857D-8854CF3F25B9}"/>
                  </a:ext>
                </a:extLst>
              </p:cNvPr>
              <p:cNvGrpSpPr/>
              <p:nvPr/>
            </p:nvGrpSpPr>
            <p:grpSpPr>
              <a:xfrm>
                <a:off x="-9560051" y="3304032"/>
                <a:ext cx="3139915" cy="1929097"/>
                <a:chOff x="-9560051" y="3304032"/>
                <a:chExt cx="3139915" cy="1929097"/>
              </a:xfrm>
            </p:grpSpPr>
            <p:grpSp>
              <p:nvGrpSpPr>
                <p:cNvPr id="1633" name="Graphic 1544">
                  <a:extLst>
                    <a:ext uri="{FF2B5EF4-FFF2-40B4-BE49-F238E27FC236}">
                      <a16:creationId xmlns:a16="http://schemas.microsoft.com/office/drawing/2014/main" id="{A459941C-C033-3846-12AA-FF23F319C3C7}"/>
                    </a:ext>
                  </a:extLst>
                </p:cNvPr>
                <p:cNvGrpSpPr/>
                <p:nvPr/>
              </p:nvGrpSpPr>
              <p:grpSpPr>
                <a:xfrm>
                  <a:off x="-9309735" y="3304032"/>
                  <a:ext cx="2634900" cy="1744694"/>
                  <a:chOff x="-9309735" y="3304032"/>
                  <a:chExt cx="2634900" cy="1744694"/>
                </a:xfrm>
              </p:grpSpPr>
              <p:sp>
                <p:nvSpPr>
                  <p:cNvPr id="1634" name="Rectangle 1633">
                    <a:extLst>
                      <a:ext uri="{FF2B5EF4-FFF2-40B4-BE49-F238E27FC236}">
                        <a16:creationId xmlns:a16="http://schemas.microsoft.com/office/drawing/2014/main" id="{302B349E-5161-0714-BF89-7E212CB689F7}"/>
                      </a:ext>
                    </a:extLst>
                  </p:cNvPr>
                  <p:cNvSpPr/>
                  <p:nvPr/>
                </p:nvSpPr>
                <p:spPr>
                  <a:xfrm>
                    <a:off x="-9309735" y="3304032"/>
                    <a:ext cx="2634900" cy="1744694"/>
                  </a:xfrm>
                  <a:prstGeom prst="rect">
                    <a:avLst/>
                  </a:prstGeom>
                  <a:solidFill>
                    <a:srgbClr val="5AAAEB"/>
                  </a:solidFill>
                  <a:ln w="9525" cap="flat">
                    <a:noFill/>
                    <a:prstDash val="solid"/>
                    <a:miter/>
                  </a:ln>
                </p:spPr>
                <p:txBody>
                  <a:bodyPr/>
                  <a:lstStyle/>
                  <a:p>
                    <a:endParaRPr lang="en-US"/>
                  </a:p>
                </p:txBody>
              </p:sp>
              <p:sp>
                <p:nvSpPr>
                  <p:cNvPr id="1635" name="Freeform: Shape 1634">
                    <a:extLst>
                      <a:ext uri="{FF2B5EF4-FFF2-40B4-BE49-F238E27FC236}">
                        <a16:creationId xmlns:a16="http://schemas.microsoft.com/office/drawing/2014/main" id="{1A839F63-8B15-864E-AE5D-EDF93BBFD435}"/>
                      </a:ext>
                    </a:extLst>
                  </p:cNvPr>
                  <p:cNvSpPr/>
                  <p:nvPr/>
                </p:nvSpPr>
                <p:spPr>
                  <a:xfrm>
                    <a:off x="-9243726" y="3371468"/>
                    <a:ext cx="2499740" cy="1575149"/>
                  </a:xfrm>
                  <a:custGeom>
                    <a:avLst/>
                    <a:gdLst>
                      <a:gd name="csX0" fmla="*/ 95 w 2499740"/>
                      <a:gd name="csY0" fmla="*/ 1575149 h 1575149"/>
                      <a:gd name="csX1" fmla="*/ 95 w 2499740"/>
                      <a:gd name="csY1" fmla="*/ 66104 h 1575149"/>
                      <a:gd name="csX2" fmla="*/ 66199 w 2499740"/>
                      <a:gd name="csY2" fmla="*/ 0 h 1575149"/>
                      <a:gd name="csX3" fmla="*/ 2433638 w 2499740"/>
                      <a:gd name="csY3" fmla="*/ 0 h 1575149"/>
                      <a:gd name="csX4" fmla="*/ 2499741 w 2499740"/>
                      <a:gd name="csY4" fmla="*/ 66104 h 1575149"/>
                      <a:gd name="csX5" fmla="*/ 2499741 w 2499740"/>
                      <a:gd name="csY5" fmla="*/ 1575149 h 1575149"/>
                      <a:gd name="csX6" fmla="*/ 0 w 2499740"/>
                      <a:gd name="csY6" fmla="*/ 1575149 h 157514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499740" h="1575149">
                        <a:moveTo>
                          <a:pt x="95" y="1575149"/>
                        </a:moveTo>
                        <a:lnTo>
                          <a:pt x="95" y="66104"/>
                        </a:lnTo>
                        <a:cubicBezTo>
                          <a:pt x="95" y="29623"/>
                          <a:pt x="29718" y="0"/>
                          <a:pt x="66199" y="0"/>
                        </a:cubicBezTo>
                        <a:lnTo>
                          <a:pt x="2433638" y="0"/>
                        </a:lnTo>
                        <a:cubicBezTo>
                          <a:pt x="2470118" y="0"/>
                          <a:pt x="2499741" y="29623"/>
                          <a:pt x="2499741" y="66104"/>
                        </a:cubicBezTo>
                        <a:lnTo>
                          <a:pt x="2499741" y="1575149"/>
                        </a:lnTo>
                        <a:lnTo>
                          <a:pt x="0" y="1575149"/>
                        </a:lnTo>
                        <a:close/>
                      </a:path>
                    </a:pathLst>
                  </a:custGeom>
                  <a:solidFill>
                    <a:srgbClr val="FFFFFF"/>
                  </a:solidFill>
                  <a:ln w="9525" cap="flat">
                    <a:noFill/>
                    <a:prstDash val="solid"/>
                    <a:miter/>
                  </a:ln>
                </p:spPr>
                <p:txBody>
                  <a:bodyPr/>
                  <a:lstStyle/>
                  <a:p>
                    <a:endParaRPr lang="en-US"/>
                  </a:p>
                </p:txBody>
              </p:sp>
              <p:sp>
                <p:nvSpPr>
                  <p:cNvPr id="1636" name="Freeform: Shape 1635">
                    <a:extLst>
                      <a:ext uri="{FF2B5EF4-FFF2-40B4-BE49-F238E27FC236}">
                        <a16:creationId xmlns:a16="http://schemas.microsoft.com/office/drawing/2014/main" id="{A328BCEF-ACAA-3ED6-D28E-A21E7FB609B8}"/>
                      </a:ext>
                    </a:extLst>
                  </p:cNvPr>
                  <p:cNvSpPr/>
                  <p:nvPr/>
                </p:nvSpPr>
                <p:spPr>
                  <a:xfrm>
                    <a:off x="-9268777" y="3344894"/>
                    <a:ext cx="2550033" cy="1628393"/>
                  </a:xfrm>
                  <a:custGeom>
                    <a:avLst/>
                    <a:gdLst>
                      <a:gd name="csX0" fmla="*/ 77153 w 2550033"/>
                      <a:gd name="csY0" fmla="*/ 1628394 h 1628393"/>
                      <a:gd name="csX1" fmla="*/ 0 w 2550033"/>
                      <a:gd name="csY1" fmla="*/ 1551241 h 1628393"/>
                      <a:gd name="csX2" fmla="*/ 0 w 2550033"/>
                      <a:gd name="csY2" fmla="*/ 68389 h 1628393"/>
                      <a:gd name="csX3" fmla="*/ 67437 w 2550033"/>
                      <a:gd name="csY3" fmla="*/ 0 h 1628393"/>
                      <a:gd name="csX4" fmla="*/ 2482596 w 2550033"/>
                      <a:gd name="csY4" fmla="*/ 0 h 1628393"/>
                      <a:gd name="csX5" fmla="*/ 2550033 w 2550033"/>
                      <a:gd name="csY5" fmla="*/ 68389 h 1628393"/>
                      <a:gd name="csX6" fmla="*/ 2550033 w 2550033"/>
                      <a:gd name="csY6" fmla="*/ 1551241 h 1628393"/>
                      <a:gd name="csX7" fmla="*/ 2472881 w 2550033"/>
                      <a:gd name="csY7" fmla="*/ 1628394 h 1628393"/>
                      <a:gd name="csX8" fmla="*/ 77153 w 2550033"/>
                      <a:gd name="csY8" fmla="*/ 1628394 h 16283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550033" h="1628393">
                        <a:moveTo>
                          <a:pt x="77153" y="1628394"/>
                        </a:moveTo>
                        <a:cubicBezTo>
                          <a:pt x="34480" y="1628394"/>
                          <a:pt x="0" y="1593818"/>
                          <a:pt x="0" y="1551241"/>
                        </a:cubicBezTo>
                        <a:lnTo>
                          <a:pt x="0" y="68389"/>
                        </a:lnTo>
                        <a:cubicBezTo>
                          <a:pt x="0" y="30671"/>
                          <a:pt x="30289" y="0"/>
                          <a:pt x="67437" y="0"/>
                        </a:cubicBezTo>
                        <a:lnTo>
                          <a:pt x="2482596" y="0"/>
                        </a:lnTo>
                        <a:cubicBezTo>
                          <a:pt x="2519839" y="0"/>
                          <a:pt x="2550033" y="30671"/>
                          <a:pt x="2550033" y="68389"/>
                        </a:cubicBezTo>
                        <a:lnTo>
                          <a:pt x="2550033" y="1551241"/>
                        </a:lnTo>
                        <a:cubicBezTo>
                          <a:pt x="2550033" y="1593914"/>
                          <a:pt x="2515457" y="1628394"/>
                          <a:pt x="2472881" y="1628394"/>
                        </a:cubicBezTo>
                        <a:lnTo>
                          <a:pt x="77153" y="1628394"/>
                        </a:lnTo>
                        <a:close/>
                      </a:path>
                    </a:pathLst>
                  </a:custGeom>
                  <a:solidFill>
                    <a:srgbClr val="FFFFFF"/>
                  </a:solidFill>
                  <a:ln w="9525" cap="flat">
                    <a:noFill/>
                    <a:prstDash val="solid"/>
                    <a:miter/>
                  </a:ln>
                </p:spPr>
                <p:txBody>
                  <a:bodyPr/>
                  <a:lstStyle/>
                  <a:p>
                    <a:endParaRPr lang="en-US"/>
                  </a:p>
                </p:txBody>
              </p:sp>
            </p:grpSp>
            <p:sp>
              <p:nvSpPr>
                <p:cNvPr id="1637" name="Freeform: Shape 1636">
                  <a:extLst>
                    <a:ext uri="{FF2B5EF4-FFF2-40B4-BE49-F238E27FC236}">
                      <a16:creationId xmlns:a16="http://schemas.microsoft.com/office/drawing/2014/main" id="{4D04D12A-9D67-6004-865D-2C304CD447BD}"/>
                    </a:ext>
                  </a:extLst>
                </p:cNvPr>
                <p:cNvSpPr/>
                <p:nvPr/>
              </p:nvSpPr>
              <p:spPr>
                <a:xfrm>
                  <a:off x="-9560051" y="5048726"/>
                  <a:ext cx="3135534" cy="105346"/>
                </a:xfrm>
                <a:custGeom>
                  <a:avLst/>
                  <a:gdLst>
                    <a:gd name="csX0" fmla="*/ 3135535 w 3135534"/>
                    <a:gd name="csY0" fmla="*/ 105346 h 105346"/>
                    <a:gd name="csX1" fmla="*/ 0 w 3135534"/>
                    <a:gd name="csY1" fmla="*/ 105346 h 105346"/>
                    <a:gd name="csX2" fmla="*/ 320516 w 3135534"/>
                    <a:gd name="csY2" fmla="*/ 0 h 105346"/>
                    <a:gd name="csX3" fmla="*/ 2779776 w 3135534"/>
                    <a:gd name="csY3" fmla="*/ 0 h 105346"/>
                    <a:gd name="csX4" fmla="*/ 3135535 w 3135534"/>
                    <a:gd name="csY4" fmla="*/ 105346 h 105346"/>
                  </a:gdLst>
                  <a:ahLst/>
                  <a:cxnLst>
                    <a:cxn ang="0">
                      <a:pos x="csX0" y="csY0"/>
                    </a:cxn>
                    <a:cxn ang="0">
                      <a:pos x="csX1" y="csY1"/>
                    </a:cxn>
                    <a:cxn ang="0">
                      <a:pos x="csX2" y="csY2"/>
                    </a:cxn>
                    <a:cxn ang="0">
                      <a:pos x="csX3" y="csY3"/>
                    </a:cxn>
                    <a:cxn ang="0">
                      <a:pos x="csX4" y="csY4"/>
                    </a:cxn>
                  </a:cxnLst>
                  <a:rect l="l" t="t" r="r" b="b"/>
                  <a:pathLst>
                    <a:path w="3135534" h="105346">
                      <a:moveTo>
                        <a:pt x="3135535" y="105346"/>
                      </a:moveTo>
                      <a:lnTo>
                        <a:pt x="0" y="105346"/>
                      </a:lnTo>
                      <a:lnTo>
                        <a:pt x="320516" y="0"/>
                      </a:lnTo>
                      <a:lnTo>
                        <a:pt x="2779776" y="0"/>
                      </a:lnTo>
                      <a:lnTo>
                        <a:pt x="3135535" y="105346"/>
                      </a:lnTo>
                      <a:close/>
                    </a:path>
                  </a:pathLst>
                </a:custGeom>
                <a:solidFill>
                  <a:srgbClr val="84C8FF"/>
                </a:solidFill>
                <a:ln w="9525" cap="flat">
                  <a:noFill/>
                  <a:prstDash val="solid"/>
                  <a:miter/>
                </a:ln>
              </p:spPr>
              <p:txBody>
                <a:bodyPr/>
                <a:lstStyle/>
                <a:p>
                  <a:endParaRPr lang="en-US"/>
                </a:p>
              </p:txBody>
            </p:sp>
            <p:sp>
              <p:nvSpPr>
                <p:cNvPr id="1638" name="Rectangle 1637">
                  <a:extLst>
                    <a:ext uri="{FF2B5EF4-FFF2-40B4-BE49-F238E27FC236}">
                      <a16:creationId xmlns:a16="http://schemas.microsoft.com/office/drawing/2014/main" id="{726044FA-5A88-A346-4D28-2D1B2AB03853}"/>
                    </a:ext>
                  </a:extLst>
                </p:cNvPr>
                <p:cNvSpPr/>
                <p:nvPr/>
              </p:nvSpPr>
              <p:spPr>
                <a:xfrm>
                  <a:off x="-9555670" y="5154072"/>
                  <a:ext cx="3135534" cy="79057"/>
                </a:xfrm>
                <a:prstGeom prst="rect">
                  <a:avLst/>
                </a:prstGeom>
                <a:solidFill>
                  <a:srgbClr val="5AAAEB"/>
                </a:solidFill>
                <a:ln w="9525" cap="flat">
                  <a:noFill/>
                  <a:prstDash val="solid"/>
                  <a:miter/>
                </a:ln>
              </p:spPr>
              <p:txBody>
                <a:bodyPr/>
                <a:lstStyle/>
                <a:p>
                  <a:endParaRPr lang="en-US"/>
                </a:p>
              </p:txBody>
            </p:sp>
          </p:grpSp>
          <p:sp>
            <p:nvSpPr>
              <p:cNvPr id="1639" name="Freeform: Shape 1638">
                <a:extLst>
                  <a:ext uri="{FF2B5EF4-FFF2-40B4-BE49-F238E27FC236}">
                    <a16:creationId xmlns:a16="http://schemas.microsoft.com/office/drawing/2014/main" id="{7987FEBB-F560-7A8E-DEE1-414300AF882B}"/>
                  </a:ext>
                </a:extLst>
              </p:cNvPr>
              <p:cNvSpPr/>
              <p:nvPr/>
            </p:nvSpPr>
            <p:spPr>
              <a:xfrm>
                <a:off x="-9231344" y="3379946"/>
                <a:ext cx="2478214" cy="1563338"/>
              </a:xfrm>
              <a:custGeom>
                <a:avLst/>
                <a:gdLst>
                  <a:gd name="csX0" fmla="*/ 0 w 2478214"/>
                  <a:gd name="csY0" fmla="*/ 1515999 h 1563338"/>
                  <a:gd name="csX1" fmla="*/ 0 w 2478214"/>
                  <a:gd name="csY1" fmla="*/ 53245 h 1563338"/>
                  <a:gd name="csX2" fmla="*/ 53245 w 2478214"/>
                  <a:gd name="csY2" fmla="*/ 0 h 1563338"/>
                  <a:gd name="csX3" fmla="*/ 2422303 w 2478214"/>
                  <a:gd name="csY3" fmla="*/ 0 h 1563338"/>
                  <a:gd name="csX4" fmla="*/ 2478215 w 2478214"/>
                  <a:gd name="csY4" fmla="*/ 55912 h 1563338"/>
                  <a:gd name="csX5" fmla="*/ 2478215 w 2478214"/>
                  <a:gd name="csY5" fmla="*/ 1467326 h 1563338"/>
                  <a:gd name="csX6" fmla="*/ 2382203 w 2478214"/>
                  <a:gd name="csY6" fmla="*/ 1563338 h 1563338"/>
                  <a:gd name="csX7" fmla="*/ 47435 w 2478214"/>
                  <a:gd name="csY7" fmla="*/ 1563338 h 1563338"/>
                  <a:gd name="csX8" fmla="*/ 95 w 2478214"/>
                  <a:gd name="csY8" fmla="*/ 1515999 h 1563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78214" h="1563338">
                    <a:moveTo>
                      <a:pt x="0" y="1515999"/>
                    </a:moveTo>
                    <a:lnTo>
                      <a:pt x="0" y="53245"/>
                    </a:lnTo>
                    <a:cubicBezTo>
                      <a:pt x="0" y="23813"/>
                      <a:pt x="23813" y="0"/>
                      <a:pt x="53245" y="0"/>
                    </a:cubicBezTo>
                    <a:lnTo>
                      <a:pt x="2422303" y="0"/>
                    </a:lnTo>
                    <a:cubicBezTo>
                      <a:pt x="2453164" y="0"/>
                      <a:pt x="2478215" y="25051"/>
                      <a:pt x="2478215" y="55912"/>
                    </a:cubicBezTo>
                    <a:lnTo>
                      <a:pt x="2478215" y="1467326"/>
                    </a:lnTo>
                    <a:cubicBezTo>
                      <a:pt x="2478215" y="1520381"/>
                      <a:pt x="2435162" y="1563338"/>
                      <a:pt x="2382203" y="1563338"/>
                    </a:cubicBezTo>
                    <a:lnTo>
                      <a:pt x="47435" y="1563338"/>
                    </a:lnTo>
                    <a:cubicBezTo>
                      <a:pt x="21241" y="1563338"/>
                      <a:pt x="95" y="1542098"/>
                      <a:pt x="95" y="1515999"/>
                    </a:cubicBezTo>
                    <a:close/>
                  </a:path>
                </a:pathLst>
              </a:custGeom>
              <a:solidFill>
                <a:srgbClr val="CCF1FF"/>
              </a:solidFill>
              <a:ln w="9525" cap="flat">
                <a:noFill/>
                <a:prstDash val="solid"/>
                <a:miter/>
              </a:ln>
            </p:spPr>
            <p:txBody>
              <a:bodyPr/>
              <a:lstStyle/>
              <a:p>
                <a:endParaRPr lang="en-US"/>
              </a:p>
            </p:txBody>
          </p:sp>
          <p:grpSp>
            <p:nvGrpSpPr>
              <p:cNvPr id="1640" name="Graphic 1544">
                <a:extLst>
                  <a:ext uri="{FF2B5EF4-FFF2-40B4-BE49-F238E27FC236}">
                    <a16:creationId xmlns:a16="http://schemas.microsoft.com/office/drawing/2014/main" id="{445E40EB-F7F4-2502-10B4-89D6F6087B5F}"/>
                  </a:ext>
                </a:extLst>
              </p:cNvPr>
              <p:cNvGrpSpPr/>
              <p:nvPr/>
            </p:nvGrpSpPr>
            <p:grpSpPr>
              <a:xfrm>
                <a:off x="-9152858" y="3646550"/>
                <a:ext cx="2306383" cy="1217485"/>
                <a:chOff x="-9152858" y="3646550"/>
                <a:chExt cx="2306383" cy="1217485"/>
              </a:xfrm>
            </p:grpSpPr>
            <p:sp>
              <p:nvSpPr>
                <p:cNvPr id="1641" name="Rectangle 1640">
                  <a:extLst>
                    <a:ext uri="{FF2B5EF4-FFF2-40B4-BE49-F238E27FC236}">
                      <a16:creationId xmlns:a16="http://schemas.microsoft.com/office/drawing/2014/main" id="{1FFC576B-123B-755F-7A23-4A39364563F7}"/>
                    </a:ext>
                  </a:extLst>
                </p:cNvPr>
                <p:cNvSpPr/>
                <p:nvPr/>
              </p:nvSpPr>
              <p:spPr>
                <a:xfrm>
                  <a:off x="-9152858" y="3752564"/>
                  <a:ext cx="1512093" cy="464915"/>
                </a:xfrm>
                <a:prstGeom prst="rect">
                  <a:avLst/>
                </a:prstGeom>
                <a:solidFill>
                  <a:srgbClr val="91CCFF"/>
                </a:solidFill>
                <a:ln w="9525" cap="flat">
                  <a:noFill/>
                  <a:prstDash val="solid"/>
                  <a:miter/>
                </a:ln>
              </p:spPr>
              <p:txBody>
                <a:bodyPr/>
                <a:lstStyle/>
                <a:p>
                  <a:endParaRPr lang="en-US"/>
                </a:p>
              </p:txBody>
            </p:sp>
            <p:sp>
              <p:nvSpPr>
                <p:cNvPr id="1642" name="Rectangle 1641">
                  <a:extLst>
                    <a:ext uri="{FF2B5EF4-FFF2-40B4-BE49-F238E27FC236}">
                      <a16:creationId xmlns:a16="http://schemas.microsoft.com/office/drawing/2014/main" id="{E37756F7-1BD7-54A1-1546-E2838E7D58E1}"/>
                    </a:ext>
                  </a:extLst>
                </p:cNvPr>
                <p:cNvSpPr/>
                <p:nvPr/>
              </p:nvSpPr>
              <p:spPr>
                <a:xfrm>
                  <a:off x="-7563231" y="3752564"/>
                  <a:ext cx="716756" cy="464915"/>
                </a:xfrm>
                <a:prstGeom prst="rect">
                  <a:avLst/>
                </a:prstGeom>
                <a:solidFill>
                  <a:srgbClr val="91CCFF"/>
                </a:solidFill>
                <a:ln w="9525" cap="flat">
                  <a:noFill/>
                  <a:prstDash val="solid"/>
                  <a:miter/>
                </a:ln>
              </p:spPr>
              <p:txBody>
                <a:bodyPr/>
                <a:lstStyle/>
                <a:p>
                  <a:endParaRPr lang="en-US"/>
                </a:p>
              </p:txBody>
            </p:sp>
            <p:sp>
              <p:nvSpPr>
                <p:cNvPr id="1643" name="Rectangle 1642">
                  <a:extLst>
                    <a:ext uri="{FF2B5EF4-FFF2-40B4-BE49-F238E27FC236}">
                      <a16:creationId xmlns:a16="http://schemas.microsoft.com/office/drawing/2014/main" id="{6770BFFC-7794-6FBB-D8D9-E7FE0871AF21}"/>
                    </a:ext>
                  </a:extLst>
                </p:cNvPr>
                <p:cNvSpPr/>
                <p:nvPr/>
              </p:nvSpPr>
              <p:spPr>
                <a:xfrm>
                  <a:off x="-9106947" y="3815143"/>
                  <a:ext cx="264223" cy="19240"/>
                </a:xfrm>
                <a:prstGeom prst="rect">
                  <a:avLst/>
                </a:prstGeom>
                <a:solidFill>
                  <a:srgbClr val="5AAAEB"/>
                </a:solidFill>
                <a:ln w="9525" cap="flat">
                  <a:noFill/>
                  <a:prstDash val="solid"/>
                  <a:miter/>
                </a:ln>
              </p:spPr>
              <p:txBody>
                <a:bodyPr/>
                <a:lstStyle/>
                <a:p>
                  <a:endParaRPr lang="en-US"/>
                </a:p>
              </p:txBody>
            </p:sp>
            <p:sp>
              <p:nvSpPr>
                <p:cNvPr id="1644" name="Rectangle 1643">
                  <a:extLst>
                    <a:ext uri="{FF2B5EF4-FFF2-40B4-BE49-F238E27FC236}">
                      <a16:creationId xmlns:a16="http://schemas.microsoft.com/office/drawing/2014/main" id="{266461D1-55A4-53F2-066A-B63C21EFCFF7}"/>
                    </a:ext>
                  </a:extLst>
                </p:cNvPr>
                <p:cNvSpPr/>
                <p:nvPr/>
              </p:nvSpPr>
              <p:spPr>
                <a:xfrm>
                  <a:off x="-9106947" y="3862959"/>
                  <a:ext cx="468153" cy="28003"/>
                </a:xfrm>
                <a:prstGeom prst="rect">
                  <a:avLst/>
                </a:prstGeom>
                <a:solidFill>
                  <a:srgbClr val="5AAAEB"/>
                </a:solidFill>
                <a:ln w="9525" cap="flat">
                  <a:noFill/>
                  <a:prstDash val="solid"/>
                  <a:miter/>
                </a:ln>
              </p:spPr>
              <p:txBody>
                <a:bodyPr/>
                <a:lstStyle/>
                <a:p>
                  <a:endParaRPr lang="en-US"/>
                </a:p>
              </p:txBody>
            </p:sp>
            <p:sp>
              <p:nvSpPr>
                <p:cNvPr id="1645" name="Rectangle 1644">
                  <a:extLst>
                    <a:ext uri="{FF2B5EF4-FFF2-40B4-BE49-F238E27FC236}">
                      <a16:creationId xmlns:a16="http://schemas.microsoft.com/office/drawing/2014/main" id="{05AEFC1C-6BE2-22D1-8FCF-7B9DFD843788}"/>
                    </a:ext>
                  </a:extLst>
                </p:cNvPr>
                <p:cNvSpPr/>
                <p:nvPr/>
              </p:nvSpPr>
              <p:spPr>
                <a:xfrm>
                  <a:off x="-9146381" y="3646550"/>
                  <a:ext cx="400621" cy="42195"/>
                </a:xfrm>
                <a:prstGeom prst="rect">
                  <a:avLst/>
                </a:prstGeom>
                <a:solidFill>
                  <a:srgbClr val="5AAAEB"/>
                </a:solidFill>
                <a:ln w="9525" cap="flat">
                  <a:noFill/>
                  <a:prstDash val="solid"/>
                  <a:miter/>
                </a:ln>
              </p:spPr>
              <p:txBody>
                <a:bodyPr/>
                <a:lstStyle/>
                <a:p>
                  <a:endParaRPr lang="en-US"/>
                </a:p>
              </p:txBody>
            </p:sp>
            <p:sp>
              <p:nvSpPr>
                <p:cNvPr id="1646" name="Rectangle 1645">
                  <a:extLst>
                    <a:ext uri="{FF2B5EF4-FFF2-40B4-BE49-F238E27FC236}">
                      <a16:creationId xmlns:a16="http://schemas.microsoft.com/office/drawing/2014/main" id="{522A371C-EB2E-E798-60AA-85E78AB5D929}"/>
                    </a:ext>
                  </a:extLst>
                </p:cNvPr>
                <p:cNvSpPr/>
                <p:nvPr/>
              </p:nvSpPr>
              <p:spPr>
                <a:xfrm>
                  <a:off x="-8671560" y="3646550"/>
                  <a:ext cx="400621" cy="42195"/>
                </a:xfrm>
                <a:prstGeom prst="rect">
                  <a:avLst/>
                </a:prstGeom>
                <a:solidFill>
                  <a:srgbClr val="7ECCD9"/>
                </a:solidFill>
                <a:ln w="9525" cap="flat">
                  <a:noFill/>
                  <a:prstDash val="solid"/>
                  <a:miter/>
                </a:ln>
              </p:spPr>
              <p:txBody>
                <a:bodyPr/>
                <a:lstStyle/>
                <a:p>
                  <a:endParaRPr lang="en-US"/>
                </a:p>
              </p:txBody>
            </p:sp>
            <p:sp>
              <p:nvSpPr>
                <p:cNvPr id="1647" name="Rectangle 1646">
                  <a:extLst>
                    <a:ext uri="{FF2B5EF4-FFF2-40B4-BE49-F238E27FC236}">
                      <a16:creationId xmlns:a16="http://schemas.microsoft.com/office/drawing/2014/main" id="{40140C54-5159-E533-28F0-DE21FDAC34C9}"/>
                    </a:ext>
                  </a:extLst>
                </p:cNvPr>
                <p:cNvSpPr/>
                <p:nvPr/>
              </p:nvSpPr>
              <p:spPr>
                <a:xfrm>
                  <a:off x="-8196834" y="3646550"/>
                  <a:ext cx="400621" cy="42195"/>
                </a:xfrm>
                <a:prstGeom prst="rect">
                  <a:avLst/>
                </a:prstGeom>
                <a:solidFill>
                  <a:srgbClr val="5AAAEB"/>
                </a:solidFill>
                <a:ln w="9525" cap="flat">
                  <a:noFill/>
                  <a:prstDash val="solid"/>
                  <a:miter/>
                </a:ln>
              </p:spPr>
              <p:txBody>
                <a:bodyPr/>
                <a:lstStyle/>
                <a:p>
                  <a:endParaRPr lang="en-US"/>
                </a:p>
              </p:txBody>
            </p:sp>
            <p:sp>
              <p:nvSpPr>
                <p:cNvPr id="1648" name="Rectangle 1647">
                  <a:extLst>
                    <a:ext uri="{FF2B5EF4-FFF2-40B4-BE49-F238E27FC236}">
                      <a16:creationId xmlns:a16="http://schemas.microsoft.com/office/drawing/2014/main" id="{4D052E82-4840-DD78-9459-ADC71E6C0907}"/>
                    </a:ext>
                  </a:extLst>
                </p:cNvPr>
                <p:cNvSpPr/>
                <p:nvPr/>
              </p:nvSpPr>
              <p:spPr>
                <a:xfrm>
                  <a:off x="-7722012" y="3646550"/>
                  <a:ext cx="400621" cy="42195"/>
                </a:xfrm>
                <a:prstGeom prst="rect">
                  <a:avLst/>
                </a:prstGeom>
                <a:solidFill>
                  <a:srgbClr val="5AAAEB"/>
                </a:solidFill>
                <a:ln w="9525" cap="flat">
                  <a:noFill/>
                  <a:prstDash val="solid"/>
                  <a:miter/>
                </a:ln>
              </p:spPr>
              <p:txBody>
                <a:bodyPr/>
                <a:lstStyle/>
                <a:p>
                  <a:endParaRPr lang="en-US"/>
                </a:p>
              </p:txBody>
            </p:sp>
            <p:sp>
              <p:nvSpPr>
                <p:cNvPr id="1649" name="Rectangle 1648">
                  <a:extLst>
                    <a:ext uri="{FF2B5EF4-FFF2-40B4-BE49-F238E27FC236}">
                      <a16:creationId xmlns:a16="http://schemas.microsoft.com/office/drawing/2014/main" id="{F4AE1D16-A1E6-4EDD-1B68-1474522FDD07}"/>
                    </a:ext>
                  </a:extLst>
                </p:cNvPr>
                <p:cNvSpPr/>
                <p:nvPr/>
              </p:nvSpPr>
              <p:spPr>
                <a:xfrm>
                  <a:off x="-7247191" y="3646550"/>
                  <a:ext cx="400621" cy="42195"/>
                </a:xfrm>
                <a:prstGeom prst="rect">
                  <a:avLst/>
                </a:prstGeom>
                <a:solidFill>
                  <a:srgbClr val="5AAAEB"/>
                </a:solidFill>
                <a:ln w="9525" cap="flat">
                  <a:noFill/>
                  <a:prstDash val="solid"/>
                  <a:miter/>
                </a:ln>
              </p:spPr>
              <p:txBody>
                <a:bodyPr/>
                <a:lstStyle/>
                <a:p>
                  <a:endParaRPr lang="en-US"/>
                </a:p>
              </p:txBody>
            </p:sp>
            <p:sp>
              <p:nvSpPr>
                <p:cNvPr id="1650" name="Rectangle 1649">
                  <a:extLst>
                    <a:ext uri="{FF2B5EF4-FFF2-40B4-BE49-F238E27FC236}">
                      <a16:creationId xmlns:a16="http://schemas.microsoft.com/office/drawing/2014/main" id="{9F698950-AED6-13A3-3B85-C329358F579D}"/>
                    </a:ext>
                  </a:extLst>
                </p:cNvPr>
                <p:cNvSpPr/>
                <p:nvPr/>
              </p:nvSpPr>
              <p:spPr>
                <a:xfrm>
                  <a:off x="-8572500" y="3862959"/>
                  <a:ext cx="245173" cy="28003"/>
                </a:xfrm>
                <a:prstGeom prst="rect">
                  <a:avLst/>
                </a:prstGeom>
                <a:solidFill>
                  <a:srgbClr val="5AAAEB"/>
                </a:solidFill>
                <a:ln w="9525" cap="flat">
                  <a:noFill/>
                  <a:prstDash val="solid"/>
                  <a:miter/>
                </a:ln>
              </p:spPr>
              <p:txBody>
                <a:bodyPr/>
                <a:lstStyle/>
                <a:p>
                  <a:endParaRPr lang="en-US"/>
                </a:p>
              </p:txBody>
            </p:sp>
            <p:grpSp>
              <p:nvGrpSpPr>
                <p:cNvPr id="1651" name="Graphic 1544">
                  <a:extLst>
                    <a:ext uri="{FF2B5EF4-FFF2-40B4-BE49-F238E27FC236}">
                      <a16:creationId xmlns:a16="http://schemas.microsoft.com/office/drawing/2014/main" id="{7CDB72EC-72EB-9A5E-ADF2-C41172708ED2}"/>
                    </a:ext>
                  </a:extLst>
                </p:cNvPr>
                <p:cNvGrpSpPr/>
                <p:nvPr/>
              </p:nvGrpSpPr>
              <p:grpSpPr>
                <a:xfrm>
                  <a:off x="-9152858" y="4278534"/>
                  <a:ext cx="716756" cy="585501"/>
                  <a:chOff x="-9152858" y="4278534"/>
                  <a:chExt cx="716756" cy="585501"/>
                </a:xfrm>
              </p:grpSpPr>
              <p:sp>
                <p:nvSpPr>
                  <p:cNvPr id="1652" name="Rectangle 1651">
                    <a:extLst>
                      <a:ext uri="{FF2B5EF4-FFF2-40B4-BE49-F238E27FC236}">
                        <a16:creationId xmlns:a16="http://schemas.microsoft.com/office/drawing/2014/main" id="{2B492241-E285-F6E9-D1EC-ED5F5D264760}"/>
                      </a:ext>
                    </a:extLst>
                  </p:cNvPr>
                  <p:cNvSpPr/>
                  <p:nvPr/>
                </p:nvSpPr>
                <p:spPr>
                  <a:xfrm>
                    <a:off x="-9152858" y="4278534"/>
                    <a:ext cx="716756" cy="585501"/>
                  </a:xfrm>
                  <a:prstGeom prst="rect">
                    <a:avLst/>
                  </a:prstGeom>
                  <a:solidFill>
                    <a:srgbClr val="FFFFFF"/>
                  </a:solidFill>
                  <a:ln w="9525" cap="flat">
                    <a:noFill/>
                    <a:prstDash val="solid"/>
                    <a:miter/>
                  </a:ln>
                </p:spPr>
                <p:txBody>
                  <a:bodyPr/>
                  <a:lstStyle/>
                  <a:p>
                    <a:endParaRPr lang="en-US"/>
                  </a:p>
                </p:txBody>
              </p:sp>
              <p:grpSp>
                <p:nvGrpSpPr>
                  <p:cNvPr id="1653" name="Graphic 1544">
                    <a:extLst>
                      <a:ext uri="{FF2B5EF4-FFF2-40B4-BE49-F238E27FC236}">
                        <a16:creationId xmlns:a16="http://schemas.microsoft.com/office/drawing/2014/main" id="{C69ED7C0-59ED-BE17-7AB3-B5C88E3BBDD1}"/>
                      </a:ext>
                    </a:extLst>
                  </p:cNvPr>
                  <p:cNvGrpSpPr/>
                  <p:nvPr/>
                </p:nvGrpSpPr>
                <p:grpSpPr>
                  <a:xfrm>
                    <a:off x="-8651843" y="4332922"/>
                    <a:ext cx="158781" cy="24860"/>
                    <a:chOff x="-8651843" y="4332922"/>
                    <a:chExt cx="158781" cy="24860"/>
                  </a:xfrm>
                  <a:solidFill>
                    <a:srgbClr val="5AAAEB"/>
                  </a:solidFill>
                </p:grpSpPr>
                <p:sp>
                  <p:nvSpPr>
                    <p:cNvPr id="1654" name="Freeform: Shape 1653">
                      <a:extLst>
                        <a:ext uri="{FF2B5EF4-FFF2-40B4-BE49-F238E27FC236}">
                          <a16:creationId xmlns:a16="http://schemas.microsoft.com/office/drawing/2014/main" id="{42741BF4-0FE4-5EF5-991D-00FF4F4387B8}"/>
                        </a:ext>
                      </a:extLst>
                    </p:cNvPr>
                    <p:cNvSpPr/>
                    <p:nvPr/>
                  </p:nvSpPr>
                  <p:spPr>
                    <a:xfrm>
                      <a:off x="-8651843" y="4332922"/>
                      <a:ext cx="26193" cy="24860"/>
                    </a:xfrm>
                    <a:custGeom>
                      <a:avLst/>
                      <a:gdLst>
                        <a:gd name="csX0" fmla="*/ 13144 w 26193"/>
                        <a:gd name="csY0" fmla="*/ 0 h 24860"/>
                        <a:gd name="csX1" fmla="*/ 17145 w 26193"/>
                        <a:gd name="csY1" fmla="*/ 8192 h 24860"/>
                        <a:gd name="csX2" fmla="*/ 26194 w 26193"/>
                        <a:gd name="csY2" fmla="*/ 9430 h 24860"/>
                        <a:gd name="csX3" fmla="*/ 19621 w 26193"/>
                        <a:gd name="csY3" fmla="*/ 15812 h 24860"/>
                        <a:gd name="csX4" fmla="*/ 21241 w 26193"/>
                        <a:gd name="csY4" fmla="*/ 24860 h 24860"/>
                        <a:gd name="csX5" fmla="*/ 13144 w 26193"/>
                        <a:gd name="csY5" fmla="*/ 20574 h 24860"/>
                        <a:gd name="csX6" fmla="*/ 5048 w 26193"/>
                        <a:gd name="csY6" fmla="*/ 24860 h 24860"/>
                        <a:gd name="csX7" fmla="*/ 6572 w 26193"/>
                        <a:gd name="csY7" fmla="*/ 15812 h 24860"/>
                        <a:gd name="csX8" fmla="*/ 0 w 26193"/>
                        <a:gd name="csY8" fmla="*/ 9430 h 24860"/>
                        <a:gd name="csX9" fmla="*/ 9049 w 26193"/>
                        <a:gd name="csY9" fmla="*/ 8192 h 24860"/>
                        <a:gd name="csX10" fmla="*/ 13144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144" y="0"/>
                          </a:moveTo>
                          <a:lnTo>
                            <a:pt x="17145" y="8192"/>
                          </a:lnTo>
                          <a:lnTo>
                            <a:pt x="26194" y="9430"/>
                          </a:lnTo>
                          <a:lnTo>
                            <a:pt x="19621" y="15812"/>
                          </a:lnTo>
                          <a:lnTo>
                            <a:pt x="21241" y="24860"/>
                          </a:lnTo>
                          <a:lnTo>
                            <a:pt x="13144" y="20574"/>
                          </a:lnTo>
                          <a:lnTo>
                            <a:pt x="5048" y="24860"/>
                          </a:lnTo>
                          <a:lnTo>
                            <a:pt x="6572" y="15812"/>
                          </a:lnTo>
                          <a:lnTo>
                            <a:pt x="0" y="9430"/>
                          </a:lnTo>
                          <a:lnTo>
                            <a:pt x="9049" y="8192"/>
                          </a:lnTo>
                          <a:lnTo>
                            <a:pt x="13144" y="0"/>
                          </a:lnTo>
                          <a:close/>
                        </a:path>
                      </a:pathLst>
                    </a:custGeom>
                    <a:solidFill>
                      <a:srgbClr val="5AAAEB"/>
                    </a:solidFill>
                    <a:ln w="9525" cap="flat">
                      <a:noFill/>
                      <a:prstDash val="solid"/>
                      <a:miter/>
                    </a:ln>
                  </p:spPr>
                  <p:txBody>
                    <a:bodyPr/>
                    <a:lstStyle/>
                    <a:p>
                      <a:endParaRPr lang="en-US"/>
                    </a:p>
                  </p:txBody>
                </p:sp>
                <p:sp>
                  <p:nvSpPr>
                    <p:cNvPr id="1655" name="Freeform: Shape 1654">
                      <a:extLst>
                        <a:ext uri="{FF2B5EF4-FFF2-40B4-BE49-F238E27FC236}">
                          <a16:creationId xmlns:a16="http://schemas.microsoft.com/office/drawing/2014/main" id="{8517B902-31C7-E7FF-B2CD-DD5CE3BDD2B0}"/>
                        </a:ext>
                      </a:extLst>
                    </p:cNvPr>
                    <p:cNvSpPr/>
                    <p:nvPr/>
                  </p:nvSpPr>
                  <p:spPr>
                    <a:xfrm>
                      <a:off x="-8618696" y="4332922"/>
                      <a:ext cx="26193" cy="24860"/>
                    </a:xfrm>
                    <a:custGeom>
                      <a:avLst/>
                      <a:gdLst>
                        <a:gd name="csX0" fmla="*/ 13145 w 26193"/>
                        <a:gd name="csY0" fmla="*/ 0 h 24860"/>
                        <a:gd name="csX1" fmla="*/ 17145 w 26193"/>
                        <a:gd name="csY1" fmla="*/ 8192 h 24860"/>
                        <a:gd name="csX2" fmla="*/ 26194 w 26193"/>
                        <a:gd name="csY2" fmla="*/ 9430 h 24860"/>
                        <a:gd name="csX3" fmla="*/ 19621 w 26193"/>
                        <a:gd name="csY3" fmla="*/ 15812 h 24860"/>
                        <a:gd name="csX4" fmla="*/ 21146 w 26193"/>
                        <a:gd name="csY4" fmla="*/ 24860 h 24860"/>
                        <a:gd name="csX5" fmla="*/ 13145 w 26193"/>
                        <a:gd name="csY5" fmla="*/ 20574 h 24860"/>
                        <a:gd name="csX6" fmla="*/ 5048 w 26193"/>
                        <a:gd name="csY6" fmla="*/ 24860 h 24860"/>
                        <a:gd name="csX7" fmla="*/ 6572 w 26193"/>
                        <a:gd name="csY7" fmla="*/ 15812 h 24860"/>
                        <a:gd name="csX8" fmla="*/ 0 w 26193"/>
                        <a:gd name="csY8" fmla="*/ 9430 h 24860"/>
                        <a:gd name="csX9" fmla="*/ 9049 w 26193"/>
                        <a:gd name="csY9" fmla="*/ 8192 h 24860"/>
                        <a:gd name="csX10" fmla="*/ 13145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145" y="0"/>
                          </a:moveTo>
                          <a:lnTo>
                            <a:pt x="17145" y="8192"/>
                          </a:lnTo>
                          <a:lnTo>
                            <a:pt x="26194" y="9430"/>
                          </a:lnTo>
                          <a:lnTo>
                            <a:pt x="19621" y="15812"/>
                          </a:lnTo>
                          <a:lnTo>
                            <a:pt x="21146" y="24860"/>
                          </a:lnTo>
                          <a:lnTo>
                            <a:pt x="13145" y="20574"/>
                          </a:lnTo>
                          <a:lnTo>
                            <a:pt x="5048" y="24860"/>
                          </a:lnTo>
                          <a:lnTo>
                            <a:pt x="6572" y="15812"/>
                          </a:lnTo>
                          <a:lnTo>
                            <a:pt x="0" y="9430"/>
                          </a:lnTo>
                          <a:lnTo>
                            <a:pt x="9049" y="8192"/>
                          </a:lnTo>
                          <a:lnTo>
                            <a:pt x="13145" y="0"/>
                          </a:lnTo>
                          <a:close/>
                        </a:path>
                      </a:pathLst>
                    </a:custGeom>
                    <a:solidFill>
                      <a:srgbClr val="5AAAEB"/>
                    </a:solidFill>
                    <a:ln w="9525" cap="flat">
                      <a:noFill/>
                      <a:prstDash val="solid"/>
                      <a:miter/>
                    </a:ln>
                  </p:spPr>
                  <p:txBody>
                    <a:bodyPr/>
                    <a:lstStyle/>
                    <a:p>
                      <a:endParaRPr lang="en-US"/>
                    </a:p>
                  </p:txBody>
                </p:sp>
                <p:sp>
                  <p:nvSpPr>
                    <p:cNvPr id="1656" name="Freeform: Shape 1655">
                      <a:extLst>
                        <a:ext uri="{FF2B5EF4-FFF2-40B4-BE49-F238E27FC236}">
                          <a16:creationId xmlns:a16="http://schemas.microsoft.com/office/drawing/2014/main" id="{47D499C1-73D2-9C60-4631-4E716FC8CEEE}"/>
                        </a:ext>
                      </a:extLst>
                    </p:cNvPr>
                    <p:cNvSpPr/>
                    <p:nvPr/>
                  </p:nvSpPr>
                  <p:spPr>
                    <a:xfrm>
                      <a:off x="-8585549" y="4332922"/>
                      <a:ext cx="26193" cy="24860"/>
                    </a:xfrm>
                    <a:custGeom>
                      <a:avLst/>
                      <a:gdLst>
                        <a:gd name="csX0" fmla="*/ 13049 w 26193"/>
                        <a:gd name="csY0" fmla="*/ 0 h 24860"/>
                        <a:gd name="csX1" fmla="*/ 17145 w 26193"/>
                        <a:gd name="csY1" fmla="*/ 8192 h 24860"/>
                        <a:gd name="csX2" fmla="*/ 26194 w 26193"/>
                        <a:gd name="csY2" fmla="*/ 9430 h 24860"/>
                        <a:gd name="csX3" fmla="*/ 19621 w 26193"/>
                        <a:gd name="csY3" fmla="*/ 15812 h 24860"/>
                        <a:gd name="csX4" fmla="*/ 21146 w 26193"/>
                        <a:gd name="csY4" fmla="*/ 24860 h 24860"/>
                        <a:gd name="csX5" fmla="*/ 13049 w 26193"/>
                        <a:gd name="csY5" fmla="*/ 20574 h 24860"/>
                        <a:gd name="csX6" fmla="*/ 5048 w 26193"/>
                        <a:gd name="csY6" fmla="*/ 24860 h 24860"/>
                        <a:gd name="csX7" fmla="*/ 6572 w 26193"/>
                        <a:gd name="csY7" fmla="*/ 15812 h 24860"/>
                        <a:gd name="csX8" fmla="*/ 0 w 26193"/>
                        <a:gd name="csY8" fmla="*/ 9430 h 24860"/>
                        <a:gd name="csX9" fmla="*/ 9049 w 26193"/>
                        <a:gd name="csY9" fmla="*/ 8192 h 24860"/>
                        <a:gd name="csX10" fmla="*/ 13049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049" y="0"/>
                          </a:moveTo>
                          <a:lnTo>
                            <a:pt x="17145" y="8192"/>
                          </a:lnTo>
                          <a:lnTo>
                            <a:pt x="26194" y="9430"/>
                          </a:lnTo>
                          <a:lnTo>
                            <a:pt x="19621" y="15812"/>
                          </a:lnTo>
                          <a:lnTo>
                            <a:pt x="21146" y="24860"/>
                          </a:lnTo>
                          <a:lnTo>
                            <a:pt x="13049" y="20574"/>
                          </a:lnTo>
                          <a:lnTo>
                            <a:pt x="5048" y="24860"/>
                          </a:lnTo>
                          <a:lnTo>
                            <a:pt x="6572" y="15812"/>
                          </a:lnTo>
                          <a:lnTo>
                            <a:pt x="0" y="9430"/>
                          </a:lnTo>
                          <a:lnTo>
                            <a:pt x="9049" y="8192"/>
                          </a:lnTo>
                          <a:lnTo>
                            <a:pt x="13049" y="0"/>
                          </a:lnTo>
                          <a:close/>
                        </a:path>
                      </a:pathLst>
                    </a:custGeom>
                    <a:solidFill>
                      <a:srgbClr val="5AAAEB"/>
                    </a:solidFill>
                    <a:ln w="9525" cap="flat">
                      <a:noFill/>
                      <a:prstDash val="solid"/>
                      <a:miter/>
                    </a:ln>
                  </p:spPr>
                  <p:txBody>
                    <a:bodyPr/>
                    <a:lstStyle/>
                    <a:p>
                      <a:endParaRPr lang="en-US"/>
                    </a:p>
                  </p:txBody>
                </p:sp>
                <p:sp>
                  <p:nvSpPr>
                    <p:cNvPr id="1657" name="Freeform: Shape 1656">
                      <a:extLst>
                        <a:ext uri="{FF2B5EF4-FFF2-40B4-BE49-F238E27FC236}">
                          <a16:creationId xmlns:a16="http://schemas.microsoft.com/office/drawing/2014/main" id="{74D53953-00F0-31B1-7D74-2613426DF6F5}"/>
                        </a:ext>
                      </a:extLst>
                    </p:cNvPr>
                    <p:cNvSpPr/>
                    <p:nvPr/>
                  </p:nvSpPr>
                  <p:spPr>
                    <a:xfrm>
                      <a:off x="-8552402" y="4332922"/>
                      <a:ext cx="26193" cy="24860"/>
                    </a:xfrm>
                    <a:custGeom>
                      <a:avLst/>
                      <a:gdLst>
                        <a:gd name="csX0" fmla="*/ 13049 w 26193"/>
                        <a:gd name="csY0" fmla="*/ 0 h 24860"/>
                        <a:gd name="csX1" fmla="*/ 17145 w 26193"/>
                        <a:gd name="csY1" fmla="*/ 8192 h 24860"/>
                        <a:gd name="csX2" fmla="*/ 26194 w 26193"/>
                        <a:gd name="csY2" fmla="*/ 9430 h 24860"/>
                        <a:gd name="csX3" fmla="*/ 19622 w 26193"/>
                        <a:gd name="csY3" fmla="*/ 15812 h 24860"/>
                        <a:gd name="csX4" fmla="*/ 21146 w 26193"/>
                        <a:gd name="csY4" fmla="*/ 24860 h 24860"/>
                        <a:gd name="csX5" fmla="*/ 13049 w 26193"/>
                        <a:gd name="csY5" fmla="*/ 20574 h 24860"/>
                        <a:gd name="csX6" fmla="*/ 4953 w 26193"/>
                        <a:gd name="csY6" fmla="*/ 24860 h 24860"/>
                        <a:gd name="csX7" fmla="*/ 6572 w 26193"/>
                        <a:gd name="csY7" fmla="*/ 15812 h 24860"/>
                        <a:gd name="csX8" fmla="*/ 0 w 26193"/>
                        <a:gd name="csY8" fmla="*/ 9430 h 24860"/>
                        <a:gd name="csX9" fmla="*/ 9049 w 26193"/>
                        <a:gd name="csY9" fmla="*/ 8192 h 24860"/>
                        <a:gd name="csX10" fmla="*/ 13049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049" y="0"/>
                          </a:moveTo>
                          <a:lnTo>
                            <a:pt x="17145" y="8192"/>
                          </a:lnTo>
                          <a:lnTo>
                            <a:pt x="26194" y="9430"/>
                          </a:lnTo>
                          <a:lnTo>
                            <a:pt x="19622" y="15812"/>
                          </a:lnTo>
                          <a:lnTo>
                            <a:pt x="21146" y="24860"/>
                          </a:lnTo>
                          <a:lnTo>
                            <a:pt x="13049" y="20574"/>
                          </a:lnTo>
                          <a:lnTo>
                            <a:pt x="4953" y="24860"/>
                          </a:lnTo>
                          <a:lnTo>
                            <a:pt x="6572" y="15812"/>
                          </a:lnTo>
                          <a:lnTo>
                            <a:pt x="0" y="9430"/>
                          </a:lnTo>
                          <a:lnTo>
                            <a:pt x="9049" y="8192"/>
                          </a:lnTo>
                          <a:lnTo>
                            <a:pt x="13049" y="0"/>
                          </a:lnTo>
                          <a:close/>
                        </a:path>
                      </a:pathLst>
                    </a:custGeom>
                    <a:solidFill>
                      <a:srgbClr val="5AAAEB"/>
                    </a:solidFill>
                    <a:ln w="9525" cap="flat">
                      <a:noFill/>
                      <a:prstDash val="solid"/>
                      <a:miter/>
                    </a:ln>
                  </p:spPr>
                  <p:txBody>
                    <a:bodyPr/>
                    <a:lstStyle/>
                    <a:p>
                      <a:endParaRPr lang="en-US"/>
                    </a:p>
                  </p:txBody>
                </p:sp>
                <p:sp>
                  <p:nvSpPr>
                    <p:cNvPr id="1658" name="Freeform: Shape 1657">
                      <a:extLst>
                        <a:ext uri="{FF2B5EF4-FFF2-40B4-BE49-F238E27FC236}">
                          <a16:creationId xmlns:a16="http://schemas.microsoft.com/office/drawing/2014/main" id="{904A0079-E084-B6CF-7F19-6588F56EBDFE}"/>
                        </a:ext>
                      </a:extLst>
                    </p:cNvPr>
                    <p:cNvSpPr/>
                    <p:nvPr/>
                  </p:nvSpPr>
                  <p:spPr>
                    <a:xfrm>
                      <a:off x="-8519255" y="4332922"/>
                      <a:ext cx="26193" cy="24860"/>
                    </a:xfrm>
                    <a:custGeom>
                      <a:avLst/>
                      <a:gdLst>
                        <a:gd name="csX0" fmla="*/ 13049 w 26193"/>
                        <a:gd name="csY0" fmla="*/ 0 h 24860"/>
                        <a:gd name="csX1" fmla="*/ 17145 w 26193"/>
                        <a:gd name="csY1" fmla="*/ 8192 h 24860"/>
                        <a:gd name="csX2" fmla="*/ 26194 w 26193"/>
                        <a:gd name="csY2" fmla="*/ 9430 h 24860"/>
                        <a:gd name="csX3" fmla="*/ 19621 w 26193"/>
                        <a:gd name="csY3" fmla="*/ 15812 h 24860"/>
                        <a:gd name="csX4" fmla="*/ 21146 w 26193"/>
                        <a:gd name="csY4" fmla="*/ 24860 h 24860"/>
                        <a:gd name="csX5" fmla="*/ 13049 w 26193"/>
                        <a:gd name="csY5" fmla="*/ 20574 h 24860"/>
                        <a:gd name="csX6" fmla="*/ 4953 w 26193"/>
                        <a:gd name="csY6" fmla="*/ 24860 h 24860"/>
                        <a:gd name="csX7" fmla="*/ 6572 w 26193"/>
                        <a:gd name="csY7" fmla="*/ 15812 h 24860"/>
                        <a:gd name="csX8" fmla="*/ 0 w 26193"/>
                        <a:gd name="csY8" fmla="*/ 9430 h 24860"/>
                        <a:gd name="csX9" fmla="*/ 9049 w 26193"/>
                        <a:gd name="csY9" fmla="*/ 8192 h 24860"/>
                        <a:gd name="csX10" fmla="*/ 13049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049" y="0"/>
                          </a:moveTo>
                          <a:lnTo>
                            <a:pt x="17145" y="8192"/>
                          </a:lnTo>
                          <a:lnTo>
                            <a:pt x="26194" y="9430"/>
                          </a:lnTo>
                          <a:lnTo>
                            <a:pt x="19621" y="15812"/>
                          </a:lnTo>
                          <a:lnTo>
                            <a:pt x="21146" y="24860"/>
                          </a:lnTo>
                          <a:lnTo>
                            <a:pt x="13049" y="20574"/>
                          </a:lnTo>
                          <a:lnTo>
                            <a:pt x="4953" y="24860"/>
                          </a:lnTo>
                          <a:lnTo>
                            <a:pt x="6572" y="15812"/>
                          </a:lnTo>
                          <a:lnTo>
                            <a:pt x="0" y="9430"/>
                          </a:lnTo>
                          <a:lnTo>
                            <a:pt x="9049" y="8192"/>
                          </a:lnTo>
                          <a:lnTo>
                            <a:pt x="13049" y="0"/>
                          </a:lnTo>
                          <a:close/>
                        </a:path>
                      </a:pathLst>
                    </a:custGeom>
                    <a:solidFill>
                      <a:srgbClr val="5AAAEB"/>
                    </a:solidFill>
                    <a:ln w="9525" cap="flat">
                      <a:noFill/>
                      <a:prstDash val="solid"/>
                      <a:miter/>
                    </a:ln>
                  </p:spPr>
                  <p:txBody>
                    <a:bodyPr/>
                    <a:lstStyle/>
                    <a:p>
                      <a:endParaRPr lang="en-US"/>
                    </a:p>
                  </p:txBody>
                </p:sp>
              </p:grpSp>
              <p:sp>
                <p:nvSpPr>
                  <p:cNvPr id="1659" name="Rectangle 1658">
                    <a:extLst>
                      <a:ext uri="{FF2B5EF4-FFF2-40B4-BE49-F238E27FC236}">
                        <a16:creationId xmlns:a16="http://schemas.microsoft.com/office/drawing/2014/main" id="{940AE235-F78B-248E-DBBF-12419C64BA14}"/>
                      </a:ext>
                    </a:extLst>
                  </p:cNvPr>
                  <p:cNvSpPr/>
                  <p:nvPr/>
                </p:nvSpPr>
                <p:spPr>
                  <a:xfrm>
                    <a:off x="-9106947" y="4328731"/>
                    <a:ext cx="403574" cy="278796"/>
                  </a:xfrm>
                  <a:prstGeom prst="rect">
                    <a:avLst/>
                  </a:prstGeom>
                  <a:solidFill>
                    <a:srgbClr val="91CCFF"/>
                  </a:solidFill>
                  <a:ln w="9525" cap="flat">
                    <a:noFill/>
                    <a:prstDash val="solid"/>
                    <a:miter/>
                  </a:ln>
                </p:spPr>
                <p:txBody>
                  <a:bodyPr/>
                  <a:lstStyle/>
                  <a:p>
                    <a:endParaRPr lang="en-US"/>
                  </a:p>
                </p:txBody>
              </p:sp>
              <p:sp>
                <p:nvSpPr>
                  <p:cNvPr id="1660" name="Rectangle 1659">
                    <a:extLst>
                      <a:ext uri="{FF2B5EF4-FFF2-40B4-BE49-F238E27FC236}">
                        <a16:creationId xmlns:a16="http://schemas.microsoft.com/office/drawing/2014/main" id="{34F0A244-940F-8BEA-12CA-D83BBD8F8620}"/>
                      </a:ext>
                    </a:extLst>
                  </p:cNvPr>
                  <p:cNvSpPr/>
                  <p:nvPr/>
                </p:nvSpPr>
                <p:spPr>
                  <a:xfrm>
                    <a:off x="-9106947" y="4660582"/>
                    <a:ext cx="264223" cy="19240"/>
                  </a:xfrm>
                  <a:prstGeom prst="rect">
                    <a:avLst/>
                  </a:prstGeom>
                  <a:solidFill>
                    <a:srgbClr val="5AAAEB"/>
                  </a:solidFill>
                  <a:ln w="9525" cap="flat">
                    <a:noFill/>
                    <a:prstDash val="solid"/>
                    <a:miter/>
                  </a:ln>
                </p:spPr>
                <p:txBody>
                  <a:bodyPr/>
                  <a:lstStyle/>
                  <a:p>
                    <a:endParaRPr lang="en-US"/>
                  </a:p>
                </p:txBody>
              </p:sp>
              <p:sp>
                <p:nvSpPr>
                  <p:cNvPr id="1661" name="Rectangle 1660">
                    <a:extLst>
                      <a:ext uri="{FF2B5EF4-FFF2-40B4-BE49-F238E27FC236}">
                        <a16:creationId xmlns:a16="http://schemas.microsoft.com/office/drawing/2014/main" id="{0836879D-04A8-4E29-68AD-FD4B77C8C796}"/>
                      </a:ext>
                    </a:extLst>
                  </p:cNvPr>
                  <p:cNvSpPr/>
                  <p:nvPr/>
                </p:nvSpPr>
                <p:spPr>
                  <a:xfrm>
                    <a:off x="-9106947" y="4732591"/>
                    <a:ext cx="633984" cy="28098"/>
                  </a:xfrm>
                  <a:prstGeom prst="rect">
                    <a:avLst/>
                  </a:prstGeom>
                  <a:solidFill>
                    <a:srgbClr val="91CCFF"/>
                  </a:solidFill>
                  <a:ln w="9525" cap="flat">
                    <a:noFill/>
                    <a:prstDash val="solid"/>
                    <a:miter/>
                  </a:ln>
                </p:spPr>
                <p:txBody>
                  <a:bodyPr/>
                  <a:lstStyle/>
                  <a:p>
                    <a:endParaRPr lang="en-US"/>
                  </a:p>
                </p:txBody>
              </p:sp>
              <p:sp>
                <p:nvSpPr>
                  <p:cNvPr id="1662" name="Rectangle 1661">
                    <a:extLst>
                      <a:ext uri="{FF2B5EF4-FFF2-40B4-BE49-F238E27FC236}">
                        <a16:creationId xmlns:a16="http://schemas.microsoft.com/office/drawing/2014/main" id="{63466894-6FE8-8271-12E0-C96ABC7CFA46}"/>
                      </a:ext>
                    </a:extLst>
                  </p:cNvPr>
                  <p:cNvSpPr/>
                  <p:nvPr/>
                </p:nvSpPr>
                <p:spPr>
                  <a:xfrm>
                    <a:off x="-9106947" y="4785645"/>
                    <a:ext cx="243649" cy="28098"/>
                  </a:xfrm>
                  <a:prstGeom prst="rect">
                    <a:avLst/>
                  </a:prstGeom>
                  <a:solidFill>
                    <a:srgbClr val="91CCFF"/>
                  </a:solidFill>
                  <a:ln w="9525" cap="flat">
                    <a:noFill/>
                    <a:prstDash val="solid"/>
                    <a:miter/>
                  </a:ln>
                </p:spPr>
                <p:txBody>
                  <a:bodyPr/>
                  <a:lstStyle/>
                  <a:p>
                    <a:endParaRPr lang="en-US"/>
                  </a:p>
                </p:txBody>
              </p:sp>
              <p:sp>
                <p:nvSpPr>
                  <p:cNvPr id="1663" name="Rectangle 1662">
                    <a:extLst>
                      <a:ext uri="{FF2B5EF4-FFF2-40B4-BE49-F238E27FC236}">
                        <a16:creationId xmlns:a16="http://schemas.microsoft.com/office/drawing/2014/main" id="{BA9F7223-5D37-D83C-F4D2-D4DD71941741}"/>
                      </a:ext>
                    </a:extLst>
                  </p:cNvPr>
                  <p:cNvSpPr/>
                  <p:nvPr/>
                </p:nvSpPr>
                <p:spPr>
                  <a:xfrm>
                    <a:off x="-8662035" y="4408551"/>
                    <a:ext cx="49911" cy="52292"/>
                  </a:xfrm>
                  <a:prstGeom prst="rect">
                    <a:avLst/>
                  </a:prstGeom>
                  <a:solidFill>
                    <a:srgbClr val="91CCFF"/>
                  </a:solidFill>
                  <a:ln w="9525" cap="flat">
                    <a:noFill/>
                    <a:prstDash val="solid"/>
                    <a:miter/>
                  </a:ln>
                </p:spPr>
                <p:txBody>
                  <a:bodyPr/>
                  <a:lstStyle/>
                  <a:p>
                    <a:endParaRPr lang="en-US"/>
                  </a:p>
                </p:txBody>
              </p:sp>
              <p:sp>
                <p:nvSpPr>
                  <p:cNvPr id="1664" name="Rectangle 1663">
                    <a:extLst>
                      <a:ext uri="{FF2B5EF4-FFF2-40B4-BE49-F238E27FC236}">
                        <a16:creationId xmlns:a16="http://schemas.microsoft.com/office/drawing/2014/main" id="{60F53D85-7B01-D1F0-D021-E0AB21C9E581}"/>
                      </a:ext>
                    </a:extLst>
                  </p:cNvPr>
                  <p:cNvSpPr/>
                  <p:nvPr/>
                </p:nvSpPr>
                <p:spPr>
                  <a:xfrm>
                    <a:off x="-8591169" y="4408551"/>
                    <a:ext cx="118300" cy="19811"/>
                  </a:xfrm>
                  <a:prstGeom prst="rect">
                    <a:avLst/>
                  </a:prstGeom>
                  <a:solidFill>
                    <a:srgbClr val="91CCFF"/>
                  </a:solidFill>
                  <a:ln w="9525" cap="flat">
                    <a:noFill/>
                    <a:prstDash val="solid"/>
                    <a:miter/>
                  </a:ln>
                </p:spPr>
                <p:txBody>
                  <a:bodyPr/>
                  <a:lstStyle/>
                  <a:p>
                    <a:endParaRPr lang="en-US"/>
                  </a:p>
                </p:txBody>
              </p:sp>
              <p:sp>
                <p:nvSpPr>
                  <p:cNvPr id="1665" name="Rectangle 1664">
                    <a:extLst>
                      <a:ext uri="{FF2B5EF4-FFF2-40B4-BE49-F238E27FC236}">
                        <a16:creationId xmlns:a16="http://schemas.microsoft.com/office/drawing/2014/main" id="{3129A4C6-27AA-F82B-4F64-EC4E8B8FAC65}"/>
                      </a:ext>
                    </a:extLst>
                  </p:cNvPr>
                  <p:cNvSpPr/>
                  <p:nvPr/>
                </p:nvSpPr>
                <p:spPr>
                  <a:xfrm>
                    <a:off x="-8591169" y="4441031"/>
                    <a:ext cx="118300" cy="19811"/>
                  </a:xfrm>
                  <a:prstGeom prst="rect">
                    <a:avLst/>
                  </a:prstGeom>
                  <a:solidFill>
                    <a:srgbClr val="91CCFF"/>
                  </a:solidFill>
                  <a:ln w="9525" cap="flat">
                    <a:noFill/>
                    <a:prstDash val="solid"/>
                    <a:miter/>
                  </a:ln>
                </p:spPr>
                <p:txBody>
                  <a:bodyPr/>
                  <a:lstStyle/>
                  <a:p>
                    <a:endParaRPr lang="en-US"/>
                  </a:p>
                </p:txBody>
              </p:sp>
              <p:sp>
                <p:nvSpPr>
                  <p:cNvPr id="1666" name="Rectangle 1665">
                    <a:extLst>
                      <a:ext uri="{FF2B5EF4-FFF2-40B4-BE49-F238E27FC236}">
                        <a16:creationId xmlns:a16="http://schemas.microsoft.com/office/drawing/2014/main" id="{E25F56D6-4E3B-5423-2BF7-DCCD868A8F4B}"/>
                      </a:ext>
                    </a:extLst>
                  </p:cNvPr>
                  <p:cNvSpPr/>
                  <p:nvPr/>
                </p:nvSpPr>
                <p:spPr>
                  <a:xfrm>
                    <a:off x="-8630507" y="4516374"/>
                    <a:ext cx="124301" cy="34480"/>
                  </a:xfrm>
                  <a:prstGeom prst="rect">
                    <a:avLst/>
                  </a:prstGeom>
                  <a:solidFill>
                    <a:srgbClr val="91CCFF"/>
                  </a:solidFill>
                  <a:ln w="9525" cap="flat">
                    <a:noFill/>
                    <a:prstDash val="solid"/>
                    <a:miter/>
                  </a:ln>
                </p:spPr>
                <p:txBody>
                  <a:bodyPr/>
                  <a:lstStyle/>
                  <a:p>
                    <a:endParaRPr lang="en-US"/>
                  </a:p>
                </p:txBody>
              </p:sp>
            </p:grpSp>
            <p:grpSp>
              <p:nvGrpSpPr>
                <p:cNvPr id="1667" name="Graphic 1544">
                  <a:extLst>
                    <a:ext uri="{FF2B5EF4-FFF2-40B4-BE49-F238E27FC236}">
                      <a16:creationId xmlns:a16="http://schemas.microsoft.com/office/drawing/2014/main" id="{9E649672-D251-8F0D-AAFE-A6F2D3D96735}"/>
                    </a:ext>
                  </a:extLst>
                </p:cNvPr>
                <p:cNvGrpSpPr/>
                <p:nvPr/>
              </p:nvGrpSpPr>
              <p:grpSpPr>
                <a:xfrm>
                  <a:off x="-8357520" y="4278534"/>
                  <a:ext cx="716756" cy="585501"/>
                  <a:chOff x="-8357520" y="4278534"/>
                  <a:chExt cx="716756" cy="585501"/>
                </a:xfrm>
              </p:grpSpPr>
              <p:sp>
                <p:nvSpPr>
                  <p:cNvPr id="1668" name="Rectangle 1667">
                    <a:extLst>
                      <a:ext uri="{FF2B5EF4-FFF2-40B4-BE49-F238E27FC236}">
                        <a16:creationId xmlns:a16="http://schemas.microsoft.com/office/drawing/2014/main" id="{03B6B146-F8BA-D747-A462-82D1BB3312B0}"/>
                      </a:ext>
                    </a:extLst>
                  </p:cNvPr>
                  <p:cNvSpPr/>
                  <p:nvPr/>
                </p:nvSpPr>
                <p:spPr>
                  <a:xfrm>
                    <a:off x="-8357520" y="4278534"/>
                    <a:ext cx="716756" cy="585501"/>
                  </a:xfrm>
                  <a:prstGeom prst="rect">
                    <a:avLst/>
                  </a:prstGeom>
                  <a:solidFill>
                    <a:srgbClr val="FFFFFF"/>
                  </a:solidFill>
                  <a:ln w="9525" cap="flat">
                    <a:noFill/>
                    <a:prstDash val="solid"/>
                    <a:miter/>
                  </a:ln>
                </p:spPr>
                <p:txBody>
                  <a:bodyPr/>
                  <a:lstStyle/>
                  <a:p>
                    <a:endParaRPr lang="en-US"/>
                  </a:p>
                </p:txBody>
              </p:sp>
              <p:grpSp>
                <p:nvGrpSpPr>
                  <p:cNvPr id="1669" name="Graphic 1544">
                    <a:extLst>
                      <a:ext uri="{FF2B5EF4-FFF2-40B4-BE49-F238E27FC236}">
                        <a16:creationId xmlns:a16="http://schemas.microsoft.com/office/drawing/2014/main" id="{716F3956-5E6C-B06A-435C-86261033D08F}"/>
                      </a:ext>
                    </a:extLst>
                  </p:cNvPr>
                  <p:cNvGrpSpPr/>
                  <p:nvPr/>
                </p:nvGrpSpPr>
                <p:grpSpPr>
                  <a:xfrm>
                    <a:off x="-7844790" y="4332922"/>
                    <a:ext cx="158686" cy="24860"/>
                    <a:chOff x="-7844790" y="4332922"/>
                    <a:chExt cx="158686" cy="24860"/>
                  </a:xfrm>
                  <a:solidFill>
                    <a:srgbClr val="5AAAEB"/>
                  </a:solidFill>
                </p:grpSpPr>
                <p:sp>
                  <p:nvSpPr>
                    <p:cNvPr id="1670" name="Freeform: Shape 1669">
                      <a:extLst>
                        <a:ext uri="{FF2B5EF4-FFF2-40B4-BE49-F238E27FC236}">
                          <a16:creationId xmlns:a16="http://schemas.microsoft.com/office/drawing/2014/main" id="{B4D0DF8E-CD08-2A3A-C261-2A51155FBA0E}"/>
                        </a:ext>
                      </a:extLst>
                    </p:cNvPr>
                    <p:cNvSpPr/>
                    <p:nvPr/>
                  </p:nvSpPr>
                  <p:spPr>
                    <a:xfrm>
                      <a:off x="-7844790" y="4332922"/>
                      <a:ext cx="26098" cy="24860"/>
                    </a:xfrm>
                    <a:custGeom>
                      <a:avLst/>
                      <a:gdLst>
                        <a:gd name="csX0" fmla="*/ 13049 w 26098"/>
                        <a:gd name="csY0" fmla="*/ 0 h 24860"/>
                        <a:gd name="csX1" fmla="*/ 17050 w 26098"/>
                        <a:gd name="csY1" fmla="*/ 8192 h 24860"/>
                        <a:gd name="csX2" fmla="*/ 26099 w 26098"/>
                        <a:gd name="csY2" fmla="*/ 9430 h 24860"/>
                        <a:gd name="csX3" fmla="*/ 19621 w 26098"/>
                        <a:gd name="csY3" fmla="*/ 15812 h 24860"/>
                        <a:gd name="csX4" fmla="*/ 21146 w 26098"/>
                        <a:gd name="csY4" fmla="*/ 24860 h 24860"/>
                        <a:gd name="csX5" fmla="*/ 13049 w 26098"/>
                        <a:gd name="csY5" fmla="*/ 20574 h 24860"/>
                        <a:gd name="csX6" fmla="*/ 4953 w 26098"/>
                        <a:gd name="csY6" fmla="*/ 24860 h 24860"/>
                        <a:gd name="csX7" fmla="*/ 6477 w 26098"/>
                        <a:gd name="csY7" fmla="*/ 15812 h 24860"/>
                        <a:gd name="csX8" fmla="*/ 0 w 26098"/>
                        <a:gd name="csY8" fmla="*/ 9430 h 24860"/>
                        <a:gd name="csX9" fmla="*/ 9049 w 26098"/>
                        <a:gd name="csY9" fmla="*/ 8192 h 24860"/>
                        <a:gd name="csX10" fmla="*/ 13049 w 26098"/>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098" h="24860">
                          <a:moveTo>
                            <a:pt x="13049" y="0"/>
                          </a:moveTo>
                          <a:lnTo>
                            <a:pt x="17050" y="8192"/>
                          </a:lnTo>
                          <a:lnTo>
                            <a:pt x="26099" y="9430"/>
                          </a:lnTo>
                          <a:lnTo>
                            <a:pt x="19621" y="15812"/>
                          </a:lnTo>
                          <a:lnTo>
                            <a:pt x="21146" y="24860"/>
                          </a:lnTo>
                          <a:lnTo>
                            <a:pt x="13049" y="20574"/>
                          </a:lnTo>
                          <a:lnTo>
                            <a:pt x="4953" y="24860"/>
                          </a:lnTo>
                          <a:lnTo>
                            <a:pt x="6477" y="15812"/>
                          </a:lnTo>
                          <a:lnTo>
                            <a:pt x="0" y="9430"/>
                          </a:lnTo>
                          <a:lnTo>
                            <a:pt x="9049" y="8192"/>
                          </a:lnTo>
                          <a:lnTo>
                            <a:pt x="13049" y="0"/>
                          </a:lnTo>
                          <a:close/>
                        </a:path>
                      </a:pathLst>
                    </a:custGeom>
                    <a:solidFill>
                      <a:srgbClr val="5AAAEB"/>
                    </a:solidFill>
                    <a:ln w="9525" cap="flat">
                      <a:noFill/>
                      <a:prstDash val="solid"/>
                      <a:miter/>
                    </a:ln>
                  </p:spPr>
                  <p:txBody>
                    <a:bodyPr/>
                    <a:lstStyle/>
                    <a:p>
                      <a:endParaRPr lang="en-US"/>
                    </a:p>
                  </p:txBody>
                </p:sp>
                <p:sp>
                  <p:nvSpPr>
                    <p:cNvPr id="1671" name="Freeform: Shape 1670">
                      <a:extLst>
                        <a:ext uri="{FF2B5EF4-FFF2-40B4-BE49-F238E27FC236}">
                          <a16:creationId xmlns:a16="http://schemas.microsoft.com/office/drawing/2014/main" id="{B0BC5F41-6795-A50A-38EF-B0F3C9D3E3DE}"/>
                        </a:ext>
                      </a:extLst>
                    </p:cNvPr>
                    <p:cNvSpPr/>
                    <p:nvPr/>
                  </p:nvSpPr>
                  <p:spPr>
                    <a:xfrm>
                      <a:off x="-7811642" y="4332922"/>
                      <a:ext cx="26098" cy="24860"/>
                    </a:xfrm>
                    <a:custGeom>
                      <a:avLst/>
                      <a:gdLst>
                        <a:gd name="csX0" fmla="*/ 13049 w 26098"/>
                        <a:gd name="csY0" fmla="*/ 0 h 24860"/>
                        <a:gd name="csX1" fmla="*/ 17050 w 26098"/>
                        <a:gd name="csY1" fmla="*/ 8192 h 24860"/>
                        <a:gd name="csX2" fmla="*/ 26098 w 26098"/>
                        <a:gd name="csY2" fmla="*/ 9430 h 24860"/>
                        <a:gd name="csX3" fmla="*/ 19526 w 26098"/>
                        <a:gd name="csY3" fmla="*/ 15812 h 24860"/>
                        <a:gd name="csX4" fmla="*/ 21146 w 26098"/>
                        <a:gd name="csY4" fmla="*/ 24860 h 24860"/>
                        <a:gd name="csX5" fmla="*/ 13049 w 26098"/>
                        <a:gd name="csY5" fmla="*/ 20574 h 24860"/>
                        <a:gd name="csX6" fmla="*/ 4953 w 26098"/>
                        <a:gd name="csY6" fmla="*/ 24860 h 24860"/>
                        <a:gd name="csX7" fmla="*/ 6477 w 26098"/>
                        <a:gd name="csY7" fmla="*/ 15812 h 24860"/>
                        <a:gd name="csX8" fmla="*/ 0 w 26098"/>
                        <a:gd name="csY8" fmla="*/ 9430 h 24860"/>
                        <a:gd name="csX9" fmla="*/ 8954 w 26098"/>
                        <a:gd name="csY9" fmla="*/ 8192 h 24860"/>
                        <a:gd name="csX10" fmla="*/ 13049 w 26098"/>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098" h="24860">
                          <a:moveTo>
                            <a:pt x="13049" y="0"/>
                          </a:moveTo>
                          <a:lnTo>
                            <a:pt x="17050" y="8192"/>
                          </a:lnTo>
                          <a:lnTo>
                            <a:pt x="26098" y="9430"/>
                          </a:lnTo>
                          <a:lnTo>
                            <a:pt x="19526" y="15812"/>
                          </a:lnTo>
                          <a:lnTo>
                            <a:pt x="21146" y="24860"/>
                          </a:lnTo>
                          <a:lnTo>
                            <a:pt x="13049" y="20574"/>
                          </a:lnTo>
                          <a:lnTo>
                            <a:pt x="4953" y="24860"/>
                          </a:lnTo>
                          <a:lnTo>
                            <a:pt x="6477" y="15812"/>
                          </a:lnTo>
                          <a:lnTo>
                            <a:pt x="0" y="9430"/>
                          </a:lnTo>
                          <a:lnTo>
                            <a:pt x="8954" y="8192"/>
                          </a:lnTo>
                          <a:lnTo>
                            <a:pt x="13049" y="0"/>
                          </a:lnTo>
                          <a:close/>
                        </a:path>
                      </a:pathLst>
                    </a:custGeom>
                    <a:solidFill>
                      <a:srgbClr val="5AAAEB"/>
                    </a:solidFill>
                    <a:ln w="9525" cap="flat">
                      <a:noFill/>
                      <a:prstDash val="solid"/>
                      <a:miter/>
                    </a:ln>
                  </p:spPr>
                  <p:txBody>
                    <a:bodyPr/>
                    <a:lstStyle/>
                    <a:p>
                      <a:endParaRPr lang="en-US"/>
                    </a:p>
                  </p:txBody>
                </p:sp>
                <p:sp>
                  <p:nvSpPr>
                    <p:cNvPr id="1672" name="Freeform: Shape 1671">
                      <a:extLst>
                        <a:ext uri="{FF2B5EF4-FFF2-40B4-BE49-F238E27FC236}">
                          <a16:creationId xmlns:a16="http://schemas.microsoft.com/office/drawing/2014/main" id="{076FA3BC-DBD2-6D5E-66E3-75FC03CF11EB}"/>
                        </a:ext>
                      </a:extLst>
                    </p:cNvPr>
                    <p:cNvSpPr/>
                    <p:nvPr/>
                  </p:nvSpPr>
                  <p:spPr>
                    <a:xfrm>
                      <a:off x="-7778591" y="4332922"/>
                      <a:ext cx="26193" cy="24860"/>
                    </a:xfrm>
                    <a:custGeom>
                      <a:avLst/>
                      <a:gdLst>
                        <a:gd name="csX0" fmla="*/ 13145 w 26193"/>
                        <a:gd name="csY0" fmla="*/ 0 h 24860"/>
                        <a:gd name="csX1" fmla="*/ 17145 w 26193"/>
                        <a:gd name="csY1" fmla="*/ 8192 h 24860"/>
                        <a:gd name="csX2" fmla="*/ 26194 w 26193"/>
                        <a:gd name="csY2" fmla="*/ 9430 h 24860"/>
                        <a:gd name="csX3" fmla="*/ 19621 w 26193"/>
                        <a:gd name="csY3" fmla="*/ 15812 h 24860"/>
                        <a:gd name="csX4" fmla="*/ 21241 w 26193"/>
                        <a:gd name="csY4" fmla="*/ 24860 h 24860"/>
                        <a:gd name="csX5" fmla="*/ 13145 w 26193"/>
                        <a:gd name="csY5" fmla="*/ 20574 h 24860"/>
                        <a:gd name="csX6" fmla="*/ 5048 w 26193"/>
                        <a:gd name="csY6" fmla="*/ 24860 h 24860"/>
                        <a:gd name="csX7" fmla="*/ 6572 w 26193"/>
                        <a:gd name="csY7" fmla="*/ 15812 h 24860"/>
                        <a:gd name="csX8" fmla="*/ 0 w 26193"/>
                        <a:gd name="csY8" fmla="*/ 9430 h 24860"/>
                        <a:gd name="csX9" fmla="*/ 9049 w 26193"/>
                        <a:gd name="csY9" fmla="*/ 8192 h 24860"/>
                        <a:gd name="csX10" fmla="*/ 13145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145" y="0"/>
                          </a:moveTo>
                          <a:lnTo>
                            <a:pt x="17145" y="8192"/>
                          </a:lnTo>
                          <a:lnTo>
                            <a:pt x="26194" y="9430"/>
                          </a:lnTo>
                          <a:lnTo>
                            <a:pt x="19621" y="15812"/>
                          </a:lnTo>
                          <a:lnTo>
                            <a:pt x="21241" y="24860"/>
                          </a:lnTo>
                          <a:lnTo>
                            <a:pt x="13145" y="20574"/>
                          </a:lnTo>
                          <a:lnTo>
                            <a:pt x="5048" y="24860"/>
                          </a:lnTo>
                          <a:lnTo>
                            <a:pt x="6572" y="15812"/>
                          </a:lnTo>
                          <a:lnTo>
                            <a:pt x="0" y="9430"/>
                          </a:lnTo>
                          <a:lnTo>
                            <a:pt x="9049" y="8192"/>
                          </a:lnTo>
                          <a:lnTo>
                            <a:pt x="13145" y="0"/>
                          </a:lnTo>
                          <a:close/>
                        </a:path>
                      </a:pathLst>
                    </a:custGeom>
                    <a:solidFill>
                      <a:srgbClr val="5AAAEB"/>
                    </a:solidFill>
                    <a:ln w="9525" cap="flat">
                      <a:noFill/>
                      <a:prstDash val="solid"/>
                      <a:miter/>
                    </a:ln>
                  </p:spPr>
                  <p:txBody>
                    <a:bodyPr/>
                    <a:lstStyle/>
                    <a:p>
                      <a:endParaRPr lang="en-US"/>
                    </a:p>
                  </p:txBody>
                </p:sp>
                <p:sp>
                  <p:nvSpPr>
                    <p:cNvPr id="1673" name="Freeform: Shape 1672">
                      <a:extLst>
                        <a:ext uri="{FF2B5EF4-FFF2-40B4-BE49-F238E27FC236}">
                          <a16:creationId xmlns:a16="http://schemas.microsoft.com/office/drawing/2014/main" id="{7F98DFFA-657E-2E8D-4B1E-3360F8DA04C9}"/>
                        </a:ext>
                      </a:extLst>
                    </p:cNvPr>
                    <p:cNvSpPr/>
                    <p:nvPr/>
                  </p:nvSpPr>
                  <p:spPr>
                    <a:xfrm>
                      <a:off x="-7745444" y="4332922"/>
                      <a:ext cx="26193" cy="24860"/>
                    </a:xfrm>
                    <a:custGeom>
                      <a:avLst/>
                      <a:gdLst>
                        <a:gd name="csX0" fmla="*/ 13145 w 26193"/>
                        <a:gd name="csY0" fmla="*/ 0 h 24860"/>
                        <a:gd name="csX1" fmla="*/ 17145 w 26193"/>
                        <a:gd name="csY1" fmla="*/ 8192 h 24860"/>
                        <a:gd name="csX2" fmla="*/ 26194 w 26193"/>
                        <a:gd name="csY2" fmla="*/ 9430 h 24860"/>
                        <a:gd name="csX3" fmla="*/ 19622 w 26193"/>
                        <a:gd name="csY3" fmla="*/ 15812 h 24860"/>
                        <a:gd name="csX4" fmla="*/ 21146 w 26193"/>
                        <a:gd name="csY4" fmla="*/ 24860 h 24860"/>
                        <a:gd name="csX5" fmla="*/ 13145 w 26193"/>
                        <a:gd name="csY5" fmla="*/ 20574 h 24860"/>
                        <a:gd name="csX6" fmla="*/ 5048 w 26193"/>
                        <a:gd name="csY6" fmla="*/ 24860 h 24860"/>
                        <a:gd name="csX7" fmla="*/ 6572 w 26193"/>
                        <a:gd name="csY7" fmla="*/ 15812 h 24860"/>
                        <a:gd name="csX8" fmla="*/ 0 w 26193"/>
                        <a:gd name="csY8" fmla="*/ 9430 h 24860"/>
                        <a:gd name="csX9" fmla="*/ 9049 w 26193"/>
                        <a:gd name="csY9" fmla="*/ 8192 h 24860"/>
                        <a:gd name="csX10" fmla="*/ 13145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145" y="0"/>
                          </a:moveTo>
                          <a:lnTo>
                            <a:pt x="17145" y="8192"/>
                          </a:lnTo>
                          <a:lnTo>
                            <a:pt x="26194" y="9430"/>
                          </a:lnTo>
                          <a:lnTo>
                            <a:pt x="19622" y="15812"/>
                          </a:lnTo>
                          <a:lnTo>
                            <a:pt x="21146" y="24860"/>
                          </a:lnTo>
                          <a:lnTo>
                            <a:pt x="13145" y="20574"/>
                          </a:lnTo>
                          <a:lnTo>
                            <a:pt x="5048" y="24860"/>
                          </a:lnTo>
                          <a:lnTo>
                            <a:pt x="6572" y="15812"/>
                          </a:lnTo>
                          <a:lnTo>
                            <a:pt x="0" y="9430"/>
                          </a:lnTo>
                          <a:lnTo>
                            <a:pt x="9049" y="8192"/>
                          </a:lnTo>
                          <a:lnTo>
                            <a:pt x="13145" y="0"/>
                          </a:lnTo>
                          <a:close/>
                        </a:path>
                      </a:pathLst>
                    </a:custGeom>
                    <a:solidFill>
                      <a:srgbClr val="5AAAEB"/>
                    </a:solidFill>
                    <a:ln w="9525" cap="flat">
                      <a:noFill/>
                      <a:prstDash val="solid"/>
                      <a:miter/>
                    </a:ln>
                  </p:spPr>
                  <p:txBody>
                    <a:bodyPr/>
                    <a:lstStyle/>
                    <a:p>
                      <a:endParaRPr lang="en-US"/>
                    </a:p>
                  </p:txBody>
                </p:sp>
                <p:sp>
                  <p:nvSpPr>
                    <p:cNvPr id="1674" name="Freeform: Shape 1673">
                      <a:extLst>
                        <a:ext uri="{FF2B5EF4-FFF2-40B4-BE49-F238E27FC236}">
                          <a16:creationId xmlns:a16="http://schemas.microsoft.com/office/drawing/2014/main" id="{C61A243A-6B8E-1EAB-AEE6-AC185B6730A5}"/>
                        </a:ext>
                      </a:extLst>
                    </p:cNvPr>
                    <p:cNvSpPr/>
                    <p:nvPr/>
                  </p:nvSpPr>
                  <p:spPr>
                    <a:xfrm>
                      <a:off x="-7712297" y="4332922"/>
                      <a:ext cx="26193" cy="24860"/>
                    </a:xfrm>
                    <a:custGeom>
                      <a:avLst/>
                      <a:gdLst>
                        <a:gd name="csX0" fmla="*/ 13049 w 26193"/>
                        <a:gd name="csY0" fmla="*/ 0 h 24860"/>
                        <a:gd name="csX1" fmla="*/ 17145 w 26193"/>
                        <a:gd name="csY1" fmla="*/ 8192 h 24860"/>
                        <a:gd name="csX2" fmla="*/ 26194 w 26193"/>
                        <a:gd name="csY2" fmla="*/ 9430 h 24860"/>
                        <a:gd name="csX3" fmla="*/ 19621 w 26193"/>
                        <a:gd name="csY3" fmla="*/ 15812 h 24860"/>
                        <a:gd name="csX4" fmla="*/ 21146 w 26193"/>
                        <a:gd name="csY4" fmla="*/ 24860 h 24860"/>
                        <a:gd name="csX5" fmla="*/ 13049 w 26193"/>
                        <a:gd name="csY5" fmla="*/ 20574 h 24860"/>
                        <a:gd name="csX6" fmla="*/ 5048 w 26193"/>
                        <a:gd name="csY6" fmla="*/ 24860 h 24860"/>
                        <a:gd name="csX7" fmla="*/ 6572 w 26193"/>
                        <a:gd name="csY7" fmla="*/ 15812 h 24860"/>
                        <a:gd name="csX8" fmla="*/ 0 w 26193"/>
                        <a:gd name="csY8" fmla="*/ 9430 h 24860"/>
                        <a:gd name="csX9" fmla="*/ 9049 w 26193"/>
                        <a:gd name="csY9" fmla="*/ 8192 h 24860"/>
                        <a:gd name="csX10" fmla="*/ 13049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049" y="0"/>
                          </a:moveTo>
                          <a:lnTo>
                            <a:pt x="17145" y="8192"/>
                          </a:lnTo>
                          <a:lnTo>
                            <a:pt x="26194" y="9430"/>
                          </a:lnTo>
                          <a:lnTo>
                            <a:pt x="19621" y="15812"/>
                          </a:lnTo>
                          <a:lnTo>
                            <a:pt x="21146" y="24860"/>
                          </a:lnTo>
                          <a:lnTo>
                            <a:pt x="13049" y="20574"/>
                          </a:lnTo>
                          <a:lnTo>
                            <a:pt x="5048" y="24860"/>
                          </a:lnTo>
                          <a:lnTo>
                            <a:pt x="6572" y="15812"/>
                          </a:lnTo>
                          <a:lnTo>
                            <a:pt x="0" y="9430"/>
                          </a:lnTo>
                          <a:lnTo>
                            <a:pt x="9049" y="8192"/>
                          </a:lnTo>
                          <a:lnTo>
                            <a:pt x="13049" y="0"/>
                          </a:lnTo>
                          <a:close/>
                        </a:path>
                      </a:pathLst>
                    </a:custGeom>
                    <a:solidFill>
                      <a:srgbClr val="5AAAEB"/>
                    </a:solidFill>
                    <a:ln w="9525" cap="flat">
                      <a:noFill/>
                      <a:prstDash val="solid"/>
                      <a:miter/>
                    </a:ln>
                  </p:spPr>
                  <p:txBody>
                    <a:bodyPr/>
                    <a:lstStyle/>
                    <a:p>
                      <a:endParaRPr lang="en-US"/>
                    </a:p>
                  </p:txBody>
                </p:sp>
              </p:grpSp>
              <p:sp>
                <p:nvSpPr>
                  <p:cNvPr id="1675" name="Rectangle 1674">
                    <a:extLst>
                      <a:ext uri="{FF2B5EF4-FFF2-40B4-BE49-F238E27FC236}">
                        <a16:creationId xmlns:a16="http://schemas.microsoft.com/office/drawing/2014/main" id="{35A34DD4-726E-09FD-D475-90F8888E6BA2}"/>
                      </a:ext>
                    </a:extLst>
                  </p:cNvPr>
                  <p:cNvSpPr/>
                  <p:nvPr/>
                </p:nvSpPr>
                <p:spPr>
                  <a:xfrm>
                    <a:off x="-8303037" y="4325112"/>
                    <a:ext cx="403574" cy="278796"/>
                  </a:xfrm>
                  <a:prstGeom prst="rect">
                    <a:avLst/>
                  </a:prstGeom>
                  <a:solidFill>
                    <a:srgbClr val="91CCFF"/>
                  </a:solidFill>
                  <a:ln w="9525" cap="flat">
                    <a:noFill/>
                    <a:prstDash val="solid"/>
                    <a:miter/>
                  </a:ln>
                </p:spPr>
                <p:txBody>
                  <a:bodyPr/>
                  <a:lstStyle/>
                  <a:p>
                    <a:endParaRPr lang="en-US"/>
                  </a:p>
                </p:txBody>
              </p:sp>
              <p:sp>
                <p:nvSpPr>
                  <p:cNvPr id="1676" name="Rectangle 1675">
                    <a:extLst>
                      <a:ext uri="{FF2B5EF4-FFF2-40B4-BE49-F238E27FC236}">
                        <a16:creationId xmlns:a16="http://schemas.microsoft.com/office/drawing/2014/main" id="{6D7F4F65-F666-8531-F449-FED085FD34B9}"/>
                      </a:ext>
                    </a:extLst>
                  </p:cNvPr>
                  <p:cNvSpPr/>
                  <p:nvPr/>
                </p:nvSpPr>
                <p:spPr>
                  <a:xfrm>
                    <a:off x="-8308371" y="4732591"/>
                    <a:ext cx="509301" cy="28098"/>
                  </a:xfrm>
                  <a:prstGeom prst="rect">
                    <a:avLst/>
                  </a:prstGeom>
                  <a:solidFill>
                    <a:srgbClr val="91CCFF"/>
                  </a:solidFill>
                  <a:ln w="9525" cap="flat">
                    <a:noFill/>
                    <a:prstDash val="solid"/>
                    <a:miter/>
                  </a:ln>
                </p:spPr>
                <p:txBody>
                  <a:bodyPr/>
                  <a:lstStyle/>
                  <a:p>
                    <a:endParaRPr lang="en-US"/>
                  </a:p>
                </p:txBody>
              </p:sp>
              <p:sp>
                <p:nvSpPr>
                  <p:cNvPr id="1677" name="Rectangle 1676">
                    <a:extLst>
                      <a:ext uri="{FF2B5EF4-FFF2-40B4-BE49-F238E27FC236}">
                        <a16:creationId xmlns:a16="http://schemas.microsoft.com/office/drawing/2014/main" id="{0B7686A7-DD1D-69B7-CCBD-CB8669963D9B}"/>
                      </a:ext>
                    </a:extLst>
                  </p:cNvPr>
                  <p:cNvSpPr/>
                  <p:nvPr/>
                </p:nvSpPr>
                <p:spPr>
                  <a:xfrm>
                    <a:off x="-8308371" y="4785645"/>
                    <a:ext cx="334232" cy="28098"/>
                  </a:xfrm>
                  <a:prstGeom prst="rect">
                    <a:avLst/>
                  </a:prstGeom>
                  <a:solidFill>
                    <a:srgbClr val="91CCFF"/>
                  </a:solidFill>
                  <a:ln w="9525" cap="flat">
                    <a:noFill/>
                    <a:prstDash val="solid"/>
                    <a:miter/>
                  </a:ln>
                </p:spPr>
                <p:txBody>
                  <a:bodyPr/>
                  <a:lstStyle/>
                  <a:p>
                    <a:endParaRPr lang="en-US"/>
                  </a:p>
                </p:txBody>
              </p:sp>
              <p:sp>
                <p:nvSpPr>
                  <p:cNvPr id="1678" name="Rectangle 1677">
                    <a:extLst>
                      <a:ext uri="{FF2B5EF4-FFF2-40B4-BE49-F238E27FC236}">
                        <a16:creationId xmlns:a16="http://schemas.microsoft.com/office/drawing/2014/main" id="{05F7DECD-49B2-223E-25B6-FF215C4073C1}"/>
                      </a:ext>
                    </a:extLst>
                  </p:cNvPr>
                  <p:cNvSpPr/>
                  <p:nvPr/>
                </p:nvSpPr>
                <p:spPr>
                  <a:xfrm>
                    <a:off x="-8301894" y="4660582"/>
                    <a:ext cx="264223" cy="19240"/>
                  </a:xfrm>
                  <a:prstGeom prst="rect">
                    <a:avLst/>
                  </a:prstGeom>
                  <a:solidFill>
                    <a:srgbClr val="5AAAEB"/>
                  </a:solidFill>
                  <a:ln w="9525" cap="flat">
                    <a:noFill/>
                    <a:prstDash val="solid"/>
                    <a:miter/>
                  </a:ln>
                </p:spPr>
                <p:txBody>
                  <a:bodyPr/>
                  <a:lstStyle/>
                  <a:p>
                    <a:endParaRPr lang="en-US"/>
                  </a:p>
                </p:txBody>
              </p:sp>
              <p:sp>
                <p:nvSpPr>
                  <p:cNvPr id="1679" name="Rectangle 1678">
                    <a:extLst>
                      <a:ext uri="{FF2B5EF4-FFF2-40B4-BE49-F238E27FC236}">
                        <a16:creationId xmlns:a16="http://schemas.microsoft.com/office/drawing/2014/main" id="{9389AADA-5AA8-33D3-599D-69F1F6EC1906}"/>
                      </a:ext>
                    </a:extLst>
                  </p:cNvPr>
                  <p:cNvSpPr/>
                  <p:nvPr/>
                </p:nvSpPr>
                <p:spPr>
                  <a:xfrm>
                    <a:off x="-7827645" y="4516374"/>
                    <a:ext cx="124301" cy="34480"/>
                  </a:xfrm>
                  <a:prstGeom prst="rect">
                    <a:avLst/>
                  </a:prstGeom>
                  <a:solidFill>
                    <a:srgbClr val="91CCFF"/>
                  </a:solidFill>
                  <a:ln w="9525" cap="flat">
                    <a:noFill/>
                    <a:prstDash val="solid"/>
                    <a:miter/>
                  </a:ln>
                </p:spPr>
                <p:txBody>
                  <a:bodyPr/>
                  <a:lstStyle/>
                  <a:p>
                    <a:endParaRPr lang="en-US"/>
                  </a:p>
                </p:txBody>
              </p:sp>
              <p:sp>
                <p:nvSpPr>
                  <p:cNvPr id="1680" name="Rectangle 1679">
                    <a:extLst>
                      <a:ext uri="{FF2B5EF4-FFF2-40B4-BE49-F238E27FC236}">
                        <a16:creationId xmlns:a16="http://schemas.microsoft.com/office/drawing/2014/main" id="{47CDBA73-B989-90A9-B181-21202EFBFE42}"/>
                      </a:ext>
                    </a:extLst>
                  </p:cNvPr>
                  <p:cNvSpPr/>
                  <p:nvPr/>
                </p:nvSpPr>
                <p:spPr>
                  <a:xfrm>
                    <a:off x="-7860030" y="4408551"/>
                    <a:ext cx="49911" cy="52292"/>
                  </a:xfrm>
                  <a:prstGeom prst="rect">
                    <a:avLst/>
                  </a:prstGeom>
                  <a:solidFill>
                    <a:srgbClr val="91CCFF"/>
                  </a:solidFill>
                  <a:ln w="9525" cap="flat">
                    <a:noFill/>
                    <a:prstDash val="solid"/>
                    <a:miter/>
                  </a:ln>
                </p:spPr>
                <p:txBody>
                  <a:bodyPr/>
                  <a:lstStyle/>
                  <a:p>
                    <a:endParaRPr lang="en-US"/>
                  </a:p>
                </p:txBody>
              </p:sp>
              <p:sp>
                <p:nvSpPr>
                  <p:cNvPr id="1681" name="Rectangle 1680">
                    <a:extLst>
                      <a:ext uri="{FF2B5EF4-FFF2-40B4-BE49-F238E27FC236}">
                        <a16:creationId xmlns:a16="http://schemas.microsoft.com/office/drawing/2014/main" id="{7F2BA780-90AC-1019-975A-8BBEAD60A50A}"/>
                      </a:ext>
                    </a:extLst>
                  </p:cNvPr>
                  <p:cNvSpPr/>
                  <p:nvPr/>
                </p:nvSpPr>
                <p:spPr>
                  <a:xfrm>
                    <a:off x="-7789164" y="4408551"/>
                    <a:ext cx="118300" cy="19811"/>
                  </a:xfrm>
                  <a:prstGeom prst="rect">
                    <a:avLst/>
                  </a:prstGeom>
                  <a:solidFill>
                    <a:srgbClr val="91CCFF"/>
                  </a:solidFill>
                  <a:ln w="9525" cap="flat">
                    <a:noFill/>
                    <a:prstDash val="solid"/>
                    <a:miter/>
                  </a:ln>
                </p:spPr>
                <p:txBody>
                  <a:bodyPr/>
                  <a:lstStyle/>
                  <a:p>
                    <a:endParaRPr lang="en-US"/>
                  </a:p>
                </p:txBody>
              </p:sp>
              <p:sp>
                <p:nvSpPr>
                  <p:cNvPr id="1682" name="Rectangle 1681">
                    <a:extLst>
                      <a:ext uri="{FF2B5EF4-FFF2-40B4-BE49-F238E27FC236}">
                        <a16:creationId xmlns:a16="http://schemas.microsoft.com/office/drawing/2014/main" id="{08CF4EB5-48E5-F26F-0355-2AEA562A400A}"/>
                      </a:ext>
                    </a:extLst>
                  </p:cNvPr>
                  <p:cNvSpPr/>
                  <p:nvPr/>
                </p:nvSpPr>
                <p:spPr>
                  <a:xfrm>
                    <a:off x="-7789164" y="4441031"/>
                    <a:ext cx="118300" cy="19811"/>
                  </a:xfrm>
                  <a:prstGeom prst="rect">
                    <a:avLst/>
                  </a:prstGeom>
                  <a:solidFill>
                    <a:srgbClr val="91CCFF"/>
                  </a:solidFill>
                  <a:ln w="9525" cap="flat">
                    <a:noFill/>
                    <a:prstDash val="solid"/>
                    <a:miter/>
                  </a:ln>
                </p:spPr>
                <p:txBody>
                  <a:bodyPr/>
                  <a:lstStyle/>
                  <a:p>
                    <a:endParaRPr lang="en-US"/>
                  </a:p>
                </p:txBody>
              </p:sp>
            </p:grpSp>
            <p:grpSp>
              <p:nvGrpSpPr>
                <p:cNvPr id="1683" name="Graphic 1544">
                  <a:extLst>
                    <a:ext uri="{FF2B5EF4-FFF2-40B4-BE49-F238E27FC236}">
                      <a16:creationId xmlns:a16="http://schemas.microsoft.com/office/drawing/2014/main" id="{87D9F33A-C8D1-6A94-A4C3-ADAB68288CC3}"/>
                    </a:ext>
                  </a:extLst>
                </p:cNvPr>
                <p:cNvGrpSpPr/>
                <p:nvPr/>
              </p:nvGrpSpPr>
              <p:grpSpPr>
                <a:xfrm>
                  <a:off x="-7563231" y="4278534"/>
                  <a:ext cx="716756" cy="585501"/>
                  <a:chOff x="-7563231" y="4278534"/>
                  <a:chExt cx="716756" cy="585501"/>
                </a:xfrm>
              </p:grpSpPr>
              <p:sp>
                <p:nvSpPr>
                  <p:cNvPr id="1684" name="Rectangle 1683">
                    <a:extLst>
                      <a:ext uri="{FF2B5EF4-FFF2-40B4-BE49-F238E27FC236}">
                        <a16:creationId xmlns:a16="http://schemas.microsoft.com/office/drawing/2014/main" id="{6F6833E4-CFE7-5136-EB46-F89C1BA2A3AC}"/>
                      </a:ext>
                    </a:extLst>
                  </p:cNvPr>
                  <p:cNvSpPr/>
                  <p:nvPr/>
                </p:nvSpPr>
                <p:spPr>
                  <a:xfrm>
                    <a:off x="-7563231" y="4278534"/>
                    <a:ext cx="716756" cy="585501"/>
                  </a:xfrm>
                  <a:prstGeom prst="rect">
                    <a:avLst/>
                  </a:prstGeom>
                  <a:solidFill>
                    <a:srgbClr val="FFFFFF"/>
                  </a:solidFill>
                  <a:ln w="9525" cap="flat">
                    <a:noFill/>
                    <a:prstDash val="solid"/>
                    <a:miter/>
                  </a:ln>
                </p:spPr>
                <p:txBody>
                  <a:bodyPr/>
                  <a:lstStyle/>
                  <a:p>
                    <a:endParaRPr lang="en-US"/>
                  </a:p>
                </p:txBody>
              </p:sp>
              <p:grpSp>
                <p:nvGrpSpPr>
                  <p:cNvPr id="1685" name="Graphic 1544">
                    <a:extLst>
                      <a:ext uri="{FF2B5EF4-FFF2-40B4-BE49-F238E27FC236}">
                        <a16:creationId xmlns:a16="http://schemas.microsoft.com/office/drawing/2014/main" id="{0123410F-FB1B-781F-6504-570D94E50CD8}"/>
                      </a:ext>
                    </a:extLst>
                  </p:cNvPr>
                  <p:cNvGrpSpPr/>
                  <p:nvPr/>
                </p:nvGrpSpPr>
                <p:grpSpPr>
                  <a:xfrm>
                    <a:off x="-7053833" y="4332922"/>
                    <a:ext cx="158685" cy="24860"/>
                    <a:chOff x="-7053833" y="4332922"/>
                    <a:chExt cx="158685" cy="24860"/>
                  </a:xfrm>
                  <a:solidFill>
                    <a:srgbClr val="5AAAEB"/>
                  </a:solidFill>
                </p:grpSpPr>
                <p:sp>
                  <p:nvSpPr>
                    <p:cNvPr id="1686" name="Freeform: Shape 1685">
                      <a:extLst>
                        <a:ext uri="{FF2B5EF4-FFF2-40B4-BE49-F238E27FC236}">
                          <a16:creationId xmlns:a16="http://schemas.microsoft.com/office/drawing/2014/main" id="{D4E65C64-A545-4407-4F6B-A8226B49E0F3}"/>
                        </a:ext>
                      </a:extLst>
                    </p:cNvPr>
                    <p:cNvSpPr/>
                    <p:nvPr/>
                  </p:nvSpPr>
                  <p:spPr>
                    <a:xfrm>
                      <a:off x="-7053833" y="4332922"/>
                      <a:ext cx="26098" cy="24860"/>
                    </a:xfrm>
                    <a:custGeom>
                      <a:avLst/>
                      <a:gdLst>
                        <a:gd name="csX0" fmla="*/ 13049 w 26098"/>
                        <a:gd name="csY0" fmla="*/ 0 h 24860"/>
                        <a:gd name="csX1" fmla="*/ 17050 w 26098"/>
                        <a:gd name="csY1" fmla="*/ 8192 h 24860"/>
                        <a:gd name="csX2" fmla="*/ 26098 w 26098"/>
                        <a:gd name="csY2" fmla="*/ 9430 h 24860"/>
                        <a:gd name="csX3" fmla="*/ 19621 w 26098"/>
                        <a:gd name="csY3" fmla="*/ 15812 h 24860"/>
                        <a:gd name="csX4" fmla="*/ 21145 w 26098"/>
                        <a:gd name="csY4" fmla="*/ 24860 h 24860"/>
                        <a:gd name="csX5" fmla="*/ 13049 w 26098"/>
                        <a:gd name="csY5" fmla="*/ 20574 h 24860"/>
                        <a:gd name="csX6" fmla="*/ 4953 w 26098"/>
                        <a:gd name="csY6" fmla="*/ 24860 h 24860"/>
                        <a:gd name="csX7" fmla="*/ 6477 w 26098"/>
                        <a:gd name="csY7" fmla="*/ 15812 h 24860"/>
                        <a:gd name="csX8" fmla="*/ 0 w 26098"/>
                        <a:gd name="csY8" fmla="*/ 9430 h 24860"/>
                        <a:gd name="csX9" fmla="*/ 8954 w 26098"/>
                        <a:gd name="csY9" fmla="*/ 8192 h 24860"/>
                        <a:gd name="csX10" fmla="*/ 13049 w 26098"/>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098" h="24860">
                          <a:moveTo>
                            <a:pt x="13049" y="0"/>
                          </a:moveTo>
                          <a:lnTo>
                            <a:pt x="17050" y="8192"/>
                          </a:lnTo>
                          <a:lnTo>
                            <a:pt x="26098" y="9430"/>
                          </a:lnTo>
                          <a:lnTo>
                            <a:pt x="19621" y="15812"/>
                          </a:lnTo>
                          <a:lnTo>
                            <a:pt x="21145" y="24860"/>
                          </a:lnTo>
                          <a:lnTo>
                            <a:pt x="13049" y="20574"/>
                          </a:lnTo>
                          <a:lnTo>
                            <a:pt x="4953" y="24860"/>
                          </a:lnTo>
                          <a:lnTo>
                            <a:pt x="6477" y="15812"/>
                          </a:lnTo>
                          <a:lnTo>
                            <a:pt x="0" y="9430"/>
                          </a:lnTo>
                          <a:lnTo>
                            <a:pt x="8954" y="8192"/>
                          </a:lnTo>
                          <a:lnTo>
                            <a:pt x="13049" y="0"/>
                          </a:lnTo>
                          <a:close/>
                        </a:path>
                      </a:pathLst>
                    </a:custGeom>
                    <a:solidFill>
                      <a:srgbClr val="5AAAEB"/>
                    </a:solidFill>
                    <a:ln w="9525" cap="flat">
                      <a:noFill/>
                      <a:prstDash val="solid"/>
                      <a:miter/>
                    </a:ln>
                  </p:spPr>
                  <p:txBody>
                    <a:bodyPr/>
                    <a:lstStyle/>
                    <a:p>
                      <a:endParaRPr lang="en-US"/>
                    </a:p>
                  </p:txBody>
                </p:sp>
                <p:sp>
                  <p:nvSpPr>
                    <p:cNvPr id="1687" name="Freeform: Shape 1686">
                      <a:extLst>
                        <a:ext uri="{FF2B5EF4-FFF2-40B4-BE49-F238E27FC236}">
                          <a16:creationId xmlns:a16="http://schemas.microsoft.com/office/drawing/2014/main" id="{30E2D077-8A74-4B63-300A-1DC4B9DF4BA5}"/>
                        </a:ext>
                      </a:extLst>
                    </p:cNvPr>
                    <p:cNvSpPr/>
                    <p:nvPr/>
                  </p:nvSpPr>
                  <p:spPr>
                    <a:xfrm>
                      <a:off x="-7020782" y="4332922"/>
                      <a:ext cx="26193" cy="24860"/>
                    </a:xfrm>
                    <a:custGeom>
                      <a:avLst/>
                      <a:gdLst>
                        <a:gd name="csX0" fmla="*/ 13145 w 26193"/>
                        <a:gd name="csY0" fmla="*/ 0 h 24860"/>
                        <a:gd name="csX1" fmla="*/ 17145 w 26193"/>
                        <a:gd name="csY1" fmla="*/ 8192 h 24860"/>
                        <a:gd name="csX2" fmla="*/ 26194 w 26193"/>
                        <a:gd name="csY2" fmla="*/ 9430 h 24860"/>
                        <a:gd name="csX3" fmla="*/ 19621 w 26193"/>
                        <a:gd name="csY3" fmla="*/ 15812 h 24860"/>
                        <a:gd name="csX4" fmla="*/ 21241 w 26193"/>
                        <a:gd name="csY4" fmla="*/ 24860 h 24860"/>
                        <a:gd name="csX5" fmla="*/ 13145 w 26193"/>
                        <a:gd name="csY5" fmla="*/ 20574 h 24860"/>
                        <a:gd name="csX6" fmla="*/ 5049 w 26193"/>
                        <a:gd name="csY6" fmla="*/ 24860 h 24860"/>
                        <a:gd name="csX7" fmla="*/ 6572 w 26193"/>
                        <a:gd name="csY7" fmla="*/ 15812 h 24860"/>
                        <a:gd name="csX8" fmla="*/ 0 w 26193"/>
                        <a:gd name="csY8" fmla="*/ 9430 h 24860"/>
                        <a:gd name="csX9" fmla="*/ 9049 w 26193"/>
                        <a:gd name="csY9" fmla="*/ 8192 h 24860"/>
                        <a:gd name="csX10" fmla="*/ 13145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145" y="0"/>
                          </a:moveTo>
                          <a:lnTo>
                            <a:pt x="17145" y="8192"/>
                          </a:lnTo>
                          <a:lnTo>
                            <a:pt x="26194" y="9430"/>
                          </a:lnTo>
                          <a:lnTo>
                            <a:pt x="19621" y="15812"/>
                          </a:lnTo>
                          <a:lnTo>
                            <a:pt x="21241" y="24860"/>
                          </a:lnTo>
                          <a:lnTo>
                            <a:pt x="13145" y="20574"/>
                          </a:lnTo>
                          <a:lnTo>
                            <a:pt x="5049" y="24860"/>
                          </a:lnTo>
                          <a:lnTo>
                            <a:pt x="6572" y="15812"/>
                          </a:lnTo>
                          <a:lnTo>
                            <a:pt x="0" y="9430"/>
                          </a:lnTo>
                          <a:lnTo>
                            <a:pt x="9049" y="8192"/>
                          </a:lnTo>
                          <a:lnTo>
                            <a:pt x="13145" y="0"/>
                          </a:lnTo>
                          <a:close/>
                        </a:path>
                      </a:pathLst>
                    </a:custGeom>
                    <a:solidFill>
                      <a:srgbClr val="5AAAEB"/>
                    </a:solidFill>
                    <a:ln w="9525" cap="flat">
                      <a:noFill/>
                      <a:prstDash val="solid"/>
                      <a:miter/>
                    </a:ln>
                  </p:spPr>
                  <p:txBody>
                    <a:bodyPr/>
                    <a:lstStyle/>
                    <a:p>
                      <a:endParaRPr lang="en-US"/>
                    </a:p>
                  </p:txBody>
                </p:sp>
                <p:sp>
                  <p:nvSpPr>
                    <p:cNvPr id="1688" name="Freeform: Shape 1687">
                      <a:extLst>
                        <a:ext uri="{FF2B5EF4-FFF2-40B4-BE49-F238E27FC236}">
                          <a16:creationId xmlns:a16="http://schemas.microsoft.com/office/drawing/2014/main" id="{B334B561-5814-1854-FFBE-6CF5CCE620F9}"/>
                        </a:ext>
                      </a:extLst>
                    </p:cNvPr>
                    <p:cNvSpPr/>
                    <p:nvPr/>
                  </p:nvSpPr>
                  <p:spPr>
                    <a:xfrm>
                      <a:off x="-6987635" y="4332922"/>
                      <a:ext cx="26193" cy="24860"/>
                    </a:xfrm>
                    <a:custGeom>
                      <a:avLst/>
                      <a:gdLst>
                        <a:gd name="csX0" fmla="*/ 13145 w 26193"/>
                        <a:gd name="csY0" fmla="*/ 0 h 24860"/>
                        <a:gd name="csX1" fmla="*/ 17145 w 26193"/>
                        <a:gd name="csY1" fmla="*/ 8192 h 24860"/>
                        <a:gd name="csX2" fmla="*/ 26194 w 26193"/>
                        <a:gd name="csY2" fmla="*/ 9430 h 24860"/>
                        <a:gd name="csX3" fmla="*/ 19621 w 26193"/>
                        <a:gd name="csY3" fmla="*/ 15812 h 24860"/>
                        <a:gd name="csX4" fmla="*/ 21241 w 26193"/>
                        <a:gd name="csY4" fmla="*/ 24860 h 24860"/>
                        <a:gd name="csX5" fmla="*/ 13145 w 26193"/>
                        <a:gd name="csY5" fmla="*/ 20574 h 24860"/>
                        <a:gd name="csX6" fmla="*/ 5048 w 26193"/>
                        <a:gd name="csY6" fmla="*/ 24860 h 24860"/>
                        <a:gd name="csX7" fmla="*/ 6572 w 26193"/>
                        <a:gd name="csY7" fmla="*/ 15812 h 24860"/>
                        <a:gd name="csX8" fmla="*/ 0 w 26193"/>
                        <a:gd name="csY8" fmla="*/ 9430 h 24860"/>
                        <a:gd name="csX9" fmla="*/ 9049 w 26193"/>
                        <a:gd name="csY9" fmla="*/ 8192 h 24860"/>
                        <a:gd name="csX10" fmla="*/ 13145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145" y="0"/>
                          </a:moveTo>
                          <a:lnTo>
                            <a:pt x="17145" y="8192"/>
                          </a:lnTo>
                          <a:lnTo>
                            <a:pt x="26194" y="9430"/>
                          </a:lnTo>
                          <a:lnTo>
                            <a:pt x="19621" y="15812"/>
                          </a:lnTo>
                          <a:lnTo>
                            <a:pt x="21241" y="24860"/>
                          </a:lnTo>
                          <a:lnTo>
                            <a:pt x="13145" y="20574"/>
                          </a:lnTo>
                          <a:lnTo>
                            <a:pt x="5048" y="24860"/>
                          </a:lnTo>
                          <a:lnTo>
                            <a:pt x="6572" y="15812"/>
                          </a:lnTo>
                          <a:lnTo>
                            <a:pt x="0" y="9430"/>
                          </a:lnTo>
                          <a:lnTo>
                            <a:pt x="9049" y="8192"/>
                          </a:lnTo>
                          <a:lnTo>
                            <a:pt x="13145" y="0"/>
                          </a:lnTo>
                          <a:close/>
                        </a:path>
                      </a:pathLst>
                    </a:custGeom>
                    <a:solidFill>
                      <a:srgbClr val="5AAAEB"/>
                    </a:solidFill>
                    <a:ln w="9525" cap="flat">
                      <a:noFill/>
                      <a:prstDash val="solid"/>
                      <a:miter/>
                    </a:ln>
                  </p:spPr>
                  <p:txBody>
                    <a:bodyPr/>
                    <a:lstStyle/>
                    <a:p>
                      <a:endParaRPr lang="en-US"/>
                    </a:p>
                  </p:txBody>
                </p:sp>
                <p:sp>
                  <p:nvSpPr>
                    <p:cNvPr id="1689" name="Freeform: Shape 1688">
                      <a:extLst>
                        <a:ext uri="{FF2B5EF4-FFF2-40B4-BE49-F238E27FC236}">
                          <a16:creationId xmlns:a16="http://schemas.microsoft.com/office/drawing/2014/main" id="{5178B388-0A1D-6214-B930-8967106B6ED7}"/>
                        </a:ext>
                      </a:extLst>
                    </p:cNvPr>
                    <p:cNvSpPr/>
                    <p:nvPr/>
                  </p:nvSpPr>
                  <p:spPr>
                    <a:xfrm>
                      <a:off x="-6954488" y="4332922"/>
                      <a:ext cx="26193" cy="24860"/>
                    </a:xfrm>
                    <a:custGeom>
                      <a:avLst/>
                      <a:gdLst>
                        <a:gd name="csX0" fmla="*/ 13145 w 26193"/>
                        <a:gd name="csY0" fmla="*/ 0 h 24860"/>
                        <a:gd name="csX1" fmla="*/ 17145 w 26193"/>
                        <a:gd name="csY1" fmla="*/ 8192 h 24860"/>
                        <a:gd name="csX2" fmla="*/ 26194 w 26193"/>
                        <a:gd name="csY2" fmla="*/ 9430 h 24860"/>
                        <a:gd name="csX3" fmla="*/ 19621 w 26193"/>
                        <a:gd name="csY3" fmla="*/ 15812 h 24860"/>
                        <a:gd name="csX4" fmla="*/ 21146 w 26193"/>
                        <a:gd name="csY4" fmla="*/ 24860 h 24860"/>
                        <a:gd name="csX5" fmla="*/ 13145 w 26193"/>
                        <a:gd name="csY5" fmla="*/ 20574 h 24860"/>
                        <a:gd name="csX6" fmla="*/ 5049 w 26193"/>
                        <a:gd name="csY6" fmla="*/ 24860 h 24860"/>
                        <a:gd name="csX7" fmla="*/ 6572 w 26193"/>
                        <a:gd name="csY7" fmla="*/ 15812 h 24860"/>
                        <a:gd name="csX8" fmla="*/ 0 w 26193"/>
                        <a:gd name="csY8" fmla="*/ 9430 h 24860"/>
                        <a:gd name="csX9" fmla="*/ 9049 w 26193"/>
                        <a:gd name="csY9" fmla="*/ 8192 h 24860"/>
                        <a:gd name="csX10" fmla="*/ 13145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145" y="0"/>
                          </a:moveTo>
                          <a:lnTo>
                            <a:pt x="17145" y="8192"/>
                          </a:lnTo>
                          <a:lnTo>
                            <a:pt x="26194" y="9430"/>
                          </a:lnTo>
                          <a:lnTo>
                            <a:pt x="19621" y="15812"/>
                          </a:lnTo>
                          <a:lnTo>
                            <a:pt x="21146" y="24860"/>
                          </a:lnTo>
                          <a:lnTo>
                            <a:pt x="13145" y="20574"/>
                          </a:lnTo>
                          <a:lnTo>
                            <a:pt x="5049" y="24860"/>
                          </a:lnTo>
                          <a:lnTo>
                            <a:pt x="6572" y="15812"/>
                          </a:lnTo>
                          <a:lnTo>
                            <a:pt x="0" y="9430"/>
                          </a:lnTo>
                          <a:lnTo>
                            <a:pt x="9049" y="8192"/>
                          </a:lnTo>
                          <a:lnTo>
                            <a:pt x="13145" y="0"/>
                          </a:lnTo>
                          <a:close/>
                        </a:path>
                      </a:pathLst>
                    </a:custGeom>
                    <a:solidFill>
                      <a:srgbClr val="5AAAEB"/>
                    </a:solidFill>
                    <a:ln w="9525" cap="flat">
                      <a:noFill/>
                      <a:prstDash val="solid"/>
                      <a:miter/>
                    </a:ln>
                  </p:spPr>
                  <p:txBody>
                    <a:bodyPr/>
                    <a:lstStyle/>
                    <a:p>
                      <a:endParaRPr lang="en-US"/>
                    </a:p>
                  </p:txBody>
                </p:sp>
                <p:sp>
                  <p:nvSpPr>
                    <p:cNvPr id="1690" name="Freeform: Shape 1689">
                      <a:extLst>
                        <a:ext uri="{FF2B5EF4-FFF2-40B4-BE49-F238E27FC236}">
                          <a16:creationId xmlns:a16="http://schemas.microsoft.com/office/drawing/2014/main" id="{3A70D64D-C5CC-D5A9-D308-E70CBB0F2079}"/>
                        </a:ext>
                      </a:extLst>
                    </p:cNvPr>
                    <p:cNvSpPr/>
                    <p:nvPr/>
                  </p:nvSpPr>
                  <p:spPr>
                    <a:xfrm>
                      <a:off x="-6921341" y="4332922"/>
                      <a:ext cx="26193" cy="24860"/>
                    </a:xfrm>
                    <a:custGeom>
                      <a:avLst/>
                      <a:gdLst>
                        <a:gd name="csX0" fmla="*/ 13049 w 26193"/>
                        <a:gd name="csY0" fmla="*/ 0 h 24860"/>
                        <a:gd name="csX1" fmla="*/ 17145 w 26193"/>
                        <a:gd name="csY1" fmla="*/ 8192 h 24860"/>
                        <a:gd name="csX2" fmla="*/ 26194 w 26193"/>
                        <a:gd name="csY2" fmla="*/ 9430 h 24860"/>
                        <a:gd name="csX3" fmla="*/ 19621 w 26193"/>
                        <a:gd name="csY3" fmla="*/ 15812 h 24860"/>
                        <a:gd name="csX4" fmla="*/ 21146 w 26193"/>
                        <a:gd name="csY4" fmla="*/ 24860 h 24860"/>
                        <a:gd name="csX5" fmla="*/ 13049 w 26193"/>
                        <a:gd name="csY5" fmla="*/ 20574 h 24860"/>
                        <a:gd name="csX6" fmla="*/ 5049 w 26193"/>
                        <a:gd name="csY6" fmla="*/ 24860 h 24860"/>
                        <a:gd name="csX7" fmla="*/ 6572 w 26193"/>
                        <a:gd name="csY7" fmla="*/ 15812 h 24860"/>
                        <a:gd name="csX8" fmla="*/ 0 w 26193"/>
                        <a:gd name="csY8" fmla="*/ 9430 h 24860"/>
                        <a:gd name="csX9" fmla="*/ 9049 w 26193"/>
                        <a:gd name="csY9" fmla="*/ 8192 h 24860"/>
                        <a:gd name="csX10" fmla="*/ 13049 w 26193"/>
                        <a:gd name="csY10" fmla="*/ 0 h 248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93" h="24860">
                          <a:moveTo>
                            <a:pt x="13049" y="0"/>
                          </a:moveTo>
                          <a:lnTo>
                            <a:pt x="17145" y="8192"/>
                          </a:lnTo>
                          <a:lnTo>
                            <a:pt x="26194" y="9430"/>
                          </a:lnTo>
                          <a:lnTo>
                            <a:pt x="19621" y="15812"/>
                          </a:lnTo>
                          <a:lnTo>
                            <a:pt x="21146" y="24860"/>
                          </a:lnTo>
                          <a:lnTo>
                            <a:pt x="13049" y="20574"/>
                          </a:lnTo>
                          <a:lnTo>
                            <a:pt x="5049" y="24860"/>
                          </a:lnTo>
                          <a:lnTo>
                            <a:pt x="6572" y="15812"/>
                          </a:lnTo>
                          <a:lnTo>
                            <a:pt x="0" y="9430"/>
                          </a:lnTo>
                          <a:lnTo>
                            <a:pt x="9049" y="8192"/>
                          </a:lnTo>
                          <a:lnTo>
                            <a:pt x="13049" y="0"/>
                          </a:lnTo>
                          <a:close/>
                        </a:path>
                      </a:pathLst>
                    </a:custGeom>
                    <a:solidFill>
                      <a:srgbClr val="5AAAEB"/>
                    </a:solidFill>
                    <a:ln w="9525" cap="flat">
                      <a:noFill/>
                      <a:prstDash val="solid"/>
                      <a:miter/>
                    </a:ln>
                  </p:spPr>
                  <p:txBody>
                    <a:bodyPr/>
                    <a:lstStyle/>
                    <a:p>
                      <a:endParaRPr lang="en-US"/>
                    </a:p>
                  </p:txBody>
                </p:sp>
              </p:grpSp>
              <p:sp>
                <p:nvSpPr>
                  <p:cNvPr id="1691" name="Rectangle 1690">
                    <a:extLst>
                      <a:ext uri="{FF2B5EF4-FFF2-40B4-BE49-F238E27FC236}">
                        <a16:creationId xmlns:a16="http://schemas.microsoft.com/office/drawing/2014/main" id="{0F017241-7486-A39C-8BB7-11E9C411215E}"/>
                      </a:ext>
                    </a:extLst>
                  </p:cNvPr>
                  <p:cNvSpPr/>
                  <p:nvPr/>
                </p:nvSpPr>
                <p:spPr>
                  <a:xfrm>
                    <a:off x="-7512081" y="4325112"/>
                    <a:ext cx="403574" cy="278796"/>
                  </a:xfrm>
                  <a:prstGeom prst="rect">
                    <a:avLst/>
                  </a:prstGeom>
                  <a:solidFill>
                    <a:srgbClr val="91CCFF"/>
                  </a:solidFill>
                  <a:ln w="9525" cap="flat">
                    <a:noFill/>
                    <a:prstDash val="solid"/>
                    <a:miter/>
                  </a:ln>
                </p:spPr>
                <p:txBody>
                  <a:bodyPr/>
                  <a:lstStyle/>
                  <a:p>
                    <a:endParaRPr lang="en-US"/>
                  </a:p>
                </p:txBody>
              </p:sp>
              <p:sp>
                <p:nvSpPr>
                  <p:cNvPr id="1692" name="Rectangle 1691">
                    <a:extLst>
                      <a:ext uri="{FF2B5EF4-FFF2-40B4-BE49-F238E27FC236}">
                        <a16:creationId xmlns:a16="http://schemas.microsoft.com/office/drawing/2014/main" id="{6310F022-D1A0-F24F-F7BA-6CD50B5A5D84}"/>
                      </a:ext>
                    </a:extLst>
                  </p:cNvPr>
                  <p:cNvSpPr/>
                  <p:nvPr/>
                </p:nvSpPr>
                <p:spPr>
                  <a:xfrm>
                    <a:off x="-7517415" y="4732591"/>
                    <a:ext cx="509301" cy="28098"/>
                  </a:xfrm>
                  <a:prstGeom prst="rect">
                    <a:avLst/>
                  </a:prstGeom>
                  <a:solidFill>
                    <a:srgbClr val="91CCFF"/>
                  </a:solidFill>
                  <a:ln w="9525" cap="flat">
                    <a:noFill/>
                    <a:prstDash val="solid"/>
                    <a:miter/>
                  </a:ln>
                </p:spPr>
                <p:txBody>
                  <a:bodyPr/>
                  <a:lstStyle/>
                  <a:p>
                    <a:endParaRPr lang="en-US"/>
                  </a:p>
                </p:txBody>
              </p:sp>
              <p:sp>
                <p:nvSpPr>
                  <p:cNvPr id="1693" name="Rectangle 1692">
                    <a:extLst>
                      <a:ext uri="{FF2B5EF4-FFF2-40B4-BE49-F238E27FC236}">
                        <a16:creationId xmlns:a16="http://schemas.microsoft.com/office/drawing/2014/main" id="{E24E8081-F9D5-4F11-CF54-40B1B2B5B34F}"/>
                      </a:ext>
                    </a:extLst>
                  </p:cNvPr>
                  <p:cNvSpPr/>
                  <p:nvPr/>
                </p:nvSpPr>
                <p:spPr>
                  <a:xfrm>
                    <a:off x="-7517415" y="4785645"/>
                    <a:ext cx="334232" cy="28098"/>
                  </a:xfrm>
                  <a:prstGeom prst="rect">
                    <a:avLst/>
                  </a:prstGeom>
                  <a:solidFill>
                    <a:srgbClr val="91CCFF"/>
                  </a:solidFill>
                  <a:ln w="9525" cap="flat">
                    <a:noFill/>
                    <a:prstDash val="solid"/>
                    <a:miter/>
                  </a:ln>
                </p:spPr>
                <p:txBody>
                  <a:bodyPr/>
                  <a:lstStyle/>
                  <a:p>
                    <a:endParaRPr lang="en-US"/>
                  </a:p>
                </p:txBody>
              </p:sp>
              <p:sp>
                <p:nvSpPr>
                  <p:cNvPr id="1694" name="Rectangle 1693">
                    <a:extLst>
                      <a:ext uri="{FF2B5EF4-FFF2-40B4-BE49-F238E27FC236}">
                        <a16:creationId xmlns:a16="http://schemas.microsoft.com/office/drawing/2014/main" id="{2263C872-0586-4AC7-D6AA-E535722C041A}"/>
                      </a:ext>
                    </a:extLst>
                  </p:cNvPr>
                  <p:cNvSpPr/>
                  <p:nvPr/>
                </p:nvSpPr>
                <p:spPr>
                  <a:xfrm>
                    <a:off x="-7510938" y="4660582"/>
                    <a:ext cx="264223" cy="19240"/>
                  </a:xfrm>
                  <a:prstGeom prst="rect">
                    <a:avLst/>
                  </a:prstGeom>
                  <a:solidFill>
                    <a:srgbClr val="5AAAEB"/>
                  </a:solidFill>
                  <a:ln w="9525" cap="flat">
                    <a:noFill/>
                    <a:prstDash val="solid"/>
                    <a:miter/>
                  </a:ln>
                </p:spPr>
                <p:txBody>
                  <a:bodyPr/>
                  <a:lstStyle/>
                  <a:p>
                    <a:endParaRPr lang="en-US"/>
                  </a:p>
                </p:txBody>
              </p:sp>
              <p:sp>
                <p:nvSpPr>
                  <p:cNvPr id="1695" name="Rectangle 1694">
                    <a:extLst>
                      <a:ext uri="{FF2B5EF4-FFF2-40B4-BE49-F238E27FC236}">
                        <a16:creationId xmlns:a16="http://schemas.microsoft.com/office/drawing/2014/main" id="{1BDA944C-A293-8939-FDEA-43DC874D5948}"/>
                      </a:ext>
                    </a:extLst>
                  </p:cNvPr>
                  <p:cNvSpPr/>
                  <p:nvPr/>
                </p:nvSpPr>
                <p:spPr>
                  <a:xfrm>
                    <a:off x="-7036689" y="4516374"/>
                    <a:ext cx="124301" cy="34480"/>
                  </a:xfrm>
                  <a:prstGeom prst="rect">
                    <a:avLst/>
                  </a:prstGeom>
                  <a:solidFill>
                    <a:srgbClr val="91CCFF"/>
                  </a:solidFill>
                  <a:ln w="9525" cap="flat">
                    <a:noFill/>
                    <a:prstDash val="solid"/>
                    <a:miter/>
                  </a:ln>
                </p:spPr>
                <p:txBody>
                  <a:bodyPr/>
                  <a:lstStyle/>
                  <a:p>
                    <a:endParaRPr lang="en-US"/>
                  </a:p>
                </p:txBody>
              </p:sp>
              <p:sp>
                <p:nvSpPr>
                  <p:cNvPr id="1696" name="Rectangle 1695">
                    <a:extLst>
                      <a:ext uri="{FF2B5EF4-FFF2-40B4-BE49-F238E27FC236}">
                        <a16:creationId xmlns:a16="http://schemas.microsoft.com/office/drawing/2014/main" id="{DD46C451-6801-D14D-9D99-F39F46BB862D}"/>
                      </a:ext>
                    </a:extLst>
                  </p:cNvPr>
                  <p:cNvSpPr/>
                  <p:nvPr/>
                </p:nvSpPr>
                <p:spPr>
                  <a:xfrm>
                    <a:off x="-7069074" y="4408551"/>
                    <a:ext cx="49911" cy="52292"/>
                  </a:xfrm>
                  <a:prstGeom prst="rect">
                    <a:avLst/>
                  </a:prstGeom>
                  <a:solidFill>
                    <a:srgbClr val="91CCFF"/>
                  </a:solidFill>
                  <a:ln w="9525" cap="flat">
                    <a:noFill/>
                    <a:prstDash val="solid"/>
                    <a:miter/>
                  </a:ln>
                </p:spPr>
                <p:txBody>
                  <a:bodyPr/>
                  <a:lstStyle/>
                  <a:p>
                    <a:endParaRPr lang="en-US"/>
                  </a:p>
                </p:txBody>
              </p:sp>
              <p:sp>
                <p:nvSpPr>
                  <p:cNvPr id="1697" name="Rectangle 1696">
                    <a:extLst>
                      <a:ext uri="{FF2B5EF4-FFF2-40B4-BE49-F238E27FC236}">
                        <a16:creationId xmlns:a16="http://schemas.microsoft.com/office/drawing/2014/main" id="{828F6DFF-03E4-F023-B69F-2D18533DED63}"/>
                      </a:ext>
                    </a:extLst>
                  </p:cNvPr>
                  <p:cNvSpPr/>
                  <p:nvPr/>
                </p:nvSpPr>
                <p:spPr>
                  <a:xfrm>
                    <a:off x="-6998208" y="4408551"/>
                    <a:ext cx="118300" cy="19811"/>
                  </a:xfrm>
                  <a:prstGeom prst="rect">
                    <a:avLst/>
                  </a:prstGeom>
                  <a:solidFill>
                    <a:srgbClr val="91CCFF"/>
                  </a:solidFill>
                  <a:ln w="9525" cap="flat">
                    <a:noFill/>
                    <a:prstDash val="solid"/>
                    <a:miter/>
                  </a:ln>
                </p:spPr>
                <p:txBody>
                  <a:bodyPr/>
                  <a:lstStyle/>
                  <a:p>
                    <a:endParaRPr lang="en-US"/>
                  </a:p>
                </p:txBody>
              </p:sp>
              <p:sp>
                <p:nvSpPr>
                  <p:cNvPr id="1698" name="Rectangle 1697">
                    <a:extLst>
                      <a:ext uri="{FF2B5EF4-FFF2-40B4-BE49-F238E27FC236}">
                        <a16:creationId xmlns:a16="http://schemas.microsoft.com/office/drawing/2014/main" id="{19996966-ADE1-A29F-DEAC-F36D19CCAA2F}"/>
                      </a:ext>
                    </a:extLst>
                  </p:cNvPr>
                  <p:cNvSpPr/>
                  <p:nvPr/>
                </p:nvSpPr>
                <p:spPr>
                  <a:xfrm>
                    <a:off x="-6998208" y="4441031"/>
                    <a:ext cx="118300" cy="19811"/>
                  </a:xfrm>
                  <a:prstGeom prst="rect">
                    <a:avLst/>
                  </a:prstGeom>
                  <a:solidFill>
                    <a:srgbClr val="91CCFF"/>
                  </a:solidFill>
                  <a:ln w="9525" cap="flat">
                    <a:noFill/>
                    <a:prstDash val="solid"/>
                    <a:miter/>
                  </a:ln>
                </p:spPr>
                <p:txBody>
                  <a:bodyPr/>
                  <a:lstStyle/>
                  <a:p>
                    <a:endParaRPr lang="en-US"/>
                  </a:p>
                </p:txBody>
              </p:sp>
            </p:grpSp>
          </p:grpSp>
        </p:grpSp>
        <p:grpSp>
          <p:nvGrpSpPr>
            <p:cNvPr id="1700" name="Graphic 1544">
              <a:extLst>
                <a:ext uri="{FF2B5EF4-FFF2-40B4-BE49-F238E27FC236}">
                  <a16:creationId xmlns:a16="http://schemas.microsoft.com/office/drawing/2014/main" id="{BAD22578-792B-1714-B23B-65ED27D269CD}"/>
                </a:ext>
              </a:extLst>
            </p:cNvPr>
            <p:cNvGrpSpPr/>
            <p:nvPr/>
          </p:nvGrpSpPr>
          <p:grpSpPr>
            <a:xfrm>
              <a:off x="-9441248" y="6359790"/>
              <a:ext cx="2785402" cy="564751"/>
              <a:chOff x="-9441248" y="3349890"/>
              <a:chExt cx="2785402" cy="564751"/>
            </a:xfrm>
          </p:grpSpPr>
          <p:sp>
            <p:nvSpPr>
              <p:cNvPr id="1701" name="Rectangle 1700">
                <a:extLst>
                  <a:ext uri="{FF2B5EF4-FFF2-40B4-BE49-F238E27FC236}">
                    <a16:creationId xmlns:a16="http://schemas.microsoft.com/office/drawing/2014/main" id="{F725C139-954D-E397-2ED3-FE4ADF61631D}"/>
                  </a:ext>
                </a:extLst>
              </p:cNvPr>
              <p:cNvSpPr/>
              <p:nvPr/>
            </p:nvSpPr>
            <p:spPr>
              <a:xfrm rot="-4916400">
                <a:off x="-8256237" y="2314251"/>
                <a:ext cx="464629" cy="2736152"/>
              </a:xfrm>
              <a:prstGeom prst="rect">
                <a:avLst/>
              </a:prstGeom>
              <a:solidFill>
                <a:srgbClr val="CCDFFC"/>
              </a:solidFill>
              <a:ln w="9525" cap="flat">
                <a:noFill/>
                <a:prstDash val="solid"/>
                <a:miter/>
              </a:ln>
            </p:spPr>
            <p:txBody>
              <a:bodyPr/>
              <a:lstStyle/>
              <a:p>
                <a:endParaRPr lang="en-US"/>
              </a:p>
            </p:txBody>
          </p:sp>
          <p:sp>
            <p:nvSpPr>
              <p:cNvPr id="1702" name="Rectangle 1701">
                <a:extLst>
                  <a:ext uri="{FF2B5EF4-FFF2-40B4-BE49-F238E27FC236}">
                    <a16:creationId xmlns:a16="http://schemas.microsoft.com/office/drawing/2014/main" id="{9498B10C-4B1A-876B-423D-093F4E599C45}"/>
                  </a:ext>
                </a:extLst>
              </p:cNvPr>
              <p:cNvSpPr/>
              <p:nvPr/>
            </p:nvSpPr>
            <p:spPr>
              <a:xfrm rot="-4989601">
                <a:off x="-8305487" y="2214129"/>
                <a:ext cx="464629" cy="2736152"/>
              </a:xfrm>
              <a:prstGeom prst="rect">
                <a:avLst/>
              </a:prstGeom>
              <a:solidFill>
                <a:srgbClr val="FFABAB"/>
              </a:solidFill>
              <a:ln w="9525" cap="flat">
                <a:noFill/>
                <a:prstDash val="solid"/>
                <a:miter/>
              </a:ln>
            </p:spPr>
            <p:txBody>
              <a:bodyPr/>
              <a:lstStyle/>
              <a:p>
                <a:endParaRPr lang="en-US"/>
              </a:p>
            </p:txBody>
          </p:sp>
          <p:sp>
            <p:nvSpPr>
              <p:cNvPr id="1703" name="Freeform: Shape 1702">
                <a:extLst>
                  <a:ext uri="{FF2B5EF4-FFF2-40B4-BE49-F238E27FC236}">
                    <a16:creationId xmlns:a16="http://schemas.microsoft.com/office/drawing/2014/main" id="{BE015BC2-8C17-3B77-504A-B29EA0F5C3A2}"/>
                  </a:ext>
                </a:extLst>
              </p:cNvPr>
              <p:cNvSpPr/>
              <p:nvPr/>
            </p:nvSpPr>
            <p:spPr>
              <a:xfrm>
                <a:off x="-9265827" y="3368227"/>
                <a:ext cx="2378665" cy="444251"/>
              </a:xfrm>
              <a:custGeom>
                <a:avLst/>
                <a:gdLst>
                  <a:gd name="csX0" fmla="*/ 2281526 w 2378665"/>
                  <a:gd name="csY0" fmla="*/ 443582 h 444251"/>
                  <a:gd name="csX1" fmla="*/ 76012 w 2378665"/>
                  <a:gd name="csY1" fmla="*/ 172501 h 444251"/>
                  <a:gd name="csX2" fmla="*/ 670 w 2378665"/>
                  <a:gd name="csY2" fmla="*/ 76012 h 444251"/>
                  <a:gd name="csX3" fmla="*/ 670 w 2378665"/>
                  <a:gd name="csY3" fmla="*/ 76012 h 444251"/>
                  <a:gd name="csX4" fmla="*/ 97158 w 2378665"/>
                  <a:gd name="csY4" fmla="*/ 670 h 444251"/>
                  <a:gd name="csX5" fmla="*/ 2302672 w 2378665"/>
                  <a:gd name="csY5" fmla="*/ 271751 h 444251"/>
                  <a:gd name="csX6" fmla="*/ 2378014 w 2378665"/>
                  <a:gd name="csY6" fmla="*/ 368239 h 444251"/>
                  <a:gd name="csX7" fmla="*/ 2378014 w 2378665"/>
                  <a:gd name="csY7" fmla="*/ 368239 h 444251"/>
                  <a:gd name="csX8" fmla="*/ 2281526 w 2378665"/>
                  <a:gd name="csY8" fmla="*/ 443582 h 444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78665" h="444251">
                    <a:moveTo>
                      <a:pt x="2281526" y="443582"/>
                    </a:moveTo>
                    <a:lnTo>
                      <a:pt x="76012" y="172501"/>
                    </a:lnTo>
                    <a:cubicBezTo>
                      <a:pt x="28578" y="166690"/>
                      <a:pt x="-5236" y="123447"/>
                      <a:pt x="670" y="76012"/>
                    </a:cubicBezTo>
                    <a:lnTo>
                      <a:pt x="670" y="76012"/>
                    </a:lnTo>
                    <a:cubicBezTo>
                      <a:pt x="6480" y="28578"/>
                      <a:pt x="49723" y="-5236"/>
                      <a:pt x="97158" y="670"/>
                    </a:cubicBezTo>
                    <a:lnTo>
                      <a:pt x="2302672" y="271751"/>
                    </a:lnTo>
                    <a:cubicBezTo>
                      <a:pt x="2350106" y="277561"/>
                      <a:pt x="2383825" y="320805"/>
                      <a:pt x="2378014" y="368239"/>
                    </a:cubicBezTo>
                    <a:lnTo>
                      <a:pt x="2378014" y="368239"/>
                    </a:lnTo>
                    <a:cubicBezTo>
                      <a:pt x="2372204" y="415674"/>
                      <a:pt x="2328961" y="449488"/>
                      <a:pt x="2281526" y="443582"/>
                    </a:cubicBezTo>
                    <a:close/>
                  </a:path>
                </a:pathLst>
              </a:custGeom>
              <a:solidFill>
                <a:srgbClr val="FFFFFF"/>
              </a:solidFill>
              <a:ln w="9525" cap="flat">
                <a:noFill/>
                <a:prstDash val="solid"/>
                <a:miter/>
              </a:ln>
            </p:spPr>
            <p:txBody>
              <a:bodyPr/>
              <a:lstStyle/>
              <a:p>
                <a:endParaRPr lang="en-US"/>
              </a:p>
            </p:txBody>
          </p:sp>
          <p:sp>
            <p:nvSpPr>
              <p:cNvPr id="1704" name="Freeform: Shape 1703">
                <a:extLst>
                  <a:ext uri="{FF2B5EF4-FFF2-40B4-BE49-F238E27FC236}">
                    <a16:creationId xmlns:a16="http://schemas.microsoft.com/office/drawing/2014/main" id="{A10DA65E-54CE-6721-ABA9-F303ED43D469}"/>
                  </a:ext>
                </a:extLst>
              </p:cNvPr>
              <p:cNvSpPr/>
              <p:nvPr/>
            </p:nvSpPr>
            <p:spPr>
              <a:xfrm>
                <a:off x="-7285196" y="3603021"/>
                <a:ext cx="397938" cy="209439"/>
              </a:xfrm>
              <a:custGeom>
                <a:avLst/>
                <a:gdLst>
                  <a:gd name="csX0" fmla="*/ 321945 w 397938"/>
                  <a:gd name="csY0" fmla="*/ 36957 h 209439"/>
                  <a:gd name="csX1" fmla="*/ 21145 w 397938"/>
                  <a:gd name="csY1" fmla="*/ 0 h 209439"/>
                  <a:gd name="csX2" fmla="*/ 0 w 397938"/>
                  <a:gd name="csY2" fmla="*/ 171831 h 209439"/>
                  <a:gd name="csX3" fmla="*/ 300799 w 397938"/>
                  <a:gd name="csY3" fmla="*/ 208788 h 209439"/>
                  <a:gd name="csX4" fmla="*/ 397287 w 397938"/>
                  <a:gd name="csY4" fmla="*/ 133445 h 209439"/>
                  <a:gd name="csX5" fmla="*/ 321945 w 397938"/>
                  <a:gd name="csY5" fmla="*/ 36957 h 209439"/>
                </a:gdLst>
                <a:ahLst/>
                <a:cxnLst>
                  <a:cxn ang="0">
                    <a:pos x="csX0" y="csY0"/>
                  </a:cxn>
                  <a:cxn ang="0">
                    <a:pos x="csX1" y="csY1"/>
                  </a:cxn>
                  <a:cxn ang="0">
                    <a:pos x="csX2" y="csY2"/>
                  </a:cxn>
                  <a:cxn ang="0">
                    <a:pos x="csX3" y="csY3"/>
                  </a:cxn>
                  <a:cxn ang="0">
                    <a:pos x="csX4" y="csY4"/>
                  </a:cxn>
                  <a:cxn ang="0">
                    <a:pos x="csX5" y="csY5"/>
                  </a:cxn>
                </a:cxnLst>
                <a:rect l="l" t="t" r="r" b="b"/>
                <a:pathLst>
                  <a:path w="397938" h="209439">
                    <a:moveTo>
                      <a:pt x="321945" y="36957"/>
                    </a:moveTo>
                    <a:lnTo>
                      <a:pt x="21145" y="0"/>
                    </a:lnTo>
                    <a:lnTo>
                      <a:pt x="0" y="171831"/>
                    </a:lnTo>
                    <a:lnTo>
                      <a:pt x="300799" y="208788"/>
                    </a:lnTo>
                    <a:cubicBezTo>
                      <a:pt x="348234" y="214598"/>
                      <a:pt x="391477" y="180880"/>
                      <a:pt x="397287" y="133445"/>
                    </a:cubicBezTo>
                    <a:cubicBezTo>
                      <a:pt x="403098" y="86011"/>
                      <a:pt x="369379" y="42767"/>
                      <a:pt x="321945" y="36957"/>
                    </a:cubicBezTo>
                    <a:close/>
                  </a:path>
                </a:pathLst>
              </a:custGeom>
              <a:solidFill>
                <a:srgbClr val="CCF1FF"/>
              </a:solidFill>
              <a:ln w="9525" cap="flat">
                <a:noFill/>
                <a:prstDash val="solid"/>
                <a:miter/>
              </a:ln>
            </p:spPr>
            <p:txBody>
              <a:bodyPr/>
              <a:lstStyle/>
              <a:p>
                <a:endParaRPr lang="en-US"/>
              </a:p>
            </p:txBody>
          </p:sp>
          <p:sp>
            <p:nvSpPr>
              <p:cNvPr id="1705" name="Freeform: Shape 1704">
                <a:extLst>
                  <a:ext uri="{FF2B5EF4-FFF2-40B4-BE49-F238E27FC236}">
                    <a16:creationId xmlns:a16="http://schemas.microsoft.com/office/drawing/2014/main" id="{68B089D6-662C-A312-8D9C-F91506802141}"/>
                  </a:ext>
                </a:extLst>
              </p:cNvPr>
              <p:cNvSpPr/>
              <p:nvPr/>
            </p:nvSpPr>
            <p:spPr>
              <a:xfrm>
                <a:off x="-7141162" y="3662950"/>
                <a:ext cx="114070" cy="103651"/>
              </a:xfrm>
              <a:custGeom>
                <a:avLst/>
                <a:gdLst>
                  <a:gd name="csX0" fmla="*/ 105521 w 114070"/>
                  <a:gd name="csY0" fmla="*/ 103616 h 103651"/>
                  <a:gd name="csX1" fmla="*/ 99234 w 114070"/>
                  <a:gd name="csY1" fmla="*/ 101901 h 103651"/>
                  <a:gd name="csX2" fmla="*/ 67040 w 114070"/>
                  <a:gd name="csY2" fmla="*/ 78755 h 103651"/>
                  <a:gd name="csX3" fmla="*/ 65230 w 114070"/>
                  <a:gd name="csY3" fmla="*/ 76946 h 103651"/>
                  <a:gd name="csX4" fmla="*/ 45799 w 114070"/>
                  <a:gd name="csY4" fmla="*/ 83804 h 103651"/>
                  <a:gd name="csX5" fmla="*/ 174 w 114070"/>
                  <a:gd name="csY5" fmla="*/ 45799 h 103651"/>
                  <a:gd name="csX6" fmla="*/ 38179 w 114070"/>
                  <a:gd name="csY6" fmla="*/ 174 h 103651"/>
                  <a:gd name="csX7" fmla="*/ 83804 w 114070"/>
                  <a:gd name="csY7" fmla="*/ 38179 h 103651"/>
                  <a:gd name="csX8" fmla="*/ 77994 w 114070"/>
                  <a:gd name="csY8" fmla="*/ 63516 h 103651"/>
                  <a:gd name="csX9" fmla="*/ 110188 w 114070"/>
                  <a:gd name="csY9" fmla="*/ 86661 h 103651"/>
                  <a:gd name="csX10" fmla="*/ 112284 w 114070"/>
                  <a:gd name="csY10" fmla="*/ 99711 h 103651"/>
                  <a:gd name="csX11" fmla="*/ 105521 w 114070"/>
                  <a:gd name="csY11" fmla="*/ 103616 h 103651"/>
                  <a:gd name="csX12" fmla="*/ 39417 w 114070"/>
                  <a:gd name="csY12" fmla="*/ 13890 h 103651"/>
                  <a:gd name="csX13" fmla="*/ 13795 w 114070"/>
                  <a:gd name="csY13" fmla="*/ 44656 h 103651"/>
                  <a:gd name="csX14" fmla="*/ 44561 w 114070"/>
                  <a:gd name="csY14" fmla="*/ 70278 h 103651"/>
                  <a:gd name="csX15" fmla="*/ 63420 w 114070"/>
                  <a:gd name="csY15" fmla="*/ 60658 h 103651"/>
                  <a:gd name="csX16" fmla="*/ 70279 w 114070"/>
                  <a:gd name="csY16" fmla="*/ 39513 h 103651"/>
                  <a:gd name="csX17" fmla="*/ 39512 w 114070"/>
                  <a:gd name="csY17" fmla="*/ 13890 h 1036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114070" h="103651">
                    <a:moveTo>
                      <a:pt x="105521" y="103616"/>
                    </a:moveTo>
                    <a:cubicBezTo>
                      <a:pt x="103330" y="103806"/>
                      <a:pt x="101044" y="103235"/>
                      <a:pt x="99234" y="101901"/>
                    </a:cubicBezTo>
                    <a:lnTo>
                      <a:pt x="67040" y="78755"/>
                    </a:lnTo>
                    <a:cubicBezTo>
                      <a:pt x="66373" y="78279"/>
                      <a:pt x="65706" y="77613"/>
                      <a:pt x="65230" y="76946"/>
                    </a:cubicBezTo>
                    <a:cubicBezTo>
                      <a:pt x="59420" y="80851"/>
                      <a:pt x="52752" y="83232"/>
                      <a:pt x="45799" y="83804"/>
                    </a:cubicBezTo>
                    <a:cubicBezTo>
                      <a:pt x="22748" y="85899"/>
                      <a:pt x="2270" y="68850"/>
                      <a:pt x="174" y="45799"/>
                    </a:cubicBezTo>
                    <a:cubicBezTo>
                      <a:pt x="-1921" y="22749"/>
                      <a:pt x="15129" y="2270"/>
                      <a:pt x="38179" y="174"/>
                    </a:cubicBezTo>
                    <a:cubicBezTo>
                      <a:pt x="61230" y="-1921"/>
                      <a:pt x="81708" y="15129"/>
                      <a:pt x="83804" y="38179"/>
                    </a:cubicBezTo>
                    <a:cubicBezTo>
                      <a:pt x="84661" y="47133"/>
                      <a:pt x="82661" y="55896"/>
                      <a:pt x="77994" y="63516"/>
                    </a:cubicBezTo>
                    <a:lnTo>
                      <a:pt x="110188" y="86661"/>
                    </a:lnTo>
                    <a:cubicBezTo>
                      <a:pt x="114379" y="89614"/>
                      <a:pt x="115332" y="95520"/>
                      <a:pt x="112284" y="99711"/>
                    </a:cubicBezTo>
                    <a:cubicBezTo>
                      <a:pt x="110665" y="101901"/>
                      <a:pt x="108283" y="103330"/>
                      <a:pt x="105521" y="103616"/>
                    </a:cubicBezTo>
                    <a:close/>
                    <a:moveTo>
                      <a:pt x="39417" y="13890"/>
                    </a:moveTo>
                    <a:cubicBezTo>
                      <a:pt x="23892" y="15319"/>
                      <a:pt x="12366" y="29130"/>
                      <a:pt x="13795" y="44656"/>
                    </a:cubicBezTo>
                    <a:cubicBezTo>
                      <a:pt x="15224" y="60182"/>
                      <a:pt x="29035" y="71707"/>
                      <a:pt x="44561" y="70278"/>
                    </a:cubicBezTo>
                    <a:cubicBezTo>
                      <a:pt x="51895" y="69612"/>
                      <a:pt x="58562" y="66183"/>
                      <a:pt x="63420" y="60658"/>
                    </a:cubicBezTo>
                    <a:cubicBezTo>
                      <a:pt x="68564" y="54753"/>
                      <a:pt x="70945" y="47323"/>
                      <a:pt x="70279" y="39513"/>
                    </a:cubicBezTo>
                    <a:cubicBezTo>
                      <a:pt x="68850" y="23987"/>
                      <a:pt x="55038" y="12462"/>
                      <a:pt x="39512" y="13890"/>
                    </a:cubicBezTo>
                    <a:close/>
                  </a:path>
                </a:pathLst>
              </a:custGeom>
              <a:solidFill>
                <a:srgbClr val="5AAAEB"/>
              </a:solidFill>
              <a:ln w="9525" cap="flat">
                <a:noFill/>
                <a:prstDash val="solid"/>
                <a:miter/>
              </a:ln>
            </p:spPr>
            <p:txBody>
              <a:bodyPr/>
              <a:lstStyle/>
              <a:p>
                <a:endParaRPr lang="en-US"/>
              </a:p>
            </p:txBody>
          </p:sp>
        </p:grpSp>
      </p:grpSp>
      <p:sp>
        <p:nvSpPr>
          <p:cNvPr id="1759" name="Freeform: Shape 1758">
            <a:extLst>
              <a:ext uri="{FF2B5EF4-FFF2-40B4-BE49-F238E27FC236}">
                <a16:creationId xmlns:a16="http://schemas.microsoft.com/office/drawing/2014/main" id="{CB4E8275-BD48-6829-F6CA-0F83A4AE1C6A}"/>
              </a:ext>
            </a:extLst>
          </p:cNvPr>
          <p:cNvSpPr/>
          <p:nvPr/>
        </p:nvSpPr>
        <p:spPr>
          <a:xfrm>
            <a:off x="6772275" y="2733674"/>
            <a:ext cx="614363" cy="238125"/>
          </a:xfrm>
          <a:custGeom>
            <a:avLst/>
            <a:gdLst>
              <a:gd name="csX0" fmla="*/ 442913 w 614363"/>
              <a:gd name="csY0" fmla="*/ 128588 h 128588"/>
              <a:gd name="csX1" fmla="*/ 0 w 614363"/>
              <a:gd name="csY1" fmla="*/ 0 h 128588"/>
              <a:gd name="csX2" fmla="*/ 614363 w 614363"/>
              <a:gd name="csY2" fmla="*/ 0 h 128588"/>
              <a:gd name="csX3" fmla="*/ 442913 w 614363"/>
              <a:gd name="csY3" fmla="*/ 128588 h 128588"/>
            </a:gdLst>
            <a:ahLst/>
            <a:cxnLst>
              <a:cxn ang="0">
                <a:pos x="csX0" y="csY0"/>
              </a:cxn>
              <a:cxn ang="0">
                <a:pos x="csX1" y="csY1"/>
              </a:cxn>
              <a:cxn ang="0">
                <a:pos x="csX2" y="csY2"/>
              </a:cxn>
              <a:cxn ang="0">
                <a:pos x="csX3" y="csY3"/>
              </a:cxn>
            </a:cxnLst>
            <a:rect l="l" t="t" r="r" b="b"/>
            <a:pathLst>
              <a:path w="614363" h="128588">
                <a:moveTo>
                  <a:pt x="442913" y="128588"/>
                </a:moveTo>
                <a:lnTo>
                  <a:pt x="0" y="0"/>
                </a:lnTo>
                <a:lnTo>
                  <a:pt x="614363" y="0"/>
                </a:lnTo>
                <a:lnTo>
                  <a:pt x="442913" y="128588"/>
                </a:lnTo>
                <a:close/>
              </a:path>
            </a:pathLst>
          </a:custGeom>
          <a:gradFill flip="none" rotWithShape="1">
            <a:gsLst>
              <a:gs pos="0">
                <a:schemeClr val="accent1">
                  <a:lumMod val="5000"/>
                  <a:lumOff val="95000"/>
                </a:schemeClr>
              </a:gs>
              <a:gs pos="100000">
                <a:schemeClr val="accent1">
                  <a:lumMod val="30000"/>
                  <a:lumOff val="70000"/>
                </a:schemeClr>
              </a:gs>
            </a:gsLst>
            <a:lin ang="16200000" scaled="1"/>
            <a:tileRect/>
          </a:gra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10" name="Rectangle: Top Corners Rounded 109">
            <a:extLst>
              <a:ext uri="{FF2B5EF4-FFF2-40B4-BE49-F238E27FC236}">
                <a16:creationId xmlns:a16="http://schemas.microsoft.com/office/drawing/2014/main" id="{B1FBA1C2-D05B-C4B9-A340-7F7609DCB001}"/>
              </a:ext>
            </a:extLst>
          </p:cNvPr>
          <p:cNvSpPr/>
          <p:nvPr/>
        </p:nvSpPr>
        <p:spPr>
          <a:xfrm rot="5400000">
            <a:off x="-144861" y="4549059"/>
            <a:ext cx="1936750" cy="1538133"/>
          </a:xfrm>
          <a:prstGeom prst="round2SameRect">
            <a:avLst>
              <a:gd name="adj1" fmla="val 7258"/>
              <a:gd name="adj2" fmla="val 0"/>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08" name="Rectangle: Top Corners Rounded 107">
            <a:extLst>
              <a:ext uri="{FF2B5EF4-FFF2-40B4-BE49-F238E27FC236}">
                <a16:creationId xmlns:a16="http://schemas.microsoft.com/office/drawing/2014/main" id="{CB4F8B58-E51F-7732-5AB4-40AA5640C0B0}"/>
              </a:ext>
            </a:extLst>
          </p:cNvPr>
          <p:cNvSpPr/>
          <p:nvPr/>
        </p:nvSpPr>
        <p:spPr>
          <a:xfrm rot="5400000">
            <a:off x="-199309" y="4549059"/>
            <a:ext cx="1936750" cy="1538133"/>
          </a:xfrm>
          <a:prstGeom prst="round2SameRect">
            <a:avLst>
              <a:gd name="adj1" fmla="val 7258"/>
              <a:gd name="adj2" fmla="val 0"/>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2" name="2. Slide Title">
            <a:extLst>
              <a:ext uri="{FF2B5EF4-FFF2-40B4-BE49-F238E27FC236}">
                <a16:creationId xmlns:a16="http://schemas.microsoft.com/office/drawing/2014/main" id="{0F02518A-1E4E-5F70-EA79-21FDAE5A8341}"/>
              </a:ext>
            </a:extLst>
          </p:cNvPr>
          <p:cNvSpPr>
            <a:spLocks noGrp="1"/>
          </p:cNvSpPr>
          <p:nvPr>
            <p:ph type="title"/>
            <p:custDataLst>
              <p:tags r:id="rId2"/>
            </p:custDataLst>
          </p:nvPr>
        </p:nvSpPr>
        <p:spPr>
          <a:xfrm>
            <a:off x="554736" y="198311"/>
            <a:ext cx="10951464" cy="715581"/>
          </a:xfrm>
          <a:noFill/>
          <a:ln/>
          <a:extLst>
            <a:ext uri="{909E8E84-426E-40DD-AFC4-6F175D3DCCD1}">
              <a14:hiddenFill xmlns:a14="http://schemas.microsoft.com/office/drawing/2010/main">
                <a:solidFill>
                  <a:srgbClr val="FFFFFF"/>
                </a:solidFill>
              </a14:hiddenFill>
            </a:ext>
          </a:extLst>
        </p:spPr>
        <p:txBody>
          <a:bodyPr vert="horz" wrap="square">
            <a:spAutoFit/>
          </a:bodyPr>
          <a:lstStyle/>
          <a:p>
            <a:r>
              <a:rPr lang="en-US"/>
              <a:t>B</a:t>
            </a:r>
            <a:r>
              <a:rPr lang="en-US" dirty="0"/>
              <a:t>. </a:t>
            </a:r>
            <a:r>
              <a:rPr lang="en-US" i="1" dirty="0"/>
              <a:t>MTS Operations: ‘</a:t>
            </a:r>
            <a:r>
              <a:rPr lang="en-US" dirty="0"/>
              <a:t>Bold vision’ – Agent-led self-serve journey, still allowing for FSP support</a:t>
            </a:r>
          </a:p>
        </p:txBody>
      </p:sp>
      <p:sp>
        <p:nvSpPr>
          <p:cNvPr id="109" name="Rectangle: Top Corners Rounded 108">
            <a:extLst>
              <a:ext uri="{FF2B5EF4-FFF2-40B4-BE49-F238E27FC236}">
                <a16:creationId xmlns:a16="http://schemas.microsoft.com/office/drawing/2014/main" id="{9FC5AC2E-C182-F45E-7502-29415BA301EA}"/>
              </a:ext>
            </a:extLst>
          </p:cNvPr>
          <p:cNvSpPr/>
          <p:nvPr/>
        </p:nvSpPr>
        <p:spPr>
          <a:xfrm rot="5400000">
            <a:off x="-428231" y="2189242"/>
            <a:ext cx="2503488" cy="1538133"/>
          </a:xfrm>
          <a:prstGeom prst="round2SameRect">
            <a:avLst>
              <a:gd name="adj1" fmla="val 7258"/>
              <a:gd name="adj2" fmla="val 0"/>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07" name="Rectangle: Top Corners Rounded 106">
            <a:extLst>
              <a:ext uri="{FF2B5EF4-FFF2-40B4-BE49-F238E27FC236}">
                <a16:creationId xmlns:a16="http://schemas.microsoft.com/office/drawing/2014/main" id="{083E44B4-F4C9-C97D-522A-79FD5F435898}"/>
              </a:ext>
            </a:extLst>
          </p:cNvPr>
          <p:cNvSpPr/>
          <p:nvPr/>
        </p:nvSpPr>
        <p:spPr>
          <a:xfrm rot="5400000">
            <a:off x="-482679" y="2189242"/>
            <a:ext cx="2503488" cy="1538133"/>
          </a:xfrm>
          <a:prstGeom prst="round2SameRect">
            <a:avLst>
              <a:gd name="adj1" fmla="val 7258"/>
              <a:gd name="adj2" fmla="val 0"/>
            </a:avLst>
          </a:prstGeom>
          <a:solidFill>
            <a:srgbClr val="D3DC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8" name="TextBox 17">
            <a:extLst>
              <a:ext uri="{FF2B5EF4-FFF2-40B4-BE49-F238E27FC236}">
                <a16:creationId xmlns:a16="http://schemas.microsoft.com/office/drawing/2014/main" id="{2E123662-3C4F-BDA5-01A5-25452762E719}"/>
              </a:ext>
            </a:extLst>
          </p:cNvPr>
          <p:cNvSpPr txBox="1">
            <a:spLocks/>
          </p:cNvSpPr>
          <p:nvPr/>
        </p:nvSpPr>
        <p:spPr>
          <a:xfrm>
            <a:off x="449318" y="2439457"/>
            <a:ext cx="990072" cy="553998"/>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de-DE" sz="1200" b="1">
                <a:solidFill>
                  <a:srgbClr val="000000"/>
                </a:solidFill>
                <a:latin typeface="Arial"/>
              </a:rPr>
              <a:t>Self-serve Coordinator journey</a:t>
            </a:r>
            <a:endParaRPr kumimoji="0" lang="de-DE" sz="12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8" name="TextBox 77">
            <a:extLst>
              <a:ext uri="{FF2B5EF4-FFF2-40B4-BE49-F238E27FC236}">
                <a16:creationId xmlns:a16="http://schemas.microsoft.com/office/drawing/2014/main" id="{CF03004B-EC9D-9F26-2570-B755DEF4C5F2}"/>
              </a:ext>
            </a:extLst>
          </p:cNvPr>
          <p:cNvSpPr txBox="1">
            <a:spLocks/>
          </p:cNvSpPr>
          <p:nvPr/>
        </p:nvSpPr>
        <p:spPr>
          <a:xfrm>
            <a:off x="343192" y="4988719"/>
            <a:ext cx="1096198" cy="923330"/>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de-DE" sz="1200" b="1">
                <a:solidFill>
                  <a:srgbClr val="000000"/>
                </a:solidFill>
                <a:latin typeface="Arial"/>
              </a:rPr>
              <a:t>FSP-supported journey</a:t>
            </a:r>
            <a:endParaRPr kumimoji="0" lang="de-DE" sz="12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7" name="Rectangle: Rounded Corners 16">
            <a:extLst>
              <a:ext uri="{FF2B5EF4-FFF2-40B4-BE49-F238E27FC236}">
                <a16:creationId xmlns:a16="http://schemas.microsoft.com/office/drawing/2014/main" id="{5C297F05-5C57-DCA8-1CDD-C63DEE7C3A17}"/>
              </a:ext>
            </a:extLst>
          </p:cNvPr>
          <p:cNvSpPr>
            <a:spLocks/>
          </p:cNvSpPr>
          <p:nvPr/>
        </p:nvSpPr>
        <p:spPr>
          <a:xfrm>
            <a:off x="1872906" y="1726528"/>
            <a:ext cx="2360789" cy="449897"/>
          </a:xfrm>
          <a:prstGeom prst="round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lvl="0">
              <a:spcBef>
                <a:spcPts val="300"/>
              </a:spcBef>
              <a:spcAft>
                <a:spcPts val="300"/>
              </a:spcAft>
              <a:defRPr/>
            </a:pPr>
            <a:r>
              <a:rPr lang="en-US" sz="1000" i="1">
                <a:solidFill>
                  <a:schemeClr val="tx1"/>
                </a:solidFill>
              </a:rPr>
              <a:t>Agentic platform recommends BSN</a:t>
            </a:r>
            <a:endParaRPr kumimoji="0" lang="de-DE" sz="1000" b="1" i="0" u="none" strike="noStrike" kern="1200" cap="none" spc="0" normalizeH="0" baseline="0" noProof="0">
              <a:ln>
                <a:noFill/>
              </a:ln>
              <a:solidFill>
                <a:schemeClr val="tx1"/>
              </a:solidFill>
              <a:effectLst/>
              <a:uLnTx/>
              <a:uFillTx/>
              <a:latin typeface="Arial"/>
              <a:ea typeface="+mn-ea"/>
              <a:cs typeface="+mn-cs"/>
            </a:endParaRPr>
          </a:p>
        </p:txBody>
      </p:sp>
      <p:sp>
        <p:nvSpPr>
          <p:cNvPr id="19" name="Rectangle: Rounded Corners 18">
            <a:extLst>
              <a:ext uri="{FF2B5EF4-FFF2-40B4-BE49-F238E27FC236}">
                <a16:creationId xmlns:a16="http://schemas.microsoft.com/office/drawing/2014/main" id="{70309693-0A74-09A1-8510-BAFAE2F4BBFD}"/>
              </a:ext>
            </a:extLst>
          </p:cNvPr>
          <p:cNvSpPr>
            <a:spLocks/>
          </p:cNvSpPr>
          <p:nvPr/>
        </p:nvSpPr>
        <p:spPr>
          <a:xfrm>
            <a:off x="4305565" y="1726528"/>
            <a:ext cx="2360789" cy="449897"/>
          </a:xfrm>
          <a:prstGeom prst="round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lvl="0">
              <a:spcBef>
                <a:spcPts val="300"/>
              </a:spcBef>
              <a:spcAft>
                <a:spcPts val="300"/>
              </a:spcAft>
              <a:defRPr/>
            </a:pPr>
            <a:r>
              <a:rPr lang="en-US" sz="1000" i="1">
                <a:solidFill>
                  <a:schemeClr val="tx1"/>
                </a:solidFill>
              </a:rPr>
              <a:t>BSN’s backend layer powers inventory, pricing, personalization, and fulfillment</a:t>
            </a:r>
            <a:endParaRPr kumimoji="0" lang="de-DE" sz="1000" b="1" i="0" u="none" strike="noStrike" kern="1200" cap="none" spc="0" normalizeH="0" baseline="0" noProof="0">
              <a:ln>
                <a:noFill/>
              </a:ln>
              <a:solidFill>
                <a:schemeClr val="tx1"/>
              </a:solidFill>
              <a:effectLst/>
              <a:uLnTx/>
              <a:uFillTx/>
              <a:latin typeface="Arial"/>
              <a:ea typeface="+mn-ea"/>
              <a:cs typeface="+mn-cs"/>
            </a:endParaRPr>
          </a:p>
        </p:txBody>
      </p:sp>
      <p:sp>
        <p:nvSpPr>
          <p:cNvPr id="20" name="Rectangle: Rounded Corners 19">
            <a:extLst>
              <a:ext uri="{FF2B5EF4-FFF2-40B4-BE49-F238E27FC236}">
                <a16:creationId xmlns:a16="http://schemas.microsoft.com/office/drawing/2014/main" id="{5CC255F3-49FF-BB6C-7F36-97806FCBC6B8}"/>
              </a:ext>
            </a:extLst>
          </p:cNvPr>
          <p:cNvSpPr>
            <a:spLocks/>
          </p:cNvSpPr>
          <p:nvPr/>
        </p:nvSpPr>
        <p:spPr>
          <a:xfrm>
            <a:off x="6738224" y="1726528"/>
            <a:ext cx="2360789" cy="449897"/>
          </a:xfrm>
          <a:prstGeom prst="round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lvl="0">
              <a:spcBef>
                <a:spcPts val="300"/>
              </a:spcBef>
              <a:spcAft>
                <a:spcPts val="300"/>
              </a:spcAft>
              <a:defRPr/>
            </a:pPr>
            <a:r>
              <a:rPr lang="en-US" sz="1000" i="1">
                <a:solidFill>
                  <a:schemeClr val="tx1"/>
                </a:solidFill>
              </a:rPr>
              <a:t>BSN system validates shop</a:t>
            </a:r>
            <a:endParaRPr kumimoji="0" lang="de-DE" sz="1000" b="1" i="0" u="none" strike="noStrike" kern="1200" cap="none" spc="0" normalizeH="0" baseline="0" noProof="0">
              <a:ln>
                <a:noFill/>
              </a:ln>
              <a:solidFill>
                <a:schemeClr val="tx1"/>
              </a:solidFill>
              <a:effectLst/>
              <a:uLnTx/>
              <a:uFillTx/>
              <a:latin typeface="Arial"/>
              <a:ea typeface="+mn-ea"/>
              <a:cs typeface="+mn-cs"/>
            </a:endParaRPr>
          </a:p>
        </p:txBody>
      </p:sp>
      <p:sp>
        <p:nvSpPr>
          <p:cNvPr id="69" name="Rectangle: Rounded Corners 68">
            <a:extLst>
              <a:ext uri="{FF2B5EF4-FFF2-40B4-BE49-F238E27FC236}">
                <a16:creationId xmlns:a16="http://schemas.microsoft.com/office/drawing/2014/main" id="{12AB9068-60B7-ED92-2B93-B33E7DDE1F0C}"/>
              </a:ext>
            </a:extLst>
          </p:cNvPr>
          <p:cNvSpPr>
            <a:spLocks/>
          </p:cNvSpPr>
          <p:nvPr/>
        </p:nvSpPr>
        <p:spPr>
          <a:xfrm>
            <a:off x="9170882" y="1726528"/>
            <a:ext cx="2360789" cy="449897"/>
          </a:xfrm>
          <a:prstGeom prst="roundRect">
            <a:avLst/>
          </a:prstGeom>
          <a:no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53340" tIns="7620" rIns="53340" bIns="7620" numCol="1" spcCol="0" rtlCol="0" fromWordArt="0" anchor="ctr" anchorCtr="0" forceAA="0" compatLnSpc="1">
            <a:prstTxWarp prst="textNoShape">
              <a:avLst/>
            </a:prstTxWarp>
            <a:noAutofit/>
          </a:bodyPr>
          <a:lstStyle/>
          <a:p>
            <a:pPr lvl="0">
              <a:spcBef>
                <a:spcPts val="300"/>
              </a:spcBef>
              <a:spcAft>
                <a:spcPts val="300"/>
              </a:spcAft>
              <a:defRPr/>
            </a:pPr>
            <a:r>
              <a:rPr lang="en-US" sz="1000" i="1">
                <a:solidFill>
                  <a:schemeClr val="tx1"/>
                </a:solidFill>
              </a:rPr>
              <a:t>System optimizes product assortment</a:t>
            </a:r>
            <a:endParaRPr kumimoji="0" lang="de-DE" sz="1000" b="1" i="0" u="none" strike="noStrike" kern="1200" cap="none" spc="0" normalizeH="0" baseline="0" noProof="0">
              <a:ln>
                <a:noFill/>
              </a:ln>
              <a:solidFill>
                <a:schemeClr val="tx1"/>
              </a:solidFill>
              <a:effectLst/>
              <a:uLnTx/>
              <a:uFillTx/>
              <a:latin typeface="Arial"/>
              <a:ea typeface="+mn-ea"/>
              <a:cs typeface="+mn-cs"/>
            </a:endParaRPr>
          </a:p>
        </p:txBody>
      </p:sp>
      <p:grpSp>
        <p:nvGrpSpPr>
          <p:cNvPr id="66" name="Group 65">
            <a:extLst>
              <a:ext uri="{FF2B5EF4-FFF2-40B4-BE49-F238E27FC236}">
                <a16:creationId xmlns:a16="http://schemas.microsoft.com/office/drawing/2014/main" id="{8019DFF8-FE9C-A675-38BF-966D7E46DA05}"/>
              </a:ext>
            </a:extLst>
          </p:cNvPr>
          <p:cNvGrpSpPr/>
          <p:nvPr/>
        </p:nvGrpSpPr>
        <p:grpSpPr>
          <a:xfrm>
            <a:off x="1835590" y="2256532"/>
            <a:ext cx="1618057" cy="1009966"/>
            <a:chOff x="98846" y="3197915"/>
            <a:chExt cx="1755518" cy="1095767"/>
          </a:xfrm>
        </p:grpSpPr>
        <p:grpSp>
          <p:nvGrpSpPr>
            <p:cNvPr id="45" name="Group 44">
              <a:extLst>
                <a:ext uri="{FF2B5EF4-FFF2-40B4-BE49-F238E27FC236}">
                  <a16:creationId xmlns:a16="http://schemas.microsoft.com/office/drawing/2014/main" id="{F59F750E-CF09-8806-6F1C-B36C5A7A5CB3}"/>
                </a:ext>
              </a:extLst>
            </p:cNvPr>
            <p:cNvGrpSpPr/>
            <p:nvPr/>
          </p:nvGrpSpPr>
          <p:grpSpPr>
            <a:xfrm>
              <a:off x="869027" y="3308564"/>
              <a:ext cx="985337" cy="985118"/>
              <a:chOff x="1769812" y="2602033"/>
              <a:chExt cx="1071043" cy="1070805"/>
            </a:xfrm>
          </p:grpSpPr>
          <p:pic>
            <p:nvPicPr>
              <p:cNvPr id="46" name="Picture 45">
                <a:extLst>
                  <a:ext uri="{FF2B5EF4-FFF2-40B4-BE49-F238E27FC236}">
                    <a16:creationId xmlns:a16="http://schemas.microsoft.com/office/drawing/2014/main" id="{2F5409E1-AD4F-12CB-98F5-1119692C2E5B}"/>
                  </a:ext>
                </a:extLst>
              </p:cNvPr>
              <p:cNvPicPr>
                <a:picLocks/>
              </p:cNvPicPr>
              <p:nvPr/>
            </p:nvPicPr>
            <p:blipFill>
              <a:blip r:embed="rId28" cstate="screen">
                <a:extLst>
                  <a:ext uri="{28A0092B-C50C-407E-A947-70E740481C1C}">
                    <a14:useLocalDpi xmlns:a14="http://schemas.microsoft.com/office/drawing/2010/main"/>
                  </a:ext>
                </a:extLst>
              </a:blip>
              <a:stretch>
                <a:fillRect/>
              </a:stretch>
            </p:blipFill>
            <p:spPr>
              <a:xfrm>
                <a:off x="2115721" y="2812752"/>
                <a:ext cx="379224" cy="741091"/>
              </a:xfrm>
              <a:prstGeom prst="rect">
                <a:avLst/>
              </a:prstGeom>
            </p:spPr>
          </p:pic>
          <p:pic>
            <p:nvPicPr>
              <p:cNvPr id="47" name="Picture 46">
                <a:extLst>
                  <a:ext uri="{FF2B5EF4-FFF2-40B4-BE49-F238E27FC236}">
                    <a16:creationId xmlns:a16="http://schemas.microsoft.com/office/drawing/2014/main" id="{4C0ACE2A-9E71-601C-0FFD-73BE82AB88E9}"/>
                  </a:ext>
                </a:extLst>
              </p:cNvPr>
              <p:cNvPicPr>
                <a:picLocks noChangeAspect="1"/>
              </p:cNvPicPr>
              <p:nvPr/>
            </p:nvPicPr>
            <p:blipFill>
              <a:blip r:embed="rId29"/>
              <a:stretch>
                <a:fillRect/>
              </a:stretch>
            </p:blipFill>
            <p:spPr>
              <a:xfrm>
                <a:off x="1769812" y="2602033"/>
                <a:ext cx="1071043" cy="1070805"/>
              </a:xfrm>
              <a:prstGeom prst="rect">
                <a:avLst/>
              </a:prstGeom>
            </p:spPr>
          </p:pic>
        </p:grpSp>
        <p:sp>
          <p:nvSpPr>
            <p:cNvPr id="59" name="Oval 58">
              <a:extLst>
                <a:ext uri="{FF2B5EF4-FFF2-40B4-BE49-F238E27FC236}">
                  <a16:creationId xmlns:a16="http://schemas.microsoft.com/office/drawing/2014/main" id="{D4D99BBD-D5CF-F1CE-A9A2-A7CAF13ED042}"/>
                </a:ext>
              </a:extLst>
            </p:cNvPr>
            <p:cNvSpPr/>
            <p:nvPr/>
          </p:nvSpPr>
          <p:spPr>
            <a:xfrm>
              <a:off x="98846" y="3197915"/>
              <a:ext cx="623627" cy="623627"/>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pic>
          <p:nvPicPr>
            <p:cNvPr id="60" name="Graphic 59">
              <a:extLst>
                <a:ext uri="{FF2B5EF4-FFF2-40B4-BE49-F238E27FC236}">
                  <a16:creationId xmlns:a16="http://schemas.microsoft.com/office/drawing/2014/main" id="{F6A574A2-1424-1074-748D-CA3D6BDD3FBD}"/>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323457" y="3256252"/>
              <a:ext cx="1113447" cy="933371"/>
            </a:xfrm>
            <a:prstGeom prst="rect">
              <a:avLst/>
            </a:prstGeom>
          </p:spPr>
        </p:pic>
      </p:grpSp>
      <p:sp>
        <p:nvSpPr>
          <p:cNvPr id="21" name="TextBox 20">
            <a:extLst>
              <a:ext uri="{FF2B5EF4-FFF2-40B4-BE49-F238E27FC236}">
                <a16:creationId xmlns:a16="http://schemas.microsoft.com/office/drawing/2014/main" id="{4B80E9B6-CD72-85BB-D5CF-D6D116FEE249}"/>
              </a:ext>
            </a:extLst>
          </p:cNvPr>
          <p:cNvSpPr txBox="1">
            <a:spLocks/>
          </p:cNvSpPr>
          <p:nvPr/>
        </p:nvSpPr>
        <p:spPr>
          <a:xfrm>
            <a:off x="2334743" y="3309381"/>
            <a:ext cx="2043048" cy="6155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defRPr/>
            </a:pPr>
            <a:r>
              <a:rPr lang="en-US" sz="1000"/>
              <a:t>Coordinator starts </a:t>
            </a:r>
            <a:r>
              <a:rPr lang="en-US" sz="1000" b="1"/>
              <a:t>shop ideation in preferred channel </a:t>
            </a:r>
            <a:r>
              <a:rPr lang="en-US" sz="1000"/>
              <a:t>(e.g., agentic distribution platforms), describes shop needs, and starts shop build</a:t>
            </a:r>
            <a:endParaRPr kumimoji="0" lang="de-DE" sz="1000" b="0" i="0" u="none" strike="noStrike" kern="1200" cap="none" spc="0" normalizeH="0" baseline="0" noProof="0">
              <a:ln>
                <a:noFill/>
              </a:ln>
              <a:solidFill>
                <a:srgbClr val="000000"/>
              </a:solidFill>
              <a:effectLst/>
              <a:uLnTx/>
              <a:uFillTx/>
              <a:latin typeface="Arial"/>
              <a:cs typeface="Arial"/>
            </a:endParaRPr>
          </a:p>
        </p:txBody>
      </p:sp>
      <p:sp>
        <p:nvSpPr>
          <p:cNvPr id="22" name="TextBox 21">
            <a:extLst>
              <a:ext uri="{FF2B5EF4-FFF2-40B4-BE49-F238E27FC236}">
                <a16:creationId xmlns:a16="http://schemas.microsoft.com/office/drawing/2014/main" id="{85040C67-64F2-D7FF-6EEE-011DC32A7E02}"/>
              </a:ext>
            </a:extLst>
          </p:cNvPr>
          <p:cNvSpPr txBox="1">
            <a:spLocks/>
          </p:cNvSpPr>
          <p:nvPr/>
        </p:nvSpPr>
        <p:spPr>
          <a:xfrm>
            <a:off x="4813300" y="3309381"/>
            <a:ext cx="1898951"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a:t>Coordinator uploads/selects artwork and confirms key shop inputs. </a:t>
            </a:r>
            <a:r>
              <a:rPr lang="en-US" sz="1000" b="1"/>
              <a:t>Self-serve platform applies rules </a:t>
            </a:r>
            <a:r>
              <a:rPr lang="en-US" sz="1000"/>
              <a:t>(e.g., product, pricing, inventory, feasibility) </a:t>
            </a:r>
            <a:r>
              <a:rPr lang="en-US" sz="1000" b="1"/>
              <a:t>to generate shop draft</a:t>
            </a:r>
            <a:endParaRPr kumimoji="0" lang="de-DE"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5" name="TextBox 24">
            <a:extLst>
              <a:ext uri="{FF2B5EF4-FFF2-40B4-BE49-F238E27FC236}">
                <a16:creationId xmlns:a16="http://schemas.microsoft.com/office/drawing/2014/main" id="{74F3EDF0-1602-5494-6177-FAAE68F232EB}"/>
              </a:ext>
            </a:extLst>
          </p:cNvPr>
          <p:cNvSpPr txBox="1">
            <a:spLocks/>
          </p:cNvSpPr>
          <p:nvPr/>
        </p:nvSpPr>
        <p:spPr>
          <a:xfrm>
            <a:off x="7289800" y="3309381"/>
            <a:ext cx="1797353"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a:t>Coordinator reviews the draft shop, makes final adjustments and </a:t>
            </a:r>
            <a:r>
              <a:rPr lang="en-US" sz="1000" b="1"/>
              <a:t>publishes the shop directly to BSN website</a:t>
            </a:r>
            <a:r>
              <a:rPr lang="en-US" sz="1000"/>
              <a:t> with a shareable link for athletes/parents</a:t>
            </a:r>
            <a:endParaRPr kumimoji="0" lang="de-DE"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27" name="Group 26">
            <a:extLst>
              <a:ext uri="{FF2B5EF4-FFF2-40B4-BE49-F238E27FC236}">
                <a16:creationId xmlns:a16="http://schemas.microsoft.com/office/drawing/2014/main" id="{F6B3BB32-ADCC-646B-FCA7-4375871B0D33}"/>
              </a:ext>
            </a:extLst>
          </p:cNvPr>
          <p:cNvGrpSpPr/>
          <p:nvPr/>
        </p:nvGrpSpPr>
        <p:grpSpPr>
          <a:xfrm>
            <a:off x="1835590" y="3309381"/>
            <a:ext cx="454390" cy="454390"/>
            <a:chOff x="879091" y="2392603"/>
            <a:chExt cx="349181" cy="349181"/>
          </a:xfrm>
          <a:solidFill>
            <a:schemeClr val="accent3"/>
          </a:solidFill>
        </p:grpSpPr>
        <p:pic>
          <p:nvPicPr>
            <p:cNvPr id="28" name="CustomIcon">
              <a:extLst>
                <a:ext uri="{FF2B5EF4-FFF2-40B4-BE49-F238E27FC236}">
                  <a16:creationId xmlns:a16="http://schemas.microsoft.com/office/drawing/2014/main" id="{20D1937A-5E20-B6E9-9536-D1359C993E0C}"/>
                </a:ext>
              </a:extLst>
            </p:cNvPr>
            <p:cNvPicPr>
              <a:picLocks noChangeAspect="1"/>
            </p:cNvPicPr>
            <p:nvPr>
              <p:custDataLst>
                <p:tags r:id="rId24"/>
              </p:custDataLst>
            </p:nvPr>
          </p:nvPicPr>
          <p:blipFill>
            <a:blip>
              <a:extLst>
                <a:ext uri="{96DAC541-7B7A-43D3-8B79-37D633B846F1}">
                  <asvg:svgBlip xmlns:asvg="http://schemas.microsoft.com/office/drawing/2016/SVG/main" r:embed="rId31"/>
                </a:ext>
              </a:extLst>
            </a:blip>
            <a:stretch>
              <a:fillRect/>
            </a:stretch>
          </p:blipFill>
          <p:spPr>
            <a:xfrm>
              <a:off x="879091" y="2392603"/>
              <a:ext cx="349181" cy="349181"/>
            </a:xfrm>
            <a:prstGeom prst="rect">
              <a:avLst/>
            </a:prstGeom>
          </p:spPr>
        </p:pic>
        <p:sp>
          <p:nvSpPr>
            <p:cNvPr id="29" name="TextBox 28">
              <a:extLst>
                <a:ext uri="{FF2B5EF4-FFF2-40B4-BE49-F238E27FC236}">
                  <a16:creationId xmlns:a16="http://schemas.microsoft.com/office/drawing/2014/main" id="{331E1813-C288-0524-502B-FCFDF3DF1222}"/>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1</a:t>
              </a:r>
            </a:p>
          </p:txBody>
        </p:sp>
      </p:grpSp>
      <p:grpSp>
        <p:nvGrpSpPr>
          <p:cNvPr id="33" name="Group 32">
            <a:extLst>
              <a:ext uri="{FF2B5EF4-FFF2-40B4-BE49-F238E27FC236}">
                <a16:creationId xmlns:a16="http://schemas.microsoft.com/office/drawing/2014/main" id="{B80BDC71-61BC-DB3E-0650-39B7A5A5C7B5}"/>
              </a:ext>
            </a:extLst>
          </p:cNvPr>
          <p:cNvGrpSpPr/>
          <p:nvPr/>
        </p:nvGrpSpPr>
        <p:grpSpPr>
          <a:xfrm>
            <a:off x="4328196" y="3309381"/>
            <a:ext cx="454390" cy="454390"/>
            <a:chOff x="879091" y="2392603"/>
            <a:chExt cx="349181" cy="349181"/>
          </a:xfrm>
          <a:solidFill>
            <a:schemeClr val="accent3"/>
          </a:solidFill>
        </p:grpSpPr>
        <p:pic>
          <p:nvPicPr>
            <p:cNvPr id="34" name="CustomIcon">
              <a:extLst>
                <a:ext uri="{FF2B5EF4-FFF2-40B4-BE49-F238E27FC236}">
                  <a16:creationId xmlns:a16="http://schemas.microsoft.com/office/drawing/2014/main" id="{EEC679FA-89D9-1A47-6183-C617E74CC2EF}"/>
                </a:ext>
              </a:extLst>
            </p:cNvPr>
            <p:cNvPicPr>
              <a:picLocks noChangeAspect="1"/>
            </p:cNvPicPr>
            <p:nvPr>
              <p:custDataLst>
                <p:tags r:id="rId23"/>
              </p:custDataLst>
            </p:nvPr>
          </p:nvPicPr>
          <p:blipFill>
            <a:blip>
              <a:extLst>
                <a:ext uri="{96DAC541-7B7A-43D3-8B79-37D633B846F1}">
                  <asvg:svgBlip xmlns:asvg="http://schemas.microsoft.com/office/drawing/2016/SVG/main" r:embed="rId31"/>
                </a:ext>
              </a:extLst>
            </a:blip>
            <a:stretch>
              <a:fillRect/>
            </a:stretch>
          </p:blipFill>
          <p:spPr>
            <a:xfrm>
              <a:off x="879091" y="2392603"/>
              <a:ext cx="349181" cy="349181"/>
            </a:xfrm>
            <a:prstGeom prst="rect">
              <a:avLst/>
            </a:prstGeom>
          </p:spPr>
        </p:pic>
        <p:sp>
          <p:nvSpPr>
            <p:cNvPr id="35" name="TextBox 34">
              <a:extLst>
                <a:ext uri="{FF2B5EF4-FFF2-40B4-BE49-F238E27FC236}">
                  <a16:creationId xmlns:a16="http://schemas.microsoft.com/office/drawing/2014/main" id="{88C4F27F-FC34-98FB-08C8-A46BFFB753B4}"/>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2</a:t>
              </a:r>
            </a:p>
          </p:txBody>
        </p:sp>
      </p:grpSp>
      <p:grpSp>
        <p:nvGrpSpPr>
          <p:cNvPr id="42" name="Group 41">
            <a:extLst>
              <a:ext uri="{FF2B5EF4-FFF2-40B4-BE49-F238E27FC236}">
                <a16:creationId xmlns:a16="http://schemas.microsoft.com/office/drawing/2014/main" id="{94583C11-2845-E237-389E-09AE6832DE83}"/>
              </a:ext>
            </a:extLst>
          </p:cNvPr>
          <p:cNvGrpSpPr/>
          <p:nvPr/>
        </p:nvGrpSpPr>
        <p:grpSpPr>
          <a:xfrm>
            <a:off x="6733120" y="3309381"/>
            <a:ext cx="498320" cy="454390"/>
            <a:chOff x="879091" y="2392603"/>
            <a:chExt cx="349181" cy="349181"/>
          </a:xfrm>
          <a:solidFill>
            <a:schemeClr val="accent3"/>
          </a:solidFill>
        </p:grpSpPr>
        <p:pic>
          <p:nvPicPr>
            <p:cNvPr id="43" name="CustomIcon">
              <a:extLst>
                <a:ext uri="{FF2B5EF4-FFF2-40B4-BE49-F238E27FC236}">
                  <a16:creationId xmlns:a16="http://schemas.microsoft.com/office/drawing/2014/main" id="{967330B7-A85D-3A04-8D9B-F8A715B54A8D}"/>
                </a:ext>
              </a:extLst>
            </p:cNvPr>
            <p:cNvPicPr>
              <a:picLocks noChangeAspect="1"/>
            </p:cNvPicPr>
            <p:nvPr>
              <p:custDataLst>
                <p:tags r:id="rId22"/>
              </p:custDataLst>
            </p:nvPr>
          </p:nvPicPr>
          <p:blipFill>
            <a:blip>
              <a:extLst>
                <a:ext uri="{96DAC541-7B7A-43D3-8B79-37D633B846F1}">
                  <asvg:svgBlip xmlns:asvg="http://schemas.microsoft.com/office/drawing/2016/SVG/main" r:embed="rId31"/>
                </a:ext>
              </a:extLst>
            </a:blip>
            <a:stretch>
              <a:fillRect/>
            </a:stretch>
          </p:blipFill>
          <p:spPr>
            <a:xfrm>
              <a:off x="879091" y="2392603"/>
              <a:ext cx="349181" cy="349181"/>
            </a:xfrm>
            <a:prstGeom prst="rect">
              <a:avLst/>
            </a:prstGeom>
          </p:spPr>
        </p:pic>
        <p:sp>
          <p:nvSpPr>
            <p:cNvPr id="44" name="TextBox 43">
              <a:extLst>
                <a:ext uri="{FF2B5EF4-FFF2-40B4-BE49-F238E27FC236}">
                  <a16:creationId xmlns:a16="http://schemas.microsoft.com/office/drawing/2014/main" id="{C6A7D5A6-E82E-FFB6-A5AF-1A42DB324CCF}"/>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3</a:t>
              </a:r>
            </a:p>
          </p:txBody>
        </p:sp>
      </p:grpSp>
      <p:sp>
        <p:nvSpPr>
          <p:cNvPr id="70" name="TextBox 69">
            <a:extLst>
              <a:ext uri="{FF2B5EF4-FFF2-40B4-BE49-F238E27FC236}">
                <a16:creationId xmlns:a16="http://schemas.microsoft.com/office/drawing/2014/main" id="{54FC2689-7EF5-EBC1-7A7D-12498468DDCB}"/>
              </a:ext>
            </a:extLst>
          </p:cNvPr>
          <p:cNvSpPr txBox="1">
            <a:spLocks/>
          </p:cNvSpPr>
          <p:nvPr/>
        </p:nvSpPr>
        <p:spPr>
          <a:xfrm>
            <a:off x="9683751" y="3309381"/>
            <a:ext cx="1849004" cy="615553"/>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a:t>Coordinator tracks performance and </a:t>
            </a:r>
            <a:r>
              <a:rPr lang="en-US" sz="1000" b="1"/>
              <a:t>makes updates through a conversational agentic interface</a:t>
            </a:r>
            <a:endParaRPr kumimoji="0" lang="de-DE"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71" name="Group 70">
            <a:extLst>
              <a:ext uri="{FF2B5EF4-FFF2-40B4-BE49-F238E27FC236}">
                <a16:creationId xmlns:a16="http://schemas.microsoft.com/office/drawing/2014/main" id="{C11F1CF7-9137-2A2E-B5EB-2DF5B51E67EF}"/>
              </a:ext>
            </a:extLst>
          </p:cNvPr>
          <p:cNvGrpSpPr/>
          <p:nvPr/>
        </p:nvGrpSpPr>
        <p:grpSpPr>
          <a:xfrm>
            <a:off x="9170411" y="3309381"/>
            <a:ext cx="454390" cy="454390"/>
            <a:chOff x="879091" y="2392603"/>
            <a:chExt cx="349181" cy="349181"/>
          </a:xfrm>
          <a:solidFill>
            <a:schemeClr val="accent3"/>
          </a:solidFill>
        </p:grpSpPr>
        <p:pic>
          <p:nvPicPr>
            <p:cNvPr id="72" name="CustomIcon">
              <a:extLst>
                <a:ext uri="{FF2B5EF4-FFF2-40B4-BE49-F238E27FC236}">
                  <a16:creationId xmlns:a16="http://schemas.microsoft.com/office/drawing/2014/main" id="{6977C67B-067E-BCC3-5DEE-7D7119BBCA92}"/>
                </a:ext>
              </a:extLst>
            </p:cNvPr>
            <p:cNvPicPr>
              <a:picLocks noChangeAspect="1"/>
            </p:cNvPicPr>
            <p:nvPr>
              <p:custDataLst>
                <p:tags r:id="rId21"/>
              </p:custDataLst>
            </p:nvPr>
          </p:nvPicPr>
          <p:blipFill>
            <a:blip>
              <a:extLst>
                <a:ext uri="{96DAC541-7B7A-43D3-8B79-37D633B846F1}">
                  <asvg:svgBlip xmlns:asvg="http://schemas.microsoft.com/office/drawing/2016/SVG/main" r:embed="rId31"/>
                </a:ext>
              </a:extLst>
            </a:blip>
            <a:stretch>
              <a:fillRect/>
            </a:stretch>
          </p:blipFill>
          <p:spPr>
            <a:xfrm>
              <a:off x="879091" y="2392603"/>
              <a:ext cx="349181" cy="349181"/>
            </a:xfrm>
            <a:prstGeom prst="rect">
              <a:avLst/>
            </a:prstGeom>
          </p:spPr>
        </p:pic>
        <p:sp>
          <p:nvSpPr>
            <p:cNvPr id="73" name="TextBox 72">
              <a:extLst>
                <a:ext uri="{FF2B5EF4-FFF2-40B4-BE49-F238E27FC236}">
                  <a16:creationId xmlns:a16="http://schemas.microsoft.com/office/drawing/2014/main" id="{55D151BE-5513-98B0-DAD4-7B7972D671ED}"/>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4</a:t>
              </a:r>
            </a:p>
          </p:txBody>
        </p:sp>
      </p:grpSp>
      <p:grpSp>
        <p:nvGrpSpPr>
          <p:cNvPr id="101" name="Group 100">
            <a:extLst>
              <a:ext uri="{FF2B5EF4-FFF2-40B4-BE49-F238E27FC236}">
                <a16:creationId xmlns:a16="http://schemas.microsoft.com/office/drawing/2014/main" id="{21ACF9E8-F948-9EF0-5D75-E876CA3CBC2E}"/>
              </a:ext>
            </a:extLst>
          </p:cNvPr>
          <p:cNvGrpSpPr/>
          <p:nvPr>
            <p:custDataLst>
              <p:tags r:id="rId3"/>
            </p:custDataLst>
          </p:nvPr>
        </p:nvGrpSpPr>
        <p:grpSpPr>
          <a:xfrm>
            <a:off x="1872906" y="1275834"/>
            <a:ext cx="2463906" cy="378373"/>
            <a:chOff x="1616710" y="1318259"/>
            <a:chExt cx="2528570" cy="388303"/>
          </a:xfrm>
        </p:grpSpPr>
        <p:sp>
          <p:nvSpPr>
            <p:cNvPr id="6" name="Freeform: Shape 5">
              <a:extLst>
                <a:ext uri="{FF2B5EF4-FFF2-40B4-BE49-F238E27FC236}">
                  <a16:creationId xmlns:a16="http://schemas.microsoft.com/office/drawing/2014/main" id="{9C5E7B3F-310C-A53B-0D45-25843A40276E}"/>
                </a:ext>
              </a:extLst>
            </p:cNvPr>
            <p:cNvSpPr/>
            <p:nvPr>
              <p:custDataLst>
                <p:tags r:id="rId19"/>
              </p:custDataLst>
            </p:nvPr>
          </p:nvSpPr>
          <p:spPr>
            <a:xfrm>
              <a:off x="1616710" y="1318259"/>
              <a:ext cx="2528570" cy="388303"/>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55057 w 1828800"/>
                <a:gd name="csY5" fmla="*/ 457200 h 914400"/>
                <a:gd name="csX0" fmla="*/ 0 w 1828800"/>
                <a:gd name="csY0" fmla="*/ 0 h 914400"/>
                <a:gd name="csX1" fmla="*/ 1773744 w 1828800"/>
                <a:gd name="csY1" fmla="*/ 0 h 914400"/>
                <a:gd name="csX2" fmla="*/ 1828800 w 1828800"/>
                <a:gd name="csY2" fmla="*/ 457200 h 914400"/>
                <a:gd name="csX3" fmla="*/ 1770585 w 1828800"/>
                <a:gd name="csY3" fmla="*/ 914400 h 914400"/>
                <a:gd name="csX4" fmla="*/ 0 w 1828800"/>
                <a:gd name="csY4" fmla="*/ 914400 h 914400"/>
                <a:gd name="csX5" fmla="*/ 55057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55057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0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0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0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50552 w 1828800"/>
                <a:gd name="csY5" fmla="*/ 457201 h 914400"/>
                <a:gd name="csX0" fmla="*/ 0 w 1828800"/>
                <a:gd name="csY0" fmla="*/ 0 h 914400"/>
                <a:gd name="csX1" fmla="*/ 1778249 w 1828800"/>
                <a:gd name="csY1" fmla="*/ 0 h 914400"/>
                <a:gd name="csX2" fmla="*/ 1828800 w 1828800"/>
                <a:gd name="csY2" fmla="*/ 457200 h 914400"/>
                <a:gd name="csX3" fmla="*/ 1773744 w 1828800"/>
                <a:gd name="csY3" fmla="*/ 914400 h 914400"/>
                <a:gd name="csX4" fmla="*/ 0 w 1828800"/>
                <a:gd name="csY4" fmla="*/ 914400 h 914400"/>
                <a:gd name="csX5" fmla="*/ 50552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2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78249" y="0"/>
                  </a:lnTo>
                  <a:lnTo>
                    <a:pt x="1828800" y="457200"/>
                  </a:lnTo>
                  <a:lnTo>
                    <a:pt x="1778249" y="914400"/>
                  </a:lnTo>
                  <a:lnTo>
                    <a:pt x="0" y="914400"/>
                  </a:lnTo>
                  <a:lnTo>
                    <a:pt x="0" y="457201"/>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8" name="TextBox 7">
              <a:extLst>
                <a:ext uri="{FF2B5EF4-FFF2-40B4-BE49-F238E27FC236}">
                  <a16:creationId xmlns:a16="http://schemas.microsoft.com/office/drawing/2014/main" id="{8C4AE45D-4796-3C7B-887F-5CDC7CFED25C}"/>
                </a:ext>
              </a:extLst>
            </p:cNvPr>
            <p:cNvSpPr txBox="1"/>
            <p:nvPr>
              <p:custDataLst>
                <p:tags r:id="rId20"/>
              </p:custDataLst>
            </p:nvPr>
          </p:nvSpPr>
          <p:spPr>
            <a:xfrm>
              <a:off x="1680210" y="1345224"/>
              <a:ext cx="2395176" cy="334372"/>
            </a:xfrm>
            <a:prstGeom prst="rect">
              <a:avLst/>
            </a:prstGeom>
          </p:spPr>
          <p:txBody>
            <a:bodyPr vert="horz" lIns="381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bg1"/>
                  </a:solidFill>
                </a:rPr>
                <a:t>Explore options</a:t>
              </a:r>
            </a:p>
          </p:txBody>
        </p:sp>
      </p:grpSp>
      <p:grpSp>
        <p:nvGrpSpPr>
          <p:cNvPr id="102" name="Group 101">
            <a:extLst>
              <a:ext uri="{FF2B5EF4-FFF2-40B4-BE49-F238E27FC236}">
                <a16:creationId xmlns:a16="http://schemas.microsoft.com/office/drawing/2014/main" id="{57A07929-4C7E-2929-C2B0-B201487ACEF0}"/>
              </a:ext>
            </a:extLst>
          </p:cNvPr>
          <p:cNvGrpSpPr/>
          <p:nvPr>
            <p:custDataLst>
              <p:tags r:id="rId4"/>
            </p:custDataLst>
          </p:nvPr>
        </p:nvGrpSpPr>
        <p:grpSpPr>
          <a:xfrm>
            <a:off x="4305565" y="1275834"/>
            <a:ext cx="2463906" cy="378373"/>
            <a:chOff x="4108450" y="1318259"/>
            <a:chExt cx="2528570" cy="388303"/>
          </a:xfrm>
        </p:grpSpPr>
        <p:sp>
          <p:nvSpPr>
            <p:cNvPr id="32" name="Freeform: Shape 31">
              <a:extLst>
                <a:ext uri="{FF2B5EF4-FFF2-40B4-BE49-F238E27FC236}">
                  <a16:creationId xmlns:a16="http://schemas.microsoft.com/office/drawing/2014/main" id="{CCF04821-8EE1-6C12-B571-2934CA4FC97A}"/>
                </a:ext>
              </a:extLst>
            </p:cNvPr>
            <p:cNvSpPr/>
            <p:nvPr>
              <p:custDataLst>
                <p:tags r:id="rId17"/>
              </p:custDataLst>
            </p:nvPr>
          </p:nvSpPr>
          <p:spPr>
            <a:xfrm>
              <a:off x="4108450" y="1318259"/>
              <a:ext cx="2528570" cy="388303"/>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2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2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2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78249" y="0"/>
                  </a:lnTo>
                  <a:lnTo>
                    <a:pt x="1828800" y="457200"/>
                  </a:lnTo>
                  <a:lnTo>
                    <a:pt x="1778249" y="914400"/>
                  </a:lnTo>
                  <a:lnTo>
                    <a:pt x="0" y="914400"/>
                  </a:lnTo>
                  <a:lnTo>
                    <a:pt x="50552" y="457201"/>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36" name="TextBox 35">
              <a:extLst>
                <a:ext uri="{FF2B5EF4-FFF2-40B4-BE49-F238E27FC236}">
                  <a16:creationId xmlns:a16="http://schemas.microsoft.com/office/drawing/2014/main" id="{13F3BDA2-9BB0-36A7-A8AA-7157806C571C}"/>
                </a:ext>
              </a:extLst>
            </p:cNvPr>
            <p:cNvSpPr txBox="1"/>
            <p:nvPr>
              <p:custDataLst>
                <p:tags r:id="rId18"/>
              </p:custDataLst>
            </p:nvPr>
          </p:nvSpPr>
          <p:spPr>
            <a:xfrm>
              <a:off x="4229145" y="1345224"/>
              <a:ext cx="2337981" cy="334372"/>
            </a:xfrm>
            <a:prstGeom prst="rect">
              <a:avLst/>
            </a:prstGeom>
          </p:spPr>
          <p:txBody>
            <a:bodyPr vert="horz" lIns="381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bg1"/>
                  </a:solidFill>
                </a:rPr>
                <a:t>Intake &amp; configuration</a:t>
              </a:r>
            </a:p>
          </p:txBody>
        </p:sp>
      </p:grpSp>
      <p:grpSp>
        <p:nvGrpSpPr>
          <p:cNvPr id="103" name="Group 102">
            <a:extLst>
              <a:ext uri="{FF2B5EF4-FFF2-40B4-BE49-F238E27FC236}">
                <a16:creationId xmlns:a16="http://schemas.microsoft.com/office/drawing/2014/main" id="{8EFCF632-00F3-898D-AB2A-C2E945CA31A0}"/>
              </a:ext>
            </a:extLst>
          </p:cNvPr>
          <p:cNvGrpSpPr/>
          <p:nvPr>
            <p:custDataLst>
              <p:tags r:id="rId5"/>
            </p:custDataLst>
          </p:nvPr>
        </p:nvGrpSpPr>
        <p:grpSpPr>
          <a:xfrm>
            <a:off x="6738224" y="1275834"/>
            <a:ext cx="2463906" cy="378373"/>
            <a:chOff x="6600190" y="1318259"/>
            <a:chExt cx="2528570" cy="388303"/>
          </a:xfrm>
        </p:grpSpPr>
        <p:sp>
          <p:nvSpPr>
            <p:cNvPr id="49" name="Freeform: Shape 48">
              <a:extLst>
                <a:ext uri="{FF2B5EF4-FFF2-40B4-BE49-F238E27FC236}">
                  <a16:creationId xmlns:a16="http://schemas.microsoft.com/office/drawing/2014/main" id="{DBFC08EC-4BCD-B814-E9EB-4CE6EF0FFEE8}"/>
                </a:ext>
              </a:extLst>
            </p:cNvPr>
            <p:cNvSpPr/>
            <p:nvPr>
              <p:custDataLst>
                <p:tags r:id="rId15"/>
              </p:custDataLst>
            </p:nvPr>
          </p:nvSpPr>
          <p:spPr>
            <a:xfrm>
              <a:off x="6600190" y="1318259"/>
              <a:ext cx="2528570" cy="388303"/>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1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1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1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78249" y="0"/>
                  </a:lnTo>
                  <a:lnTo>
                    <a:pt x="1828800" y="457200"/>
                  </a:lnTo>
                  <a:lnTo>
                    <a:pt x="1778249" y="914400"/>
                  </a:lnTo>
                  <a:lnTo>
                    <a:pt x="0" y="914400"/>
                  </a:lnTo>
                  <a:lnTo>
                    <a:pt x="50551" y="457201"/>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50" name="TextBox 49">
              <a:extLst>
                <a:ext uri="{FF2B5EF4-FFF2-40B4-BE49-F238E27FC236}">
                  <a16:creationId xmlns:a16="http://schemas.microsoft.com/office/drawing/2014/main" id="{3A6FFD97-E275-0B3F-16DC-130231C2974F}"/>
                </a:ext>
              </a:extLst>
            </p:cNvPr>
            <p:cNvSpPr txBox="1"/>
            <p:nvPr>
              <p:custDataLst>
                <p:tags r:id="rId16"/>
              </p:custDataLst>
            </p:nvPr>
          </p:nvSpPr>
          <p:spPr>
            <a:xfrm>
              <a:off x="6720884" y="1345224"/>
              <a:ext cx="2337981" cy="334372"/>
            </a:xfrm>
            <a:prstGeom prst="rect">
              <a:avLst/>
            </a:prstGeom>
          </p:spPr>
          <p:txBody>
            <a:bodyPr vert="horz" lIns="381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bg1"/>
                  </a:solidFill>
                </a:rPr>
                <a:t>Review and launch shop</a:t>
              </a:r>
            </a:p>
          </p:txBody>
        </p:sp>
      </p:grpSp>
      <p:grpSp>
        <p:nvGrpSpPr>
          <p:cNvPr id="100" name="Group 99">
            <a:extLst>
              <a:ext uri="{FF2B5EF4-FFF2-40B4-BE49-F238E27FC236}">
                <a16:creationId xmlns:a16="http://schemas.microsoft.com/office/drawing/2014/main" id="{623D72BB-3B49-AFE6-73E2-11CAF8198C78}"/>
              </a:ext>
            </a:extLst>
          </p:cNvPr>
          <p:cNvGrpSpPr/>
          <p:nvPr>
            <p:custDataLst>
              <p:tags r:id="rId6"/>
            </p:custDataLst>
          </p:nvPr>
        </p:nvGrpSpPr>
        <p:grpSpPr>
          <a:xfrm>
            <a:off x="9170882" y="1275834"/>
            <a:ext cx="2463906" cy="378373"/>
            <a:chOff x="9106218" y="1318259"/>
            <a:chExt cx="2528570" cy="388303"/>
          </a:xfrm>
        </p:grpSpPr>
        <p:sp>
          <p:nvSpPr>
            <p:cNvPr id="55" name="Freeform: Shape 54">
              <a:extLst>
                <a:ext uri="{FF2B5EF4-FFF2-40B4-BE49-F238E27FC236}">
                  <a16:creationId xmlns:a16="http://schemas.microsoft.com/office/drawing/2014/main" id="{500CACBD-C506-AEA5-FF90-933490E4F590}"/>
                </a:ext>
              </a:extLst>
            </p:cNvPr>
            <p:cNvSpPr/>
            <p:nvPr>
              <p:custDataLst>
                <p:tags r:id="rId13"/>
              </p:custDataLst>
            </p:nvPr>
          </p:nvSpPr>
          <p:spPr>
            <a:xfrm>
              <a:off x="9106218" y="1318259"/>
              <a:ext cx="2528570" cy="388303"/>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8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8 w 1828800"/>
                <a:gd name="csY1" fmla="*/ 0 h 914400"/>
                <a:gd name="csX2" fmla="*/ 1828800 w 1828800"/>
                <a:gd name="csY2" fmla="*/ 457200 h 914400"/>
                <a:gd name="csX3" fmla="*/ 1778248 w 1828800"/>
                <a:gd name="csY3" fmla="*/ 914400 h 914400"/>
                <a:gd name="csX4" fmla="*/ 0 w 1828800"/>
                <a:gd name="csY4" fmla="*/ 914400 h 914400"/>
                <a:gd name="csX5" fmla="*/ 0 w 1828800"/>
                <a:gd name="csY5" fmla="*/ 457201 h 914400"/>
                <a:gd name="csX0" fmla="*/ 0 w 1828800"/>
                <a:gd name="csY0" fmla="*/ 0 h 914400"/>
                <a:gd name="csX1" fmla="*/ 1778248 w 1828800"/>
                <a:gd name="csY1" fmla="*/ 0 h 914400"/>
                <a:gd name="csX2" fmla="*/ 1828800 w 1828800"/>
                <a:gd name="csY2" fmla="*/ 457200 h 914400"/>
                <a:gd name="csX3" fmla="*/ 1778248 w 1828800"/>
                <a:gd name="csY3" fmla="*/ 914400 h 914400"/>
                <a:gd name="csX4" fmla="*/ 0 w 1828800"/>
                <a:gd name="csY4" fmla="*/ 914400 h 914400"/>
                <a:gd name="csX5" fmla="*/ 50551 w 1828800"/>
                <a:gd name="csY5" fmla="*/ 457201 h 914400"/>
                <a:gd name="csX0" fmla="*/ 0 w 1828800"/>
                <a:gd name="csY0" fmla="*/ 0 h 914400"/>
                <a:gd name="csX1" fmla="*/ 1778248 w 1828800"/>
                <a:gd name="csY1" fmla="*/ 0 h 914400"/>
                <a:gd name="csX2" fmla="*/ 1828800 w 1828800"/>
                <a:gd name="csY2" fmla="*/ 457200 h 914400"/>
                <a:gd name="csX3" fmla="*/ 1778248 w 1828800"/>
                <a:gd name="csY3" fmla="*/ 914400 h 914400"/>
                <a:gd name="csX4" fmla="*/ 0 w 1828800"/>
                <a:gd name="csY4" fmla="*/ 914400 h 914400"/>
                <a:gd name="csX5" fmla="*/ 50551 w 1828800"/>
                <a:gd name="csY5" fmla="*/ 457201 h 914400"/>
                <a:gd name="csX0" fmla="*/ 0 w 1828800"/>
                <a:gd name="csY0" fmla="*/ 0 h 914400"/>
                <a:gd name="csX1" fmla="*/ 1778248 w 1828800"/>
                <a:gd name="csY1" fmla="*/ 0 h 914400"/>
                <a:gd name="csX2" fmla="*/ 1828800 w 1828800"/>
                <a:gd name="csY2" fmla="*/ 457200 h 914400"/>
                <a:gd name="csX3" fmla="*/ 1778248 w 1828800"/>
                <a:gd name="csY3" fmla="*/ 914400 h 914400"/>
                <a:gd name="csX4" fmla="*/ 0 w 1828800"/>
                <a:gd name="csY4" fmla="*/ 914400 h 914400"/>
                <a:gd name="csX5" fmla="*/ 50551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78248" y="0"/>
                  </a:lnTo>
                  <a:lnTo>
                    <a:pt x="1828800" y="457200"/>
                  </a:lnTo>
                  <a:lnTo>
                    <a:pt x="1778248" y="914400"/>
                  </a:lnTo>
                  <a:lnTo>
                    <a:pt x="0" y="914400"/>
                  </a:lnTo>
                  <a:lnTo>
                    <a:pt x="50551" y="457201"/>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63" name="TextBox 62">
              <a:extLst>
                <a:ext uri="{FF2B5EF4-FFF2-40B4-BE49-F238E27FC236}">
                  <a16:creationId xmlns:a16="http://schemas.microsoft.com/office/drawing/2014/main" id="{C1011011-FAC2-4CDD-F4B0-829656A6CAFD}"/>
                </a:ext>
              </a:extLst>
            </p:cNvPr>
            <p:cNvSpPr txBox="1"/>
            <p:nvPr>
              <p:custDataLst>
                <p:tags r:id="rId14"/>
              </p:custDataLst>
            </p:nvPr>
          </p:nvSpPr>
          <p:spPr>
            <a:xfrm>
              <a:off x="9226912" y="1345224"/>
              <a:ext cx="2337981" cy="334372"/>
            </a:xfrm>
            <a:prstGeom prst="rect">
              <a:avLst/>
            </a:prstGeom>
          </p:spPr>
          <p:txBody>
            <a:bodyPr vert="horz" lIns="381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bg1"/>
                  </a:solidFill>
                </a:rPr>
                <a:t>Post-launch shop edits</a:t>
              </a:r>
            </a:p>
          </p:txBody>
        </p:sp>
      </p:grpSp>
      <p:cxnSp>
        <p:nvCxnSpPr>
          <p:cNvPr id="141" name="Straight Connector 140">
            <a:extLst>
              <a:ext uri="{FF2B5EF4-FFF2-40B4-BE49-F238E27FC236}">
                <a16:creationId xmlns:a16="http://schemas.microsoft.com/office/drawing/2014/main" id="{2C63BD42-F639-5830-A9DA-C9C27D544D65}"/>
              </a:ext>
            </a:extLst>
          </p:cNvPr>
          <p:cNvCxnSpPr>
            <a:cxnSpLocks/>
          </p:cNvCxnSpPr>
          <p:nvPr/>
        </p:nvCxnSpPr>
        <p:spPr>
          <a:xfrm>
            <a:off x="1858148" y="4295014"/>
            <a:ext cx="9648052" cy="0"/>
          </a:xfrm>
          <a:prstGeom prst="line">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50" name="Group 149">
            <a:extLst>
              <a:ext uri="{FF2B5EF4-FFF2-40B4-BE49-F238E27FC236}">
                <a16:creationId xmlns:a16="http://schemas.microsoft.com/office/drawing/2014/main" id="{3D97B2D2-CB55-3056-1A2D-D4295EB5C122}"/>
              </a:ext>
            </a:extLst>
          </p:cNvPr>
          <p:cNvGrpSpPr/>
          <p:nvPr/>
        </p:nvGrpSpPr>
        <p:grpSpPr>
          <a:xfrm>
            <a:off x="1792555" y="4444517"/>
            <a:ext cx="10399445" cy="646868"/>
            <a:chOff x="1792555" y="3255987"/>
            <a:chExt cx="10399445" cy="646868"/>
          </a:xfrm>
        </p:grpSpPr>
        <p:sp>
          <p:nvSpPr>
            <p:cNvPr id="174" name="Freeform: Shape 173">
              <a:extLst>
                <a:ext uri="{FF2B5EF4-FFF2-40B4-BE49-F238E27FC236}">
                  <a16:creationId xmlns:a16="http://schemas.microsoft.com/office/drawing/2014/main" id="{38563E61-08BB-7A74-24BB-E8361A8032E7}"/>
                </a:ext>
              </a:extLst>
            </p:cNvPr>
            <p:cNvSpPr/>
            <p:nvPr/>
          </p:nvSpPr>
          <p:spPr>
            <a:xfrm>
              <a:off x="1792555" y="3255987"/>
              <a:ext cx="7801025" cy="625194"/>
            </a:xfrm>
            <a:custGeom>
              <a:avLst/>
              <a:gdLst>
                <a:gd name="connsiteX0" fmla="*/ 0 w 10510787"/>
                <a:gd name="connsiteY0" fmla="*/ 552867 h 1034130"/>
                <a:gd name="connsiteX1" fmla="*/ 664143 w 10510787"/>
                <a:gd name="connsiteY1" fmla="*/ 909002 h 1034130"/>
                <a:gd name="connsiteX2" fmla="*/ 2512193 w 10510787"/>
                <a:gd name="connsiteY2" fmla="*/ 138981 h 1034130"/>
                <a:gd name="connsiteX3" fmla="*/ 4206240 w 10510787"/>
                <a:gd name="connsiteY3" fmla="*/ 860876 h 1034130"/>
                <a:gd name="connsiteX4" fmla="*/ 5698156 w 10510787"/>
                <a:gd name="connsiteY4" fmla="*/ 350737 h 1034130"/>
                <a:gd name="connsiteX5" fmla="*/ 7190071 w 10510787"/>
                <a:gd name="connsiteY5" fmla="*/ 437364 h 1034130"/>
                <a:gd name="connsiteX6" fmla="*/ 8604985 w 10510787"/>
                <a:gd name="connsiteY6" fmla="*/ 13852 h 1034130"/>
                <a:gd name="connsiteX7" fmla="*/ 10510787 w 10510787"/>
                <a:gd name="connsiteY7" fmla="*/ 1034130 h 1034130"/>
                <a:gd name="csX0" fmla="*/ 0 w 9919794"/>
                <a:gd name="csY0" fmla="*/ 552867 h 922249"/>
                <a:gd name="csX1" fmla="*/ 664143 w 9919794"/>
                <a:gd name="csY1" fmla="*/ 909002 h 922249"/>
                <a:gd name="csX2" fmla="*/ 2512193 w 9919794"/>
                <a:gd name="csY2" fmla="*/ 138981 h 922249"/>
                <a:gd name="csX3" fmla="*/ 4206240 w 9919794"/>
                <a:gd name="csY3" fmla="*/ 860876 h 922249"/>
                <a:gd name="csX4" fmla="*/ 5698156 w 9919794"/>
                <a:gd name="csY4" fmla="*/ 350737 h 922249"/>
                <a:gd name="csX5" fmla="*/ 7190071 w 9919794"/>
                <a:gd name="csY5" fmla="*/ 437364 h 922249"/>
                <a:gd name="csX6" fmla="*/ 8604985 w 9919794"/>
                <a:gd name="csY6" fmla="*/ 13852 h 922249"/>
                <a:gd name="csX7" fmla="*/ 9919794 w 9919794"/>
                <a:gd name="csY7" fmla="*/ 661404 h 922249"/>
                <a:gd name="csX0" fmla="*/ 0 w 9255651"/>
                <a:gd name="csY0" fmla="*/ 909002 h 909001"/>
                <a:gd name="csX1" fmla="*/ 1848050 w 9255651"/>
                <a:gd name="csY1" fmla="*/ 138981 h 909001"/>
                <a:gd name="csX2" fmla="*/ 3542097 w 9255651"/>
                <a:gd name="csY2" fmla="*/ 860876 h 909001"/>
                <a:gd name="csX3" fmla="*/ 5034013 w 9255651"/>
                <a:gd name="csY3" fmla="*/ 350737 h 909001"/>
                <a:gd name="csX4" fmla="*/ 6525928 w 9255651"/>
                <a:gd name="csY4" fmla="*/ 437364 h 909001"/>
                <a:gd name="csX5" fmla="*/ 7940842 w 9255651"/>
                <a:gd name="csY5" fmla="*/ 13852 h 909001"/>
                <a:gd name="csX6" fmla="*/ 9255651 w 9255651"/>
                <a:gd name="csY6" fmla="*/ 661404 h 909001"/>
                <a:gd name="csX0" fmla="*/ 0 w 8067099"/>
                <a:gd name="csY0" fmla="*/ 356947 h 862746"/>
                <a:gd name="csX1" fmla="*/ 659498 w 8067099"/>
                <a:gd name="csY1" fmla="*/ 138981 h 862746"/>
                <a:gd name="csX2" fmla="*/ 2353545 w 8067099"/>
                <a:gd name="csY2" fmla="*/ 860876 h 862746"/>
                <a:gd name="csX3" fmla="*/ 3845461 w 8067099"/>
                <a:gd name="csY3" fmla="*/ 350737 h 862746"/>
                <a:gd name="csX4" fmla="*/ 5337376 w 8067099"/>
                <a:gd name="csY4" fmla="*/ 437364 h 862746"/>
                <a:gd name="csX5" fmla="*/ 6752290 w 8067099"/>
                <a:gd name="csY5" fmla="*/ 13852 h 862746"/>
                <a:gd name="csX6" fmla="*/ 8067099 w 8067099"/>
                <a:gd name="csY6" fmla="*/ 661404 h 862746"/>
                <a:gd name="csX0" fmla="*/ 0 w 8067099"/>
                <a:gd name="csY0" fmla="*/ 356947 h 862746"/>
                <a:gd name="csX1" fmla="*/ 659498 w 8067099"/>
                <a:gd name="csY1" fmla="*/ 138981 h 862746"/>
                <a:gd name="csX2" fmla="*/ 2353545 w 8067099"/>
                <a:gd name="csY2" fmla="*/ 860876 h 862746"/>
                <a:gd name="csX3" fmla="*/ 3845461 w 8067099"/>
                <a:gd name="csY3" fmla="*/ 350737 h 862746"/>
                <a:gd name="csX4" fmla="*/ 5337376 w 8067099"/>
                <a:gd name="csY4" fmla="*/ 437364 h 862746"/>
                <a:gd name="csX5" fmla="*/ 6752290 w 8067099"/>
                <a:gd name="csY5" fmla="*/ 13852 h 862746"/>
                <a:gd name="csX6" fmla="*/ 8067099 w 8067099"/>
                <a:gd name="csY6" fmla="*/ 661404 h 86274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067099" h="862746">
                  <a:moveTo>
                    <a:pt x="0" y="356947"/>
                  </a:moveTo>
                  <a:cubicBezTo>
                    <a:pt x="83803" y="296728"/>
                    <a:pt x="267241" y="54993"/>
                    <a:pt x="659498" y="138981"/>
                  </a:cubicBezTo>
                  <a:cubicBezTo>
                    <a:pt x="1051755" y="222969"/>
                    <a:pt x="1822551" y="825583"/>
                    <a:pt x="2353545" y="860876"/>
                  </a:cubicBezTo>
                  <a:cubicBezTo>
                    <a:pt x="2884539" y="896169"/>
                    <a:pt x="3348156" y="421322"/>
                    <a:pt x="3845461" y="350737"/>
                  </a:cubicBezTo>
                  <a:cubicBezTo>
                    <a:pt x="4342766" y="280152"/>
                    <a:pt x="4852905" y="493511"/>
                    <a:pt x="5337376" y="437364"/>
                  </a:cubicBezTo>
                  <a:cubicBezTo>
                    <a:pt x="5821847" y="381217"/>
                    <a:pt x="6198837" y="-85609"/>
                    <a:pt x="6752290" y="13852"/>
                  </a:cubicBezTo>
                  <a:cubicBezTo>
                    <a:pt x="7305743" y="113313"/>
                    <a:pt x="7728611" y="457669"/>
                    <a:pt x="8067099" y="661404"/>
                  </a:cubicBezTo>
                </a:path>
              </a:pathLst>
            </a:custGeom>
            <a:noFill/>
            <a:ln w="28575" cap="sq">
              <a:solidFill>
                <a:schemeClr val="bg2">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100" b="0" i="0" u="none" strike="noStrike" kern="1200" cap="none" spc="0" normalizeH="0" baseline="0" noProof="0">
                <a:ln>
                  <a:noFill/>
                </a:ln>
                <a:solidFill>
                  <a:srgbClr val="FFFFFF"/>
                </a:solidFill>
                <a:effectLst/>
                <a:uLnTx/>
                <a:uFillTx/>
                <a:latin typeface="Arial"/>
                <a:ea typeface="+mn-ea"/>
                <a:cs typeface="+mn-cs"/>
              </a:endParaRPr>
            </a:p>
          </p:txBody>
        </p:sp>
        <p:sp>
          <p:nvSpPr>
            <p:cNvPr id="175" name="Freeform: Shape 174">
              <a:extLst>
                <a:ext uri="{FF2B5EF4-FFF2-40B4-BE49-F238E27FC236}">
                  <a16:creationId xmlns:a16="http://schemas.microsoft.com/office/drawing/2014/main" id="{202179C0-424C-77C7-CBB3-D4D37FC2B0FF}"/>
                </a:ext>
              </a:extLst>
            </p:cNvPr>
            <p:cNvSpPr/>
            <p:nvPr/>
          </p:nvSpPr>
          <p:spPr>
            <a:xfrm>
              <a:off x="9406427" y="3344696"/>
              <a:ext cx="2785573" cy="558159"/>
            </a:xfrm>
            <a:custGeom>
              <a:avLst/>
              <a:gdLst>
                <a:gd name="connsiteX0" fmla="*/ 0 w 10510787"/>
                <a:gd name="connsiteY0" fmla="*/ 552867 h 1034130"/>
                <a:gd name="connsiteX1" fmla="*/ 664143 w 10510787"/>
                <a:gd name="connsiteY1" fmla="*/ 909002 h 1034130"/>
                <a:gd name="connsiteX2" fmla="*/ 2512193 w 10510787"/>
                <a:gd name="connsiteY2" fmla="*/ 138981 h 1034130"/>
                <a:gd name="connsiteX3" fmla="*/ 4206240 w 10510787"/>
                <a:gd name="connsiteY3" fmla="*/ 860876 h 1034130"/>
                <a:gd name="connsiteX4" fmla="*/ 5698156 w 10510787"/>
                <a:gd name="connsiteY4" fmla="*/ 350737 h 1034130"/>
                <a:gd name="connsiteX5" fmla="*/ 7190071 w 10510787"/>
                <a:gd name="connsiteY5" fmla="*/ 437364 h 1034130"/>
                <a:gd name="connsiteX6" fmla="*/ 8604985 w 10510787"/>
                <a:gd name="connsiteY6" fmla="*/ 13852 h 1034130"/>
                <a:gd name="connsiteX7" fmla="*/ 10510787 w 10510787"/>
                <a:gd name="connsiteY7" fmla="*/ 1034130 h 1034130"/>
                <a:gd name="csX0" fmla="*/ 0 w 10510787"/>
                <a:gd name="csY0" fmla="*/ 552867 h 1034130"/>
                <a:gd name="csX1" fmla="*/ 664143 w 10510787"/>
                <a:gd name="csY1" fmla="*/ 909002 h 1034130"/>
                <a:gd name="csX2" fmla="*/ 2512193 w 10510787"/>
                <a:gd name="csY2" fmla="*/ 138981 h 1034130"/>
                <a:gd name="csX3" fmla="*/ 5698156 w 10510787"/>
                <a:gd name="csY3" fmla="*/ 350737 h 1034130"/>
                <a:gd name="csX4" fmla="*/ 7190071 w 10510787"/>
                <a:gd name="csY4" fmla="*/ 437364 h 1034130"/>
                <a:gd name="csX5" fmla="*/ 8604985 w 10510787"/>
                <a:gd name="csY5" fmla="*/ 13852 h 1034130"/>
                <a:gd name="csX6" fmla="*/ 10510787 w 10510787"/>
                <a:gd name="csY6" fmla="*/ 1034130 h 1034130"/>
                <a:gd name="csX0" fmla="*/ 0 w 10510787"/>
                <a:gd name="csY0" fmla="*/ 552867 h 1034130"/>
                <a:gd name="csX1" fmla="*/ 664143 w 10510787"/>
                <a:gd name="csY1" fmla="*/ 909002 h 1034130"/>
                <a:gd name="csX2" fmla="*/ 2512193 w 10510787"/>
                <a:gd name="csY2" fmla="*/ 138981 h 1034130"/>
                <a:gd name="csX3" fmla="*/ 7190071 w 10510787"/>
                <a:gd name="csY3" fmla="*/ 437364 h 1034130"/>
                <a:gd name="csX4" fmla="*/ 8604985 w 10510787"/>
                <a:gd name="csY4" fmla="*/ 13852 h 1034130"/>
                <a:gd name="csX5" fmla="*/ 10510787 w 10510787"/>
                <a:gd name="csY5" fmla="*/ 1034130 h 1034130"/>
                <a:gd name="csX0" fmla="*/ 0 w 10510787"/>
                <a:gd name="csY0" fmla="*/ 606170 h 1087433"/>
                <a:gd name="csX1" fmla="*/ 664143 w 10510787"/>
                <a:gd name="csY1" fmla="*/ 962305 h 1087433"/>
                <a:gd name="csX2" fmla="*/ 2512193 w 10510787"/>
                <a:gd name="csY2" fmla="*/ 192284 h 1087433"/>
                <a:gd name="csX3" fmla="*/ 8604985 w 10510787"/>
                <a:gd name="csY3" fmla="*/ 67155 h 1087433"/>
                <a:gd name="csX4" fmla="*/ 10510787 w 10510787"/>
                <a:gd name="csY4" fmla="*/ 1087433 h 1087433"/>
                <a:gd name="csX0" fmla="*/ 0 w 10510787"/>
                <a:gd name="csY0" fmla="*/ 414330 h 895593"/>
                <a:gd name="csX1" fmla="*/ 664143 w 10510787"/>
                <a:gd name="csY1" fmla="*/ 770465 h 895593"/>
                <a:gd name="csX2" fmla="*/ 2512193 w 10510787"/>
                <a:gd name="csY2" fmla="*/ 444 h 895593"/>
                <a:gd name="csX3" fmla="*/ 10510787 w 10510787"/>
                <a:gd name="csY3" fmla="*/ 895593 h 895593"/>
                <a:gd name="csX0" fmla="*/ 0 w 2512193"/>
                <a:gd name="csY0" fmla="*/ 414330 h 783712"/>
                <a:gd name="csX1" fmla="*/ 664143 w 2512193"/>
                <a:gd name="csY1" fmla="*/ 770465 h 783712"/>
                <a:gd name="csX2" fmla="*/ 2512193 w 2512193"/>
                <a:gd name="csY2" fmla="*/ 444 h 783712"/>
                <a:gd name="csX0" fmla="*/ 0 w 2370355"/>
                <a:gd name="csY0" fmla="*/ 414330 h 783712"/>
                <a:gd name="csX1" fmla="*/ 664143 w 2370355"/>
                <a:gd name="csY1" fmla="*/ 770465 h 783712"/>
                <a:gd name="csX2" fmla="*/ 2370355 w 2370355"/>
                <a:gd name="csY2" fmla="*/ 443 h 783712"/>
                <a:gd name="csX0" fmla="*/ 0 w 2370355"/>
                <a:gd name="csY0" fmla="*/ 413887 h 783269"/>
                <a:gd name="csX1" fmla="*/ 664143 w 2370355"/>
                <a:gd name="csY1" fmla="*/ 770022 h 783269"/>
                <a:gd name="csX2" fmla="*/ 2370355 w 2370355"/>
                <a:gd name="csY2" fmla="*/ 0 h 783269"/>
                <a:gd name="csX0" fmla="*/ 0 w 2557503"/>
                <a:gd name="csY0" fmla="*/ 439771 h 785985"/>
                <a:gd name="csX1" fmla="*/ 851291 w 2557503"/>
                <a:gd name="csY1" fmla="*/ 770022 h 785985"/>
                <a:gd name="csX2" fmla="*/ 2557503 w 2557503"/>
                <a:gd name="csY2" fmla="*/ 0 h 785985"/>
                <a:gd name="csX0" fmla="*/ 0 w 2557503"/>
                <a:gd name="csY0" fmla="*/ 439771 h 785147"/>
                <a:gd name="csX1" fmla="*/ 851291 w 2557503"/>
                <a:gd name="csY1" fmla="*/ 770022 h 785147"/>
                <a:gd name="csX2" fmla="*/ 2557503 w 2557503"/>
                <a:gd name="csY2" fmla="*/ 0 h 785147"/>
                <a:gd name="csX0" fmla="*/ 0 w 2564079"/>
                <a:gd name="csY0" fmla="*/ 413886 h 782605"/>
                <a:gd name="csX1" fmla="*/ 857867 w 2564079"/>
                <a:gd name="csY1" fmla="*/ 770022 h 782605"/>
                <a:gd name="csX2" fmla="*/ 2564079 w 2564079"/>
                <a:gd name="csY2" fmla="*/ 0 h 782605"/>
                <a:gd name="csX0" fmla="*/ 0 w 2564079"/>
                <a:gd name="csY0" fmla="*/ 413886 h 781534"/>
                <a:gd name="csX1" fmla="*/ 857867 w 2564079"/>
                <a:gd name="csY1" fmla="*/ 770022 h 781534"/>
                <a:gd name="csX2" fmla="*/ 2564079 w 2564079"/>
                <a:gd name="csY2" fmla="*/ 0 h 781534"/>
                <a:gd name="csX0" fmla="*/ 0 w 2564079"/>
                <a:gd name="csY0" fmla="*/ 413886 h 782096"/>
                <a:gd name="csX1" fmla="*/ 857867 w 2564079"/>
                <a:gd name="csY1" fmla="*/ 770022 h 782096"/>
                <a:gd name="csX2" fmla="*/ 2564079 w 2564079"/>
                <a:gd name="csY2" fmla="*/ 0 h 782096"/>
                <a:gd name="csX0" fmla="*/ 0 w 2564079"/>
                <a:gd name="csY0" fmla="*/ 413886 h 782195"/>
                <a:gd name="csX1" fmla="*/ 857867 w 2564079"/>
                <a:gd name="csY1" fmla="*/ 770022 h 782195"/>
                <a:gd name="csX2" fmla="*/ 2564079 w 2564079"/>
                <a:gd name="csY2" fmla="*/ 0 h 782195"/>
                <a:gd name="csX0" fmla="*/ 0 w 2564079"/>
                <a:gd name="csY0" fmla="*/ 413886 h 769796"/>
                <a:gd name="csX1" fmla="*/ 899514 w 2564079"/>
                <a:gd name="csY1" fmla="*/ 757080 h 769796"/>
                <a:gd name="csX2" fmla="*/ 2564079 w 2564079"/>
                <a:gd name="csY2" fmla="*/ 0 h 769796"/>
                <a:gd name="csX0" fmla="*/ 0 w 2564079"/>
                <a:gd name="csY0" fmla="*/ 413886 h 770241"/>
                <a:gd name="csX1" fmla="*/ 899514 w 2564079"/>
                <a:gd name="csY1" fmla="*/ 757080 h 770241"/>
                <a:gd name="csX2" fmla="*/ 2564079 w 2564079"/>
                <a:gd name="csY2" fmla="*/ 0 h 770241"/>
              </a:gdLst>
              <a:ahLst/>
              <a:cxnLst>
                <a:cxn ang="0">
                  <a:pos x="csX0" y="csY0"/>
                </a:cxn>
                <a:cxn ang="0">
                  <a:pos x="csX1" y="csY1"/>
                </a:cxn>
                <a:cxn ang="0">
                  <a:pos x="csX2" y="csY2"/>
                </a:cxn>
              </a:cxnLst>
              <a:rect l="l" t="t" r="r" b="b"/>
              <a:pathLst>
                <a:path w="2564079" h="770241">
                  <a:moveTo>
                    <a:pt x="0" y="413886"/>
                  </a:moveTo>
                  <a:cubicBezTo>
                    <a:pt x="292793" y="610914"/>
                    <a:pt x="472168" y="826061"/>
                    <a:pt x="899514" y="757080"/>
                  </a:cubicBezTo>
                  <a:cubicBezTo>
                    <a:pt x="1326861" y="688099"/>
                    <a:pt x="1616403" y="78538"/>
                    <a:pt x="2564079" y="0"/>
                  </a:cubicBezTo>
                </a:path>
              </a:pathLst>
            </a:custGeom>
            <a:noFill/>
            <a:ln w="28575" cap="sq">
              <a:solidFill>
                <a:schemeClr val="bg2">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100" b="0" i="0" u="none" strike="noStrike" kern="1200" cap="none" spc="0" normalizeH="0" baseline="0" noProof="0">
                <a:ln>
                  <a:noFill/>
                </a:ln>
                <a:solidFill>
                  <a:srgbClr val="FFFFFF"/>
                </a:solidFill>
                <a:effectLst/>
                <a:uLnTx/>
                <a:uFillTx/>
                <a:latin typeface="Arial"/>
                <a:ea typeface="+mn-ea"/>
                <a:cs typeface="+mn-cs"/>
              </a:endParaRPr>
            </a:p>
          </p:txBody>
        </p:sp>
      </p:grpSp>
      <p:grpSp>
        <p:nvGrpSpPr>
          <p:cNvPr id="151" name="Group 150">
            <a:extLst>
              <a:ext uri="{FF2B5EF4-FFF2-40B4-BE49-F238E27FC236}">
                <a16:creationId xmlns:a16="http://schemas.microsoft.com/office/drawing/2014/main" id="{4C6888E2-35DA-2DBD-7349-27EFFA9D8E0B}"/>
              </a:ext>
            </a:extLst>
          </p:cNvPr>
          <p:cNvGrpSpPr/>
          <p:nvPr/>
        </p:nvGrpSpPr>
        <p:grpSpPr>
          <a:xfrm>
            <a:off x="1835590" y="4378639"/>
            <a:ext cx="1618057" cy="1009966"/>
            <a:chOff x="98846" y="3197915"/>
            <a:chExt cx="1755518" cy="1095767"/>
          </a:xfrm>
        </p:grpSpPr>
        <p:grpSp>
          <p:nvGrpSpPr>
            <p:cNvPr id="169" name="Group 168">
              <a:extLst>
                <a:ext uri="{FF2B5EF4-FFF2-40B4-BE49-F238E27FC236}">
                  <a16:creationId xmlns:a16="http://schemas.microsoft.com/office/drawing/2014/main" id="{EBAEE5A9-9ED1-A6F7-525B-EE009F63EBF9}"/>
                </a:ext>
              </a:extLst>
            </p:cNvPr>
            <p:cNvGrpSpPr/>
            <p:nvPr/>
          </p:nvGrpSpPr>
          <p:grpSpPr>
            <a:xfrm>
              <a:off x="869027" y="3308564"/>
              <a:ext cx="985337" cy="985118"/>
              <a:chOff x="1769812" y="2602033"/>
              <a:chExt cx="1071043" cy="1070805"/>
            </a:xfrm>
          </p:grpSpPr>
          <p:pic>
            <p:nvPicPr>
              <p:cNvPr id="172" name="Picture 171">
                <a:extLst>
                  <a:ext uri="{FF2B5EF4-FFF2-40B4-BE49-F238E27FC236}">
                    <a16:creationId xmlns:a16="http://schemas.microsoft.com/office/drawing/2014/main" id="{E98CD8C4-A51E-D86F-B980-101C61B116F7}"/>
                  </a:ext>
                </a:extLst>
              </p:cNvPr>
              <p:cNvPicPr>
                <a:picLocks/>
              </p:cNvPicPr>
              <p:nvPr/>
            </p:nvPicPr>
            <p:blipFill>
              <a:blip r:embed="rId28" cstate="screen">
                <a:extLst>
                  <a:ext uri="{28A0092B-C50C-407E-A947-70E740481C1C}">
                    <a14:useLocalDpi xmlns:a14="http://schemas.microsoft.com/office/drawing/2010/main"/>
                  </a:ext>
                </a:extLst>
              </a:blip>
              <a:stretch>
                <a:fillRect/>
              </a:stretch>
            </p:blipFill>
            <p:spPr>
              <a:xfrm>
                <a:off x="2115721" y="2812752"/>
                <a:ext cx="379224" cy="741091"/>
              </a:xfrm>
              <a:prstGeom prst="rect">
                <a:avLst/>
              </a:prstGeom>
            </p:spPr>
          </p:pic>
          <p:pic>
            <p:nvPicPr>
              <p:cNvPr id="173" name="Picture 172">
                <a:extLst>
                  <a:ext uri="{FF2B5EF4-FFF2-40B4-BE49-F238E27FC236}">
                    <a16:creationId xmlns:a16="http://schemas.microsoft.com/office/drawing/2014/main" id="{36CBF2D4-66ED-3515-ECE1-34C632EDD596}"/>
                  </a:ext>
                </a:extLst>
              </p:cNvPr>
              <p:cNvPicPr>
                <a:picLocks noChangeAspect="1"/>
              </p:cNvPicPr>
              <p:nvPr/>
            </p:nvPicPr>
            <p:blipFill>
              <a:blip r:embed="rId29"/>
              <a:stretch>
                <a:fillRect/>
              </a:stretch>
            </p:blipFill>
            <p:spPr>
              <a:xfrm>
                <a:off x="1769812" y="2602033"/>
                <a:ext cx="1071043" cy="1070805"/>
              </a:xfrm>
              <a:prstGeom prst="rect">
                <a:avLst/>
              </a:prstGeom>
            </p:spPr>
          </p:pic>
        </p:grpSp>
        <p:sp>
          <p:nvSpPr>
            <p:cNvPr id="170" name="Oval 169">
              <a:extLst>
                <a:ext uri="{FF2B5EF4-FFF2-40B4-BE49-F238E27FC236}">
                  <a16:creationId xmlns:a16="http://schemas.microsoft.com/office/drawing/2014/main" id="{7A39EB74-53E1-2440-B85E-2787DA21C79F}"/>
                </a:ext>
              </a:extLst>
            </p:cNvPr>
            <p:cNvSpPr/>
            <p:nvPr/>
          </p:nvSpPr>
          <p:spPr>
            <a:xfrm>
              <a:off x="98846" y="3197915"/>
              <a:ext cx="623627" cy="623627"/>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pic>
          <p:nvPicPr>
            <p:cNvPr id="171" name="Graphic 170">
              <a:extLst>
                <a:ext uri="{FF2B5EF4-FFF2-40B4-BE49-F238E27FC236}">
                  <a16:creationId xmlns:a16="http://schemas.microsoft.com/office/drawing/2014/main" id="{A6DBBDE7-8D5D-0106-8293-4BA8972841A2}"/>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323457" y="3256252"/>
              <a:ext cx="1113447" cy="933371"/>
            </a:xfrm>
            <a:prstGeom prst="rect">
              <a:avLst/>
            </a:prstGeom>
          </p:spPr>
        </p:pic>
      </p:grpSp>
      <p:sp>
        <p:nvSpPr>
          <p:cNvPr id="153" name="TextBox 152">
            <a:extLst>
              <a:ext uri="{FF2B5EF4-FFF2-40B4-BE49-F238E27FC236}">
                <a16:creationId xmlns:a16="http://schemas.microsoft.com/office/drawing/2014/main" id="{A5CDE145-20F0-D384-6ECC-8A14CBB0BE5C}"/>
              </a:ext>
            </a:extLst>
          </p:cNvPr>
          <p:cNvSpPr txBox="1">
            <a:spLocks/>
          </p:cNvSpPr>
          <p:nvPr/>
        </p:nvSpPr>
        <p:spPr>
          <a:xfrm>
            <a:off x="2334744" y="5531978"/>
            <a:ext cx="1830856"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defRPr/>
            </a:pPr>
            <a:r>
              <a:rPr lang="en-US" sz="1000"/>
              <a:t>Coordinator starts shop ideation in the preferred channel (e.g., Google, ChatGPT) and discovers BSN or leverages existing BSN relationship. </a:t>
            </a:r>
            <a:r>
              <a:rPr lang="en-US" sz="1000" b="1"/>
              <a:t>Coach reaches out to FSP</a:t>
            </a:r>
            <a:endParaRPr kumimoji="0" lang="de-DE" sz="1000" b="1" i="0" u="none" strike="noStrike" kern="1200" cap="none" spc="0" normalizeH="0" baseline="0" noProof="0">
              <a:ln>
                <a:noFill/>
              </a:ln>
              <a:solidFill>
                <a:srgbClr val="000000"/>
              </a:solidFill>
              <a:effectLst/>
              <a:uLnTx/>
              <a:uFillTx/>
              <a:latin typeface="Arial"/>
              <a:cs typeface="Arial"/>
            </a:endParaRPr>
          </a:p>
        </p:txBody>
      </p:sp>
      <p:sp>
        <p:nvSpPr>
          <p:cNvPr id="154" name="TextBox 153">
            <a:extLst>
              <a:ext uri="{FF2B5EF4-FFF2-40B4-BE49-F238E27FC236}">
                <a16:creationId xmlns:a16="http://schemas.microsoft.com/office/drawing/2014/main" id="{A46554C3-63D1-B221-56E0-400952FF4F0D}"/>
              </a:ext>
            </a:extLst>
          </p:cNvPr>
          <p:cNvSpPr txBox="1">
            <a:spLocks/>
          </p:cNvSpPr>
          <p:nvPr/>
        </p:nvSpPr>
        <p:spPr>
          <a:xfrm>
            <a:off x="4813301" y="5531978"/>
            <a:ext cx="1828252" cy="107721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a:t>FSP gathers information and submits intake email to MTS inbox; conversational agent</a:t>
            </a:r>
            <a:r>
              <a:rPr lang="en-US" sz="1000" b="1"/>
              <a:t> </a:t>
            </a:r>
            <a:r>
              <a:rPr lang="en-US" sz="1000"/>
              <a:t>embedded in emails ensures complete intake information; </a:t>
            </a:r>
            <a:r>
              <a:rPr lang="en-US" sz="1000" b="1"/>
              <a:t>shop agent takes intake data and builds shop E2E</a:t>
            </a:r>
            <a:endParaRPr kumimoji="0" lang="de-DE"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55" name="TextBox 154">
            <a:extLst>
              <a:ext uri="{FF2B5EF4-FFF2-40B4-BE49-F238E27FC236}">
                <a16:creationId xmlns:a16="http://schemas.microsoft.com/office/drawing/2014/main" id="{F81BA197-4E78-6968-68AE-391E2EA91BCA}"/>
              </a:ext>
            </a:extLst>
          </p:cNvPr>
          <p:cNvSpPr txBox="1">
            <a:spLocks/>
          </p:cNvSpPr>
          <p:nvPr/>
        </p:nvSpPr>
        <p:spPr>
          <a:xfrm>
            <a:off x="7289800" y="5531978"/>
            <a:ext cx="1914525" cy="92333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a:t>Upon shop creation, autonomous agent reviews and validates content against BSN standard guidelines. FSP confirms and sends to coordinator. </a:t>
            </a:r>
            <a:r>
              <a:rPr lang="en-US" sz="1000" b="1"/>
              <a:t>Bot auto-launches shop once approved</a:t>
            </a:r>
            <a:endParaRPr kumimoji="0" lang="de-DE"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156" name="Group 155">
            <a:extLst>
              <a:ext uri="{FF2B5EF4-FFF2-40B4-BE49-F238E27FC236}">
                <a16:creationId xmlns:a16="http://schemas.microsoft.com/office/drawing/2014/main" id="{D4F0D51E-88D7-05CC-23D7-4B7A2A5F24B2}"/>
              </a:ext>
            </a:extLst>
          </p:cNvPr>
          <p:cNvGrpSpPr/>
          <p:nvPr/>
        </p:nvGrpSpPr>
        <p:grpSpPr>
          <a:xfrm>
            <a:off x="1835590" y="5531978"/>
            <a:ext cx="454390" cy="454390"/>
            <a:chOff x="879091" y="2392603"/>
            <a:chExt cx="349181" cy="349181"/>
          </a:xfrm>
          <a:solidFill>
            <a:schemeClr val="accent2"/>
          </a:solidFill>
        </p:grpSpPr>
        <p:pic>
          <p:nvPicPr>
            <p:cNvPr id="167" name="CustomIcon">
              <a:extLst>
                <a:ext uri="{FF2B5EF4-FFF2-40B4-BE49-F238E27FC236}">
                  <a16:creationId xmlns:a16="http://schemas.microsoft.com/office/drawing/2014/main" id="{D7B22C26-E1B2-8291-53F2-A8EE62970E0A}"/>
                </a:ext>
              </a:extLst>
            </p:cNvPr>
            <p:cNvPicPr>
              <a:picLocks noChangeAspect="1"/>
            </p:cNvPicPr>
            <p:nvPr>
              <p:custDataLst>
                <p:tags r:id="rId12"/>
              </p:custDataLst>
            </p:nvPr>
          </p:nvPicPr>
          <p:blipFill>
            <a:blip>
              <a:extLst>
                <a:ext uri="{96DAC541-7B7A-43D3-8B79-37D633B846F1}">
                  <asvg:svgBlip xmlns:asvg="http://schemas.microsoft.com/office/drawing/2016/SVG/main" r:embed="rId32"/>
                </a:ext>
              </a:extLst>
            </a:blip>
            <a:stretch>
              <a:fillRect/>
            </a:stretch>
          </p:blipFill>
          <p:spPr>
            <a:xfrm>
              <a:off x="879091" y="2392603"/>
              <a:ext cx="349181" cy="349181"/>
            </a:xfrm>
            <a:prstGeom prst="rect">
              <a:avLst/>
            </a:prstGeom>
          </p:spPr>
        </p:pic>
        <p:sp>
          <p:nvSpPr>
            <p:cNvPr id="168" name="TextBox 167">
              <a:extLst>
                <a:ext uri="{FF2B5EF4-FFF2-40B4-BE49-F238E27FC236}">
                  <a16:creationId xmlns:a16="http://schemas.microsoft.com/office/drawing/2014/main" id="{EA8BA001-EB3B-F288-2F16-49A63624849C}"/>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1</a:t>
              </a:r>
            </a:p>
          </p:txBody>
        </p:sp>
      </p:grpSp>
      <p:grpSp>
        <p:nvGrpSpPr>
          <p:cNvPr id="157" name="Group 156">
            <a:extLst>
              <a:ext uri="{FF2B5EF4-FFF2-40B4-BE49-F238E27FC236}">
                <a16:creationId xmlns:a16="http://schemas.microsoft.com/office/drawing/2014/main" id="{A7E6BD91-56AE-B3C5-2C18-F7B4F4C0BBB7}"/>
              </a:ext>
            </a:extLst>
          </p:cNvPr>
          <p:cNvGrpSpPr/>
          <p:nvPr/>
        </p:nvGrpSpPr>
        <p:grpSpPr>
          <a:xfrm>
            <a:off x="4295828" y="5531978"/>
            <a:ext cx="454390" cy="454390"/>
            <a:chOff x="879091" y="2392603"/>
            <a:chExt cx="349181" cy="349181"/>
          </a:xfrm>
          <a:solidFill>
            <a:schemeClr val="accent2"/>
          </a:solidFill>
        </p:grpSpPr>
        <p:pic>
          <p:nvPicPr>
            <p:cNvPr id="165" name="CustomIcon">
              <a:extLst>
                <a:ext uri="{FF2B5EF4-FFF2-40B4-BE49-F238E27FC236}">
                  <a16:creationId xmlns:a16="http://schemas.microsoft.com/office/drawing/2014/main" id="{83D03649-D1E5-1D4F-5466-6BC200EF0795}"/>
                </a:ext>
              </a:extLst>
            </p:cNvPr>
            <p:cNvPicPr>
              <a:picLocks noChangeAspect="1"/>
            </p:cNvPicPr>
            <p:nvPr>
              <p:custDataLst>
                <p:tags r:id="rId11"/>
              </p:custDataLst>
            </p:nvPr>
          </p:nvPicPr>
          <p:blipFill>
            <a:blip>
              <a:extLst>
                <a:ext uri="{96DAC541-7B7A-43D3-8B79-37D633B846F1}">
                  <asvg:svgBlip xmlns:asvg="http://schemas.microsoft.com/office/drawing/2016/SVG/main" r:embed="rId32"/>
                </a:ext>
              </a:extLst>
            </a:blip>
            <a:stretch>
              <a:fillRect/>
            </a:stretch>
          </p:blipFill>
          <p:spPr>
            <a:xfrm>
              <a:off x="879091" y="2392603"/>
              <a:ext cx="349181" cy="349181"/>
            </a:xfrm>
            <a:prstGeom prst="rect">
              <a:avLst/>
            </a:prstGeom>
          </p:spPr>
        </p:pic>
        <p:sp>
          <p:nvSpPr>
            <p:cNvPr id="166" name="TextBox 165">
              <a:extLst>
                <a:ext uri="{FF2B5EF4-FFF2-40B4-BE49-F238E27FC236}">
                  <a16:creationId xmlns:a16="http://schemas.microsoft.com/office/drawing/2014/main" id="{3431F623-4A9F-8E68-5F0C-336A2A8EF633}"/>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2</a:t>
              </a:r>
            </a:p>
          </p:txBody>
        </p:sp>
      </p:grpSp>
      <p:grpSp>
        <p:nvGrpSpPr>
          <p:cNvPr id="158" name="Group 157">
            <a:extLst>
              <a:ext uri="{FF2B5EF4-FFF2-40B4-BE49-F238E27FC236}">
                <a16:creationId xmlns:a16="http://schemas.microsoft.com/office/drawing/2014/main" id="{CCAE801D-2A56-EE2E-1751-9A35495ACEFF}"/>
              </a:ext>
            </a:extLst>
          </p:cNvPr>
          <p:cNvGrpSpPr/>
          <p:nvPr/>
        </p:nvGrpSpPr>
        <p:grpSpPr>
          <a:xfrm>
            <a:off x="6733120" y="5531978"/>
            <a:ext cx="498320" cy="454390"/>
            <a:chOff x="879091" y="2392603"/>
            <a:chExt cx="349181" cy="349181"/>
          </a:xfrm>
          <a:solidFill>
            <a:schemeClr val="accent2"/>
          </a:solidFill>
        </p:grpSpPr>
        <p:pic>
          <p:nvPicPr>
            <p:cNvPr id="163" name="CustomIcon">
              <a:extLst>
                <a:ext uri="{FF2B5EF4-FFF2-40B4-BE49-F238E27FC236}">
                  <a16:creationId xmlns:a16="http://schemas.microsoft.com/office/drawing/2014/main" id="{9C3DBA57-42BF-5DD6-7F72-B38529CC121A}"/>
                </a:ext>
              </a:extLst>
            </p:cNvPr>
            <p:cNvPicPr>
              <a:picLocks noChangeAspect="1"/>
            </p:cNvPicPr>
            <p:nvPr>
              <p:custDataLst>
                <p:tags r:id="rId10"/>
              </p:custDataLst>
            </p:nvPr>
          </p:nvPicPr>
          <p:blipFill>
            <a:blip>
              <a:extLst>
                <a:ext uri="{96DAC541-7B7A-43D3-8B79-37D633B846F1}">
                  <asvg:svgBlip xmlns:asvg="http://schemas.microsoft.com/office/drawing/2016/SVG/main" r:embed="rId32"/>
                </a:ext>
              </a:extLst>
            </a:blip>
            <a:stretch>
              <a:fillRect/>
            </a:stretch>
          </p:blipFill>
          <p:spPr>
            <a:xfrm>
              <a:off x="879091" y="2392603"/>
              <a:ext cx="349181" cy="349181"/>
            </a:xfrm>
            <a:prstGeom prst="rect">
              <a:avLst/>
            </a:prstGeom>
          </p:spPr>
        </p:pic>
        <p:sp>
          <p:nvSpPr>
            <p:cNvPr id="164" name="TextBox 163">
              <a:extLst>
                <a:ext uri="{FF2B5EF4-FFF2-40B4-BE49-F238E27FC236}">
                  <a16:creationId xmlns:a16="http://schemas.microsoft.com/office/drawing/2014/main" id="{689336D7-B79B-BA57-1494-99CF6D771271}"/>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3</a:t>
              </a:r>
            </a:p>
          </p:txBody>
        </p:sp>
      </p:grpSp>
      <p:sp>
        <p:nvSpPr>
          <p:cNvPr id="159" name="TextBox 158">
            <a:extLst>
              <a:ext uri="{FF2B5EF4-FFF2-40B4-BE49-F238E27FC236}">
                <a16:creationId xmlns:a16="http://schemas.microsoft.com/office/drawing/2014/main" id="{D5D9FEB6-1ADE-6C4D-88D6-99A01ACB5F58}"/>
              </a:ext>
            </a:extLst>
          </p:cNvPr>
          <p:cNvSpPr txBox="1">
            <a:spLocks/>
          </p:cNvSpPr>
          <p:nvPr/>
        </p:nvSpPr>
        <p:spPr>
          <a:xfrm>
            <a:off x="9683751" y="5531978"/>
            <a:ext cx="1849004" cy="76944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a:t>Coordinator requests for shop edits are routed to MTS rep for implementation, rep uses </a:t>
            </a:r>
            <a:r>
              <a:rPr lang="en-US" sz="1000" b="1"/>
              <a:t>conversational interface to make changes</a:t>
            </a:r>
            <a:endParaRPr kumimoji="0" lang="de-DE"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160" name="Group 159">
            <a:extLst>
              <a:ext uri="{FF2B5EF4-FFF2-40B4-BE49-F238E27FC236}">
                <a16:creationId xmlns:a16="http://schemas.microsoft.com/office/drawing/2014/main" id="{0E9E222E-933B-9F87-F038-63252008E378}"/>
              </a:ext>
            </a:extLst>
          </p:cNvPr>
          <p:cNvGrpSpPr/>
          <p:nvPr/>
        </p:nvGrpSpPr>
        <p:grpSpPr>
          <a:xfrm>
            <a:off x="9170411" y="5531978"/>
            <a:ext cx="454390" cy="454390"/>
            <a:chOff x="879091" y="2392603"/>
            <a:chExt cx="349181" cy="349181"/>
          </a:xfrm>
          <a:solidFill>
            <a:schemeClr val="accent2"/>
          </a:solidFill>
        </p:grpSpPr>
        <p:pic>
          <p:nvPicPr>
            <p:cNvPr id="161" name="CustomIcon">
              <a:extLst>
                <a:ext uri="{FF2B5EF4-FFF2-40B4-BE49-F238E27FC236}">
                  <a16:creationId xmlns:a16="http://schemas.microsoft.com/office/drawing/2014/main" id="{B5C6905B-91D5-DA0F-9D5C-50601215EF5E}"/>
                </a:ext>
              </a:extLst>
            </p:cNvPr>
            <p:cNvPicPr>
              <a:picLocks noChangeAspect="1"/>
            </p:cNvPicPr>
            <p:nvPr>
              <p:custDataLst>
                <p:tags r:id="rId9"/>
              </p:custDataLst>
            </p:nvPr>
          </p:nvPicPr>
          <p:blipFill>
            <a:blip>
              <a:extLst>
                <a:ext uri="{96DAC541-7B7A-43D3-8B79-37D633B846F1}">
                  <asvg:svgBlip xmlns:asvg="http://schemas.microsoft.com/office/drawing/2016/SVG/main" r:embed="rId32"/>
                </a:ext>
              </a:extLst>
            </a:blip>
            <a:stretch>
              <a:fillRect/>
            </a:stretch>
          </p:blipFill>
          <p:spPr>
            <a:xfrm>
              <a:off x="879091" y="2392603"/>
              <a:ext cx="349181" cy="349181"/>
            </a:xfrm>
            <a:prstGeom prst="rect">
              <a:avLst/>
            </a:prstGeom>
          </p:spPr>
        </p:pic>
        <p:sp>
          <p:nvSpPr>
            <p:cNvPr id="162" name="TextBox 161">
              <a:extLst>
                <a:ext uri="{FF2B5EF4-FFF2-40B4-BE49-F238E27FC236}">
                  <a16:creationId xmlns:a16="http://schemas.microsoft.com/office/drawing/2014/main" id="{F6D30D97-EA6C-7C74-9326-41362AA21F32}"/>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4</a:t>
              </a:r>
            </a:p>
          </p:txBody>
        </p:sp>
      </p:grpSp>
      <p:grpSp>
        <p:nvGrpSpPr>
          <p:cNvPr id="397" name="Group 396">
            <a:extLst>
              <a:ext uri="{FF2B5EF4-FFF2-40B4-BE49-F238E27FC236}">
                <a16:creationId xmlns:a16="http://schemas.microsoft.com/office/drawing/2014/main" id="{5240D97E-7A54-2ACC-BE6C-8911D801BE6C}"/>
              </a:ext>
            </a:extLst>
          </p:cNvPr>
          <p:cNvGrpSpPr/>
          <p:nvPr/>
        </p:nvGrpSpPr>
        <p:grpSpPr>
          <a:xfrm>
            <a:off x="4295828" y="4341071"/>
            <a:ext cx="1195316" cy="1123410"/>
            <a:chOff x="4813301" y="4341071"/>
            <a:chExt cx="1195316" cy="1123410"/>
          </a:xfrm>
        </p:grpSpPr>
        <p:sp>
          <p:nvSpPr>
            <p:cNvPr id="283" name="Freeform: Shape 282">
              <a:extLst>
                <a:ext uri="{FF2B5EF4-FFF2-40B4-BE49-F238E27FC236}">
                  <a16:creationId xmlns:a16="http://schemas.microsoft.com/office/drawing/2014/main" id="{A63F4DE3-4059-2BF0-C7EF-EC58FA8ACC31}"/>
                </a:ext>
              </a:extLst>
            </p:cNvPr>
            <p:cNvSpPr/>
            <p:nvPr/>
          </p:nvSpPr>
          <p:spPr>
            <a:xfrm>
              <a:off x="5061230" y="4678240"/>
              <a:ext cx="774720" cy="532912"/>
            </a:xfrm>
            <a:custGeom>
              <a:avLst/>
              <a:gdLst>
                <a:gd name="csX0" fmla="*/ 934406 w 934406"/>
                <a:gd name="csY0" fmla="*/ 628209 h 642757"/>
                <a:gd name="csX1" fmla="*/ 919879 w 934406"/>
                <a:gd name="csY1" fmla="*/ 642758 h 642757"/>
                <a:gd name="csX2" fmla="*/ 14528 w 934406"/>
                <a:gd name="csY2" fmla="*/ 642758 h 642757"/>
                <a:gd name="csX3" fmla="*/ 0 w 934406"/>
                <a:gd name="csY3" fmla="*/ 628209 h 642757"/>
                <a:gd name="csX4" fmla="*/ 0 w 934406"/>
                <a:gd name="csY4" fmla="*/ 14549 h 642757"/>
                <a:gd name="csX5" fmla="*/ 14528 w 934406"/>
                <a:gd name="csY5" fmla="*/ 0 h 642757"/>
                <a:gd name="csX6" fmla="*/ 919879 w 934406"/>
                <a:gd name="csY6" fmla="*/ 0 h 642757"/>
                <a:gd name="csX7" fmla="*/ 934406 w 934406"/>
                <a:gd name="csY7" fmla="*/ 14549 h 642757"/>
                <a:gd name="csX8" fmla="*/ 934406 w 934406"/>
                <a:gd name="csY8" fmla="*/ 628209 h 6427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34406" h="642757">
                  <a:moveTo>
                    <a:pt x="934406" y="628209"/>
                  </a:moveTo>
                  <a:cubicBezTo>
                    <a:pt x="934406" y="636242"/>
                    <a:pt x="927891" y="642758"/>
                    <a:pt x="919879" y="642758"/>
                  </a:cubicBezTo>
                  <a:lnTo>
                    <a:pt x="14528" y="642758"/>
                  </a:lnTo>
                  <a:cubicBezTo>
                    <a:pt x="6494" y="642758"/>
                    <a:pt x="0" y="636242"/>
                    <a:pt x="0" y="628209"/>
                  </a:cubicBezTo>
                  <a:lnTo>
                    <a:pt x="0" y="14549"/>
                  </a:lnTo>
                  <a:cubicBezTo>
                    <a:pt x="0" y="6515"/>
                    <a:pt x="6515" y="0"/>
                    <a:pt x="14528" y="0"/>
                  </a:cubicBezTo>
                  <a:lnTo>
                    <a:pt x="919879" y="0"/>
                  </a:lnTo>
                  <a:cubicBezTo>
                    <a:pt x="927912" y="0"/>
                    <a:pt x="934406" y="6515"/>
                    <a:pt x="934406" y="14549"/>
                  </a:cubicBezTo>
                  <a:lnTo>
                    <a:pt x="934406" y="628209"/>
                  </a:lnTo>
                  <a:close/>
                </a:path>
              </a:pathLst>
            </a:custGeom>
            <a:solidFill>
              <a:srgbClr val="D2D1D7"/>
            </a:solidFill>
            <a:ln w="2096" cap="flat">
              <a:noFill/>
              <a:prstDash val="solid"/>
              <a:miter/>
            </a:ln>
          </p:spPr>
          <p:txBody>
            <a:bodyPr/>
            <a:lstStyle/>
            <a:p>
              <a:endParaRPr lang="en-US"/>
            </a:p>
          </p:txBody>
        </p:sp>
        <p:sp>
          <p:nvSpPr>
            <p:cNvPr id="284" name="Freeform: Shape 283">
              <a:extLst>
                <a:ext uri="{FF2B5EF4-FFF2-40B4-BE49-F238E27FC236}">
                  <a16:creationId xmlns:a16="http://schemas.microsoft.com/office/drawing/2014/main" id="{A4465DD6-C278-27B6-5B19-618D8520D5CC}"/>
                </a:ext>
              </a:extLst>
            </p:cNvPr>
            <p:cNvSpPr/>
            <p:nvPr/>
          </p:nvSpPr>
          <p:spPr>
            <a:xfrm>
              <a:off x="5099376" y="4716875"/>
              <a:ext cx="698429" cy="455626"/>
            </a:xfrm>
            <a:custGeom>
              <a:avLst/>
              <a:gdLst>
                <a:gd name="csX0" fmla="*/ 842391 w 842390"/>
                <a:gd name="csY0" fmla="*/ 549519 h 549540"/>
                <a:gd name="csX1" fmla="*/ 842370 w 842390"/>
                <a:gd name="csY1" fmla="*/ 549540 h 549540"/>
                <a:gd name="csX2" fmla="*/ 21 w 842390"/>
                <a:gd name="csY2" fmla="*/ 549540 h 549540"/>
                <a:gd name="csX3" fmla="*/ 0 w 842390"/>
                <a:gd name="csY3" fmla="*/ 549519 h 549540"/>
                <a:gd name="csX4" fmla="*/ 0 w 842390"/>
                <a:gd name="csY4" fmla="*/ 0 h 549540"/>
                <a:gd name="csX5" fmla="*/ 842391 w 842390"/>
                <a:gd name="csY5" fmla="*/ 0 h 549540"/>
                <a:gd name="csX6" fmla="*/ 842391 w 842390"/>
                <a:gd name="csY6" fmla="*/ 549519 h 54954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42390" h="549540">
                  <a:moveTo>
                    <a:pt x="842391" y="549519"/>
                  </a:moveTo>
                  <a:cubicBezTo>
                    <a:pt x="842391" y="549519"/>
                    <a:pt x="842391" y="549540"/>
                    <a:pt x="842370" y="549540"/>
                  </a:cubicBezTo>
                  <a:lnTo>
                    <a:pt x="21" y="549540"/>
                  </a:lnTo>
                  <a:cubicBezTo>
                    <a:pt x="21" y="549540"/>
                    <a:pt x="0" y="549540"/>
                    <a:pt x="0" y="549519"/>
                  </a:cubicBezTo>
                  <a:lnTo>
                    <a:pt x="0" y="0"/>
                  </a:lnTo>
                  <a:lnTo>
                    <a:pt x="842391" y="0"/>
                  </a:lnTo>
                  <a:lnTo>
                    <a:pt x="842391" y="549519"/>
                  </a:lnTo>
                  <a:close/>
                </a:path>
              </a:pathLst>
            </a:custGeom>
            <a:solidFill>
              <a:srgbClr val="FFFFFF"/>
            </a:solidFill>
            <a:ln w="2096" cap="flat">
              <a:noFill/>
              <a:prstDash val="solid"/>
              <a:miter/>
            </a:ln>
          </p:spPr>
          <p:txBody>
            <a:bodyPr/>
            <a:lstStyle/>
            <a:p>
              <a:endParaRPr lang="en-US"/>
            </a:p>
          </p:txBody>
        </p:sp>
        <p:sp>
          <p:nvSpPr>
            <p:cNvPr id="285" name="Freeform: Shape 284">
              <a:extLst>
                <a:ext uri="{FF2B5EF4-FFF2-40B4-BE49-F238E27FC236}">
                  <a16:creationId xmlns:a16="http://schemas.microsoft.com/office/drawing/2014/main" id="{23FCD5EA-A523-7A4D-360A-DCFA2161B938}"/>
                </a:ext>
              </a:extLst>
            </p:cNvPr>
            <p:cNvSpPr/>
            <p:nvPr/>
          </p:nvSpPr>
          <p:spPr>
            <a:xfrm>
              <a:off x="5099376" y="4716875"/>
              <a:ext cx="698429" cy="17831"/>
            </a:xfrm>
            <a:custGeom>
              <a:avLst/>
              <a:gdLst>
                <a:gd name="csX0" fmla="*/ 842391 w 842390"/>
                <a:gd name="csY0" fmla="*/ 21507 h 21506"/>
                <a:gd name="csX1" fmla="*/ 842370 w 842390"/>
                <a:gd name="csY1" fmla="*/ 21507 h 21506"/>
                <a:gd name="csX2" fmla="*/ 21 w 842390"/>
                <a:gd name="csY2" fmla="*/ 21507 h 21506"/>
                <a:gd name="csX3" fmla="*/ 0 w 842390"/>
                <a:gd name="csY3" fmla="*/ 21507 h 21506"/>
                <a:gd name="csX4" fmla="*/ 0 w 842390"/>
                <a:gd name="csY4" fmla="*/ 0 h 21506"/>
                <a:gd name="csX5" fmla="*/ 842391 w 842390"/>
                <a:gd name="csY5" fmla="*/ 0 h 21506"/>
                <a:gd name="csX6" fmla="*/ 842391 w 842390"/>
                <a:gd name="csY6" fmla="*/ 21507 h 215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42390" h="21506">
                  <a:moveTo>
                    <a:pt x="842391" y="21507"/>
                  </a:moveTo>
                  <a:cubicBezTo>
                    <a:pt x="842391" y="21507"/>
                    <a:pt x="842391" y="21507"/>
                    <a:pt x="842370" y="21507"/>
                  </a:cubicBezTo>
                  <a:lnTo>
                    <a:pt x="21" y="21507"/>
                  </a:lnTo>
                  <a:cubicBezTo>
                    <a:pt x="21" y="21507"/>
                    <a:pt x="0" y="21507"/>
                    <a:pt x="0" y="21507"/>
                  </a:cubicBezTo>
                  <a:lnTo>
                    <a:pt x="0" y="0"/>
                  </a:lnTo>
                  <a:lnTo>
                    <a:pt x="842391" y="0"/>
                  </a:lnTo>
                  <a:lnTo>
                    <a:pt x="842391" y="21507"/>
                  </a:lnTo>
                  <a:close/>
                </a:path>
              </a:pathLst>
            </a:custGeom>
            <a:solidFill>
              <a:srgbClr val="EEEEF0"/>
            </a:solidFill>
            <a:ln w="2096" cap="flat">
              <a:noFill/>
              <a:prstDash val="solid"/>
              <a:miter/>
            </a:ln>
          </p:spPr>
          <p:txBody>
            <a:bodyPr/>
            <a:lstStyle/>
            <a:p>
              <a:endParaRPr lang="en-US"/>
            </a:p>
          </p:txBody>
        </p:sp>
        <p:grpSp>
          <p:nvGrpSpPr>
            <p:cNvPr id="286" name="Graphic 279">
              <a:extLst>
                <a:ext uri="{FF2B5EF4-FFF2-40B4-BE49-F238E27FC236}">
                  <a16:creationId xmlns:a16="http://schemas.microsoft.com/office/drawing/2014/main" id="{177CF3D3-D7FD-4F45-28D7-59EB4C290EE3}"/>
                </a:ext>
              </a:extLst>
            </p:cNvPr>
            <p:cNvGrpSpPr/>
            <p:nvPr/>
          </p:nvGrpSpPr>
          <p:grpSpPr>
            <a:xfrm>
              <a:off x="5132469" y="4777659"/>
              <a:ext cx="468562" cy="309059"/>
              <a:chOff x="12978763" y="4344199"/>
              <a:chExt cx="565143" cy="372763"/>
            </a:xfrm>
          </p:grpSpPr>
          <p:sp>
            <p:nvSpPr>
              <p:cNvPr id="287" name="Rectangle 286">
                <a:extLst>
                  <a:ext uri="{FF2B5EF4-FFF2-40B4-BE49-F238E27FC236}">
                    <a16:creationId xmlns:a16="http://schemas.microsoft.com/office/drawing/2014/main" id="{8606EDD5-C8FD-A630-D0C7-A8EDD7C16BFD}"/>
                  </a:ext>
                </a:extLst>
              </p:cNvPr>
              <p:cNvSpPr/>
              <p:nvPr/>
            </p:nvSpPr>
            <p:spPr>
              <a:xfrm>
                <a:off x="12978763" y="4344199"/>
                <a:ext cx="565143" cy="372763"/>
              </a:xfrm>
              <a:prstGeom prst="rect">
                <a:avLst/>
              </a:prstGeom>
              <a:solidFill>
                <a:schemeClr val="accent3">
                  <a:lumMod val="20000"/>
                  <a:lumOff val="80000"/>
                </a:schemeClr>
              </a:solidFill>
              <a:ln w="2096" cap="flat">
                <a:noFill/>
                <a:prstDash val="solid"/>
                <a:miter/>
              </a:ln>
            </p:spPr>
            <p:txBody>
              <a:bodyPr/>
              <a:lstStyle/>
              <a:p>
                <a:endParaRPr lang="en-US"/>
              </a:p>
            </p:txBody>
          </p:sp>
          <p:sp>
            <p:nvSpPr>
              <p:cNvPr id="288" name="Freeform: Shape 287">
                <a:extLst>
                  <a:ext uri="{FF2B5EF4-FFF2-40B4-BE49-F238E27FC236}">
                    <a16:creationId xmlns:a16="http://schemas.microsoft.com/office/drawing/2014/main" id="{FFA24C96-C5D1-42D6-48C4-A5642D545E7B}"/>
                  </a:ext>
                </a:extLst>
              </p:cNvPr>
              <p:cNvSpPr/>
              <p:nvPr/>
            </p:nvSpPr>
            <p:spPr>
              <a:xfrm>
                <a:off x="12999384" y="4357630"/>
                <a:ext cx="18807" cy="18807"/>
              </a:xfrm>
              <a:custGeom>
                <a:avLst/>
                <a:gdLst>
                  <a:gd name="csX0" fmla="*/ 18808 w 18807"/>
                  <a:gd name="csY0" fmla="*/ 9404 h 18807"/>
                  <a:gd name="csX1" fmla="*/ 9404 w 18807"/>
                  <a:gd name="csY1" fmla="*/ 18808 h 18807"/>
                  <a:gd name="csX2" fmla="*/ 0 w 18807"/>
                  <a:gd name="csY2" fmla="*/ 9404 h 18807"/>
                  <a:gd name="csX3" fmla="*/ 9404 w 18807"/>
                  <a:gd name="csY3" fmla="*/ 0 h 18807"/>
                  <a:gd name="csX4" fmla="*/ 18808 w 18807"/>
                  <a:gd name="csY4" fmla="*/ 9404 h 18807"/>
                </a:gdLst>
                <a:ahLst/>
                <a:cxnLst>
                  <a:cxn ang="0">
                    <a:pos x="csX0" y="csY0"/>
                  </a:cxn>
                  <a:cxn ang="0">
                    <a:pos x="csX1" y="csY1"/>
                  </a:cxn>
                  <a:cxn ang="0">
                    <a:pos x="csX2" y="csY2"/>
                  </a:cxn>
                  <a:cxn ang="0">
                    <a:pos x="csX3" y="csY3"/>
                  </a:cxn>
                  <a:cxn ang="0">
                    <a:pos x="csX4" y="csY4"/>
                  </a:cxn>
                </a:cxnLst>
                <a:rect l="l" t="t" r="r" b="b"/>
                <a:pathLst>
                  <a:path w="18807" h="18807">
                    <a:moveTo>
                      <a:pt x="18808" y="9404"/>
                    </a:moveTo>
                    <a:cubicBezTo>
                      <a:pt x="18808" y="14591"/>
                      <a:pt x="14591" y="18808"/>
                      <a:pt x="9404" y="18808"/>
                    </a:cubicBezTo>
                    <a:cubicBezTo>
                      <a:pt x="4217" y="18808"/>
                      <a:pt x="0" y="14591"/>
                      <a:pt x="0" y="9404"/>
                    </a:cubicBezTo>
                    <a:cubicBezTo>
                      <a:pt x="0" y="4217"/>
                      <a:pt x="4217" y="0"/>
                      <a:pt x="9404" y="0"/>
                    </a:cubicBezTo>
                    <a:cubicBezTo>
                      <a:pt x="14591" y="0"/>
                      <a:pt x="18808" y="4217"/>
                      <a:pt x="18808" y="9404"/>
                    </a:cubicBezTo>
                    <a:close/>
                  </a:path>
                </a:pathLst>
              </a:custGeom>
              <a:solidFill>
                <a:srgbClr val="FFFFFF"/>
              </a:solidFill>
              <a:ln w="2096" cap="flat">
                <a:noFill/>
                <a:prstDash val="solid"/>
                <a:miter/>
              </a:ln>
            </p:spPr>
            <p:txBody>
              <a:bodyPr/>
              <a:lstStyle/>
              <a:p>
                <a:endParaRPr lang="en-US"/>
              </a:p>
            </p:txBody>
          </p:sp>
          <p:sp>
            <p:nvSpPr>
              <p:cNvPr id="289" name="Freeform: Shape 288">
                <a:extLst>
                  <a:ext uri="{FF2B5EF4-FFF2-40B4-BE49-F238E27FC236}">
                    <a16:creationId xmlns:a16="http://schemas.microsoft.com/office/drawing/2014/main" id="{389FACE4-9C7F-0358-09E0-B4F6585CD0BD}"/>
                  </a:ext>
                </a:extLst>
              </p:cNvPr>
              <p:cNvSpPr/>
              <p:nvPr/>
            </p:nvSpPr>
            <p:spPr>
              <a:xfrm>
                <a:off x="13040162" y="4357630"/>
                <a:ext cx="18807" cy="18807"/>
              </a:xfrm>
              <a:custGeom>
                <a:avLst/>
                <a:gdLst>
                  <a:gd name="csX0" fmla="*/ 18808 w 18807"/>
                  <a:gd name="csY0" fmla="*/ 9404 h 18807"/>
                  <a:gd name="csX1" fmla="*/ 9404 w 18807"/>
                  <a:gd name="csY1" fmla="*/ 18808 h 18807"/>
                  <a:gd name="csX2" fmla="*/ 0 w 18807"/>
                  <a:gd name="csY2" fmla="*/ 9404 h 18807"/>
                  <a:gd name="csX3" fmla="*/ 9404 w 18807"/>
                  <a:gd name="csY3" fmla="*/ 0 h 18807"/>
                  <a:gd name="csX4" fmla="*/ 18808 w 18807"/>
                  <a:gd name="csY4" fmla="*/ 9404 h 18807"/>
                </a:gdLst>
                <a:ahLst/>
                <a:cxnLst>
                  <a:cxn ang="0">
                    <a:pos x="csX0" y="csY0"/>
                  </a:cxn>
                  <a:cxn ang="0">
                    <a:pos x="csX1" y="csY1"/>
                  </a:cxn>
                  <a:cxn ang="0">
                    <a:pos x="csX2" y="csY2"/>
                  </a:cxn>
                  <a:cxn ang="0">
                    <a:pos x="csX3" y="csY3"/>
                  </a:cxn>
                  <a:cxn ang="0">
                    <a:pos x="csX4" y="csY4"/>
                  </a:cxn>
                </a:cxnLst>
                <a:rect l="l" t="t" r="r" b="b"/>
                <a:pathLst>
                  <a:path w="18807" h="18807">
                    <a:moveTo>
                      <a:pt x="18808" y="9404"/>
                    </a:moveTo>
                    <a:cubicBezTo>
                      <a:pt x="18808" y="14591"/>
                      <a:pt x="14591" y="18808"/>
                      <a:pt x="9404" y="18808"/>
                    </a:cubicBezTo>
                    <a:cubicBezTo>
                      <a:pt x="4217" y="18808"/>
                      <a:pt x="0" y="14591"/>
                      <a:pt x="0" y="9404"/>
                    </a:cubicBezTo>
                    <a:cubicBezTo>
                      <a:pt x="0" y="4217"/>
                      <a:pt x="4217" y="0"/>
                      <a:pt x="9404" y="0"/>
                    </a:cubicBezTo>
                    <a:cubicBezTo>
                      <a:pt x="14591" y="0"/>
                      <a:pt x="18808" y="4217"/>
                      <a:pt x="18808" y="9404"/>
                    </a:cubicBezTo>
                    <a:close/>
                  </a:path>
                </a:pathLst>
              </a:custGeom>
              <a:solidFill>
                <a:srgbClr val="FFFFFF"/>
              </a:solidFill>
              <a:ln w="2096" cap="flat">
                <a:noFill/>
                <a:prstDash val="solid"/>
                <a:miter/>
              </a:ln>
            </p:spPr>
            <p:txBody>
              <a:bodyPr/>
              <a:lstStyle/>
              <a:p>
                <a:endParaRPr lang="en-US"/>
              </a:p>
            </p:txBody>
          </p:sp>
          <p:sp>
            <p:nvSpPr>
              <p:cNvPr id="290" name="Freeform: Shape 289">
                <a:extLst>
                  <a:ext uri="{FF2B5EF4-FFF2-40B4-BE49-F238E27FC236}">
                    <a16:creationId xmlns:a16="http://schemas.microsoft.com/office/drawing/2014/main" id="{4FCFE2AC-6465-5B54-C5EA-7258B2A65115}"/>
                  </a:ext>
                </a:extLst>
              </p:cNvPr>
              <p:cNvSpPr/>
              <p:nvPr/>
            </p:nvSpPr>
            <p:spPr>
              <a:xfrm>
                <a:off x="13080962" y="4357630"/>
                <a:ext cx="18807" cy="18807"/>
              </a:xfrm>
              <a:custGeom>
                <a:avLst/>
                <a:gdLst>
                  <a:gd name="csX0" fmla="*/ 18808 w 18807"/>
                  <a:gd name="csY0" fmla="*/ 9404 h 18807"/>
                  <a:gd name="csX1" fmla="*/ 9404 w 18807"/>
                  <a:gd name="csY1" fmla="*/ 18808 h 18807"/>
                  <a:gd name="csX2" fmla="*/ 0 w 18807"/>
                  <a:gd name="csY2" fmla="*/ 9404 h 18807"/>
                  <a:gd name="csX3" fmla="*/ 9404 w 18807"/>
                  <a:gd name="csY3" fmla="*/ 0 h 18807"/>
                  <a:gd name="csX4" fmla="*/ 18808 w 18807"/>
                  <a:gd name="csY4" fmla="*/ 9404 h 18807"/>
                </a:gdLst>
                <a:ahLst/>
                <a:cxnLst>
                  <a:cxn ang="0">
                    <a:pos x="csX0" y="csY0"/>
                  </a:cxn>
                  <a:cxn ang="0">
                    <a:pos x="csX1" y="csY1"/>
                  </a:cxn>
                  <a:cxn ang="0">
                    <a:pos x="csX2" y="csY2"/>
                  </a:cxn>
                  <a:cxn ang="0">
                    <a:pos x="csX3" y="csY3"/>
                  </a:cxn>
                  <a:cxn ang="0">
                    <a:pos x="csX4" y="csY4"/>
                  </a:cxn>
                </a:cxnLst>
                <a:rect l="l" t="t" r="r" b="b"/>
                <a:pathLst>
                  <a:path w="18807" h="18807">
                    <a:moveTo>
                      <a:pt x="18808" y="9404"/>
                    </a:moveTo>
                    <a:cubicBezTo>
                      <a:pt x="18808" y="14591"/>
                      <a:pt x="14591" y="18808"/>
                      <a:pt x="9404" y="18808"/>
                    </a:cubicBezTo>
                    <a:cubicBezTo>
                      <a:pt x="4217" y="18808"/>
                      <a:pt x="0" y="14591"/>
                      <a:pt x="0" y="9404"/>
                    </a:cubicBezTo>
                    <a:cubicBezTo>
                      <a:pt x="0" y="4217"/>
                      <a:pt x="4217" y="0"/>
                      <a:pt x="9404" y="0"/>
                    </a:cubicBezTo>
                    <a:cubicBezTo>
                      <a:pt x="14591" y="0"/>
                      <a:pt x="18808" y="4217"/>
                      <a:pt x="18808" y="9404"/>
                    </a:cubicBezTo>
                    <a:close/>
                  </a:path>
                </a:pathLst>
              </a:custGeom>
              <a:solidFill>
                <a:srgbClr val="FFFFFF"/>
              </a:solidFill>
              <a:ln w="2096" cap="flat">
                <a:noFill/>
                <a:prstDash val="solid"/>
                <a:miter/>
              </a:ln>
            </p:spPr>
            <p:txBody>
              <a:bodyPr/>
              <a:lstStyle/>
              <a:p>
                <a:endParaRPr lang="en-US"/>
              </a:p>
            </p:txBody>
          </p:sp>
          <p:sp>
            <p:nvSpPr>
              <p:cNvPr id="291" name="Rectangle 290">
                <a:extLst>
                  <a:ext uri="{FF2B5EF4-FFF2-40B4-BE49-F238E27FC236}">
                    <a16:creationId xmlns:a16="http://schemas.microsoft.com/office/drawing/2014/main" id="{06CF6188-8C26-D4FF-B507-6D169B91DEB7}"/>
                  </a:ext>
                </a:extLst>
              </p:cNvPr>
              <p:cNvSpPr/>
              <p:nvPr/>
            </p:nvSpPr>
            <p:spPr>
              <a:xfrm>
                <a:off x="13206713" y="4410111"/>
                <a:ext cx="304215" cy="274696"/>
              </a:xfrm>
              <a:prstGeom prst="rect">
                <a:avLst/>
              </a:prstGeom>
              <a:solidFill>
                <a:schemeClr val="accent3"/>
              </a:solidFill>
              <a:ln w="2096" cap="flat">
                <a:noFill/>
                <a:prstDash val="solid"/>
                <a:miter/>
              </a:ln>
            </p:spPr>
            <p:txBody>
              <a:bodyPr/>
              <a:lstStyle/>
              <a:p>
                <a:endParaRPr lang="en-US"/>
              </a:p>
            </p:txBody>
          </p:sp>
          <p:sp>
            <p:nvSpPr>
              <p:cNvPr id="292" name="Rectangle 291">
                <a:extLst>
                  <a:ext uri="{FF2B5EF4-FFF2-40B4-BE49-F238E27FC236}">
                    <a16:creationId xmlns:a16="http://schemas.microsoft.com/office/drawing/2014/main" id="{456FDFD5-A5EC-2409-07DC-C5E99133C96E}"/>
                  </a:ext>
                </a:extLst>
              </p:cNvPr>
              <p:cNvSpPr/>
              <p:nvPr/>
            </p:nvSpPr>
            <p:spPr>
              <a:xfrm>
                <a:off x="13022556" y="4410111"/>
                <a:ext cx="107470" cy="7021"/>
              </a:xfrm>
              <a:prstGeom prst="rect">
                <a:avLst/>
              </a:prstGeom>
              <a:solidFill>
                <a:srgbClr val="BABCBE"/>
              </a:solidFill>
              <a:ln w="2096" cap="flat">
                <a:noFill/>
                <a:prstDash val="solid"/>
                <a:miter/>
              </a:ln>
            </p:spPr>
            <p:txBody>
              <a:bodyPr/>
              <a:lstStyle/>
              <a:p>
                <a:endParaRPr lang="en-US"/>
              </a:p>
            </p:txBody>
          </p:sp>
          <p:sp>
            <p:nvSpPr>
              <p:cNvPr id="293" name="Rectangle 292">
                <a:extLst>
                  <a:ext uri="{FF2B5EF4-FFF2-40B4-BE49-F238E27FC236}">
                    <a16:creationId xmlns:a16="http://schemas.microsoft.com/office/drawing/2014/main" id="{CB6DD22F-F470-6931-713F-D90287F261A3}"/>
                  </a:ext>
                </a:extLst>
              </p:cNvPr>
              <p:cNvSpPr/>
              <p:nvPr/>
            </p:nvSpPr>
            <p:spPr>
              <a:xfrm>
                <a:off x="13022556" y="4445091"/>
                <a:ext cx="160879" cy="7021"/>
              </a:xfrm>
              <a:prstGeom prst="rect">
                <a:avLst/>
              </a:prstGeom>
              <a:solidFill>
                <a:srgbClr val="BABCBE"/>
              </a:solidFill>
              <a:ln w="2096" cap="flat">
                <a:noFill/>
                <a:prstDash val="solid"/>
                <a:miter/>
              </a:ln>
            </p:spPr>
            <p:txBody>
              <a:bodyPr/>
              <a:lstStyle/>
              <a:p>
                <a:endParaRPr lang="en-US"/>
              </a:p>
            </p:txBody>
          </p:sp>
          <p:sp>
            <p:nvSpPr>
              <p:cNvPr id="294" name="Rectangle 293">
                <a:extLst>
                  <a:ext uri="{FF2B5EF4-FFF2-40B4-BE49-F238E27FC236}">
                    <a16:creationId xmlns:a16="http://schemas.microsoft.com/office/drawing/2014/main" id="{1070B145-D902-1399-8CBD-1A3BB27ECE09}"/>
                  </a:ext>
                </a:extLst>
              </p:cNvPr>
              <p:cNvSpPr/>
              <p:nvPr/>
            </p:nvSpPr>
            <p:spPr>
              <a:xfrm>
                <a:off x="13022556" y="4467905"/>
                <a:ext cx="160879" cy="7021"/>
              </a:xfrm>
              <a:prstGeom prst="rect">
                <a:avLst/>
              </a:prstGeom>
              <a:solidFill>
                <a:srgbClr val="BABCBE"/>
              </a:solidFill>
              <a:ln w="2096" cap="flat">
                <a:noFill/>
                <a:prstDash val="solid"/>
                <a:miter/>
              </a:ln>
            </p:spPr>
            <p:txBody>
              <a:bodyPr/>
              <a:lstStyle/>
              <a:p>
                <a:endParaRPr lang="en-US"/>
              </a:p>
            </p:txBody>
          </p:sp>
          <p:sp>
            <p:nvSpPr>
              <p:cNvPr id="295" name="Rectangle 294">
                <a:extLst>
                  <a:ext uri="{FF2B5EF4-FFF2-40B4-BE49-F238E27FC236}">
                    <a16:creationId xmlns:a16="http://schemas.microsoft.com/office/drawing/2014/main" id="{724D1E95-ACBF-4745-DF9B-27EAA0A9F854}"/>
                  </a:ext>
                </a:extLst>
              </p:cNvPr>
              <p:cNvSpPr/>
              <p:nvPr/>
            </p:nvSpPr>
            <p:spPr>
              <a:xfrm>
                <a:off x="13022556" y="4490719"/>
                <a:ext cx="160879" cy="7021"/>
              </a:xfrm>
              <a:prstGeom prst="rect">
                <a:avLst/>
              </a:prstGeom>
              <a:solidFill>
                <a:srgbClr val="BABCBE"/>
              </a:solidFill>
              <a:ln w="2096" cap="flat">
                <a:noFill/>
                <a:prstDash val="solid"/>
                <a:miter/>
              </a:ln>
            </p:spPr>
            <p:txBody>
              <a:bodyPr/>
              <a:lstStyle/>
              <a:p>
                <a:endParaRPr lang="en-US"/>
              </a:p>
            </p:txBody>
          </p:sp>
          <p:sp>
            <p:nvSpPr>
              <p:cNvPr id="296" name="Rectangle 295">
                <a:extLst>
                  <a:ext uri="{FF2B5EF4-FFF2-40B4-BE49-F238E27FC236}">
                    <a16:creationId xmlns:a16="http://schemas.microsoft.com/office/drawing/2014/main" id="{68EDEB2D-C148-139E-6C54-8A685A0AA973}"/>
                  </a:ext>
                </a:extLst>
              </p:cNvPr>
              <p:cNvSpPr/>
              <p:nvPr/>
            </p:nvSpPr>
            <p:spPr>
              <a:xfrm>
                <a:off x="13022556" y="4513534"/>
                <a:ext cx="160879" cy="7021"/>
              </a:xfrm>
              <a:prstGeom prst="rect">
                <a:avLst/>
              </a:prstGeom>
              <a:solidFill>
                <a:srgbClr val="BABCBE"/>
              </a:solidFill>
              <a:ln w="2096" cap="flat">
                <a:noFill/>
                <a:prstDash val="solid"/>
                <a:miter/>
              </a:ln>
            </p:spPr>
            <p:txBody>
              <a:bodyPr/>
              <a:lstStyle/>
              <a:p>
                <a:endParaRPr lang="en-US"/>
              </a:p>
            </p:txBody>
          </p:sp>
          <p:sp>
            <p:nvSpPr>
              <p:cNvPr id="297" name="Rectangle 296">
                <a:extLst>
                  <a:ext uri="{FF2B5EF4-FFF2-40B4-BE49-F238E27FC236}">
                    <a16:creationId xmlns:a16="http://schemas.microsoft.com/office/drawing/2014/main" id="{3D251543-4B08-73C8-D68D-6E8C79F2D332}"/>
                  </a:ext>
                </a:extLst>
              </p:cNvPr>
              <p:cNvSpPr/>
              <p:nvPr/>
            </p:nvSpPr>
            <p:spPr>
              <a:xfrm>
                <a:off x="13022556" y="4536326"/>
                <a:ext cx="160879" cy="7021"/>
              </a:xfrm>
              <a:prstGeom prst="rect">
                <a:avLst/>
              </a:prstGeom>
              <a:solidFill>
                <a:srgbClr val="BABCBE"/>
              </a:solidFill>
              <a:ln w="2096" cap="flat">
                <a:noFill/>
                <a:prstDash val="solid"/>
                <a:miter/>
              </a:ln>
            </p:spPr>
            <p:txBody>
              <a:bodyPr/>
              <a:lstStyle/>
              <a:p>
                <a:endParaRPr lang="en-US"/>
              </a:p>
            </p:txBody>
          </p:sp>
          <p:sp>
            <p:nvSpPr>
              <p:cNvPr id="298" name="Rectangle 297">
                <a:extLst>
                  <a:ext uri="{FF2B5EF4-FFF2-40B4-BE49-F238E27FC236}">
                    <a16:creationId xmlns:a16="http://schemas.microsoft.com/office/drawing/2014/main" id="{0154F8A0-2871-33AD-4CB4-75F6D7CAC15E}"/>
                  </a:ext>
                </a:extLst>
              </p:cNvPr>
              <p:cNvSpPr/>
              <p:nvPr/>
            </p:nvSpPr>
            <p:spPr>
              <a:xfrm>
                <a:off x="13022556" y="4559141"/>
                <a:ext cx="160879" cy="7021"/>
              </a:xfrm>
              <a:prstGeom prst="rect">
                <a:avLst/>
              </a:prstGeom>
              <a:solidFill>
                <a:srgbClr val="BABCBE"/>
              </a:solidFill>
              <a:ln w="2096" cap="flat">
                <a:noFill/>
                <a:prstDash val="solid"/>
                <a:miter/>
              </a:ln>
            </p:spPr>
            <p:txBody>
              <a:bodyPr/>
              <a:lstStyle/>
              <a:p>
                <a:endParaRPr lang="en-US"/>
              </a:p>
            </p:txBody>
          </p:sp>
          <p:sp>
            <p:nvSpPr>
              <p:cNvPr id="299" name="Rectangle 298">
                <a:extLst>
                  <a:ext uri="{FF2B5EF4-FFF2-40B4-BE49-F238E27FC236}">
                    <a16:creationId xmlns:a16="http://schemas.microsoft.com/office/drawing/2014/main" id="{59AFC9D5-7C02-3579-59FA-3F0ED7F7349D}"/>
                  </a:ext>
                </a:extLst>
              </p:cNvPr>
              <p:cNvSpPr/>
              <p:nvPr/>
            </p:nvSpPr>
            <p:spPr>
              <a:xfrm>
                <a:off x="13022556" y="4581955"/>
                <a:ext cx="160879" cy="7021"/>
              </a:xfrm>
              <a:prstGeom prst="rect">
                <a:avLst/>
              </a:prstGeom>
              <a:solidFill>
                <a:srgbClr val="BABCBE"/>
              </a:solidFill>
              <a:ln w="2096" cap="flat">
                <a:noFill/>
                <a:prstDash val="solid"/>
                <a:miter/>
              </a:ln>
            </p:spPr>
            <p:txBody>
              <a:bodyPr/>
              <a:lstStyle/>
              <a:p>
                <a:endParaRPr lang="en-US"/>
              </a:p>
            </p:txBody>
          </p:sp>
          <p:sp>
            <p:nvSpPr>
              <p:cNvPr id="300" name="Rectangle 299">
                <a:extLst>
                  <a:ext uri="{FF2B5EF4-FFF2-40B4-BE49-F238E27FC236}">
                    <a16:creationId xmlns:a16="http://schemas.microsoft.com/office/drawing/2014/main" id="{28C0D56B-D414-FC2B-7C21-4749293F1FD5}"/>
                  </a:ext>
                </a:extLst>
              </p:cNvPr>
              <p:cNvSpPr/>
              <p:nvPr/>
            </p:nvSpPr>
            <p:spPr>
              <a:xfrm>
                <a:off x="13022556" y="4604769"/>
                <a:ext cx="105804" cy="7021"/>
              </a:xfrm>
              <a:prstGeom prst="rect">
                <a:avLst/>
              </a:prstGeom>
              <a:solidFill>
                <a:srgbClr val="BABCBE"/>
              </a:solidFill>
              <a:ln w="2096" cap="flat">
                <a:noFill/>
                <a:prstDash val="solid"/>
                <a:miter/>
              </a:ln>
            </p:spPr>
            <p:txBody>
              <a:bodyPr/>
              <a:lstStyle/>
              <a:p>
                <a:endParaRPr lang="en-US"/>
              </a:p>
            </p:txBody>
          </p:sp>
        </p:grpSp>
        <p:sp>
          <p:nvSpPr>
            <p:cNvPr id="301" name="Freeform: Shape 300">
              <a:extLst>
                <a:ext uri="{FF2B5EF4-FFF2-40B4-BE49-F238E27FC236}">
                  <a16:creationId xmlns:a16="http://schemas.microsoft.com/office/drawing/2014/main" id="{65BAD31B-DEDB-0753-8ADA-890377F92D24}"/>
                </a:ext>
              </a:extLst>
            </p:cNvPr>
            <p:cNvSpPr/>
            <p:nvPr/>
          </p:nvSpPr>
          <p:spPr>
            <a:xfrm>
              <a:off x="4934785" y="5211136"/>
              <a:ext cx="1027610" cy="48843"/>
            </a:xfrm>
            <a:custGeom>
              <a:avLst/>
              <a:gdLst>
                <a:gd name="csX0" fmla="*/ 1239423 w 1239422"/>
                <a:gd name="csY0" fmla="*/ 44384 h 58911"/>
                <a:gd name="csX1" fmla="*/ 1224663 w 1239422"/>
                <a:gd name="csY1" fmla="*/ 58912 h 58911"/>
                <a:gd name="csX2" fmla="*/ 14760 w 1239422"/>
                <a:gd name="csY2" fmla="*/ 58912 h 58911"/>
                <a:gd name="csX3" fmla="*/ 0 w 1239422"/>
                <a:gd name="csY3" fmla="*/ 44384 h 58911"/>
                <a:gd name="csX4" fmla="*/ 0 w 1239422"/>
                <a:gd name="csY4" fmla="*/ 14528 h 58911"/>
                <a:gd name="csX5" fmla="*/ 14760 w 1239422"/>
                <a:gd name="csY5" fmla="*/ 0 h 58911"/>
                <a:gd name="csX6" fmla="*/ 1224642 w 1239422"/>
                <a:gd name="csY6" fmla="*/ 0 h 58911"/>
                <a:gd name="csX7" fmla="*/ 1239402 w 1239422"/>
                <a:gd name="csY7" fmla="*/ 14528 h 58911"/>
                <a:gd name="csX8" fmla="*/ 1239402 w 1239422"/>
                <a:gd name="csY8" fmla="*/ 44384 h 5891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39422" h="58911">
                  <a:moveTo>
                    <a:pt x="1239423" y="44384"/>
                  </a:moveTo>
                  <a:cubicBezTo>
                    <a:pt x="1239423" y="52375"/>
                    <a:pt x="1232802" y="58912"/>
                    <a:pt x="1224663" y="58912"/>
                  </a:cubicBezTo>
                  <a:lnTo>
                    <a:pt x="14760" y="58912"/>
                  </a:lnTo>
                  <a:cubicBezTo>
                    <a:pt x="6600" y="58912"/>
                    <a:pt x="0" y="52396"/>
                    <a:pt x="0" y="44384"/>
                  </a:cubicBezTo>
                  <a:lnTo>
                    <a:pt x="0" y="14528"/>
                  </a:lnTo>
                  <a:cubicBezTo>
                    <a:pt x="0" y="6494"/>
                    <a:pt x="6600" y="0"/>
                    <a:pt x="14760" y="0"/>
                  </a:cubicBezTo>
                  <a:lnTo>
                    <a:pt x="1224642" y="0"/>
                  </a:lnTo>
                  <a:cubicBezTo>
                    <a:pt x="1232781" y="0"/>
                    <a:pt x="1239402" y="6494"/>
                    <a:pt x="1239402" y="14528"/>
                  </a:cubicBezTo>
                  <a:lnTo>
                    <a:pt x="1239402" y="44384"/>
                  </a:lnTo>
                  <a:close/>
                </a:path>
              </a:pathLst>
            </a:custGeom>
            <a:solidFill>
              <a:srgbClr val="A4A2AE"/>
            </a:solidFill>
            <a:ln w="2096" cap="flat">
              <a:noFill/>
              <a:prstDash val="solid"/>
              <a:miter/>
            </a:ln>
          </p:spPr>
          <p:txBody>
            <a:bodyPr/>
            <a:lstStyle/>
            <a:p>
              <a:endParaRPr lang="en-US"/>
            </a:p>
          </p:txBody>
        </p:sp>
        <p:sp>
          <p:nvSpPr>
            <p:cNvPr id="302" name="Freeform: Shape 301">
              <a:extLst>
                <a:ext uri="{FF2B5EF4-FFF2-40B4-BE49-F238E27FC236}">
                  <a16:creationId xmlns:a16="http://schemas.microsoft.com/office/drawing/2014/main" id="{3A195FB0-985B-ACC2-A9A0-D0BB67C44C3F}"/>
                </a:ext>
              </a:extLst>
            </p:cNvPr>
            <p:cNvSpPr/>
            <p:nvPr/>
          </p:nvSpPr>
          <p:spPr>
            <a:xfrm>
              <a:off x="5386216" y="5211153"/>
              <a:ext cx="124732" cy="23827"/>
            </a:xfrm>
            <a:custGeom>
              <a:avLst/>
              <a:gdLst>
                <a:gd name="csX0" fmla="*/ 150442 w 150442"/>
                <a:gd name="csY0" fmla="*/ 0 h 28738"/>
                <a:gd name="csX1" fmla="*/ 150442 w 150442"/>
                <a:gd name="csY1" fmla="*/ 14211 h 28738"/>
                <a:gd name="csX2" fmla="*/ 135893 w 150442"/>
                <a:gd name="csY2" fmla="*/ 28739 h 28738"/>
                <a:gd name="csX3" fmla="*/ 14549 w 150442"/>
                <a:gd name="csY3" fmla="*/ 28739 h 28738"/>
                <a:gd name="csX4" fmla="*/ 0 w 150442"/>
                <a:gd name="csY4" fmla="*/ 14211 h 28738"/>
                <a:gd name="csX5" fmla="*/ 0 w 150442"/>
                <a:gd name="csY5" fmla="*/ 0 h 28738"/>
              </a:gdLst>
              <a:ahLst/>
              <a:cxnLst>
                <a:cxn ang="0">
                  <a:pos x="csX0" y="csY0"/>
                </a:cxn>
                <a:cxn ang="0">
                  <a:pos x="csX1" y="csY1"/>
                </a:cxn>
                <a:cxn ang="0">
                  <a:pos x="csX2" y="csY2"/>
                </a:cxn>
                <a:cxn ang="0">
                  <a:pos x="csX3" y="csY3"/>
                </a:cxn>
                <a:cxn ang="0">
                  <a:pos x="csX4" y="csY4"/>
                </a:cxn>
                <a:cxn ang="0">
                  <a:pos x="csX5" y="csY5"/>
                </a:cxn>
              </a:cxnLst>
              <a:rect l="l" t="t" r="r" b="b"/>
              <a:pathLst>
                <a:path w="150442" h="28738">
                  <a:moveTo>
                    <a:pt x="150442" y="0"/>
                  </a:moveTo>
                  <a:lnTo>
                    <a:pt x="150442" y="14211"/>
                  </a:lnTo>
                  <a:cubicBezTo>
                    <a:pt x="150442" y="22203"/>
                    <a:pt x="143927" y="28739"/>
                    <a:pt x="135893" y="28739"/>
                  </a:cubicBezTo>
                  <a:lnTo>
                    <a:pt x="14549" y="28739"/>
                  </a:lnTo>
                  <a:cubicBezTo>
                    <a:pt x="6515" y="28739"/>
                    <a:pt x="0" y="22224"/>
                    <a:pt x="0" y="14211"/>
                  </a:cubicBezTo>
                  <a:lnTo>
                    <a:pt x="0" y="0"/>
                  </a:lnTo>
                </a:path>
              </a:pathLst>
            </a:custGeom>
            <a:solidFill>
              <a:srgbClr val="FFFFFF"/>
            </a:solidFill>
            <a:ln w="2096" cap="flat">
              <a:noFill/>
              <a:prstDash val="solid"/>
              <a:miter/>
            </a:ln>
          </p:spPr>
          <p:txBody>
            <a:bodyPr/>
            <a:lstStyle/>
            <a:p>
              <a:endParaRPr lang="en-US"/>
            </a:p>
          </p:txBody>
        </p:sp>
        <p:sp>
          <p:nvSpPr>
            <p:cNvPr id="303" name="Freeform: Shape 302">
              <a:extLst>
                <a:ext uri="{FF2B5EF4-FFF2-40B4-BE49-F238E27FC236}">
                  <a16:creationId xmlns:a16="http://schemas.microsoft.com/office/drawing/2014/main" id="{7B6B11EE-BFE8-E334-ECB8-85643AF1F7DC}"/>
                </a:ext>
              </a:extLst>
            </p:cNvPr>
            <p:cNvSpPr/>
            <p:nvPr/>
          </p:nvSpPr>
          <p:spPr>
            <a:xfrm>
              <a:off x="5356549" y="4852655"/>
              <a:ext cx="184082" cy="184082"/>
            </a:xfrm>
            <a:custGeom>
              <a:avLst/>
              <a:gdLst>
                <a:gd name="csX0" fmla="*/ 111013 w 222025"/>
                <a:gd name="csY0" fmla="*/ 222026 h 222025"/>
                <a:gd name="csX1" fmla="*/ 0 w 222025"/>
                <a:gd name="csY1" fmla="*/ 111013 h 222025"/>
                <a:gd name="csX2" fmla="*/ 111013 w 222025"/>
                <a:gd name="csY2" fmla="*/ 0 h 222025"/>
                <a:gd name="csX3" fmla="*/ 222026 w 222025"/>
                <a:gd name="csY3" fmla="*/ 111013 h 222025"/>
                <a:gd name="csX4" fmla="*/ 111013 w 222025"/>
                <a:gd name="csY4" fmla="*/ 222026 h 222025"/>
                <a:gd name="csX5" fmla="*/ 111013 w 222025"/>
                <a:gd name="csY5" fmla="*/ 5229 h 222025"/>
                <a:gd name="csX6" fmla="*/ 5229 w 222025"/>
                <a:gd name="csY6" fmla="*/ 111013 h 222025"/>
                <a:gd name="csX7" fmla="*/ 111013 w 222025"/>
                <a:gd name="csY7" fmla="*/ 216797 h 222025"/>
                <a:gd name="csX8" fmla="*/ 216797 w 222025"/>
                <a:gd name="csY8" fmla="*/ 111013 h 222025"/>
                <a:gd name="csX9" fmla="*/ 111013 w 222025"/>
                <a:gd name="csY9" fmla="*/ 5229 h 2220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22025" h="222025">
                  <a:moveTo>
                    <a:pt x="111013" y="222026"/>
                  </a:moveTo>
                  <a:cubicBezTo>
                    <a:pt x="49803" y="222026"/>
                    <a:pt x="0" y="172223"/>
                    <a:pt x="0" y="111013"/>
                  </a:cubicBezTo>
                  <a:cubicBezTo>
                    <a:pt x="0" y="49803"/>
                    <a:pt x="49803" y="0"/>
                    <a:pt x="111013" y="0"/>
                  </a:cubicBezTo>
                  <a:cubicBezTo>
                    <a:pt x="172223" y="0"/>
                    <a:pt x="222026" y="49803"/>
                    <a:pt x="222026" y="111013"/>
                  </a:cubicBezTo>
                  <a:cubicBezTo>
                    <a:pt x="222026" y="172223"/>
                    <a:pt x="172223" y="222026"/>
                    <a:pt x="111013" y="222026"/>
                  </a:cubicBezTo>
                  <a:close/>
                  <a:moveTo>
                    <a:pt x="111013" y="5229"/>
                  </a:moveTo>
                  <a:cubicBezTo>
                    <a:pt x="52692" y="5229"/>
                    <a:pt x="5229" y="52692"/>
                    <a:pt x="5229" y="111013"/>
                  </a:cubicBezTo>
                  <a:cubicBezTo>
                    <a:pt x="5229" y="169334"/>
                    <a:pt x="52692" y="216797"/>
                    <a:pt x="111013" y="216797"/>
                  </a:cubicBezTo>
                  <a:cubicBezTo>
                    <a:pt x="169334" y="216797"/>
                    <a:pt x="216797" y="169334"/>
                    <a:pt x="216797" y="111013"/>
                  </a:cubicBezTo>
                  <a:cubicBezTo>
                    <a:pt x="216797" y="52692"/>
                    <a:pt x="169334" y="5229"/>
                    <a:pt x="111013" y="5229"/>
                  </a:cubicBezTo>
                  <a:close/>
                </a:path>
              </a:pathLst>
            </a:custGeom>
            <a:solidFill>
              <a:srgbClr val="A4A2AE"/>
            </a:solidFill>
            <a:ln w="2096" cap="flat">
              <a:noFill/>
              <a:prstDash val="solid"/>
              <a:miter/>
            </a:ln>
          </p:spPr>
          <p:txBody>
            <a:bodyPr/>
            <a:lstStyle/>
            <a:p>
              <a:endParaRPr lang="en-US"/>
            </a:p>
          </p:txBody>
        </p:sp>
        <p:sp>
          <p:nvSpPr>
            <p:cNvPr id="304" name="Rectangle 303">
              <a:extLst>
                <a:ext uri="{FF2B5EF4-FFF2-40B4-BE49-F238E27FC236}">
                  <a16:creationId xmlns:a16="http://schemas.microsoft.com/office/drawing/2014/main" id="{0CD3C14C-8A5A-A596-3757-3DCD48B1456B}"/>
                </a:ext>
              </a:extLst>
            </p:cNvPr>
            <p:cNvSpPr/>
            <p:nvPr/>
          </p:nvSpPr>
          <p:spPr>
            <a:xfrm>
              <a:off x="5446423" y="4793358"/>
              <a:ext cx="4335" cy="99086"/>
            </a:xfrm>
            <a:prstGeom prst="rect">
              <a:avLst/>
            </a:prstGeom>
            <a:solidFill>
              <a:srgbClr val="A4A2AE"/>
            </a:solidFill>
            <a:ln w="2096" cap="flat">
              <a:noFill/>
              <a:prstDash val="solid"/>
              <a:miter/>
            </a:ln>
          </p:spPr>
          <p:txBody>
            <a:bodyPr/>
            <a:lstStyle/>
            <a:p>
              <a:endParaRPr lang="en-US"/>
            </a:p>
          </p:txBody>
        </p:sp>
        <p:sp>
          <p:nvSpPr>
            <p:cNvPr id="305" name="Freeform: Shape 304">
              <a:extLst>
                <a:ext uri="{FF2B5EF4-FFF2-40B4-BE49-F238E27FC236}">
                  <a16:creationId xmlns:a16="http://schemas.microsoft.com/office/drawing/2014/main" id="{16F33D3A-B02C-0C7C-208E-06B47DBA94AD}"/>
                </a:ext>
              </a:extLst>
            </p:cNvPr>
            <p:cNvSpPr/>
            <p:nvPr/>
          </p:nvSpPr>
          <p:spPr>
            <a:xfrm>
              <a:off x="5385359" y="4508021"/>
              <a:ext cx="165027" cy="287504"/>
            </a:xfrm>
            <a:custGeom>
              <a:avLst/>
              <a:gdLst>
                <a:gd name="csX0" fmla="*/ 152529 w 199043"/>
                <a:gd name="csY0" fmla="*/ 346765 h 346765"/>
                <a:gd name="csX1" fmla="*/ 0 w 199043"/>
                <a:gd name="csY1" fmla="*/ 346765 h 346765"/>
                <a:gd name="csX2" fmla="*/ 0 w 199043"/>
                <a:gd name="csY2" fmla="*/ 108757 h 346765"/>
                <a:gd name="csX3" fmla="*/ 5229 w 199043"/>
                <a:gd name="csY3" fmla="*/ 108757 h 346765"/>
                <a:gd name="csX4" fmla="*/ 5229 w 199043"/>
                <a:gd name="csY4" fmla="*/ 341536 h 346765"/>
                <a:gd name="csX5" fmla="*/ 147300 w 199043"/>
                <a:gd name="csY5" fmla="*/ 341536 h 346765"/>
                <a:gd name="csX6" fmla="*/ 147300 w 199043"/>
                <a:gd name="csY6" fmla="*/ 168090 h 346765"/>
                <a:gd name="csX7" fmla="*/ 193835 w 199043"/>
                <a:gd name="csY7" fmla="*/ 168090 h 346765"/>
                <a:gd name="csX8" fmla="*/ 193835 w 199043"/>
                <a:gd name="csY8" fmla="*/ 0 h 346765"/>
                <a:gd name="csX9" fmla="*/ 199043 w 199043"/>
                <a:gd name="csY9" fmla="*/ 0 h 346765"/>
                <a:gd name="csX10" fmla="*/ 199043 w 199043"/>
                <a:gd name="csY10" fmla="*/ 173298 h 346765"/>
                <a:gd name="csX11" fmla="*/ 152529 w 199043"/>
                <a:gd name="csY11" fmla="*/ 173298 h 346765"/>
                <a:gd name="csX12" fmla="*/ 152529 w 199043"/>
                <a:gd name="csY12" fmla="*/ 346765 h 3467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9043" h="346765">
                  <a:moveTo>
                    <a:pt x="152529" y="346765"/>
                  </a:moveTo>
                  <a:lnTo>
                    <a:pt x="0" y="346765"/>
                  </a:lnTo>
                  <a:lnTo>
                    <a:pt x="0" y="108757"/>
                  </a:lnTo>
                  <a:lnTo>
                    <a:pt x="5229" y="108757"/>
                  </a:lnTo>
                  <a:lnTo>
                    <a:pt x="5229" y="341536"/>
                  </a:lnTo>
                  <a:lnTo>
                    <a:pt x="147300" y="341536"/>
                  </a:lnTo>
                  <a:lnTo>
                    <a:pt x="147300" y="168090"/>
                  </a:lnTo>
                  <a:lnTo>
                    <a:pt x="193835" y="168090"/>
                  </a:lnTo>
                  <a:lnTo>
                    <a:pt x="193835" y="0"/>
                  </a:lnTo>
                  <a:lnTo>
                    <a:pt x="199043" y="0"/>
                  </a:lnTo>
                  <a:lnTo>
                    <a:pt x="199043" y="173298"/>
                  </a:lnTo>
                  <a:lnTo>
                    <a:pt x="152529" y="173298"/>
                  </a:lnTo>
                  <a:lnTo>
                    <a:pt x="152529" y="346765"/>
                  </a:lnTo>
                  <a:close/>
                </a:path>
              </a:pathLst>
            </a:custGeom>
            <a:solidFill>
              <a:srgbClr val="A4A2AE"/>
            </a:solidFill>
            <a:ln w="2096" cap="flat">
              <a:noFill/>
              <a:prstDash val="solid"/>
              <a:miter/>
            </a:ln>
          </p:spPr>
          <p:txBody>
            <a:bodyPr/>
            <a:lstStyle/>
            <a:p>
              <a:endParaRPr lang="en-US"/>
            </a:p>
          </p:txBody>
        </p:sp>
        <p:sp>
          <p:nvSpPr>
            <p:cNvPr id="306" name="Freeform: Shape 305">
              <a:extLst>
                <a:ext uri="{FF2B5EF4-FFF2-40B4-BE49-F238E27FC236}">
                  <a16:creationId xmlns:a16="http://schemas.microsoft.com/office/drawing/2014/main" id="{01E2B975-1CB6-4EC5-29AD-1394DA6EA780}"/>
                </a:ext>
              </a:extLst>
            </p:cNvPr>
            <p:cNvSpPr/>
            <p:nvPr/>
          </p:nvSpPr>
          <p:spPr>
            <a:xfrm>
              <a:off x="5500826" y="4610744"/>
              <a:ext cx="260949" cy="336120"/>
            </a:xfrm>
            <a:custGeom>
              <a:avLst/>
              <a:gdLst>
                <a:gd name="csX0" fmla="*/ 271133 w 314736"/>
                <a:gd name="csY0" fmla="*/ 405403 h 405402"/>
                <a:gd name="csX1" fmla="*/ 0 w 314736"/>
                <a:gd name="csY1" fmla="*/ 405403 h 405402"/>
                <a:gd name="csX2" fmla="*/ 0 w 314736"/>
                <a:gd name="csY2" fmla="*/ 400174 h 405402"/>
                <a:gd name="csX3" fmla="*/ 265904 w 314736"/>
                <a:gd name="csY3" fmla="*/ 400174 h 405402"/>
                <a:gd name="csX4" fmla="*/ 265904 w 314736"/>
                <a:gd name="csY4" fmla="*/ 325722 h 405402"/>
                <a:gd name="csX5" fmla="*/ 309508 w 314736"/>
                <a:gd name="csY5" fmla="*/ 325722 h 405402"/>
                <a:gd name="csX6" fmla="*/ 309508 w 314736"/>
                <a:gd name="csY6" fmla="*/ 0 h 405402"/>
                <a:gd name="csX7" fmla="*/ 314737 w 314736"/>
                <a:gd name="csY7" fmla="*/ 0 h 405402"/>
                <a:gd name="csX8" fmla="*/ 314737 w 314736"/>
                <a:gd name="csY8" fmla="*/ 330930 h 405402"/>
                <a:gd name="csX9" fmla="*/ 271133 w 314736"/>
                <a:gd name="csY9" fmla="*/ 330930 h 405402"/>
                <a:gd name="csX10" fmla="*/ 271133 w 314736"/>
                <a:gd name="csY10" fmla="*/ 405403 h 4054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14736" h="405402">
                  <a:moveTo>
                    <a:pt x="271133" y="405403"/>
                  </a:moveTo>
                  <a:lnTo>
                    <a:pt x="0" y="405403"/>
                  </a:lnTo>
                  <a:lnTo>
                    <a:pt x="0" y="400174"/>
                  </a:lnTo>
                  <a:lnTo>
                    <a:pt x="265904" y="400174"/>
                  </a:lnTo>
                  <a:lnTo>
                    <a:pt x="265904" y="325722"/>
                  </a:lnTo>
                  <a:lnTo>
                    <a:pt x="309508" y="325722"/>
                  </a:lnTo>
                  <a:lnTo>
                    <a:pt x="309508" y="0"/>
                  </a:lnTo>
                  <a:lnTo>
                    <a:pt x="314737" y="0"/>
                  </a:lnTo>
                  <a:lnTo>
                    <a:pt x="314737" y="330930"/>
                  </a:lnTo>
                  <a:lnTo>
                    <a:pt x="271133" y="330930"/>
                  </a:lnTo>
                  <a:lnTo>
                    <a:pt x="271133" y="405403"/>
                  </a:lnTo>
                  <a:close/>
                </a:path>
              </a:pathLst>
            </a:custGeom>
            <a:solidFill>
              <a:srgbClr val="A4A2AE"/>
            </a:solidFill>
            <a:ln w="2096" cap="flat">
              <a:noFill/>
              <a:prstDash val="solid"/>
              <a:miter/>
            </a:ln>
          </p:spPr>
          <p:txBody>
            <a:bodyPr/>
            <a:lstStyle/>
            <a:p>
              <a:endParaRPr lang="en-US"/>
            </a:p>
          </p:txBody>
        </p:sp>
        <p:sp>
          <p:nvSpPr>
            <p:cNvPr id="307" name="Freeform: Shape 306">
              <a:extLst>
                <a:ext uri="{FF2B5EF4-FFF2-40B4-BE49-F238E27FC236}">
                  <a16:creationId xmlns:a16="http://schemas.microsoft.com/office/drawing/2014/main" id="{4FB6B3CF-1CCC-D775-CF02-645D2930504A}"/>
                </a:ext>
              </a:extLst>
            </p:cNvPr>
            <p:cNvSpPr/>
            <p:nvPr/>
          </p:nvSpPr>
          <p:spPr>
            <a:xfrm>
              <a:off x="5137451" y="4545676"/>
              <a:ext cx="258886" cy="401188"/>
            </a:xfrm>
            <a:custGeom>
              <a:avLst/>
              <a:gdLst>
                <a:gd name="csX0" fmla="*/ 312249 w 312248"/>
                <a:gd name="csY0" fmla="*/ 483881 h 483881"/>
                <a:gd name="csX1" fmla="*/ 0 w 312248"/>
                <a:gd name="csY1" fmla="*/ 483881 h 483881"/>
                <a:gd name="csX2" fmla="*/ 0 w 312248"/>
                <a:gd name="csY2" fmla="*/ 0 h 483881"/>
                <a:gd name="csX3" fmla="*/ 5229 w 312248"/>
                <a:gd name="csY3" fmla="*/ 0 h 483881"/>
                <a:gd name="csX4" fmla="*/ 5229 w 312248"/>
                <a:gd name="csY4" fmla="*/ 478652 h 483881"/>
                <a:gd name="csX5" fmla="*/ 312249 w 312248"/>
                <a:gd name="csY5" fmla="*/ 478652 h 483881"/>
                <a:gd name="csX6" fmla="*/ 312249 w 312248"/>
                <a:gd name="csY6" fmla="*/ 483881 h 48388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12248" h="483881">
                  <a:moveTo>
                    <a:pt x="312249" y="483881"/>
                  </a:moveTo>
                  <a:lnTo>
                    <a:pt x="0" y="483881"/>
                  </a:lnTo>
                  <a:lnTo>
                    <a:pt x="0" y="0"/>
                  </a:lnTo>
                  <a:lnTo>
                    <a:pt x="5229" y="0"/>
                  </a:lnTo>
                  <a:lnTo>
                    <a:pt x="5229" y="478652"/>
                  </a:lnTo>
                  <a:lnTo>
                    <a:pt x="312249" y="478652"/>
                  </a:lnTo>
                  <a:lnTo>
                    <a:pt x="312249" y="483881"/>
                  </a:lnTo>
                  <a:close/>
                </a:path>
              </a:pathLst>
            </a:custGeom>
            <a:solidFill>
              <a:srgbClr val="A4A2AE"/>
            </a:solidFill>
            <a:ln w="2096" cap="flat">
              <a:noFill/>
              <a:prstDash val="solid"/>
              <a:miter/>
            </a:ln>
          </p:spPr>
          <p:txBody>
            <a:bodyPr/>
            <a:lstStyle/>
            <a:p>
              <a:endParaRPr lang="en-US"/>
            </a:p>
          </p:txBody>
        </p:sp>
        <p:sp>
          <p:nvSpPr>
            <p:cNvPr id="308" name="Freeform: Shape 307">
              <a:extLst>
                <a:ext uri="{FF2B5EF4-FFF2-40B4-BE49-F238E27FC236}">
                  <a16:creationId xmlns:a16="http://schemas.microsoft.com/office/drawing/2014/main" id="{B536C85C-4D46-7AF1-B9B2-60B42C8EC066}"/>
                </a:ext>
              </a:extLst>
            </p:cNvPr>
            <p:cNvSpPr/>
            <p:nvPr/>
          </p:nvSpPr>
          <p:spPr>
            <a:xfrm>
              <a:off x="4998436" y="4658678"/>
              <a:ext cx="452322" cy="466709"/>
            </a:xfrm>
            <a:custGeom>
              <a:avLst/>
              <a:gdLst>
                <a:gd name="csX0" fmla="*/ 545555 w 545555"/>
                <a:gd name="csY0" fmla="*/ 562908 h 562908"/>
                <a:gd name="csX1" fmla="*/ 167669 w 545555"/>
                <a:gd name="csY1" fmla="*/ 562908 h 562908"/>
                <a:gd name="csX2" fmla="*/ 167669 w 545555"/>
                <a:gd name="csY2" fmla="*/ 496828 h 562908"/>
                <a:gd name="csX3" fmla="*/ 0 w 545555"/>
                <a:gd name="csY3" fmla="*/ 496828 h 562908"/>
                <a:gd name="csX4" fmla="*/ 0 w 545555"/>
                <a:gd name="csY4" fmla="*/ 0 h 562908"/>
                <a:gd name="csX5" fmla="*/ 5229 w 545555"/>
                <a:gd name="csY5" fmla="*/ 0 h 562908"/>
                <a:gd name="csX6" fmla="*/ 5229 w 545555"/>
                <a:gd name="csY6" fmla="*/ 491599 h 562908"/>
                <a:gd name="csX7" fmla="*/ 172898 w 545555"/>
                <a:gd name="csY7" fmla="*/ 491599 h 562908"/>
                <a:gd name="csX8" fmla="*/ 172898 w 545555"/>
                <a:gd name="csY8" fmla="*/ 557679 h 562908"/>
                <a:gd name="csX9" fmla="*/ 540326 w 545555"/>
                <a:gd name="csY9" fmla="*/ 557679 h 562908"/>
                <a:gd name="csX10" fmla="*/ 540326 w 545555"/>
                <a:gd name="csY10" fmla="*/ 407975 h 562908"/>
                <a:gd name="csX11" fmla="*/ 545555 w 545555"/>
                <a:gd name="csY11" fmla="*/ 407975 h 562908"/>
                <a:gd name="csX12" fmla="*/ 545555 w 545555"/>
                <a:gd name="csY12" fmla="*/ 562908 h 5629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545555" h="562908">
                  <a:moveTo>
                    <a:pt x="545555" y="562908"/>
                  </a:moveTo>
                  <a:lnTo>
                    <a:pt x="167669" y="562908"/>
                  </a:lnTo>
                  <a:lnTo>
                    <a:pt x="167669" y="496828"/>
                  </a:lnTo>
                  <a:lnTo>
                    <a:pt x="0" y="496828"/>
                  </a:lnTo>
                  <a:lnTo>
                    <a:pt x="0" y="0"/>
                  </a:lnTo>
                  <a:lnTo>
                    <a:pt x="5229" y="0"/>
                  </a:lnTo>
                  <a:lnTo>
                    <a:pt x="5229" y="491599"/>
                  </a:lnTo>
                  <a:lnTo>
                    <a:pt x="172898" y="491599"/>
                  </a:lnTo>
                  <a:lnTo>
                    <a:pt x="172898" y="557679"/>
                  </a:lnTo>
                  <a:lnTo>
                    <a:pt x="540326" y="557679"/>
                  </a:lnTo>
                  <a:lnTo>
                    <a:pt x="540326" y="407975"/>
                  </a:lnTo>
                  <a:lnTo>
                    <a:pt x="545555" y="407975"/>
                  </a:lnTo>
                  <a:lnTo>
                    <a:pt x="545555" y="562908"/>
                  </a:lnTo>
                  <a:close/>
                </a:path>
              </a:pathLst>
            </a:custGeom>
            <a:solidFill>
              <a:srgbClr val="A4A2AE"/>
            </a:solidFill>
            <a:ln w="2096" cap="flat">
              <a:noFill/>
              <a:prstDash val="solid"/>
              <a:miter/>
            </a:ln>
          </p:spPr>
          <p:txBody>
            <a:bodyPr/>
            <a:lstStyle/>
            <a:p>
              <a:endParaRPr lang="en-US"/>
            </a:p>
          </p:txBody>
        </p:sp>
        <p:sp>
          <p:nvSpPr>
            <p:cNvPr id="309" name="Freeform: Shape 308">
              <a:extLst>
                <a:ext uri="{FF2B5EF4-FFF2-40B4-BE49-F238E27FC236}">
                  <a16:creationId xmlns:a16="http://schemas.microsoft.com/office/drawing/2014/main" id="{C11A1614-6D38-C65B-F500-8FA0B2E8F77D}"/>
                </a:ext>
              </a:extLst>
            </p:cNvPr>
            <p:cNvSpPr/>
            <p:nvPr/>
          </p:nvSpPr>
          <p:spPr>
            <a:xfrm>
              <a:off x="5448590" y="4562809"/>
              <a:ext cx="539083" cy="507791"/>
            </a:xfrm>
            <a:custGeom>
              <a:avLst/>
              <a:gdLst>
                <a:gd name="csX0" fmla="*/ 559218 w 650200"/>
                <a:gd name="csY0" fmla="*/ 612458 h 612458"/>
                <a:gd name="csX1" fmla="*/ 0 w 650200"/>
                <a:gd name="csY1" fmla="*/ 612458 h 612458"/>
                <a:gd name="csX2" fmla="*/ 0 w 650200"/>
                <a:gd name="csY2" fmla="*/ 607229 h 612458"/>
                <a:gd name="csX3" fmla="*/ 553989 w 650200"/>
                <a:gd name="csY3" fmla="*/ 607229 h 612458"/>
                <a:gd name="csX4" fmla="*/ 553989 w 650200"/>
                <a:gd name="csY4" fmla="*/ 220402 h 612458"/>
                <a:gd name="csX5" fmla="*/ 644971 w 650200"/>
                <a:gd name="csY5" fmla="*/ 220402 h 612458"/>
                <a:gd name="csX6" fmla="*/ 644971 w 650200"/>
                <a:gd name="csY6" fmla="*/ 0 h 612458"/>
                <a:gd name="csX7" fmla="*/ 650201 w 650200"/>
                <a:gd name="csY7" fmla="*/ 0 h 612458"/>
                <a:gd name="csX8" fmla="*/ 650201 w 650200"/>
                <a:gd name="csY8" fmla="*/ 225610 h 612458"/>
                <a:gd name="csX9" fmla="*/ 559218 w 650200"/>
                <a:gd name="csY9" fmla="*/ 225610 h 612458"/>
                <a:gd name="csX10" fmla="*/ 559218 w 650200"/>
                <a:gd name="csY10" fmla="*/ 612458 h 6124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50200" h="612458">
                  <a:moveTo>
                    <a:pt x="559218" y="612458"/>
                  </a:moveTo>
                  <a:lnTo>
                    <a:pt x="0" y="612458"/>
                  </a:lnTo>
                  <a:lnTo>
                    <a:pt x="0" y="607229"/>
                  </a:lnTo>
                  <a:lnTo>
                    <a:pt x="553989" y="607229"/>
                  </a:lnTo>
                  <a:lnTo>
                    <a:pt x="553989" y="220402"/>
                  </a:lnTo>
                  <a:lnTo>
                    <a:pt x="644971" y="220402"/>
                  </a:lnTo>
                  <a:lnTo>
                    <a:pt x="644971" y="0"/>
                  </a:lnTo>
                  <a:lnTo>
                    <a:pt x="650201" y="0"/>
                  </a:lnTo>
                  <a:lnTo>
                    <a:pt x="650201" y="225610"/>
                  </a:lnTo>
                  <a:lnTo>
                    <a:pt x="559218" y="225610"/>
                  </a:lnTo>
                  <a:lnTo>
                    <a:pt x="559218" y="612458"/>
                  </a:lnTo>
                  <a:close/>
                </a:path>
              </a:pathLst>
            </a:custGeom>
            <a:solidFill>
              <a:srgbClr val="A4A2AE"/>
            </a:solidFill>
            <a:ln w="2096" cap="flat">
              <a:noFill/>
              <a:prstDash val="solid"/>
              <a:miter/>
            </a:ln>
          </p:spPr>
          <p:txBody>
            <a:bodyPr/>
            <a:lstStyle/>
            <a:p>
              <a:endParaRPr lang="en-US"/>
            </a:p>
          </p:txBody>
        </p:sp>
        <p:sp>
          <p:nvSpPr>
            <p:cNvPr id="310" name="Freeform: Shape 309">
              <a:extLst>
                <a:ext uri="{FF2B5EF4-FFF2-40B4-BE49-F238E27FC236}">
                  <a16:creationId xmlns:a16="http://schemas.microsoft.com/office/drawing/2014/main" id="{3E8538BE-CD1F-7D0B-0B91-BB0127A3329F}"/>
                </a:ext>
              </a:extLst>
            </p:cNvPr>
            <p:cNvSpPr/>
            <p:nvPr/>
          </p:nvSpPr>
          <p:spPr>
            <a:xfrm>
              <a:off x="5463677" y="4341071"/>
              <a:ext cx="169118" cy="169118"/>
            </a:xfrm>
            <a:custGeom>
              <a:avLst/>
              <a:gdLst>
                <a:gd name="csX0" fmla="*/ 101989 w 203977"/>
                <a:gd name="csY0" fmla="*/ 203977 h 203977"/>
                <a:gd name="csX1" fmla="*/ 0 w 203977"/>
                <a:gd name="csY1" fmla="*/ 101989 h 203977"/>
                <a:gd name="csX2" fmla="*/ 101989 w 203977"/>
                <a:gd name="csY2" fmla="*/ 0 h 203977"/>
                <a:gd name="csX3" fmla="*/ 203977 w 203977"/>
                <a:gd name="csY3" fmla="*/ 101989 h 203977"/>
                <a:gd name="csX4" fmla="*/ 101989 w 203977"/>
                <a:gd name="csY4" fmla="*/ 203977 h 203977"/>
                <a:gd name="csX5" fmla="*/ 101989 w 203977"/>
                <a:gd name="csY5" fmla="*/ 5229 h 203977"/>
                <a:gd name="csX6" fmla="*/ 5229 w 203977"/>
                <a:gd name="csY6" fmla="*/ 101989 h 203977"/>
                <a:gd name="csX7" fmla="*/ 101989 w 203977"/>
                <a:gd name="csY7" fmla="*/ 198748 h 203977"/>
                <a:gd name="csX8" fmla="*/ 198748 w 203977"/>
                <a:gd name="csY8" fmla="*/ 101989 h 203977"/>
                <a:gd name="csX9" fmla="*/ 101989 w 203977"/>
                <a:gd name="csY9" fmla="*/ 5229 h 2039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03977" h="203977">
                  <a:moveTo>
                    <a:pt x="101989" y="203977"/>
                  </a:moveTo>
                  <a:cubicBezTo>
                    <a:pt x="45755" y="203977"/>
                    <a:pt x="0" y="158222"/>
                    <a:pt x="0" y="101989"/>
                  </a:cubicBezTo>
                  <a:cubicBezTo>
                    <a:pt x="0" y="45755"/>
                    <a:pt x="45755" y="0"/>
                    <a:pt x="101989" y="0"/>
                  </a:cubicBezTo>
                  <a:cubicBezTo>
                    <a:pt x="158222" y="0"/>
                    <a:pt x="203977" y="45755"/>
                    <a:pt x="203977" y="101989"/>
                  </a:cubicBezTo>
                  <a:cubicBezTo>
                    <a:pt x="203977" y="158222"/>
                    <a:pt x="158222" y="203977"/>
                    <a:pt x="101989" y="203977"/>
                  </a:cubicBezTo>
                  <a:close/>
                  <a:moveTo>
                    <a:pt x="101989" y="5229"/>
                  </a:moveTo>
                  <a:cubicBezTo>
                    <a:pt x="48643" y="5229"/>
                    <a:pt x="5229" y="48643"/>
                    <a:pt x="5229" y="101989"/>
                  </a:cubicBezTo>
                  <a:cubicBezTo>
                    <a:pt x="5229" y="155334"/>
                    <a:pt x="48643" y="198748"/>
                    <a:pt x="101989" y="198748"/>
                  </a:cubicBezTo>
                  <a:cubicBezTo>
                    <a:pt x="155334" y="198748"/>
                    <a:pt x="198748" y="155334"/>
                    <a:pt x="198748" y="101989"/>
                  </a:cubicBezTo>
                  <a:cubicBezTo>
                    <a:pt x="198748" y="48643"/>
                    <a:pt x="155334" y="5229"/>
                    <a:pt x="101989" y="5229"/>
                  </a:cubicBezTo>
                  <a:close/>
                </a:path>
              </a:pathLst>
            </a:custGeom>
            <a:solidFill>
              <a:srgbClr val="A4A2AE"/>
            </a:solidFill>
            <a:ln w="2096" cap="flat">
              <a:noFill/>
              <a:prstDash val="solid"/>
              <a:miter/>
            </a:ln>
          </p:spPr>
          <p:txBody>
            <a:bodyPr/>
            <a:lstStyle/>
            <a:p>
              <a:endParaRPr lang="en-US"/>
            </a:p>
          </p:txBody>
        </p:sp>
        <p:sp>
          <p:nvSpPr>
            <p:cNvPr id="311" name="Freeform: Shape 310">
              <a:extLst>
                <a:ext uri="{FF2B5EF4-FFF2-40B4-BE49-F238E27FC236}">
                  <a16:creationId xmlns:a16="http://schemas.microsoft.com/office/drawing/2014/main" id="{02EC1C85-4990-B9F7-8D26-4915A43B01DD}"/>
                </a:ext>
              </a:extLst>
            </p:cNvPr>
            <p:cNvSpPr/>
            <p:nvPr/>
          </p:nvSpPr>
          <p:spPr>
            <a:xfrm>
              <a:off x="5073975" y="4416557"/>
              <a:ext cx="131287" cy="131287"/>
            </a:xfrm>
            <a:custGeom>
              <a:avLst/>
              <a:gdLst>
                <a:gd name="csX0" fmla="*/ 79174 w 158348"/>
                <a:gd name="csY0" fmla="*/ 158349 h 158348"/>
                <a:gd name="csX1" fmla="*/ 0 w 158348"/>
                <a:gd name="csY1" fmla="*/ 79174 h 158348"/>
                <a:gd name="csX2" fmla="*/ 79174 w 158348"/>
                <a:gd name="csY2" fmla="*/ 0 h 158348"/>
                <a:gd name="csX3" fmla="*/ 158349 w 158348"/>
                <a:gd name="csY3" fmla="*/ 79174 h 158348"/>
                <a:gd name="csX4" fmla="*/ 79174 w 158348"/>
                <a:gd name="csY4" fmla="*/ 158349 h 158348"/>
                <a:gd name="csX5" fmla="*/ 79174 w 158348"/>
                <a:gd name="csY5" fmla="*/ 5229 h 158348"/>
                <a:gd name="csX6" fmla="*/ 5229 w 158348"/>
                <a:gd name="csY6" fmla="*/ 79174 h 158348"/>
                <a:gd name="csX7" fmla="*/ 79174 w 158348"/>
                <a:gd name="csY7" fmla="*/ 153120 h 158348"/>
                <a:gd name="csX8" fmla="*/ 153120 w 158348"/>
                <a:gd name="csY8" fmla="*/ 79174 h 158348"/>
                <a:gd name="csX9" fmla="*/ 79174 w 158348"/>
                <a:gd name="csY9" fmla="*/ 5229 h 1583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58348" h="158348">
                  <a:moveTo>
                    <a:pt x="79174" y="158349"/>
                  </a:moveTo>
                  <a:cubicBezTo>
                    <a:pt x="35528" y="158349"/>
                    <a:pt x="0" y="122842"/>
                    <a:pt x="0" y="79174"/>
                  </a:cubicBezTo>
                  <a:cubicBezTo>
                    <a:pt x="0" y="35507"/>
                    <a:pt x="35507" y="0"/>
                    <a:pt x="79174" y="0"/>
                  </a:cubicBezTo>
                  <a:cubicBezTo>
                    <a:pt x="122842" y="0"/>
                    <a:pt x="158349" y="35507"/>
                    <a:pt x="158349" y="79174"/>
                  </a:cubicBezTo>
                  <a:cubicBezTo>
                    <a:pt x="158349" y="122842"/>
                    <a:pt x="122842" y="158349"/>
                    <a:pt x="79174" y="158349"/>
                  </a:cubicBezTo>
                  <a:close/>
                  <a:moveTo>
                    <a:pt x="79174" y="5229"/>
                  </a:moveTo>
                  <a:cubicBezTo>
                    <a:pt x="38396" y="5229"/>
                    <a:pt x="5229" y="38396"/>
                    <a:pt x="5229" y="79174"/>
                  </a:cubicBezTo>
                  <a:cubicBezTo>
                    <a:pt x="5229" y="119953"/>
                    <a:pt x="38396" y="153120"/>
                    <a:pt x="79174" y="153120"/>
                  </a:cubicBezTo>
                  <a:cubicBezTo>
                    <a:pt x="119953" y="153120"/>
                    <a:pt x="153120" y="119953"/>
                    <a:pt x="153120" y="79174"/>
                  </a:cubicBezTo>
                  <a:cubicBezTo>
                    <a:pt x="153120" y="38396"/>
                    <a:pt x="119953" y="5229"/>
                    <a:pt x="79174" y="5229"/>
                  </a:cubicBezTo>
                  <a:close/>
                </a:path>
              </a:pathLst>
            </a:custGeom>
            <a:solidFill>
              <a:srgbClr val="A4A2AE"/>
            </a:solidFill>
            <a:ln w="2096" cap="flat">
              <a:noFill/>
              <a:prstDash val="solid"/>
              <a:miter/>
            </a:ln>
          </p:spPr>
          <p:txBody>
            <a:bodyPr/>
            <a:lstStyle/>
            <a:p>
              <a:endParaRPr lang="en-US"/>
            </a:p>
          </p:txBody>
        </p:sp>
        <p:sp>
          <p:nvSpPr>
            <p:cNvPr id="312" name="Freeform: Shape 311">
              <a:extLst>
                <a:ext uri="{FF2B5EF4-FFF2-40B4-BE49-F238E27FC236}">
                  <a16:creationId xmlns:a16="http://schemas.microsoft.com/office/drawing/2014/main" id="{A724A8E5-A7F2-A459-7667-E91B995CCCC0}"/>
                </a:ext>
              </a:extLst>
            </p:cNvPr>
            <p:cNvSpPr/>
            <p:nvPr/>
          </p:nvSpPr>
          <p:spPr>
            <a:xfrm>
              <a:off x="5704907" y="4503511"/>
              <a:ext cx="109400" cy="109400"/>
            </a:xfrm>
            <a:custGeom>
              <a:avLst/>
              <a:gdLst>
                <a:gd name="csX0" fmla="*/ 65975 w 131950"/>
                <a:gd name="csY0" fmla="*/ 131950 h 131950"/>
                <a:gd name="csX1" fmla="*/ 0 w 131950"/>
                <a:gd name="csY1" fmla="*/ 65975 h 131950"/>
                <a:gd name="csX2" fmla="*/ 65975 w 131950"/>
                <a:gd name="csY2" fmla="*/ 0 h 131950"/>
                <a:gd name="csX3" fmla="*/ 131950 w 131950"/>
                <a:gd name="csY3" fmla="*/ 65975 h 131950"/>
                <a:gd name="csX4" fmla="*/ 65975 w 131950"/>
                <a:gd name="csY4" fmla="*/ 131950 h 131950"/>
                <a:gd name="csX5" fmla="*/ 65975 w 131950"/>
                <a:gd name="csY5" fmla="*/ 5208 h 131950"/>
                <a:gd name="csX6" fmla="*/ 5229 w 131950"/>
                <a:gd name="csY6" fmla="*/ 65954 h 131950"/>
                <a:gd name="csX7" fmla="*/ 65975 w 131950"/>
                <a:gd name="csY7" fmla="*/ 126700 h 131950"/>
                <a:gd name="csX8" fmla="*/ 126721 w 131950"/>
                <a:gd name="csY8" fmla="*/ 65954 h 131950"/>
                <a:gd name="csX9" fmla="*/ 65975 w 131950"/>
                <a:gd name="csY9" fmla="*/ 5208 h 1319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1950" h="131950">
                  <a:moveTo>
                    <a:pt x="65975" y="131950"/>
                  </a:moveTo>
                  <a:cubicBezTo>
                    <a:pt x="29603" y="131950"/>
                    <a:pt x="0" y="102347"/>
                    <a:pt x="0" y="65975"/>
                  </a:cubicBezTo>
                  <a:cubicBezTo>
                    <a:pt x="0" y="29603"/>
                    <a:pt x="29603" y="0"/>
                    <a:pt x="65975" y="0"/>
                  </a:cubicBezTo>
                  <a:cubicBezTo>
                    <a:pt x="102347" y="0"/>
                    <a:pt x="131950" y="29603"/>
                    <a:pt x="131950" y="65975"/>
                  </a:cubicBezTo>
                  <a:cubicBezTo>
                    <a:pt x="131950" y="102347"/>
                    <a:pt x="102347" y="131950"/>
                    <a:pt x="65975" y="131950"/>
                  </a:cubicBezTo>
                  <a:close/>
                  <a:moveTo>
                    <a:pt x="65975" y="5208"/>
                  </a:moveTo>
                  <a:cubicBezTo>
                    <a:pt x="32471" y="5208"/>
                    <a:pt x="5229" y="32471"/>
                    <a:pt x="5229" y="65954"/>
                  </a:cubicBezTo>
                  <a:cubicBezTo>
                    <a:pt x="5229" y="99437"/>
                    <a:pt x="32492" y="126700"/>
                    <a:pt x="65975" y="126700"/>
                  </a:cubicBezTo>
                  <a:cubicBezTo>
                    <a:pt x="99458" y="126700"/>
                    <a:pt x="126721" y="99437"/>
                    <a:pt x="126721" y="65954"/>
                  </a:cubicBezTo>
                  <a:cubicBezTo>
                    <a:pt x="126721" y="32471"/>
                    <a:pt x="99458" y="5208"/>
                    <a:pt x="65975" y="5208"/>
                  </a:cubicBezTo>
                  <a:close/>
                </a:path>
              </a:pathLst>
            </a:custGeom>
            <a:solidFill>
              <a:srgbClr val="A4A2AE"/>
            </a:solidFill>
            <a:ln w="2096" cap="flat">
              <a:noFill/>
              <a:prstDash val="solid"/>
              <a:miter/>
            </a:ln>
          </p:spPr>
          <p:txBody>
            <a:bodyPr/>
            <a:lstStyle/>
            <a:p>
              <a:endParaRPr lang="en-US"/>
            </a:p>
          </p:txBody>
        </p:sp>
        <p:sp>
          <p:nvSpPr>
            <p:cNvPr id="313" name="Freeform: Shape 312">
              <a:extLst>
                <a:ext uri="{FF2B5EF4-FFF2-40B4-BE49-F238E27FC236}">
                  <a16:creationId xmlns:a16="http://schemas.microsoft.com/office/drawing/2014/main" id="{FE4B1756-70E3-7BEB-2738-838EDE143AD9}"/>
                </a:ext>
              </a:extLst>
            </p:cNvPr>
            <p:cNvSpPr/>
            <p:nvPr/>
          </p:nvSpPr>
          <p:spPr>
            <a:xfrm>
              <a:off x="5332827" y="4490941"/>
              <a:ext cx="109400" cy="109400"/>
            </a:xfrm>
            <a:custGeom>
              <a:avLst/>
              <a:gdLst>
                <a:gd name="csX0" fmla="*/ 65975 w 131950"/>
                <a:gd name="csY0" fmla="*/ 131950 h 131950"/>
                <a:gd name="csX1" fmla="*/ 0 w 131950"/>
                <a:gd name="csY1" fmla="*/ 65975 h 131950"/>
                <a:gd name="csX2" fmla="*/ 65975 w 131950"/>
                <a:gd name="csY2" fmla="*/ 0 h 131950"/>
                <a:gd name="csX3" fmla="*/ 131950 w 131950"/>
                <a:gd name="csY3" fmla="*/ 65975 h 131950"/>
                <a:gd name="csX4" fmla="*/ 65975 w 131950"/>
                <a:gd name="csY4" fmla="*/ 131950 h 131950"/>
                <a:gd name="csX5" fmla="*/ 65975 w 131950"/>
                <a:gd name="csY5" fmla="*/ 5229 h 131950"/>
                <a:gd name="csX6" fmla="*/ 5229 w 131950"/>
                <a:gd name="csY6" fmla="*/ 65975 h 131950"/>
                <a:gd name="csX7" fmla="*/ 65975 w 131950"/>
                <a:gd name="csY7" fmla="*/ 126721 h 131950"/>
                <a:gd name="csX8" fmla="*/ 126721 w 131950"/>
                <a:gd name="csY8" fmla="*/ 65975 h 131950"/>
                <a:gd name="csX9" fmla="*/ 65975 w 131950"/>
                <a:gd name="csY9" fmla="*/ 5229 h 1319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1950" h="131950">
                  <a:moveTo>
                    <a:pt x="65975" y="131950"/>
                  </a:moveTo>
                  <a:cubicBezTo>
                    <a:pt x="29603" y="131950"/>
                    <a:pt x="0" y="102347"/>
                    <a:pt x="0" y="65975"/>
                  </a:cubicBezTo>
                  <a:cubicBezTo>
                    <a:pt x="0" y="29603"/>
                    <a:pt x="29603" y="0"/>
                    <a:pt x="65975" y="0"/>
                  </a:cubicBezTo>
                  <a:cubicBezTo>
                    <a:pt x="102347" y="0"/>
                    <a:pt x="131950" y="29603"/>
                    <a:pt x="131950" y="65975"/>
                  </a:cubicBezTo>
                  <a:cubicBezTo>
                    <a:pt x="131950" y="102347"/>
                    <a:pt x="102347" y="131950"/>
                    <a:pt x="65975" y="131950"/>
                  </a:cubicBezTo>
                  <a:close/>
                  <a:moveTo>
                    <a:pt x="65975" y="5229"/>
                  </a:moveTo>
                  <a:cubicBezTo>
                    <a:pt x="32471" y="5229"/>
                    <a:pt x="5229" y="32492"/>
                    <a:pt x="5229" y="65975"/>
                  </a:cubicBezTo>
                  <a:cubicBezTo>
                    <a:pt x="5229" y="99458"/>
                    <a:pt x="32492" y="126721"/>
                    <a:pt x="65975" y="126721"/>
                  </a:cubicBezTo>
                  <a:cubicBezTo>
                    <a:pt x="99458" y="126721"/>
                    <a:pt x="126721" y="99458"/>
                    <a:pt x="126721" y="65975"/>
                  </a:cubicBezTo>
                  <a:cubicBezTo>
                    <a:pt x="126721" y="32492"/>
                    <a:pt x="99458" y="5229"/>
                    <a:pt x="65975" y="5229"/>
                  </a:cubicBezTo>
                  <a:close/>
                </a:path>
              </a:pathLst>
            </a:custGeom>
            <a:solidFill>
              <a:srgbClr val="A4A2AE"/>
            </a:solidFill>
            <a:ln w="2096" cap="flat">
              <a:noFill/>
              <a:prstDash val="solid"/>
              <a:miter/>
            </a:ln>
          </p:spPr>
          <p:txBody>
            <a:bodyPr/>
            <a:lstStyle/>
            <a:p>
              <a:endParaRPr lang="en-US"/>
            </a:p>
          </p:txBody>
        </p:sp>
        <p:sp>
          <p:nvSpPr>
            <p:cNvPr id="314" name="Freeform: Shape 313">
              <a:extLst>
                <a:ext uri="{FF2B5EF4-FFF2-40B4-BE49-F238E27FC236}">
                  <a16:creationId xmlns:a16="http://schemas.microsoft.com/office/drawing/2014/main" id="{6703F252-4CF4-4FFA-84D8-52B7D0220D24}"/>
                </a:ext>
              </a:extLst>
            </p:cNvPr>
            <p:cNvSpPr/>
            <p:nvPr/>
          </p:nvSpPr>
          <p:spPr>
            <a:xfrm>
              <a:off x="5495424" y="4372835"/>
              <a:ext cx="105554" cy="105571"/>
            </a:xfrm>
            <a:custGeom>
              <a:avLst/>
              <a:gdLst>
                <a:gd name="csX0" fmla="*/ 119363 w 127311"/>
                <a:gd name="csY0" fmla="*/ 60324 h 127332"/>
                <a:gd name="csX1" fmla="*/ 112383 w 127311"/>
                <a:gd name="csY1" fmla="*/ 36519 h 127332"/>
                <a:gd name="csX2" fmla="*/ 119278 w 127311"/>
                <a:gd name="csY2" fmla="*/ 32661 h 127332"/>
                <a:gd name="csX3" fmla="*/ 105953 w 127311"/>
                <a:gd name="csY3" fmla="*/ 16046 h 127332"/>
                <a:gd name="csX4" fmla="*/ 100702 w 127311"/>
                <a:gd name="csY4" fmla="*/ 21971 h 127332"/>
                <a:gd name="csX5" fmla="*/ 78964 w 127311"/>
                <a:gd name="csY5" fmla="*/ 10015 h 127332"/>
                <a:gd name="csX6" fmla="*/ 81114 w 127311"/>
                <a:gd name="csY6" fmla="*/ 2446 h 127332"/>
                <a:gd name="csX7" fmla="*/ 81009 w 127311"/>
                <a:gd name="csY7" fmla="*/ 2446 h 127332"/>
                <a:gd name="csX8" fmla="*/ 63656 w 127311"/>
                <a:gd name="csY8" fmla="*/ 0 h 127332"/>
                <a:gd name="csX9" fmla="*/ 59924 w 127311"/>
                <a:gd name="csY9" fmla="*/ 105 h 127332"/>
                <a:gd name="csX10" fmla="*/ 60388 w 127311"/>
                <a:gd name="csY10" fmla="*/ 7991 h 127332"/>
                <a:gd name="csX11" fmla="*/ 36583 w 127311"/>
                <a:gd name="csY11" fmla="*/ 14949 h 127332"/>
                <a:gd name="csX12" fmla="*/ 32745 w 127311"/>
                <a:gd name="csY12" fmla="*/ 8033 h 127332"/>
                <a:gd name="csX13" fmla="*/ 16109 w 127311"/>
                <a:gd name="csY13" fmla="*/ 21359 h 127332"/>
                <a:gd name="csX14" fmla="*/ 22013 w 127311"/>
                <a:gd name="csY14" fmla="*/ 26630 h 127332"/>
                <a:gd name="csX15" fmla="*/ 10037 w 127311"/>
                <a:gd name="csY15" fmla="*/ 48348 h 127332"/>
                <a:gd name="csX16" fmla="*/ 2467 w 127311"/>
                <a:gd name="csY16" fmla="*/ 46197 h 127332"/>
                <a:gd name="csX17" fmla="*/ 2425 w 127311"/>
                <a:gd name="csY17" fmla="*/ 46345 h 127332"/>
                <a:gd name="csX18" fmla="*/ 0 w 127311"/>
                <a:gd name="csY18" fmla="*/ 63698 h 127332"/>
                <a:gd name="csX19" fmla="*/ 105 w 127311"/>
                <a:gd name="csY19" fmla="*/ 67388 h 127332"/>
                <a:gd name="csX20" fmla="*/ 7991 w 127311"/>
                <a:gd name="csY20" fmla="*/ 66924 h 127332"/>
                <a:gd name="csX21" fmla="*/ 14928 w 127311"/>
                <a:gd name="csY21" fmla="*/ 90729 h 127332"/>
                <a:gd name="csX22" fmla="*/ 8012 w 127311"/>
                <a:gd name="csY22" fmla="*/ 94567 h 127332"/>
                <a:gd name="csX23" fmla="*/ 21317 w 127311"/>
                <a:gd name="csY23" fmla="*/ 111203 h 127332"/>
                <a:gd name="csX24" fmla="*/ 26588 w 127311"/>
                <a:gd name="csY24" fmla="*/ 105299 h 127332"/>
                <a:gd name="csX25" fmla="*/ 48306 w 127311"/>
                <a:gd name="csY25" fmla="*/ 117275 h 127332"/>
                <a:gd name="csX26" fmla="*/ 46134 w 127311"/>
                <a:gd name="csY26" fmla="*/ 124845 h 127332"/>
                <a:gd name="csX27" fmla="*/ 46324 w 127311"/>
                <a:gd name="csY27" fmla="*/ 124908 h 127332"/>
                <a:gd name="csX28" fmla="*/ 63677 w 127311"/>
                <a:gd name="csY28" fmla="*/ 127333 h 127332"/>
                <a:gd name="csX29" fmla="*/ 67514 w 127311"/>
                <a:gd name="csY29" fmla="*/ 127206 h 127332"/>
                <a:gd name="csX30" fmla="*/ 67029 w 127311"/>
                <a:gd name="csY30" fmla="*/ 119320 h 127332"/>
                <a:gd name="csX31" fmla="*/ 90834 w 127311"/>
                <a:gd name="csY31" fmla="*/ 112320 h 127332"/>
                <a:gd name="csX32" fmla="*/ 94693 w 127311"/>
                <a:gd name="csY32" fmla="*/ 119215 h 127332"/>
                <a:gd name="csX33" fmla="*/ 111308 w 127311"/>
                <a:gd name="csY33" fmla="*/ 105868 h 127332"/>
                <a:gd name="csX34" fmla="*/ 105383 w 127311"/>
                <a:gd name="csY34" fmla="*/ 100618 h 127332"/>
                <a:gd name="csX35" fmla="*/ 117317 w 127311"/>
                <a:gd name="csY35" fmla="*/ 78879 h 127332"/>
                <a:gd name="csX36" fmla="*/ 124887 w 127311"/>
                <a:gd name="csY36" fmla="*/ 81030 h 127332"/>
                <a:gd name="csX37" fmla="*/ 124887 w 127311"/>
                <a:gd name="csY37" fmla="*/ 80988 h 127332"/>
                <a:gd name="csX38" fmla="*/ 127312 w 127311"/>
                <a:gd name="csY38" fmla="*/ 63635 h 127332"/>
                <a:gd name="csX39" fmla="*/ 127206 w 127311"/>
                <a:gd name="csY39" fmla="*/ 59839 h 127332"/>
                <a:gd name="csX40" fmla="*/ 119320 w 127311"/>
                <a:gd name="csY40" fmla="*/ 60324 h 127332"/>
                <a:gd name="csX41" fmla="*/ 49866 w 127311"/>
                <a:gd name="csY41" fmla="*/ 112531 h 127332"/>
                <a:gd name="csX42" fmla="*/ 49866 w 127311"/>
                <a:gd name="csY42" fmla="*/ 112531 h 127332"/>
                <a:gd name="csX43" fmla="*/ 50246 w 127311"/>
                <a:gd name="csY43" fmla="*/ 111161 h 127332"/>
                <a:gd name="csX44" fmla="*/ 49866 w 127311"/>
                <a:gd name="csY44" fmla="*/ 112531 h 127332"/>
                <a:gd name="csX45" fmla="*/ 96148 w 127311"/>
                <a:gd name="csY45" fmla="*/ 72849 h 127332"/>
                <a:gd name="csX46" fmla="*/ 63719 w 127311"/>
                <a:gd name="csY46" fmla="*/ 97413 h 127332"/>
                <a:gd name="csX47" fmla="*/ 54505 w 127311"/>
                <a:gd name="csY47" fmla="*/ 96127 h 127332"/>
                <a:gd name="csX48" fmla="*/ 29941 w 127311"/>
                <a:gd name="csY48" fmla="*/ 63698 h 127332"/>
                <a:gd name="csX49" fmla="*/ 31227 w 127311"/>
                <a:gd name="csY49" fmla="*/ 54505 h 127332"/>
                <a:gd name="csX50" fmla="*/ 63656 w 127311"/>
                <a:gd name="csY50" fmla="*/ 29941 h 127332"/>
                <a:gd name="csX51" fmla="*/ 72870 w 127311"/>
                <a:gd name="csY51" fmla="*/ 31227 h 127332"/>
                <a:gd name="csX52" fmla="*/ 97434 w 127311"/>
                <a:gd name="csY52" fmla="*/ 63656 h 127332"/>
                <a:gd name="csX53" fmla="*/ 96148 w 127311"/>
                <a:gd name="csY53" fmla="*/ 72870 h 1273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Lst>
              <a:rect l="l" t="t" r="r" b="b"/>
              <a:pathLst>
                <a:path w="127311" h="127332">
                  <a:moveTo>
                    <a:pt x="119363" y="60324"/>
                  </a:moveTo>
                  <a:cubicBezTo>
                    <a:pt x="118857" y="51869"/>
                    <a:pt x="116432" y="43752"/>
                    <a:pt x="112383" y="36519"/>
                  </a:cubicBezTo>
                  <a:lnTo>
                    <a:pt x="119278" y="32661"/>
                  </a:lnTo>
                  <a:cubicBezTo>
                    <a:pt x="115820" y="26462"/>
                    <a:pt x="111329" y="20811"/>
                    <a:pt x="105953" y="16046"/>
                  </a:cubicBezTo>
                  <a:lnTo>
                    <a:pt x="100702" y="21971"/>
                  </a:lnTo>
                  <a:cubicBezTo>
                    <a:pt x="94630" y="16573"/>
                    <a:pt x="87313" y="12398"/>
                    <a:pt x="78964" y="10015"/>
                  </a:cubicBezTo>
                  <a:lnTo>
                    <a:pt x="81114" y="2446"/>
                  </a:lnTo>
                  <a:lnTo>
                    <a:pt x="81009" y="2446"/>
                  </a:lnTo>
                  <a:cubicBezTo>
                    <a:pt x="75232" y="780"/>
                    <a:pt x="69391" y="0"/>
                    <a:pt x="63656" y="0"/>
                  </a:cubicBezTo>
                  <a:cubicBezTo>
                    <a:pt x="62412" y="0"/>
                    <a:pt x="61168" y="42"/>
                    <a:pt x="59924" y="105"/>
                  </a:cubicBezTo>
                  <a:lnTo>
                    <a:pt x="60388" y="7991"/>
                  </a:lnTo>
                  <a:cubicBezTo>
                    <a:pt x="51933" y="8497"/>
                    <a:pt x="43815" y="10901"/>
                    <a:pt x="36583" y="14949"/>
                  </a:cubicBezTo>
                  <a:lnTo>
                    <a:pt x="32745" y="8033"/>
                  </a:lnTo>
                  <a:cubicBezTo>
                    <a:pt x="26525" y="11491"/>
                    <a:pt x="20895" y="15982"/>
                    <a:pt x="16109" y="21359"/>
                  </a:cubicBezTo>
                  <a:lnTo>
                    <a:pt x="22013" y="26630"/>
                  </a:lnTo>
                  <a:cubicBezTo>
                    <a:pt x="16615" y="32703"/>
                    <a:pt x="12419" y="40019"/>
                    <a:pt x="10037" y="48348"/>
                  </a:cubicBezTo>
                  <a:lnTo>
                    <a:pt x="2467" y="46197"/>
                  </a:lnTo>
                  <a:lnTo>
                    <a:pt x="2425" y="46345"/>
                  </a:lnTo>
                  <a:cubicBezTo>
                    <a:pt x="780" y="52122"/>
                    <a:pt x="0" y="57963"/>
                    <a:pt x="0" y="63698"/>
                  </a:cubicBezTo>
                  <a:cubicBezTo>
                    <a:pt x="0" y="64921"/>
                    <a:pt x="42" y="66165"/>
                    <a:pt x="105" y="67388"/>
                  </a:cubicBezTo>
                  <a:lnTo>
                    <a:pt x="7991" y="66924"/>
                  </a:lnTo>
                  <a:cubicBezTo>
                    <a:pt x="8476" y="75379"/>
                    <a:pt x="10901" y="83497"/>
                    <a:pt x="14928" y="90729"/>
                  </a:cubicBezTo>
                  <a:lnTo>
                    <a:pt x="8012" y="94567"/>
                  </a:lnTo>
                  <a:cubicBezTo>
                    <a:pt x="11470" y="100787"/>
                    <a:pt x="15940" y="106416"/>
                    <a:pt x="21317" y="111203"/>
                  </a:cubicBezTo>
                  <a:lnTo>
                    <a:pt x="26588" y="105299"/>
                  </a:lnTo>
                  <a:cubicBezTo>
                    <a:pt x="32661" y="110697"/>
                    <a:pt x="39977" y="114893"/>
                    <a:pt x="48306" y="117275"/>
                  </a:cubicBezTo>
                  <a:lnTo>
                    <a:pt x="46134" y="124845"/>
                  </a:lnTo>
                  <a:lnTo>
                    <a:pt x="46324" y="124908"/>
                  </a:lnTo>
                  <a:cubicBezTo>
                    <a:pt x="52101" y="126553"/>
                    <a:pt x="57942" y="127333"/>
                    <a:pt x="63677" y="127333"/>
                  </a:cubicBezTo>
                  <a:cubicBezTo>
                    <a:pt x="64963" y="127333"/>
                    <a:pt x="66249" y="127291"/>
                    <a:pt x="67514" y="127206"/>
                  </a:cubicBezTo>
                  <a:lnTo>
                    <a:pt x="67029" y="119320"/>
                  </a:lnTo>
                  <a:cubicBezTo>
                    <a:pt x="75485" y="118814"/>
                    <a:pt x="83602" y="116369"/>
                    <a:pt x="90834" y="112320"/>
                  </a:cubicBezTo>
                  <a:lnTo>
                    <a:pt x="94693" y="119215"/>
                  </a:lnTo>
                  <a:cubicBezTo>
                    <a:pt x="100892" y="115757"/>
                    <a:pt x="106522" y="111245"/>
                    <a:pt x="111308" y="105868"/>
                  </a:cubicBezTo>
                  <a:lnTo>
                    <a:pt x="105383" y="100618"/>
                  </a:lnTo>
                  <a:cubicBezTo>
                    <a:pt x="110781" y="94545"/>
                    <a:pt x="114956" y="87208"/>
                    <a:pt x="117317" y="78879"/>
                  </a:cubicBezTo>
                  <a:lnTo>
                    <a:pt x="124887" y="81030"/>
                  </a:lnTo>
                  <a:lnTo>
                    <a:pt x="124887" y="80988"/>
                  </a:lnTo>
                  <a:cubicBezTo>
                    <a:pt x="126532" y="75210"/>
                    <a:pt x="127312" y="69370"/>
                    <a:pt x="127312" y="63635"/>
                  </a:cubicBezTo>
                  <a:cubicBezTo>
                    <a:pt x="127312" y="62370"/>
                    <a:pt x="127269" y="61105"/>
                    <a:pt x="127206" y="59839"/>
                  </a:cubicBezTo>
                  <a:lnTo>
                    <a:pt x="119320" y="60324"/>
                  </a:lnTo>
                  <a:close/>
                  <a:moveTo>
                    <a:pt x="49866" y="112531"/>
                  </a:moveTo>
                  <a:lnTo>
                    <a:pt x="49866" y="112531"/>
                  </a:lnTo>
                  <a:lnTo>
                    <a:pt x="50246" y="111161"/>
                  </a:lnTo>
                  <a:lnTo>
                    <a:pt x="49866" y="112531"/>
                  </a:lnTo>
                  <a:close/>
                  <a:moveTo>
                    <a:pt x="96148" y="72849"/>
                  </a:moveTo>
                  <a:cubicBezTo>
                    <a:pt x="91952" y="87714"/>
                    <a:pt x="78415" y="97413"/>
                    <a:pt x="63719" y="97413"/>
                  </a:cubicBezTo>
                  <a:cubicBezTo>
                    <a:pt x="60683" y="97413"/>
                    <a:pt x="57604" y="96991"/>
                    <a:pt x="54505" y="96127"/>
                  </a:cubicBezTo>
                  <a:cubicBezTo>
                    <a:pt x="39640" y="91931"/>
                    <a:pt x="29941" y="78394"/>
                    <a:pt x="29941" y="63698"/>
                  </a:cubicBezTo>
                  <a:cubicBezTo>
                    <a:pt x="29941" y="60662"/>
                    <a:pt x="30362" y="57583"/>
                    <a:pt x="31227" y="54505"/>
                  </a:cubicBezTo>
                  <a:cubicBezTo>
                    <a:pt x="35423" y="39640"/>
                    <a:pt x="48960" y="29941"/>
                    <a:pt x="63656" y="29941"/>
                  </a:cubicBezTo>
                  <a:cubicBezTo>
                    <a:pt x="66692" y="29941"/>
                    <a:pt x="69771" y="30363"/>
                    <a:pt x="72870" y="31227"/>
                  </a:cubicBezTo>
                  <a:cubicBezTo>
                    <a:pt x="87735" y="35423"/>
                    <a:pt x="97434" y="48960"/>
                    <a:pt x="97434" y="63656"/>
                  </a:cubicBezTo>
                  <a:cubicBezTo>
                    <a:pt x="97434" y="66692"/>
                    <a:pt x="97012" y="69771"/>
                    <a:pt x="96148" y="72870"/>
                  </a:cubicBezTo>
                  <a:close/>
                </a:path>
              </a:pathLst>
            </a:custGeom>
            <a:solidFill>
              <a:srgbClr val="D2D1D7"/>
            </a:solidFill>
            <a:ln w="2096" cap="flat">
              <a:noFill/>
              <a:prstDash val="solid"/>
              <a:miter/>
            </a:ln>
          </p:spPr>
          <p:txBody>
            <a:bodyPr/>
            <a:lstStyle/>
            <a:p>
              <a:endParaRPr lang="en-US"/>
            </a:p>
          </p:txBody>
        </p:sp>
        <p:sp>
          <p:nvSpPr>
            <p:cNvPr id="315" name="Freeform: Shape 314">
              <a:extLst>
                <a:ext uri="{FF2B5EF4-FFF2-40B4-BE49-F238E27FC236}">
                  <a16:creationId xmlns:a16="http://schemas.microsoft.com/office/drawing/2014/main" id="{06B042C1-229A-5A2B-22D0-0512F7EC8DE0}"/>
                </a:ext>
              </a:extLst>
            </p:cNvPr>
            <p:cNvSpPr/>
            <p:nvPr/>
          </p:nvSpPr>
          <p:spPr>
            <a:xfrm>
              <a:off x="5962396" y="4516587"/>
              <a:ext cx="46221" cy="46221"/>
            </a:xfrm>
            <a:custGeom>
              <a:avLst/>
              <a:gdLst>
                <a:gd name="csX0" fmla="*/ 55749 w 55748"/>
                <a:gd name="csY0" fmla="*/ 27874 h 55748"/>
                <a:gd name="csX1" fmla="*/ 27875 w 55748"/>
                <a:gd name="csY1" fmla="*/ 55749 h 55748"/>
                <a:gd name="csX2" fmla="*/ 0 w 55748"/>
                <a:gd name="csY2" fmla="*/ 27874 h 55748"/>
                <a:gd name="csX3" fmla="*/ 27875 w 55748"/>
                <a:gd name="csY3" fmla="*/ 0 h 55748"/>
                <a:gd name="csX4" fmla="*/ 55749 w 55748"/>
                <a:gd name="csY4" fmla="*/ 27874 h 55748"/>
              </a:gdLst>
              <a:ahLst/>
              <a:cxnLst>
                <a:cxn ang="0">
                  <a:pos x="csX0" y="csY0"/>
                </a:cxn>
                <a:cxn ang="0">
                  <a:pos x="csX1" y="csY1"/>
                </a:cxn>
                <a:cxn ang="0">
                  <a:pos x="csX2" y="csY2"/>
                </a:cxn>
                <a:cxn ang="0">
                  <a:pos x="csX3" y="csY3"/>
                </a:cxn>
                <a:cxn ang="0">
                  <a:pos x="csX4" y="csY4"/>
                </a:cxn>
              </a:cxnLst>
              <a:rect l="l" t="t" r="r" b="b"/>
              <a:pathLst>
                <a:path w="55748" h="55748">
                  <a:moveTo>
                    <a:pt x="55749" y="27874"/>
                  </a:moveTo>
                  <a:cubicBezTo>
                    <a:pt x="55749" y="43267"/>
                    <a:pt x="43267" y="55749"/>
                    <a:pt x="27875" y="55749"/>
                  </a:cubicBezTo>
                  <a:cubicBezTo>
                    <a:pt x="12482" y="55749"/>
                    <a:pt x="0" y="43267"/>
                    <a:pt x="0" y="27874"/>
                  </a:cubicBezTo>
                  <a:cubicBezTo>
                    <a:pt x="0" y="12482"/>
                    <a:pt x="12482" y="0"/>
                    <a:pt x="27875" y="0"/>
                  </a:cubicBezTo>
                  <a:cubicBezTo>
                    <a:pt x="43267" y="0"/>
                    <a:pt x="55749" y="12482"/>
                    <a:pt x="55749" y="27874"/>
                  </a:cubicBezTo>
                  <a:close/>
                </a:path>
              </a:pathLst>
            </a:custGeom>
            <a:solidFill>
              <a:srgbClr val="D2D1D7"/>
            </a:solidFill>
            <a:ln w="2096" cap="flat">
              <a:noFill/>
              <a:prstDash val="solid"/>
              <a:miter/>
            </a:ln>
          </p:spPr>
          <p:txBody>
            <a:bodyPr/>
            <a:lstStyle/>
            <a:p>
              <a:endParaRPr lang="en-US"/>
            </a:p>
          </p:txBody>
        </p:sp>
        <p:sp>
          <p:nvSpPr>
            <p:cNvPr id="316" name="Freeform: Shape 315">
              <a:extLst>
                <a:ext uri="{FF2B5EF4-FFF2-40B4-BE49-F238E27FC236}">
                  <a16:creationId xmlns:a16="http://schemas.microsoft.com/office/drawing/2014/main" id="{B5C61FDF-E476-EECD-918F-F7E1C96ED675}"/>
                </a:ext>
              </a:extLst>
            </p:cNvPr>
            <p:cNvSpPr/>
            <p:nvPr/>
          </p:nvSpPr>
          <p:spPr>
            <a:xfrm>
              <a:off x="4977493" y="4612457"/>
              <a:ext cx="46221" cy="46221"/>
            </a:xfrm>
            <a:custGeom>
              <a:avLst/>
              <a:gdLst>
                <a:gd name="csX0" fmla="*/ 55749 w 55748"/>
                <a:gd name="csY0" fmla="*/ 27874 h 55748"/>
                <a:gd name="csX1" fmla="*/ 27874 w 55748"/>
                <a:gd name="csY1" fmla="*/ 55749 h 55748"/>
                <a:gd name="csX2" fmla="*/ 0 w 55748"/>
                <a:gd name="csY2" fmla="*/ 27874 h 55748"/>
                <a:gd name="csX3" fmla="*/ 27874 w 55748"/>
                <a:gd name="csY3" fmla="*/ 0 h 55748"/>
                <a:gd name="csX4" fmla="*/ 55749 w 55748"/>
                <a:gd name="csY4" fmla="*/ 27874 h 55748"/>
              </a:gdLst>
              <a:ahLst/>
              <a:cxnLst>
                <a:cxn ang="0">
                  <a:pos x="csX0" y="csY0"/>
                </a:cxn>
                <a:cxn ang="0">
                  <a:pos x="csX1" y="csY1"/>
                </a:cxn>
                <a:cxn ang="0">
                  <a:pos x="csX2" y="csY2"/>
                </a:cxn>
                <a:cxn ang="0">
                  <a:pos x="csX3" y="csY3"/>
                </a:cxn>
                <a:cxn ang="0">
                  <a:pos x="csX4" y="csY4"/>
                </a:cxn>
              </a:cxnLst>
              <a:rect l="l" t="t" r="r" b="b"/>
              <a:pathLst>
                <a:path w="55748" h="55748">
                  <a:moveTo>
                    <a:pt x="55749" y="27874"/>
                  </a:moveTo>
                  <a:cubicBezTo>
                    <a:pt x="55749" y="43267"/>
                    <a:pt x="43267" y="55749"/>
                    <a:pt x="27874" y="55749"/>
                  </a:cubicBezTo>
                  <a:cubicBezTo>
                    <a:pt x="12482" y="55749"/>
                    <a:pt x="0" y="43267"/>
                    <a:pt x="0" y="27874"/>
                  </a:cubicBezTo>
                  <a:cubicBezTo>
                    <a:pt x="0" y="12482"/>
                    <a:pt x="12482" y="0"/>
                    <a:pt x="27874" y="0"/>
                  </a:cubicBezTo>
                  <a:cubicBezTo>
                    <a:pt x="43267" y="0"/>
                    <a:pt x="55749" y="12482"/>
                    <a:pt x="55749" y="27874"/>
                  </a:cubicBezTo>
                  <a:close/>
                </a:path>
              </a:pathLst>
            </a:custGeom>
            <a:solidFill>
              <a:srgbClr val="D2D1D7"/>
            </a:solidFill>
            <a:ln w="2096" cap="flat">
              <a:noFill/>
              <a:prstDash val="solid"/>
              <a:miter/>
            </a:ln>
          </p:spPr>
          <p:txBody>
            <a:bodyPr/>
            <a:lstStyle/>
            <a:p>
              <a:endParaRPr lang="en-US"/>
            </a:p>
          </p:txBody>
        </p:sp>
        <p:sp>
          <p:nvSpPr>
            <p:cNvPr id="317" name="Freeform: Shape 316">
              <a:extLst>
                <a:ext uri="{FF2B5EF4-FFF2-40B4-BE49-F238E27FC236}">
                  <a16:creationId xmlns:a16="http://schemas.microsoft.com/office/drawing/2014/main" id="{6B450276-DDDA-18C3-C42F-B8A753272DE6}"/>
                </a:ext>
              </a:extLst>
            </p:cNvPr>
            <p:cNvSpPr/>
            <p:nvPr/>
          </p:nvSpPr>
          <p:spPr>
            <a:xfrm>
              <a:off x="5093386" y="4455663"/>
              <a:ext cx="92458" cy="53092"/>
            </a:xfrm>
            <a:custGeom>
              <a:avLst/>
              <a:gdLst>
                <a:gd name="csX0" fmla="*/ 109107 w 111515"/>
                <a:gd name="csY0" fmla="*/ 42992 h 64035"/>
                <a:gd name="csX1" fmla="*/ 103456 w 111515"/>
                <a:gd name="csY1" fmla="*/ 39028 h 64035"/>
                <a:gd name="csX2" fmla="*/ 102633 w 111515"/>
                <a:gd name="csY2" fmla="*/ 38670 h 64035"/>
                <a:gd name="csX3" fmla="*/ 102507 w 111515"/>
                <a:gd name="csY3" fmla="*/ 38628 h 64035"/>
                <a:gd name="csX4" fmla="*/ 95085 w 111515"/>
                <a:gd name="csY4" fmla="*/ 30805 h 64035"/>
                <a:gd name="csX5" fmla="*/ 63879 w 111515"/>
                <a:gd name="csY5" fmla="*/ 0 h 64035"/>
                <a:gd name="csX6" fmla="*/ 34592 w 111515"/>
                <a:gd name="csY6" fmla="*/ 20389 h 64035"/>
                <a:gd name="csX7" fmla="*/ 27423 w 111515"/>
                <a:gd name="csY7" fmla="*/ 18998 h 64035"/>
                <a:gd name="csX8" fmla="*/ 8320 w 111515"/>
                <a:gd name="csY8" fmla="*/ 38101 h 64035"/>
                <a:gd name="csX9" fmla="*/ 8489 w 111515"/>
                <a:gd name="csY9" fmla="*/ 40568 h 64035"/>
                <a:gd name="csX10" fmla="*/ 5811 w 111515"/>
                <a:gd name="csY10" fmla="*/ 41538 h 64035"/>
                <a:gd name="csX11" fmla="*/ 3407 w 111515"/>
                <a:gd name="csY11" fmla="*/ 43288 h 64035"/>
                <a:gd name="csX12" fmla="*/ 12474 w 111515"/>
                <a:gd name="csY12" fmla="*/ 64035 h 64035"/>
                <a:gd name="csX13" fmla="*/ 97700 w 111515"/>
                <a:gd name="csY13" fmla="*/ 64035 h 64035"/>
                <a:gd name="csX14" fmla="*/ 110329 w 111515"/>
                <a:gd name="csY14" fmla="*/ 44932 h 64035"/>
                <a:gd name="csX15" fmla="*/ 109107 w 111515"/>
                <a:gd name="csY15" fmla="*/ 42992 h 640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11515" h="64035">
                  <a:moveTo>
                    <a:pt x="109107" y="42992"/>
                  </a:moveTo>
                  <a:cubicBezTo>
                    <a:pt x="107483" y="41369"/>
                    <a:pt x="105564" y="40019"/>
                    <a:pt x="103456" y="39028"/>
                  </a:cubicBezTo>
                  <a:cubicBezTo>
                    <a:pt x="103182" y="38902"/>
                    <a:pt x="102908" y="38775"/>
                    <a:pt x="102633" y="38670"/>
                  </a:cubicBezTo>
                  <a:cubicBezTo>
                    <a:pt x="102591" y="38670"/>
                    <a:pt x="102549" y="38649"/>
                    <a:pt x="102507" y="38628"/>
                  </a:cubicBezTo>
                  <a:cubicBezTo>
                    <a:pt x="101495" y="34938"/>
                    <a:pt x="98691" y="32007"/>
                    <a:pt x="95085" y="30805"/>
                  </a:cubicBezTo>
                  <a:cubicBezTo>
                    <a:pt x="94874" y="13747"/>
                    <a:pt x="80979" y="0"/>
                    <a:pt x="63879" y="0"/>
                  </a:cubicBezTo>
                  <a:cubicBezTo>
                    <a:pt x="50448" y="0"/>
                    <a:pt x="38999" y="8497"/>
                    <a:pt x="34592" y="20389"/>
                  </a:cubicBezTo>
                  <a:cubicBezTo>
                    <a:pt x="32378" y="19483"/>
                    <a:pt x="29953" y="18998"/>
                    <a:pt x="27423" y="18998"/>
                  </a:cubicBezTo>
                  <a:cubicBezTo>
                    <a:pt x="16880" y="18998"/>
                    <a:pt x="8320" y="27558"/>
                    <a:pt x="8320" y="38101"/>
                  </a:cubicBezTo>
                  <a:cubicBezTo>
                    <a:pt x="8320" y="38944"/>
                    <a:pt x="8383" y="39766"/>
                    <a:pt x="8489" y="40568"/>
                  </a:cubicBezTo>
                  <a:cubicBezTo>
                    <a:pt x="7561" y="40821"/>
                    <a:pt x="6675" y="41137"/>
                    <a:pt x="5811" y="41538"/>
                  </a:cubicBezTo>
                  <a:cubicBezTo>
                    <a:pt x="4967" y="41917"/>
                    <a:pt x="4166" y="42508"/>
                    <a:pt x="3407" y="43288"/>
                  </a:cubicBezTo>
                  <a:cubicBezTo>
                    <a:pt x="-4120" y="51005"/>
                    <a:pt x="1678" y="64035"/>
                    <a:pt x="12474" y="64035"/>
                  </a:cubicBezTo>
                  <a:lnTo>
                    <a:pt x="97700" y="64035"/>
                  </a:lnTo>
                  <a:cubicBezTo>
                    <a:pt x="107546" y="64035"/>
                    <a:pt x="114378" y="53915"/>
                    <a:pt x="110329" y="44932"/>
                  </a:cubicBezTo>
                  <a:cubicBezTo>
                    <a:pt x="109950" y="44110"/>
                    <a:pt x="109549" y="43456"/>
                    <a:pt x="109107" y="42992"/>
                  </a:cubicBezTo>
                  <a:close/>
                </a:path>
              </a:pathLst>
            </a:custGeom>
            <a:solidFill>
              <a:srgbClr val="D2D1D7"/>
            </a:solidFill>
            <a:ln w="2096" cap="flat">
              <a:noFill/>
              <a:prstDash val="solid"/>
              <a:miter/>
            </a:ln>
          </p:spPr>
          <p:txBody>
            <a:bodyPr/>
            <a:lstStyle/>
            <a:p>
              <a:endParaRPr lang="en-US"/>
            </a:p>
          </p:txBody>
        </p:sp>
        <p:grpSp>
          <p:nvGrpSpPr>
            <p:cNvPr id="318" name="Graphic 279">
              <a:extLst>
                <a:ext uri="{FF2B5EF4-FFF2-40B4-BE49-F238E27FC236}">
                  <a16:creationId xmlns:a16="http://schemas.microsoft.com/office/drawing/2014/main" id="{07DCD2CC-1E3E-ED6B-0414-B9CBE412E0CB}"/>
                </a:ext>
              </a:extLst>
            </p:cNvPr>
            <p:cNvGrpSpPr/>
            <p:nvPr/>
          </p:nvGrpSpPr>
          <p:grpSpPr>
            <a:xfrm>
              <a:off x="5723350" y="4459492"/>
              <a:ext cx="72513" cy="114155"/>
              <a:chOff x="13691438" y="3960451"/>
              <a:chExt cx="87460" cy="137685"/>
            </a:xfrm>
          </p:grpSpPr>
          <p:sp>
            <p:nvSpPr>
              <p:cNvPr id="319" name="Freeform: Shape 318">
                <a:extLst>
                  <a:ext uri="{FF2B5EF4-FFF2-40B4-BE49-F238E27FC236}">
                    <a16:creationId xmlns:a16="http://schemas.microsoft.com/office/drawing/2014/main" id="{D2987098-AA66-FCCD-2387-E0CC40001E2F}"/>
                  </a:ext>
                </a:extLst>
              </p:cNvPr>
              <p:cNvSpPr/>
              <p:nvPr/>
            </p:nvSpPr>
            <p:spPr>
              <a:xfrm>
                <a:off x="13691438" y="3960451"/>
                <a:ext cx="87460" cy="137685"/>
              </a:xfrm>
              <a:custGeom>
                <a:avLst/>
                <a:gdLst>
                  <a:gd name="csX0" fmla="*/ 87461 w 87460"/>
                  <a:gd name="csY0" fmla="*/ 43730 h 137685"/>
                  <a:gd name="csX1" fmla="*/ 43730 w 87460"/>
                  <a:gd name="csY1" fmla="*/ 137686 h 137685"/>
                  <a:gd name="csX2" fmla="*/ 0 w 87460"/>
                  <a:gd name="csY2" fmla="*/ 43730 h 137685"/>
                  <a:gd name="csX3" fmla="*/ 43730 w 87460"/>
                  <a:gd name="csY3" fmla="*/ 0 h 137685"/>
                  <a:gd name="csX4" fmla="*/ 87461 w 87460"/>
                  <a:gd name="csY4" fmla="*/ 43730 h 137685"/>
                </a:gdLst>
                <a:ahLst/>
                <a:cxnLst>
                  <a:cxn ang="0">
                    <a:pos x="csX0" y="csY0"/>
                  </a:cxn>
                  <a:cxn ang="0">
                    <a:pos x="csX1" y="csY1"/>
                  </a:cxn>
                  <a:cxn ang="0">
                    <a:pos x="csX2" y="csY2"/>
                  </a:cxn>
                  <a:cxn ang="0">
                    <a:pos x="csX3" y="csY3"/>
                  </a:cxn>
                  <a:cxn ang="0">
                    <a:pos x="csX4" y="csY4"/>
                  </a:cxn>
                </a:cxnLst>
                <a:rect l="l" t="t" r="r" b="b"/>
                <a:pathLst>
                  <a:path w="87460" h="137685">
                    <a:moveTo>
                      <a:pt x="87461" y="43730"/>
                    </a:moveTo>
                    <a:cubicBezTo>
                      <a:pt x="87461" y="67873"/>
                      <a:pt x="43730" y="137686"/>
                      <a:pt x="43730" y="137686"/>
                    </a:cubicBezTo>
                    <a:cubicBezTo>
                      <a:pt x="43730" y="137686"/>
                      <a:pt x="0" y="67873"/>
                      <a:pt x="0" y="43730"/>
                    </a:cubicBezTo>
                    <a:cubicBezTo>
                      <a:pt x="0" y="19588"/>
                      <a:pt x="19567" y="0"/>
                      <a:pt x="43730" y="0"/>
                    </a:cubicBezTo>
                    <a:cubicBezTo>
                      <a:pt x="67894" y="0"/>
                      <a:pt x="87461" y="19567"/>
                      <a:pt x="87461" y="43730"/>
                    </a:cubicBezTo>
                    <a:close/>
                  </a:path>
                </a:pathLst>
              </a:custGeom>
              <a:solidFill>
                <a:srgbClr val="D2D1D7"/>
              </a:solidFill>
              <a:ln w="2096" cap="flat">
                <a:noFill/>
                <a:prstDash val="solid"/>
                <a:miter/>
              </a:ln>
            </p:spPr>
            <p:txBody>
              <a:bodyPr/>
              <a:lstStyle/>
              <a:p>
                <a:endParaRPr lang="en-US"/>
              </a:p>
            </p:txBody>
          </p:sp>
          <p:sp>
            <p:nvSpPr>
              <p:cNvPr id="320" name="Freeform: Shape 319">
                <a:extLst>
                  <a:ext uri="{FF2B5EF4-FFF2-40B4-BE49-F238E27FC236}">
                    <a16:creationId xmlns:a16="http://schemas.microsoft.com/office/drawing/2014/main" id="{C5AECBE1-0F29-D399-A3BA-EC556A6F3825}"/>
                  </a:ext>
                </a:extLst>
              </p:cNvPr>
              <p:cNvSpPr/>
              <p:nvPr/>
            </p:nvSpPr>
            <p:spPr>
              <a:xfrm>
                <a:off x="13711617" y="3980629"/>
                <a:ext cx="47103" cy="47104"/>
              </a:xfrm>
              <a:custGeom>
                <a:avLst/>
                <a:gdLst>
                  <a:gd name="csX0" fmla="*/ 47104 w 47103"/>
                  <a:gd name="csY0" fmla="*/ 23552 h 47104"/>
                  <a:gd name="csX1" fmla="*/ 23552 w 47103"/>
                  <a:gd name="csY1" fmla="*/ 47104 h 47104"/>
                  <a:gd name="csX2" fmla="*/ 0 w 47103"/>
                  <a:gd name="csY2" fmla="*/ 23552 h 47104"/>
                  <a:gd name="csX3" fmla="*/ 23552 w 47103"/>
                  <a:gd name="csY3" fmla="*/ 0 h 47104"/>
                  <a:gd name="csX4" fmla="*/ 47104 w 47103"/>
                  <a:gd name="csY4" fmla="*/ 23552 h 47104"/>
                </a:gdLst>
                <a:ahLst/>
                <a:cxnLst>
                  <a:cxn ang="0">
                    <a:pos x="csX0" y="csY0"/>
                  </a:cxn>
                  <a:cxn ang="0">
                    <a:pos x="csX1" y="csY1"/>
                  </a:cxn>
                  <a:cxn ang="0">
                    <a:pos x="csX2" y="csY2"/>
                  </a:cxn>
                  <a:cxn ang="0">
                    <a:pos x="csX3" y="csY3"/>
                  </a:cxn>
                  <a:cxn ang="0">
                    <a:pos x="csX4" y="csY4"/>
                  </a:cxn>
                </a:cxnLst>
                <a:rect l="l" t="t" r="r" b="b"/>
                <a:pathLst>
                  <a:path w="47103" h="47104">
                    <a:moveTo>
                      <a:pt x="47104" y="23552"/>
                    </a:moveTo>
                    <a:cubicBezTo>
                      <a:pt x="47104" y="36562"/>
                      <a:pt x="36561" y="47104"/>
                      <a:pt x="23552" y="47104"/>
                    </a:cubicBezTo>
                    <a:cubicBezTo>
                      <a:pt x="10543" y="47104"/>
                      <a:pt x="0" y="36562"/>
                      <a:pt x="0" y="23552"/>
                    </a:cubicBezTo>
                    <a:cubicBezTo>
                      <a:pt x="0" y="10543"/>
                      <a:pt x="10543" y="0"/>
                      <a:pt x="23552" y="0"/>
                    </a:cubicBezTo>
                    <a:cubicBezTo>
                      <a:pt x="36561" y="0"/>
                      <a:pt x="47104" y="10543"/>
                      <a:pt x="47104" y="23552"/>
                    </a:cubicBezTo>
                    <a:close/>
                  </a:path>
                </a:pathLst>
              </a:custGeom>
              <a:solidFill>
                <a:srgbClr val="F9F7F6"/>
              </a:solidFill>
              <a:ln w="2096" cap="flat">
                <a:noFill/>
                <a:prstDash val="solid"/>
                <a:miter/>
              </a:ln>
            </p:spPr>
            <p:txBody>
              <a:bodyPr/>
              <a:lstStyle/>
              <a:p>
                <a:endParaRPr lang="en-US"/>
              </a:p>
            </p:txBody>
          </p:sp>
        </p:grpSp>
        <p:grpSp>
          <p:nvGrpSpPr>
            <p:cNvPr id="321" name="Graphic 279">
              <a:extLst>
                <a:ext uri="{FF2B5EF4-FFF2-40B4-BE49-F238E27FC236}">
                  <a16:creationId xmlns:a16="http://schemas.microsoft.com/office/drawing/2014/main" id="{80AD97CC-DF4D-700E-2AF5-E46732F990F4}"/>
                </a:ext>
              </a:extLst>
            </p:cNvPr>
            <p:cNvGrpSpPr/>
            <p:nvPr/>
          </p:nvGrpSpPr>
          <p:grpSpPr>
            <a:xfrm>
              <a:off x="5350291" y="4508388"/>
              <a:ext cx="74489" cy="74507"/>
              <a:chOff x="13241483" y="4019426"/>
              <a:chExt cx="89843" cy="89864"/>
            </a:xfrm>
          </p:grpSpPr>
          <p:sp>
            <p:nvSpPr>
              <p:cNvPr id="322" name="Freeform: Shape 321">
                <a:extLst>
                  <a:ext uri="{FF2B5EF4-FFF2-40B4-BE49-F238E27FC236}">
                    <a16:creationId xmlns:a16="http://schemas.microsoft.com/office/drawing/2014/main" id="{321E869F-49EE-5088-6598-B44E1377744F}"/>
                  </a:ext>
                </a:extLst>
              </p:cNvPr>
              <p:cNvSpPr/>
              <p:nvPr/>
            </p:nvSpPr>
            <p:spPr>
              <a:xfrm>
                <a:off x="13286394" y="4019426"/>
                <a:ext cx="44932" cy="76707"/>
              </a:xfrm>
              <a:custGeom>
                <a:avLst/>
                <a:gdLst>
                  <a:gd name="csX0" fmla="*/ 0 w 44932"/>
                  <a:gd name="csY0" fmla="*/ 21 h 76707"/>
                  <a:gd name="csX1" fmla="*/ 0 w 44932"/>
                  <a:gd name="csY1" fmla="*/ 15181 h 76707"/>
                  <a:gd name="csX2" fmla="*/ 21043 w 44932"/>
                  <a:gd name="csY2" fmla="*/ 23889 h 76707"/>
                  <a:gd name="csX3" fmla="*/ 29751 w 44932"/>
                  <a:gd name="csY3" fmla="*/ 44932 h 76707"/>
                  <a:gd name="csX4" fmla="*/ 21043 w 44932"/>
                  <a:gd name="csY4" fmla="*/ 66017 h 76707"/>
                  <a:gd name="csX5" fmla="*/ 31775 w 44932"/>
                  <a:gd name="csY5" fmla="*/ 76708 h 76707"/>
                  <a:gd name="csX6" fmla="*/ 44932 w 44932"/>
                  <a:gd name="csY6" fmla="*/ 44932 h 76707"/>
                  <a:gd name="csX7" fmla="*/ 21 w 44932"/>
                  <a:gd name="csY7" fmla="*/ 0 h 7670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44932" h="76707">
                    <a:moveTo>
                      <a:pt x="0" y="21"/>
                    </a:moveTo>
                    <a:lnTo>
                      <a:pt x="0" y="15181"/>
                    </a:lnTo>
                    <a:cubicBezTo>
                      <a:pt x="8223" y="15181"/>
                      <a:pt x="15624" y="18513"/>
                      <a:pt x="21043" y="23889"/>
                    </a:cubicBezTo>
                    <a:cubicBezTo>
                      <a:pt x="26420" y="29308"/>
                      <a:pt x="29751" y="36709"/>
                      <a:pt x="29751" y="44932"/>
                    </a:cubicBezTo>
                    <a:cubicBezTo>
                      <a:pt x="29751" y="53155"/>
                      <a:pt x="26420" y="60599"/>
                      <a:pt x="21043" y="66017"/>
                    </a:cubicBezTo>
                    <a:lnTo>
                      <a:pt x="31775" y="76708"/>
                    </a:lnTo>
                    <a:cubicBezTo>
                      <a:pt x="39935" y="68590"/>
                      <a:pt x="44932" y="57372"/>
                      <a:pt x="44932" y="44932"/>
                    </a:cubicBezTo>
                    <a:cubicBezTo>
                      <a:pt x="44932" y="20136"/>
                      <a:pt x="24838" y="42"/>
                      <a:pt x="21" y="0"/>
                    </a:cubicBezTo>
                    <a:close/>
                  </a:path>
                </a:pathLst>
              </a:custGeom>
              <a:solidFill>
                <a:srgbClr val="A4A2AE"/>
              </a:solidFill>
              <a:ln w="2096" cap="flat">
                <a:noFill/>
                <a:prstDash val="solid"/>
                <a:miter/>
              </a:ln>
            </p:spPr>
            <p:txBody>
              <a:bodyPr/>
              <a:lstStyle/>
              <a:p>
                <a:endParaRPr lang="en-US"/>
              </a:p>
            </p:txBody>
          </p:sp>
          <p:sp>
            <p:nvSpPr>
              <p:cNvPr id="323" name="Freeform: Shape 322">
                <a:extLst>
                  <a:ext uri="{FF2B5EF4-FFF2-40B4-BE49-F238E27FC236}">
                    <a16:creationId xmlns:a16="http://schemas.microsoft.com/office/drawing/2014/main" id="{0612D85C-6750-8799-6C5E-E18E7804C0F1}"/>
                  </a:ext>
                </a:extLst>
              </p:cNvPr>
              <p:cNvSpPr/>
              <p:nvPr/>
            </p:nvSpPr>
            <p:spPr>
              <a:xfrm>
                <a:off x="13241483" y="4019447"/>
                <a:ext cx="76686" cy="89843"/>
              </a:xfrm>
              <a:custGeom>
                <a:avLst/>
                <a:gdLst>
                  <a:gd name="csX0" fmla="*/ 65954 w 76686"/>
                  <a:gd name="csY0" fmla="*/ 65996 h 89843"/>
                  <a:gd name="csX1" fmla="*/ 76686 w 76686"/>
                  <a:gd name="csY1" fmla="*/ 76686 h 89843"/>
                  <a:gd name="csX2" fmla="*/ 44911 w 76686"/>
                  <a:gd name="csY2" fmla="*/ 89844 h 89843"/>
                  <a:gd name="csX3" fmla="*/ 0 w 76686"/>
                  <a:gd name="csY3" fmla="*/ 44932 h 89843"/>
                  <a:gd name="csX4" fmla="*/ 44911 w 76686"/>
                  <a:gd name="csY4" fmla="*/ 0 h 89843"/>
                  <a:gd name="csX5" fmla="*/ 44911 w 76686"/>
                  <a:gd name="csY5" fmla="*/ 15160 h 89843"/>
                  <a:gd name="csX6" fmla="*/ 23868 w 76686"/>
                  <a:gd name="csY6" fmla="*/ 23868 h 89843"/>
                  <a:gd name="csX7" fmla="*/ 15139 w 76686"/>
                  <a:gd name="csY7" fmla="*/ 44911 h 89843"/>
                  <a:gd name="csX8" fmla="*/ 23868 w 76686"/>
                  <a:gd name="csY8" fmla="*/ 65996 h 89843"/>
                  <a:gd name="csX9" fmla="*/ 44911 w 76686"/>
                  <a:gd name="csY9" fmla="*/ 74683 h 89843"/>
                  <a:gd name="csX10" fmla="*/ 65954 w 76686"/>
                  <a:gd name="csY10" fmla="*/ 65996 h 898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6686" h="89843">
                    <a:moveTo>
                      <a:pt x="65954" y="65996"/>
                    </a:moveTo>
                    <a:lnTo>
                      <a:pt x="76686" y="76686"/>
                    </a:lnTo>
                    <a:cubicBezTo>
                      <a:pt x="68569" y="84804"/>
                      <a:pt x="57309" y="89844"/>
                      <a:pt x="44911" y="89844"/>
                    </a:cubicBezTo>
                    <a:cubicBezTo>
                      <a:pt x="20073" y="89844"/>
                      <a:pt x="0" y="69749"/>
                      <a:pt x="0" y="44932"/>
                    </a:cubicBezTo>
                    <a:cubicBezTo>
                      <a:pt x="0" y="20115"/>
                      <a:pt x="20094" y="42"/>
                      <a:pt x="44911" y="0"/>
                    </a:cubicBezTo>
                    <a:lnTo>
                      <a:pt x="44911" y="15160"/>
                    </a:lnTo>
                    <a:cubicBezTo>
                      <a:pt x="36688" y="15160"/>
                      <a:pt x="29287" y="18492"/>
                      <a:pt x="23868" y="23868"/>
                    </a:cubicBezTo>
                    <a:cubicBezTo>
                      <a:pt x="18449" y="29287"/>
                      <a:pt x="15139" y="36688"/>
                      <a:pt x="15139" y="44911"/>
                    </a:cubicBezTo>
                    <a:cubicBezTo>
                      <a:pt x="15139" y="53134"/>
                      <a:pt x="18428" y="60577"/>
                      <a:pt x="23868" y="65996"/>
                    </a:cubicBezTo>
                    <a:cubicBezTo>
                      <a:pt x="29287" y="71373"/>
                      <a:pt x="36688" y="74683"/>
                      <a:pt x="44911" y="74683"/>
                    </a:cubicBezTo>
                    <a:cubicBezTo>
                      <a:pt x="53134" y="74683"/>
                      <a:pt x="60535" y="71394"/>
                      <a:pt x="65954" y="65996"/>
                    </a:cubicBezTo>
                    <a:close/>
                  </a:path>
                </a:pathLst>
              </a:custGeom>
              <a:solidFill>
                <a:srgbClr val="D2D1D7"/>
              </a:solidFill>
              <a:ln w="2096" cap="flat">
                <a:noFill/>
                <a:prstDash val="solid"/>
                <a:miter/>
              </a:ln>
            </p:spPr>
            <p:txBody>
              <a:bodyPr/>
              <a:lstStyle/>
              <a:p>
                <a:endParaRPr lang="en-US"/>
              </a:p>
            </p:txBody>
          </p:sp>
        </p:grpSp>
        <p:grpSp>
          <p:nvGrpSpPr>
            <p:cNvPr id="324" name="Graphic 279">
              <a:extLst>
                <a:ext uri="{FF2B5EF4-FFF2-40B4-BE49-F238E27FC236}">
                  <a16:creationId xmlns:a16="http://schemas.microsoft.com/office/drawing/2014/main" id="{9C47C124-FE33-F2A4-5551-0CB1A9B26D4B}"/>
                </a:ext>
              </a:extLst>
            </p:cNvPr>
            <p:cNvGrpSpPr/>
            <p:nvPr/>
          </p:nvGrpSpPr>
          <p:grpSpPr>
            <a:xfrm>
              <a:off x="5396338" y="4914750"/>
              <a:ext cx="92006" cy="59892"/>
              <a:chOff x="13297021" y="4509548"/>
              <a:chExt cx="110970" cy="72237"/>
            </a:xfrm>
            <a:solidFill>
              <a:srgbClr val="FFFFFF"/>
            </a:solidFill>
          </p:grpSpPr>
          <p:sp>
            <p:nvSpPr>
              <p:cNvPr id="325" name="Freeform: Shape 324">
                <a:extLst>
                  <a:ext uri="{FF2B5EF4-FFF2-40B4-BE49-F238E27FC236}">
                    <a16:creationId xmlns:a16="http://schemas.microsoft.com/office/drawing/2014/main" id="{05184955-3E65-0B41-FFE5-7E562BFA1115}"/>
                  </a:ext>
                </a:extLst>
              </p:cNvPr>
              <p:cNvSpPr/>
              <p:nvPr/>
            </p:nvSpPr>
            <p:spPr>
              <a:xfrm>
                <a:off x="13297021" y="4509548"/>
                <a:ext cx="72638" cy="72237"/>
              </a:xfrm>
              <a:custGeom>
                <a:avLst/>
                <a:gdLst>
                  <a:gd name="csX0" fmla="*/ 51975 w 72638"/>
                  <a:gd name="csY0" fmla="*/ 59481 h 72237"/>
                  <a:gd name="csX1" fmla="*/ 25007 w 72638"/>
                  <a:gd name="csY1" fmla="*/ 59481 h 72237"/>
                  <a:gd name="csX2" fmla="*/ 18428 w 72638"/>
                  <a:gd name="csY2" fmla="*/ 72238 h 72237"/>
                  <a:gd name="csX3" fmla="*/ 0 w 72638"/>
                  <a:gd name="csY3" fmla="*/ 72238 h 72237"/>
                  <a:gd name="csX4" fmla="*/ 38902 w 72638"/>
                  <a:gd name="csY4" fmla="*/ 0 h 72237"/>
                  <a:gd name="csX5" fmla="*/ 59270 w 72638"/>
                  <a:gd name="csY5" fmla="*/ 0 h 72237"/>
                  <a:gd name="csX6" fmla="*/ 72638 w 72638"/>
                  <a:gd name="csY6" fmla="*/ 72238 h 72237"/>
                  <a:gd name="csX7" fmla="*/ 54020 w 72638"/>
                  <a:gd name="csY7" fmla="*/ 72238 h 72237"/>
                  <a:gd name="csX8" fmla="*/ 51954 w 72638"/>
                  <a:gd name="csY8" fmla="*/ 59481 h 72237"/>
                  <a:gd name="csX9" fmla="*/ 45691 w 72638"/>
                  <a:gd name="csY9" fmla="*/ 19335 h 72237"/>
                  <a:gd name="csX10" fmla="*/ 31902 w 72638"/>
                  <a:gd name="csY10" fmla="*/ 46092 h 72237"/>
                  <a:gd name="csX11" fmla="*/ 49908 w 72638"/>
                  <a:gd name="csY11" fmla="*/ 46092 h 72237"/>
                  <a:gd name="csX12" fmla="*/ 45691 w 72638"/>
                  <a:gd name="csY12" fmla="*/ 19335 h 722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2638" h="72237">
                    <a:moveTo>
                      <a:pt x="51975" y="59481"/>
                    </a:moveTo>
                    <a:lnTo>
                      <a:pt x="25007" y="59481"/>
                    </a:lnTo>
                    <a:lnTo>
                      <a:pt x="18428" y="72238"/>
                    </a:lnTo>
                    <a:lnTo>
                      <a:pt x="0" y="72238"/>
                    </a:lnTo>
                    <a:lnTo>
                      <a:pt x="38902" y="0"/>
                    </a:lnTo>
                    <a:lnTo>
                      <a:pt x="59270" y="0"/>
                    </a:lnTo>
                    <a:lnTo>
                      <a:pt x="72638" y="72238"/>
                    </a:lnTo>
                    <a:lnTo>
                      <a:pt x="54020" y="72238"/>
                    </a:lnTo>
                    <a:lnTo>
                      <a:pt x="51954" y="59481"/>
                    </a:lnTo>
                    <a:close/>
                    <a:moveTo>
                      <a:pt x="45691" y="19335"/>
                    </a:moveTo>
                    <a:lnTo>
                      <a:pt x="31902" y="46092"/>
                    </a:lnTo>
                    <a:lnTo>
                      <a:pt x="49908" y="46092"/>
                    </a:lnTo>
                    <a:lnTo>
                      <a:pt x="45691" y="19335"/>
                    </a:lnTo>
                    <a:close/>
                  </a:path>
                </a:pathLst>
              </a:custGeom>
              <a:solidFill>
                <a:srgbClr val="FFFFFF"/>
              </a:solidFill>
              <a:ln w="2096" cap="flat">
                <a:noFill/>
                <a:prstDash val="solid"/>
                <a:miter/>
              </a:ln>
            </p:spPr>
            <p:txBody>
              <a:bodyPr/>
              <a:lstStyle/>
              <a:p>
                <a:endParaRPr lang="en-US"/>
              </a:p>
            </p:txBody>
          </p:sp>
          <p:sp>
            <p:nvSpPr>
              <p:cNvPr id="326" name="Freeform: Shape 325">
                <a:extLst>
                  <a:ext uri="{FF2B5EF4-FFF2-40B4-BE49-F238E27FC236}">
                    <a16:creationId xmlns:a16="http://schemas.microsoft.com/office/drawing/2014/main" id="{9DCE0234-AC89-CDDA-2C85-1AF343FCF725}"/>
                  </a:ext>
                </a:extLst>
              </p:cNvPr>
              <p:cNvSpPr/>
              <p:nvPr/>
            </p:nvSpPr>
            <p:spPr>
              <a:xfrm>
                <a:off x="13377629" y="4509548"/>
                <a:ext cx="30362" cy="72237"/>
              </a:xfrm>
              <a:custGeom>
                <a:avLst/>
                <a:gdLst>
                  <a:gd name="csX0" fmla="*/ 12757 w 30362"/>
                  <a:gd name="csY0" fmla="*/ 0 h 72237"/>
                  <a:gd name="csX1" fmla="*/ 30363 w 30362"/>
                  <a:gd name="csY1" fmla="*/ 0 h 72237"/>
                  <a:gd name="csX2" fmla="*/ 17606 w 30362"/>
                  <a:gd name="csY2" fmla="*/ 72238 h 72237"/>
                  <a:gd name="csX3" fmla="*/ 0 w 30362"/>
                  <a:gd name="csY3" fmla="*/ 72238 h 72237"/>
                  <a:gd name="csX4" fmla="*/ 12757 w 30362"/>
                  <a:gd name="csY4" fmla="*/ 0 h 72237"/>
                </a:gdLst>
                <a:ahLst/>
                <a:cxnLst>
                  <a:cxn ang="0">
                    <a:pos x="csX0" y="csY0"/>
                  </a:cxn>
                  <a:cxn ang="0">
                    <a:pos x="csX1" y="csY1"/>
                  </a:cxn>
                  <a:cxn ang="0">
                    <a:pos x="csX2" y="csY2"/>
                  </a:cxn>
                  <a:cxn ang="0">
                    <a:pos x="csX3" y="csY3"/>
                  </a:cxn>
                  <a:cxn ang="0">
                    <a:pos x="csX4" y="csY4"/>
                  </a:cxn>
                </a:cxnLst>
                <a:rect l="l" t="t" r="r" b="b"/>
                <a:pathLst>
                  <a:path w="30362" h="72237">
                    <a:moveTo>
                      <a:pt x="12757" y="0"/>
                    </a:moveTo>
                    <a:lnTo>
                      <a:pt x="30363" y="0"/>
                    </a:lnTo>
                    <a:lnTo>
                      <a:pt x="17606" y="72238"/>
                    </a:lnTo>
                    <a:lnTo>
                      <a:pt x="0" y="72238"/>
                    </a:lnTo>
                    <a:lnTo>
                      <a:pt x="12757" y="0"/>
                    </a:lnTo>
                    <a:close/>
                  </a:path>
                </a:pathLst>
              </a:custGeom>
              <a:solidFill>
                <a:srgbClr val="FFFFFF"/>
              </a:solidFill>
              <a:ln w="2096" cap="flat">
                <a:noFill/>
                <a:prstDash val="solid"/>
                <a:miter/>
              </a:ln>
            </p:spPr>
            <p:txBody>
              <a:bodyPr/>
              <a:lstStyle/>
              <a:p>
                <a:endParaRPr lang="en-US"/>
              </a:p>
            </p:txBody>
          </p:sp>
        </p:grpSp>
        <p:sp>
          <p:nvSpPr>
            <p:cNvPr id="362" name="Freeform: Shape 361">
              <a:extLst>
                <a:ext uri="{FF2B5EF4-FFF2-40B4-BE49-F238E27FC236}">
                  <a16:creationId xmlns:a16="http://schemas.microsoft.com/office/drawing/2014/main" id="{06015C26-BD38-BEF3-A385-07866A666C04}"/>
                </a:ext>
              </a:extLst>
            </p:cNvPr>
            <p:cNvSpPr/>
            <p:nvPr/>
          </p:nvSpPr>
          <p:spPr>
            <a:xfrm>
              <a:off x="4924673" y="4754058"/>
              <a:ext cx="153063" cy="164370"/>
            </a:xfrm>
            <a:custGeom>
              <a:avLst/>
              <a:gdLst>
                <a:gd name="csX0" fmla="*/ 228 w 120391"/>
                <a:gd name="csY0" fmla="*/ 97093 h 129284"/>
                <a:gd name="csX1" fmla="*/ 502 w 120391"/>
                <a:gd name="csY1" fmla="*/ 97220 h 129284"/>
                <a:gd name="csX2" fmla="*/ 1072 w 120391"/>
                <a:gd name="csY2" fmla="*/ 97030 h 129284"/>
                <a:gd name="csX3" fmla="*/ 2800 w 120391"/>
                <a:gd name="csY3" fmla="*/ 95006 h 129284"/>
                <a:gd name="csX4" fmla="*/ 8304 w 120391"/>
                <a:gd name="csY4" fmla="*/ 112338 h 129284"/>
                <a:gd name="csX5" fmla="*/ 120392 w 120391"/>
                <a:gd name="csY5" fmla="*/ 114446 h 129284"/>
                <a:gd name="csX6" fmla="*/ 114615 w 120391"/>
                <a:gd name="csY6" fmla="*/ 51634 h 129284"/>
                <a:gd name="csX7" fmla="*/ 60089 w 120391"/>
                <a:gd name="csY7" fmla="*/ 9484 h 129284"/>
                <a:gd name="csX8" fmla="*/ 49167 w 120391"/>
                <a:gd name="csY8" fmla="*/ 1367 h 129284"/>
                <a:gd name="csX9" fmla="*/ 27533 w 120391"/>
                <a:gd name="csY9" fmla="*/ 4361 h 129284"/>
                <a:gd name="csX10" fmla="*/ 17687 w 120391"/>
                <a:gd name="csY10" fmla="*/ 47480 h 129284"/>
                <a:gd name="csX11" fmla="*/ 144 w 120391"/>
                <a:gd name="csY11" fmla="*/ 96229 h 129284"/>
                <a:gd name="csX12" fmla="*/ 207 w 120391"/>
                <a:gd name="csY12" fmla="*/ 97093 h 129284"/>
                <a:gd name="csX13" fmla="*/ 41576 w 120391"/>
                <a:gd name="csY13" fmla="*/ 1240 h 129284"/>
                <a:gd name="csX14" fmla="*/ 21419 w 120391"/>
                <a:gd name="csY14" fmla="*/ 15093 h 129284"/>
                <a:gd name="csX15" fmla="*/ 28313 w 120391"/>
                <a:gd name="csY15" fmla="*/ 5310 h 129284"/>
                <a:gd name="csX16" fmla="*/ 41576 w 120391"/>
                <a:gd name="csY16" fmla="*/ 1240 h 129284"/>
                <a:gd name="csX17" fmla="*/ 14418 w 120391"/>
                <a:gd name="csY17" fmla="*/ 77505 h 129284"/>
                <a:gd name="csX18" fmla="*/ 18931 w 120391"/>
                <a:gd name="csY18" fmla="*/ 47353 h 129284"/>
                <a:gd name="csX19" fmla="*/ 18172 w 120391"/>
                <a:gd name="csY19" fmla="*/ 33901 h 129284"/>
                <a:gd name="csX20" fmla="*/ 20955 w 120391"/>
                <a:gd name="csY20" fmla="*/ 46362 h 129284"/>
                <a:gd name="csX21" fmla="*/ 14439 w 120391"/>
                <a:gd name="csY21" fmla="*/ 77505 h 1292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20391" h="129284">
                  <a:moveTo>
                    <a:pt x="228" y="97093"/>
                  </a:moveTo>
                  <a:cubicBezTo>
                    <a:pt x="228" y="97093"/>
                    <a:pt x="418" y="97220"/>
                    <a:pt x="502" y="97220"/>
                  </a:cubicBezTo>
                  <a:cubicBezTo>
                    <a:pt x="713" y="97262"/>
                    <a:pt x="924" y="97198"/>
                    <a:pt x="1072" y="97030"/>
                  </a:cubicBezTo>
                  <a:cubicBezTo>
                    <a:pt x="1641" y="96355"/>
                    <a:pt x="2210" y="95680"/>
                    <a:pt x="2800" y="95006"/>
                  </a:cubicBezTo>
                  <a:cubicBezTo>
                    <a:pt x="-320" y="102280"/>
                    <a:pt x="1430" y="107488"/>
                    <a:pt x="8304" y="112338"/>
                  </a:cubicBezTo>
                  <a:cubicBezTo>
                    <a:pt x="22642" y="122437"/>
                    <a:pt x="68270" y="143670"/>
                    <a:pt x="120392" y="114446"/>
                  </a:cubicBezTo>
                  <a:cubicBezTo>
                    <a:pt x="108352" y="101437"/>
                    <a:pt x="102659" y="72360"/>
                    <a:pt x="114615" y="51634"/>
                  </a:cubicBezTo>
                  <a:cubicBezTo>
                    <a:pt x="96334" y="19795"/>
                    <a:pt x="60089" y="9484"/>
                    <a:pt x="60089" y="9484"/>
                  </a:cubicBezTo>
                  <a:cubicBezTo>
                    <a:pt x="60089" y="9484"/>
                    <a:pt x="57305" y="3285"/>
                    <a:pt x="49167" y="1367"/>
                  </a:cubicBezTo>
                  <a:cubicBezTo>
                    <a:pt x="40796" y="-1185"/>
                    <a:pt x="33163" y="-151"/>
                    <a:pt x="27533" y="4361"/>
                  </a:cubicBezTo>
                  <a:cubicBezTo>
                    <a:pt x="21334" y="9358"/>
                    <a:pt x="14608" y="20892"/>
                    <a:pt x="17687" y="47480"/>
                  </a:cubicBezTo>
                  <a:cubicBezTo>
                    <a:pt x="20385" y="70610"/>
                    <a:pt x="10033" y="84779"/>
                    <a:pt x="144" y="96229"/>
                  </a:cubicBezTo>
                  <a:cubicBezTo>
                    <a:pt x="-67" y="96482"/>
                    <a:pt x="-46" y="96861"/>
                    <a:pt x="207" y="97093"/>
                  </a:cubicBezTo>
                  <a:close/>
                  <a:moveTo>
                    <a:pt x="41576" y="1240"/>
                  </a:moveTo>
                  <a:cubicBezTo>
                    <a:pt x="34765" y="2674"/>
                    <a:pt x="26142" y="6659"/>
                    <a:pt x="21419" y="15093"/>
                  </a:cubicBezTo>
                  <a:cubicBezTo>
                    <a:pt x="23337" y="10370"/>
                    <a:pt x="25868" y="7292"/>
                    <a:pt x="28313" y="5310"/>
                  </a:cubicBezTo>
                  <a:cubicBezTo>
                    <a:pt x="31940" y="2379"/>
                    <a:pt x="36494" y="1029"/>
                    <a:pt x="41576" y="1240"/>
                  </a:cubicBezTo>
                  <a:close/>
                  <a:moveTo>
                    <a:pt x="14418" y="77505"/>
                  </a:moveTo>
                  <a:cubicBezTo>
                    <a:pt x="18193" y="69324"/>
                    <a:pt x="20343" y="59583"/>
                    <a:pt x="18931" y="47353"/>
                  </a:cubicBezTo>
                  <a:cubicBezTo>
                    <a:pt x="18340" y="42335"/>
                    <a:pt x="18129" y="37886"/>
                    <a:pt x="18172" y="33901"/>
                  </a:cubicBezTo>
                  <a:cubicBezTo>
                    <a:pt x="18551" y="37654"/>
                    <a:pt x="19437" y="41787"/>
                    <a:pt x="20955" y="46362"/>
                  </a:cubicBezTo>
                  <a:cubicBezTo>
                    <a:pt x="24560" y="57305"/>
                    <a:pt x="20385" y="68291"/>
                    <a:pt x="14439" y="77505"/>
                  </a:cubicBezTo>
                  <a:close/>
                </a:path>
              </a:pathLst>
            </a:custGeom>
            <a:solidFill>
              <a:srgbClr val="2B2419"/>
            </a:solidFill>
            <a:ln w="2096" cap="flat">
              <a:noFill/>
              <a:prstDash val="solid"/>
              <a:miter/>
            </a:ln>
          </p:spPr>
          <p:txBody>
            <a:bodyPr/>
            <a:lstStyle/>
            <a:p>
              <a:endParaRPr lang="en-US"/>
            </a:p>
          </p:txBody>
        </p:sp>
        <p:grpSp>
          <p:nvGrpSpPr>
            <p:cNvPr id="363" name="Graphic 279">
              <a:extLst>
                <a:ext uri="{FF2B5EF4-FFF2-40B4-BE49-F238E27FC236}">
                  <a16:creationId xmlns:a16="http://schemas.microsoft.com/office/drawing/2014/main" id="{E090ED92-F756-F67A-D8CC-06F7F29F0C00}"/>
                </a:ext>
              </a:extLst>
            </p:cNvPr>
            <p:cNvGrpSpPr/>
            <p:nvPr/>
          </p:nvGrpSpPr>
          <p:grpSpPr>
            <a:xfrm>
              <a:off x="5001142" y="4905380"/>
              <a:ext cx="206024" cy="248900"/>
              <a:chOff x="12812712" y="4582229"/>
              <a:chExt cx="162047" cy="195771"/>
            </a:xfrm>
          </p:grpSpPr>
          <p:sp>
            <p:nvSpPr>
              <p:cNvPr id="364" name="Freeform: Shape 363">
                <a:extLst>
                  <a:ext uri="{FF2B5EF4-FFF2-40B4-BE49-F238E27FC236}">
                    <a16:creationId xmlns:a16="http://schemas.microsoft.com/office/drawing/2014/main" id="{189C3996-D9A4-A5A6-A7D5-CF7D8D7846FF}"/>
                  </a:ext>
                </a:extLst>
              </p:cNvPr>
              <p:cNvSpPr/>
              <p:nvPr/>
            </p:nvSpPr>
            <p:spPr>
              <a:xfrm>
                <a:off x="12919732" y="4728624"/>
                <a:ext cx="55027" cy="49376"/>
              </a:xfrm>
              <a:custGeom>
                <a:avLst/>
                <a:gdLst>
                  <a:gd name="csX0" fmla="*/ 1869 w 55027"/>
                  <a:gd name="csY0" fmla="*/ 6492 h 49376"/>
                  <a:gd name="csX1" fmla="*/ 12222 w 55027"/>
                  <a:gd name="csY1" fmla="*/ 2423 h 49376"/>
                  <a:gd name="csX2" fmla="*/ 26918 w 55027"/>
                  <a:gd name="csY2" fmla="*/ 40 h 49376"/>
                  <a:gd name="csX3" fmla="*/ 25843 w 55027"/>
                  <a:gd name="csY3" fmla="*/ 7209 h 49376"/>
                  <a:gd name="csX4" fmla="*/ 19454 w 55027"/>
                  <a:gd name="csY4" fmla="*/ 8812 h 49376"/>
                  <a:gd name="csX5" fmla="*/ 47265 w 55027"/>
                  <a:gd name="csY5" fmla="*/ 15917 h 49376"/>
                  <a:gd name="csX6" fmla="*/ 30882 w 55027"/>
                  <a:gd name="csY6" fmla="*/ 18996 h 49376"/>
                  <a:gd name="csX7" fmla="*/ 54835 w 55027"/>
                  <a:gd name="csY7" fmla="*/ 32343 h 49376"/>
                  <a:gd name="csX8" fmla="*/ 30987 w 55027"/>
                  <a:gd name="csY8" fmla="*/ 28906 h 49376"/>
                  <a:gd name="csX9" fmla="*/ 49964 w 55027"/>
                  <a:gd name="csY9" fmla="*/ 43265 h 49376"/>
                  <a:gd name="csX10" fmla="*/ 28858 w 55027"/>
                  <a:gd name="csY10" fmla="*/ 37994 h 49376"/>
                  <a:gd name="csX11" fmla="*/ 41214 w 55027"/>
                  <a:gd name="csY11" fmla="*/ 48937 h 49376"/>
                  <a:gd name="csX12" fmla="*/ 13 w 55027"/>
                  <a:gd name="csY12" fmla="*/ 23867 h 49376"/>
                  <a:gd name="csX13" fmla="*/ 1890 w 55027"/>
                  <a:gd name="csY13" fmla="*/ 6450 h 493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027" h="49376">
                    <a:moveTo>
                      <a:pt x="1869" y="6492"/>
                    </a:moveTo>
                    <a:cubicBezTo>
                      <a:pt x="1869" y="6492"/>
                      <a:pt x="7056" y="3393"/>
                      <a:pt x="12222" y="2423"/>
                    </a:cubicBezTo>
                    <a:cubicBezTo>
                      <a:pt x="17388" y="1453"/>
                      <a:pt x="23713" y="546"/>
                      <a:pt x="26918" y="40"/>
                    </a:cubicBezTo>
                    <a:cubicBezTo>
                      <a:pt x="30777" y="-571"/>
                      <a:pt x="31051" y="5944"/>
                      <a:pt x="25843" y="7209"/>
                    </a:cubicBezTo>
                    <a:cubicBezTo>
                      <a:pt x="20635" y="8496"/>
                      <a:pt x="19454" y="8812"/>
                      <a:pt x="19454" y="8812"/>
                    </a:cubicBezTo>
                    <a:cubicBezTo>
                      <a:pt x="19454" y="8812"/>
                      <a:pt x="41404" y="11848"/>
                      <a:pt x="47265" y="15917"/>
                    </a:cubicBezTo>
                    <a:cubicBezTo>
                      <a:pt x="52621" y="19628"/>
                      <a:pt x="40644" y="18848"/>
                      <a:pt x="30882" y="18996"/>
                    </a:cubicBezTo>
                    <a:cubicBezTo>
                      <a:pt x="30882" y="18996"/>
                      <a:pt x="52789" y="27261"/>
                      <a:pt x="54835" y="32343"/>
                    </a:cubicBezTo>
                    <a:cubicBezTo>
                      <a:pt x="57534" y="39027"/>
                      <a:pt x="30987" y="28906"/>
                      <a:pt x="30987" y="28906"/>
                    </a:cubicBezTo>
                    <a:cubicBezTo>
                      <a:pt x="30987" y="28906"/>
                      <a:pt x="50597" y="40376"/>
                      <a:pt x="49964" y="43265"/>
                    </a:cubicBezTo>
                    <a:cubicBezTo>
                      <a:pt x="49247" y="46491"/>
                      <a:pt x="28858" y="37994"/>
                      <a:pt x="28858" y="37994"/>
                    </a:cubicBezTo>
                    <a:cubicBezTo>
                      <a:pt x="28858" y="37994"/>
                      <a:pt x="42163" y="47440"/>
                      <a:pt x="41214" y="48937"/>
                    </a:cubicBezTo>
                    <a:cubicBezTo>
                      <a:pt x="39295" y="51889"/>
                      <a:pt x="10261" y="39575"/>
                      <a:pt x="13" y="23867"/>
                    </a:cubicBezTo>
                    <a:cubicBezTo>
                      <a:pt x="13" y="23867"/>
                      <a:pt x="-282" y="8854"/>
                      <a:pt x="1890" y="6450"/>
                    </a:cubicBezTo>
                    <a:close/>
                  </a:path>
                </a:pathLst>
              </a:custGeom>
              <a:solidFill>
                <a:srgbClr val="FDCDB3"/>
              </a:solidFill>
              <a:ln w="2096" cap="flat">
                <a:noFill/>
                <a:prstDash val="solid"/>
                <a:miter/>
              </a:ln>
            </p:spPr>
            <p:txBody>
              <a:bodyPr/>
              <a:lstStyle/>
              <a:p>
                <a:endParaRPr lang="en-US"/>
              </a:p>
            </p:txBody>
          </p:sp>
          <p:sp>
            <p:nvSpPr>
              <p:cNvPr id="365" name="Freeform: Shape 364">
                <a:extLst>
                  <a:ext uri="{FF2B5EF4-FFF2-40B4-BE49-F238E27FC236}">
                    <a16:creationId xmlns:a16="http://schemas.microsoft.com/office/drawing/2014/main" id="{72702204-7CCD-E767-DAE9-9A8DBBBE6701}"/>
                  </a:ext>
                </a:extLst>
              </p:cNvPr>
              <p:cNvSpPr/>
              <p:nvPr/>
            </p:nvSpPr>
            <p:spPr>
              <a:xfrm>
                <a:off x="12812712" y="4582229"/>
                <a:ext cx="113506" cy="172581"/>
              </a:xfrm>
              <a:custGeom>
                <a:avLst/>
                <a:gdLst>
                  <a:gd name="csX0" fmla="*/ 46583 w 113506"/>
                  <a:gd name="csY0" fmla="*/ 0 h 172581"/>
                  <a:gd name="csX1" fmla="*/ 1271 w 113506"/>
                  <a:gd name="csY1" fmla="*/ 102958 h 172581"/>
                  <a:gd name="csX2" fmla="*/ 109585 w 113506"/>
                  <a:gd name="csY2" fmla="*/ 172581 h 172581"/>
                  <a:gd name="csX3" fmla="*/ 113507 w 113506"/>
                  <a:gd name="csY3" fmla="*/ 150737 h 172581"/>
                  <a:gd name="csX4" fmla="*/ 72602 w 113506"/>
                  <a:gd name="csY4" fmla="*/ 133279 h 172581"/>
                  <a:gd name="csX5" fmla="*/ 33847 w 113506"/>
                  <a:gd name="csY5" fmla="*/ 115230 h 172581"/>
                  <a:gd name="csX6" fmla="*/ 46583 w 113506"/>
                  <a:gd name="csY6" fmla="*/ 0 h 17258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506" h="172581">
                    <a:moveTo>
                      <a:pt x="46583" y="0"/>
                    </a:moveTo>
                    <a:cubicBezTo>
                      <a:pt x="46583" y="0"/>
                      <a:pt x="45929" y="11238"/>
                      <a:pt x="1271" y="102958"/>
                    </a:cubicBezTo>
                    <a:cubicBezTo>
                      <a:pt x="1271" y="102958"/>
                      <a:pt x="-19793" y="151770"/>
                      <a:pt x="109585" y="172581"/>
                    </a:cubicBezTo>
                    <a:lnTo>
                      <a:pt x="113507" y="150737"/>
                    </a:lnTo>
                    <a:cubicBezTo>
                      <a:pt x="113507" y="150737"/>
                      <a:pt x="91705" y="143863"/>
                      <a:pt x="72602" y="133279"/>
                    </a:cubicBezTo>
                    <a:cubicBezTo>
                      <a:pt x="53499" y="122694"/>
                      <a:pt x="33847" y="115230"/>
                      <a:pt x="33847" y="115230"/>
                    </a:cubicBezTo>
                    <a:cubicBezTo>
                      <a:pt x="33847" y="115230"/>
                      <a:pt x="78843" y="50267"/>
                      <a:pt x="46583" y="0"/>
                    </a:cubicBezTo>
                    <a:close/>
                  </a:path>
                </a:pathLst>
              </a:custGeom>
              <a:solidFill>
                <a:srgbClr val="37A8E3"/>
              </a:solidFill>
              <a:ln w="2096" cap="flat">
                <a:noFill/>
                <a:prstDash val="solid"/>
                <a:miter/>
              </a:ln>
            </p:spPr>
            <p:txBody>
              <a:bodyPr/>
              <a:lstStyle/>
              <a:p>
                <a:endParaRPr lang="en-US"/>
              </a:p>
            </p:txBody>
          </p:sp>
        </p:grpSp>
        <p:sp>
          <p:nvSpPr>
            <p:cNvPr id="366" name="Freeform: Shape 365">
              <a:extLst>
                <a:ext uri="{FF2B5EF4-FFF2-40B4-BE49-F238E27FC236}">
                  <a16:creationId xmlns:a16="http://schemas.microsoft.com/office/drawing/2014/main" id="{8FAC60FB-2B7D-3F6B-E03E-7E740E95306A}"/>
                </a:ext>
              </a:extLst>
            </p:cNvPr>
            <p:cNvSpPr/>
            <p:nvPr/>
          </p:nvSpPr>
          <p:spPr>
            <a:xfrm>
              <a:off x="4883829" y="4898310"/>
              <a:ext cx="191079" cy="386866"/>
            </a:xfrm>
            <a:custGeom>
              <a:avLst/>
              <a:gdLst>
                <a:gd name="csX0" fmla="*/ 130864 w 150292"/>
                <a:gd name="csY0" fmla="*/ 125598 h 304287"/>
                <a:gd name="csX1" fmla="*/ 123442 w 150292"/>
                <a:gd name="csY1" fmla="*/ 152819 h 304287"/>
                <a:gd name="csX2" fmla="*/ 149018 w 150292"/>
                <a:gd name="csY2" fmla="*/ 285908 h 304287"/>
                <a:gd name="csX3" fmla="*/ 474 w 150292"/>
                <a:gd name="csY3" fmla="*/ 294574 h 304287"/>
                <a:gd name="csX4" fmla="*/ 3025 w 150292"/>
                <a:gd name="csY4" fmla="*/ 141812 h 304287"/>
                <a:gd name="csX5" fmla="*/ 26092 w 150292"/>
                <a:gd name="csY5" fmla="*/ 11528 h 304287"/>
                <a:gd name="csX6" fmla="*/ 50298 w 150292"/>
                <a:gd name="csY6" fmla="*/ 4759 h 304287"/>
                <a:gd name="csX7" fmla="*/ 50298 w 150292"/>
                <a:gd name="csY7" fmla="*/ 4759 h 304287"/>
                <a:gd name="csX8" fmla="*/ 100754 w 150292"/>
                <a:gd name="csY8" fmla="*/ 943 h 304287"/>
                <a:gd name="csX9" fmla="*/ 115746 w 150292"/>
                <a:gd name="csY9" fmla="*/ 2756 h 304287"/>
                <a:gd name="csX10" fmla="*/ 124306 w 150292"/>
                <a:gd name="csY10" fmla="*/ 3789 h 304287"/>
                <a:gd name="csX11" fmla="*/ 138855 w 150292"/>
                <a:gd name="csY11" fmla="*/ 5561 h 304287"/>
                <a:gd name="csX12" fmla="*/ 147584 w 150292"/>
                <a:gd name="csY12" fmla="*/ 78958 h 304287"/>
                <a:gd name="csX13" fmla="*/ 135376 w 150292"/>
                <a:gd name="csY13" fmla="*/ 118155 h 304287"/>
                <a:gd name="csX14" fmla="*/ 132867 w 150292"/>
                <a:gd name="csY14" fmla="*/ 121191 h 304287"/>
                <a:gd name="csX15" fmla="*/ 130843 w 150292"/>
                <a:gd name="csY15" fmla="*/ 125619 h 3042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50292" h="304287">
                  <a:moveTo>
                    <a:pt x="130864" y="125598"/>
                  </a:moveTo>
                  <a:cubicBezTo>
                    <a:pt x="126794" y="135930"/>
                    <a:pt x="123442" y="152819"/>
                    <a:pt x="123442" y="152819"/>
                  </a:cubicBezTo>
                  <a:cubicBezTo>
                    <a:pt x="126562" y="178184"/>
                    <a:pt x="140394" y="257464"/>
                    <a:pt x="149018" y="285908"/>
                  </a:cubicBezTo>
                  <a:cubicBezTo>
                    <a:pt x="110074" y="305053"/>
                    <a:pt x="37604" y="311358"/>
                    <a:pt x="474" y="294574"/>
                  </a:cubicBezTo>
                  <a:cubicBezTo>
                    <a:pt x="263" y="271001"/>
                    <a:pt x="-1382" y="180482"/>
                    <a:pt x="3025" y="141812"/>
                  </a:cubicBezTo>
                  <a:cubicBezTo>
                    <a:pt x="12092" y="62111"/>
                    <a:pt x="26092" y="11528"/>
                    <a:pt x="26092" y="11528"/>
                  </a:cubicBezTo>
                  <a:lnTo>
                    <a:pt x="50298" y="4759"/>
                  </a:lnTo>
                  <a:lnTo>
                    <a:pt x="50298" y="4759"/>
                  </a:lnTo>
                  <a:cubicBezTo>
                    <a:pt x="66639" y="184"/>
                    <a:pt x="83844" y="-1102"/>
                    <a:pt x="100754" y="943"/>
                  </a:cubicBezTo>
                  <a:lnTo>
                    <a:pt x="115746" y="2756"/>
                  </a:lnTo>
                  <a:lnTo>
                    <a:pt x="124306" y="3789"/>
                  </a:lnTo>
                  <a:lnTo>
                    <a:pt x="138855" y="5561"/>
                  </a:lnTo>
                  <a:cubicBezTo>
                    <a:pt x="138855" y="5561"/>
                    <a:pt x="137463" y="44610"/>
                    <a:pt x="147584" y="78958"/>
                  </a:cubicBezTo>
                  <a:cubicBezTo>
                    <a:pt x="156145" y="107971"/>
                    <a:pt x="142292" y="111787"/>
                    <a:pt x="135376" y="118155"/>
                  </a:cubicBezTo>
                  <a:cubicBezTo>
                    <a:pt x="134364" y="119083"/>
                    <a:pt x="133499" y="120074"/>
                    <a:pt x="132867" y="121191"/>
                  </a:cubicBezTo>
                  <a:cubicBezTo>
                    <a:pt x="132171" y="122435"/>
                    <a:pt x="131496" y="123932"/>
                    <a:pt x="130843" y="125619"/>
                  </a:cubicBezTo>
                  <a:close/>
                </a:path>
              </a:pathLst>
            </a:custGeom>
            <a:solidFill>
              <a:srgbClr val="37A8E3"/>
            </a:solidFill>
            <a:ln w="2096" cap="flat">
              <a:noFill/>
              <a:prstDash val="solid"/>
              <a:miter/>
            </a:ln>
          </p:spPr>
          <p:txBody>
            <a:bodyPr/>
            <a:lstStyle/>
            <a:p>
              <a:endParaRPr lang="en-US"/>
            </a:p>
          </p:txBody>
        </p:sp>
        <p:sp>
          <p:nvSpPr>
            <p:cNvPr id="367" name="Freeform: Shape 366">
              <a:extLst>
                <a:ext uri="{FF2B5EF4-FFF2-40B4-BE49-F238E27FC236}">
                  <a16:creationId xmlns:a16="http://schemas.microsoft.com/office/drawing/2014/main" id="{E2DD6632-5FDD-0F45-12EF-275461E68FDB}"/>
                </a:ext>
              </a:extLst>
            </p:cNvPr>
            <p:cNvSpPr/>
            <p:nvPr/>
          </p:nvSpPr>
          <p:spPr>
            <a:xfrm>
              <a:off x="4959678" y="5048504"/>
              <a:ext cx="96264" cy="14979"/>
            </a:xfrm>
            <a:custGeom>
              <a:avLst/>
              <a:gdLst>
                <a:gd name="csX0" fmla="*/ 75717 w 75716"/>
                <a:gd name="csY0" fmla="*/ 0 h 11782"/>
                <a:gd name="csX1" fmla="*/ 73207 w 75716"/>
                <a:gd name="csY1" fmla="*/ 3036 h 11782"/>
                <a:gd name="csX2" fmla="*/ 71183 w 75716"/>
                <a:gd name="csY2" fmla="*/ 7464 h 11782"/>
                <a:gd name="csX3" fmla="*/ 45544 w 75716"/>
                <a:gd name="csY3" fmla="*/ 11660 h 11782"/>
                <a:gd name="csX4" fmla="*/ 0 w 75716"/>
                <a:gd name="csY4" fmla="*/ 4618 h 11782"/>
                <a:gd name="csX5" fmla="*/ 75695 w 75716"/>
                <a:gd name="csY5" fmla="*/ 21 h 11782"/>
              </a:gdLst>
              <a:ahLst/>
              <a:cxnLst>
                <a:cxn ang="0">
                  <a:pos x="csX0" y="csY0"/>
                </a:cxn>
                <a:cxn ang="0">
                  <a:pos x="csX1" y="csY1"/>
                </a:cxn>
                <a:cxn ang="0">
                  <a:pos x="csX2" y="csY2"/>
                </a:cxn>
                <a:cxn ang="0">
                  <a:pos x="csX3" y="csY3"/>
                </a:cxn>
                <a:cxn ang="0">
                  <a:pos x="csX4" y="csY4"/>
                </a:cxn>
                <a:cxn ang="0">
                  <a:pos x="csX5" y="csY5"/>
                </a:cxn>
              </a:cxnLst>
              <a:rect l="l" t="t" r="r" b="b"/>
              <a:pathLst>
                <a:path w="75716" h="11782">
                  <a:moveTo>
                    <a:pt x="75717" y="0"/>
                  </a:moveTo>
                  <a:cubicBezTo>
                    <a:pt x="74704" y="928"/>
                    <a:pt x="73840" y="1919"/>
                    <a:pt x="73207" y="3036"/>
                  </a:cubicBezTo>
                  <a:cubicBezTo>
                    <a:pt x="72512" y="4280"/>
                    <a:pt x="71837" y="5777"/>
                    <a:pt x="71183" y="7464"/>
                  </a:cubicBezTo>
                  <a:cubicBezTo>
                    <a:pt x="64373" y="9277"/>
                    <a:pt x="55433" y="11091"/>
                    <a:pt x="45544" y="11660"/>
                  </a:cubicBezTo>
                  <a:cubicBezTo>
                    <a:pt x="24332" y="12862"/>
                    <a:pt x="696" y="4850"/>
                    <a:pt x="0" y="4618"/>
                  </a:cubicBezTo>
                  <a:cubicBezTo>
                    <a:pt x="33652" y="11154"/>
                    <a:pt x="62117" y="4428"/>
                    <a:pt x="75695" y="21"/>
                  </a:cubicBezTo>
                  <a:close/>
                </a:path>
              </a:pathLst>
            </a:custGeom>
            <a:solidFill>
              <a:srgbClr val="37A8E3"/>
            </a:solidFill>
            <a:ln w="2096" cap="flat">
              <a:noFill/>
              <a:prstDash val="solid"/>
              <a:miter/>
            </a:ln>
          </p:spPr>
          <p:txBody>
            <a:bodyPr/>
            <a:lstStyle/>
            <a:p>
              <a:endParaRPr lang="en-US"/>
            </a:p>
          </p:txBody>
        </p:sp>
        <p:sp>
          <p:nvSpPr>
            <p:cNvPr id="368" name="Freeform: Shape 367">
              <a:extLst>
                <a:ext uri="{FF2B5EF4-FFF2-40B4-BE49-F238E27FC236}">
                  <a16:creationId xmlns:a16="http://schemas.microsoft.com/office/drawing/2014/main" id="{1116D964-E958-AA68-2648-707682E0AB2E}"/>
                </a:ext>
              </a:extLst>
            </p:cNvPr>
            <p:cNvSpPr/>
            <p:nvPr/>
          </p:nvSpPr>
          <p:spPr>
            <a:xfrm>
              <a:off x="4947749" y="4898310"/>
              <a:ext cx="83236" cy="51148"/>
            </a:xfrm>
            <a:custGeom>
              <a:avLst/>
              <a:gdLst>
                <a:gd name="csX0" fmla="*/ 65469 w 65469"/>
                <a:gd name="csY0" fmla="*/ 2756 h 40230"/>
                <a:gd name="csX1" fmla="*/ 41453 w 65469"/>
                <a:gd name="csY1" fmla="*/ 40203 h 40230"/>
                <a:gd name="csX2" fmla="*/ 0 w 65469"/>
                <a:gd name="csY2" fmla="*/ 4759 h 40230"/>
                <a:gd name="csX3" fmla="*/ 0 w 65469"/>
                <a:gd name="csY3" fmla="*/ 4759 h 40230"/>
                <a:gd name="csX4" fmla="*/ 50457 w 65469"/>
                <a:gd name="csY4" fmla="*/ 943 h 40230"/>
                <a:gd name="csX5" fmla="*/ 65448 w 65469"/>
                <a:gd name="csY5" fmla="*/ 2756 h 40230"/>
              </a:gdLst>
              <a:ahLst/>
              <a:cxnLst>
                <a:cxn ang="0">
                  <a:pos x="csX0" y="csY0"/>
                </a:cxn>
                <a:cxn ang="0">
                  <a:pos x="csX1" y="csY1"/>
                </a:cxn>
                <a:cxn ang="0">
                  <a:pos x="csX2" y="csY2"/>
                </a:cxn>
                <a:cxn ang="0">
                  <a:pos x="csX3" y="csY3"/>
                </a:cxn>
                <a:cxn ang="0">
                  <a:pos x="csX4" y="csY4"/>
                </a:cxn>
                <a:cxn ang="0">
                  <a:pos x="csX5" y="csY5"/>
                </a:cxn>
              </a:cxnLst>
              <a:rect l="l" t="t" r="r" b="b"/>
              <a:pathLst>
                <a:path w="65469" h="40230">
                  <a:moveTo>
                    <a:pt x="65469" y="2756"/>
                  </a:moveTo>
                  <a:cubicBezTo>
                    <a:pt x="62686" y="17031"/>
                    <a:pt x="60915" y="41152"/>
                    <a:pt x="41453" y="40203"/>
                  </a:cubicBezTo>
                  <a:cubicBezTo>
                    <a:pt x="18091" y="39065"/>
                    <a:pt x="4428" y="14353"/>
                    <a:pt x="0" y="4759"/>
                  </a:cubicBezTo>
                  <a:lnTo>
                    <a:pt x="0" y="4759"/>
                  </a:lnTo>
                  <a:cubicBezTo>
                    <a:pt x="16341" y="184"/>
                    <a:pt x="33546" y="-1102"/>
                    <a:pt x="50457" y="943"/>
                  </a:cubicBezTo>
                  <a:lnTo>
                    <a:pt x="65448" y="2756"/>
                  </a:lnTo>
                  <a:close/>
                </a:path>
              </a:pathLst>
            </a:custGeom>
            <a:solidFill>
              <a:srgbClr val="FDCDB3"/>
            </a:solidFill>
            <a:ln w="2096" cap="flat">
              <a:noFill/>
              <a:prstDash val="solid"/>
              <a:miter/>
            </a:ln>
          </p:spPr>
          <p:txBody>
            <a:bodyPr/>
            <a:lstStyle/>
            <a:p>
              <a:endParaRPr lang="en-US"/>
            </a:p>
          </p:txBody>
        </p:sp>
        <p:sp>
          <p:nvSpPr>
            <p:cNvPr id="369" name="Freeform: Shape 368">
              <a:extLst>
                <a:ext uri="{FF2B5EF4-FFF2-40B4-BE49-F238E27FC236}">
                  <a16:creationId xmlns:a16="http://schemas.microsoft.com/office/drawing/2014/main" id="{A2CC0534-499F-8BAB-4F52-CCCA62A0FE3C}"/>
                </a:ext>
              </a:extLst>
            </p:cNvPr>
            <p:cNvSpPr/>
            <p:nvPr/>
          </p:nvSpPr>
          <p:spPr>
            <a:xfrm>
              <a:off x="4884860" y="5053704"/>
              <a:ext cx="86721" cy="98972"/>
            </a:xfrm>
            <a:custGeom>
              <a:avLst/>
              <a:gdLst>
                <a:gd name="csX0" fmla="*/ 68210 w 68210"/>
                <a:gd name="csY0" fmla="*/ 56339 h 77846"/>
                <a:gd name="csX1" fmla="*/ 28781 w 68210"/>
                <a:gd name="csY1" fmla="*/ 36119 h 77846"/>
                <a:gd name="csX2" fmla="*/ 4618 w 68210"/>
                <a:gd name="csY2" fmla="*/ 0 h 77846"/>
                <a:gd name="csX3" fmla="*/ 2214 w 68210"/>
                <a:gd name="csY3" fmla="*/ 19588 h 77846"/>
                <a:gd name="csX4" fmla="*/ 0 w 68210"/>
                <a:gd name="csY4" fmla="*/ 54273 h 77846"/>
                <a:gd name="csX5" fmla="*/ 62581 w 68210"/>
                <a:gd name="csY5" fmla="*/ 77846 h 77846"/>
                <a:gd name="csX6" fmla="*/ 68210 w 68210"/>
                <a:gd name="csY6" fmla="*/ 56339 h 7784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8210" h="77846">
                  <a:moveTo>
                    <a:pt x="68210" y="56339"/>
                  </a:moveTo>
                  <a:cubicBezTo>
                    <a:pt x="68210" y="56339"/>
                    <a:pt x="47020" y="47990"/>
                    <a:pt x="28781" y="36119"/>
                  </a:cubicBezTo>
                  <a:cubicBezTo>
                    <a:pt x="18576" y="29477"/>
                    <a:pt x="10100" y="13115"/>
                    <a:pt x="4618" y="0"/>
                  </a:cubicBezTo>
                  <a:cubicBezTo>
                    <a:pt x="3795" y="6326"/>
                    <a:pt x="2994" y="12841"/>
                    <a:pt x="2214" y="19588"/>
                  </a:cubicBezTo>
                  <a:cubicBezTo>
                    <a:pt x="1181" y="28760"/>
                    <a:pt x="464" y="40842"/>
                    <a:pt x="0" y="54273"/>
                  </a:cubicBezTo>
                  <a:cubicBezTo>
                    <a:pt x="14781" y="63171"/>
                    <a:pt x="34833" y="71394"/>
                    <a:pt x="62581" y="77846"/>
                  </a:cubicBezTo>
                  <a:lnTo>
                    <a:pt x="68210" y="56339"/>
                  </a:lnTo>
                  <a:close/>
                </a:path>
              </a:pathLst>
            </a:custGeom>
            <a:solidFill>
              <a:srgbClr val="37A8E3"/>
            </a:solidFill>
            <a:ln w="2096" cap="flat">
              <a:noFill/>
              <a:prstDash val="solid"/>
              <a:miter/>
            </a:ln>
          </p:spPr>
          <p:txBody>
            <a:bodyPr/>
            <a:lstStyle/>
            <a:p>
              <a:endParaRPr lang="en-US"/>
            </a:p>
          </p:txBody>
        </p:sp>
        <p:sp>
          <p:nvSpPr>
            <p:cNvPr id="370" name="Freeform: Shape 369">
              <a:extLst>
                <a:ext uri="{FF2B5EF4-FFF2-40B4-BE49-F238E27FC236}">
                  <a16:creationId xmlns:a16="http://schemas.microsoft.com/office/drawing/2014/main" id="{E9AE047F-8188-A330-C5B2-F153728BAC53}"/>
                </a:ext>
              </a:extLst>
            </p:cNvPr>
            <p:cNvSpPr/>
            <p:nvPr/>
          </p:nvSpPr>
          <p:spPr>
            <a:xfrm>
              <a:off x="4884860" y="5076678"/>
              <a:ext cx="86721" cy="83505"/>
            </a:xfrm>
            <a:custGeom>
              <a:avLst/>
              <a:gdLst>
                <a:gd name="csX0" fmla="*/ 68210 w 68210"/>
                <a:gd name="csY0" fmla="*/ 56339 h 65680"/>
                <a:gd name="csX1" fmla="*/ 28781 w 68210"/>
                <a:gd name="csY1" fmla="*/ 36119 h 65680"/>
                <a:gd name="csX2" fmla="*/ 4618 w 68210"/>
                <a:gd name="csY2" fmla="*/ 0 h 65680"/>
                <a:gd name="csX3" fmla="*/ 2214 w 68210"/>
                <a:gd name="csY3" fmla="*/ 19588 h 65680"/>
                <a:gd name="csX4" fmla="*/ 0 w 68210"/>
                <a:gd name="csY4" fmla="*/ 54273 h 65680"/>
                <a:gd name="csX5" fmla="*/ 56677 w 68210"/>
                <a:gd name="csY5" fmla="*/ 65680 h 65680"/>
                <a:gd name="csX6" fmla="*/ 68210 w 68210"/>
                <a:gd name="csY6" fmla="*/ 56339 h 6568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8210" h="65680">
                  <a:moveTo>
                    <a:pt x="68210" y="56339"/>
                  </a:moveTo>
                  <a:cubicBezTo>
                    <a:pt x="68210" y="56339"/>
                    <a:pt x="47020" y="47990"/>
                    <a:pt x="28781" y="36119"/>
                  </a:cubicBezTo>
                  <a:cubicBezTo>
                    <a:pt x="18576" y="29477"/>
                    <a:pt x="10100" y="13115"/>
                    <a:pt x="4618" y="0"/>
                  </a:cubicBezTo>
                  <a:cubicBezTo>
                    <a:pt x="3795" y="6326"/>
                    <a:pt x="2994" y="12841"/>
                    <a:pt x="2214" y="19588"/>
                  </a:cubicBezTo>
                  <a:cubicBezTo>
                    <a:pt x="1181" y="28760"/>
                    <a:pt x="464" y="40842"/>
                    <a:pt x="0" y="54273"/>
                  </a:cubicBezTo>
                  <a:cubicBezTo>
                    <a:pt x="14781" y="63171"/>
                    <a:pt x="28929" y="59228"/>
                    <a:pt x="56677" y="65680"/>
                  </a:cubicBezTo>
                  <a:lnTo>
                    <a:pt x="68210" y="56339"/>
                  </a:lnTo>
                  <a:close/>
                </a:path>
              </a:pathLst>
            </a:custGeom>
            <a:solidFill>
              <a:srgbClr val="37A8E3"/>
            </a:solidFill>
            <a:ln w="2096" cap="flat">
              <a:noFill/>
              <a:prstDash val="solid"/>
              <a:miter/>
            </a:ln>
          </p:spPr>
          <p:txBody>
            <a:bodyPr/>
            <a:lstStyle/>
            <a:p>
              <a:endParaRPr lang="en-US"/>
            </a:p>
          </p:txBody>
        </p:sp>
        <p:sp>
          <p:nvSpPr>
            <p:cNvPr id="371" name="Freeform: Shape 370">
              <a:extLst>
                <a:ext uri="{FF2B5EF4-FFF2-40B4-BE49-F238E27FC236}">
                  <a16:creationId xmlns:a16="http://schemas.microsoft.com/office/drawing/2014/main" id="{BE8AEFF5-8172-9619-B7ED-1106AB2EAF92}"/>
                </a:ext>
              </a:extLst>
            </p:cNvPr>
            <p:cNvSpPr/>
            <p:nvPr/>
          </p:nvSpPr>
          <p:spPr>
            <a:xfrm>
              <a:off x="4960161" y="4851095"/>
              <a:ext cx="62541" cy="75097"/>
            </a:xfrm>
            <a:custGeom>
              <a:avLst/>
              <a:gdLst>
                <a:gd name="csX0" fmla="*/ 8160 w 49191"/>
                <a:gd name="csY0" fmla="*/ 0 h 59067"/>
                <a:gd name="csX1" fmla="*/ 0 w 49191"/>
                <a:gd name="csY1" fmla="*/ 43477 h 59067"/>
                <a:gd name="csX2" fmla="*/ 25471 w 49191"/>
                <a:gd name="csY2" fmla="*/ 58806 h 59067"/>
                <a:gd name="csX3" fmla="*/ 39745 w 49191"/>
                <a:gd name="csY3" fmla="*/ 48685 h 59067"/>
                <a:gd name="csX4" fmla="*/ 49191 w 49191"/>
                <a:gd name="csY4" fmla="*/ 15645 h 59067"/>
                <a:gd name="csX5" fmla="*/ 8160 w 49191"/>
                <a:gd name="csY5" fmla="*/ 0 h 59067"/>
              </a:gdLst>
              <a:ahLst/>
              <a:cxnLst>
                <a:cxn ang="0">
                  <a:pos x="csX0" y="csY0"/>
                </a:cxn>
                <a:cxn ang="0">
                  <a:pos x="csX1" y="csY1"/>
                </a:cxn>
                <a:cxn ang="0">
                  <a:pos x="csX2" y="csY2"/>
                </a:cxn>
                <a:cxn ang="0">
                  <a:pos x="csX3" y="csY3"/>
                </a:cxn>
                <a:cxn ang="0">
                  <a:pos x="csX4" y="csY4"/>
                </a:cxn>
                <a:cxn ang="0">
                  <a:pos x="csX5" y="csY5"/>
                </a:cxn>
              </a:cxnLst>
              <a:rect l="l" t="t" r="r" b="b"/>
              <a:pathLst>
                <a:path w="49191" h="59067">
                  <a:moveTo>
                    <a:pt x="8160" y="0"/>
                  </a:moveTo>
                  <a:cubicBezTo>
                    <a:pt x="9383" y="12778"/>
                    <a:pt x="9594" y="35971"/>
                    <a:pt x="0" y="43477"/>
                  </a:cubicBezTo>
                  <a:cubicBezTo>
                    <a:pt x="0" y="43477"/>
                    <a:pt x="2172" y="56529"/>
                    <a:pt x="25471" y="58806"/>
                  </a:cubicBezTo>
                  <a:cubicBezTo>
                    <a:pt x="47863" y="60999"/>
                    <a:pt x="39745" y="48685"/>
                    <a:pt x="39745" y="48685"/>
                  </a:cubicBezTo>
                  <a:cubicBezTo>
                    <a:pt x="35887" y="39260"/>
                    <a:pt x="47800" y="28191"/>
                    <a:pt x="49191" y="15645"/>
                  </a:cubicBezTo>
                  <a:lnTo>
                    <a:pt x="8160" y="0"/>
                  </a:lnTo>
                  <a:close/>
                </a:path>
              </a:pathLst>
            </a:custGeom>
            <a:solidFill>
              <a:srgbClr val="FDCDB3"/>
            </a:solidFill>
            <a:ln w="2096" cap="flat">
              <a:noFill/>
              <a:prstDash val="solid"/>
              <a:miter/>
            </a:ln>
          </p:spPr>
          <p:txBody>
            <a:bodyPr/>
            <a:lstStyle/>
            <a:p>
              <a:endParaRPr lang="en-US"/>
            </a:p>
          </p:txBody>
        </p:sp>
        <p:sp>
          <p:nvSpPr>
            <p:cNvPr id="372" name="Freeform: Shape 371">
              <a:extLst>
                <a:ext uri="{FF2B5EF4-FFF2-40B4-BE49-F238E27FC236}">
                  <a16:creationId xmlns:a16="http://schemas.microsoft.com/office/drawing/2014/main" id="{9978AB96-CA49-780C-DFD1-086503ADA84B}"/>
                </a:ext>
              </a:extLst>
            </p:cNvPr>
            <p:cNvSpPr/>
            <p:nvPr/>
          </p:nvSpPr>
          <p:spPr>
            <a:xfrm>
              <a:off x="4980669" y="4862864"/>
              <a:ext cx="17693" cy="25761"/>
            </a:xfrm>
            <a:custGeom>
              <a:avLst/>
              <a:gdLst>
                <a:gd name="csX0" fmla="*/ 949 w 13916"/>
                <a:gd name="csY0" fmla="*/ 21 h 20262"/>
                <a:gd name="csX1" fmla="*/ 13916 w 13916"/>
                <a:gd name="csY1" fmla="*/ 13473 h 20262"/>
                <a:gd name="csX2" fmla="*/ 12040 w 13916"/>
                <a:gd name="csY2" fmla="*/ 20263 h 20262"/>
                <a:gd name="csX3" fmla="*/ 0 w 13916"/>
                <a:gd name="csY3" fmla="*/ 6747 h 20262"/>
                <a:gd name="csX4" fmla="*/ 949 w 13916"/>
                <a:gd name="csY4" fmla="*/ 0 h 20262"/>
              </a:gdLst>
              <a:ahLst/>
              <a:cxnLst>
                <a:cxn ang="0">
                  <a:pos x="csX0" y="csY0"/>
                </a:cxn>
                <a:cxn ang="0">
                  <a:pos x="csX1" y="csY1"/>
                </a:cxn>
                <a:cxn ang="0">
                  <a:pos x="csX2" y="csY2"/>
                </a:cxn>
                <a:cxn ang="0">
                  <a:pos x="csX3" y="csY3"/>
                </a:cxn>
                <a:cxn ang="0">
                  <a:pos x="csX4" y="csY4"/>
                </a:cxn>
              </a:cxnLst>
              <a:rect l="l" t="t" r="r" b="b"/>
              <a:pathLst>
                <a:path w="13916" h="20262">
                  <a:moveTo>
                    <a:pt x="949" y="21"/>
                  </a:moveTo>
                  <a:lnTo>
                    <a:pt x="13916" y="13473"/>
                  </a:lnTo>
                  <a:cubicBezTo>
                    <a:pt x="13115" y="15730"/>
                    <a:pt x="12419" y="18007"/>
                    <a:pt x="12040" y="20263"/>
                  </a:cubicBezTo>
                  <a:cubicBezTo>
                    <a:pt x="6768" y="18977"/>
                    <a:pt x="21" y="12398"/>
                    <a:pt x="0" y="6747"/>
                  </a:cubicBezTo>
                  <a:cubicBezTo>
                    <a:pt x="0" y="3922"/>
                    <a:pt x="380" y="1265"/>
                    <a:pt x="949" y="0"/>
                  </a:cubicBezTo>
                  <a:close/>
                </a:path>
              </a:pathLst>
            </a:custGeom>
            <a:solidFill>
              <a:srgbClr val="FDCDB3"/>
            </a:solidFill>
            <a:ln w="2096" cap="flat">
              <a:noFill/>
              <a:prstDash val="solid"/>
              <a:miter/>
            </a:ln>
          </p:spPr>
          <p:txBody>
            <a:bodyPr/>
            <a:lstStyle/>
            <a:p>
              <a:endParaRPr lang="en-US"/>
            </a:p>
          </p:txBody>
        </p:sp>
        <p:sp>
          <p:nvSpPr>
            <p:cNvPr id="373" name="Freeform: Shape 372">
              <a:extLst>
                <a:ext uri="{FF2B5EF4-FFF2-40B4-BE49-F238E27FC236}">
                  <a16:creationId xmlns:a16="http://schemas.microsoft.com/office/drawing/2014/main" id="{59179D1C-E3FE-8938-2EEF-9551143C3643}"/>
                </a:ext>
              </a:extLst>
            </p:cNvPr>
            <p:cNvSpPr/>
            <p:nvPr/>
          </p:nvSpPr>
          <p:spPr>
            <a:xfrm>
              <a:off x="4970534" y="4851068"/>
              <a:ext cx="52166" cy="47233"/>
            </a:xfrm>
            <a:custGeom>
              <a:avLst/>
              <a:gdLst>
                <a:gd name="csX0" fmla="*/ 485 w 41031"/>
                <a:gd name="csY0" fmla="*/ 7359 h 37151"/>
                <a:gd name="csX1" fmla="*/ 3521 w 41031"/>
                <a:gd name="csY1" fmla="*/ 16995 h 37151"/>
                <a:gd name="csX2" fmla="*/ 32598 w 41031"/>
                <a:gd name="csY2" fmla="*/ 37152 h 37151"/>
                <a:gd name="csX3" fmla="*/ 41032 w 41031"/>
                <a:gd name="csY3" fmla="*/ 15645 h 37151"/>
                <a:gd name="csX4" fmla="*/ 0 w 41031"/>
                <a:gd name="csY4" fmla="*/ 0 h 37151"/>
                <a:gd name="csX5" fmla="*/ 485 w 41031"/>
                <a:gd name="csY5" fmla="*/ 7359 h 37151"/>
              </a:gdLst>
              <a:ahLst/>
              <a:cxnLst>
                <a:cxn ang="0">
                  <a:pos x="csX0" y="csY0"/>
                </a:cxn>
                <a:cxn ang="0">
                  <a:pos x="csX1" y="csY1"/>
                </a:cxn>
                <a:cxn ang="0">
                  <a:pos x="csX2" y="csY2"/>
                </a:cxn>
                <a:cxn ang="0">
                  <a:pos x="csX3" y="csY3"/>
                </a:cxn>
                <a:cxn ang="0">
                  <a:pos x="csX4" y="csY4"/>
                </a:cxn>
                <a:cxn ang="0">
                  <a:pos x="csX5" y="csY5"/>
                </a:cxn>
              </a:cxnLst>
              <a:rect l="l" t="t" r="r" b="b"/>
              <a:pathLst>
                <a:path w="41031" h="37151">
                  <a:moveTo>
                    <a:pt x="485" y="7359"/>
                  </a:moveTo>
                  <a:cubicBezTo>
                    <a:pt x="1033" y="10416"/>
                    <a:pt x="2024" y="13558"/>
                    <a:pt x="3521" y="16995"/>
                  </a:cubicBezTo>
                  <a:cubicBezTo>
                    <a:pt x="9214" y="30173"/>
                    <a:pt x="20980" y="37152"/>
                    <a:pt x="32598" y="37152"/>
                  </a:cubicBezTo>
                  <a:cubicBezTo>
                    <a:pt x="35296" y="30573"/>
                    <a:pt x="40146" y="23383"/>
                    <a:pt x="41032" y="15645"/>
                  </a:cubicBezTo>
                  <a:lnTo>
                    <a:pt x="0" y="0"/>
                  </a:lnTo>
                  <a:cubicBezTo>
                    <a:pt x="211" y="2193"/>
                    <a:pt x="380" y="4681"/>
                    <a:pt x="485" y="7359"/>
                  </a:cubicBezTo>
                  <a:close/>
                </a:path>
              </a:pathLst>
            </a:custGeom>
            <a:solidFill>
              <a:srgbClr val="DDB39D"/>
            </a:solidFill>
            <a:ln w="2096" cap="flat">
              <a:noFill/>
              <a:prstDash val="solid"/>
              <a:miter/>
            </a:ln>
          </p:spPr>
          <p:txBody>
            <a:bodyPr/>
            <a:lstStyle/>
            <a:p>
              <a:endParaRPr lang="en-US"/>
            </a:p>
          </p:txBody>
        </p:sp>
        <p:sp>
          <p:nvSpPr>
            <p:cNvPr id="374" name="Freeform: Shape 373">
              <a:extLst>
                <a:ext uri="{FF2B5EF4-FFF2-40B4-BE49-F238E27FC236}">
                  <a16:creationId xmlns:a16="http://schemas.microsoft.com/office/drawing/2014/main" id="{77528290-365C-7EB3-8831-91F69C0CA37B}"/>
                </a:ext>
              </a:extLst>
            </p:cNvPr>
            <p:cNvSpPr/>
            <p:nvPr/>
          </p:nvSpPr>
          <p:spPr>
            <a:xfrm>
              <a:off x="4968765" y="4777328"/>
              <a:ext cx="89429" cy="114709"/>
            </a:xfrm>
            <a:custGeom>
              <a:avLst/>
              <a:gdLst>
                <a:gd name="csX0" fmla="*/ 7507 w 70340"/>
                <a:gd name="csY0" fmla="*/ 22767 h 90224"/>
                <a:gd name="csX1" fmla="*/ 3585 w 70340"/>
                <a:gd name="csY1" fmla="*/ 70061 h 90224"/>
                <a:gd name="csX2" fmla="*/ 56487 w 70340"/>
                <a:gd name="csY2" fmla="*/ 77440 h 90224"/>
                <a:gd name="csX3" fmla="*/ 60346 w 70340"/>
                <a:gd name="csY3" fmla="*/ 8893 h 90224"/>
                <a:gd name="csX4" fmla="*/ 7528 w 70340"/>
                <a:gd name="csY4" fmla="*/ 22788 h 90224"/>
              </a:gdLst>
              <a:ahLst/>
              <a:cxnLst>
                <a:cxn ang="0">
                  <a:pos x="csX0" y="csY0"/>
                </a:cxn>
                <a:cxn ang="0">
                  <a:pos x="csX1" y="csY1"/>
                </a:cxn>
                <a:cxn ang="0">
                  <a:pos x="csX2" y="csY2"/>
                </a:cxn>
                <a:cxn ang="0">
                  <a:pos x="csX3" y="csY3"/>
                </a:cxn>
                <a:cxn ang="0">
                  <a:pos x="csX4" y="csY4"/>
                </a:cxn>
              </a:cxnLst>
              <a:rect l="l" t="t" r="r" b="b"/>
              <a:pathLst>
                <a:path w="70340" h="90224">
                  <a:moveTo>
                    <a:pt x="7507" y="22767"/>
                  </a:moveTo>
                  <a:cubicBezTo>
                    <a:pt x="380" y="45201"/>
                    <a:pt x="-3120" y="54542"/>
                    <a:pt x="3585" y="70061"/>
                  </a:cubicBezTo>
                  <a:cubicBezTo>
                    <a:pt x="13685" y="93423"/>
                    <a:pt x="42782" y="97282"/>
                    <a:pt x="56487" y="77440"/>
                  </a:cubicBezTo>
                  <a:cubicBezTo>
                    <a:pt x="68801" y="59581"/>
                    <a:pt x="78416" y="25909"/>
                    <a:pt x="60346" y="8893"/>
                  </a:cubicBezTo>
                  <a:cubicBezTo>
                    <a:pt x="42550" y="-7870"/>
                    <a:pt x="14655" y="353"/>
                    <a:pt x="7528" y="22788"/>
                  </a:cubicBezTo>
                  <a:close/>
                </a:path>
              </a:pathLst>
            </a:custGeom>
            <a:solidFill>
              <a:srgbClr val="FDCDB3"/>
            </a:solidFill>
            <a:ln w="2096" cap="flat">
              <a:noFill/>
              <a:prstDash val="solid"/>
              <a:miter/>
            </a:ln>
          </p:spPr>
          <p:txBody>
            <a:bodyPr/>
            <a:lstStyle/>
            <a:p>
              <a:endParaRPr lang="en-US"/>
            </a:p>
          </p:txBody>
        </p:sp>
        <p:sp>
          <p:nvSpPr>
            <p:cNvPr id="375" name="Freeform: Shape 374">
              <a:extLst>
                <a:ext uri="{FF2B5EF4-FFF2-40B4-BE49-F238E27FC236}">
                  <a16:creationId xmlns:a16="http://schemas.microsoft.com/office/drawing/2014/main" id="{799D943D-6ACA-0E03-0157-BFA49F85D810}"/>
                </a:ext>
              </a:extLst>
            </p:cNvPr>
            <p:cNvSpPr/>
            <p:nvPr/>
          </p:nvSpPr>
          <p:spPr>
            <a:xfrm>
              <a:off x="4982652" y="4746596"/>
              <a:ext cx="101357" cy="82061"/>
            </a:xfrm>
            <a:custGeom>
              <a:avLst/>
              <a:gdLst>
                <a:gd name="csX0" fmla="*/ 22350 w 79722"/>
                <a:gd name="csY0" fmla="*/ 31547 h 64545"/>
                <a:gd name="csX1" fmla="*/ 79723 w 79722"/>
                <a:gd name="csY1" fmla="*/ 64545 h 64545"/>
                <a:gd name="csX2" fmla="*/ 73608 w 79722"/>
                <a:gd name="csY2" fmla="*/ 57988 h 64545"/>
                <a:gd name="csX3" fmla="*/ 68632 w 79722"/>
                <a:gd name="csY3" fmla="*/ 20983 h 64545"/>
                <a:gd name="csX4" fmla="*/ 19651 w 79722"/>
                <a:gd name="csY4" fmla="*/ 215 h 64545"/>
                <a:gd name="csX5" fmla="*/ 2066 w 79722"/>
                <a:gd name="csY5" fmla="*/ 11748 h 64545"/>
                <a:gd name="csX6" fmla="*/ 0 w 79722"/>
                <a:gd name="csY6" fmla="*/ 15459 h 64545"/>
                <a:gd name="csX7" fmla="*/ 22350 w 79722"/>
                <a:gd name="csY7" fmla="*/ 31547 h 645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9722" h="64545">
                  <a:moveTo>
                    <a:pt x="22350" y="31547"/>
                  </a:moveTo>
                  <a:cubicBezTo>
                    <a:pt x="25639" y="42617"/>
                    <a:pt x="61336" y="62120"/>
                    <a:pt x="79723" y="64545"/>
                  </a:cubicBezTo>
                  <a:cubicBezTo>
                    <a:pt x="79723" y="64545"/>
                    <a:pt x="74957" y="60729"/>
                    <a:pt x="73608" y="57988"/>
                  </a:cubicBezTo>
                  <a:cubicBezTo>
                    <a:pt x="75168" y="50144"/>
                    <a:pt x="78521" y="33044"/>
                    <a:pt x="68632" y="20983"/>
                  </a:cubicBezTo>
                  <a:cubicBezTo>
                    <a:pt x="52523" y="1374"/>
                    <a:pt x="32408" y="-840"/>
                    <a:pt x="19651" y="215"/>
                  </a:cubicBezTo>
                  <a:cubicBezTo>
                    <a:pt x="12229" y="826"/>
                    <a:pt x="5672" y="5233"/>
                    <a:pt x="2066" y="11748"/>
                  </a:cubicBezTo>
                  <a:lnTo>
                    <a:pt x="0" y="15459"/>
                  </a:lnTo>
                  <a:lnTo>
                    <a:pt x="22350" y="31547"/>
                  </a:lnTo>
                  <a:close/>
                </a:path>
              </a:pathLst>
            </a:custGeom>
            <a:solidFill>
              <a:srgbClr val="2B2419"/>
            </a:solidFill>
            <a:ln w="2096" cap="flat">
              <a:noFill/>
              <a:prstDash val="solid"/>
              <a:miter/>
            </a:ln>
          </p:spPr>
          <p:txBody>
            <a:bodyPr/>
            <a:lstStyle/>
            <a:p>
              <a:endParaRPr lang="en-US"/>
            </a:p>
          </p:txBody>
        </p:sp>
        <p:sp>
          <p:nvSpPr>
            <p:cNvPr id="376" name="Freeform: Shape 375">
              <a:extLst>
                <a:ext uri="{FF2B5EF4-FFF2-40B4-BE49-F238E27FC236}">
                  <a16:creationId xmlns:a16="http://schemas.microsoft.com/office/drawing/2014/main" id="{431C1EA4-9B36-F47E-EC63-534CE197F03D}"/>
                </a:ext>
              </a:extLst>
            </p:cNvPr>
            <p:cNvSpPr/>
            <p:nvPr/>
          </p:nvSpPr>
          <p:spPr>
            <a:xfrm>
              <a:off x="4972761" y="4774883"/>
              <a:ext cx="41443" cy="48433"/>
            </a:xfrm>
            <a:custGeom>
              <a:avLst/>
              <a:gdLst>
                <a:gd name="csX0" fmla="*/ 23531 w 32597"/>
                <a:gd name="csY0" fmla="*/ 0 h 38095"/>
                <a:gd name="csX1" fmla="*/ 32598 w 32597"/>
                <a:gd name="csY1" fmla="*/ 7654 h 38095"/>
                <a:gd name="csX2" fmla="*/ 0 w 32597"/>
                <a:gd name="csY2" fmla="*/ 37152 h 38095"/>
                <a:gd name="csX3" fmla="*/ 23531 w 32597"/>
                <a:gd name="csY3" fmla="*/ 0 h 38095"/>
              </a:gdLst>
              <a:ahLst/>
              <a:cxnLst>
                <a:cxn ang="0">
                  <a:pos x="csX0" y="csY0"/>
                </a:cxn>
                <a:cxn ang="0">
                  <a:pos x="csX1" y="csY1"/>
                </a:cxn>
                <a:cxn ang="0">
                  <a:pos x="csX2" y="csY2"/>
                </a:cxn>
                <a:cxn ang="0">
                  <a:pos x="csX3" y="csY3"/>
                </a:cxn>
              </a:cxnLst>
              <a:rect l="l" t="t" r="r" b="b"/>
              <a:pathLst>
                <a:path w="32597" h="38095">
                  <a:moveTo>
                    <a:pt x="23531" y="0"/>
                  </a:moveTo>
                  <a:lnTo>
                    <a:pt x="32598" y="7654"/>
                  </a:lnTo>
                  <a:cubicBezTo>
                    <a:pt x="32598" y="7654"/>
                    <a:pt x="32323" y="44384"/>
                    <a:pt x="0" y="37152"/>
                  </a:cubicBezTo>
                  <a:cubicBezTo>
                    <a:pt x="0" y="37152"/>
                    <a:pt x="7127" y="2151"/>
                    <a:pt x="23531" y="0"/>
                  </a:cubicBezTo>
                  <a:close/>
                </a:path>
              </a:pathLst>
            </a:custGeom>
            <a:solidFill>
              <a:srgbClr val="2B2419"/>
            </a:solidFill>
            <a:ln w="2096" cap="flat">
              <a:noFill/>
              <a:prstDash val="solid"/>
              <a:miter/>
            </a:ln>
          </p:spPr>
          <p:txBody>
            <a:bodyPr/>
            <a:lstStyle/>
            <a:p>
              <a:endParaRPr lang="en-US"/>
            </a:p>
          </p:txBody>
        </p:sp>
        <p:sp>
          <p:nvSpPr>
            <p:cNvPr id="377" name="Freeform: Shape 376">
              <a:extLst>
                <a:ext uri="{FF2B5EF4-FFF2-40B4-BE49-F238E27FC236}">
                  <a16:creationId xmlns:a16="http://schemas.microsoft.com/office/drawing/2014/main" id="{83BCCA5B-C340-D73B-A107-6E3AD6E1DDD5}"/>
                </a:ext>
              </a:extLst>
            </p:cNvPr>
            <p:cNvSpPr/>
            <p:nvPr/>
          </p:nvSpPr>
          <p:spPr>
            <a:xfrm>
              <a:off x="4961880" y="4815089"/>
              <a:ext cx="19391" cy="28520"/>
            </a:xfrm>
            <a:custGeom>
              <a:avLst/>
              <a:gdLst>
                <a:gd name="csX0" fmla="*/ 82 w 15252"/>
                <a:gd name="csY0" fmla="*/ 7383 h 22432"/>
                <a:gd name="csX1" fmla="*/ 3814 w 15252"/>
                <a:gd name="csY1" fmla="*/ 19971 h 22432"/>
                <a:gd name="csX2" fmla="*/ 14398 w 15252"/>
                <a:gd name="csY2" fmla="*/ 16766 h 22432"/>
                <a:gd name="csX3" fmla="*/ 10730 w 15252"/>
                <a:gd name="csY3" fmla="*/ 910 h 22432"/>
                <a:gd name="csX4" fmla="*/ 82 w 15252"/>
                <a:gd name="csY4" fmla="*/ 7362 h 22432"/>
              </a:gdLst>
              <a:ahLst/>
              <a:cxnLst>
                <a:cxn ang="0">
                  <a:pos x="csX0" y="csY0"/>
                </a:cxn>
                <a:cxn ang="0">
                  <a:pos x="csX1" y="csY1"/>
                </a:cxn>
                <a:cxn ang="0">
                  <a:pos x="csX2" y="csY2"/>
                </a:cxn>
                <a:cxn ang="0">
                  <a:pos x="csX3" y="csY3"/>
                </a:cxn>
                <a:cxn ang="0">
                  <a:pos x="csX4" y="csY4"/>
                </a:cxn>
              </a:cxnLst>
              <a:rect l="l" t="t" r="r" b="b"/>
              <a:pathLst>
                <a:path w="15252" h="22432">
                  <a:moveTo>
                    <a:pt x="82" y="7383"/>
                  </a:moveTo>
                  <a:cubicBezTo>
                    <a:pt x="-403" y="12211"/>
                    <a:pt x="1326" y="16850"/>
                    <a:pt x="3814" y="19971"/>
                  </a:cubicBezTo>
                  <a:cubicBezTo>
                    <a:pt x="7567" y="24652"/>
                    <a:pt x="12691" y="22142"/>
                    <a:pt x="14398" y="16766"/>
                  </a:cubicBezTo>
                  <a:cubicBezTo>
                    <a:pt x="15917" y="11937"/>
                    <a:pt x="15811" y="3672"/>
                    <a:pt x="10730" y="910"/>
                  </a:cubicBezTo>
                  <a:cubicBezTo>
                    <a:pt x="5732" y="-1789"/>
                    <a:pt x="630" y="1859"/>
                    <a:pt x="82" y="7362"/>
                  </a:cubicBezTo>
                  <a:close/>
                </a:path>
              </a:pathLst>
            </a:custGeom>
            <a:solidFill>
              <a:srgbClr val="FDCDB3"/>
            </a:solidFill>
            <a:ln w="2096" cap="flat">
              <a:noFill/>
              <a:prstDash val="solid"/>
              <a:miter/>
            </a:ln>
          </p:spPr>
          <p:txBody>
            <a:bodyPr/>
            <a:lstStyle/>
            <a:p>
              <a:endParaRPr lang="en-US"/>
            </a:p>
          </p:txBody>
        </p:sp>
        <p:sp>
          <p:nvSpPr>
            <p:cNvPr id="378" name="Freeform: Shape 377">
              <a:extLst>
                <a:ext uri="{FF2B5EF4-FFF2-40B4-BE49-F238E27FC236}">
                  <a16:creationId xmlns:a16="http://schemas.microsoft.com/office/drawing/2014/main" id="{3658E19E-962F-6E02-3D51-769AE7D79A06}"/>
                </a:ext>
              </a:extLst>
            </p:cNvPr>
            <p:cNvSpPr/>
            <p:nvPr/>
          </p:nvSpPr>
          <p:spPr>
            <a:xfrm>
              <a:off x="4813301" y="4912967"/>
              <a:ext cx="150747" cy="247216"/>
            </a:xfrm>
            <a:custGeom>
              <a:avLst/>
              <a:gdLst>
                <a:gd name="csX0" fmla="*/ 81565 w 118569"/>
                <a:gd name="csY0" fmla="*/ 0 h 194446"/>
                <a:gd name="csX1" fmla="*/ 4246 w 118569"/>
                <a:gd name="csY1" fmla="*/ 86491 h 194446"/>
                <a:gd name="csX2" fmla="*/ 2981 w 118569"/>
                <a:gd name="csY2" fmla="*/ 113290 h 194446"/>
                <a:gd name="csX3" fmla="*/ 112939 w 118569"/>
                <a:gd name="csY3" fmla="*/ 194447 h 194446"/>
                <a:gd name="csX4" fmla="*/ 118569 w 118569"/>
                <a:gd name="csY4" fmla="*/ 172940 h 194446"/>
                <a:gd name="csX5" fmla="*/ 79140 w 118569"/>
                <a:gd name="csY5" fmla="*/ 152719 h 194446"/>
                <a:gd name="csX6" fmla="*/ 48208 w 118569"/>
                <a:gd name="csY6" fmla="*/ 98025 h 194446"/>
                <a:gd name="csX7" fmla="*/ 81544 w 118569"/>
                <a:gd name="csY7" fmla="*/ 21 h 194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18569" h="194446">
                  <a:moveTo>
                    <a:pt x="81565" y="0"/>
                  </a:moveTo>
                  <a:cubicBezTo>
                    <a:pt x="81565" y="0"/>
                    <a:pt x="53817" y="8729"/>
                    <a:pt x="4246" y="86491"/>
                  </a:cubicBezTo>
                  <a:cubicBezTo>
                    <a:pt x="-899" y="94567"/>
                    <a:pt x="-1426" y="104793"/>
                    <a:pt x="2981" y="113290"/>
                  </a:cubicBezTo>
                  <a:cubicBezTo>
                    <a:pt x="14177" y="134797"/>
                    <a:pt x="23855" y="173720"/>
                    <a:pt x="112939" y="194447"/>
                  </a:cubicBezTo>
                  <a:lnTo>
                    <a:pt x="118569" y="172940"/>
                  </a:lnTo>
                  <a:cubicBezTo>
                    <a:pt x="118569" y="172940"/>
                    <a:pt x="97379" y="164590"/>
                    <a:pt x="79140" y="152719"/>
                  </a:cubicBezTo>
                  <a:cubicBezTo>
                    <a:pt x="60901" y="140848"/>
                    <a:pt x="48208" y="98025"/>
                    <a:pt x="48208" y="98025"/>
                  </a:cubicBezTo>
                  <a:cubicBezTo>
                    <a:pt x="48208" y="98025"/>
                    <a:pt x="124051" y="30109"/>
                    <a:pt x="81544" y="21"/>
                  </a:cubicBezTo>
                  <a:close/>
                </a:path>
              </a:pathLst>
            </a:custGeom>
            <a:solidFill>
              <a:srgbClr val="37A8E3"/>
            </a:solidFill>
            <a:ln w="2096" cap="flat">
              <a:noFill/>
              <a:prstDash val="solid"/>
              <a:miter/>
            </a:ln>
          </p:spPr>
          <p:txBody>
            <a:bodyPr/>
            <a:lstStyle/>
            <a:p>
              <a:endParaRPr lang="en-US"/>
            </a:p>
          </p:txBody>
        </p:sp>
        <p:sp>
          <p:nvSpPr>
            <p:cNvPr id="379" name="Freeform: Shape 378">
              <a:extLst>
                <a:ext uri="{FF2B5EF4-FFF2-40B4-BE49-F238E27FC236}">
                  <a16:creationId xmlns:a16="http://schemas.microsoft.com/office/drawing/2014/main" id="{96E3594A-1941-7109-5008-00A6CE76A09E}"/>
                </a:ext>
              </a:extLst>
            </p:cNvPr>
            <p:cNvSpPr/>
            <p:nvPr/>
          </p:nvSpPr>
          <p:spPr>
            <a:xfrm>
              <a:off x="4953485" y="5121134"/>
              <a:ext cx="111320" cy="65516"/>
            </a:xfrm>
            <a:custGeom>
              <a:avLst/>
              <a:gdLst>
                <a:gd name="csX0" fmla="*/ 7780 w 87558"/>
                <a:gd name="csY0" fmla="*/ 9671 h 51531"/>
                <a:gd name="csX1" fmla="*/ 25787 w 87558"/>
                <a:gd name="csY1" fmla="*/ 3345 h 51531"/>
                <a:gd name="csX2" fmla="*/ 49023 w 87558"/>
                <a:gd name="csY2" fmla="*/ 98 h 51531"/>
                <a:gd name="csX3" fmla="*/ 48622 w 87558"/>
                <a:gd name="csY3" fmla="*/ 7394 h 51531"/>
                <a:gd name="csX4" fmla="*/ 35887 w 87558"/>
                <a:gd name="csY4" fmla="*/ 10809 h 51531"/>
                <a:gd name="csX5" fmla="*/ 79491 w 87558"/>
                <a:gd name="csY5" fmla="*/ 16123 h 51531"/>
                <a:gd name="csX6" fmla="*/ 51848 w 87558"/>
                <a:gd name="csY6" fmla="*/ 20551 h 51531"/>
                <a:gd name="csX7" fmla="*/ 87440 w 87558"/>
                <a:gd name="csY7" fmla="*/ 32653 h 51531"/>
                <a:gd name="csX8" fmla="*/ 49339 w 87558"/>
                <a:gd name="csY8" fmla="*/ 30861 h 51531"/>
                <a:gd name="csX9" fmla="*/ 76518 w 87558"/>
                <a:gd name="csY9" fmla="*/ 44398 h 51531"/>
                <a:gd name="csX10" fmla="*/ 43393 w 87558"/>
                <a:gd name="csY10" fmla="*/ 40497 h 51531"/>
                <a:gd name="csX11" fmla="*/ 60662 w 87558"/>
                <a:gd name="csY11" fmla="*/ 50955 h 51531"/>
                <a:gd name="csX12" fmla="*/ 0 w 87558"/>
                <a:gd name="csY12" fmla="*/ 27951 h 51531"/>
                <a:gd name="csX13" fmla="*/ 7780 w 87558"/>
                <a:gd name="csY13" fmla="*/ 9692 h 515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7558" h="51531">
                  <a:moveTo>
                    <a:pt x="7780" y="9671"/>
                  </a:moveTo>
                  <a:cubicBezTo>
                    <a:pt x="7780" y="9671"/>
                    <a:pt x="17079" y="4737"/>
                    <a:pt x="25787" y="3345"/>
                  </a:cubicBezTo>
                  <a:cubicBezTo>
                    <a:pt x="34495" y="1954"/>
                    <a:pt x="43646" y="857"/>
                    <a:pt x="49023" y="98"/>
                  </a:cubicBezTo>
                  <a:cubicBezTo>
                    <a:pt x="55496" y="-809"/>
                    <a:pt x="53915" y="4800"/>
                    <a:pt x="48622" y="7394"/>
                  </a:cubicBezTo>
                  <a:cubicBezTo>
                    <a:pt x="40589" y="11336"/>
                    <a:pt x="35887" y="10809"/>
                    <a:pt x="35887" y="10809"/>
                  </a:cubicBezTo>
                  <a:cubicBezTo>
                    <a:pt x="35887" y="10809"/>
                    <a:pt x="70972" y="12327"/>
                    <a:pt x="79491" y="16123"/>
                  </a:cubicBezTo>
                  <a:cubicBezTo>
                    <a:pt x="87271" y="19581"/>
                    <a:pt x="67873" y="19665"/>
                    <a:pt x="51848" y="20551"/>
                  </a:cubicBezTo>
                  <a:cubicBezTo>
                    <a:pt x="51848" y="20551"/>
                    <a:pt x="85458" y="27509"/>
                    <a:pt x="87440" y="32653"/>
                  </a:cubicBezTo>
                  <a:cubicBezTo>
                    <a:pt x="90033" y="39401"/>
                    <a:pt x="49339" y="30861"/>
                    <a:pt x="49339" y="30861"/>
                  </a:cubicBezTo>
                  <a:cubicBezTo>
                    <a:pt x="49339" y="30861"/>
                    <a:pt x="78352" y="41319"/>
                    <a:pt x="76518" y="44398"/>
                  </a:cubicBezTo>
                  <a:cubicBezTo>
                    <a:pt x="74494" y="47814"/>
                    <a:pt x="43393" y="40497"/>
                    <a:pt x="43393" y="40497"/>
                  </a:cubicBezTo>
                  <a:cubicBezTo>
                    <a:pt x="43393" y="40497"/>
                    <a:pt x="62644" y="49332"/>
                    <a:pt x="60662" y="50955"/>
                  </a:cubicBezTo>
                  <a:cubicBezTo>
                    <a:pt x="56740" y="54181"/>
                    <a:pt x="12546" y="43512"/>
                    <a:pt x="0" y="27951"/>
                  </a:cubicBezTo>
                  <a:cubicBezTo>
                    <a:pt x="0" y="27951"/>
                    <a:pt x="3563" y="12370"/>
                    <a:pt x="7780" y="9692"/>
                  </a:cubicBezTo>
                  <a:close/>
                </a:path>
              </a:pathLst>
            </a:custGeom>
            <a:solidFill>
              <a:srgbClr val="FDCDB3"/>
            </a:solidFill>
            <a:ln w="2096" cap="flat">
              <a:noFill/>
              <a:prstDash val="solid"/>
              <a:miter/>
            </a:ln>
          </p:spPr>
          <p:txBody>
            <a:bodyPr/>
            <a:lstStyle/>
            <a:p>
              <a:endParaRPr lang="en-US"/>
            </a:p>
          </p:txBody>
        </p:sp>
        <p:grpSp>
          <p:nvGrpSpPr>
            <p:cNvPr id="380" name="Graphic 279">
              <a:extLst>
                <a:ext uri="{FF2B5EF4-FFF2-40B4-BE49-F238E27FC236}">
                  <a16:creationId xmlns:a16="http://schemas.microsoft.com/office/drawing/2014/main" id="{CE840EBC-C894-9378-2B69-58C12EDE054D}"/>
                </a:ext>
              </a:extLst>
            </p:cNvPr>
            <p:cNvGrpSpPr/>
            <p:nvPr/>
          </p:nvGrpSpPr>
          <p:grpSpPr>
            <a:xfrm>
              <a:off x="4878157" y="5185721"/>
              <a:ext cx="535405" cy="278760"/>
              <a:chOff x="12715979" y="4802729"/>
              <a:chExt cx="421120" cy="219257"/>
            </a:xfrm>
          </p:grpSpPr>
          <p:grpSp>
            <p:nvGrpSpPr>
              <p:cNvPr id="381" name="Graphic 279">
                <a:extLst>
                  <a:ext uri="{FF2B5EF4-FFF2-40B4-BE49-F238E27FC236}">
                    <a16:creationId xmlns:a16="http://schemas.microsoft.com/office/drawing/2014/main" id="{2947432C-48DB-6495-273B-13D6612061C1}"/>
                  </a:ext>
                </a:extLst>
              </p:cNvPr>
              <p:cNvGrpSpPr/>
              <p:nvPr/>
            </p:nvGrpSpPr>
            <p:grpSpPr>
              <a:xfrm>
                <a:off x="12831355" y="4802729"/>
                <a:ext cx="162042" cy="219257"/>
                <a:chOff x="12831355" y="4802729"/>
                <a:chExt cx="162042" cy="219257"/>
              </a:xfrm>
            </p:grpSpPr>
            <p:sp>
              <p:nvSpPr>
                <p:cNvPr id="382" name="Freeform: Shape 381">
                  <a:extLst>
                    <a:ext uri="{FF2B5EF4-FFF2-40B4-BE49-F238E27FC236}">
                      <a16:creationId xmlns:a16="http://schemas.microsoft.com/office/drawing/2014/main" id="{9335907D-CD60-136C-A70F-4C6F239D389C}"/>
                    </a:ext>
                  </a:extLst>
                </p:cNvPr>
                <p:cNvSpPr/>
                <p:nvPr/>
              </p:nvSpPr>
              <p:spPr>
                <a:xfrm>
                  <a:off x="12838652" y="4802729"/>
                  <a:ext cx="154745" cy="122111"/>
                </a:xfrm>
                <a:custGeom>
                  <a:avLst/>
                  <a:gdLst>
                    <a:gd name="csX0" fmla="*/ 21 w 154745"/>
                    <a:gd name="csY0" fmla="*/ 24804 h 122111"/>
                    <a:gd name="csX1" fmla="*/ 138234 w 154745"/>
                    <a:gd name="csY1" fmla="*/ 4646 h 122111"/>
                    <a:gd name="csX2" fmla="*/ 65258 w 154745"/>
                    <a:gd name="csY2" fmla="*/ 122111 h 122111"/>
                    <a:gd name="csX3" fmla="*/ 49445 w 154745"/>
                    <a:gd name="csY3" fmla="*/ 99824 h 122111"/>
                    <a:gd name="csX4" fmla="*/ 86154 w 154745"/>
                    <a:gd name="csY4" fmla="*/ 58919 h 122111"/>
                    <a:gd name="csX5" fmla="*/ 77277 w 154745"/>
                    <a:gd name="csY5" fmla="*/ 36422 h 122111"/>
                    <a:gd name="csX6" fmla="*/ 0 w 154745"/>
                    <a:gd name="csY6" fmla="*/ 24804 h 12211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4745" h="122111">
                      <a:moveTo>
                        <a:pt x="21" y="24804"/>
                      </a:moveTo>
                      <a:cubicBezTo>
                        <a:pt x="21" y="24804"/>
                        <a:pt x="94018" y="-12875"/>
                        <a:pt x="138234" y="4646"/>
                      </a:cubicBezTo>
                      <a:cubicBezTo>
                        <a:pt x="182449" y="22168"/>
                        <a:pt x="130959" y="98370"/>
                        <a:pt x="65258" y="122111"/>
                      </a:cubicBezTo>
                      <a:lnTo>
                        <a:pt x="49445" y="99824"/>
                      </a:lnTo>
                      <a:cubicBezTo>
                        <a:pt x="49445" y="99824"/>
                        <a:pt x="67514" y="84053"/>
                        <a:pt x="86154" y="58919"/>
                      </a:cubicBezTo>
                      <a:cubicBezTo>
                        <a:pt x="94588" y="47533"/>
                        <a:pt x="77277" y="36422"/>
                        <a:pt x="77277" y="36422"/>
                      </a:cubicBezTo>
                      <a:cubicBezTo>
                        <a:pt x="77277" y="36422"/>
                        <a:pt x="45670" y="44476"/>
                        <a:pt x="0" y="24804"/>
                      </a:cubicBezTo>
                      <a:close/>
                    </a:path>
                  </a:pathLst>
                </a:custGeom>
                <a:solidFill>
                  <a:srgbClr val="1A192D"/>
                </a:solidFill>
                <a:ln w="2096" cap="flat">
                  <a:noFill/>
                  <a:prstDash val="solid"/>
                  <a:miter/>
                </a:ln>
              </p:spPr>
              <p:txBody>
                <a:bodyPr/>
                <a:lstStyle/>
                <a:p>
                  <a:endParaRPr lang="en-US"/>
                </a:p>
              </p:txBody>
            </p:sp>
            <p:sp>
              <p:nvSpPr>
                <p:cNvPr id="383" name="Freeform: Shape 382">
                  <a:extLst>
                    <a:ext uri="{FF2B5EF4-FFF2-40B4-BE49-F238E27FC236}">
                      <a16:creationId xmlns:a16="http://schemas.microsoft.com/office/drawing/2014/main" id="{2561E242-6C8F-46E0-402B-CC6947018B24}"/>
                    </a:ext>
                  </a:extLst>
                </p:cNvPr>
                <p:cNvSpPr/>
                <p:nvPr/>
              </p:nvSpPr>
              <p:spPr>
                <a:xfrm>
                  <a:off x="12831355" y="4902553"/>
                  <a:ext cx="84256" cy="119433"/>
                </a:xfrm>
                <a:custGeom>
                  <a:avLst/>
                  <a:gdLst>
                    <a:gd name="csX0" fmla="*/ 28994 w 84256"/>
                    <a:gd name="csY0" fmla="*/ 115209 h 119433"/>
                    <a:gd name="csX1" fmla="*/ 403 w 84256"/>
                    <a:gd name="csY1" fmla="*/ 22666 h 119433"/>
                    <a:gd name="csX2" fmla="*/ 5210 w 84256"/>
                    <a:gd name="csY2" fmla="*/ 11871 h 119433"/>
                    <a:gd name="csX3" fmla="*/ 7003 w 84256"/>
                    <a:gd name="csY3" fmla="*/ 11259 h 119433"/>
                    <a:gd name="csX4" fmla="*/ 56763 w 84256"/>
                    <a:gd name="csY4" fmla="*/ 0 h 119433"/>
                    <a:gd name="csX5" fmla="*/ 62667 w 84256"/>
                    <a:gd name="csY5" fmla="*/ 8308 h 119433"/>
                    <a:gd name="csX6" fmla="*/ 71017 w 84256"/>
                    <a:gd name="csY6" fmla="*/ 13241 h 119433"/>
                    <a:gd name="csX7" fmla="*/ 71776 w 84256"/>
                    <a:gd name="csY7" fmla="*/ 13220 h 119433"/>
                    <a:gd name="csX8" fmla="*/ 80568 w 84256"/>
                    <a:gd name="csY8" fmla="*/ 30341 h 119433"/>
                    <a:gd name="csX9" fmla="*/ 77384 w 84256"/>
                    <a:gd name="csY9" fmla="*/ 32239 h 119433"/>
                    <a:gd name="csX10" fmla="*/ 76625 w 84256"/>
                    <a:gd name="csY10" fmla="*/ 32661 h 119433"/>
                    <a:gd name="csX11" fmla="*/ 71544 w 84256"/>
                    <a:gd name="csY11" fmla="*/ 35212 h 119433"/>
                    <a:gd name="csX12" fmla="*/ 71438 w 84256"/>
                    <a:gd name="csY12" fmla="*/ 35254 h 119433"/>
                    <a:gd name="csX13" fmla="*/ 64965 w 84256"/>
                    <a:gd name="csY13" fmla="*/ 37763 h 119433"/>
                    <a:gd name="csX14" fmla="*/ 61465 w 84256"/>
                    <a:gd name="csY14" fmla="*/ 42739 h 119433"/>
                    <a:gd name="csX15" fmla="*/ 59757 w 84256"/>
                    <a:gd name="csY15" fmla="*/ 45143 h 119433"/>
                    <a:gd name="csX16" fmla="*/ 56257 w 84256"/>
                    <a:gd name="csY16" fmla="*/ 50119 h 119433"/>
                    <a:gd name="csX17" fmla="*/ 54718 w 84256"/>
                    <a:gd name="csY17" fmla="*/ 52354 h 119433"/>
                    <a:gd name="csX18" fmla="*/ 51344 w 84256"/>
                    <a:gd name="csY18" fmla="*/ 57583 h 119433"/>
                    <a:gd name="csX19" fmla="*/ 49995 w 84256"/>
                    <a:gd name="csY19" fmla="*/ 59882 h 119433"/>
                    <a:gd name="csX20" fmla="*/ 45483 w 84256"/>
                    <a:gd name="csY20" fmla="*/ 78015 h 119433"/>
                    <a:gd name="csX21" fmla="*/ 38883 w 84256"/>
                    <a:gd name="csY21" fmla="*/ 117676 h 119433"/>
                    <a:gd name="csX22" fmla="*/ 38082 w 84256"/>
                    <a:gd name="csY22" fmla="*/ 118372 h 119433"/>
                    <a:gd name="csX23" fmla="*/ 28973 w 84256"/>
                    <a:gd name="csY23" fmla="*/ 115230 h 1194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84256" h="119433">
                      <a:moveTo>
                        <a:pt x="28994" y="115209"/>
                      </a:moveTo>
                      <a:lnTo>
                        <a:pt x="403" y="22666"/>
                      </a:lnTo>
                      <a:cubicBezTo>
                        <a:pt x="-947" y="18281"/>
                        <a:pt x="1204" y="13705"/>
                        <a:pt x="5210" y="11871"/>
                      </a:cubicBezTo>
                      <a:cubicBezTo>
                        <a:pt x="5780" y="11618"/>
                        <a:pt x="6370" y="11407"/>
                        <a:pt x="7003" y="11259"/>
                      </a:cubicBezTo>
                      <a:lnTo>
                        <a:pt x="56763" y="0"/>
                      </a:lnTo>
                      <a:cubicBezTo>
                        <a:pt x="56763" y="0"/>
                        <a:pt x="59736" y="3310"/>
                        <a:pt x="62667" y="8308"/>
                      </a:cubicBezTo>
                      <a:cubicBezTo>
                        <a:pt x="64417" y="11281"/>
                        <a:pt x="67559" y="13241"/>
                        <a:pt x="71017" y="13241"/>
                      </a:cubicBezTo>
                      <a:cubicBezTo>
                        <a:pt x="71270" y="13241"/>
                        <a:pt x="71523" y="13241"/>
                        <a:pt x="71776" y="13220"/>
                      </a:cubicBezTo>
                      <a:cubicBezTo>
                        <a:pt x="81791" y="12461"/>
                        <a:pt x="88939" y="25028"/>
                        <a:pt x="80568" y="30341"/>
                      </a:cubicBezTo>
                      <a:cubicBezTo>
                        <a:pt x="79493" y="31037"/>
                        <a:pt x="78418" y="31670"/>
                        <a:pt x="77384" y="32239"/>
                      </a:cubicBezTo>
                      <a:cubicBezTo>
                        <a:pt x="77131" y="32387"/>
                        <a:pt x="76878" y="32534"/>
                        <a:pt x="76625" y="32661"/>
                      </a:cubicBezTo>
                      <a:cubicBezTo>
                        <a:pt x="74791" y="33673"/>
                        <a:pt x="73062" y="34516"/>
                        <a:pt x="71544" y="35212"/>
                      </a:cubicBezTo>
                      <a:cubicBezTo>
                        <a:pt x="71523" y="35212"/>
                        <a:pt x="71481" y="35233"/>
                        <a:pt x="71438" y="35254"/>
                      </a:cubicBezTo>
                      <a:cubicBezTo>
                        <a:pt x="67559" y="37004"/>
                        <a:pt x="64965" y="37763"/>
                        <a:pt x="64965" y="37763"/>
                      </a:cubicBezTo>
                      <a:cubicBezTo>
                        <a:pt x="63785" y="39471"/>
                        <a:pt x="62625" y="41116"/>
                        <a:pt x="61465" y="42739"/>
                      </a:cubicBezTo>
                      <a:cubicBezTo>
                        <a:pt x="60896" y="43562"/>
                        <a:pt x="60327" y="44342"/>
                        <a:pt x="59757" y="45143"/>
                      </a:cubicBezTo>
                      <a:cubicBezTo>
                        <a:pt x="58556" y="46851"/>
                        <a:pt x="57375" y="48496"/>
                        <a:pt x="56257" y="50119"/>
                      </a:cubicBezTo>
                      <a:cubicBezTo>
                        <a:pt x="55730" y="50878"/>
                        <a:pt x="55224" y="51616"/>
                        <a:pt x="54718" y="52354"/>
                      </a:cubicBezTo>
                      <a:cubicBezTo>
                        <a:pt x="53516" y="54125"/>
                        <a:pt x="52378" y="55875"/>
                        <a:pt x="51344" y="57583"/>
                      </a:cubicBezTo>
                      <a:cubicBezTo>
                        <a:pt x="50881" y="58342"/>
                        <a:pt x="50417" y="59123"/>
                        <a:pt x="49995" y="59882"/>
                      </a:cubicBezTo>
                      <a:cubicBezTo>
                        <a:pt x="46453" y="66207"/>
                        <a:pt x="44513" y="72069"/>
                        <a:pt x="45483" y="78015"/>
                      </a:cubicBezTo>
                      <a:cubicBezTo>
                        <a:pt x="47212" y="88473"/>
                        <a:pt x="51176" y="105215"/>
                        <a:pt x="38883" y="117676"/>
                      </a:cubicBezTo>
                      <a:cubicBezTo>
                        <a:pt x="38630" y="117950"/>
                        <a:pt x="38356" y="118161"/>
                        <a:pt x="38082" y="118372"/>
                      </a:cubicBezTo>
                      <a:cubicBezTo>
                        <a:pt x="34877" y="120628"/>
                        <a:pt x="30196" y="119152"/>
                        <a:pt x="28973" y="115230"/>
                      </a:cubicBezTo>
                      <a:close/>
                    </a:path>
                  </a:pathLst>
                </a:custGeom>
                <a:solidFill>
                  <a:srgbClr val="2B2419"/>
                </a:solidFill>
                <a:ln w="2096" cap="flat">
                  <a:noFill/>
                  <a:prstDash val="solid"/>
                  <a:miter/>
                </a:ln>
              </p:spPr>
              <p:txBody>
                <a:bodyPr/>
                <a:lstStyle/>
                <a:p>
                  <a:endParaRPr lang="en-US"/>
                </a:p>
              </p:txBody>
            </p:sp>
          </p:grpSp>
          <p:grpSp>
            <p:nvGrpSpPr>
              <p:cNvPr id="384" name="Graphic 279">
                <a:extLst>
                  <a:ext uri="{FF2B5EF4-FFF2-40B4-BE49-F238E27FC236}">
                    <a16:creationId xmlns:a16="http://schemas.microsoft.com/office/drawing/2014/main" id="{D15FDEFD-6A92-8146-6830-7F1125026C7C}"/>
                  </a:ext>
                </a:extLst>
              </p:cNvPr>
              <p:cNvGrpSpPr/>
              <p:nvPr/>
            </p:nvGrpSpPr>
            <p:grpSpPr>
              <a:xfrm>
                <a:off x="12715979" y="4806557"/>
                <a:ext cx="421120" cy="158178"/>
                <a:chOff x="12715979" y="4806557"/>
                <a:chExt cx="421120" cy="158178"/>
              </a:xfrm>
            </p:grpSpPr>
            <p:sp>
              <p:nvSpPr>
                <p:cNvPr id="385" name="Freeform: Shape 384">
                  <a:extLst>
                    <a:ext uri="{FF2B5EF4-FFF2-40B4-BE49-F238E27FC236}">
                      <a16:creationId xmlns:a16="http://schemas.microsoft.com/office/drawing/2014/main" id="{828EC562-3101-7BDF-E224-B4A339D0F72B}"/>
                    </a:ext>
                  </a:extLst>
                </p:cNvPr>
                <p:cNvSpPr/>
                <p:nvPr/>
              </p:nvSpPr>
              <p:spPr>
                <a:xfrm>
                  <a:off x="12715979" y="4806557"/>
                  <a:ext cx="342295" cy="128572"/>
                </a:xfrm>
                <a:custGeom>
                  <a:avLst/>
                  <a:gdLst>
                    <a:gd name="csX0" fmla="*/ 30215 w 342295"/>
                    <a:gd name="csY0" fmla="*/ 6048 h 128572"/>
                    <a:gd name="csX1" fmla="*/ 181986 w 342295"/>
                    <a:gd name="csY1" fmla="*/ 2041 h 128572"/>
                    <a:gd name="csX2" fmla="*/ 342296 w 342295"/>
                    <a:gd name="csY2" fmla="*/ 108879 h 128572"/>
                    <a:gd name="csX3" fmla="*/ 323804 w 342295"/>
                    <a:gd name="csY3" fmla="*/ 128573 h 128572"/>
                    <a:gd name="csX4" fmla="*/ 172645 w 342295"/>
                    <a:gd name="csY4" fmla="*/ 55070 h 128572"/>
                    <a:gd name="csX5" fmla="*/ 33694 w 342295"/>
                    <a:gd name="csY5" fmla="*/ 88153 h 128572"/>
                    <a:gd name="csX6" fmla="*/ 30215 w 342295"/>
                    <a:gd name="csY6" fmla="*/ 6026 h 12857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42295" h="128572">
                      <a:moveTo>
                        <a:pt x="30215" y="6048"/>
                      </a:moveTo>
                      <a:cubicBezTo>
                        <a:pt x="30215" y="6048"/>
                        <a:pt x="135346" y="-4263"/>
                        <a:pt x="181986" y="2041"/>
                      </a:cubicBezTo>
                      <a:cubicBezTo>
                        <a:pt x="228626" y="8346"/>
                        <a:pt x="342296" y="108879"/>
                        <a:pt x="342296" y="108879"/>
                      </a:cubicBezTo>
                      <a:lnTo>
                        <a:pt x="323804" y="128573"/>
                      </a:lnTo>
                      <a:cubicBezTo>
                        <a:pt x="323804" y="128573"/>
                        <a:pt x="208911" y="92475"/>
                        <a:pt x="172645" y="55070"/>
                      </a:cubicBezTo>
                      <a:cubicBezTo>
                        <a:pt x="172645" y="55070"/>
                        <a:pt x="89570" y="103693"/>
                        <a:pt x="33694" y="88153"/>
                      </a:cubicBezTo>
                      <a:cubicBezTo>
                        <a:pt x="-22202" y="72613"/>
                        <a:pt x="2151" y="7418"/>
                        <a:pt x="30215" y="6026"/>
                      </a:cubicBezTo>
                      <a:close/>
                    </a:path>
                  </a:pathLst>
                </a:custGeom>
                <a:solidFill>
                  <a:srgbClr val="1A192D"/>
                </a:solidFill>
                <a:ln w="2096" cap="flat">
                  <a:noFill/>
                  <a:prstDash val="solid"/>
                  <a:miter/>
                </a:ln>
              </p:spPr>
              <p:txBody>
                <a:bodyPr/>
                <a:lstStyle/>
                <a:p>
                  <a:endParaRPr lang="en-US"/>
                </a:p>
              </p:txBody>
            </p:sp>
            <p:sp>
              <p:nvSpPr>
                <p:cNvPr id="386" name="Freeform: Shape 385">
                  <a:extLst>
                    <a:ext uri="{FF2B5EF4-FFF2-40B4-BE49-F238E27FC236}">
                      <a16:creationId xmlns:a16="http://schemas.microsoft.com/office/drawing/2014/main" id="{FB03098B-3017-A490-768B-5090169B381A}"/>
                    </a:ext>
                  </a:extLst>
                </p:cNvPr>
                <p:cNvSpPr/>
                <p:nvPr/>
              </p:nvSpPr>
              <p:spPr>
                <a:xfrm>
                  <a:off x="13026742" y="4871007"/>
                  <a:ext cx="110357" cy="93727"/>
                </a:xfrm>
                <a:custGeom>
                  <a:avLst/>
                  <a:gdLst>
                    <a:gd name="csX0" fmla="*/ 109357 w 110357"/>
                    <a:gd name="csY0" fmla="*/ 9386 h 93727"/>
                    <a:gd name="csX1" fmla="*/ 55316 w 110357"/>
                    <a:gd name="csY1" fmla="*/ 89762 h 93727"/>
                    <a:gd name="csX2" fmla="*/ 43909 w 110357"/>
                    <a:gd name="csY2" fmla="*/ 92798 h 93727"/>
                    <a:gd name="csX3" fmla="*/ 42307 w 110357"/>
                    <a:gd name="csY3" fmla="*/ 91786 h 93727"/>
                    <a:gd name="csX4" fmla="*/ 2287 w 110357"/>
                    <a:gd name="csY4" fmla="*/ 60137 h 93727"/>
                    <a:gd name="csX5" fmla="*/ 5029 w 110357"/>
                    <a:gd name="csY5" fmla="*/ 50333 h 93727"/>
                    <a:gd name="csX6" fmla="*/ 3637 w 110357"/>
                    <a:gd name="csY6" fmla="*/ 40739 h 93727"/>
                    <a:gd name="csX7" fmla="*/ 3131 w 110357"/>
                    <a:gd name="csY7" fmla="*/ 40170 h 93727"/>
                    <a:gd name="csX8" fmla="*/ 10932 w 110357"/>
                    <a:gd name="csY8" fmla="*/ 22585 h 93727"/>
                    <a:gd name="csX9" fmla="*/ 14411 w 110357"/>
                    <a:gd name="csY9" fmla="*/ 23850 h 93727"/>
                    <a:gd name="csX10" fmla="*/ 15213 w 110357"/>
                    <a:gd name="csY10" fmla="*/ 24187 h 93727"/>
                    <a:gd name="csX11" fmla="*/ 20378 w 110357"/>
                    <a:gd name="csY11" fmla="*/ 26549 h 93727"/>
                    <a:gd name="csX12" fmla="*/ 20484 w 110357"/>
                    <a:gd name="csY12" fmla="*/ 26591 h 93727"/>
                    <a:gd name="csX13" fmla="*/ 26493 w 110357"/>
                    <a:gd name="csY13" fmla="*/ 30049 h 93727"/>
                    <a:gd name="csX14" fmla="*/ 32566 w 110357"/>
                    <a:gd name="csY14" fmla="*/ 29648 h 93727"/>
                    <a:gd name="csX15" fmla="*/ 35496 w 110357"/>
                    <a:gd name="csY15" fmla="*/ 29459 h 93727"/>
                    <a:gd name="csX16" fmla="*/ 41569 w 110357"/>
                    <a:gd name="csY16" fmla="*/ 29058 h 93727"/>
                    <a:gd name="csX17" fmla="*/ 44268 w 110357"/>
                    <a:gd name="csY17" fmla="*/ 28847 h 93727"/>
                    <a:gd name="csX18" fmla="*/ 50446 w 110357"/>
                    <a:gd name="csY18" fmla="*/ 28193 h 93727"/>
                    <a:gd name="csX19" fmla="*/ 53081 w 110357"/>
                    <a:gd name="csY19" fmla="*/ 27793 h 93727"/>
                    <a:gd name="csX20" fmla="*/ 70013 w 110357"/>
                    <a:gd name="csY20" fmla="*/ 19928 h 93727"/>
                    <a:gd name="csX21" fmla="*/ 105014 w 110357"/>
                    <a:gd name="csY21" fmla="*/ 150 h 93727"/>
                    <a:gd name="csX22" fmla="*/ 106068 w 110357"/>
                    <a:gd name="csY22" fmla="*/ 340 h 93727"/>
                    <a:gd name="csX23" fmla="*/ 109336 w 110357"/>
                    <a:gd name="csY23" fmla="*/ 9407 h 937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10357" h="93727">
                      <a:moveTo>
                        <a:pt x="109357" y="9386"/>
                      </a:moveTo>
                      <a:lnTo>
                        <a:pt x="55316" y="89762"/>
                      </a:lnTo>
                      <a:cubicBezTo>
                        <a:pt x="52765" y="93557"/>
                        <a:pt x="47831" y="94759"/>
                        <a:pt x="43909" y="92798"/>
                      </a:cubicBezTo>
                      <a:cubicBezTo>
                        <a:pt x="43361" y="92524"/>
                        <a:pt x="42813" y="92187"/>
                        <a:pt x="42307" y="91786"/>
                      </a:cubicBezTo>
                      <a:lnTo>
                        <a:pt x="2287" y="60137"/>
                      </a:lnTo>
                      <a:cubicBezTo>
                        <a:pt x="2287" y="60137"/>
                        <a:pt x="2983" y="55752"/>
                        <a:pt x="5029" y="50333"/>
                      </a:cubicBezTo>
                      <a:cubicBezTo>
                        <a:pt x="6230" y="47107"/>
                        <a:pt x="5788" y="43417"/>
                        <a:pt x="3637" y="40739"/>
                      </a:cubicBezTo>
                      <a:cubicBezTo>
                        <a:pt x="3468" y="40549"/>
                        <a:pt x="3300" y="40359"/>
                        <a:pt x="3131" y="40170"/>
                      </a:cubicBezTo>
                      <a:cubicBezTo>
                        <a:pt x="-3743" y="32853"/>
                        <a:pt x="1528" y="19401"/>
                        <a:pt x="10932" y="22585"/>
                      </a:cubicBezTo>
                      <a:cubicBezTo>
                        <a:pt x="12155" y="22985"/>
                        <a:pt x="13315" y="23428"/>
                        <a:pt x="14411" y="23850"/>
                      </a:cubicBezTo>
                      <a:cubicBezTo>
                        <a:pt x="14685" y="23955"/>
                        <a:pt x="14960" y="24061"/>
                        <a:pt x="15213" y="24187"/>
                      </a:cubicBezTo>
                      <a:cubicBezTo>
                        <a:pt x="17152" y="24988"/>
                        <a:pt x="18902" y="25790"/>
                        <a:pt x="20378" y="26549"/>
                      </a:cubicBezTo>
                      <a:cubicBezTo>
                        <a:pt x="20421" y="26549"/>
                        <a:pt x="20442" y="26591"/>
                        <a:pt x="20484" y="26591"/>
                      </a:cubicBezTo>
                      <a:cubicBezTo>
                        <a:pt x="24279" y="28510"/>
                        <a:pt x="26493" y="30049"/>
                        <a:pt x="26493" y="30049"/>
                      </a:cubicBezTo>
                      <a:cubicBezTo>
                        <a:pt x="28559" y="29901"/>
                        <a:pt x="30584" y="29754"/>
                        <a:pt x="32566" y="29648"/>
                      </a:cubicBezTo>
                      <a:cubicBezTo>
                        <a:pt x="33557" y="29585"/>
                        <a:pt x="34527" y="29522"/>
                        <a:pt x="35496" y="29459"/>
                      </a:cubicBezTo>
                      <a:cubicBezTo>
                        <a:pt x="37584" y="29332"/>
                        <a:pt x="39608" y="29206"/>
                        <a:pt x="41569" y="29058"/>
                      </a:cubicBezTo>
                      <a:cubicBezTo>
                        <a:pt x="42497" y="28995"/>
                        <a:pt x="43382" y="28931"/>
                        <a:pt x="44268" y="28847"/>
                      </a:cubicBezTo>
                      <a:cubicBezTo>
                        <a:pt x="46419" y="28678"/>
                        <a:pt x="48485" y="28468"/>
                        <a:pt x="50446" y="28193"/>
                      </a:cubicBezTo>
                      <a:cubicBezTo>
                        <a:pt x="51331" y="28067"/>
                        <a:pt x="52217" y="27940"/>
                        <a:pt x="53081" y="27793"/>
                      </a:cubicBezTo>
                      <a:cubicBezTo>
                        <a:pt x="60229" y="26570"/>
                        <a:pt x="66007" y="24398"/>
                        <a:pt x="70013" y="19928"/>
                      </a:cubicBezTo>
                      <a:cubicBezTo>
                        <a:pt x="77076" y="12021"/>
                        <a:pt x="87598" y="-1579"/>
                        <a:pt x="105014" y="150"/>
                      </a:cubicBezTo>
                      <a:cubicBezTo>
                        <a:pt x="105372" y="171"/>
                        <a:pt x="105731" y="256"/>
                        <a:pt x="106068" y="340"/>
                      </a:cubicBezTo>
                      <a:cubicBezTo>
                        <a:pt x="109842" y="1394"/>
                        <a:pt x="111635" y="5991"/>
                        <a:pt x="109336" y="9407"/>
                      </a:cubicBezTo>
                      <a:close/>
                    </a:path>
                  </a:pathLst>
                </a:custGeom>
                <a:solidFill>
                  <a:srgbClr val="2B2419"/>
                </a:solidFill>
                <a:ln w="2096" cap="flat">
                  <a:noFill/>
                  <a:prstDash val="solid"/>
                  <a:miter/>
                </a:ln>
              </p:spPr>
              <p:txBody>
                <a:bodyPr/>
                <a:lstStyle/>
                <a:p>
                  <a:endParaRPr lang="en-US"/>
                </a:p>
              </p:txBody>
            </p:sp>
          </p:grpSp>
        </p:grpSp>
        <p:grpSp>
          <p:nvGrpSpPr>
            <p:cNvPr id="387" name="Graphic 279">
              <a:extLst>
                <a:ext uri="{FF2B5EF4-FFF2-40B4-BE49-F238E27FC236}">
                  <a16:creationId xmlns:a16="http://schemas.microsoft.com/office/drawing/2014/main" id="{63701A37-8325-70C8-62B5-B6CE8DB05D8D}"/>
                </a:ext>
              </a:extLst>
            </p:cNvPr>
            <p:cNvGrpSpPr/>
            <p:nvPr/>
          </p:nvGrpSpPr>
          <p:grpSpPr>
            <a:xfrm>
              <a:off x="4923086" y="5042633"/>
              <a:ext cx="283500" cy="154115"/>
              <a:chOff x="12751318" y="4690184"/>
              <a:chExt cx="222985" cy="121218"/>
            </a:xfrm>
          </p:grpSpPr>
          <p:sp>
            <p:nvSpPr>
              <p:cNvPr id="388" name="Freeform: Shape 387">
                <a:extLst>
                  <a:ext uri="{FF2B5EF4-FFF2-40B4-BE49-F238E27FC236}">
                    <a16:creationId xmlns:a16="http://schemas.microsoft.com/office/drawing/2014/main" id="{DB1C7BCB-9796-5404-B89B-A62EFA13BF49}"/>
                  </a:ext>
                </a:extLst>
              </p:cNvPr>
              <p:cNvSpPr/>
              <p:nvPr/>
            </p:nvSpPr>
            <p:spPr>
              <a:xfrm>
                <a:off x="12824863" y="4801535"/>
                <a:ext cx="132329" cy="9867"/>
              </a:xfrm>
              <a:custGeom>
                <a:avLst/>
                <a:gdLst>
                  <a:gd name="csX0" fmla="*/ 62053 w 132329"/>
                  <a:gd name="csY0" fmla="*/ 42 h 9867"/>
                  <a:gd name="csX1" fmla="*/ 0 w 132329"/>
                  <a:gd name="csY1" fmla="*/ 0 h 9867"/>
                  <a:gd name="csX2" fmla="*/ 3353 w 132329"/>
                  <a:gd name="csY2" fmla="*/ 1434 h 9867"/>
                  <a:gd name="csX3" fmla="*/ 4744 w 132329"/>
                  <a:gd name="csY3" fmla="*/ 4871 h 9867"/>
                  <a:gd name="csX4" fmla="*/ 0 w 132329"/>
                  <a:gd name="csY4" fmla="*/ 9762 h 9867"/>
                  <a:gd name="csX5" fmla="*/ 127586 w 132329"/>
                  <a:gd name="csY5" fmla="*/ 9868 h 9867"/>
                  <a:gd name="csX6" fmla="*/ 132330 w 132329"/>
                  <a:gd name="csY6" fmla="*/ 4976 h 9867"/>
                  <a:gd name="csX7" fmla="*/ 130938 w 132329"/>
                  <a:gd name="csY7" fmla="*/ 1539 h 9867"/>
                  <a:gd name="csX8" fmla="*/ 127586 w 132329"/>
                  <a:gd name="csY8" fmla="*/ 105 h 9867"/>
                  <a:gd name="csX9" fmla="*/ 62032 w 132329"/>
                  <a:gd name="csY9" fmla="*/ 42 h 98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2329" h="9867">
                    <a:moveTo>
                      <a:pt x="62053" y="42"/>
                    </a:moveTo>
                    <a:lnTo>
                      <a:pt x="0" y="0"/>
                    </a:lnTo>
                    <a:cubicBezTo>
                      <a:pt x="1307" y="0"/>
                      <a:pt x="2488" y="548"/>
                      <a:pt x="3353" y="1434"/>
                    </a:cubicBezTo>
                    <a:cubicBezTo>
                      <a:pt x="4217" y="2319"/>
                      <a:pt x="4744" y="3521"/>
                      <a:pt x="4744" y="4871"/>
                    </a:cubicBezTo>
                    <a:cubicBezTo>
                      <a:pt x="4744" y="7548"/>
                      <a:pt x="2615" y="9762"/>
                      <a:pt x="0" y="9762"/>
                    </a:cubicBezTo>
                    <a:lnTo>
                      <a:pt x="127586" y="9868"/>
                    </a:lnTo>
                    <a:cubicBezTo>
                      <a:pt x="130200" y="9868"/>
                      <a:pt x="132330" y="7675"/>
                      <a:pt x="132330" y="4976"/>
                    </a:cubicBezTo>
                    <a:cubicBezTo>
                      <a:pt x="132330" y="3627"/>
                      <a:pt x="131782" y="2404"/>
                      <a:pt x="130938" y="1539"/>
                    </a:cubicBezTo>
                    <a:cubicBezTo>
                      <a:pt x="130074" y="654"/>
                      <a:pt x="128893" y="105"/>
                      <a:pt x="127586" y="105"/>
                    </a:cubicBezTo>
                    <a:lnTo>
                      <a:pt x="62032" y="42"/>
                    </a:lnTo>
                    <a:close/>
                  </a:path>
                </a:pathLst>
              </a:custGeom>
              <a:solidFill>
                <a:srgbClr val="D2D1D7"/>
              </a:solidFill>
              <a:ln w="2096" cap="flat">
                <a:noFill/>
                <a:prstDash val="solid"/>
                <a:miter/>
              </a:ln>
            </p:spPr>
            <p:txBody>
              <a:bodyPr/>
              <a:lstStyle/>
              <a:p>
                <a:endParaRPr lang="en-US"/>
              </a:p>
            </p:txBody>
          </p:sp>
          <p:sp>
            <p:nvSpPr>
              <p:cNvPr id="389" name="Freeform: Shape 388">
                <a:extLst>
                  <a:ext uri="{FF2B5EF4-FFF2-40B4-BE49-F238E27FC236}">
                    <a16:creationId xmlns:a16="http://schemas.microsoft.com/office/drawing/2014/main" id="{B9A6C347-0BD7-3CC2-006D-F63897E656D5}"/>
                  </a:ext>
                </a:extLst>
              </p:cNvPr>
              <p:cNvSpPr/>
              <p:nvPr/>
            </p:nvSpPr>
            <p:spPr>
              <a:xfrm>
                <a:off x="12751318" y="4801450"/>
                <a:ext cx="78331" cy="9825"/>
              </a:xfrm>
              <a:custGeom>
                <a:avLst/>
                <a:gdLst>
                  <a:gd name="csX0" fmla="*/ 3985 w 78331"/>
                  <a:gd name="csY0" fmla="*/ 0 h 9825"/>
                  <a:gd name="csX1" fmla="*/ 0 w 78331"/>
                  <a:gd name="csY1" fmla="*/ 4871 h 9825"/>
                  <a:gd name="csX2" fmla="*/ 1160 w 78331"/>
                  <a:gd name="csY2" fmla="*/ 8329 h 9825"/>
                  <a:gd name="csX3" fmla="*/ 3985 w 78331"/>
                  <a:gd name="csY3" fmla="*/ 9762 h 9825"/>
                  <a:gd name="csX4" fmla="*/ 74346 w 78331"/>
                  <a:gd name="csY4" fmla="*/ 9826 h 9825"/>
                  <a:gd name="csX5" fmla="*/ 78331 w 78331"/>
                  <a:gd name="csY5" fmla="*/ 4934 h 9825"/>
                  <a:gd name="csX6" fmla="*/ 77171 w 78331"/>
                  <a:gd name="csY6" fmla="*/ 1497 h 9825"/>
                  <a:gd name="csX7" fmla="*/ 74346 w 78331"/>
                  <a:gd name="csY7" fmla="*/ 63 h 9825"/>
                  <a:gd name="csX8" fmla="*/ 5461 w 78331"/>
                  <a:gd name="csY8" fmla="*/ 0 h 9825"/>
                  <a:gd name="csX9" fmla="*/ 3985 w 78331"/>
                  <a:gd name="csY9" fmla="*/ 0 h 9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331" h="9825">
                    <a:moveTo>
                      <a:pt x="3985" y="0"/>
                    </a:moveTo>
                    <a:cubicBezTo>
                      <a:pt x="1792" y="0"/>
                      <a:pt x="0" y="2193"/>
                      <a:pt x="0" y="4871"/>
                    </a:cubicBezTo>
                    <a:cubicBezTo>
                      <a:pt x="0" y="6220"/>
                      <a:pt x="443" y="7443"/>
                      <a:pt x="1160" y="8329"/>
                    </a:cubicBezTo>
                    <a:cubicBezTo>
                      <a:pt x="1898" y="9214"/>
                      <a:pt x="2889" y="9762"/>
                      <a:pt x="3985" y="9762"/>
                    </a:cubicBezTo>
                    <a:lnTo>
                      <a:pt x="74346" y="9826"/>
                    </a:lnTo>
                    <a:cubicBezTo>
                      <a:pt x="76539" y="9826"/>
                      <a:pt x="78331" y="7633"/>
                      <a:pt x="78331" y="4934"/>
                    </a:cubicBezTo>
                    <a:cubicBezTo>
                      <a:pt x="78331" y="3584"/>
                      <a:pt x="77888" y="2362"/>
                      <a:pt x="77171" y="1497"/>
                    </a:cubicBezTo>
                    <a:cubicBezTo>
                      <a:pt x="76433" y="611"/>
                      <a:pt x="75442" y="63"/>
                      <a:pt x="74346" y="63"/>
                    </a:cubicBezTo>
                    <a:lnTo>
                      <a:pt x="5461" y="0"/>
                    </a:lnTo>
                    <a:lnTo>
                      <a:pt x="3985" y="0"/>
                    </a:lnTo>
                    <a:close/>
                  </a:path>
                </a:pathLst>
              </a:custGeom>
              <a:solidFill>
                <a:srgbClr val="D2D1D7"/>
              </a:solidFill>
              <a:ln w="2096" cap="flat">
                <a:noFill/>
                <a:prstDash val="solid"/>
                <a:miter/>
              </a:ln>
            </p:spPr>
            <p:txBody>
              <a:bodyPr/>
              <a:lstStyle/>
              <a:p>
                <a:endParaRPr lang="en-US"/>
              </a:p>
            </p:txBody>
          </p:sp>
          <p:sp>
            <p:nvSpPr>
              <p:cNvPr id="390" name="Freeform: Shape 389">
                <a:extLst>
                  <a:ext uri="{FF2B5EF4-FFF2-40B4-BE49-F238E27FC236}">
                    <a16:creationId xmlns:a16="http://schemas.microsoft.com/office/drawing/2014/main" id="{2E7926F8-9223-22DC-9EF0-A3CA1729C98B}"/>
                  </a:ext>
                </a:extLst>
              </p:cNvPr>
              <p:cNvSpPr/>
              <p:nvPr/>
            </p:nvSpPr>
            <p:spPr>
              <a:xfrm>
                <a:off x="12820204" y="4690184"/>
                <a:ext cx="27409" cy="111329"/>
              </a:xfrm>
              <a:custGeom>
                <a:avLst/>
                <a:gdLst>
                  <a:gd name="csX0" fmla="*/ 1264 w 27409"/>
                  <a:gd name="csY0" fmla="*/ 108778 h 111329"/>
                  <a:gd name="csX1" fmla="*/ 5628 w 27409"/>
                  <a:gd name="csY1" fmla="*/ 111329 h 111329"/>
                  <a:gd name="csX2" fmla="*/ 10668 w 27409"/>
                  <a:gd name="csY2" fmla="*/ 111329 h 111329"/>
                  <a:gd name="csX3" fmla="*/ 6303 w 27409"/>
                  <a:gd name="csY3" fmla="*/ 108778 h 111329"/>
                  <a:gd name="csX4" fmla="*/ 5164 w 27409"/>
                  <a:gd name="csY4" fmla="*/ 103022 h 111329"/>
                  <a:gd name="csX5" fmla="*/ 21885 w 27409"/>
                  <a:gd name="csY5" fmla="*/ 5482 h 111329"/>
                  <a:gd name="csX6" fmla="*/ 27409 w 27409"/>
                  <a:gd name="csY6" fmla="*/ 0 h 111329"/>
                  <a:gd name="csX7" fmla="*/ 22370 w 27409"/>
                  <a:gd name="csY7" fmla="*/ 0 h 111329"/>
                  <a:gd name="csX8" fmla="*/ 16846 w 27409"/>
                  <a:gd name="csY8" fmla="*/ 5482 h 111329"/>
                  <a:gd name="csX9" fmla="*/ 125 w 27409"/>
                  <a:gd name="csY9" fmla="*/ 103022 h 111329"/>
                  <a:gd name="csX10" fmla="*/ 1264 w 27409"/>
                  <a:gd name="csY10" fmla="*/ 108778 h 111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7409" h="111329">
                    <a:moveTo>
                      <a:pt x="1264" y="108778"/>
                    </a:moveTo>
                    <a:cubicBezTo>
                      <a:pt x="2339" y="110402"/>
                      <a:pt x="3920" y="111329"/>
                      <a:pt x="5628" y="111329"/>
                    </a:cubicBezTo>
                    <a:lnTo>
                      <a:pt x="10668" y="111329"/>
                    </a:lnTo>
                    <a:cubicBezTo>
                      <a:pt x="8960" y="111329"/>
                      <a:pt x="7378" y="110402"/>
                      <a:pt x="6303" y="108778"/>
                    </a:cubicBezTo>
                    <a:cubicBezTo>
                      <a:pt x="5228" y="107154"/>
                      <a:pt x="4827" y="105067"/>
                      <a:pt x="5164" y="103022"/>
                    </a:cubicBezTo>
                    <a:lnTo>
                      <a:pt x="21885" y="5482"/>
                    </a:lnTo>
                    <a:cubicBezTo>
                      <a:pt x="22433" y="2298"/>
                      <a:pt x="24774" y="0"/>
                      <a:pt x="27409" y="0"/>
                    </a:cubicBezTo>
                    <a:lnTo>
                      <a:pt x="22370" y="0"/>
                    </a:lnTo>
                    <a:cubicBezTo>
                      <a:pt x="19713" y="0"/>
                      <a:pt x="17394" y="2298"/>
                      <a:pt x="16846" y="5482"/>
                    </a:cubicBezTo>
                    <a:lnTo>
                      <a:pt x="125" y="103022"/>
                    </a:lnTo>
                    <a:cubicBezTo>
                      <a:pt x="-233" y="105067"/>
                      <a:pt x="188" y="107154"/>
                      <a:pt x="1264" y="108778"/>
                    </a:cubicBezTo>
                    <a:close/>
                  </a:path>
                </a:pathLst>
              </a:custGeom>
              <a:solidFill>
                <a:srgbClr val="A4A2AE"/>
              </a:solidFill>
              <a:ln w="2096" cap="flat">
                <a:noFill/>
                <a:prstDash val="solid"/>
                <a:miter/>
              </a:ln>
            </p:spPr>
            <p:txBody>
              <a:bodyPr/>
              <a:lstStyle/>
              <a:p>
                <a:endParaRPr lang="en-US"/>
              </a:p>
            </p:txBody>
          </p:sp>
          <p:sp>
            <p:nvSpPr>
              <p:cNvPr id="391" name="Freeform: Shape 390">
                <a:extLst>
                  <a:ext uri="{FF2B5EF4-FFF2-40B4-BE49-F238E27FC236}">
                    <a16:creationId xmlns:a16="http://schemas.microsoft.com/office/drawing/2014/main" id="{C5EB63F3-3253-7853-CC50-0D8E700B5DA2}"/>
                  </a:ext>
                </a:extLst>
              </p:cNvPr>
              <p:cNvSpPr/>
              <p:nvPr/>
            </p:nvSpPr>
            <p:spPr>
              <a:xfrm>
                <a:off x="12825244" y="4690184"/>
                <a:ext cx="149059" cy="111434"/>
              </a:xfrm>
              <a:custGeom>
                <a:avLst/>
                <a:gdLst>
                  <a:gd name="csX0" fmla="*/ 1243 w 149059"/>
                  <a:gd name="csY0" fmla="*/ 108778 h 111434"/>
                  <a:gd name="csX1" fmla="*/ 5607 w 149059"/>
                  <a:gd name="csY1" fmla="*/ 111329 h 111434"/>
                  <a:gd name="csX2" fmla="*/ 126699 w 149059"/>
                  <a:gd name="csY2" fmla="*/ 111435 h 111434"/>
                  <a:gd name="csX3" fmla="*/ 132223 w 149059"/>
                  <a:gd name="csY3" fmla="*/ 105953 h 111434"/>
                  <a:gd name="csX4" fmla="*/ 148944 w 149059"/>
                  <a:gd name="csY4" fmla="*/ 8413 h 111434"/>
                  <a:gd name="csX5" fmla="*/ 147805 w 149059"/>
                  <a:gd name="csY5" fmla="*/ 2657 h 111434"/>
                  <a:gd name="csX6" fmla="*/ 143440 w 149059"/>
                  <a:gd name="csY6" fmla="*/ 105 h 111434"/>
                  <a:gd name="csX7" fmla="*/ 22370 w 149059"/>
                  <a:gd name="csY7" fmla="*/ 0 h 111434"/>
                  <a:gd name="csX8" fmla="*/ 16846 w 149059"/>
                  <a:gd name="csY8" fmla="*/ 5482 h 111434"/>
                  <a:gd name="csX9" fmla="*/ 125 w 149059"/>
                  <a:gd name="csY9" fmla="*/ 103022 h 111434"/>
                  <a:gd name="csX10" fmla="*/ 1264 w 149059"/>
                  <a:gd name="csY10" fmla="*/ 108778 h 1114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49059" h="111434">
                    <a:moveTo>
                      <a:pt x="1243" y="108778"/>
                    </a:moveTo>
                    <a:cubicBezTo>
                      <a:pt x="2318" y="110402"/>
                      <a:pt x="3899" y="111329"/>
                      <a:pt x="5607" y="111329"/>
                    </a:cubicBezTo>
                    <a:lnTo>
                      <a:pt x="126699" y="111435"/>
                    </a:lnTo>
                    <a:cubicBezTo>
                      <a:pt x="129356" y="111435"/>
                      <a:pt x="131675" y="109136"/>
                      <a:pt x="132223" y="105953"/>
                    </a:cubicBezTo>
                    <a:lnTo>
                      <a:pt x="148944" y="8413"/>
                    </a:lnTo>
                    <a:cubicBezTo>
                      <a:pt x="149281" y="6368"/>
                      <a:pt x="148880" y="4280"/>
                      <a:pt x="147805" y="2657"/>
                    </a:cubicBezTo>
                    <a:cubicBezTo>
                      <a:pt x="146751" y="1033"/>
                      <a:pt x="145148" y="105"/>
                      <a:pt x="143440" y="105"/>
                    </a:cubicBezTo>
                    <a:lnTo>
                      <a:pt x="22370" y="0"/>
                    </a:lnTo>
                    <a:cubicBezTo>
                      <a:pt x="19713" y="0"/>
                      <a:pt x="17394" y="2298"/>
                      <a:pt x="16846" y="5482"/>
                    </a:cubicBezTo>
                    <a:lnTo>
                      <a:pt x="125" y="103022"/>
                    </a:lnTo>
                    <a:cubicBezTo>
                      <a:pt x="-233" y="105067"/>
                      <a:pt x="188" y="107154"/>
                      <a:pt x="1264" y="108778"/>
                    </a:cubicBezTo>
                    <a:close/>
                  </a:path>
                </a:pathLst>
              </a:custGeom>
              <a:solidFill>
                <a:srgbClr val="D2D1D7"/>
              </a:solidFill>
              <a:ln w="2096" cap="flat">
                <a:noFill/>
                <a:prstDash val="solid"/>
                <a:miter/>
              </a:ln>
            </p:spPr>
            <p:txBody>
              <a:bodyPr/>
              <a:lstStyle/>
              <a:p>
                <a:endParaRPr lang="en-US"/>
              </a:p>
            </p:txBody>
          </p:sp>
          <p:sp>
            <p:nvSpPr>
              <p:cNvPr id="392" name="Freeform: Shape 391">
                <a:extLst>
                  <a:ext uri="{FF2B5EF4-FFF2-40B4-BE49-F238E27FC236}">
                    <a16:creationId xmlns:a16="http://schemas.microsoft.com/office/drawing/2014/main" id="{9D7F441A-9A61-7DDB-6E39-045AA8805F7A}"/>
                  </a:ext>
                </a:extLst>
              </p:cNvPr>
              <p:cNvSpPr/>
              <p:nvPr/>
            </p:nvSpPr>
            <p:spPr>
              <a:xfrm>
                <a:off x="12893199" y="4737858"/>
                <a:ext cx="13136" cy="16088"/>
              </a:xfrm>
              <a:custGeom>
                <a:avLst/>
                <a:gdLst>
                  <a:gd name="csX0" fmla="*/ 0 w 13136"/>
                  <a:gd name="csY0" fmla="*/ 8033 h 16088"/>
                  <a:gd name="csX1" fmla="*/ 6557 w 13136"/>
                  <a:gd name="csY1" fmla="*/ 16088 h 16088"/>
                  <a:gd name="csX2" fmla="*/ 13136 w 13136"/>
                  <a:gd name="csY2" fmla="*/ 8055 h 16088"/>
                  <a:gd name="csX3" fmla="*/ 6579 w 13136"/>
                  <a:gd name="csY3" fmla="*/ 0 h 16088"/>
                  <a:gd name="csX4" fmla="*/ 0 w 13136"/>
                  <a:gd name="csY4" fmla="*/ 8033 h 16088"/>
                </a:gdLst>
                <a:ahLst/>
                <a:cxnLst>
                  <a:cxn ang="0">
                    <a:pos x="csX0" y="csY0"/>
                  </a:cxn>
                  <a:cxn ang="0">
                    <a:pos x="csX1" y="csY1"/>
                  </a:cxn>
                  <a:cxn ang="0">
                    <a:pos x="csX2" y="csY2"/>
                  </a:cxn>
                  <a:cxn ang="0">
                    <a:pos x="csX3" y="csY3"/>
                  </a:cxn>
                  <a:cxn ang="0">
                    <a:pos x="csX4" y="csY4"/>
                  </a:cxn>
                </a:cxnLst>
                <a:rect l="l" t="t" r="r" b="b"/>
                <a:pathLst>
                  <a:path w="13136" h="16088">
                    <a:moveTo>
                      <a:pt x="0" y="8033"/>
                    </a:moveTo>
                    <a:cubicBezTo>
                      <a:pt x="0" y="12482"/>
                      <a:pt x="2931" y="16067"/>
                      <a:pt x="6557" y="16088"/>
                    </a:cubicBezTo>
                    <a:cubicBezTo>
                      <a:pt x="10184" y="16109"/>
                      <a:pt x="13136" y="12503"/>
                      <a:pt x="13136" y="8055"/>
                    </a:cubicBezTo>
                    <a:cubicBezTo>
                      <a:pt x="13136" y="3606"/>
                      <a:pt x="10205" y="21"/>
                      <a:pt x="6579" y="0"/>
                    </a:cubicBezTo>
                    <a:cubicBezTo>
                      <a:pt x="2952" y="0"/>
                      <a:pt x="0" y="3584"/>
                      <a:pt x="0" y="8033"/>
                    </a:cubicBezTo>
                    <a:close/>
                  </a:path>
                </a:pathLst>
              </a:custGeom>
              <a:solidFill>
                <a:srgbClr val="FFFFFF"/>
              </a:solidFill>
              <a:ln w="2096" cap="flat">
                <a:noFill/>
                <a:prstDash val="solid"/>
                <a:miter/>
              </a:ln>
            </p:spPr>
            <p:txBody>
              <a:bodyPr/>
              <a:lstStyle/>
              <a:p>
                <a:endParaRPr lang="en-US"/>
              </a:p>
            </p:txBody>
          </p:sp>
        </p:grpSp>
      </p:grpSp>
      <p:sp>
        <p:nvSpPr>
          <p:cNvPr id="744" name="Arc 743">
            <a:extLst>
              <a:ext uri="{FF2B5EF4-FFF2-40B4-BE49-F238E27FC236}">
                <a16:creationId xmlns:a16="http://schemas.microsoft.com/office/drawing/2014/main" id="{9038CDB4-CBC5-DAEA-9E16-562955CE46C0}"/>
              </a:ext>
            </a:extLst>
          </p:cNvPr>
          <p:cNvSpPr/>
          <p:nvPr/>
        </p:nvSpPr>
        <p:spPr>
          <a:xfrm>
            <a:off x="7098507" y="4738688"/>
            <a:ext cx="500062" cy="500062"/>
          </a:xfrm>
          <a:prstGeom prst="arc">
            <a:avLst>
              <a:gd name="adj1" fmla="val 12821404"/>
              <a:gd name="adj2" fmla="val 19126963"/>
            </a:avLst>
          </a:prstGeom>
          <a:ln w="19050" cap="flat">
            <a:solidFill>
              <a:schemeClr val="accent3"/>
            </a:solidFill>
            <a:miter lim="800000"/>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52" name="Oval 751">
            <a:extLst>
              <a:ext uri="{FF2B5EF4-FFF2-40B4-BE49-F238E27FC236}">
                <a16:creationId xmlns:a16="http://schemas.microsoft.com/office/drawing/2014/main" id="{D26E4975-C160-57DD-47B2-C95CF8458253}"/>
              </a:ext>
            </a:extLst>
          </p:cNvPr>
          <p:cNvSpPr/>
          <p:nvPr/>
        </p:nvSpPr>
        <p:spPr>
          <a:xfrm>
            <a:off x="9933894" y="4641843"/>
            <a:ext cx="421392" cy="421391"/>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sp>
        <p:nvSpPr>
          <p:cNvPr id="751" name="Rectangle 750">
            <a:extLst>
              <a:ext uri="{FF2B5EF4-FFF2-40B4-BE49-F238E27FC236}">
                <a16:creationId xmlns:a16="http://schemas.microsoft.com/office/drawing/2014/main" id="{2B47BD6F-3520-45E2-AC8C-51C4A1CA3441}"/>
              </a:ext>
            </a:extLst>
          </p:cNvPr>
          <p:cNvSpPr/>
          <p:nvPr/>
        </p:nvSpPr>
        <p:spPr>
          <a:xfrm>
            <a:off x="9184710" y="5277247"/>
            <a:ext cx="1418975" cy="37313"/>
          </a:xfrm>
          <a:prstGeom prst="rect">
            <a:avLst/>
          </a:prstGeom>
          <a:solidFill>
            <a:srgbClr val="CCCCCC"/>
          </a:solidFill>
          <a:ln w="735" cap="flat">
            <a:noFill/>
            <a:prstDash val="solid"/>
            <a:miter/>
          </a:ln>
        </p:spPr>
        <p:txBody>
          <a:bodyPr/>
          <a:lstStyle/>
          <a:p>
            <a:endParaRPr lang="en-US"/>
          </a:p>
        </p:txBody>
      </p:sp>
      <p:grpSp>
        <p:nvGrpSpPr>
          <p:cNvPr id="920" name="Group 919">
            <a:extLst>
              <a:ext uri="{FF2B5EF4-FFF2-40B4-BE49-F238E27FC236}">
                <a16:creationId xmlns:a16="http://schemas.microsoft.com/office/drawing/2014/main" id="{7D910866-0710-1139-DD6A-279BA7F12C68}"/>
              </a:ext>
            </a:extLst>
          </p:cNvPr>
          <p:cNvGrpSpPr/>
          <p:nvPr/>
        </p:nvGrpSpPr>
        <p:grpSpPr>
          <a:xfrm>
            <a:off x="9767354" y="4686301"/>
            <a:ext cx="866708" cy="608546"/>
            <a:chOff x="11748515" y="4644169"/>
            <a:chExt cx="1122373" cy="788058"/>
          </a:xfrm>
        </p:grpSpPr>
        <p:grpSp>
          <p:nvGrpSpPr>
            <p:cNvPr id="834" name="Graphic 831">
              <a:extLst>
                <a:ext uri="{FF2B5EF4-FFF2-40B4-BE49-F238E27FC236}">
                  <a16:creationId xmlns:a16="http://schemas.microsoft.com/office/drawing/2014/main" id="{3CF4F30D-BD8C-FE2D-9950-0BF5B136CC08}"/>
                </a:ext>
              </a:extLst>
            </p:cNvPr>
            <p:cNvGrpSpPr/>
            <p:nvPr/>
          </p:nvGrpSpPr>
          <p:grpSpPr>
            <a:xfrm>
              <a:off x="12090433" y="4785747"/>
              <a:ext cx="780455" cy="646480"/>
              <a:chOff x="12090433" y="4785747"/>
              <a:chExt cx="780455" cy="646480"/>
            </a:xfrm>
          </p:grpSpPr>
          <p:sp>
            <p:nvSpPr>
              <p:cNvPr id="835" name="Freeform: Shape 834">
                <a:extLst>
                  <a:ext uri="{FF2B5EF4-FFF2-40B4-BE49-F238E27FC236}">
                    <a16:creationId xmlns:a16="http://schemas.microsoft.com/office/drawing/2014/main" id="{F0937400-AD12-048F-D1CB-FE340D088328}"/>
                  </a:ext>
                </a:extLst>
              </p:cNvPr>
              <p:cNvSpPr/>
              <p:nvPr/>
            </p:nvSpPr>
            <p:spPr>
              <a:xfrm>
                <a:off x="12533170" y="5100557"/>
                <a:ext cx="337718" cy="327828"/>
              </a:xfrm>
              <a:custGeom>
                <a:avLst/>
                <a:gdLst>
                  <a:gd name="csX0" fmla="*/ 134902 w 337718"/>
                  <a:gd name="csY0" fmla="*/ 3363 h 327828"/>
                  <a:gd name="csX1" fmla="*/ 333002 w 337718"/>
                  <a:gd name="csY1" fmla="*/ 35809 h 327828"/>
                  <a:gd name="csX2" fmla="*/ 271527 w 337718"/>
                  <a:gd name="csY2" fmla="*/ 327829 h 327828"/>
                  <a:gd name="csX3" fmla="*/ 0 w 337718"/>
                  <a:gd name="csY3" fmla="*/ 327829 h 327828"/>
                  <a:gd name="csX4" fmla="*/ 8542 w 337718"/>
                  <a:gd name="csY4" fmla="*/ 124611 h 327828"/>
                  <a:gd name="csX5" fmla="*/ 134916 w 337718"/>
                  <a:gd name="csY5" fmla="*/ 3363 h 327828"/>
                </a:gdLst>
                <a:ahLst/>
                <a:cxnLst>
                  <a:cxn ang="0">
                    <a:pos x="csX0" y="csY0"/>
                  </a:cxn>
                  <a:cxn ang="0">
                    <a:pos x="csX1" y="csY1"/>
                  </a:cxn>
                  <a:cxn ang="0">
                    <a:pos x="csX2" y="csY2"/>
                  </a:cxn>
                  <a:cxn ang="0">
                    <a:pos x="csX3" y="csY3"/>
                  </a:cxn>
                  <a:cxn ang="0">
                    <a:pos x="csX4" y="csY4"/>
                  </a:cxn>
                  <a:cxn ang="0">
                    <a:pos x="csX5" y="csY5"/>
                  </a:cxn>
                </a:cxnLst>
                <a:rect l="l" t="t" r="r" b="b"/>
                <a:pathLst>
                  <a:path w="337718" h="327828">
                    <a:moveTo>
                      <a:pt x="134902" y="3363"/>
                    </a:moveTo>
                    <a:cubicBezTo>
                      <a:pt x="134902" y="3363"/>
                      <a:pt x="307382" y="-15423"/>
                      <a:pt x="333002" y="35809"/>
                    </a:cubicBezTo>
                    <a:cubicBezTo>
                      <a:pt x="358621" y="87040"/>
                      <a:pt x="271527" y="327829"/>
                      <a:pt x="271527" y="327829"/>
                    </a:cubicBezTo>
                    <a:lnTo>
                      <a:pt x="0" y="327829"/>
                    </a:lnTo>
                    <a:lnTo>
                      <a:pt x="8542" y="124611"/>
                    </a:lnTo>
                    <a:lnTo>
                      <a:pt x="134916" y="3363"/>
                    </a:lnTo>
                    <a:close/>
                  </a:path>
                </a:pathLst>
              </a:custGeom>
              <a:solidFill>
                <a:srgbClr val="34B4F4"/>
              </a:solidFill>
              <a:ln w="735" cap="flat">
                <a:noFill/>
                <a:prstDash val="solid"/>
                <a:miter/>
              </a:ln>
            </p:spPr>
            <p:txBody>
              <a:bodyPr/>
              <a:lstStyle/>
              <a:p>
                <a:endParaRPr lang="en-US"/>
              </a:p>
            </p:txBody>
          </p:sp>
          <p:grpSp>
            <p:nvGrpSpPr>
              <p:cNvPr id="836" name="Graphic 831">
                <a:extLst>
                  <a:ext uri="{FF2B5EF4-FFF2-40B4-BE49-F238E27FC236}">
                    <a16:creationId xmlns:a16="http://schemas.microsoft.com/office/drawing/2014/main" id="{B2B0DCAB-FF65-F5D2-CDE5-98708B6393E4}"/>
                  </a:ext>
                </a:extLst>
              </p:cNvPr>
              <p:cNvGrpSpPr/>
              <p:nvPr/>
            </p:nvGrpSpPr>
            <p:grpSpPr>
              <a:xfrm>
                <a:off x="12148922" y="4902640"/>
                <a:ext cx="659326" cy="529587"/>
                <a:chOff x="12148922" y="4902640"/>
                <a:chExt cx="659326" cy="529587"/>
              </a:xfrm>
            </p:grpSpPr>
            <p:sp>
              <p:nvSpPr>
                <p:cNvPr id="837" name="Freeform: Shape 836">
                  <a:extLst>
                    <a:ext uri="{FF2B5EF4-FFF2-40B4-BE49-F238E27FC236}">
                      <a16:creationId xmlns:a16="http://schemas.microsoft.com/office/drawing/2014/main" id="{13FAE7CC-D544-FEF0-32D7-212F4C14E8E7}"/>
                    </a:ext>
                  </a:extLst>
                </p:cNvPr>
                <p:cNvSpPr/>
                <p:nvPr/>
              </p:nvSpPr>
              <p:spPr>
                <a:xfrm>
                  <a:off x="12148922" y="4902640"/>
                  <a:ext cx="659326" cy="529587"/>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838" name="Freeform: Shape 837">
                  <a:extLst>
                    <a:ext uri="{FF2B5EF4-FFF2-40B4-BE49-F238E27FC236}">
                      <a16:creationId xmlns:a16="http://schemas.microsoft.com/office/drawing/2014/main" id="{81F0C363-1ADA-0A4D-5ECB-3E9FB9112725}"/>
                    </a:ext>
                  </a:extLst>
                </p:cNvPr>
                <p:cNvSpPr/>
                <p:nvPr/>
              </p:nvSpPr>
              <p:spPr>
                <a:xfrm>
                  <a:off x="12148922" y="4964703"/>
                  <a:ext cx="115784" cy="255340"/>
                </a:xfrm>
                <a:custGeom>
                  <a:avLst/>
                  <a:gdLst>
                    <a:gd name="csX0" fmla="*/ 88854 w 115784"/>
                    <a:gd name="csY0" fmla="*/ 193828 h 255340"/>
                    <a:gd name="csX1" fmla="*/ 0 w 115784"/>
                    <a:gd name="csY1" fmla="*/ 255340 h 255340"/>
                    <a:gd name="csX2" fmla="*/ 25619 w 115784"/>
                    <a:gd name="csY2" fmla="*/ 108472 h 255340"/>
                    <a:gd name="csX3" fmla="*/ 115785 w 115784"/>
                    <a:gd name="csY3" fmla="*/ 0 h 255340"/>
                    <a:gd name="csX4" fmla="*/ 88854 w 115784"/>
                    <a:gd name="csY4" fmla="*/ 193821 h 255340"/>
                  </a:gdLst>
                  <a:ahLst/>
                  <a:cxnLst>
                    <a:cxn ang="0">
                      <a:pos x="csX0" y="csY0"/>
                    </a:cxn>
                    <a:cxn ang="0">
                      <a:pos x="csX1" y="csY1"/>
                    </a:cxn>
                    <a:cxn ang="0">
                      <a:pos x="csX2" y="csY2"/>
                    </a:cxn>
                    <a:cxn ang="0">
                      <a:pos x="csX3" y="csY3"/>
                    </a:cxn>
                    <a:cxn ang="0">
                      <a:pos x="csX4" y="csY4"/>
                    </a:cxn>
                  </a:cxnLst>
                  <a:rect l="l" t="t" r="r" b="b"/>
                  <a:pathLst>
                    <a:path w="115784" h="255340">
                      <a:moveTo>
                        <a:pt x="88854" y="193828"/>
                      </a:moveTo>
                      <a:lnTo>
                        <a:pt x="0" y="255340"/>
                      </a:lnTo>
                      <a:cubicBezTo>
                        <a:pt x="0" y="255340"/>
                        <a:pt x="8019" y="192415"/>
                        <a:pt x="25619" y="108472"/>
                      </a:cubicBezTo>
                      <a:cubicBezTo>
                        <a:pt x="44258" y="19581"/>
                        <a:pt x="85762" y="5317"/>
                        <a:pt x="115785" y="0"/>
                      </a:cubicBezTo>
                      <a:cubicBezTo>
                        <a:pt x="106565" y="64575"/>
                        <a:pt x="97411" y="129158"/>
                        <a:pt x="88854" y="193821"/>
                      </a:cubicBezTo>
                      <a:close/>
                    </a:path>
                  </a:pathLst>
                </a:custGeom>
                <a:solidFill>
                  <a:srgbClr val="084D91"/>
                </a:solidFill>
                <a:ln w="735" cap="flat">
                  <a:noFill/>
                  <a:prstDash val="solid"/>
                  <a:miter/>
                </a:ln>
              </p:spPr>
              <p:txBody>
                <a:bodyPr/>
                <a:lstStyle/>
                <a:p>
                  <a:endParaRPr lang="en-US"/>
                </a:p>
              </p:txBody>
            </p:sp>
            <p:sp>
              <p:nvSpPr>
                <p:cNvPr id="839" name="Freeform: Shape 838">
                  <a:extLst>
                    <a:ext uri="{FF2B5EF4-FFF2-40B4-BE49-F238E27FC236}">
                      <a16:creationId xmlns:a16="http://schemas.microsoft.com/office/drawing/2014/main" id="{28CC2582-8A2F-3474-D2A7-437847136658}"/>
                    </a:ext>
                  </a:extLst>
                </p:cNvPr>
                <p:cNvSpPr/>
                <p:nvPr/>
              </p:nvSpPr>
              <p:spPr>
                <a:xfrm>
                  <a:off x="12618353" y="5255604"/>
                  <a:ext cx="140146" cy="153521"/>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840" name="Freeform: Shape 839">
                  <a:extLst>
                    <a:ext uri="{FF2B5EF4-FFF2-40B4-BE49-F238E27FC236}">
                      <a16:creationId xmlns:a16="http://schemas.microsoft.com/office/drawing/2014/main" id="{7BC6D38F-D58B-A7B5-1B97-123721026A49}"/>
                    </a:ext>
                  </a:extLst>
                </p:cNvPr>
                <p:cNvSpPr/>
                <p:nvPr/>
              </p:nvSpPr>
              <p:spPr>
                <a:xfrm>
                  <a:off x="12564481" y="5103795"/>
                  <a:ext cx="64889" cy="217676"/>
                </a:xfrm>
                <a:custGeom>
                  <a:avLst/>
                  <a:gdLst>
                    <a:gd name="csX0" fmla="*/ 23 w 64889"/>
                    <a:gd name="csY0" fmla="*/ 4131 h 217676"/>
                    <a:gd name="csX1" fmla="*/ 8550 w 64889"/>
                    <a:gd name="csY1" fmla="*/ 3999 h 217676"/>
                    <a:gd name="csX2" fmla="*/ 34089 w 64889"/>
                    <a:gd name="csY2" fmla="*/ 113988 h 217676"/>
                    <a:gd name="csX3" fmla="*/ 53957 w 64889"/>
                    <a:gd name="csY3" fmla="*/ 153982 h 217676"/>
                    <a:gd name="csX4" fmla="*/ 55194 w 64889"/>
                    <a:gd name="csY4" fmla="*/ 179189 h 217676"/>
                    <a:gd name="csX5" fmla="*/ 62521 w 64889"/>
                    <a:gd name="csY5" fmla="*/ 208144 h 217676"/>
                    <a:gd name="csX6" fmla="*/ 57565 w 64889"/>
                    <a:gd name="csY6" fmla="*/ 216929 h 217676"/>
                    <a:gd name="csX7" fmla="*/ 41651 w 64889"/>
                    <a:gd name="csY7" fmla="*/ 178320 h 217676"/>
                    <a:gd name="csX8" fmla="*/ 23853 w 64889"/>
                    <a:gd name="csY8" fmla="*/ 122825 h 217676"/>
                    <a:gd name="csX9" fmla="*/ 37 w 64889"/>
                    <a:gd name="csY9" fmla="*/ 4131 h 2176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889" h="217676">
                      <a:moveTo>
                        <a:pt x="23" y="4131"/>
                      </a:moveTo>
                      <a:cubicBezTo>
                        <a:pt x="-486" y="-1436"/>
                        <a:pt x="7769" y="-1274"/>
                        <a:pt x="8550" y="3999"/>
                      </a:cubicBezTo>
                      <a:cubicBezTo>
                        <a:pt x="13808" y="39788"/>
                        <a:pt x="21165" y="80135"/>
                        <a:pt x="34089" y="113988"/>
                      </a:cubicBezTo>
                      <a:cubicBezTo>
                        <a:pt x="39891" y="129187"/>
                        <a:pt x="49457" y="138385"/>
                        <a:pt x="53957" y="153982"/>
                      </a:cubicBezTo>
                      <a:cubicBezTo>
                        <a:pt x="56365" y="162333"/>
                        <a:pt x="55437" y="170654"/>
                        <a:pt x="55194" y="179189"/>
                      </a:cubicBezTo>
                      <a:cubicBezTo>
                        <a:pt x="54973" y="187112"/>
                        <a:pt x="54840" y="203092"/>
                        <a:pt x="62521" y="208144"/>
                      </a:cubicBezTo>
                      <a:cubicBezTo>
                        <a:pt x="67882" y="211671"/>
                        <a:pt x="63235" y="220243"/>
                        <a:pt x="57565" y="216929"/>
                      </a:cubicBezTo>
                      <a:cubicBezTo>
                        <a:pt x="43647" y="208807"/>
                        <a:pt x="41040" y="192017"/>
                        <a:pt x="41651" y="178320"/>
                      </a:cubicBezTo>
                      <a:cubicBezTo>
                        <a:pt x="42550" y="158268"/>
                        <a:pt x="30974" y="141036"/>
                        <a:pt x="23853" y="122825"/>
                      </a:cubicBezTo>
                      <a:cubicBezTo>
                        <a:pt x="9743" y="86756"/>
                        <a:pt x="3572" y="42756"/>
                        <a:pt x="37" y="4131"/>
                      </a:cubicBezTo>
                      <a:close/>
                    </a:path>
                  </a:pathLst>
                </a:custGeom>
                <a:solidFill>
                  <a:srgbClr val="084D91"/>
                </a:solidFill>
                <a:ln w="735" cap="flat">
                  <a:noFill/>
                  <a:prstDash val="solid"/>
                  <a:miter/>
                </a:ln>
              </p:spPr>
              <p:txBody>
                <a:bodyPr/>
                <a:lstStyle/>
                <a:p>
                  <a:endParaRPr lang="en-US"/>
                </a:p>
              </p:txBody>
            </p:sp>
            <p:sp>
              <p:nvSpPr>
                <p:cNvPr id="841" name="Freeform: Shape 840">
                  <a:extLst>
                    <a:ext uri="{FF2B5EF4-FFF2-40B4-BE49-F238E27FC236}">
                      <a16:creationId xmlns:a16="http://schemas.microsoft.com/office/drawing/2014/main" id="{8C6B05C9-3203-7504-5A3D-FD5007F04DB4}"/>
                    </a:ext>
                  </a:extLst>
                </p:cNvPr>
                <p:cNvSpPr/>
                <p:nvPr/>
              </p:nvSpPr>
              <p:spPr>
                <a:xfrm>
                  <a:off x="12582415" y="4995459"/>
                  <a:ext cx="118007" cy="124672"/>
                </a:xfrm>
                <a:custGeom>
                  <a:avLst/>
                  <a:gdLst>
                    <a:gd name="csX0" fmla="*/ 116806 w 118007"/>
                    <a:gd name="csY0" fmla="*/ 13237 h 124672"/>
                    <a:gd name="csX1" fmla="*/ 51178 w 118007"/>
                    <a:gd name="csY1" fmla="*/ 8141 h 124672"/>
                    <a:gd name="csX2" fmla="*/ 26567 w 118007"/>
                    <a:gd name="csY2" fmla="*/ 35388 h 124672"/>
                    <a:gd name="csX3" fmla="*/ 9541 w 118007"/>
                    <a:gd name="csY3" fmla="*/ 72642 h 124672"/>
                    <a:gd name="csX4" fmla="*/ 219 w 118007"/>
                    <a:gd name="csY4" fmla="*/ 121422 h 124672"/>
                    <a:gd name="csX5" fmla="*/ 6647 w 118007"/>
                    <a:gd name="csY5" fmla="*/ 121709 h 124672"/>
                    <a:gd name="csX6" fmla="*/ 10484 w 118007"/>
                    <a:gd name="csY6" fmla="*/ 95589 h 124672"/>
                    <a:gd name="csX7" fmla="*/ 17892 w 118007"/>
                    <a:gd name="csY7" fmla="*/ 72628 h 124672"/>
                    <a:gd name="csX8" fmla="*/ 38762 w 118007"/>
                    <a:gd name="csY8" fmla="*/ 31617 h 124672"/>
                    <a:gd name="csX9" fmla="*/ 72924 w 118007"/>
                    <a:gd name="csY9" fmla="*/ 9326 h 124672"/>
                    <a:gd name="csX10" fmla="*/ 111460 w 118007"/>
                    <a:gd name="csY10" fmla="*/ 19570 h 124672"/>
                    <a:gd name="csX11" fmla="*/ 116806 w 118007"/>
                    <a:gd name="csY11" fmla="*/ 13244 h 124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8007" h="124672">
                      <a:moveTo>
                        <a:pt x="116806" y="13237"/>
                      </a:moveTo>
                      <a:cubicBezTo>
                        <a:pt x="99250" y="-2412"/>
                        <a:pt x="71068" y="-4282"/>
                        <a:pt x="51178" y="8141"/>
                      </a:cubicBezTo>
                      <a:cubicBezTo>
                        <a:pt x="40595" y="14746"/>
                        <a:pt x="32716" y="24688"/>
                        <a:pt x="26567" y="35388"/>
                      </a:cubicBezTo>
                      <a:cubicBezTo>
                        <a:pt x="19799" y="47170"/>
                        <a:pt x="14232" y="59903"/>
                        <a:pt x="9541" y="72642"/>
                      </a:cubicBezTo>
                      <a:cubicBezTo>
                        <a:pt x="3974" y="87753"/>
                        <a:pt x="-1129" y="105140"/>
                        <a:pt x="219" y="121422"/>
                      </a:cubicBezTo>
                      <a:cubicBezTo>
                        <a:pt x="557" y="125472"/>
                        <a:pt x="6191" y="125928"/>
                        <a:pt x="6647" y="121709"/>
                      </a:cubicBezTo>
                      <a:cubicBezTo>
                        <a:pt x="7619" y="112857"/>
                        <a:pt x="8348" y="104278"/>
                        <a:pt x="10484" y="95589"/>
                      </a:cubicBezTo>
                      <a:cubicBezTo>
                        <a:pt x="12413" y="87768"/>
                        <a:pt x="14947" y="80124"/>
                        <a:pt x="17892" y="72628"/>
                      </a:cubicBezTo>
                      <a:cubicBezTo>
                        <a:pt x="23445" y="58489"/>
                        <a:pt x="29859" y="44011"/>
                        <a:pt x="38762" y="31617"/>
                      </a:cubicBezTo>
                      <a:cubicBezTo>
                        <a:pt x="47127" y="19967"/>
                        <a:pt x="58527" y="11484"/>
                        <a:pt x="72924" y="9326"/>
                      </a:cubicBezTo>
                      <a:cubicBezTo>
                        <a:pt x="86805" y="7250"/>
                        <a:pt x="100259" y="11396"/>
                        <a:pt x="111460" y="19570"/>
                      </a:cubicBezTo>
                      <a:cubicBezTo>
                        <a:pt x="115230" y="22324"/>
                        <a:pt x="120370" y="16418"/>
                        <a:pt x="116806" y="13244"/>
                      </a:cubicBezTo>
                      <a:close/>
                    </a:path>
                  </a:pathLst>
                </a:custGeom>
                <a:solidFill>
                  <a:srgbClr val="084D91"/>
                </a:solidFill>
                <a:ln w="735" cap="flat">
                  <a:noFill/>
                  <a:prstDash val="solid"/>
                  <a:miter/>
                </a:ln>
              </p:spPr>
              <p:txBody>
                <a:bodyPr/>
                <a:lstStyle/>
                <a:p>
                  <a:endParaRPr lang="en-US"/>
                </a:p>
              </p:txBody>
            </p:sp>
            <p:sp>
              <p:nvSpPr>
                <p:cNvPr id="842" name="Freeform: Shape 841">
                  <a:extLst>
                    <a:ext uri="{FF2B5EF4-FFF2-40B4-BE49-F238E27FC236}">
                      <a16:creationId xmlns:a16="http://schemas.microsoft.com/office/drawing/2014/main" id="{CF59D841-D7AC-907A-7A44-F035550D8CF1}"/>
                    </a:ext>
                  </a:extLst>
                </p:cNvPr>
                <p:cNvSpPr/>
                <p:nvPr/>
              </p:nvSpPr>
              <p:spPr>
                <a:xfrm>
                  <a:off x="12354327" y="5043345"/>
                  <a:ext cx="28450" cy="337709"/>
                </a:xfrm>
                <a:custGeom>
                  <a:avLst/>
                  <a:gdLst>
                    <a:gd name="csX0" fmla="*/ 28366 w 28450"/>
                    <a:gd name="csY0" fmla="*/ 4579 h 337709"/>
                    <a:gd name="csX1" fmla="*/ 21304 w 28450"/>
                    <a:gd name="csY1" fmla="*/ 2635 h 337709"/>
                    <a:gd name="csX2" fmla="*/ 8645 w 28450"/>
                    <a:gd name="csY2" fmla="*/ 68742 h 337709"/>
                    <a:gd name="csX3" fmla="*/ 5412 w 28450"/>
                    <a:gd name="csY3" fmla="*/ 134164 h 337709"/>
                    <a:gd name="csX4" fmla="*/ 5854 w 28450"/>
                    <a:gd name="csY4" fmla="*/ 168274 h 337709"/>
                    <a:gd name="csX5" fmla="*/ 7415 w 28450"/>
                    <a:gd name="csY5" fmla="*/ 199063 h 337709"/>
                    <a:gd name="csX6" fmla="*/ 10059 w 28450"/>
                    <a:gd name="csY6" fmla="*/ 214247 h 337709"/>
                    <a:gd name="csX7" fmla="*/ 8159 w 28450"/>
                    <a:gd name="csY7" fmla="*/ 230632 h 337709"/>
                    <a:gd name="csX8" fmla="*/ 1818 w 28450"/>
                    <a:gd name="csY8" fmla="*/ 260714 h 337709"/>
                    <a:gd name="csX9" fmla="*/ 3026 w 28450"/>
                    <a:gd name="csY9" fmla="*/ 333530 h 337709"/>
                    <a:gd name="csX10" fmla="*/ 11745 w 28450"/>
                    <a:gd name="csY10" fmla="*/ 333530 h 337709"/>
                    <a:gd name="csX11" fmla="*/ 9919 w 28450"/>
                    <a:gd name="csY11" fmla="*/ 269514 h 337709"/>
                    <a:gd name="csX12" fmla="*/ 15670 w 28450"/>
                    <a:gd name="csY12" fmla="*/ 238018 h 337709"/>
                    <a:gd name="csX13" fmla="*/ 18490 w 28450"/>
                    <a:gd name="csY13" fmla="*/ 208724 h 337709"/>
                    <a:gd name="csX14" fmla="*/ 15493 w 28450"/>
                    <a:gd name="csY14" fmla="*/ 194107 h 337709"/>
                    <a:gd name="csX15" fmla="*/ 14389 w 28450"/>
                    <a:gd name="csY15" fmla="*/ 177022 h 337709"/>
                    <a:gd name="csX16" fmla="*/ 14492 w 28450"/>
                    <a:gd name="csY16" fmla="*/ 145232 h 337709"/>
                    <a:gd name="csX17" fmla="*/ 15663 w 28450"/>
                    <a:gd name="csY17" fmla="*/ 78978 h 337709"/>
                    <a:gd name="csX18" fmla="*/ 28373 w 28450"/>
                    <a:gd name="csY18" fmla="*/ 4586 h 337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450" h="337709">
                      <a:moveTo>
                        <a:pt x="28366" y="4579"/>
                      </a:moveTo>
                      <a:cubicBezTo>
                        <a:pt x="29293" y="-9"/>
                        <a:pt x="22312" y="-1990"/>
                        <a:pt x="21304" y="2635"/>
                      </a:cubicBezTo>
                      <a:cubicBezTo>
                        <a:pt x="16517" y="24558"/>
                        <a:pt x="11716" y="46502"/>
                        <a:pt x="8645" y="68742"/>
                      </a:cubicBezTo>
                      <a:cubicBezTo>
                        <a:pt x="5633" y="90539"/>
                        <a:pt x="4734" y="112182"/>
                        <a:pt x="5412" y="134164"/>
                      </a:cubicBezTo>
                      <a:cubicBezTo>
                        <a:pt x="5765" y="145534"/>
                        <a:pt x="6200" y="156904"/>
                        <a:pt x="5854" y="168274"/>
                      </a:cubicBezTo>
                      <a:cubicBezTo>
                        <a:pt x="5537" y="178738"/>
                        <a:pt x="5235" y="188753"/>
                        <a:pt x="7415" y="199063"/>
                      </a:cubicBezTo>
                      <a:cubicBezTo>
                        <a:pt x="8475" y="204092"/>
                        <a:pt x="9838" y="209085"/>
                        <a:pt x="10059" y="214247"/>
                      </a:cubicBezTo>
                      <a:cubicBezTo>
                        <a:pt x="10302" y="219800"/>
                        <a:pt x="9388" y="225235"/>
                        <a:pt x="8159" y="230632"/>
                      </a:cubicBezTo>
                      <a:cubicBezTo>
                        <a:pt x="5876" y="240677"/>
                        <a:pt x="3151" y="250464"/>
                        <a:pt x="1818" y="260714"/>
                      </a:cubicBezTo>
                      <a:cubicBezTo>
                        <a:pt x="-1282" y="284581"/>
                        <a:pt x="-111" y="309715"/>
                        <a:pt x="3026" y="333530"/>
                      </a:cubicBezTo>
                      <a:cubicBezTo>
                        <a:pt x="3733" y="338906"/>
                        <a:pt x="11995" y="339296"/>
                        <a:pt x="11745" y="333530"/>
                      </a:cubicBezTo>
                      <a:cubicBezTo>
                        <a:pt x="10824" y="312108"/>
                        <a:pt x="8166" y="291003"/>
                        <a:pt x="9919" y="269514"/>
                      </a:cubicBezTo>
                      <a:cubicBezTo>
                        <a:pt x="10795" y="258770"/>
                        <a:pt x="13034" y="248446"/>
                        <a:pt x="15670" y="238018"/>
                      </a:cubicBezTo>
                      <a:cubicBezTo>
                        <a:pt x="18115" y="228350"/>
                        <a:pt x="19926" y="218703"/>
                        <a:pt x="18490" y="208724"/>
                      </a:cubicBezTo>
                      <a:cubicBezTo>
                        <a:pt x="17776" y="203798"/>
                        <a:pt x="16451" y="198989"/>
                        <a:pt x="15493" y="194107"/>
                      </a:cubicBezTo>
                      <a:cubicBezTo>
                        <a:pt x="14381" y="188451"/>
                        <a:pt x="14256" y="182766"/>
                        <a:pt x="14389" y="177022"/>
                      </a:cubicBezTo>
                      <a:cubicBezTo>
                        <a:pt x="14639" y="166403"/>
                        <a:pt x="14823" y="155851"/>
                        <a:pt x="14492" y="145232"/>
                      </a:cubicBezTo>
                      <a:cubicBezTo>
                        <a:pt x="13792" y="123037"/>
                        <a:pt x="13284" y="101107"/>
                        <a:pt x="15663" y="78978"/>
                      </a:cubicBezTo>
                      <a:cubicBezTo>
                        <a:pt x="18351" y="53955"/>
                        <a:pt x="23388" y="29234"/>
                        <a:pt x="28373" y="4586"/>
                      </a:cubicBezTo>
                      <a:close/>
                    </a:path>
                  </a:pathLst>
                </a:custGeom>
                <a:solidFill>
                  <a:srgbClr val="084D91"/>
                </a:solidFill>
                <a:ln w="735" cap="flat">
                  <a:noFill/>
                  <a:prstDash val="solid"/>
                  <a:miter/>
                </a:ln>
              </p:spPr>
              <p:txBody>
                <a:bodyPr/>
                <a:lstStyle/>
                <a:p>
                  <a:endParaRPr lang="en-US"/>
                </a:p>
              </p:txBody>
            </p:sp>
            <p:sp>
              <p:nvSpPr>
                <p:cNvPr id="843" name="Freeform: Shape 842">
                  <a:extLst>
                    <a:ext uri="{FF2B5EF4-FFF2-40B4-BE49-F238E27FC236}">
                      <a16:creationId xmlns:a16="http://schemas.microsoft.com/office/drawing/2014/main" id="{C05E39F1-BD67-D156-EC3F-FE24D4DABF97}"/>
                    </a:ext>
                  </a:extLst>
                </p:cNvPr>
                <p:cNvSpPr/>
                <p:nvPr/>
              </p:nvSpPr>
              <p:spPr>
                <a:xfrm>
                  <a:off x="12414986" y="5110672"/>
                  <a:ext cx="124937" cy="139091"/>
                </a:xfrm>
                <a:custGeom>
                  <a:avLst/>
                  <a:gdLst>
                    <a:gd name="csX0" fmla="*/ 113515 w 124937"/>
                    <a:gd name="csY0" fmla="*/ 90851 h 139091"/>
                    <a:gd name="csX1" fmla="*/ 107889 w 124937"/>
                    <a:gd name="csY1" fmla="*/ 102125 h 139091"/>
                    <a:gd name="csX2" fmla="*/ 81857 w 124937"/>
                    <a:gd name="csY2" fmla="*/ 125226 h 139091"/>
                    <a:gd name="csX3" fmla="*/ 74596 w 124937"/>
                    <a:gd name="csY3" fmla="*/ 129159 h 139091"/>
                    <a:gd name="csX4" fmla="*/ 63756 w 124937"/>
                    <a:gd name="csY4" fmla="*/ 128113 h 139091"/>
                    <a:gd name="csX5" fmla="*/ 45111 w 124937"/>
                    <a:gd name="csY5" fmla="*/ 120005 h 139091"/>
                    <a:gd name="csX6" fmla="*/ 15330 w 124937"/>
                    <a:gd name="csY6" fmla="*/ 99666 h 139091"/>
                    <a:gd name="csX7" fmla="*/ 9447 w 124937"/>
                    <a:gd name="csY7" fmla="*/ 57477 h 139091"/>
                    <a:gd name="csX8" fmla="*/ 10640 w 124937"/>
                    <a:gd name="csY8" fmla="*/ 9633 h 139091"/>
                    <a:gd name="csX9" fmla="*/ 64191 w 124937"/>
                    <a:gd name="csY9" fmla="*/ 9560 h 139091"/>
                    <a:gd name="csX10" fmla="*/ 92130 w 124937"/>
                    <a:gd name="csY10" fmla="*/ 8941 h 139091"/>
                    <a:gd name="csX11" fmla="*/ 103765 w 124937"/>
                    <a:gd name="csY11" fmla="*/ 8705 h 139091"/>
                    <a:gd name="csX12" fmla="*/ 114914 w 124937"/>
                    <a:gd name="csY12" fmla="*/ 10149 h 139091"/>
                    <a:gd name="csX13" fmla="*/ 116431 w 124937"/>
                    <a:gd name="csY13" fmla="*/ 14987 h 139091"/>
                    <a:gd name="csX14" fmla="*/ 120842 w 124937"/>
                    <a:gd name="csY14" fmla="*/ 17270 h 139091"/>
                    <a:gd name="csX15" fmla="*/ 122794 w 124937"/>
                    <a:gd name="csY15" fmla="*/ 12166 h 139091"/>
                    <a:gd name="csX16" fmla="*/ 105989 w 124937"/>
                    <a:gd name="csY16" fmla="*/ 2424 h 139091"/>
                    <a:gd name="csX17" fmla="*/ 23946 w 124937"/>
                    <a:gd name="csY17" fmla="*/ 900 h 139091"/>
                    <a:gd name="csX18" fmla="*/ 9682 w 124937"/>
                    <a:gd name="csY18" fmla="*/ 53 h 139091"/>
                    <a:gd name="csX19" fmla="*/ 5912 w 124937"/>
                    <a:gd name="csY19" fmla="*/ 1187 h 139091"/>
                    <a:gd name="csX20" fmla="*/ 4498 w 124937"/>
                    <a:gd name="csY20" fmla="*/ 6371 h 139091"/>
                    <a:gd name="csX21" fmla="*/ 3408 w 124937"/>
                    <a:gd name="csY21" fmla="*/ 11636 h 139091"/>
                    <a:gd name="csX22" fmla="*/ 2532 w 124937"/>
                    <a:gd name="csY22" fmla="*/ 26909 h 139091"/>
                    <a:gd name="csX23" fmla="*/ 1133 w 124937"/>
                    <a:gd name="csY23" fmla="*/ 57470 h 139091"/>
                    <a:gd name="csX24" fmla="*/ 4977 w 124937"/>
                    <a:gd name="csY24" fmla="*/ 100336 h 139091"/>
                    <a:gd name="csX25" fmla="*/ 35427 w 124937"/>
                    <a:gd name="csY25" fmla="*/ 125072 h 139091"/>
                    <a:gd name="csX26" fmla="*/ 55118 w 124937"/>
                    <a:gd name="csY26" fmla="*/ 134593 h 139091"/>
                    <a:gd name="csX27" fmla="*/ 75495 w 124937"/>
                    <a:gd name="csY27" fmla="*/ 138592 h 139091"/>
                    <a:gd name="csX28" fmla="*/ 92866 w 124937"/>
                    <a:gd name="csY28" fmla="*/ 129151 h 139091"/>
                    <a:gd name="csX29" fmla="*/ 107528 w 124937"/>
                    <a:gd name="csY29" fmla="*/ 116647 h 139091"/>
                    <a:gd name="csX30" fmla="*/ 120040 w 124937"/>
                    <a:gd name="csY30" fmla="*/ 102464 h 139091"/>
                    <a:gd name="csX31" fmla="*/ 123088 w 124937"/>
                    <a:gd name="csY31" fmla="*/ 80276 h 139091"/>
                    <a:gd name="csX32" fmla="*/ 124937 w 124937"/>
                    <a:gd name="csY32" fmla="*/ 30061 h 139091"/>
                    <a:gd name="csX33" fmla="*/ 120931 w 124937"/>
                    <a:gd name="csY33" fmla="*/ 23640 h 139091"/>
                    <a:gd name="csX34" fmla="*/ 117985 w 124937"/>
                    <a:gd name="csY34" fmla="*/ 29141 h 139091"/>
                    <a:gd name="csX35" fmla="*/ 116917 w 124937"/>
                    <a:gd name="csY35" fmla="*/ 67993 h 139091"/>
                    <a:gd name="csX36" fmla="*/ 113515 w 124937"/>
                    <a:gd name="csY36" fmla="*/ 90829 h 1390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24937" h="139091">
                      <a:moveTo>
                        <a:pt x="113515" y="90851"/>
                      </a:moveTo>
                      <a:cubicBezTo>
                        <a:pt x="112248" y="94990"/>
                        <a:pt x="110466" y="98856"/>
                        <a:pt x="107889" y="102125"/>
                      </a:cubicBezTo>
                      <a:cubicBezTo>
                        <a:pt x="100650" y="111286"/>
                        <a:pt x="91799" y="119129"/>
                        <a:pt x="81857" y="125226"/>
                      </a:cubicBezTo>
                      <a:cubicBezTo>
                        <a:pt x="79560" y="126640"/>
                        <a:pt x="77144" y="128238"/>
                        <a:pt x="74596" y="129159"/>
                      </a:cubicBezTo>
                      <a:cubicBezTo>
                        <a:pt x="70833" y="130514"/>
                        <a:pt x="67357" y="129372"/>
                        <a:pt x="63756" y="128113"/>
                      </a:cubicBezTo>
                      <a:cubicBezTo>
                        <a:pt x="57357" y="125874"/>
                        <a:pt x="51134" y="123098"/>
                        <a:pt x="45111" y="120005"/>
                      </a:cubicBezTo>
                      <a:cubicBezTo>
                        <a:pt x="34735" y="114674"/>
                        <a:pt x="23328" y="108326"/>
                        <a:pt x="15330" y="99666"/>
                      </a:cubicBezTo>
                      <a:cubicBezTo>
                        <a:pt x="5256" y="88760"/>
                        <a:pt x="8990" y="71005"/>
                        <a:pt x="9447" y="57477"/>
                      </a:cubicBezTo>
                      <a:cubicBezTo>
                        <a:pt x="9984" y="41534"/>
                        <a:pt x="10478" y="25584"/>
                        <a:pt x="10640" y="9633"/>
                      </a:cubicBezTo>
                      <a:cubicBezTo>
                        <a:pt x="28453" y="10480"/>
                        <a:pt x="46370" y="9920"/>
                        <a:pt x="64191" y="9560"/>
                      </a:cubicBezTo>
                      <a:cubicBezTo>
                        <a:pt x="73506" y="9375"/>
                        <a:pt x="82822" y="9147"/>
                        <a:pt x="92130" y="8941"/>
                      </a:cubicBezTo>
                      <a:cubicBezTo>
                        <a:pt x="96003" y="8853"/>
                        <a:pt x="99884" y="8757"/>
                        <a:pt x="103765" y="8705"/>
                      </a:cubicBezTo>
                      <a:cubicBezTo>
                        <a:pt x="107668" y="8661"/>
                        <a:pt x="111195" y="10244"/>
                        <a:pt x="114914" y="10149"/>
                      </a:cubicBezTo>
                      <a:cubicBezTo>
                        <a:pt x="114642" y="10149"/>
                        <a:pt x="116166" y="14597"/>
                        <a:pt x="116431" y="14987"/>
                      </a:cubicBezTo>
                      <a:cubicBezTo>
                        <a:pt x="117389" y="16386"/>
                        <a:pt x="119053" y="17542"/>
                        <a:pt x="120842" y="17270"/>
                      </a:cubicBezTo>
                      <a:cubicBezTo>
                        <a:pt x="123508" y="16872"/>
                        <a:pt x="123368" y="14265"/>
                        <a:pt x="122794" y="12166"/>
                      </a:cubicBezTo>
                      <a:cubicBezTo>
                        <a:pt x="120555" y="4007"/>
                        <a:pt x="113559" y="2402"/>
                        <a:pt x="105989" y="2424"/>
                      </a:cubicBezTo>
                      <a:cubicBezTo>
                        <a:pt x="78624" y="2512"/>
                        <a:pt x="51171" y="3668"/>
                        <a:pt x="23946" y="900"/>
                      </a:cubicBezTo>
                      <a:cubicBezTo>
                        <a:pt x="19204" y="421"/>
                        <a:pt x="14447" y="-183"/>
                        <a:pt x="9682" y="53"/>
                      </a:cubicBezTo>
                      <a:cubicBezTo>
                        <a:pt x="8342" y="119"/>
                        <a:pt x="6906" y="296"/>
                        <a:pt x="5912" y="1187"/>
                      </a:cubicBezTo>
                      <a:cubicBezTo>
                        <a:pt x="4439" y="2512"/>
                        <a:pt x="4638" y="4582"/>
                        <a:pt x="4498" y="6371"/>
                      </a:cubicBezTo>
                      <a:cubicBezTo>
                        <a:pt x="4351" y="8256"/>
                        <a:pt x="3600" y="9781"/>
                        <a:pt x="3408" y="11636"/>
                      </a:cubicBezTo>
                      <a:cubicBezTo>
                        <a:pt x="2885" y="16695"/>
                        <a:pt x="2797" y="21835"/>
                        <a:pt x="2532" y="26909"/>
                      </a:cubicBezTo>
                      <a:cubicBezTo>
                        <a:pt x="1994" y="37094"/>
                        <a:pt x="1552" y="47286"/>
                        <a:pt x="1133" y="57470"/>
                      </a:cubicBezTo>
                      <a:cubicBezTo>
                        <a:pt x="558" y="71226"/>
                        <a:pt x="-2579" y="87920"/>
                        <a:pt x="4977" y="100336"/>
                      </a:cubicBezTo>
                      <a:cubicBezTo>
                        <a:pt x="11678" y="111345"/>
                        <a:pt x="24506" y="118886"/>
                        <a:pt x="35427" y="125072"/>
                      </a:cubicBezTo>
                      <a:cubicBezTo>
                        <a:pt x="41782" y="128673"/>
                        <a:pt x="48366" y="131824"/>
                        <a:pt x="55118" y="134593"/>
                      </a:cubicBezTo>
                      <a:cubicBezTo>
                        <a:pt x="61496" y="137208"/>
                        <a:pt x="68477" y="140323"/>
                        <a:pt x="75495" y="138592"/>
                      </a:cubicBezTo>
                      <a:cubicBezTo>
                        <a:pt x="81747" y="137053"/>
                        <a:pt x="87711" y="132841"/>
                        <a:pt x="92866" y="129151"/>
                      </a:cubicBezTo>
                      <a:cubicBezTo>
                        <a:pt x="98095" y="125410"/>
                        <a:pt x="103036" y="121250"/>
                        <a:pt x="107528" y="116647"/>
                      </a:cubicBezTo>
                      <a:cubicBezTo>
                        <a:pt x="111637" y="112450"/>
                        <a:pt x="116925" y="107457"/>
                        <a:pt x="120040" y="102464"/>
                      </a:cubicBezTo>
                      <a:cubicBezTo>
                        <a:pt x="123670" y="96647"/>
                        <a:pt x="122654" y="86904"/>
                        <a:pt x="123088" y="80276"/>
                      </a:cubicBezTo>
                      <a:cubicBezTo>
                        <a:pt x="124186" y="63560"/>
                        <a:pt x="124797" y="46814"/>
                        <a:pt x="124937" y="30061"/>
                      </a:cubicBezTo>
                      <a:cubicBezTo>
                        <a:pt x="124959" y="27167"/>
                        <a:pt x="123788" y="23176"/>
                        <a:pt x="120931" y="23640"/>
                      </a:cubicBezTo>
                      <a:cubicBezTo>
                        <a:pt x="118699" y="24008"/>
                        <a:pt x="118073" y="26880"/>
                        <a:pt x="117985" y="29141"/>
                      </a:cubicBezTo>
                      <a:cubicBezTo>
                        <a:pt x="117492" y="42087"/>
                        <a:pt x="117889" y="55062"/>
                        <a:pt x="116917" y="67993"/>
                      </a:cubicBezTo>
                      <a:cubicBezTo>
                        <a:pt x="116372" y="75210"/>
                        <a:pt x="115769" y="83450"/>
                        <a:pt x="113515" y="90829"/>
                      </a:cubicBezTo>
                      <a:close/>
                    </a:path>
                  </a:pathLst>
                </a:custGeom>
                <a:solidFill>
                  <a:srgbClr val="084D91"/>
                </a:solidFill>
                <a:ln w="735" cap="flat">
                  <a:noFill/>
                  <a:prstDash val="solid"/>
                  <a:miter/>
                </a:ln>
              </p:spPr>
              <p:txBody>
                <a:bodyPr/>
                <a:lstStyle/>
                <a:p>
                  <a:endParaRPr lang="en-US"/>
                </a:p>
              </p:txBody>
            </p:sp>
          </p:grpSp>
          <p:sp>
            <p:nvSpPr>
              <p:cNvPr id="844" name="Freeform: Shape 843">
                <a:extLst>
                  <a:ext uri="{FF2B5EF4-FFF2-40B4-BE49-F238E27FC236}">
                    <a16:creationId xmlns:a16="http://schemas.microsoft.com/office/drawing/2014/main" id="{8E109410-7328-68C3-6E52-4C47B27C9050}"/>
                  </a:ext>
                </a:extLst>
              </p:cNvPr>
              <p:cNvSpPr/>
              <p:nvPr/>
            </p:nvSpPr>
            <p:spPr>
              <a:xfrm>
                <a:off x="12454932" y="5302693"/>
                <a:ext cx="236491" cy="112948"/>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grpSp>
            <p:nvGrpSpPr>
              <p:cNvPr id="845" name="Graphic 831">
                <a:extLst>
                  <a:ext uri="{FF2B5EF4-FFF2-40B4-BE49-F238E27FC236}">
                    <a16:creationId xmlns:a16="http://schemas.microsoft.com/office/drawing/2014/main" id="{FB7FAE44-BEB1-0BD9-FEEC-8F1DC377EF67}"/>
                  </a:ext>
                </a:extLst>
              </p:cNvPr>
              <p:cNvGrpSpPr/>
              <p:nvPr/>
            </p:nvGrpSpPr>
            <p:grpSpPr>
              <a:xfrm>
                <a:off x="12090433" y="4785747"/>
                <a:ext cx="218568" cy="621594"/>
                <a:chOff x="12090433" y="4785747"/>
                <a:chExt cx="218568" cy="621594"/>
              </a:xfrm>
            </p:grpSpPr>
            <p:sp>
              <p:nvSpPr>
                <p:cNvPr id="846" name="Freeform: Shape 845">
                  <a:extLst>
                    <a:ext uri="{FF2B5EF4-FFF2-40B4-BE49-F238E27FC236}">
                      <a16:creationId xmlns:a16="http://schemas.microsoft.com/office/drawing/2014/main" id="{B043E2F5-6504-7149-F319-5EF1B64830CF}"/>
                    </a:ext>
                  </a:extLst>
                </p:cNvPr>
                <p:cNvSpPr/>
                <p:nvPr/>
              </p:nvSpPr>
              <p:spPr>
                <a:xfrm>
                  <a:off x="12090433" y="5158038"/>
                  <a:ext cx="169926" cy="249302"/>
                </a:xfrm>
                <a:custGeom>
                  <a:avLst/>
                  <a:gdLst>
                    <a:gd name="csX0" fmla="*/ 48607 w 169926"/>
                    <a:gd name="csY0" fmla="*/ 0 h 249302"/>
                    <a:gd name="csX1" fmla="*/ 24821 w 169926"/>
                    <a:gd name="csY1" fmla="*/ 12313 h 249302"/>
                    <a:gd name="csX2" fmla="*/ 14040 w 169926"/>
                    <a:gd name="csY2" fmla="*/ 30833 h 249302"/>
                    <a:gd name="csX3" fmla="*/ 12715 w 169926"/>
                    <a:gd name="csY3" fmla="*/ 41290 h 249302"/>
                    <a:gd name="csX4" fmla="*/ 4621 w 169926"/>
                    <a:gd name="csY4" fmla="*/ 49096 h 249302"/>
                    <a:gd name="csX5" fmla="*/ 1912 w 169926"/>
                    <a:gd name="csY5" fmla="*/ 72823 h 249302"/>
                    <a:gd name="csX6" fmla="*/ 9835 w 169926"/>
                    <a:gd name="csY6" fmla="*/ 98560 h 249302"/>
                    <a:gd name="csX7" fmla="*/ 6772 w 169926"/>
                    <a:gd name="csY7" fmla="*/ 113008 h 249302"/>
                    <a:gd name="csX8" fmla="*/ 28407 w 169926"/>
                    <a:gd name="csY8" fmla="*/ 233196 h 249302"/>
                    <a:gd name="csX9" fmla="*/ 159296 w 169926"/>
                    <a:gd name="csY9" fmla="*/ 176891 h 249302"/>
                    <a:gd name="csX10" fmla="*/ 153058 w 169926"/>
                    <a:gd name="csY10" fmla="*/ 94186 h 249302"/>
                    <a:gd name="csX11" fmla="*/ 169870 w 169926"/>
                    <a:gd name="csY11" fmla="*/ 53249 h 249302"/>
                    <a:gd name="csX12" fmla="*/ 153368 w 169926"/>
                    <a:gd name="csY12" fmla="*/ 15582 h 249302"/>
                    <a:gd name="csX13" fmla="*/ 48607 w 169926"/>
                    <a:gd name="csY13" fmla="*/ 7 h 24930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169926" h="249302">
                      <a:moveTo>
                        <a:pt x="48607" y="0"/>
                      </a:moveTo>
                      <a:cubicBezTo>
                        <a:pt x="40786" y="2364"/>
                        <a:pt x="31220" y="7173"/>
                        <a:pt x="24821" y="12313"/>
                      </a:cubicBezTo>
                      <a:cubicBezTo>
                        <a:pt x="19092" y="16915"/>
                        <a:pt x="14622" y="23506"/>
                        <a:pt x="14040" y="30833"/>
                      </a:cubicBezTo>
                      <a:cubicBezTo>
                        <a:pt x="13760" y="34368"/>
                        <a:pt x="14335" y="38131"/>
                        <a:pt x="12715" y="41290"/>
                      </a:cubicBezTo>
                      <a:cubicBezTo>
                        <a:pt x="10991" y="44648"/>
                        <a:pt x="7250" y="46393"/>
                        <a:pt x="4621" y="49096"/>
                      </a:cubicBezTo>
                      <a:cubicBezTo>
                        <a:pt x="-1233" y="55098"/>
                        <a:pt x="-791" y="64884"/>
                        <a:pt x="1912" y="72823"/>
                      </a:cubicBezTo>
                      <a:cubicBezTo>
                        <a:pt x="4717" y="81071"/>
                        <a:pt x="10955" y="89679"/>
                        <a:pt x="9835" y="98560"/>
                      </a:cubicBezTo>
                      <a:cubicBezTo>
                        <a:pt x="9231" y="103376"/>
                        <a:pt x="7663" y="108222"/>
                        <a:pt x="6772" y="113008"/>
                      </a:cubicBezTo>
                      <a:cubicBezTo>
                        <a:pt x="-401" y="151397"/>
                        <a:pt x="-4385" y="204823"/>
                        <a:pt x="28407" y="233196"/>
                      </a:cubicBezTo>
                      <a:cubicBezTo>
                        <a:pt x="76686" y="274973"/>
                        <a:pt x="159899" y="228071"/>
                        <a:pt x="159296" y="176891"/>
                      </a:cubicBezTo>
                      <a:cubicBezTo>
                        <a:pt x="158817" y="136676"/>
                        <a:pt x="153058" y="94186"/>
                        <a:pt x="153058" y="94186"/>
                      </a:cubicBezTo>
                      <a:cubicBezTo>
                        <a:pt x="153058" y="94186"/>
                        <a:pt x="171056" y="80614"/>
                        <a:pt x="169870" y="53249"/>
                      </a:cubicBezTo>
                      <a:cubicBezTo>
                        <a:pt x="168685" y="25885"/>
                        <a:pt x="164738" y="20568"/>
                        <a:pt x="153368" y="15582"/>
                      </a:cubicBezTo>
                      <a:cubicBezTo>
                        <a:pt x="141997" y="10589"/>
                        <a:pt x="48607" y="7"/>
                        <a:pt x="48607" y="7"/>
                      </a:cubicBezTo>
                      <a:close/>
                    </a:path>
                  </a:pathLst>
                </a:custGeom>
                <a:solidFill>
                  <a:srgbClr val="0863AA"/>
                </a:solidFill>
                <a:ln w="735" cap="flat">
                  <a:noFill/>
                  <a:prstDash val="solid"/>
                  <a:miter/>
                </a:ln>
              </p:spPr>
              <p:txBody>
                <a:bodyPr/>
                <a:lstStyle/>
                <a:p>
                  <a:endParaRPr lang="en-US"/>
                </a:p>
              </p:txBody>
            </p:sp>
            <p:sp>
              <p:nvSpPr>
                <p:cNvPr id="847" name="Freeform: Shape 846">
                  <a:extLst>
                    <a:ext uri="{FF2B5EF4-FFF2-40B4-BE49-F238E27FC236}">
                      <a16:creationId xmlns:a16="http://schemas.microsoft.com/office/drawing/2014/main" id="{73CFC2CB-1816-C90C-6C90-5F7F1E6B5267}"/>
                    </a:ext>
                  </a:extLst>
                </p:cNvPr>
                <p:cNvSpPr/>
                <p:nvPr/>
              </p:nvSpPr>
              <p:spPr>
                <a:xfrm>
                  <a:off x="12228579" y="4831392"/>
                  <a:ext cx="48153" cy="91085"/>
                </a:xfrm>
                <a:custGeom>
                  <a:avLst/>
                  <a:gdLst>
                    <a:gd name="csX0" fmla="*/ 36106 w 48153"/>
                    <a:gd name="csY0" fmla="*/ 0 h 91085"/>
                    <a:gd name="csX1" fmla="*/ 6466 w 48153"/>
                    <a:gd name="csY1" fmla="*/ 25354 h 91085"/>
                    <a:gd name="csX2" fmla="*/ 0 w 48153"/>
                    <a:gd name="csY2" fmla="*/ 53249 h 91085"/>
                    <a:gd name="csX3" fmla="*/ 2857 w 48153"/>
                    <a:gd name="csY3" fmla="*/ 83803 h 91085"/>
                    <a:gd name="csX4" fmla="*/ 34751 w 48153"/>
                    <a:gd name="csY4" fmla="*/ 91086 h 91085"/>
                    <a:gd name="csX5" fmla="*/ 48153 w 48153"/>
                    <a:gd name="csY5" fmla="*/ 48934 h 91085"/>
                    <a:gd name="csX6" fmla="*/ 36106 w 48153"/>
                    <a:gd name="csY6" fmla="*/ 0 h 9108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8153" h="91085">
                      <a:moveTo>
                        <a:pt x="36106" y="0"/>
                      </a:moveTo>
                      <a:lnTo>
                        <a:pt x="6466" y="25354"/>
                      </a:lnTo>
                      <a:lnTo>
                        <a:pt x="0" y="53249"/>
                      </a:lnTo>
                      <a:lnTo>
                        <a:pt x="2857" y="83803"/>
                      </a:lnTo>
                      <a:lnTo>
                        <a:pt x="34751" y="91086"/>
                      </a:lnTo>
                      <a:lnTo>
                        <a:pt x="48153" y="48934"/>
                      </a:lnTo>
                      <a:lnTo>
                        <a:pt x="36106" y="0"/>
                      </a:lnTo>
                      <a:close/>
                    </a:path>
                  </a:pathLst>
                </a:custGeom>
                <a:solidFill>
                  <a:srgbClr val="512820"/>
                </a:solidFill>
                <a:ln w="735" cap="flat">
                  <a:noFill/>
                  <a:prstDash val="solid"/>
                  <a:miter/>
                </a:ln>
              </p:spPr>
              <p:txBody>
                <a:bodyPr/>
                <a:lstStyle/>
                <a:p>
                  <a:endParaRPr lang="en-US"/>
                </a:p>
              </p:txBody>
            </p:sp>
            <p:sp>
              <p:nvSpPr>
                <p:cNvPr id="848" name="Freeform: Shape 847">
                  <a:extLst>
                    <a:ext uri="{FF2B5EF4-FFF2-40B4-BE49-F238E27FC236}">
                      <a16:creationId xmlns:a16="http://schemas.microsoft.com/office/drawing/2014/main" id="{3F203F20-930F-29B9-28F9-3D01420FBD86}"/>
                    </a:ext>
                  </a:extLst>
                </p:cNvPr>
                <p:cNvSpPr/>
                <p:nvPr/>
              </p:nvSpPr>
              <p:spPr>
                <a:xfrm>
                  <a:off x="12219852" y="4884656"/>
                  <a:ext cx="89148" cy="140056"/>
                </a:xfrm>
                <a:custGeom>
                  <a:avLst/>
                  <a:gdLst>
                    <a:gd name="csX0" fmla="*/ 89149 w 89148"/>
                    <a:gd name="csY0" fmla="*/ 14912 h 140056"/>
                    <a:gd name="csX1" fmla="*/ 83214 w 89148"/>
                    <a:gd name="csY1" fmla="*/ 55053 h 140056"/>
                    <a:gd name="csX2" fmla="*/ 73574 w 89148"/>
                    <a:gd name="csY2" fmla="*/ 100504 h 140056"/>
                    <a:gd name="csX3" fmla="*/ 49089 w 89148"/>
                    <a:gd name="csY3" fmla="*/ 140056 h 140056"/>
                    <a:gd name="csX4" fmla="*/ 11039 w 89148"/>
                    <a:gd name="csY4" fmla="*/ 124135 h 140056"/>
                    <a:gd name="csX5" fmla="*/ 0 w 89148"/>
                    <a:gd name="csY5" fmla="*/ 46379 h 140056"/>
                    <a:gd name="csX6" fmla="*/ 11584 w 89148"/>
                    <a:gd name="csY6" fmla="*/ 30539 h 140056"/>
                    <a:gd name="csX7" fmla="*/ 73765 w 89148"/>
                    <a:gd name="csY7" fmla="*/ 14043 h 140056"/>
                    <a:gd name="csX8" fmla="*/ 79296 w 89148"/>
                    <a:gd name="csY8" fmla="*/ 0 h 140056"/>
                    <a:gd name="csX9" fmla="*/ 89149 w 89148"/>
                    <a:gd name="csY9" fmla="*/ 14912 h 1400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9148" h="140056">
                      <a:moveTo>
                        <a:pt x="89149" y="14912"/>
                      </a:moveTo>
                      <a:cubicBezTo>
                        <a:pt x="89149" y="14912"/>
                        <a:pt x="88744" y="41010"/>
                        <a:pt x="83214" y="55053"/>
                      </a:cubicBezTo>
                      <a:cubicBezTo>
                        <a:pt x="77683" y="69097"/>
                        <a:pt x="78972" y="83398"/>
                        <a:pt x="73574" y="100504"/>
                      </a:cubicBezTo>
                      <a:cubicBezTo>
                        <a:pt x="68176" y="117611"/>
                        <a:pt x="49089" y="140056"/>
                        <a:pt x="49089" y="140056"/>
                      </a:cubicBezTo>
                      <a:lnTo>
                        <a:pt x="11039" y="124135"/>
                      </a:lnTo>
                      <a:lnTo>
                        <a:pt x="0" y="46379"/>
                      </a:lnTo>
                      <a:lnTo>
                        <a:pt x="11584" y="30539"/>
                      </a:lnTo>
                      <a:lnTo>
                        <a:pt x="73765" y="14043"/>
                      </a:lnTo>
                      <a:lnTo>
                        <a:pt x="79296" y="0"/>
                      </a:lnTo>
                      <a:lnTo>
                        <a:pt x="89149" y="14912"/>
                      </a:lnTo>
                      <a:close/>
                    </a:path>
                  </a:pathLst>
                </a:custGeom>
                <a:solidFill>
                  <a:srgbClr val="A26552"/>
                </a:solidFill>
                <a:ln w="735" cap="flat">
                  <a:noFill/>
                  <a:prstDash val="solid"/>
                  <a:miter/>
                </a:ln>
              </p:spPr>
              <p:txBody>
                <a:bodyPr/>
                <a:lstStyle/>
                <a:p>
                  <a:endParaRPr lang="en-US"/>
                </a:p>
              </p:txBody>
            </p:sp>
            <p:sp>
              <p:nvSpPr>
                <p:cNvPr id="849" name="Freeform: Shape 848">
                  <a:extLst>
                    <a:ext uri="{FF2B5EF4-FFF2-40B4-BE49-F238E27FC236}">
                      <a16:creationId xmlns:a16="http://schemas.microsoft.com/office/drawing/2014/main" id="{351546F7-955E-8AB5-AF83-663A818A39FB}"/>
                    </a:ext>
                  </a:extLst>
                </p:cNvPr>
                <p:cNvSpPr/>
                <p:nvPr/>
              </p:nvSpPr>
              <p:spPr>
                <a:xfrm>
                  <a:off x="12249664" y="4785747"/>
                  <a:ext cx="57246" cy="174838"/>
                </a:xfrm>
                <a:custGeom>
                  <a:avLst/>
                  <a:gdLst>
                    <a:gd name="csX0" fmla="*/ 57246 w 57246"/>
                    <a:gd name="csY0" fmla="*/ 29968 h 174838"/>
                    <a:gd name="csX1" fmla="*/ 11309 w 57246"/>
                    <a:gd name="csY1" fmla="*/ 526 h 174838"/>
                    <a:gd name="csX2" fmla="*/ 13 w 57246"/>
                    <a:gd name="csY2" fmla="*/ 121760 h 174838"/>
                    <a:gd name="csX3" fmla="*/ 38689 w 57246"/>
                    <a:gd name="csY3" fmla="*/ 174671 h 174838"/>
                    <a:gd name="csX4" fmla="*/ 46657 w 57246"/>
                    <a:gd name="csY4" fmla="*/ 167712 h 174838"/>
                    <a:gd name="csX5" fmla="*/ 57239 w 57246"/>
                    <a:gd name="csY5" fmla="*/ 29968 h 174838"/>
                  </a:gdLst>
                  <a:ahLst/>
                  <a:cxnLst>
                    <a:cxn ang="0">
                      <a:pos x="csX0" y="csY0"/>
                    </a:cxn>
                    <a:cxn ang="0">
                      <a:pos x="csX1" y="csY1"/>
                    </a:cxn>
                    <a:cxn ang="0">
                      <a:pos x="csX2" y="csY2"/>
                    </a:cxn>
                    <a:cxn ang="0">
                      <a:pos x="csX3" y="csY3"/>
                    </a:cxn>
                    <a:cxn ang="0">
                      <a:pos x="csX4" y="csY4"/>
                    </a:cxn>
                    <a:cxn ang="0">
                      <a:pos x="csX5" y="csY5"/>
                    </a:cxn>
                  </a:cxnLst>
                  <a:rect l="l" t="t" r="r" b="b"/>
                  <a:pathLst>
                    <a:path w="57246" h="174838">
                      <a:moveTo>
                        <a:pt x="57246" y="29968"/>
                      </a:moveTo>
                      <a:cubicBezTo>
                        <a:pt x="57246" y="29968"/>
                        <a:pt x="16052" y="-4643"/>
                        <a:pt x="11309" y="526"/>
                      </a:cubicBezTo>
                      <a:cubicBezTo>
                        <a:pt x="6574" y="5696"/>
                        <a:pt x="-340" y="113505"/>
                        <a:pt x="13" y="121760"/>
                      </a:cubicBezTo>
                      <a:cubicBezTo>
                        <a:pt x="366" y="130015"/>
                        <a:pt x="30368" y="173375"/>
                        <a:pt x="38689" y="174671"/>
                      </a:cubicBezTo>
                      <a:cubicBezTo>
                        <a:pt x="47018" y="175967"/>
                        <a:pt x="46730" y="169361"/>
                        <a:pt x="46657" y="167712"/>
                      </a:cubicBezTo>
                      <a:cubicBezTo>
                        <a:pt x="46583" y="166062"/>
                        <a:pt x="57239" y="29968"/>
                        <a:pt x="57239" y="29968"/>
                      </a:cubicBezTo>
                      <a:close/>
                    </a:path>
                  </a:pathLst>
                </a:custGeom>
                <a:solidFill>
                  <a:srgbClr val="1A1A1A"/>
                </a:solidFill>
                <a:ln w="735" cap="flat">
                  <a:noFill/>
                  <a:prstDash val="solid"/>
                  <a:miter/>
                </a:ln>
              </p:spPr>
              <p:txBody>
                <a:bodyPr/>
                <a:lstStyle/>
                <a:p>
                  <a:endParaRPr lang="en-US"/>
                </a:p>
              </p:txBody>
            </p:sp>
            <p:sp>
              <p:nvSpPr>
                <p:cNvPr id="850" name="Freeform: Shape 849">
                  <a:extLst>
                    <a:ext uri="{FF2B5EF4-FFF2-40B4-BE49-F238E27FC236}">
                      <a16:creationId xmlns:a16="http://schemas.microsoft.com/office/drawing/2014/main" id="{7CC16052-3139-9A4F-45F3-3696E6669931}"/>
                    </a:ext>
                  </a:extLst>
                </p:cNvPr>
                <p:cNvSpPr/>
                <p:nvPr/>
              </p:nvSpPr>
              <p:spPr>
                <a:xfrm>
                  <a:off x="12249671" y="4785752"/>
                  <a:ext cx="46369" cy="174839"/>
                </a:xfrm>
                <a:custGeom>
                  <a:avLst/>
                  <a:gdLst>
                    <a:gd name="csX0" fmla="*/ 11309 w 46369"/>
                    <a:gd name="csY0" fmla="*/ 521 h 174839"/>
                    <a:gd name="csX1" fmla="*/ 16346 w 46369"/>
                    <a:gd name="csY1" fmla="*/ 919 h 174839"/>
                    <a:gd name="csX2" fmla="*/ 8408 w 46369"/>
                    <a:gd name="csY2" fmla="*/ 124708 h 174839"/>
                    <a:gd name="csX3" fmla="*/ 46370 w 46369"/>
                    <a:gd name="csY3" fmla="*/ 170954 h 174839"/>
                    <a:gd name="csX4" fmla="*/ 38689 w 46369"/>
                    <a:gd name="csY4" fmla="*/ 174673 h 174839"/>
                    <a:gd name="csX5" fmla="*/ 13 w 46369"/>
                    <a:gd name="csY5" fmla="*/ 121762 h 174839"/>
                    <a:gd name="csX6" fmla="*/ 11309 w 46369"/>
                    <a:gd name="csY6" fmla="*/ 529 h 17483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6369" h="174839">
                      <a:moveTo>
                        <a:pt x="11309" y="521"/>
                      </a:moveTo>
                      <a:cubicBezTo>
                        <a:pt x="12097" y="-340"/>
                        <a:pt x="13909" y="-83"/>
                        <a:pt x="16346" y="919"/>
                      </a:cubicBezTo>
                      <a:cubicBezTo>
                        <a:pt x="16089" y="17495"/>
                        <a:pt x="6692" y="120223"/>
                        <a:pt x="8408" y="124708"/>
                      </a:cubicBezTo>
                      <a:cubicBezTo>
                        <a:pt x="10234" y="129495"/>
                        <a:pt x="39020" y="169651"/>
                        <a:pt x="46370" y="170954"/>
                      </a:cubicBezTo>
                      <a:cubicBezTo>
                        <a:pt x="45744" y="173185"/>
                        <a:pt x="43910" y="175483"/>
                        <a:pt x="38689" y="174673"/>
                      </a:cubicBezTo>
                      <a:cubicBezTo>
                        <a:pt x="30360" y="173377"/>
                        <a:pt x="367" y="130018"/>
                        <a:pt x="13" y="121762"/>
                      </a:cubicBezTo>
                      <a:cubicBezTo>
                        <a:pt x="-340" y="113507"/>
                        <a:pt x="6567" y="5691"/>
                        <a:pt x="11309" y="529"/>
                      </a:cubicBezTo>
                      <a:close/>
                    </a:path>
                  </a:pathLst>
                </a:custGeom>
                <a:solidFill>
                  <a:srgbClr val="21B4F5"/>
                </a:solidFill>
                <a:ln w="735" cap="flat">
                  <a:noFill/>
                  <a:prstDash val="solid"/>
                  <a:miter/>
                </a:ln>
              </p:spPr>
              <p:txBody>
                <a:bodyPr/>
                <a:lstStyle/>
                <a:p>
                  <a:endParaRPr lang="en-US"/>
                </a:p>
              </p:txBody>
            </p:sp>
            <p:sp>
              <p:nvSpPr>
                <p:cNvPr id="851" name="Freeform: Shape 850">
                  <a:extLst>
                    <a:ext uri="{FF2B5EF4-FFF2-40B4-BE49-F238E27FC236}">
                      <a16:creationId xmlns:a16="http://schemas.microsoft.com/office/drawing/2014/main" id="{0C9E1925-3052-C3C4-DB4F-D747E4403237}"/>
                    </a:ext>
                  </a:extLst>
                </p:cNvPr>
                <p:cNvSpPr/>
                <p:nvPr/>
              </p:nvSpPr>
              <p:spPr>
                <a:xfrm>
                  <a:off x="12215959" y="4830830"/>
                  <a:ext cx="50012" cy="88954"/>
                </a:xfrm>
                <a:custGeom>
                  <a:avLst/>
                  <a:gdLst>
                    <a:gd name="csX0" fmla="*/ 23135 w 50012"/>
                    <a:gd name="csY0" fmla="*/ 47140 h 88954"/>
                    <a:gd name="csX1" fmla="*/ 36597 w 50012"/>
                    <a:gd name="csY1" fmla="*/ 25916 h 88954"/>
                    <a:gd name="csX2" fmla="*/ 48262 w 50012"/>
                    <a:gd name="csY2" fmla="*/ 1777 h 88954"/>
                    <a:gd name="csX3" fmla="*/ 12038 w 50012"/>
                    <a:gd name="csY3" fmla="*/ 26609 h 88954"/>
                    <a:gd name="csX4" fmla="*/ 4851 w 50012"/>
                    <a:gd name="csY4" fmla="*/ 84924 h 88954"/>
                    <a:gd name="csX5" fmla="*/ 23135 w 50012"/>
                    <a:gd name="csY5" fmla="*/ 47147 h 88954"/>
                  </a:gdLst>
                  <a:ahLst/>
                  <a:cxnLst>
                    <a:cxn ang="0">
                      <a:pos x="csX0" y="csY0"/>
                    </a:cxn>
                    <a:cxn ang="0">
                      <a:pos x="csX1" y="csY1"/>
                    </a:cxn>
                    <a:cxn ang="0">
                      <a:pos x="csX2" y="csY2"/>
                    </a:cxn>
                    <a:cxn ang="0">
                      <a:pos x="csX3" y="csY3"/>
                    </a:cxn>
                    <a:cxn ang="0">
                      <a:pos x="csX4" y="csY4"/>
                    </a:cxn>
                    <a:cxn ang="0">
                      <a:pos x="csX5" y="csY5"/>
                    </a:cxn>
                  </a:cxnLst>
                  <a:rect l="l" t="t" r="r" b="b"/>
                  <a:pathLst>
                    <a:path w="50012" h="88954">
                      <a:moveTo>
                        <a:pt x="23135" y="47140"/>
                      </a:moveTo>
                      <a:cubicBezTo>
                        <a:pt x="23135" y="47140"/>
                        <a:pt x="33688" y="27713"/>
                        <a:pt x="36597" y="25916"/>
                      </a:cubicBezTo>
                      <a:cubicBezTo>
                        <a:pt x="39513" y="24112"/>
                        <a:pt x="55191" y="10378"/>
                        <a:pt x="48262" y="1777"/>
                      </a:cubicBezTo>
                      <a:cubicBezTo>
                        <a:pt x="41325" y="-6824"/>
                        <a:pt x="20506" y="18140"/>
                        <a:pt x="12038" y="26609"/>
                      </a:cubicBezTo>
                      <a:cubicBezTo>
                        <a:pt x="3569" y="35070"/>
                        <a:pt x="-6004" y="65483"/>
                        <a:pt x="4851" y="84924"/>
                      </a:cubicBezTo>
                      <a:cubicBezTo>
                        <a:pt x="15705" y="104365"/>
                        <a:pt x="23135" y="47147"/>
                        <a:pt x="23135" y="47147"/>
                      </a:cubicBezTo>
                      <a:close/>
                    </a:path>
                  </a:pathLst>
                </a:custGeom>
                <a:solidFill>
                  <a:srgbClr val="A26552"/>
                </a:solidFill>
                <a:ln w="735" cap="flat">
                  <a:noFill/>
                  <a:prstDash val="solid"/>
                  <a:miter/>
                </a:ln>
              </p:spPr>
              <p:txBody>
                <a:bodyPr/>
                <a:lstStyle/>
                <a:p>
                  <a:endParaRPr lang="en-US"/>
                </a:p>
              </p:txBody>
            </p:sp>
            <p:sp>
              <p:nvSpPr>
                <p:cNvPr id="852" name="Freeform: Shape 851">
                  <a:extLst>
                    <a:ext uri="{FF2B5EF4-FFF2-40B4-BE49-F238E27FC236}">
                      <a16:creationId xmlns:a16="http://schemas.microsoft.com/office/drawing/2014/main" id="{B0638183-D1EE-F9BD-39AD-B25D34D2D21F}"/>
                    </a:ext>
                  </a:extLst>
                </p:cNvPr>
                <p:cNvSpPr/>
                <p:nvPr/>
              </p:nvSpPr>
              <p:spPr>
                <a:xfrm>
                  <a:off x="12198805" y="4868334"/>
                  <a:ext cx="83661" cy="165958"/>
                </a:xfrm>
                <a:custGeom>
                  <a:avLst/>
                  <a:gdLst>
                    <a:gd name="csX0" fmla="*/ 12571 w 83661"/>
                    <a:gd name="csY0" fmla="*/ 150517 h 165958"/>
                    <a:gd name="csX1" fmla="*/ 75 w 83661"/>
                    <a:gd name="csY1" fmla="*/ 74358 h 165958"/>
                    <a:gd name="csX2" fmla="*/ 12660 w 83661"/>
                    <a:gd name="csY2" fmla="*/ 46198 h 165958"/>
                    <a:gd name="csX3" fmla="*/ 24913 w 83661"/>
                    <a:gd name="csY3" fmla="*/ 10387 h 165958"/>
                    <a:gd name="csX4" fmla="*/ 65990 w 83661"/>
                    <a:gd name="csY4" fmla="*/ 2470 h 165958"/>
                    <a:gd name="csX5" fmla="*/ 83561 w 83661"/>
                    <a:gd name="csY5" fmla="*/ 18583 h 165958"/>
                    <a:gd name="csX6" fmla="*/ 66115 w 83661"/>
                    <a:gd name="csY6" fmla="*/ 23171 h 165958"/>
                    <a:gd name="csX7" fmla="*/ 54399 w 83661"/>
                    <a:gd name="csY7" fmla="*/ 18310 h 165958"/>
                    <a:gd name="csX8" fmla="*/ 43147 w 83661"/>
                    <a:gd name="csY8" fmla="*/ 24165 h 165958"/>
                    <a:gd name="csX9" fmla="*/ 39016 w 83661"/>
                    <a:gd name="csY9" fmla="*/ 35078 h 165958"/>
                    <a:gd name="csX10" fmla="*/ 78553 w 83661"/>
                    <a:gd name="csY10" fmla="*/ 62517 h 165958"/>
                    <a:gd name="csX11" fmla="*/ 58847 w 83661"/>
                    <a:gd name="csY11" fmla="*/ 67973 h 165958"/>
                    <a:gd name="csX12" fmla="*/ 40076 w 83661"/>
                    <a:gd name="csY12" fmla="*/ 59578 h 165958"/>
                    <a:gd name="csX13" fmla="*/ 34612 w 83661"/>
                    <a:gd name="csY13" fmla="*/ 75153 h 165958"/>
                    <a:gd name="csX14" fmla="*/ 61034 w 83661"/>
                    <a:gd name="csY14" fmla="*/ 118498 h 165958"/>
                    <a:gd name="csX15" fmla="*/ 72006 w 83661"/>
                    <a:gd name="csY15" fmla="*/ 151673 h 165958"/>
                    <a:gd name="csX16" fmla="*/ 27807 w 83661"/>
                    <a:gd name="csY16" fmla="*/ 165959 h 165958"/>
                    <a:gd name="csX17" fmla="*/ 12564 w 83661"/>
                    <a:gd name="csY17" fmla="*/ 150509 h 1659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83661" h="165958">
                      <a:moveTo>
                        <a:pt x="12571" y="150517"/>
                      </a:moveTo>
                      <a:cubicBezTo>
                        <a:pt x="12571" y="150517"/>
                        <a:pt x="-1126" y="82075"/>
                        <a:pt x="75" y="74358"/>
                      </a:cubicBezTo>
                      <a:cubicBezTo>
                        <a:pt x="1275" y="66633"/>
                        <a:pt x="12925" y="52325"/>
                        <a:pt x="12660" y="46198"/>
                      </a:cubicBezTo>
                      <a:cubicBezTo>
                        <a:pt x="12395" y="40071"/>
                        <a:pt x="20524" y="15173"/>
                        <a:pt x="24913" y="10387"/>
                      </a:cubicBezTo>
                      <a:cubicBezTo>
                        <a:pt x="29310" y="5593"/>
                        <a:pt x="54944" y="-4717"/>
                        <a:pt x="65990" y="2470"/>
                      </a:cubicBezTo>
                      <a:cubicBezTo>
                        <a:pt x="71439" y="6020"/>
                        <a:pt x="84960" y="15453"/>
                        <a:pt x="83561" y="18583"/>
                      </a:cubicBezTo>
                      <a:cubicBezTo>
                        <a:pt x="82161" y="21713"/>
                        <a:pt x="73906" y="25903"/>
                        <a:pt x="66115" y="23171"/>
                      </a:cubicBezTo>
                      <a:cubicBezTo>
                        <a:pt x="58324" y="20439"/>
                        <a:pt x="57462" y="18178"/>
                        <a:pt x="54399" y="18310"/>
                      </a:cubicBezTo>
                      <a:cubicBezTo>
                        <a:pt x="51336" y="18443"/>
                        <a:pt x="44612" y="22567"/>
                        <a:pt x="43147" y="24165"/>
                      </a:cubicBezTo>
                      <a:cubicBezTo>
                        <a:pt x="41681" y="25763"/>
                        <a:pt x="39016" y="35078"/>
                        <a:pt x="39016" y="35078"/>
                      </a:cubicBezTo>
                      <a:cubicBezTo>
                        <a:pt x="39016" y="35078"/>
                        <a:pt x="81285" y="54725"/>
                        <a:pt x="78553" y="62517"/>
                      </a:cubicBezTo>
                      <a:cubicBezTo>
                        <a:pt x="75821" y="70308"/>
                        <a:pt x="61977" y="69372"/>
                        <a:pt x="58847" y="67973"/>
                      </a:cubicBezTo>
                      <a:cubicBezTo>
                        <a:pt x="55717" y="66574"/>
                        <a:pt x="40076" y="59578"/>
                        <a:pt x="40076" y="59578"/>
                      </a:cubicBezTo>
                      <a:cubicBezTo>
                        <a:pt x="40076" y="59578"/>
                        <a:pt x="37609" y="73489"/>
                        <a:pt x="34612" y="75153"/>
                      </a:cubicBezTo>
                      <a:cubicBezTo>
                        <a:pt x="34612" y="75153"/>
                        <a:pt x="55710" y="101855"/>
                        <a:pt x="61034" y="118498"/>
                      </a:cubicBezTo>
                      <a:cubicBezTo>
                        <a:pt x="66358" y="135141"/>
                        <a:pt x="72006" y="151673"/>
                        <a:pt x="72006" y="151673"/>
                      </a:cubicBezTo>
                      <a:lnTo>
                        <a:pt x="27807" y="165959"/>
                      </a:lnTo>
                      <a:lnTo>
                        <a:pt x="12564" y="150509"/>
                      </a:lnTo>
                      <a:close/>
                    </a:path>
                  </a:pathLst>
                </a:custGeom>
                <a:solidFill>
                  <a:srgbClr val="A26552"/>
                </a:solidFill>
                <a:ln w="735" cap="flat">
                  <a:noFill/>
                  <a:prstDash val="solid"/>
                  <a:miter/>
                </a:ln>
              </p:spPr>
              <p:txBody>
                <a:bodyPr/>
                <a:lstStyle/>
                <a:p>
                  <a:endParaRPr lang="en-US"/>
                </a:p>
              </p:txBody>
            </p:sp>
            <p:sp>
              <p:nvSpPr>
                <p:cNvPr id="853" name="Freeform: Shape 852">
                  <a:extLst>
                    <a:ext uri="{FF2B5EF4-FFF2-40B4-BE49-F238E27FC236}">
                      <a16:creationId xmlns:a16="http://schemas.microsoft.com/office/drawing/2014/main" id="{8C659840-2C6C-2AAC-9C09-82926D142284}"/>
                    </a:ext>
                  </a:extLst>
                </p:cNvPr>
                <p:cNvSpPr/>
                <p:nvPr/>
              </p:nvSpPr>
              <p:spPr>
                <a:xfrm>
                  <a:off x="12210605" y="4901199"/>
                  <a:ext cx="70756" cy="85620"/>
                </a:xfrm>
                <a:custGeom>
                  <a:avLst/>
                  <a:gdLst>
                    <a:gd name="csX0" fmla="*/ 3386 w 70756"/>
                    <a:gd name="csY0" fmla="*/ 14843 h 85620"/>
                    <a:gd name="csX1" fmla="*/ 35611 w 70756"/>
                    <a:gd name="csY1" fmla="*/ 910 h 85620"/>
                    <a:gd name="csX2" fmla="*/ 67644 w 70756"/>
                    <a:gd name="csY2" fmla="*/ 20521 h 85620"/>
                    <a:gd name="csX3" fmla="*/ 60170 w 70756"/>
                    <a:gd name="csY3" fmla="*/ 36670 h 85620"/>
                    <a:gd name="csX4" fmla="*/ 30677 w 70756"/>
                    <a:gd name="csY4" fmla="*/ 28739 h 85620"/>
                    <a:gd name="csX5" fmla="*/ 28357 w 70756"/>
                    <a:gd name="csY5" fmla="*/ 42451 h 85620"/>
                    <a:gd name="csX6" fmla="*/ 37871 w 70756"/>
                    <a:gd name="csY6" fmla="*/ 54277 h 85620"/>
                    <a:gd name="csX7" fmla="*/ 50884 w 70756"/>
                    <a:gd name="csY7" fmla="*/ 83431 h 85620"/>
                    <a:gd name="csX8" fmla="*/ 47599 w 70756"/>
                    <a:gd name="csY8" fmla="*/ 84492 h 85620"/>
                    <a:gd name="csX9" fmla="*/ 27312 w 70756"/>
                    <a:gd name="csY9" fmla="*/ 51781 h 85620"/>
                    <a:gd name="csX10" fmla="*/ 20662 w 70756"/>
                    <a:gd name="csY10" fmla="*/ 41501 h 85620"/>
                    <a:gd name="csX11" fmla="*/ 25323 w 70756"/>
                    <a:gd name="csY11" fmla="*/ 24026 h 85620"/>
                    <a:gd name="csX12" fmla="*/ 30588 w 70756"/>
                    <a:gd name="csY12" fmla="*/ 21611 h 85620"/>
                    <a:gd name="csX13" fmla="*/ 63786 w 70756"/>
                    <a:gd name="csY13" fmla="*/ 28783 h 85620"/>
                    <a:gd name="csX14" fmla="*/ 36671 w 70756"/>
                    <a:gd name="csY14" fmla="*/ 7663 h 85620"/>
                    <a:gd name="csX15" fmla="*/ 4107 w 70756"/>
                    <a:gd name="csY15" fmla="*/ 17605 h 85620"/>
                    <a:gd name="csX16" fmla="*/ 3378 w 70756"/>
                    <a:gd name="csY16" fmla="*/ 14836 h 856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70756" h="85620">
                      <a:moveTo>
                        <a:pt x="3386" y="14843"/>
                      </a:moveTo>
                      <a:cubicBezTo>
                        <a:pt x="14800" y="11618"/>
                        <a:pt x="22105" y="-3876"/>
                        <a:pt x="35611" y="910"/>
                      </a:cubicBezTo>
                      <a:cubicBezTo>
                        <a:pt x="46694" y="4835"/>
                        <a:pt x="59662" y="11919"/>
                        <a:pt x="67644" y="20521"/>
                      </a:cubicBezTo>
                      <a:cubicBezTo>
                        <a:pt x="73550" y="26883"/>
                        <a:pt x="71046" y="34475"/>
                        <a:pt x="60170" y="36670"/>
                      </a:cubicBezTo>
                      <a:cubicBezTo>
                        <a:pt x="49757" y="38769"/>
                        <a:pt x="39735" y="33960"/>
                        <a:pt x="30677" y="28739"/>
                      </a:cubicBezTo>
                      <a:cubicBezTo>
                        <a:pt x="29035" y="33054"/>
                        <a:pt x="27245" y="39814"/>
                        <a:pt x="28357" y="42451"/>
                      </a:cubicBezTo>
                      <a:cubicBezTo>
                        <a:pt x="30021" y="46413"/>
                        <a:pt x="35382" y="50632"/>
                        <a:pt x="37871" y="54277"/>
                      </a:cubicBezTo>
                      <a:cubicBezTo>
                        <a:pt x="44079" y="63379"/>
                        <a:pt x="47327" y="73137"/>
                        <a:pt x="50884" y="83431"/>
                      </a:cubicBezTo>
                      <a:cubicBezTo>
                        <a:pt x="51613" y="85545"/>
                        <a:pt x="48380" y="86554"/>
                        <a:pt x="47599" y="84492"/>
                      </a:cubicBezTo>
                      <a:cubicBezTo>
                        <a:pt x="43174" y="72768"/>
                        <a:pt x="35147" y="61487"/>
                        <a:pt x="27312" y="51781"/>
                      </a:cubicBezTo>
                      <a:cubicBezTo>
                        <a:pt x="24822" y="48703"/>
                        <a:pt x="20780" y="45735"/>
                        <a:pt x="20662" y="41501"/>
                      </a:cubicBezTo>
                      <a:cubicBezTo>
                        <a:pt x="20514" y="36154"/>
                        <a:pt x="23909" y="29195"/>
                        <a:pt x="25323" y="24026"/>
                      </a:cubicBezTo>
                      <a:cubicBezTo>
                        <a:pt x="25979" y="21633"/>
                        <a:pt x="28379" y="20646"/>
                        <a:pt x="30588" y="21611"/>
                      </a:cubicBezTo>
                      <a:cubicBezTo>
                        <a:pt x="38799" y="25204"/>
                        <a:pt x="54941" y="36493"/>
                        <a:pt x="63786" y="28783"/>
                      </a:cubicBezTo>
                      <a:cubicBezTo>
                        <a:pt x="65685" y="22612"/>
                        <a:pt x="44529" y="11514"/>
                        <a:pt x="36671" y="7663"/>
                      </a:cubicBezTo>
                      <a:cubicBezTo>
                        <a:pt x="24616" y="1757"/>
                        <a:pt x="14800" y="14585"/>
                        <a:pt x="4107" y="17605"/>
                      </a:cubicBezTo>
                      <a:cubicBezTo>
                        <a:pt x="-849" y="19004"/>
                        <a:pt x="-1592" y="16235"/>
                        <a:pt x="3378" y="14836"/>
                      </a:cubicBezTo>
                      <a:close/>
                    </a:path>
                  </a:pathLst>
                </a:custGeom>
                <a:solidFill>
                  <a:srgbClr val="512820"/>
                </a:solidFill>
                <a:ln w="735" cap="flat">
                  <a:noFill/>
                  <a:prstDash val="solid"/>
                  <a:miter/>
                </a:ln>
              </p:spPr>
              <p:txBody>
                <a:bodyPr/>
                <a:lstStyle/>
                <a:p>
                  <a:endParaRPr lang="en-US"/>
                </a:p>
              </p:txBody>
            </p:sp>
            <p:sp>
              <p:nvSpPr>
                <p:cNvPr id="854" name="Freeform: Shape 853">
                  <a:extLst>
                    <a:ext uri="{FF2B5EF4-FFF2-40B4-BE49-F238E27FC236}">
                      <a16:creationId xmlns:a16="http://schemas.microsoft.com/office/drawing/2014/main" id="{A4E1C99A-3C3B-A6EB-91E9-BD684779434F}"/>
                    </a:ext>
                  </a:extLst>
                </p:cNvPr>
                <p:cNvSpPr/>
                <p:nvPr/>
              </p:nvSpPr>
              <p:spPr>
                <a:xfrm>
                  <a:off x="12102159" y="5169699"/>
                  <a:ext cx="166704" cy="190164"/>
                </a:xfrm>
                <a:custGeom>
                  <a:avLst/>
                  <a:gdLst>
                    <a:gd name="csX0" fmla="*/ 154918 w 166704"/>
                    <a:gd name="csY0" fmla="*/ 9762 h 190164"/>
                    <a:gd name="csX1" fmla="*/ 148916 w 166704"/>
                    <a:gd name="csY1" fmla="*/ 2236 h 190164"/>
                    <a:gd name="csX2" fmla="*/ 146611 w 166704"/>
                    <a:gd name="csY2" fmla="*/ 321 h 190164"/>
                    <a:gd name="csX3" fmla="*/ 143739 w 166704"/>
                    <a:gd name="csY3" fmla="*/ 454 h 190164"/>
                    <a:gd name="csX4" fmla="*/ 142694 w 166704"/>
                    <a:gd name="csY4" fmla="*/ 2869 h 190164"/>
                    <a:gd name="csX5" fmla="*/ 144601 w 166704"/>
                    <a:gd name="csY5" fmla="*/ 8127 h 190164"/>
                    <a:gd name="csX6" fmla="*/ 153504 w 166704"/>
                    <a:gd name="csY6" fmla="*/ 58644 h 190164"/>
                    <a:gd name="csX7" fmla="*/ 141832 w 166704"/>
                    <a:gd name="csY7" fmla="*/ 77003 h 190164"/>
                    <a:gd name="csX8" fmla="*/ 130079 w 166704"/>
                    <a:gd name="csY8" fmla="*/ 97077 h 190164"/>
                    <a:gd name="csX9" fmla="*/ 96256 w 166704"/>
                    <a:gd name="csY9" fmla="*/ 120539 h 190164"/>
                    <a:gd name="csX10" fmla="*/ 48758 w 166704"/>
                    <a:gd name="csY10" fmla="*/ 121783 h 190164"/>
                    <a:gd name="csX11" fmla="*/ 11157 w 166704"/>
                    <a:gd name="csY11" fmla="*/ 90530 h 190164"/>
                    <a:gd name="csX12" fmla="*/ 4235 w 166704"/>
                    <a:gd name="csY12" fmla="*/ 86598 h 190164"/>
                    <a:gd name="csX13" fmla="*/ 303 w 166704"/>
                    <a:gd name="csY13" fmla="*/ 93520 h 190164"/>
                    <a:gd name="csX14" fmla="*/ 35304 w 166704"/>
                    <a:gd name="csY14" fmla="*/ 127925 h 190164"/>
                    <a:gd name="csX15" fmla="*/ 62161 w 166704"/>
                    <a:gd name="csY15" fmla="*/ 135988 h 190164"/>
                    <a:gd name="csX16" fmla="*/ 90254 w 166704"/>
                    <a:gd name="csY16" fmla="*/ 133183 h 190164"/>
                    <a:gd name="csX17" fmla="*/ 134336 w 166704"/>
                    <a:gd name="csY17" fmla="*/ 111061 h 190164"/>
                    <a:gd name="csX18" fmla="*/ 140838 w 166704"/>
                    <a:gd name="csY18" fmla="*/ 100693 h 190164"/>
                    <a:gd name="csX19" fmla="*/ 141869 w 166704"/>
                    <a:gd name="csY19" fmla="*/ 98432 h 190164"/>
                    <a:gd name="csX20" fmla="*/ 141633 w 166704"/>
                    <a:gd name="csY20" fmla="*/ 107276 h 190164"/>
                    <a:gd name="csX21" fmla="*/ 144248 w 166704"/>
                    <a:gd name="csY21" fmla="*/ 133897 h 190164"/>
                    <a:gd name="csX22" fmla="*/ 141346 w 166704"/>
                    <a:gd name="csY22" fmla="*/ 145451 h 190164"/>
                    <a:gd name="csX23" fmla="*/ 144196 w 166704"/>
                    <a:gd name="csY23" fmla="*/ 157889 h 190164"/>
                    <a:gd name="csX24" fmla="*/ 141081 w 166704"/>
                    <a:gd name="csY24" fmla="*/ 185084 h 190164"/>
                    <a:gd name="csX25" fmla="*/ 148467 w 166704"/>
                    <a:gd name="csY25" fmla="*/ 188199 h 190164"/>
                    <a:gd name="csX26" fmla="*/ 155691 w 166704"/>
                    <a:gd name="csY26" fmla="*/ 162919 h 190164"/>
                    <a:gd name="csX27" fmla="*/ 152930 w 166704"/>
                    <a:gd name="csY27" fmla="*/ 150363 h 190164"/>
                    <a:gd name="csX28" fmla="*/ 154756 w 166704"/>
                    <a:gd name="csY28" fmla="*/ 137579 h 190164"/>
                    <a:gd name="csX29" fmla="*/ 153718 w 166704"/>
                    <a:gd name="csY29" fmla="*/ 112453 h 190164"/>
                    <a:gd name="csX30" fmla="*/ 157135 w 166704"/>
                    <a:gd name="csY30" fmla="*/ 82437 h 190164"/>
                    <a:gd name="csX31" fmla="*/ 155846 w 166704"/>
                    <a:gd name="csY31" fmla="*/ 77334 h 190164"/>
                    <a:gd name="csX32" fmla="*/ 162370 w 166704"/>
                    <a:gd name="csY32" fmla="*/ 66693 h 190164"/>
                    <a:gd name="csX33" fmla="*/ 154925 w 166704"/>
                    <a:gd name="csY33" fmla="*/ 9754 h 1901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166704" h="190164">
                      <a:moveTo>
                        <a:pt x="154918" y="9762"/>
                      </a:moveTo>
                      <a:cubicBezTo>
                        <a:pt x="153099" y="7147"/>
                        <a:pt x="151089" y="4629"/>
                        <a:pt x="148916" y="2236"/>
                      </a:cubicBezTo>
                      <a:cubicBezTo>
                        <a:pt x="148239" y="1492"/>
                        <a:pt x="147517" y="748"/>
                        <a:pt x="146611" y="321"/>
                      </a:cubicBezTo>
                      <a:cubicBezTo>
                        <a:pt x="145698" y="-106"/>
                        <a:pt x="144542" y="-150"/>
                        <a:pt x="143739" y="454"/>
                      </a:cubicBezTo>
                      <a:cubicBezTo>
                        <a:pt x="143010" y="999"/>
                        <a:pt x="142708" y="1963"/>
                        <a:pt x="142694" y="2869"/>
                      </a:cubicBezTo>
                      <a:cubicBezTo>
                        <a:pt x="142657" y="4754"/>
                        <a:pt x="143644" y="6499"/>
                        <a:pt x="144601" y="8127"/>
                      </a:cubicBezTo>
                      <a:cubicBezTo>
                        <a:pt x="153394" y="23135"/>
                        <a:pt x="159079" y="41412"/>
                        <a:pt x="153504" y="58644"/>
                      </a:cubicBezTo>
                      <a:cubicBezTo>
                        <a:pt x="151155" y="65905"/>
                        <a:pt x="146862" y="71421"/>
                        <a:pt x="141832" y="77003"/>
                      </a:cubicBezTo>
                      <a:cubicBezTo>
                        <a:pt x="136339" y="83100"/>
                        <a:pt x="133879" y="89971"/>
                        <a:pt x="130079" y="97077"/>
                      </a:cubicBezTo>
                      <a:cubicBezTo>
                        <a:pt x="122892" y="110516"/>
                        <a:pt x="110697" y="117166"/>
                        <a:pt x="96256" y="120539"/>
                      </a:cubicBezTo>
                      <a:cubicBezTo>
                        <a:pt x="81005" y="124103"/>
                        <a:pt x="63840" y="127395"/>
                        <a:pt x="48758" y="121783"/>
                      </a:cubicBezTo>
                      <a:cubicBezTo>
                        <a:pt x="34310" y="116407"/>
                        <a:pt x="17351" y="105244"/>
                        <a:pt x="11157" y="90530"/>
                      </a:cubicBezTo>
                      <a:cubicBezTo>
                        <a:pt x="9972" y="87710"/>
                        <a:pt x="7446" y="85751"/>
                        <a:pt x="4235" y="86598"/>
                      </a:cubicBezTo>
                      <a:cubicBezTo>
                        <a:pt x="1584" y="87298"/>
                        <a:pt x="-875" y="90722"/>
                        <a:pt x="303" y="93520"/>
                      </a:cubicBezTo>
                      <a:cubicBezTo>
                        <a:pt x="6923" y="109242"/>
                        <a:pt x="20554" y="120060"/>
                        <a:pt x="35304" y="127925"/>
                      </a:cubicBezTo>
                      <a:cubicBezTo>
                        <a:pt x="43677" y="132387"/>
                        <a:pt x="52624" y="135480"/>
                        <a:pt x="62161" y="135988"/>
                      </a:cubicBezTo>
                      <a:cubicBezTo>
                        <a:pt x="71528" y="136482"/>
                        <a:pt x="81049" y="134766"/>
                        <a:pt x="90254" y="133183"/>
                      </a:cubicBezTo>
                      <a:cubicBezTo>
                        <a:pt x="106956" y="130303"/>
                        <a:pt x="123518" y="124891"/>
                        <a:pt x="134336" y="111061"/>
                      </a:cubicBezTo>
                      <a:cubicBezTo>
                        <a:pt x="136861" y="107828"/>
                        <a:pt x="139049" y="104389"/>
                        <a:pt x="140838" y="100693"/>
                      </a:cubicBezTo>
                      <a:cubicBezTo>
                        <a:pt x="141199" y="99949"/>
                        <a:pt x="141538" y="99190"/>
                        <a:pt x="141869" y="98432"/>
                      </a:cubicBezTo>
                      <a:cubicBezTo>
                        <a:pt x="141530" y="101392"/>
                        <a:pt x="141434" y="104360"/>
                        <a:pt x="141633" y="107276"/>
                      </a:cubicBezTo>
                      <a:cubicBezTo>
                        <a:pt x="142259" y="116201"/>
                        <a:pt x="146987" y="124994"/>
                        <a:pt x="144248" y="133897"/>
                      </a:cubicBezTo>
                      <a:cubicBezTo>
                        <a:pt x="143069" y="137734"/>
                        <a:pt x="141552" y="141386"/>
                        <a:pt x="141346" y="145451"/>
                      </a:cubicBezTo>
                      <a:cubicBezTo>
                        <a:pt x="141125" y="149848"/>
                        <a:pt x="142753" y="153831"/>
                        <a:pt x="144196" y="157889"/>
                      </a:cubicBezTo>
                      <a:cubicBezTo>
                        <a:pt x="147561" y="167322"/>
                        <a:pt x="144454" y="176108"/>
                        <a:pt x="141081" y="185084"/>
                      </a:cubicBezTo>
                      <a:cubicBezTo>
                        <a:pt x="139483" y="189341"/>
                        <a:pt x="146471" y="192308"/>
                        <a:pt x="148467" y="188199"/>
                      </a:cubicBezTo>
                      <a:cubicBezTo>
                        <a:pt x="152289" y="180327"/>
                        <a:pt x="156229" y="171895"/>
                        <a:pt x="155691" y="162919"/>
                      </a:cubicBezTo>
                      <a:cubicBezTo>
                        <a:pt x="155426" y="158537"/>
                        <a:pt x="153917" y="154590"/>
                        <a:pt x="152930" y="150363"/>
                      </a:cubicBezTo>
                      <a:cubicBezTo>
                        <a:pt x="151825" y="145643"/>
                        <a:pt x="153313" y="142020"/>
                        <a:pt x="154756" y="137579"/>
                      </a:cubicBezTo>
                      <a:cubicBezTo>
                        <a:pt x="157576" y="128912"/>
                        <a:pt x="155559" y="121069"/>
                        <a:pt x="153718" y="112453"/>
                      </a:cubicBezTo>
                      <a:cubicBezTo>
                        <a:pt x="151472" y="101945"/>
                        <a:pt x="154719" y="92555"/>
                        <a:pt x="157135" y="82437"/>
                      </a:cubicBezTo>
                      <a:cubicBezTo>
                        <a:pt x="157657" y="80235"/>
                        <a:pt x="157024" y="78490"/>
                        <a:pt x="155846" y="77334"/>
                      </a:cubicBezTo>
                      <a:cubicBezTo>
                        <a:pt x="158364" y="74131"/>
                        <a:pt x="160662" y="70758"/>
                        <a:pt x="162370" y="66693"/>
                      </a:cubicBezTo>
                      <a:cubicBezTo>
                        <a:pt x="170633" y="47046"/>
                        <a:pt x="166494" y="26368"/>
                        <a:pt x="154925" y="9754"/>
                      </a:cubicBezTo>
                      <a:close/>
                    </a:path>
                  </a:pathLst>
                </a:custGeom>
                <a:solidFill>
                  <a:srgbClr val="084D91"/>
                </a:solidFill>
                <a:ln w="735" cap="flat">
                  <a:noFill/>
                  <a:prstDash val="solid"/>
                  <a:miter/>
                </a:ln>
              </p:spPr>
              <p:txBody>
                <a:bodyPr/>
                <a:lstStyle/>
                <a:p>
                  <a:endParaRPr lang="en-US"/>
                </a:p>
              </p:txBody>
            </p:sp>
            <p:sp>
              <p:nvSpPr>
                <p:cNvPr id="855" name="Freeform: Shape 854">
                  <a:extLst>
                    <a:ext uri="{FF2B5EF4-FFF2-40B4-BE49-F238E27FC236}">
                      <a16:creationId xmlns:a16="http://schemas.microsoft.com/office/drawing/2014/main" id="{FFD2B338-9C88-830E-EF77-B6B8A7DB465D}"/>
                    </a:ext>
                  </a:extLst>
                </p:cNvPr>
                <p:cNvSpPr/>
                <p:nvPr/>
              </p:nvSpPr>
              <p:spPr>
                <a:xfrm>
                  <a:off x="12131643" y="4950078"/>
                  <a:ext cx="141068" cy="301513"/>
                </a:xfrm>
                <a:custGeom>
                  <a:avLst/>
                  <a:gdLst>
                    <a:gd name="csX0" fmla="*/ 141061 w 141068"/>
                    <a:gd name="csY0" fmla="*/ 55805 h 301513"/>
                    <a:gd name="csX1" fmla="*/ 113961 w 141068"/>
                    <a:gd name="csY1" fmla="*/ 237534 h 301513"/>
                    <a:gd name="csX2" fmla="*/ 21351 w 141068"/>
                    <a:gd name="csY2" fmla="*/ 300541 h 301513"/>
                    <a:gd name="csX3" fmla="*/ 857 w 141068"/>
                    <a:gd name="csY3" fmla="*/ 223690 h 301513"/>
                    <a:gd name="csX4" fmla="*/ 73054 w 141068"/>
                    <a:gd name="csY4" fmla="*/ 67212 h 301513"/>
                    <a:gd name="csX5" fmla="*/ 71957 w 141068"/>
                    <a:gd name="csY5" fmla="*/ 2305 h 301513"/>
                    <a:gd name="csX6" fmla="*/ 141068 w 141068"/>
                    <a:gd name="csY6" fmla="*/ 55798 h 30151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1068" h="301513">
                      <a:moveTo>
                        <a:pt x="141061" y="55805"/>
                      </a:moveTo>
                      <a:cubicBezTo>
                        <a:pt x="141061" y="55805"/>
                        <a:pt x="120339" y="227004"/>
                        <a:pt x="113961" y="237534"/>
                      </a:cubicBezTo>
                      <a:cubicBezTo>
                        <a:pt x="107584" y="248065"/>
                        <a:pt x="40557" y="309967"/>
                        <a:pt x="21351" y="300541"/>
                      </a:cubicBezTo>
                      <a:cubicBezTo>
                        <a:pt x="2138" y="291115"/>
                        <a:pt x="-2111" y="234081"/>
                        <a:pt x="857" y="223690"/>
                      </a:cubicBezTo>
                      <a:cubicBezTo>
                        <a:pt x="3825" y="213307"/>
                        <a:pt x="69490" y="103266"/>
                        <a:pt x="73054" y="67212"/>
                      </a:cubicBezTo>
                      <a:cubicBezTo>
                        <a:pt x="76626" y="31165"/>
                        <a:pt x="65793" y="17954"/>
                        <a:pt x="71957" y="2305"/>
                      </a:cubicBezTo>
                      <a:cubicBezTo>
                        <a:pt x="78121" y="-13343"/>
                        <a:pt x="141068" y="55798"/>
                        <a:pt x="141068" y="55798"/>
                      </a:cubicBezTo>
                      <a:close/>
                    </a:path>
                  </a:pathLst>
                </a:custGeom>
                <a:solidFill>
                  <a:srgbClr val="A26552"/>
                </a:solidFill>
                <a:ln w="735" cap="flat">
                  <a:noFill/>
                  <a:prstDash val="solid"/>
                  <a:miter/>
                </a:ln>
              </p:spPr>
              <p:txBody>
                <a:bodyPr/>
                <a:lstStyle/>
                <a:p>
                  <a:endParaRPr lang="en-US"/>
                </a:p>
              </p:txBody>
            </p:sp>
          </p:grpSp>
          <p:grpSp>
            <p:nvGrpSpPr>
              <p:cNvPr id="856" name="Graphic 831">
                <a:extLst>
                  <a:ext uri="{FF2B5EF4-FFF2-40B4-BE49-F238E27FC236}">
                    <a16:creationId xmlns:a16="http://schemas.microsoft.com/office/drawing/2014/main" id="{54E58EEC-B25D-7023-683C-6E64DA27AC20}"/>
                  </a:ext>
                </a:extLst>
              </p:cNvPr>
              <p:cNvGrpSpPr/>
              <p:nvPr/>
            </p:nvGrpSpPr>
            <p:grpSpPr>
              <a:xfrm>
                <a:off x="12209160" y="5260938"/>
                <a:ext cx="380921" cy="149077"/>
                <a:chOff x="12209160" y="5260938"/>
                <a:chExt cx="380921" cy="149077"/>
              </a:xfrm>
            </p:grpSpPr>
            <p:sp>
              <p:nvSpPr>
                <p:cNvPr id="857" name="Freeform: Shape 856">
                  <a:extLst>
                    <a:ext uri="{FF2B5EF4-FFF2-40B4-BE49-F238E27FC236}">
                      <a16:creationId xmlns:a16="http://schemas.microsoft.com/office/drawing/2014/main" id="{A8315BCC-F78C-7E77-7152-FBEEFDD068E9}"/>
                    </a:ext>
                  </a:extLst>
                </p:cNvPr>
                <p:cNvSpPr/>
                <p:nvPr/>
              </p:nvSpPr>
              <p:spPr>
                <a:xfrm>
                  <a:off x="12224528" y="5386063"/>
                  <a:ext cx="365552" cy="23952"/>
                </a:xfrm>
                <a:custGeom>
                  <a:avLst/>
                  <a:gdLst>
                    <a:gd name="csX0" fmla="*/ 364777 w 365552"/>
                    <a:gd name="csY0" fmla="*/ 776 h 23952"/>
                    <a:gd name="csX1" fmla="*/ 1745 w 365552"/>
                    <a:gd name="csY1" fmla="*/ 776 h 23952"/>
                    <a:gd name="csX2" fmla="*/ 0 w 365552"/>
                    <a:gd name="csY2" fmla="*/ 21719 h 23952"/>
                    <a:gd name="csX3" fmla="*/ 364777 w 365552"/>
                    <a:gd name="csY3" fmla="*/ 23464 h 23952"/>
                    <a:gd name="csX4" fmla="*/ 364777 w 365552"/>
                    <a:gd name="csY4" fmla="*/ 776 h 23952"/>
                  </a:gdLst>
                  <a:ahLst/>
                  <a:cxnLst>
                    <a:cxn ang="0">
                      <a:pos x="csX0" y="csY0"/>
                    </a:cxn>
                    <a:cxn ang="0">
                      <a:pos x="csX1" y="csY1"/>
                    </a:cxn>
                    <a:cxn ang="0">
                      <a:pos x="csX2" y="csY2"/>
                    </a:cxn>
                    <a:cxn ang="0">
                      <a:pos x="csX3" y="csY3"/>
                    </a:cxn>
                    <a:cxn ang="0">
                      <a:pos x="csX4" y="csY4"/>
                    </a:cxn>
                  </a:cxnLst>
                  <a:rect l="l" t="t" r="r" b="b"/>
                  <a:pathLst>
                    <a:path w="365552" h="23952">
                      <a:moveTo>
                        <a:pt x="364777" y="776"/>
                      </a:moveTo>
                      <a:cubicBezTo>
                        <a:pt x="364777" y="776"/>
                        <a:pt x="3491" y="-970"/>
                        <a:pt x="1745" y="776"/>
                      </a:cubicBezTo>
                      <a:cubicBezTo>
                        <a:pt x="0" y="2521"/>
                        <a:pt x="0" y="21719"/>
                        <a:pt x="0" y="21719"/>
                      </a:cubicBezTo>
                      <a:cubicBezTo>
                        <a:pt x="0" y="21719"/>
                        <a:pt x="363032" y="25209"/>
                        <a:pt x="364777" y="23464"/>
                      </a:cubicBezTo>
                      <a:cubicBezTo>
                        <a:pt x="366523" y="21719"/>
                        <a:pt x="364777" y="776"/>
                        <a:pt x="364777" y="776"/>
                      </a:cubicBezTo>
                      <a:close/>
                    </a:path>
                  </a:pathLst>
                </a:custGeom>
                <a:solidFill>
                  <a:srgbClr val="FFFFFF"/>
                </a:solidFill>
                <a:ln w="735" cap="flat">
                  <a:noFill/>
                  <a:prstDash val="solid"/>
                  <a:miter/>
                </a:ln>
              </p:spPr>
              <p:txBody>
                <a:bodyPr/>
                <a:lstStyle/>
                <a:p>
                  <a:endParaRPr lang="en-US"/>
                </a:p>
              </p:txBody>
            </p:sp>
            <p:sp>
              <p:nvSpPr>
                <p:cNvPr id="858" name="Freeform: Shape 857">
                  <a:extLst>
                    <a:ext uri="{FF2B5EF4-FFF2-40B4-BE49-F238E27FC236}">
                      <a16:creationId xmlns:a16="http://schemas.microsoft.com/office/drawing/2014/main" id="{20874A3C-B224-F01D-E9ED-FDE101DA66C1}"/>
                    </a:ext>
                  </a:extLst>
                </p:cNvPr>
                <p:cNvSpPr/>
                <p:nvPr/>
              </p:nvSpPr>
              <p:spPr>
                <a:xfrm>
                  <a:off x="12209160" y="5386064"/>
                  <a:ext cx="144688" cy="22748"/>
                </a:xfrm>
                <a:custGeom>
                  <a:avLst/>
                  <a:gdLst>
                    <a:gd name="csX0" fmla="*/ 144689 w 144688"/>
                    <a:gd name="csY0" fmla="*/ 22749 h 22748"/>
                    <a:gd name="csX1" fmla="*/ 0 w 144688"/>
                    <a:gd name="csY1" fmla="*/ 21718 h 22748"/>
                    <a:gd name="csX2" fmla="*/ 1745 w 144688"/>
                    <a:gd name="csY2" fmla="*/ 775 h 22748"/>
                    <a:gd name="csX3" fmla="*/ 144689 w 144688"/>
                    <a:gd name="csY3" fmla="*/ 9 h 22748"/>
                    <a:gd name="csX4" fmla="*/ 144689 w 144688"/>
                    <a:gd name="csY4" fmla="*/ 22749 h 22748"/>
                  </a:gdLst>
                  <a:ahLst/>
                  <a:cxnLst>
                    <a:cxn ang="0">
                      <a:pos x="csX0" y="csY0"/>
                    </a:cxn>
                    <a:cxn ang="0">
                      <a:pos x="csX1" y="csY1"/>
                    </a:cxn>
                    <a:cxn ang="0">
                      <a:pos x="csX2" y="csY2"/>
                    </a:cxn>
                    <a:cxn ang="0">
                      <a:pos x="csX3" y="csY3"/>
                    </a:cxn>
                    <a:cxn ang="0">
                      <a:pos x="csX4" y="csY4"/>
                    </a:cxn>
                  </a:cxnLst>
                  <a:rect l="l" t="t" r="r" b="b"/>
                  <a:pathLst>
                    <a:path w="144688" h="22748">
                      <a:moveTo>
                        <a:pt x="144689" y="22749"/>
                      </a:moveTo>
                      <a:cubicBezTo>
                        <a:pt x="79863" y="22219"/>
                        <a:pt x="0" y="21718"/>
                        <a:pt x="0" y="21718"/>
                      </a:cubicBezTo>
                      <a:cubicBezTo>
                        <a:pt x="0" y="21718"/>
                        <a:pt x="0" y="2520"/>
                        <a:pt x="1745" y="775"/>
                      </a:cubicBezTo>
                      <a:cubicBezTo>
                        <a:pt x="2401" y="119"/>
                        <a:pt x="81130" y="-43"/>
                        <a:pt x="144689" y="9"/>
                      </a:cubicBezTo>
                      <a:lnTo>
                        <a:pt x="144689" y="22749"/>
                      </a:lnTo>
                      <a:close/>
                    </a:path>
                  </a:pathLst>
                </a:custGeom>
                <a:solidFill>
                  <a:srgbClr val="E0F5FE"/>
                </a:solidFill>
                <a:ln w="735" cap="flat">
                  <a:noFill/>
                  <a:prstDash val="solid"/>
                  <a:miter/>
                </a:ln>
              </p:spPr>
              <p:txBody>
                <a:bodyPr/>
                <a:lstStyle/>
                <a:p>
                  <a:endParaRPr lang="en-US"/>
                </a:p>
              </p:txBody>
            </p:sp>
            <p:sp>
              <p:nvSpPr>
                <p:cNvPr id="859" name="Freeform: Shape 858">
                  <a:extLst>
                    <a:ext uri="{FF2B5EF4-FFF2-40B4-BE49-F238E27FC236}">
                      <a16:creationId xmlns:a16="http://schemas.microsoft.com/office/drawing/2014/main" id="{5FD95A60-9A90-2406-5E9C-66E505CB64D5}"/>
                    </a:ext>
                  </a:extLst>
                </p:cNvPr>
                <p:cNvSpPr/>
                <p:nvPr/>
              </p:nvSpPr>
              <p:spPr>
                <a:xfrm>
                  <a:off x="12324282" y="5260938"/>
                  <a:ext cx="49405" cy="34793"/>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860" name="Freeform: Shape 859">
                  <a:extLst>
                    <a:ext uri="{FF2B5EF4-FFF2-40B4-BE49-F238E27FC236}">
                      <a16:creationId xmlns:a16="http://schemas.microsoft.com/office/drawing/2014/main" id="{AD3719C8-3F88-55D3-D9B5-F77D9E1D94AD}"/>
                    </a:ext>
                  </a:extLst>
                </p:cNvPr>
                <p:cNvSpPr/>
                <p:nvPr/>
              </p:nvSpPr>
              <p:spPr>
                <a:xfrm>
                  <a:off x="12314289" y="5266770"/>
                  <a:ext cx="212032" cy="120746"/>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861" name="Freeform: Shape 860">
                  <a:extLst>
                    <a:ext uri="{FF2B5EF4-FFF2-40B4-BE49-F238E27FC236}">
                      <a16:creationId xmlns:a16="http://schemas.microsoft.com/office/drawing/2014/main" id="{B92F6644-311E-F33B-D9DC-A74E14A93BC8}"/>
                    </a:ext>
                  </a:extLst>
                </p:cNvPr>
                <p:cNvSpPr/>
                <p:nvPr/>
              </p:nvSpPr>
              <p:spPr>
                <a:xfrm>
                  <a:off x="12425209" y="5270673"/>
                  <a:ext cx="23311" cy="108837"/>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862" name="Freeform: Shape 861">
                  <a:extLst>
                    <a:ext uri="{FF2B5EF4-FFF2-40B4-BE49-F238E27FC236}">
                      <a16:creationId xmlns:a16="http://schemas.microsoft.com/office/drawing/2014/main" id="{A615F0FF-5EF7-17C0-3CC6-053AF1316654}"/>
                    </a:ext>
                  </a:extLst>
                </p:cNvPr>
                <p:cNvSpPr/>
                <p:nvPr/>
              </p:nvSpPr>
              <p:spPr>
                <a:xfrm>
                  <a:off x="12339977" y="5286498"/>
                  <a:ext cx="55749" cy="29400"/>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grpSp>
        </p:grpSp>
        <p:sp>
          <p:nvSpPr>
            <p:cNvPr id="863" name="Freeform: Shape 862">
              <a:extLst>
                <a:ext uri="{FF2B5EF4-FFF2-40B4-BE49-F238E27FC236}">
                  <a16:creationId xmlns:a16="http://schemas.microsoft.com/office/drawing/2014/main" id="{3FF57DC0-09AE-D659-9435-B8607C6153DD}"/>
                </a:ext>
              </a:extLst>
            </p:cNvPr>
            <p:cNvSpPr/>
            <p:nvPr/>
          </p:nvSpPr>
          <p:spPr>
            <a:xfrm>
              <a:off x="12384645" y="4884447"/>
              <a:ext cx="153337" cy="138383"/>
            </a:xfrm>
            <a:custGeom>
              <a:avLst/>
              <a:gdLst>
                <a:gd name="csX0" fmla="*/ 79981 w 153337"/>
                <a:gd name="csY0" fmla="*/ 5290 h 138383"/>
                <a:gd name="csX1" fmla="*/ 131058 w 153337"/>
                <a:gd name="csY1" fmla="*/ 2396 h 138383"/>
                <a:gd name="csX2" fmla="*/ 153223 w 153337"/>
                <a:gd name="csY2" fmla="*/ 42869 h 138383"/>
                <a:gd name="csX3" fmla="*/ 124312 w 153337"/>
                <a:gd name="csY3" fmla="*/ 96832 h 138383"/>
                <a:gd name="csX4" fmla="*/ 105041 w 153337"/>
                <a:gd name="csY4" fmla="*/ 138270 h 138383"/>
                <a:gd name="csX5" fmla="*/ 49148 w 153337"/>
                <a:gd name="csY5" fmla="*/ 86228 h 138383"/>
                <a:gd name="csX6" fmla="*/ 0 w 153337"/>
                <a:gd name="csY6" fmla="*/ 135376 h 138383"/>
                <a:gd name="csX7" fmla="*/ 29876 w 153337"/>
                <a:gd name="csY7" fmla="*/ 79483 h 138383"/>
                <a:gd name="csX8" fmla="*/ 79988 w 153337"/>
                <a:gd name="csY8" fmla="*/ 5275 h 1383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3337" h="138383">
                  <a:moveTo>
                    <a:pt x="79981" y="5290"/>
                  </a:moveTo>
                  <a:cubicBezTo>
                    <a:pt x="79981" y="5290"/>
                    <a:pt x="120453" y="-4349"/>
                    <a:pt x="131058" y="2396"/>
                  </a:cubicBezTo>
                  <a:cubicBezTo>
                    <a:pt x="141662" y="9141"/>
                    <a:pt x="151294" y="39982"/>
                    <a:pt x="153223" y="42869"/>
                  </a:cubicBezTo>
                  <a:cubicBezTo>
                    <a:pt x="155153" y="45763"/>
                    <a:pt x="132022" y="84306"/>
                    <a:pt x="124312" y="96832"/>
                  </a:cubicBezTo>
                  <a:cubicBezTo>
                    <a:pt x="116602" y="109358"/>
                    <a:pt x="107927" y="135383"/>
                    <a:pt x="105041" y="138270"/>
                  </a:cubicBezTo>
                  <a:cubicBezTo>
                    <a:pt x="102146" y="141164"/>
                    <a:pt x="52034" y="88157"/>
                    <a:pt x="49148" y="86228"/>
                  </a:cubicBezTo>
                  <a:cubicBezTo>
                    <a:pt x="46253" y="84299"/>
                    <a:pt x="0" y="135376"/>
                    <a:pt x="0" y="135376"/>
                  </a:cubicBezTo>
                  <a:lnTo>
                    <a:pt x="29876" y="79483"/>
                  </a:lnTo>
                  <a:lnTo>
                    <a:pt x="79988" y="5275"/>
                  </a:lnTo>
                  <a:close/>
                </a:path>
              </a:pathLst>
            </a:custGeom>
            <a:solidFill>
              <a:srgbClr val="0863AA"/>
            </a:solidFill>
            <a:ln w="735" cap="flat">
              <a:noFill/>
              <a:prstDash val="solid"/>
              <a:miter/>
            </a:ln>
          </p:spPr>
          <p:txBody>
            <a:bodyPr/>
            <a:lstStyle/>
            <a:p>
              <a:endParaRPr lang="en-US"/>
            </a:p>
          </p:txBody>
        </p:sp>
        <p:sp>
          <p:nvSpPr>
            <p:cNvPr id="864" name="Freeform: Shape 863">
              <a:extLst>
                <a:ext uri="{FF2B5EF4-FFF2-40B4-BE49-F238E27FC236}">
                  <a16:creationId xmlns:a16="http://schemas.microsoft.com/office/drawing/2014/main" id="{38450705-D7AD-CA32-448B-A5B541408BE2}"/>
                </a:ext>
              </a:extLst>
            </p:cNvPr>
            <p:cNvSpPr/>
            <p:nvPr/>
          </p:nvSpPr>
          <p:spPr>
            <a:xfrm>
              <a:off x="12467505" y="4888900"/>
              <a:ext cx="42741" cy="32642"/>
            </a:xfrm>
            <a:custGeom>
              <a:avLst/>
              <a:gdLst>
                <a:gd name="csX0" fmla="*/ 972 w 42741"/>
                <a:gd name="csY0" fmla="*/ 3731 h 32642"/>
                <a:gd name="csX1" fmla="*/ 41445 w 42741"/>
                <a:gd name="csY1" fmla="*/ 2767 h 32642"/>
                <a:gd name="csX2" fmla="*/ 31805 w 42741"/>
                <a:gd name="csY2" fmla="*/ 27827 h 32642"/>
                <a:gd name="csX3" fmla="*/ 0 w 42741"/>
                <a:gd name="csY3" fmla="*/ 32643 h 32642"/>
                <a:gd name="csX4" fmla="*/ 965 w 42741"/>
                <a:gd name="csY4" fmla="*/ 3731 h 32642"/>
              </a:gdLst>
              <a:ahLst/>
              <a:cxnLst>
                <a:cxn ang="0">
                  <a:pos x="csX0" y="csY0"/>
                </a:cxn>
                <a:cxn ang="0">
                  <a:pos x="csX1" y="csY1"/>
                </a:cxn>
                <a:cxn ang="0">
                  <a:pos x="csX2" y="csY2"/>
                </a:cxn>
                <a:cxn ang="0">
                  <a:pos x="csX3" y="csY3"/>
                </a:cxn>
                <a:cxn ang="0">
                  <a:pos x="csX4" y="csY4"/>
                </a:cxn>
              </a:cxnLst>
              <a:rect l="l" t="t" r="r" b="b"/>
              <a:pathLst>
                <a:path w="42741" h="32642">
                  <a:moveTo>
                    <a:pt x="972" y="3731"/>
                  </a:moveTo>
                  <a:cubicBezTo>
                    <a:pt x="972" y="3731"/>
                    <a:pt x="34699" y="-3979"/>
                    <a:pt x="41445" y="2767"/>
                  </a:cubicBezTo>
                  <a:cubicBezTo>
                    <a:pt x="47226" y="8548"/>
                    <a:pt x="31805" y="27827"/>
                    <a:pt x="31805" y="27827"/>
                  </a:cubicBezTo>
                  <a:lnTo>
                    <a:pt x="0" y="32643"/>
                  </a:lnTo>
                  <a:lnTo>
                    <a:pt x="965" y="3731"/>
                  </a:lnTo>
                  <a:close/>
                </a:path>
              </a:pathLst>
            </a:custGeom>
            <a:solidFill>
              <a:srgbClr val="1A1A1A"/>
            </a:solidFill>
            <a:ln w="735" cap="flat">
              <a:noFill/>
              <a:prstDash val="solid"/>
              <a:miter/>
            </a:ln>
          </p:spPr>
          <p:txBody>
            <a:bodyPr/>
            <a:lstStyle/>
            <a:p>
              <a:endParaRPr lang="en-US"/>
            </a:p>
          </p:txBody>
        </p:sp>
        <p:sp>
          <p:nvSpPr>
            <p:cNvPr id="865" name="Freeform: Shape 864">
              <a:extLst>
                <a:ext uri="{FF2B5EF4-FFF2-40B4-BE49-F238E27FC236}">
                  <a16:creationId xmlns:a16="http://schemas.microsoft.com/office/drawing/2014/main" id="{CB90F06A-EF52-14D6-F7D5-56322A3A8EB1}"/>
                </a:ext>
              </a:extLst>
            </p:cNvPr>
            <p:cNvSpPr/>
            <p:nvPr/>
          </p:nvSpPr>
          <p:spPr>
            <a:xfrm>
              <a:off x="12422452" y="4756463"/>
              <a:ext cx="1134" cy="4197"/>
            </a:xfrm>
            <a:custGeom>
              <a:avLst/>
              <a:gdLst>
                <a:gd name="csX0" fmla="*/ 1134 w 1134"/>
                <a:gd name="csY0" fmla="*/ 4197 h 4197"/>
                <a:gd name="csX1" fmla="*/ 0 w 1134"/>
                <a:gd name="csY1" fmla="*/ 0 h 4197"/>
                <a:gd name="csX2" fmla="*/ 1134 w 1134"/>
                <a:gd name="csY2" fmla="*/ 4197 h 4197"/>
              </a:gdLst>
              <a:ahLst/>
              <a:cxnLst>
                <a:cxn ang="0">
                  <a:pos x="csX0" y="csY0"/>
                </a:cxn>
                <a:cxn ang="0">
                  <a:pos x="csX1" y="csY1"/>
                </a:cxn>
                <a:cxn ang="0">
                  <a:pos x="csX2" y="csY2"/>
                </a:cxn>
              </a:cxnLst>
              <a:rect l="l" t="t" r="r" b="b"/>
              <a:pathLst>
                <a:path w="1134" h="4197">
                  <a:moveTo>
                    <a:pt x="1134" y="4197"/>
                  </a:moveTo>
                  <a:cubicBezTo>
                    <a:pt x="736" y="2754"/>
                    <a:pt x="361" y="1355"/>
                    <a:pt x="0" y="0"/>
                  </a:cubicBezTo>
                  <a:cubicBezTo>
                    <a:pt x="243" y="825"/>
                    <a:pt x="648" y="2261"/>
                    <a:pt x="1134" y="4197"/>
                  </a:cubicBezTo>
                  <a:close/>
                </a:path>
              </a:pathLst>
            </a:custGeom>
            <a:solidFill>
              <a:srgbClr val="757575"/>
            </a:solidFill>
            <a:ln w="735" cap="flat">
              <a:noFill/>
              <a:prstDash val="solid"/>
              <a:miter/>
            </a:ln>
          </p:spPr>
          <p:txBody>
            <a:bodyPr/>
            <a:lstStyle/>
            <a:p>
              <a:endParaRPr lang="en-US"/>
            </a:p>
          </p:txBody>
        </p:sp>
        <p:sp>
          <p:nvSpPr>
            <p:cNvPr id="866" name="Freeform: Shape 865">
              <a:extLst>
                <a:ext uri="{FF2B5EF4-FFF2-40B4-BE49-F238E27FC236}">
                  <a16:creationId xmlns:a16="http://schemas.microsoft.com/office/drawing/2014/main" id="{1271B129-6F61-B4AE-A3AA-D7E3E5D1CC0A}"/>
                </a:ext>
              </a:extLst>
            </p:cNvPr>
            <p:cNvSpPr/>
            <p:nvPr/>
          </p:nvSpPr>
          <p:spPr>
            <a:xfrm>
              <a:off x="12360188" y="4846022"/>
              <a:ext cx="139129" cy="178741"/>
            </a:xfrm>
            <a:custGeom>
              <a:avLst/>
              <a:gdLst>
                <a:gd name="csX0" fmla="*/ 96808 w 139129"/>
                <a:gd name="csY0" fmla="*/ 18 h 178741"/>
                <a:gd name="csX1" fmla="*/ 139129 w 139129"/>
                <a:gd name="csY1" fmla="*/ 70698 h 178741"/>
                <a:gd name="csX2" fmla="*/ 101543 w 139129"/>
                <a:gd name="csY2" fmla="*/ 98644 h 178741"/>
                <a:gd name="csX3" fmla="*/ 63957 w 139129"/>
                <a:gd name="csY3" fmla="*/ 121774 h 178741"/>
                <a:gd name="csX4" fmla="*/ 23485 w 139129"/>
                <a:gd name="csY4" fmla="*/ 178632 h 178741"/>
                <a:gd name="csX5" fmla="*/ 1319 w 139129"/>
                <a:gd name="csY5" fmla="*/ 56242 h 178741"/>
                <a:gd name="csX6" fmla="*/ 96808 w 139129"/>
                <a:gd name="csY6" fmla="*/ 18 h 17874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9129" h="178741">
                  <a:moveTo>
                    <a:pt x="96808" y="18"/>
                  </a:moveTo>
                  <a:cubicBezTo>
                    <a:pt x="96808" y="18"/>
                    <a:pt x="104437" y="60101"/>
                    <a:pt x="139129" y="70698"/>
                  </a:cubicBezTo>
                  <a:cubicBezTo>
                    <a:pt x="139129" y="70698"/>
                    <a:pt x="123709" y="83224"/>
                    <a:pt x="101543" y="98644"/>
                  </a:cubicBezTo>
                  <a:cubicBezTo>
                    <a:pt x="78774" y="114484"/>
                    <a:pt x="65703" y="117400"/>
                    <a:pt x="63957" y="121774"/>
                  </a:cubicBezTo>
                  <a:cubicBezTo>
                    <a:pt x="62212" y="126149"/>
                    <a:pt x="25075" y="175392"/>
                    <a:pt x="23485" y="178632"/>
                  </a:cubicBezTo>
                  <a:cubicBezTo>
                    <a:pt x="21894" y="181872"/>
                    <a:pt x="-6355" y="112820"/>
                    <a:pt x="1319" y="56242"/>
                  </a:cubicBezTo>
                  <a:cubicBezTo>
                    <a:pt x="9294" y="-2611"/>
                    <a:pt x="96808" y="18"/>
                    <a:pt x="96808" y="18"/>
                  </a:cubicBezTo>
                  <a:close/>
                </a:path>
              </a:pathLst>
            </a:custGeom>
            <a:solidFill>
              <a:srgbClr val="A26552"/>
            </a:solidFill>
            <a:ln w="735" cap="flat">
              <a:noFill/>
              <a:prstDash val="solid"/>
              <a:miter/>
            </a:ln>
          </p:spPr>
          <p:txBody>
            <a:bodyPr/>
            <a:lstStyle/>
            <a:p>
              <a:endParaRPr lang="en-US"/>
            </a:p>
          </p:txBody>
        </p:sp>
        <p:sp>
          <p:nvSpPr>
            <p:cNvPr id="867" name="Freeform: Shape 866">
              <a:extLst>
                <a:ext uri="{FF2B5EF4-FFF2-40B4-BE49-F238E27FC236}">
                  <a16:creationId xmlns:a16="http://schemas.microsoft.com/office/drawing/2014/main" id="{8C4E9B22-0ABB-A40D-E3B7-D3E7FF2008B0}"/>
                </a:ext>
              </a:extLst>
            </p:cNvPr>
            <p:cNvSpPr/>
            <p:nvPr/>
          </p:nvSpPr>
          <p:spPr>
            <a:xfrm>
              <a:off x="12314118" y="4943569"/>
              <a:ext cx="69584" cy="81092"/>
            </a:xfrm>
            <a:custGeom>
              <a:avLst/>
              <a:gdLst>
                <a:gd name="csX0" fmla="*/ 50070 w 69584"/>
                <a:gd name="csY0" fmla="*/ 0 h 81092"/>
                <a:gd name="csX1" fmla="*/ 47094 w 69584"/>
                <a:gd name="csY1" fmla="*/ 36084 h 81092"/>
                <a:gd name="csX2" fmla="*/ 44046 w 69584"/>
                <a:gd name="csY2" fmla="*/ 35436 h 81092"/>
                <a:gd name="csX3" fmla="*/ 31313 w 69584"/>
                <a:gd name="csY3" fmla="*/ 43683 h 81092"/>
                <a:gd name="csX4" fmla="*/ 20076 w 69584"/>
                <a:gd name="csY4" fmla="*/ 59111 h 81092"/>
                <a:gd name="csX5" fmla="*/ 9236 w 69584"/>
                <a:gd name="csY5" fmla="*/ 66563 h 81092"/>
                <a:gd name="csX6" fmla="*/ 10657 w 69584"/>
                <a:gd name="csY6" fmla="*/ 58522 h 81092"/>
                <a:gd name="csX7" fmla="*/ 33353 w 69584"/>
                <a:gd name="csY7" fmla="*/ 5236 h 81092"/>
                <a:gd name="csX8" fmla="*/ 33449 w 69584"/>
                <a:gd name="csY8" fmla="*/ 2541 h 81092"/>
                <a:gd name="csX9" fmla="*/ 28773 w 69584"/>
                <a:gd name="csY9" fmla="*/ 6849 h 81092"/>
                <a:gd name="csX10" fmla="*/ 24133 w 69584"/>
                <a:gd name="csY10" fmla="*/ 17607 h 81092"/>
                <a:gd name="csX11" fmla="*/ 14008 w 69584"/>
                <a:gd name="csY11" fmla="*/ 37630 h 81092"/>
                <a:gd name="csX12" fmla="*/ 4862 w 69584"/>
                <a:gd name="csY12" fmla="*/ 55849 h 81092"/>
                <a:gd name="csX13" fmla="*/ 193 w 69584"/>
                <a:gd name="csY13" fmla="*/ 72727 h 81092"/>
                <a:gd name="csX14" fmla="*/ 24708 w 69584"/>
                <a:gd name="csY14" fmla="*/ 68876 h 81092"/>
                <a:gd name="csX15" fmla="*/ 35356 w 69584"/>
                <a:gd name="csY15" fmla="*/ 54405 h 81092"/>
                <a:gd name="csX16" fmla="*/ 41409 w 69584"/>
                <a:gd name="csY16" fmla="*/ 46253 h 81092"/>
                <a:gd name="csX17" fmla="*/ 49429 w 69584"/>
                <a:gd name="csY17" fmla="*/ 47844 h 81092"/>
                <a:gd name="csX18" fmla="*/ 50342 w 69584"/>
                <a:gd name="csY18" fmla="*/ 48779 h 81092"/>
                <a:gd name="csX19" fmla="*/ 45489 w 69584"/>
                <a:gd name="csY19" fmla="*/ 72418 h 81092"/>
                <a:gd name="csX20" fmla="*/ 55129 w 69584"/>
                <a:gd name="csY20" fmla="*/ 78199 h 81092"/>
                <a:gd name="csX21" fmla="*/ 69584 w 69584"/>
                <a:gd name="csY21" fmla="*/ 81093 h 81092"/>
                <a:gd name="csX22" fmla="*/ 50099 w 69584"/>
                <a:gd name="csY22" fmla="*/ 0 h 81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9584" h="81092">
                  <a:moveTo>
                    <a:pt x="50070" y="0"/>
                  </a:moveTo>
                  <a:cubicBezTo>
                    <a:pt x="50070" y="0"/>
                    <a:pt x="46365" y="24456"/>
                    <a:pt x="47094" y="36084"/>
                  </a:cubicBezTo>
                  <a:cubicBezTo>
                    <a:pt x="46203" y="35723"/>
                    <a:pt x="45202" y="35487"/>
                    <a:pt x="44046" y="35436"/>
                  </a:cubicBezTo>
                  <a:cubicBezTo>
                    <a:pt x="38471" y="35163"/>
                    <a:pt x="34436" y="39699"/>
                    <a:pt x="31313" y="43683"/>
                  </a:cubicBezTo>
                  <a:cubicBezTo>
                    <a:pt x="27388" y="48691"/>
                    <a:pt x="24200" y="54273"/>
                    <a:pt x="20076" y="59111"/>
                  </a:cubicBezTo>
                  <a:cubicBezTo>
                    <a:pt x="17263" y="62417"/>
                    <a:pt x="14015" y="66755"/>
                    <a:pt x="9236" y="66563"/>
                  </a:cubicBezTo>
                  <a:cubicBezTo>
                    <a:pt x="8352" y="63912"/>
                    <a:pt x="9494" y="61062"/>
                    <a:pt x="10657" y="58522"/>
                  </a:cubicBezTo>
                  <a:cubicBezTo>
                    <a:pt x="18736" y="40929"/>
                    <a:pt x="29310" y="24169"/>
                    <a:pt x="33353" y="5236"/>
                  </a:cubicBezTo>
                  <a:cubicBezTo>
                    <a:pt x="33545" y="4345"/>
                    <a:pt x="33714" y="3410"/>
                    <a:pt x="33449" y="2541"/>
                  </a:cubicBezTo>
                  <a:cubicBezTo>
                    <a:pt x="31902" y="-2482"/>
                    <a:pt x="29207" y="5744"/>
                    <a:pt x="28773" y="6849"/>
                  </a:cubicBezTo>
                  <a:cubicBezTo>
                    <a:pt x="27337" y="10479"/>
                    <a:pt x="25776" y="14065"/>
                    <a:pt x="24133" y="17607"/>
                  </a:cubicBezTo>
                  <a:cubicBezTo>
                    <a:pt x="20982" y="24397"/>
                    <a:pt x="17521" y="31032"/>
                    <a:pt x="14008" y="37630"/>
                  </a:cubicBezTo>
                  <a:cubicBezTo>
                    <a:pt x="10819" y="43632"/>
                    <a:pt x="7653" y="49648"/>
                    <a:pt x="4862" y="55849"/>
                  </a:cubicBezTo>
                  <a:cubicBezTo>
                    <a:pt x="2586" y="60886"/>
                    <a:pt x="-853" y="66998"/>
                    <a:pt x="193" y="72727"/>
                  </a:cubicBezTo>
                  <a:cubicBezTo>
                    <a:pt x="2572" y="85761"/>
                    <a:pt x="19995" y="73795"/>
                    <a:pt x="24708" y="68876"/>
                  </a:cubicBezTo>
                  <a:cubicBezTo>
                    <a:pt x="28869" y="64531"/>
                    <a:pt x="32050" y="59391"/>
                    <a:pt x="35356" y="54405"/>
                  </a:cubicBezTo>
                  <a:cubicBezTo>
                    <a:pt x="37182" y="51644"/>
                    <a:pt x="39009" y="48566"/>
                    <a:pt x="41409" y="46253"/>
                  </a:cubicBezTo>
                  <a:cubicBezTo>
                    <a:pt x="44340" y="43433"/>
                    <a:pt x="47139" y="44295"/>
                    <a:pt x="49429" y="47844"/>
                  </a:cubicBezTo>
                  <a:cubicBezTo>
                    <a:pt x="49694" y="48249"/>
                    <a:pt x="50003" y="48558"/>
                    <a:pt x="50342" y="48779"/>
                  </a:cubicBezTo>
                  <a:cubicBezTo>
                    <a:pt x="50865" y="56541"/>
                    <a:pt x="48906" y="67631"/>
                    <a:pt x="45489" y="72418"/>
                  </a:cubicBezTo>
                  <a:cubicBezTo>
                    <a:pt x="40673" y="79163"/>
                    <a:pt x="50305" y="78199"/>
                    <a:pt x="55129" y="78199"/>
                  </a:cubicBezTo>
                  <a:cubicBezTo>
                    <a:pt x="59952" y="78199"/>
                    <a:pt x="69584" y="81093"/>
                    <a:pt x="69584" y="81093"/>
                  </a:cubicBezTo>
                  <a:lnTo>
                    <a:pt x="50099" y="0"/>
                  </a:lnTo>
                  <a:close/>
                </a:path>
              </a:pathLst>
            </a:custGeom>
            <a:solidFill>
              <a:srgbClr val="084D91"/>
            </a:solidFill>
            <a:ln w="735" cap="flat">
              <a:noFill/>
              <a:prstDash val="solid"/>
              <a:miter/>
            </a:ln>
          </p:spPr>
          <p:txBody>
            <a:bodyPr/>
            <a:lstStyle/>
            <a:p>
              <a:endParaRPr lang="en-US"/>
            </a:p>
          </p:txBody>
        </p:sp>
        <p:grpSp>
          <p:nvGrpSpPr>
            <p:cNvPr id="868" name="Graphic 831">
              <a:extLst>
                <a:ext uri="{FF2B5EF4-FFF2-40B4-BE49-F238E27FC236}">
                  <a16:creationId xmlns:a16="http://schemas.microsoft.com/office/drawing/2014/main" id="{6585DA8D-E37F-9471-8833-A47E5AC407F7}"/>
                </a:ext>
              </a:extLst>
            </p:cNvPr>
            <p:cNvGrpSpPr/>
            <p:nvPr/>
          </p:nvGrpSpPr>
          <p:grpSpPr>
            <a:xfrm>
              <a:off x="12273058" y="4648831"/>
              <a:ext cx="219068" cy="308396"/>
              <a:chOff x="12273058" y="4648831"/>
              <a:chExt cx="219068" cy="308396"/>
            </a:xfrm>
          </p:grpSpPr>
          <p:sp>
            <p:nvSpPr>
              <p:cNvPr id="869" name="Freeform: Shape 868">
                <a:extLst>
                  <a:ext uri="{FF2B5EF4-FFF2-40B4-BE49-F238E27FC236}">
                    <a16:creationId xmlns:a16="http://schemas.microsoft.com/office/drawing/2014/main" id="{8A26E477-6E48-0DAF-DA52-A05326413A47}"/>
                  </a:ext>
                </a:extLst>
              </p:cNvPr>
              <p:cNvSpPr/>
              <p:nvPr/>
            </p:nvSpPr>
            <p:spPr>
              <a:xfrm>
                <a:off x="12273346" y="4679024"/>
                <a:ext cx="210210" cy="264791"/>
              </a:xfrm>
              <a:custGeom>
                <a:avLst/>
                <a:gdLst>
                  <a:gd name="csX0" fmla="*/ 184836 w 210210"/>
                  <a:gd name="csY0" fmla="*/ 175248 h 264791"/>
                  <a:gd name="csX1" fmla="*/ 180543 w 210210"/>
                  <a:gd name="csY1" fmla="*/ 212517 h 264791"/>
                  <a:gd name="csX2" fmla="*/ 122618 w 210210"/>
                  <a:gd name="csY2" fmla="*/ 259912 h 264791"/>
                  <a:gd name="csX3" fmla="*/ 58816 w 210210"/>
                  <a:gd name="csY3" fmla="*/ 255420 h 264791"/>
                  <a:gd name="csX4" fmla="*/ 3018 w 210210"/>
                  <a:gd name="csY4" fmla="*/ 122455 h 264791"/>
                  <a:gd name="csX5" fmla="*/ 728 w 210210"/>
                  <a:gd name="csY5" fmla="*/ 108243 h 264791"/>
                  <a:gd name="csX6" fmla="*/ 2466 w 210210"/>
                  <a:gd name="csY6" fmla="*/ 32224 h 264791"/>
                  <a:gd name="csX7" fmla="*/ 43498 w 210210"/>
                  <a:gd name="csY7" fmla="*/ 50170 h 264791"/>
                  <a:gd name="csX8" fmla="*/ 71283 w 210210"/>
                  <a:gd name="csY8" fmla="*/ 31554 h 264791"/>
                  <a:gd name="csX9" fmla="*/ 120843 w 210210"/>
                  <a:gd name="csY9" fmla="*/ 927 h 264791"/>
                  <a:gd name="csX10" fmla="*/ 150233 w 210210"/>
                  <a:gd name="csY10" fmla="*/ 81637 h 264791"/>
                  <a:gd name="csX11" fmla="*/ 163856 w 210210"/>
                  <a:gd name="csY11" fmla="*/ 120195 h 264791"/>
                  <a:gd name="csX12" fmla="*/ 198666 w 210210"/>
                  <a:gd name="csY12" fmla="*/ 94148 h 264791"/>
                  <a:gd name="csX13" fmla="*/ 184829 w 210210"/>
                  <a:gd name="csY13" fmla="*/ 175248 h 2647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10210" h="264791">
                    <a:moveTo>
                      <a:pt x="184836" y="175248"/>
                    </a:moveTo>
                    <a:cubicBezTo>
                      <a:pt x="184836" y="189645"/>
                      <a:pt x="183886" y="201898"/>
                      <a:pt x="180543" y="212517"/>
                    </a:cubicBezTo>
                    <a:cubicBezTo>
                      <a:pt x="174033" y="233240"/>
                      <a:pt x="158377" y="247754"/>
                      <a:pt x="122618" y="259912"/>
                    </a:cubicBezTo>
                    <a:cubicBezTo>
                      <a:pt x="105047" y="265885"/>
                      <a:pt x="76180" y="268396"/>
                      <a:pt x="58816" y="255420"/>
                    </a:cubicBezTo>
                    <a:cubicBezTo>
                      <a:pt x="25957" y="230869"/>
                      <a:pt x="6575" y="135770"/>
                      <a:pt x="3018" y="122455"/>
                    </a:cubicBezTo>
                    <a:cubicBezTo>
                      <a:pt x="1973" y="118552"/>
                      <a:pt x="1236" y="113655"/>
                      <a:pt x="728" y="108243"/>
                    </a:cubicBezTo>
                    <a:cubicBezTo>
                      <a:pt x="-1621" y="83433"/>
                      <a:pt x="2466" y="32224"/>
                      <a:pt x="2466" y="32224"/>
                    </a:cubicBezTo>
                    <a:cubicBezTo>
                      <a:pt x="8122" y="45781"/>
                      <a:pt x="19735" y="51319"/>
                      <a:pt x="43498" y="50170"/>
                    </a:cubicBezTo>
                    <a:cubicBezTo>
                      <a:pt x="55494" y="49588"/>
                      <a:pt x="66261" y="42460"/>
                      <a:pt x="71283" y="31554"/>
                    </a:cubicBezTo>
                    <a:cubicBezTo>
                      <a:pt x="77189" y="18711"/>
                      <a:pt x="103861" y="-4972"/>
                      <a:pt x="120843" y="927"/>
                    </a:cubicBezTo>
                    <a:cubicBezTo>
                      <a:pt x="149297" y="10809"/>
                      <a:pt x="139997" y="44397"/>
                      <a:pt x="150233" y="81637"/>
                    </a:cubicBezTo>
                    <a:cubicBezTo>
                      <a:pt x="160439" y="102344"/>
                      <a:pt x="163856" y="120195"/>
                      <a:pt x="163856" y="120195"/>
                    </a:cubicBezTo>
                    <a:cubicBezTo>
                      <a:pt x="163856" y="120195"/>
                      <a:pt x="174806" y="66945"/>
                      <a:pt x="198666" y="94148"/>
                    </a:cubicBezTo>
                    <a:cubicBezTo>
                      <a:pt x="231126" y="131160"/>
                      <a:pt x="184829" y="175248"/>
                      <a:pt x="184829" y="175248"/>
                    </a:cubicBezTo>
                    <a:close/>
                  </a:path>
                </a:pathLst>
              </a:custGeom>
              <a:solidFill>
                <a:srgbClr val="A26552"/>
              </a:solidFill>
              <a:ln w="735" cap="flat">
                <a:noFill/>
                <a:prstDash val="solid"/>
                <a:miter/>
              </a:ln>
            </p:spPr>
            <p:txBody>
              <a:bodyPr/>
              <a:lstStyle/>
              <a:p>
                <a:endParaRPr lang="en-US"/>
              </a:p>
            </p:txBody>
          </p:sp>
          <p:sp>
            <p:nvSpPr>
              <p:cNvPr id="870" name="Freeform: Shape 869">
                <a:extLst>
                  <a:ext uri="{FF2B5EF4-FFF2-40B4-BE49-F238E27FC236}">
                    <a16:creationId xmlns:a16="http://schemas.microsoft.com/office/drawing/2014/main" id="{B25B4603-0BF3-01C2-9623-A9F99FD50BF9}"/>
                  </a:ext>
                </a:extLst>
              </p:cNvPr>
              <p:cNvSpPr/>
              <p:nvPr/>
            </p:nvSpPr>
            <p:spPr>
              <a:xfrm>
                <a:off x="12320630" y="4841540"/>
                <a:ext cx="19408" cy="10404"/>
              </a:xfrm>
              <a:custGeom>
                <a:avLst/>
                <a:gdLst>
                  <a:gd name="csX0" fmla="*/ 6 w 19408"/>
                  <a:gd name="csY0" fmla="*/ 6502 h 10404"/>
                  <a:gd name="csX1" fmla="*/ 5131 w 19408"/>
                  <a:gd name="csY1" fmla="*/ 1171 h 10404"/>
                  <a:gd name="csX2" fmla="*/ 13755 w 19408"/>
                  <a:gd name="csY2" fmla="*/ 51 h 10404"/>
                  <a:gd name="csX3" fmla="*/ 19403 w 19408"/>
                  <a:gd name="csY3" fmla="*/ 3903 h 10404"/>
                  <a:gd name="csX4" fmla="*/ 14277 w 19408"/>
                  <a:gd name="csY4" fmla="*/ 9234 h 10404"/>
                  <a:gd name="csX5" fmla="*/ 5654 w 19408"/>
                  <a:gd name="csY5" fmla="*/ 10353 h 10404"/>
                  <a:gd name="csX6" fmla="*/ 6 w 19408"/>
                  <a:gd name="csY6" fmla="*/ 6502 h 104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08" h="10404">
                    <a:moveTo>
                      <a:pt x="6" y="6502"/>
                    </a:moveTo>
                    <a:cubicBezTo>
                      <a:pt x="-134" y="4035"/>
                      <a:pt x="2215" y="1546"/>
                      <a:pt x="5131" y="1171"/>
                    </a:cubicBezTo>
                    <a:cubicBezTo>
                      <a:pt x="8003" y="795"/>
                      <a:pt x="10883" y="427"/>
                      <a:pt x="13755" y="51"/>
                    </a:cubicBezTo>
                    <a:cubicBezTo>
                      <a:pt x="16663" y="-324"/>
                      <a:pt x="19256" y="1406"/>
                      <a:pt x="19403" y="3903"/>
                    </a:cubicBezTo>
                    <a:cubicBezTo>
                      <a:pt x="19543" y="6370"/>
                      <a:pt x="17194" y="8859"/>
                      <a:pt x="14277" y="9234"/>
                    </a:cubicBezTo>
                    <a:cubicBezTo>
                      <a:pt x="11405" y="9610"/>
                      <a:pt x="8526" y="9978"/>
                      <a:pt x="5654" y="10353"/>
                    </a:cubicBezTo>
                    <a:cubicBezTo>
                      <a:pt x="2745" y="10729"/>
                      <a:pt x="153" y="8999"/>
                      <a:pt x="6" y="6502"/>
                    </a:cubicBezTo>
                    <a:close/>
                  </a:path>
                </a:pathLst>
              </a:custGeom>
              <a:solidFill>
                <a:srgbClr val="512820"/>
              </a:solidFill>
              <a:ln w="735" cap="flat">
                <a:noFill/>
                <a:prstDash val="solid"/>
                <a:miter/>
              </a:ln>
            </p:spPr>
            <p:txBody>
              <a:bodyPr/>
              <a:lstStyle/>
              <a:p>
                <a:endParaRPr lang="en-US"/>
              </a:p>
            </p:txBody>
          </p:sp>
          <p:sp>
            <p:nvSpPr>
              <p:cNvPr id="871" name="Freeform: Shape 870">
                <a:extLst>
                  <a:ext uri="{FF2B5EF4-FFF2-40B4-BE49-F238E27FC236}">
                    <a16:creationId xmlns:a16="http://schemas.microsoft.com/office/drawing/2014/main" id="{9F9CC3F7-C6FE-662D-0921-D7BD363E8651}"/>
                  </a:ext>
                </a:extLst>
              </p:cNvPr>
              <p:cNvSpPr/>
              <p:nvPr/>
            </p:nvSpPr>
            <p:spPr>
              <a:xfrm>
                <a:off x="12340256" y="4748950"/>
                <a:ext cx="45737" cy="11716"/>
              </a:xfrm>
              <a:custGeom>
                <a:avLst/>
                <a:gdLst>
                  <a:gd name="csX0" fmla="*/ 4638 w 45737"/>
                  <a:gd name="csY0" fmla="*/ 201 h 11716"/>
                  <a:gd name="csX1" fmla="*/ 23151 w 45737"/>
                  <a:gd name="csY1" fmla="*/ 201 h 11716"/>
                  <a:gd name="csX2" fmla="*/ 41833 w 45737"/>
                  <a:gd name="csY2" fmla="*/ 2889 h 11716"/>
                  <a:gd name="csX3" fmla="*/ 41134 w 45737"/>
                  <a:gd name="csY3" fmla="*/ 11674 h 11716"/>
                  <a:gd name="csX4" fmla="*/ 22451 w 45737"/>
                  <a:gd name="csY4" fmla="*/ 8986 h 11716"/>
                  <a:gd name="csX5" fmla="*/ 3938 w 45737"/>
                  <a:gd name="csY5" fmla="*/ 8986 h 11716"/>
                  <a:gd name="csX6" fmla="*/ 4638 w 45737"/>
                  <a:gd name="csY6" fmla="*/ 201 h 117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737" h="11716">
                    <a:moveTo>
                      <a:pt x="4638" y="201"/>
                    </a:moveTo>
                    <a:cubicBezTo>
                      <a:pt x="10824" y="415"/>
                      <a:pt x="16980" y="-344"/>
                      <a:pt x="23151" y="201"/>
                    </a:cubicBezTo>
                    <a:cubicBezTo>
                      <a:pt x="29418" y="753"/>
                      <a:pt x="35596" y="2094"/>
                      <a:pt x="41833" y="2889"/>
                    </a:cubicBezTo>
                    <a:cubicBezTo>
                      <a:pt x="47460" y="3603"/>
                      <a:pt x="46812" y="12396"/>
                      <a:pt x="41134" y="11674"/>
                    </a:cubicBezTo>
                    <a:cubicBezTo>
                      <a:pt x="34904" y="10879"/>
                      <a:pt x="28718" y="9524"/>
                      <a:pt x="22451" y="8986"/>
                    </a:cubicBezTo>
                    <a:cubicBezTo>
                      <a:pt x="16273" y="8464"/>
                      <a:pt x="10117" y="9193"/>
                      <a:pt x="3938" y="8986"/>
                    </a:cubicBezTo>
                    <a:cubicBezTo>
                      <a:pt x="-1754" y="8795"/>
                      <a:pt x="-1062" y="10"/>
                      <a:pt x="4638" y="201"/>
                    </a:cubicBezTo>
                    <a:close/>
                  </a:path>
                </a:pathLst>
              </a:custGeom>
              <a:solidFill>
                <a:srgbClr val="161616"/>
              </a:solidFill>
              <a:ln w="735" cap="flat">
                <a:noFill/>
                <a:prstDash val="solid"/>
                <a:miter/>
              </a:ln>
            </p:spPr>
            <p:txBody>
              <a:bodyPr/>
              <a:lstStyle/>
              <a:p>
                <a:endParaRPr lang="en-US"/>
              </a:p>
            </p:txBody>
          </p:sp>
          <p:sp>
            <p:nvSpPr>
              <p:cNvPr id="872" name="Freeform: Shape 871">
                <a:extLst>
                  <a:ext uri="{FF2B5EF4-FFF2-40B4-BE49-F238E27FC236}">
                    <a16:creationId xmlns:a16="http://schemas.microsoft.com/office/drawing/2014/main" id="{BDEF0395-ECCC-716B-7FAB-0D9BD6F21AE6}"/>
                  </a:ext>
                </a:extLst>
              </p:cNvPr>
              <p:cNvSpPr/>
              <p:nvPr/>
            </p:nvSpPr>
            <p:spPr>
              <a:xfrm>
                <a:off x="12273058" y="4783195"/>
                <a:ext cx="21870" cy="23132"/>
              </a:xfrm>
              <a:custGeom>
                <a:avLst/>
                <a:gdLst>
                  <a:gd name="csX0" fmla="*/ 242 w 21870"/>
                  <a:gd name="csY0" fmla="*/ 17799 h 23132"/>
                  <a:gd name="csX1" fmla="*/ 14263 w 21870"/>
                  <a:gd name="csY1" fmla="*/ 1097 h 23132"/>
                  <a:gd name="csX2" fmla="*/ 20397 w 21870"/>
                  <a:gd name="csY2" fmla="*/ 7401 h 23132"/>
                  <a:gd name="csX3" fmla="*/ 8740 w 21870"/>
                  <a:gd name="csY3" fmla="*/ 20067 h 23132"/>
                  <a:gd name="csX4" fmla="*/ 242 w 21870"/>
                  <a:gd name="csY4" fmla="*/ 17799 h 23132"/>
                </a:gdLst>
                <a:ahLst/>
                <a:cxnLst>
                  <a:cxn ang="0">
                    <a:pos x="csX0" y="csY0"/>
                  </a:cxn>
                  <a:cxn ang="0">
                    <a:pos x="csX1" y="csY1"/>
                  </a:cxn>
                  <a:cxn ang="0">
                    <a:pos x="csX2" y="csY2"/>
                  </a:cxn>
                  <a:cxn ang="0">
                    <a:pos x="csX3" y="csY3"/>
                  </a:cxn>
                  <a:cxn ang="0">
                    <a:pos x="csX4" y="csY4"/>
                  </a:cxn>
                </a:cxnLst>
                <a:rect l="l" t="t" r="r" b="b"/>
                <a:pathLst>
                  <a:path w="21870" h="23132">
                    <a:moveTo>
                      <a:pt x="242" y="17799"/>
                    </a:moveTo>
                    <a:cubicBezTo>
                      <a:pt x="1965" y="12578"/>
                      <a:pt x="10184" y="4566"/>
                      <a:pt x="14263" y="1097"/>
                    </a:cubicBezTo>
                    <a:cubicBezTo>
                      <a:pt x="18549" y="-2541"/>
                      <a:pt x="24728" y="3726"/>
                      <a:pt x="20397" y="7401"/>
                    </a:cubicBezTo>
                    <a:cubicBezTo>
                      <a:pt x="17695" y="9691"/>
                      <a:pt x="9889" y="16569"/>
                      <a:pt x="8740" y="20067"/>
                    </a:cubicBezTo>
                    <a:cubicBezTo>
                      <a:pt x="6973" y="25428"/>
                      <a:pt x="-1533" y="23175"/>
                      <a:pt x="242" y="17799"/>
                    </a:cubicBezTo>
                    <a:close/>
                  </a:path>
                </a:pathLst>
              </a:custGeom>
              <a:solidFill>
                <a:srgbClr val="161616"/>
              </a:solidFill>
              <a:ln w="735" cap="flat">
                <a:noFill/>
                <a:prstDash val="solid"/>
                <a:miter/>
              </a:ln>
            </p:spPr>
            <p:txBody>
              <a:bodyPr/>
              <a:lstStyle/>
              <a:p>
                <a:endParaRPr lang="en-US"/>
              </a:p>
            </p:txBody>
          </p:sp>
          <p:grpSp>
            <p:nvGrpSpPr>
              <p:cNvPr id="873" name="Graphic 831">
                <a:extLst>
                  <a:ext uri="{FF2B5EF4-FFF2-40B4-BE49-F238E27FC236}">
                    <a16:creationId xmlns:a16="http://schemas.microsoft.com/office/drawing/2014/main" id="{A7A3EE0F-9EA4-9DEF-FC75-160FE693651C}"/>
                  </a:ext>
                </a:extLst>
              </p:cNvPr>
              <p:cNvGrpSpPr/>
              <p:nvPr/>
            </p:nvGrpSpPr>
            <p:grpSpPr>
              <a:xfrm>
                <a:off x="12275723" y="4648831"/>
                <a:ext cx="216403" cy="308396"/>
                <a:chOff x="12275723" y="4648831"/>
                <a:chExt cx="216403" cy="308396"/>
              </a:xfrm>
            </p:grpSpPr>
            <p:sp>
              <p:nvSpPr>
                <p:cNvPr id="874" name="Freeform: Shape 873">
                  <a:extLst>
                    <a:ext uri="{FF2B5EF4-FFF2-40B4-BE49-F238E27FC236}">
                      <a16:creationId xmlns:a16="http://schemas.microsoft.com/office/drawing/2014/main" id="{C4EED20A-FAB4-191B-68A8-2F34B31D5036}"/>
                    </a:ext>
                  </a:extLst>
                </p:cNvPr>
                <p:cNvSpPr/>
                <p:nvPr/>
              </p:nvSpPr>
              <p:spPr>
                <a:xfrm>
                  <a:off x="12275723" y="4648831"/>
                  <a:ext cx="216403" cy="308396"/>
                </a:xfrm>
                <a:custGeom>
                  <a:avLst/>
                  <a:gdLst>
                    <a:gd name="csX0" fmla="*/ 92529 w 216403"/>
                    <a:gd name="csY0" fmla="*/ 0 h 308396"/>
                    <a:gd name="csX1" fmla="*/ 15 w 216403"/>
                    <a:gd name="csY1" fmla="*/ 64273 h 308396"/>
                    <a:gd name="csX2" fmla="*/ 60179 w 216403"/>
                    <a:gd name="csY2" fmla="*/ 29640 h 308396"/>
                    <a:gd name="csX3" fmla="*/ 150374 w 216403"/>
                    <a:gd name="csY3" fmla="*/ 87926 h 308396"/>
                    <a:gd name="csX4" fmla="*/ 213159 w 216403"/>
                    <a:gd name="csY4" fmla="*/ 81998 h 308396"/>
                    <a:gd name="csX5" fmla="*/ 167517 w 216403"/>
                    <a:gd name="csY5" fmla="*/ 16429 h 308396"/>
                    <a:gd name="csX6" fmla="*/ 212607 w 216403"/>
                    <a:gd name="csY6" fmla="*/ 74627 h 308396"/>
                    <a:gd name="csX7" fmla="*/ 184285 w 216403"/>
                    <a:gd name="csY7" fmla="*/ 241599 h 308396"/>
                    <a:gd name="csX8" fmla="*/ 178165 w 216403"/>
                    <a:gd name="csY8" fmla="*/ 242711 h 308396"/>
                    <a:gd name="csX9" fmla="*/ 182459 w 216403"/>
                    <a:gd name="csY9" fmla="*/ 205441 h 308396"/>
                    <a:gd name="csX10" fmla="*/ 196296 w 216403"/>
                    <a:gd name="csY10" fmla="*/ 124342 h 308396"/>
                    <a:gd name="csX11" fmla="*/ 163231 w 216403"/>
                    <a:gd name="csY11" fmla="*/ 143628 h 308396"/>
                    <a:gd name="csX12" fmla="*/ 165661 w 216403"/>
                    <a:gd name="csY12" fmla="*/ 159372 h 308396"/>
                    <a:gd name="csX13" fmla="*/ 170897 w 216403"/>
                    <a:gd name="csY13" fmla="*/ 214242 h 308396"/>
                    <a:gd name="csX14" fmla="*/ 136860 w 216403"/>
                    <a:gd name="csY14" fmla="*/ 293913 h 308396"/>
                    <a:gd name="csX15" fmla="*/ 21267 w 216403"/>
                    <a:gd name="csY15" fmla="*/ 225678 h 308396"/>
                    <a:gd name="csX16" fmla="*/ 33293 w 216403"/>
                    <a:gd name="csY16" fmla="*/ 228277 h 308396"/>
                    <a:gd name="csX17" fmla="*/ 67977 w 216403"/>
                    <a:gd name="csY17" fmla="*/ 210957 h 308396"/>
                    <a:gd name="csX18" fmla="*/ 149674 w 216403"/>
                    <a:gd name="csY18" fmla="*/ 161589 h 308396"/>
                    <a:gd name="csX19" fmla="*/ 147870 w 216403"/>
                    <a:gd name="csY19" fmla="*/ 111845 h 308396"/>
                    <a:gd name="csX20" fmla="*/ 147862 w 216403"/>
                    <a:gd name="csY20" fmla="*/ 111830 h 308396"/>
                    <a:gd name="csX21" fmla="*/ 146728 w 216403"/>
                    <a:gd name="csY21" fmla="*/ 107633 h 308396"/>
                    <a:gd name="csX22" fmla="*/ 146684 w 216403"/>
                    <a:gd name="csY22" fmla="*/ 107478 h 308396"/>
                    <a:gd name="csX23" fmla="*/ 146640 w 216403"/>
                    <a:gd name="csY23" fmla="*/ 107316 h 308396"/>
                    <a:gd name="csX24" fmla="*/ 146522 w 216403"/>
                    <a:gd name="csY24" fmla="*/ 106881 h 308396"/>
                    <a:gd name="csX25" fmla="*/ 117979 w 216403"/>
                    <a:gd name="csY25" fmla="*/ 39515 h 308396"/>
                    <a:gd name="csX26" fmla="*/ 68508 w 216403"/>
                    <a:gd name="csY26" fmla="*/ 68191 h 308396"/>
                    <a:gd name="csX27" fmla="*/ 40723 w 216403"/>
                    <a:gd name="csY27" fmla="*/ 86807 h 308396"/>
                    <a:gd name="csX28" fmla="*/ 0 w 216403"/>
                    <a:gd name="csY28" fmla="*/ 65422 h 3083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216403" h="308396">
                      <a:moveTo>
                        <a:pt x="92529" y="0"/>
                      </a:moveTo>
                      <a:cubicBezTo>
                        <a:pt x="3697" y="0"/>
                        <a:pt x="265" y="54626"/>
                        <a:pt x="15" y="64273"/>
                      </a:cubicBezTo>
                      <a:cubicBezTo>
                        <a:pt x="545" y="60046"/>
                        <a:pt x="4985" y="56821"/>
                        <a:pt x="60179" y="29640"/>
                      </a:cubicBezTo>
                      <a:cubicBezTo>
                        <a:pt x="125387" y="-2474"/>
                        <a:pt x="150374" y="87926"/>
                        <a:pt x="150374" y="87926"/>
                      </a:cubicBezTo>
                      <a:cubicBezTo>
                        <a:pt x="150374" y="87926"/>
                        <a:pt x="214308" y="107191"/>
                        <a:pt x="213159" y="81998"/>
                      </a:cubicBezTo>
                      <a:cubicBezTo>
                        <a:pt x="212408" y="65429"/>
                        <a:pt x="201863" y="35193"/>
                        <a:pt x="167517" y="16429"/>
                      </a:cubicBezTo>
                      <a:cubicBezTo>
                        <a:pt x="181059" y="17386"/>
                        <a:pt x="201774" y="27254"/>
                        <a:pt x="212607" y="74627"/>
                      </a:cubicBezTo>
                      <a:cubicBezTo>
                        <a:pt x="229552" y="148753"/>
                        <a:pt x="184285" y="241599"/>
                        <a:pt x="184285" y="241599"/>
                      </a:cubicBezTo>
                      <a:lnTo>
                        <a:pt x="178165" y="242711"/>
                      </a:lnTo>
                      <a:cubicBezTo>
                        <a:pt x="181509" y="232092"/>
                        <a:pt x="182451" y="219838"/>
                        <a:pt x="182459" y="205441"/>
                      </a:cubicBezTo>
                      <a:cubicBezTo>
                        <a:pt x="182459" y="205441"/>
                        <a:pt x="228756" y="161353"/>
                        <a:pt x="196296" y="124342"/>
                      </a:cubicBezTo>
                      <a:cubicBezTo>
                        <a:pt x="177893" y="103361"/>
                        <a:pt x="167171" y="130233"/>
                        <a:pt x="163231" y="143628"/>
                      </a:cubicBezTo>
                      <a:cubicBezTo>
                        <a:pt x="163938" y="149276"/>
                        <a:pt x="164763" y="154946"/>
                        <a:pt x="165661" y="159372"/>
                      </a:cubicBezTo>
                      <a:cubicBezTo>
                        <a:pt x="168437" y="173113"/>
                        <a:pt x="184631" y="205972"/>
                        <a:pt x="170897" y="214242"/>
                      </a:cubicBezTo>
                      <a:cubicBezTo>
                        <a:pt x="170897" y="214242"/>
                        <a:pt x="181744" y="268883"/>
                        <a:pt x="136860" y="293913"/>
                      </a:cubicBezTo>
                      <a:cubicBezTo>
                        <a:pt x="56504" y="338730"/>
                        <a:pt x="22983" y="269177"/>
                        <a:pt x="21267" y="225678"/>
                      </a:cubicBezTo>
                      <a:cubicBezTo>
                        <a:pt x="21267" y="225678"/>
                        <a:pt x="26422" y="232416"/>
                        <a:pt x="33293" y="228277"/>
                      </a:cubicBezTo>
                      <a:cubicBezTo>
                        <a:pt x="40163" y="224139"/>
                        <a:pt x="38448" y="215501"/>
                        <a:pt x="67977" y="210957"/>
                      </a:cubicBezTo>
                      <a:cubicBezTo>
                        <a:pt x="85695" y="208225"/>
                        <a:pt x="130756" y="222909"/>
                        <a:pt x="149674" y="161589"/>
                      </a:cubicBezTo>
                      <a:cubicBezTo>
                        <a:pt x="154939" y="144519"/>
                        <a:pt x="150366" y="121764"/>
                        <a:pt x="147870" y="111845"/>
                      </a:cubicBezTo>
                      <a:cubicBezTo>
                        <a:pt x="147870" y="111837"/>
                        <a:pt x="147862" y="111830"/>
                        <a:pt x="147862" y="111830"/>
                      </a:cubicBezTo>
                      <a:cubicBezTo>
                        <a:pt x="147376" y="109893"/>
                        <a:pt x="146971" y="108457"/>
                        <a:pt x="146728" y="107633"/>
                      </a:cubicBezTo>
                      <a:cubicBezTo>
                        <a:pt x="146714" y="107581"/>
                        <a:pt x="146699" y="107529"/>
                        <a:pt x="146684" y="107478"/>
                      </a:cubicBezTo>
                      <a:cubicBezTo>
                        <a:pt x="146669" y="107419"/>
                        <a:pt x="146655" y="107367"/>
                        <a:pt x="146640" y="107316"/>
                      </a:cubicBezTo>
                      <a:cubicBezTo>
                        <a:pt x="146603" y="107169"/>
                        <a:pt x="146566" y="107021"/>
                        <a:pt x="146522" y="106881"/>
                      </a:cubicBezTo>
                      <a:cubicBezTo>
                        <a:pt x="137663" y="73567"/>
                        <a:pt x="145130" y="48949"/>
                        <a:pt x="117979" y="39515"/>
                      </a:cubicBezTo>
                      <a:cubicBezTo>
                        <a:pt x="100998" y="33617"/>
                        <a:pt x="74414" y="55348"/>
                        <a:pt x="68508" y="68191"/>
                      </a:cubicBezTo>
                      <a:cubicBezTo>
                        <a:pt x="63485" y="79097"/>
                        <a:pt x="52719" y="86225"/>
                        <a:pt x="40723" y="86807"/>
                      </a:cubicBezTo>
                      <a:cubicBezTo>
                        <a:pt x="16959" y="87956"/>
                        <a:pt x="5656" y="78979"/>
                        <a:pt x="0" y="65422"/>
                      </a:cubicBezTo>
                    </a:path>
                  </a:pathLst>
                </a:custGeom>
                <a:solidFill>
                  <a:srgbClr val="161616"/>
                </a:solidFill>
                <a:ln w="735" cap="flat">
                  <a:noFill/>
                  <a:prstDash val="solid"/>
                  <a:miter/>
                </a:ln>
              </p:spPr>
              <p:txBody>
                <a:bodyPr/>
                <a:lstStyle/>
                <a:p>
                  <a:endParaRPr lang="en-US"/>
                </a:p>
              </p:txBody>
            </p:sp>
            <p:sp>
              <p:nvSpPr>
                <p:cNvPr id="875" name="Freeform: Shape 874">
                  <a:extLst>
                    <a:ext uri="{FF2B5EF4-FFF2-40B4-BE49-F238E27FC236}">
                      <a16:creationId xmlns:a16="http://schemas.microsoft.com/office/drawing/2014/main" id="{754DD2CF-D3C9-7D4B-1689-7B59F2EFA8FC}"/>
                    </a:ext>
                  </a:extLst>
                </p:cNvPr>
                <p:cNvSpPr/>
                <p:nvPr/>
              </p:nvSpPr>
              <p:spPr>
                <a:xfrm>
                  <a:off x="12422223" y="4755690"/>
                  <a:ext cx="139" cy="456"/>
                </a:xfrm>
                <a:custGeom>
                  <a:avLst/>
                  <a:gdLst>
                    <a:gd name="csX0" fmla="*/ 140 w 139"/>
                    <a:gd name="csY0" fmla="*/ 457 h 456"/>
                    <a:gd name="csX1" fmla="*/ 0 w 139"/>
                    <a:gd name="csY1" fmla="*/ 0 h 456"/>
                    <a:gd name="csX2" fmla="*/ 22 w 139"/>
                    <a:gd name="csY2" fmla="*/ 22 h 456"/>
                    <a:gd name="csX3" fmla="*/ 140 w 139"/>
                    <a:gd name="csY3" fmla="*/ 457 h 456"/>
                  </a:gdLst>
                  <a:ahLst/>
                  <a:cxnLst>
                    <a:cxn ang="0">
                      <a:pos x="csX0" y="csY0"/>
                    </a:cxn>
                    <a:cxn ang="0">
                      <a:pos x="csX1" y="csY1"/>
                    </a:cxn>
                    <a:cxn ang="0">
                      <a:pos x="csX2" y="csY2"/>
                    </a:cxn>
                    <a:cxn ang="0">
                      <a:pos x="csX3" y="csY3"/>
                    </a:cxn>
                  </a:cxnLst>
                  <a:rect l="l" t="t" r="r" b="b"/>
                  <a:pathLst>
                    <a:path w="139" h="456">
                      <a:moveTo>
                        <a:pt x="140" y="457"/>
                      </a:moveTo>
                      <a:cubicBezTo>
                        <a:pt x="52" y="155"/>
                        <a:pt x="0" y="0"/>
                        <a:pt x="0" y="0"/>
                      </a:cubicBezTo>
                      <a:lnTo>
                        <a:pt x="22" y="22"/>
                      </a:lnTo>
                      <a:cubicBezTo>
                        <a:pt x="66" y="162"/>
                        <a:pt x="103" y="309"/>
                        <a:pt x="140" y="457"/>
                      </a:cubicBezTo>
                      <a:close/>
                    </a:path>
                  </a:pathLst>
                </a:custGeom>
                <a:solidFill>
                  <a:srgbClr val="084D91"/>
                </a:solidFill>
                <a:ln w="735" cap="flat">
                  <a:noFill/>
                  <a:prstDash val="solid"/>
                  <a:miter/>
                </a:ln>
              </p:spPr>
              <p:txBody>
                <a:bodyPr/>
                <a:lstStyle/>
                <a:p>
                  <a:endParaRPr lang="en-US"/>
                </a:p>
              </p:txBody>
            </p:sp>
          </p:grpSp>
        </p:grpSp>
        <p:sp>
          <p:nvSpPr>
            <p:cNvPr id="876" name="Freeform: Shape 875">
              <a:extLst>
                <a:ext uri="{FF2B5EF4-FFF2-40B4-BE49-F238E27FC236}">
                  <a16:creationId xmlns:a16="http://schemas.microsoft.com/office/drawing/2014/main" id="{F5B45958-EAC4-8E16-C037-382ED7EF4D14}"/>
                </a:ext>
              </a:extLst>
            </p:cNvPr>
            <p:cNvSpPr/>
            <p:nvPr/>
          </p:nvSpPr>
          <p:spPr>
            <a:xfrm>
              <a:off x="12324885" y="4877211"/>
              <a:ext cx="43366" cy="26159"/>
            </a:xfrm>
            <a:custGeom>
              <a:avLst/>
              <a:gdLst>
                <a:gd name="csX0" fmla="*/ 9640 w 43366"/>
                <a:gd name="csY0" fmla="*/ 6745 h 26159"/>
                <a:gd name="csX1" fmla="*/ 43367 w 43366"/>
                <a:gd name="csY1" fmla="*/ 0 h 26159"/>
                <a:gd name="csX2" fmla="*/ 20236 w 43366"/>
                <a:gd name="csY2" fmla="*/ 26017 h 26159"/>
                <a:gd name="csX3" fmla="*/ 0 w 43366"/>
                <a:gd name="csY3" fmla="*/ 9632 h 26159"/>
                <a:gd name="csX4" fmla="*/ 9640 w 43366"/>
                <a:gd name="csY4" fmla="*/ 6738 h 26159"/>
              </a:gdLst>
              <a:ahLst/>
              <a:cxnLst>
                <a:cxn ang="0">
                  <a:pos x="csX0" y="csY0"/>
                </a:cxn>
                <a:cxn ang="0">
                  <a:pos x="csX1" y="csY1"/>
                </a:cxn>
                <a:cxn ang="0">
                  <a:pos x="csX2" y="csY2"/>
                </a:cxn>
                <a:cxn ang="0">
                  <a:pos x="csX3" y="csY3"/>
                </a:cxn>
                <a:cxn ang="0">
                  <a:pos x="csX4" y="csY4"/>
                </a:cxn>
              </a:cxnLst>
              <a:rect l="l" t="t" r="r" b="b"/>
              <a:pathLst>
                <a:path w="43366" h="26159">
                  <a:moveTo>
                    <a:pt x="9640" y="6745"/>
                  </a:moveTo>
                  <a:lnTo>
                    <a:pt x="43367" y="0"/>
                  </a:lnTo>
                  <a:cubicBezTo>
                    <a:pt x="43367" y="0"/>
                    <a:pt x="34692" y="24095"/>
                    <a:pt x="20236" y="26017"/>
                  </a:cubicBezTo>
                  <a:cubicBezTo>
                    <a:pt x="5781" y="27946"/>
                    <a:pt x="0" y="9632"/>
                    <a:pt x="0" y="9632"/>
                  </a:cubicBezTo>
                  <a:lnTo>
                    <a:pt x="9640" y="6738"/>
                  </a:lnTo>
                  <a:close/>
                </a:path>
              </a:pathLst>
            </a:custGeom>
            <a:solidFill>
              <a:srgbClr val="FFFFFF"/>
            </a:solidFill>
            <a:ln w="735" cap="flat">
              <a:noFill/>
              <a:prstDash val="solid"/>
              <a:miter/>
            </a:ln>
          </p:spPr>
          <p:txBody>
            <a:bodyPr/>
            <a:lstStyle/>
            <a:p>
              <a:endParaRPr lang="en-US"/>
            </a:p>
          </p:txBody>
        </p:sp>
        <p:sp>
          <p:nvSpPr>
            <p:cNvPr id="877" name="Freeform: Shape 876">
              <a:extLst>
                <a:ext uri="{FF2B5EF4-FFF2-40B4-BE49-F238E27FC236}">
                  <a16:creationId xmlns:a16="http://schemas.microsoft.com/office/drawing/2014/main" id="{8E823952-D5C1-C7FB-1899-BED49902292F}"/>
                </a:ext>
              </a:extLst>
            </p:cNvPr>
            <p:cNvSpPr/>
            <p:nvPr/>
          </p:nvSpPr>
          <p:spPr>
            <a:xfrm>
              <a:off x="12367096" y="4786265"/>
              <a:ext cx="18057" cy="17468"/>
            </a:xfrm>
            <a:custGeom>
              <a:avLst/>
              <a:gdLst>
                <a:gd name="csX0" fmla="*/ 13970 w 18057"/>
                <a:gd name="csY0" fmla="*/ 1643 h 17468"/>
                <a:gd name="csX1" fmla="*/ 17961 w 18057"/>
                <a:gd name="csY1" fmla="*/ 8116 h 17468"/>
                <a:gd name="csX2" fmla="*/ 14743 w 18057"/>
                <a:gd name="csY2" fmla="*/ 15804 h 17468"/>
                <a:gd name="csX3" fmla="*/ 6392 w 18057"/>
                <a:gd name="csY3" fmla="*/ 16931 h 17468"/>
                <a:gd name="csX4" fmla="*/ 898 w 18057"/>
                <a:gd name="csY4" fmla="*/ 4088 h 17468"/>
                <a:gd name="csX5" fmla="*/ 6289 w 18057"/>
                <a:gd name="csY5" fmla="*/ 185 h 17468"/>
                <a:gd name="csX6" fmla="*/ 12998 w 18057"/>
                <a:gd name="csY6" fmla="*/ 1105 h 17468"/>
                <a:gd name="csX7" fmla="*/ 13970 w 18057"/>
                <a:gd name="csY7" fmla="*/ 1643 h 174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057" h="17468">
                  <a:moveTo>
                    <a:pt x="13970" y="1643"/>
                  </a:moveTo>
                  <a:cubicBezTo>
                    <a:pt x="16135" y="3057"/>
                    <a:pt x="17534" y="5553"/>
                    <a:pt x="17961" y="8116"/>
                  </a:cubicBezTo>
                  <a:cubicBezTo>
                    <a:pt x="18439" y="11003"/>
                    <a:pt x="17099" y="14073"/>
                    <a:pt x="14743" y="15804"/>
                  </a:cubicBezTo>
                  <a:cubicBezTo>
                    <a:pt x="12386" y="17535"/>
                    <a:pt x="9146" y="17925"/>
                    <a:pt x="6392" y="16931"/>
                  </a:cubicBezTo>
                  <a:cubicBezTo>
                    <a:pt x="1480" y="15163"/>
                    <a:pt x="-1627" y="9000"/>
                    <a:pt x="898" y="4088"/>
                  </a:cubicBezTo>
                  <a:cubicBezTo>
                    <a:pt x="1944" y="2048"/>
                    <a:pt x="4043" y="649"/>
                    <a:pt x="6289" y="185"/>
                  </a:cubicBezTo>
                  <a:cubicBezTo>
                    <a:pt x="8535" y="-272"/>
                    <a:pt x="10906" y="148"/>
                    <a:pt x="12998" y="1105"/>
                  </a:cubicBezTo>
                  <a:cubicBezTo>
                    <a:pt x="13336" y="1260"/>
                    <a:pt x="13660" y="1437"/>
                    <a:pt x="13970" y="1643"/>
                  </a:cubicBezTo>
                  <a:close/>
                </a:path>
              </a:pathLst>
            </a:custGeom>
            <a:solidFill>
              <a:srgbClr val="1A1A1A"/>
            </a:solidFill>
            <a:ln w="735" cap="flat">
              <a:noFill/>
              <a:prstDash val="solid"/>
              <a:miter/>
            </a:ln>
          </p:spPr>
          <p:txBody>
            <a:bodyPr/>
            <a:lstStyle/>
            <a:p>
              <a:endParaRPr lang="en-US"/>
            </a:p>
          </p:txBody>
        </p:sp>
        <p:sp>
          <p:nvSpPr>
            <p:cNvPr id="878" name="Freeform: Shape 877">
              <a:extLst>
                <a:ext uri="{FF2B5EF4-FFF2-40B4-BE49-F238E27FC236}">
                  <a16:creationId xmlns:a16="http://schemas.microsoft.com/office/drawing/2014/main" id="{DBFE45B3-76EB-D226-2B1B-768D00A4EB8B}"/>
                </a:ext>
              </a:extLst>
            </p:cNvPr>
            <p:cNvSpPr/>
            <p:nvPr/>
          </p:nvSpPr>
          <p:spPr>
            <a:xfrm>
              <a:off x="12279920" y="4814322"/>
              <a:ext cx="14338" cy="16159"/>
            </a:xfrm>
            <a:custGeom>
              <a:avLst/>
              <a:gdLst>
                <a:gd name="csX0" fmla="*/ 13337 w 14338"/>
                <a:gd name="csY0" fmla="*/ 4198 h 16159"/>
                <a:gd name="csX1" fmla="*/ 8189 w 14338"/>
                <a:gd name="csY1" fmla="*/ 324 h 16159"/>
                <a:gd name="csX2" fmla="*/ 2990 w 14338"/>
                <a:gd name="csY2" fmla="*/ 936 h 16159"/>
                <a:gd name="csX3" fmla="*/ 2335 w 14338"/>
                <a:gd name="csY3" fmla="*/ 13594 h 16159"/>
                <a:gd name="csX4" fmla="*/ 5479 w 14338"/>
                <a:gd name="csY4" fmla="*/ 15988 h 16159"/>
                <a:gd name="csX5" fmla="*/ 8152 w 14338"/>
                <a:gd name="csY5" fmla="*/ 15988 h 16159"/>
                <a:gd name="csX6" fmla="*/ 14021 w 14338"/>
                <a:gd name="csY6" fmla="*/ 10170 h 16159"/>
                <a:gd name="csX7" fmla="*/ 13337 w 14338"/>
                <a:gd name="csY7" fmla="*/ 4198 h 161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4338" h="16159">
                  <a:moveTo>
                    <a:pt x="13337" y="4198"/>
                  </a:moveTo>
                  <a:cubicBezTo>
                    <a:pt x="12283" y="2423"/>
                    <a:pt x="10465" y="1068"/>
                    <a:pt x="8189" y="324"/>
                  </a:cubicBezTo>
                  <a:cubicBezTo>
                    <a:pt x="6473" y="-235"/>
                    <a:pt x="4478" y="-95"/>
                    <a:pt x="2990" y="936"/>
                  </a:cubicBezTo>
                  <a:cubicBezTo>
                    <a:pt x="-1288" y="3889"/>
                    <a:pt x="-486" y="10097"/>
                    <a:pt x="2335" y="13594"/>
                  </a:cubicBezTo>
                  <a:cubicBezTo>
                    <a:pt x="3174" y="14633"/>
                    <a:pt x="4198" y="15612"/>
                    <a:pt x="5479" y="15988"/>
                  </a:cubicBezTo>
                  <a:cubicBezTo>
                    <a:pt x="6341" y="16238"/>
                    <a:pt x="7276" y="16194"/>
                    <a:pt x="8152" y="15988"/>
                  </a:cubicBezTo>
                  <a:cubicBezTo>
                    <a:pt x="10965" y="15332"/>
                    <a:pt x="13256" y="12961"/>
                    <a:pt x="14021" y="10170"/>
                  </a:cubicBezTo>
                  <a:cubicBezTo>
                    <a:pt x="14640" y="7917"/>
                    <a:pt x="14323" y="5870"/>
                    <a:pt x="13337" y="4198"/>
                  </a:cubicBezTo>
                  <a:close/>
                </a:path>
              </a:pathLst>
            </a:custGeom>
            <a:solidFill>
              <a:srgbClr val="1A1A1A"/>
            </a:solidFill>
            <a:ln w="735" cap="flat">
              <a:noFill/>
              <a:prstDash val="solid"/>
              <a:miter/>
            </a:ln>
          </p:spPr>
          <p:txBody>
            <a:bodyPr/>
            <a:lstStyle/>
            <a:p>
              <a:endParaRPr lang="en-US"/>
            </a:p>
          </p:txBody>
        </p:sp>
        <p:sp>
          <p:nvSpPr>
            <p:cNvPr id="879" name="Freeform: Shape 878">
              <a:extLst>
                <a:ext uri="{FF2B5EF4-FFF2-40B4-BE49-F238E27FC236}">
                  <a16:creationId xmlns:a16="http://schemas.microsoft.com/office/drawing/2014/main" id="{F1621A97-70A6-5B19-C91C-B172153DA20B}"/>
                </a:ext>
              </a:extLst>
            </p:cNvPr>
            <p:cNvSpPr/>
            <p:nvPr/>
          </p:nvSpPr>
          <p:spPr>
            <a:xfrm>
              <a:off x="12426094" y="4927958"/>
              <a:ext cx="114796" cy="99388"/>
            </a:xfrm>
            <a:custGeom>
              <a:avLst/>
              <a:gdLst>
                <a:gd name="csX0" fmla="*/ 114660 w 114796"/>
                <a:gd name="csY0" fmla="*/ 6111 h 99388"/>
                <a:gd name="csX1" fmla="*/ 111950 w 114796"/>
                <a:gd name="csY1" fmla="*/ 43 h 99388"/>
                <a:gd name="csX2" fmla="*/ 106030 w 114796"/>
                <a:gd name="csY2" fmla="*/ 3909 h 99388"/>
                <a:gd name="csX3" fmla="*/ 80741 w 114796"/>
                <a:gd name="csY3" fmla="*/ 47850 h 99388"/>
                <a:gd name="csX4" fmla="*/ 63443 w 114796"/>
                <a:gd name="csY4" fmla="*/ 84346 h 99388"/>
                <a:gd name="csX5" fmla="*/ 31498 w 114796"/>
                <a:gd name="csY5" fmla="*/ 58594 h 99388"/>
                <a:gd name="csX6" fmla="*/ 341 w 114796"/>
                <a:gd name="csY6" fmla="*/ 47983 h 99388"/>
                <a:gd name="csX7" fmla="*/ 3817 w 114796"/>
                <a:gd name="csY7" fmla="*/ 50663 h 99388"/>
                <a:gd name="csX8" fmla="*/ 18884 w 114796"/>
                <a:gd name="csY8" fmla="*/ 60597 h 99388"/>
                <a:gd name="csX9" fmla="*/ 33207 w 114796"/>
                <a:gd name="csY9" fmla="*/ 74545 h 99388"/>
                <a:gd name="csX10" fmla="*/ 64563 w 114796"/>
                <a:gd name="csY10" fmla="*/ 98566 h 99388"/>
                <a:gd name="csX11" fmla="*/ 73193 w 114796"/>
                <a:gd name="csY11" fmla="*/ 93618 h 99388"/>
                <a:gd name="csX12" fmla="*/ 94107 w 114796"/>
                <a:gd name="csY12" fmla="*/ 48623 h 99388"/>
                <a:gd name="csX13" fmla="*/ 105985 w 114796"/>
                <a:gd name="csY13" fmla="*/ 30206 h 99388"/>
                <a:gd name="csX14" fmla="*/ 114660 w 114796"/>
                <a:gd name="csY14" fmla="*/ 6111 h 99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4796" h="99388">
                  <a:moveTo>
                    <a:pt x="114660" y="6111"/>
                  </a:moveTo>
                  <a:cubicBezTo>
                    <a:pt x="114307" y="3408"/>
                    <a:pt x="114844" y="433"/>
                    <a:pt x="111950" y="43"/>
                  </a:cubicBezTo>
                  <a:cubicBezTo>
                    <a:pt x="109579" y="-281"/>
                    <a:pt x="106398" y="1251"/>
                    <a:pt x="106030" y="3909"/>
                  </a:cubicBezTo>
                  <a:cubicBezTo>
                    <a:pt x="103651" y="20920"/>
                    <a:pt x="90094" y="34065"/>
                    <a:pt x="80741" y="47850"/>
                  </a:cubicBezTo>
                  <a:cubicBezTo>
                    <a:pt x="73053" y="59191"/>
                    <a:pt x="66684" y="71179"/>
                    <a:pt x="63443" y="84346"/>
                  </a:cubicBezTo>
                  <a:cubicBezTo>
                    <a:pt x="52022" y="76776"/>
                    <a:pt x="41734" y="67748"/>
                    <a:pt x="31498" y="58594"/>
                  </a:cubicBezTo>
                  <a:cubicBezTo>
                    <a:pt x="24524" y="52350"/>
                    <a:pt x="9274" y="34727"/>
                    <a:pt x="341" y="47983"/>
                  </a:cubicBezTo>
                  <a:cubicBezTo>
                    <a:pt x="-1051" y="50052"/>
                    <a:pt x="2160" y="52563"/>
                    <a:pt x="3817" y="50663"/>
                  </a:cubicBezTo>
                  <a:cubicBezTo>
                    <a:pt x="7587" y="46326"/>
                    <a:pt x="16417" y="58160"/>
                    <a:pt x="18884" y="60597"/>
                  </a:cubicBezTo>
                  <a:cubicBezTo>
                    <a:pt x="23619" y="65281"/>
                    <a:pt x="28324" y="70016"/>
                    <a:pt x="33207" y="74545"/>
                  </a:cubicBezTo>
                  <a:cubicBezTo>
                    <a:pt x="42861" y="83499"/>
                    <a:pt x="53163" y="91924"/>
                    <a:pt x="64563" y="98566"/>
                  </a:cubicBezTo>
                  <a:cubicBezTo>
                    <a:pt x="68679" y="100959"/>
                    <a:pt x="72678" y="97771"/>
                    <a:pt x="73193" y="93618"/>
                  </a:cubicBezTo>
                  <a:cubicBezTo>
                    <a:pt x="75270" y="76864"/>
                    <a:pt x="84556" y="62114"/>
                    <a:pt x="94107" y="48623"/>
                  </a:cubicBezTo>
                  <a:cubicBezTo>
                    <a:pt x="98960" y="41767"/>
                    <a:pt x="101339" y="37202"/>
                    <a:pt x="105985" y="30206"/>
                  </a:cubicBezTo>
                  <a:cubicBezTo>
                    <a:pt x="110315" y="23689"/>
                    <a:pt x="115728" y="14226"/>
                    <a:pt x="114660" y="6111"/>
                  </a:cubicBezTo>
                  <a:close/>
                </a:path>
              </a:pathLst>
            </a:custGeom>
            <a:solidFill>
              <a:srgbClr val="084D91"/>
            </a:solidFill>
            <a:ln w="735" cap="flat">
              <a:noFill/>
              <a:prstDash val="solid"/>
              <a:miter/>
            </a:ln>
          </p:spPr>
          <p:txBody>
            <a:bodyPr/>
            <a:lstStyle/>
            <a:p>
              <a:endParaRPr lang="en-US"/>
            </a:p>
          </p:txBody>
        </p:sp>
        <p:grpSp>
          <p:nvGrpSpPr>
            <p:cNvPr id="897" name="Graphic 831">
              <a:extLst>
                <a:ext uri="{FF2B5EF4-FFF2-40B4-BE49-F238E27FC236}">
                  <a16:creationId xmlns:a16="http://schemas.microsoft.com/office/drawing/2014/main" id="{3EC1F95E-F331-7D4F-5FD6-194108C004A1}"/>
                </a:ext>
              </a:extLst>
            </p:cNvPr>
            <p:cNvGrpSpPr/>
            <p:nvPr/>
          </p:nvGrpSpPr>
          <p:grpSpPr>
            <a:xfrm>
              <a:off x="11748515" y="5117694"/>
              <a:ext cx="645724" cy="290586"/>
              <a:chOff x="11748515" y="5117694"/>
              <a:chExt cx="645724" cy="290586"/>
            </a:xfrm>
          </p:grpSpPr>
          <p:sp>
            <p:nvSpPr>
              <p:cNvPr id="898" name="Freeform: Shape 897">
                <a:extLst>
                  <a:ext uri="{FF2B5EF4-FFF2-40B4-BE49-F238E27FC236}">
                    <a16:creationId xmlns:a16="http://schemas.microsoft.com/office/drawing/2014/main" id="{8D53898D-3FE4-F296-2CED-53A9F3F5E2A3}"/>
                  </a:ext>
                </a:extLst>
              </p:cNvPr>
              <p:cNvSpPr/>
              <p:nvPr/>
            </p:nvSpPr>
            <p:spPr>
              <a:xfrm>
                <a:off x="11844396" y="5393893"/>
                <a:ext cx="549843" cy="14385"/>
              </a:xfrm>
              <a:custGeom>
                <a:avLst/>
                <a:gdLst>
                  <a:gd name="csX0" fmla="*/ 60 w 549843"/>
                  <a:gd name="csY0" fmla="*/ 965 h 14385"/>
                  <a:gd name="csX1" fmla="*/ 4891 w 549843"/>
                  <a:gd name="csY1" fmla="*/ 13528 h 14385"/>
                  <a:gd name="csX2" fmla="*/ 549844 w 549843"/>
                  <a:gd name="csY2" fmla="*/ 13528 h 14385"/>
                  <a:gd name="csX3" fmla="*/ 542112 w 549843"/>
                  <a:gd name="csY3" fmla="*/ 2901 h 14385"/>
                  <a:gd name="csX4" fmla="*/ 281234 w 549843"/>
                  <a:gd name="csY4" fmla="*/ 0 h 14385"/>
                  <a:gd name="csX5" fmla="*/ 60 w 549843"/>
                  <a:gd name="csY5" fmla="*/ 965 h 14385"/>
                </a:gdLst>
                <a:ahLst/>
                <a:cxnLst>
                  <a:cxn ang="0">
                    <a:pos x="csX0" y="csY0"/>
                  </a:cxn>
                  <a:cxn ang="0">
                    <a:pos x="csX1" y="csY1"/>
                  </a:cxn>
                  <a:cxn ang="0">
                    <a:pos x="csX2" y="csY2"/>
                  </a:cxn>
                  <a:cxn ang="0">
                    <a:pos x="csX3" y="csY3"/>
                  </a:cxn>
                  <a:cxn ang="0">
                    <a:pos x="csX4" y="csY4"/>
                  </a:cxn>
                  <a:cxn ang="0">
                    <a:pos x="csX5" y="csY5"/>
                  </a:cxn>
                </a:cxnLst>
                <a:rect l="l" t="t" r="r" b="b"/>
                <a:pathLst>
                  <a:path w="549843" h="14385">
                    <a:moveTo>
                      <a:pt x="60" y="965"/>
                    </a:moveTo>
                    <a:cubicBezTo>
                      <a:pt x="60" y="965"/>
                      <a:pt x="-905" y="11591"/>
                      <a:pt x="4891" y="13528"/>
                    </a:cubicBezTo>
                    <a:cubicBezTo>
                      <a:pt x="10686" y="15457"/>
                      <a:pt x="549844" y="13528"/>
                      <a:pt x="549844" y="13528"/>
                    </a:cubicBezTo>
                    <a:cubicBezTo>
                      <a:pt x="549844" y="13528"/>
                      <a:pt x="546943" y="2901"/>
                      <a:pt x="542112" y="2901"/>
                    </a:cubicBezTo>
                    <a:cubicBezTo>
                      <a:pt x="537281" y="2901"/>
                      <a:pt x="281234" y="0"/>
                      <a:pt x="281234" y="0"/>
                    </a:cubicBezTo>
                    <a:lnTo>
                      <a:pt x="60" y="965"/>
                    </a:lnTo>
                    <a:close/>
                  </a:path>
                </a:pathLst>
              </a:custGeom>
              <a:solidFill>
                <a:srgbClr val="00A9F4"/>
              </a:solidFill>
              <a:ln w="735" cap="flat">
                <a:noFill/>
                <a:prstDash val="solid"/>
                <a:miter/>
              </a:ln>
            </p:spPr>
            <p:txBody>
              <a:bodyPr/>
              <a:lstStyle/>
              <a:p>
                <a:endParaRPr lang="en-US"/>
              </a:p>
            </p:txBody>
          </p:sp>
          <p:sp>
            <p:nvSpPr>
              <p:cNvPr id="899" name="Freeform: Shape 898">
                <a:extLst>
                  <a:ext uri="{FF2B5EF4-FFF2-40B4-BE49-F238E27FC236}">
                    <a16:creationId xmlns:a16="http://schemas.microsoft.com/office/drawing/2014/main" id="{065EE247-BC6F-D262-C9B0-5FD305B65AAD}"/>
                  </a:ext>
                </a:extLst>
              </p:cNvPr>
              <p:cNvSpPr/>
              <p:nvPr/>
            </p:nvSpPr>
            <p:spPr>
              <a:xfrm>
                <a:off x="11844403" y="5393893"/>
                <a:ext cx="339689" cy="14387"/>
              </a:xfrm>
              <a:custGeom>
                <a:avLst/>
                <a:gdLst>
                  <a:gd name="csX0" fmla="*/ 328577 w 339689"/>
                  <a:gd name="csY0" fmla="*/ 1929 h 14387"/>
                  <a:gd name="csX1" fmla="*/ 328275 w 339689"/>
                  <a:gd name="csY1" fmla="*/ 346 h 14387"/>
                  <a:gd name="csX2" fmla="*/ 281234 w 339689"/>
                  <a:gd name="csY2" fmla="*/ 0 h 14387"/>
                  <a:gd name="csX3" fmla="*/ 60 w 339689"/>
                  <a:gd name="csY3" fmla="*/ 965 h 14387"/>
                  <a:gd name="csX4" fmla="*/ 4891 w 339689"/>
                  <a:gd name="csY4" fmla="*/ 13528 h 14387"/>
                  <a:gd name="csX5" fmla="*/ 339689 w 339689"/>
                  <a:gd name="csY5" fmla="*/ 14168 h 14387"/>
                  <a:gd name="csX6" fmla="*/ 328577 w 339689"/>
                  <a:gd name="csY6" fmla="*/ 1937 h 143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89" h="14387">
                    <a:moveTo>
                      <a:pt x="328577" y="1929"/>
                    </a:moveTo>
                    <a:cubicBezTo>
                      <a:pt x="328496" y="1384"/>
                      <a:pt x="328385" y="862"/>
                      <a:pt x="328275" y="346"/>
                    </a:cubicBezTo>
                    <a:cubicBezTo>
                      <a:pt x="309563" y="133"/>
                      <a:pt x="281234" y="0"/>
                      <a:pt x="281234" y="0"/>
                    </a:cubicBezTo>
                    <a:lnTo>
                      <a:pt x="60" y="965"/>
                    </a:lnTo>
                    <a:cubicBezTo>
                      <a:pt x="60" y="965"/>
                      <a:pt x="-905" y="11591"/>
                      <a:pt x="4891" y="13528"/>
                    </a:cubicBezTo>
                    <a:cubicBezTo>
                      <a:pt x="8102" y="14595"/>
                      <a:pt x="191444" y="14485"/>
                      <a:pt x="339689" y="14168"/>
                    </a:cubicBezTo>
                    <a:cubicBezTo>
                      <a:pt x="336000" y="13299"/>
                      <a:pt x="329910" y="10560"/>
                      <a:pt x="328577" y="1937"/>
                    </a:cubicBezTo>
                    <a:close/>
                  </a:path>
                </a:pathLst>
              </a:custGeom>
              <a:solidFill>
                <a:srgbClr val="0291DC"/>
              </a:solidFill>
              <a:ln w="735" cap="flat">
                <a:noFill/>
                <a:prstDash val="solid"/>
                <a:miter/>
              </a:ln>
            </p:spPr>
            <p:txBody>
              <a:bodyPr/>
              <a:lstStyle/>
              <a:p>
                <a:endParaRPr lang="en-US"/>
              </a:p>
            </p:txBody>
          </p:sp>
          <p:sp>
            <p:nvSpPr>
              <p:cNvPr id="900" name="Freeform: Shape 899">
                <a:extLst>
                  <a:ext uri="{FF2B5EF4-FFF2-40B4-BE49-F238E27FC236}">
                    <a16:creationId xmlns:a16="http://schemas.microsoft.com/office/drawing/2014/main" id="{F2AC0510-FC02-7519-9D18-897B5E0DB406}"/>
                  </a:ext>
                </a:extLst>
              </p:cNvPr>
              <p:cNvSpPr/>
              <p:nvPr/>
            </p:nvSpPr>
            <p:spPr>
              <a:xfrm>
                <a:off x="11748515" y="5117694"/>
                <a:ext cx="428323" cy="282265"/>
              </a:xfrm>
              <a:custGeom>
                <a:avLst/>
                <a:gdLst>
                  <a:gd name="csX0" fmla="*/ 86279 w 428323"/>
                  <a:gd name="csY0" fmla="*/ 281030 h 282265"/>
                  <a:gd name="csX1" fmla="*/ 419627 w 428323"/>
                  <a:gd name="csY1" fmla="*/ 281995 h 282265"/>
                  <a:gd name="csX2" fmla="*/ 428324 w 428323"/>
                  <a:gd name="csY2" fmla="*/ 273298 h 282265"/>
                  <a:gd name="csX3" fmla="*/ 344263 w 428323"/>
                  <a:gd name="csY3" fmla="*/ 1787 h 282265"/>
                  <a:gd name="csX4" fmla="*/ 289 w 428323"/>
                  <a:gd name="csY4" fmla="*/ 11448 h 282265"/>
                  <a:gd name="csX5" fmla="*/ 86286 w 428323"/>
                  <a:gd name="csY5" fmla="*/ 281023 h 282265"/>
                </a:gdLst>
                <a:ahLst/>
                <a:cxnLst>
                  <a:cxn ang="0">
                    <a:pos x="csX0" y="csY0"/>
                  </a:cxn>
                  <a:cxn ang="0">
                    <a:pos x="csX1" y="csY1"/>
                  </a:cxn>
                  <a:cxn ang="0">
                    <a:pos x="csX2" y="csY2"/>
                  </a:cxn>
                  <a:cxn ang="0">
                    <a:pos x="csX3" y="csY3"/>
                  </a:cxn>
                  <a:cxn ang="0">
                    <a:pos x="csX4" y="csY4"/>
                  </a:cxn>
                  <a:cxn ang="0">
                    <a:pos x="csX5" y="csY5"/>
                  </a:cxn>
                </a:cxnLst>
                <a:rect l="l" t="t" r="r" b="b"/>
                <a:pathLst>
                  <a:path w="428323" h="282265">
                    <a:moveTo>
                      <a:pt x="86279" y="281030"/>
                    </a:moveTo>
                    <a:cubicBezTo>
                      <a:pt x="86279" y="281030"/>
                      <a:pt x="414796" y="282960"/>
                      <a:pt x="419627" y="281995"/>
                    </a:cubicBezTo>
                    <a:cubicBezTo>
                      <a:pt x="424457" y="281030"/>
                      <a:pt x="428324" y="273298"/>
                      <a:pt x="428324" y="273298"/>
                    </a:cubicBezTo>
                    <a:cubicBezTo>
                      <a:pt x="428324" y="273298"/>
                      <a:pt x="350059" y="7582"/>
                      <a:pt x="344263" y="1787"/>
                    </a:cubicBezTo>
                    <a:cubicBezTo>
                      <a:pt x="338468" y="-4009"/>
                      <a:pt x="6085" y="5653"/>
                      <a:pt x="289" y="11448"/>
                    </a:cubicBezTo>
                    <a:cubicBezTo>
                      <a:pt x="-5506" y="17244"/>
                      <a:pt x="77590" y="277164"/>
                      <a:pt x="86286" y="281023"/>
                    </a:cubicBezTo>
                    <a:close/>
                  </a:path>
                </a:pathLst>
              </a:custGeom>
              <a:solidFill>
                <a:srgbClr val="0291DC"/>
              </a:solidFill>
              <a:ln w="735" cap="flat">
                <a:noFill/>
                <a:prstDash val="solid"/>
                <a:miter/>
              </a:ln>
            </p:spPr>
            <p:txBody>
              <a:bodyPr/>
              <a:lstStyle/>
              <a:p>
                <a:endParaRPr lang="en-US"/>
              </a:p>
            </p:txBody>
          </p:sp>
          <p:sp>
            <p:nvSpPr>
              <p:cNvPr id="901" name="Freeform: Shape 900">
                <a:extLst>
                  <a:ext uri="{FF2B5EF4-FFF2-40B4-BE49-F238E27FC236}">
                    <a16:creationId xmlns:a16="http://schemas.microsoft.com/office/drawing/2014/main" id="{560464EE-4DB3-01D1-1979-0D1F4FF79A9C}"/>
                  </a:ext>
                </a:extLst>
              </p:cNvPr>
              <p:cNvSpPr/>
              <p:nvPr/>
            </p:nvSpPr>
            <p:spPr>
              <a:xfrm>
                <a:off x="11748517" y="5117694"/>
                <a:ext cx="428321" cy="280706"/>
              </a:xfrm>
              <a:custGeom>
                <a:avLst/>
                <a:gdLst>
                  <a:gd name="csX0" fmla="*/ 428322 w 428321"/>
                  <a:gd name="csY0" fmla="*/ 273298 h 280706"/>
                  <a:gd name="csX1" fmla="*/ 344261 w 428321"/>
                  <a:gd name="csY1" fmla="*/ 1787 h 280706"/>
                  <a:gd name="csX2" fmla="*/ 287 w 428321"/>
                  <a:gd name="csY2" fmla="*/ 11448 h 280706"/>
                  <a:gd name="csX3" fmla="*/ 125 w 428321"/>
                  <a:gd name="csY3" fmla="*/ 14740 h 280706"/>
                  <a:gd name="csX4" fmla="*/ 337501 w 428321"/>
                  <a:gd name="csY4" fmla="*/ 6618 h 280706"/>
                  <a:gd name="csX5" fmla="*/ 422386 w 428321"/>
                  <a:gd name="csY5" fmla="*/ 280706 h 280706"/>
                  <a:gd name="csX6" fmla="*/ 428322 w 428321"/>
                  <a:gd name="csY6" fmla="*/ 273291 h 2807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28321" h="280706">
                    <a:moveTo>
                      <a:pt x="428322" y="273298"/>
                    </a:moveTo>
                    <a:cubicBezTo>
                      <a:pt x="428322" y="273298"/>
                      <a:pt x="350057" y="7582"/>
                      <a:pt x="344261" y="1787"/>
                    </a:cubicBezTo>
                    <a:cubicBezTo>
                      <a:pt x="338466" y="-4009"/>
                      <a:pt x="6083" y="5653"/>
                      <a:pt x="287" y="11448"/>
                    </a:cubicBezTo>
                    <a:cubicBezTo>
                      <a:pt x="-37" y="11772"/>
                      <a:pt x="-81" y="12906"/>
                      <a:pt x="125" y="14740"/>
                    </a:cubicBezTo>
                    <a:cubicBezTo>
                      <a:pt x="38153" y="10579"/>
                      <a:pt x="329209" y="2015"/>
                      <a:pt x="337501" y="6618"/>
                    </a:cubicBezTo>
                    <a:cubicBezTo>
                      <a:pt x="345756" y="11205"/>
                      <a:pt x="415324" y="255809"/>
                      <a:pt x="422386" y="280706"/>
                    </a:cubicBezTo>
                    <a:cubicBezTo>
                      <a:pt x="425847" y="278232"/>
                      <a:pt x="428322" y="273291"/>
                      <a:pt x="428322" y="273291"/>
                    </a:cubicBezTo>
                    <a:close/>
                  </a:path>
                </a:pathLst>
              </a:custGeom>
              <a:solidFill>
                <a:srgbClr val="00A9F4"/>
              </a:solidFill>
              <a:ln w="735" cap="flat">
                <a:noFill/>
                <a:prstDash val="solid"/>
                <a:miter/>
              </a:ln>
            </p:spPr>
            <p:txBody>
              <a:bodyPr/>
              <a:lstStyle/>
              <a:p>
                <a:endParaRPr lang="en-US"/>
              </a:p>
            </p:txBody>
          </p:sp>
          <p:sp>
            <p:nvSpPr>
              <p:cNvPr id="902" name="Freeform: Shape 901">
                <a:extLst>
                  <a:ext uri="{FF2B5EF4-FFF2-40B4-BE49-F238E27FC236}">
                    <a16:creationId xmlns:a16="http://schemas.microsoft.com/office/drawing/2014/main" id="{9D171068-3600-48C7-DCA3-90773257ECCA}"/>
                  </a:ext>
                </a:extLst>
              </p:cNvPr>
              <p:cNvSpPr/>
              <p:nvPr/>
            </p:nvSpPr>
            <p:spPr>
              <a:xfrm>
                <a:off x="12187534" y="5398820"/>
                <a:ext cx="18439" cy="5603"/>
              </a:xfrm>
              <a:custGeom>
                <a:avLst/>
                <a:gdLst>
                  <a:gd name="csX0" fmla="*/ 15896 w 18439"/>
                  <a:gd name="csY0" fmla="*/ 162 h 5603"/>
                  <a:gd name="csX1" fmla="*/ 2427 w 18439"/>
                  <a:gd name="csY1" fmla="*/ 287 h 5603"/>
                  <a:gd name="csX2" fmla="*/ 2427 w 18439"/>
                  <a:gd name="csY2" fmla="*/ 5317 h 5603"/>
                  <a:gd name="csX3" fmla="*/ 15896 w 18439"/>
                  <a:gd name="csY3" fmla="*/ 5442 h 5603"/>
                  <a:gd name="csX4" fmla="*/ 15896 w 18439"/>
                  <a:gd name="csY4" fmla="*/ 162 h 5603"/>
                </a:gdLst>
                <a:ahLst/>
                <a:cxnLst>
                  <a:cxn ang="0">
                    <a:pos x="csX0" y="csY0"/>
                  </a:cxn>
                  <a:cxn ang="0">
                    <a:pos x="csX1" y="csY1"/>
                  </a:cxn>
                  <a:cxn ang="0">
                    <a:pos x="csX2" y="csY2"/>
                  </a:cxn>
                  <a:cxn ang="0">
                    <a:pos x="csX3" y="csY3"/>
                  </a:cxn>
                  <a:cxn ang="0">
                    <a:pos x="csX4" y="csY4"/>
                  </a:cxn>
                </a:cxnLst>
                <a:rect l="l" t="t" r="r" b="b"/>
                <a:pathLst>
                  <a:path w="18439" h="5603">
                    <a:moveTo>
                      <a:pt x="15896" y="162"/>
                    </a:moveTo>
                    <a:cubicBezTo>
                      <a:pt x="11470" y="-229"/>
                      <a:pt x="6868" y="199"/>
                      <a:pt x="2427" y="287"/>
                    </a:cubicBezTo>
                    <a:cubicBezTo>
                      <a:pt x="-805" y="346"/>
                      <a:pt x="-813" y="5250"/>
                      <a:pt x="2427" y="5317"/>
                    </a:cubicBezTo>
                    <a:cubicBezTo>
                      <a:pt x="6868" y="5405"/>
                      <a:pt x="11470" y="5832"/>
                      <a:pt x="15896" y="5442"/>
                    </a:cubicBezTo>
                    <a:cubicBezTo>
                      <a:pt x="19284" y="5140"/>
                      <a:pt x="19291" y="464"/>
                      <a:pt x="15896" y="162"/>
                    </a:cubicBezTo>
                    <a:close/>
                  </a:path>
                </a:pathLst>
              </a:custGeom>
              <a:solidFill>
                <a:srgbClr val="0679C3"/>
              </a:solidFill>
              <a:ln w="735" cap="flat">
                <a:noFill/>
                <a:prstDash val="solid"/>
                <a:miter/>
              </a:ln>
            </p:spPr>
            <p:txBody>
              <a:bodyPr/>
              <a:lstStyle/>
              <a:p>
                <a:endParaRPr lang="en-US"/>
              </a:p>
            </p:txBody>
          </p:sp>
          <p:sp>
            <p:nvSpPr>
              <p:cNvPr id="903" name="Freeform: Shape 902">
                <a:extLst>
                  <a:ext uri="{FF2B5EF4-FFF2-40B4-BE49-F238E27FC236}">
                    <a16:creationId xmlns:a16="http://schemas.microsoft.com/office/drawing/2014/main" id="{060252B9-ED66-2DEA-3B83-3C7848FDC039}"/>
                  </a:ext>
                </a:extLst>
              </p:cNvPr>
              <p:cNvSpPr/>
              <p:nvPr/>
            </p:nvSpPr>
            <p:spPr>
              <a:xfrm>
                <a:off x="12208017" y="5398849"/>
                <a:ext cx="4835" cy="5007"/>
              </a:xfrm>
              <a:custGeom>
                <a:avLst/>
                <a:gdLst>
                  <a:gd name="csX0" fmla="*/ 2416 w 4835"/>
                  <a:gd name="csY0" fmla="*/ 0 h 5007"/>
                  <a:gd name="csX1" fmla="*/ 2416 w 4835"/>
                  <a:gd name="csY1" fmla="*/ 5008 h 5007"/>
                  <a:gd name="csX2" fmla="*/ 2416 w 4835"/>
                  <a:gd name="csY2" fmla="*/ 0 h 5007"/>
                </a:gdLst>
                <a:ahLst/>
                <a:cxnLst>
                  <a:cxn ang="0">
                    <a:pos x="csX0" y="csY0"/>
                  </a:cxn>
                  <a:cxn ang="0">
                    <a:pos x="csX1" y="csY1"/>
                  </a:cxn>
                  <a:cxn ang="0">
                    <a:pos x="csX2" y="csY2"/>
                  </a:cxn>
                </a:cxnLst>
                <a:rect l="l" t="t" r="r" b="b"/>
                <a:pathLst>
                  <a:path w="4835" h="5007">
                    <a:moveTo>
                      <a:pt x="2416" y="0"/>
                    </a:moveTo>
                    <a:cubicBezTo>
                      <a:pt x="-802" y="0"/>
                      <a:pt x="-809" y="5008"/>
                      <a:pt x="2416" y="5008"/>
                    </a:cubicBezTo>
                    <a:cubicBezTo>
                      <a:pt x="5642" y="5008"/>
                      <a:pt x="5642" y="0"/>
                      <a:pt x="2416" y="0"/>
                    </a:cubicBezTo>
                    <a:close/>
                  </a:path>
                </a:pathLst>
              </a:custGeom>
              <a:solidFill>
                <a:srgbClr val="0679C3"/>
              </a:solidFill>
              <a:ln w="735" cap="flat">
                <a:noFill/>
                <a:prstDash val="solid"/>
                <a:miter/>
              </a:ln>
            </p:spPr>
            <p:txBody>
              <a:bodyPr/>
              <a:lstStyle/>
              <a:p>
                <a:endParaRPr lang="en-US"/>
              </a:p>
            </p:txBody>
          </p:sp>
          <p:sp>
            <p:nvSpPr>
              <p:cNvPr id="904" name="Freeform: Shape 903">
                <a:extLst>
                  <a:ext uri="{FF2B5EF4-FFF2-40B4-BE49-F238E27FC236}">
                    <a16:creationId xmlns:a16="http://schemas.microsoft.com/office/drawing/2014/main" id="{1258E02B-98E9-C58E-4072-91852291E594}"/>
                  </a:ext>
                </a:extLst>
              </p:cNvPr>
              <p:cNvSpPr/>
              <p:nvPr/>
            </p:nvSpPr>
            <p:spPr>
              <a:xfrm>
                <a:off x="12214715" y="5399350"/>
                <a:ext cx="4901" cy="5073"/>
              </a:xfrm>
              <a:custGeom>
                <a:avLst/>
                <a:gdLst>
                  <a:gd name="csX0" fmla="*/ 2449 w 4901"/>
                  <a:gd name="csY0" fmla="*/ 0 h 5073"/>
                  <a:gd name="csX1" fmla="*/ 2449 w 4901"/>
                  <a:gd name="csY1" fmla="*/ 5074 h 5073"/>
                  <a:gd name="csX2" fmla="*/ 2449 w 4901"/>
                  <a:gd name="csY2" fmla="*/ 0 h 5073"/>
                </a:gdLst>
                <a:ahLst/>
                <a:cxnLst>
                  <a:cxn ang="0">
                    <a:pos x="csX0" y="csY0"/>
                  </a:cxn>
                  <a:cxn ang="0">
                    <a:pos x="csX1" y="csY1"/>
                  </a:cxn>
                  <a:cxn ang="0">
                    <a:pos x="csX2" y="csY2"/>
                  </a:cxn>
                </a:cxnLst>
                <a:rect l="l" t="t" r="r" b="b"/>
                <a:pathLst>
                  <a:path w="4901" h="5073">
                    <a:moveTo>
                      <a:pt x="2449" y="0"/>
                    </a:moveTo>
                    <a:cubicBezTo>
                      <a:pt x="-813" y="0"/>
                      <a:pt x="-820" y="5074"/>
                      <a:pt x="2449" y="5074"/>
                    </a:cubicBezTo>
                    <a:cubicBezTo>
                      <a:pt x="5719" y="5074"/>
                      <a:pt x="5719" y="0"/>
                      <a:pt x="2449" y="0"/>
                    </a:cubicBezTo>
                    <a:close/>
                  </a:path>
                </a:pathLst>
              </a:custGeom>
              <a:solidFill>
                <a:srgbClr val="0679C3"/>
              </a:solidFill>
              <a:ln w="735" cap="flat">
                <a:noFill/>
                <a:prstDash val="solid"/>
                <a:miter/>
              </a:ln>
            </p:spPr>
            <p:txBody>
              <a:bodyPr/>
              <a:lstStyle/>
              <a:p>
                <a:endParaRPr lang="en-US"/>
              </a:p>
            </p:txBody>
          </p:sp>
          <p:sp>
            <p:nvSpPr>
              <p:cNvPr id="905" name="Freeform: Shape 904">
                <a:extLst>
                  <a:ext uri="{FF2B5EF4-FFF2-40B4-BE49-F238E27FC236}">
                    <a16:creationId xmlns:a16="http://schemas.microsoft.com/office/drawing/2014/main" id="{865C48E7-CC38-FD8C-AF1D-9D43FC69FA45}"/>
                  </a:ext>
                </a:extLst>
              </p:cNvPr>
              <p:cNvSpPr/>
              <p:nvPr/>
            </p:nvSpPr>
            <p:spPr>
              <a:xfrm>
                <a:off x="12222812" y="5399404"/>
                <a:ext cx="17455" cy="5506"/>
              </a:xfrm>
              <a:custGeom>
                <a:avLst/>
                <a:gdLst>
                  <a:gd name="csX0" fmla="*/ 15738 w 17455"/>
                  <a:gd name="csY0" fmla="*/ 440 h 5506"/>
                  <a:gd name="csX1" fmla="*/ 2438 w 17455"/>
                  <a:gd name="csY1" fmla="*/ 226 h 5506"/>
                  <a:gd name="csX2" fmla="*/ 2438 w 17455"/>
                  <a:gd name="csY2" fmla="*/ 5278 h 5506"/>
                  <a:gd name="csX3" fmla="*/ 15738 w 17455"/>
                  <a:gd name="csY3" fmla="*/ 5064 h 5506"/>
                  <a:gd name="csX4" fmla="*/ 15738 w 17455"/>
                  <a:gd name="csY4" fmla="*/ 432 h 5506"/>
                </a:gdLst>
                <a:ahLst/>
                <a:cxnLst>
                  <a:cxn ang="0">
                    <a:pos x="csX0" y="csY0"/>
                  </a:cxn>
                  <a:cxn ang="0">
                    <a:pos x="csX1" y="csY1"/>
                  </a:cxn>
                  <a:cxn ang="0">
                    <a:pos x="csX2" y="csY2"/>
                  </a:cxn>
                  <a:cxn ang="0">
                    <a:pos x="csX3" y="csY3"/>
                  </a:cxn>
                  <a:cxn ang="0">
                    <a:pos x="csX4" y="csY4"/>
                  </a:cxn>
                </a:cxnLst>
                <a:rect l="l" t="t" r="r" b="b"/>
                <a:pathLst>
                  <a:path w="17455" h="5506">
                    <a:moveTo>
                      <a:pt x="15738" y="440"/>
                    </a:moveTo>
                    <a:cubicBezTo>
                      <a:pt x="11430" y="-341"/>
                      <a:pt x="6798" y="138"/>
                      <a:pt x="2438" y="226"/>
                    </a:cubicBezTo>
                    <a:cubicBezTo>
                      <a:pt x="-809" y="300"/>
                      <a:pt x="-816" y="5204"/>
                      <a:pt x="2438" y="5278"/>
                    </a:cubicBezTo>
                    <a:cubicBezTo>
                      <a:pt x="6798" y="5373"/>
                      <a:pt x="11430" y="5845"/>
                      <a:pt x="15738" y="5064"/>
                    </a:cubicBezTo>
                    <a:cubicBezTo>
                      <a:pt x="18028" y="4652"/>
                      <a:pt x="18028" y="852"/>
                      <a:pt x="15738" y="432"/>
                    </a:cubicBezTo>
                    <a:close/>
                  </a:path>
                </a:pathLst>
              </a:custGeom>
              <a:solidFill>
                <a:srgbClr val="0679C3"/>
              </a:solidFill>
              <a:ln w="735" cap="flat">
                <a:noFill/>
                <a:prstDash val="solid"/>
                <a:miter/>
              </a:ln>
            </p:spPr>
            <p:txBody>
              <a:bodyPr/>
              <a:lstStyle/>
              <a:p>
                <a:endParaRPr lang="en-US"/>
              </a:p>
            </p:txBody>
          </p:sp>
        </p:grpSp>
        <p:sp>
          <p:nvSpPr>
            <p:cNvPr id="917" name="Freeform: Shape 916">
              <a:extLst>
                <a:ext uri="{FF2B5EF4-FFF2-40B4-BE49-F238E27FC236}">
                  <a16:creationId xmlns:a16="http://schemas.microsoft.com/office/drawing/2014/main" id="{2C097254-6262-ADDD-2393-14C297B8F6DB}"/>
                </a:ext>
              </a:extLst>
            </p:cNvPr>
            <p:cNvSpPr/>
            <p:nvPr/>
          </p:nvSpPr>
          <p:spPr>
            <a:xfrm>
              <a:off x="12275589" y="4644169"/>
              <a:ext cx="213308" cy="99631"/>
            </a:xfrm>
            <a:custGeom>
              <a:avLst/>
              <a:gdLst>
                <a:gd name="csX0" fmla="*/ 150508 w 213308"/>
                <a:gd name="csY0" fmla="*/ 92588 h 99631"/>
                <a:gd name="csX1" fmla="*/ 60313 w 213308"/>
                <a:gd name="csY1" fmla="*/ 34302 h 99631"/>
                <a:gd name="csX2" fmla="*/ 2705 w 213308"/>
                <a:gd name="csY2" fmla="*/ 75224 h 99631"/>
                <a:gd name="csX3" fmla="*/ 92340 w 213308"/>
                <a:gd name="csY3" fmla="*/ 148 h 99631"/>
                <a:gd name="csX4" fmla="*/ 151811 w 213308"/>
                <a:gd name="csY4" fmla="*/ 10097 h 99631"/>
                <a:gd name="csX5" fmla="*/ 167651 w 213308"/>
                <a:gd name="csY5" fmla="*/ 21091 h 99631"/>
                <a:gd name="csX6" fmla="*/ 213294 w 213308"/>
                <a:gd name="csY6" fmla="*/ 86660 h 99631"/>
                <a:gd name="csX7" fmla="*/ 150508 w 213308"/>
                <a:gd name="csY7" fmla="*/ 92588 h 996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3308" h="99631">
                  <a:moveTo>
                    <a:pt x="150508" y="92588"/>
                  </a:moveTo>
                  <a:cubicBezTo>
                    <a:pt x="150508" y="92588"/>
                    <a:pt x="125522" y="2188"/>
                    <a:pt x="60313" y="34302"/>
                  </a:cubicBezTo>
                  <a:cubicBezTo>
                    <a:pt x="5120" y="61483"/>
                    <a:pt x="3235" y="70997"/>
                    <a:pt x="2705" y="75224"/>
                  </a:cubicBezTo>
                  <a:cubicBezTo>
                    <a:pt x="-6375" y="72175"/>
                    <a:pt x="3603" y="4250"/>
                    <a:pt x="92340" y="148"/>
                  </a:cubicBezTo>
                  <a:cubicBezTo>
                    <a:pt x="126509" y="-1428"/>
                    <a:pt x="151826" y="10111"/>
                    <a:pt x="151811" y="10097"/>
                  </a:cubicBezTo>
                  <a:cubicBezTo>
                    <a:pt x="159713" y="13388"/>
                    <a:pt x="162637" y="18352"/>
                    <a:pt x="167651" y="21091"/>
                  </a:cubicBezTo>
                  <a:cubicBezTo>
                    <a:pt x="201997" y="39855"/>
                    <a:pt x="212543" y="70091"/>
                    <a:pt x="213294" y="86660"/>
                  </a:cubicBezTo>
                  <a:cubicBezTo>
                    <a:pt x="214443" y="111853"/>
                    <a:pt x="150508" y="92588"/>
                    <a:pt x="150508" y="92588"/>
                  </a:cubicBezTo>
                  <a:close/>
                </a:path>
              </a:pathLst>
            </a:custGeom>
            <a:solidFill>
              <a:srgbClr val="161616"/>
            </a:solidFill>
            <a:ln w="735" cap="flat">
              <a:noFill/>
              <a:prstDash val="solid"/>
              <a:miter/>
            </a:ln>
          </p:spPr>
          <p:txBody>
            <a:bodyPr/>
            <a:lstStyle/>
            <a:p>
              <a:endParaRPr lang="en-US"/>
            </a:p>
          </p:txBody>
        </p:sp>
        <p:sp>
          <p:nvSpPr>
            <p:cNvPr id="918" name="Freeform: Shape 917">
              <a:extLst>
                <a:ext uri="{FF2B5EF4-FFF2-40B4-BE49-F238E27FC236}">
                  <a16:creationId xmlns:a16="http://schemas.microsoft.com/office/drawing/2014/main" id="{52449094-027C-B4B8-5538-0907101B6EB0}"/>
                </a:ext>
              </a:extLst>
            </p:cNvPr>
            <p:cNvSpPr/>
            <p:nvPr/>
          </p:nvSpPr>
          <p:spPr>
            <a:xfrm>
              <a:off x="12274152" y="4725770"/>
              <a:ext cx="46" cy="1119"/>
            </a:xfrm>
            <a:custGeom>
              <a:avLst/>
              <a:gdLst>
                <a:gd name="csX0" fmla="*/ 47 w 46"/>
                <a:gd name="csY0" fmla="*/ 0 h 1119"/>
                <a:gd name="csX1" fmla="*/ 32 w 46"/>
                <a:gd name="csY1" fmla="*/ 1119 h 1119"/>
                <a:gd name="csX2" fmla="*/ 47 w 46"/>
                <a:gd name="csY2" fmla="*/ 0 h 1119"/>
              </a:gdLst>
              <a:ahLst/>
              <a:cxnLst>
                <a:cxn ang="0">
                  <a:pos x="csX0" y="csY0"/>
                </a:cxn>
                <a:cxn ang="0">
                  <a:pos x="csX1" y="csY1"/>
                </a:cxn>
                <a:cxn ang="0">
                  <a:pos x="csX2" y="csY2"/>
                </a:cxn>
              </a:cxnLst>
              <a:rect l="l" t="t" r="r" b="b"/>
              <a:pathLst>
                <a:path w="46" h="1119">
                  <a:moveTo>
                    <a:pt x="47" y="0"/>
                  </a:moveTo>
                  <a:cubicBezTo>
                    <a:pt x="25" y="729"/>
                    <a:pt x="32" y="1119"/>
                    <a:pt x="32" y="1119"/>
                  </a:cubicBezTo>
                  <a:cubicBezTo>
                    <a:pt x="32" y="1119"/>
                    <a:pt x="-49" y="744"/>
                    <a:pt x="47" y="0"/>
                  </a:cubicBezTo>
                  <a:close/>
                </a:path>
              </a:pathLst>
            </a:custGeom>
            <a:solidFill>
              <a:srgbClr val="757575"/>
            </a:solidFill>
            <a:ln w="735" cap="flat">
              <a:noFill/>
              <a:prstDash val="solid"/>
              <a:miter/>
            </a:ln>
          </p:spPr>
          <p:txBody>
            <a:bodyPr/>
            <a:lstStyle/>
            <a:p>
              <a:endParaRPr lang="en-US"/>
            </a:p>
          </p:txBody>
        </p:sp>
        <p:sp>
          <p:nvSpPr>
            <p:cNvPr id="919" name="Freeform: Shape 918">
              <a:extLst>
                <a:ext uri="{FF2B5EF4-FFF2-40B4-BE49-F238E27FC236}">
                  <a16:creationId xmlns:a16="http://schemas.microsoft.com/office/drawing/2014/main" id="{2E57B94D-8A50-CB90-0565-826C4F38843D}"/>
                </a:ext>
              </a:extLst>
            </p:cNvPr>
            <p:cNvSpPr/>
            <p:nvPr/>
          </p:nvSpPr>
          <p:spPr>
            <a:xfrm>
              <a:off x="12412466" y="4653654"/>
              <a:ext cx="73" cy="51"/>
            </a:xfrm>
            <a:custGeom>
              <a:avLst/>
              <a:gdLst>
                <a:gd name="csX0" fmla="*/ 74 w 73"/>
                <a:gd name="csY0" fmla="*/ 52 h 51"/>
                <a:gd name="csX1" fmla="*/ 0 w 73"/>
                <a:gd name="csY1" fmla="*/ 0 h 51"/>
                <a:gd name="csX2" fmla="*/ 37 w 73"/>
                <a:gd name="csY2" fmla="*/ 15 h 51"/>
                <a:gd name="csX3" fmla="*/ 74 w 73"/>
                <a:gd name="csY3" fmla="*/ 52 h 51"/>
              </a:gdLst>
              <a:ahLst/>
              <a:cxnLst>
                <a:cxn ang="0">
                  <a:pos x="csX0" y="csY0"/>
                </a:cxn>
                <a:cxn ang="0">
                  <a:pos x="csX1" y="csY1"/>
                </a:cxn>
                <a:cxn ang="0">
                  <a:pos x="csX2" y="csY2"/>
                </a:cxn>
                <a:cxn ang="0">
                  <a:pos x="csX3" y="csY3"/>
                </a:cxn>
              </a:cxnLst>
              <a:rect l="l" t="t" r="r" b="b"/>
              <a:pathLst>
                <a:path w="73" h="51">
                  <a:moveTo>
                    <a:pt x="74" y="52"/>
                  </a:moveTo>
                  <a:cubicBezTo>
                    <a:pt x="74" y="52"/>
                    <a:pt x="22" y="22"/>
                    <a:pt x="0" y="0"/>
                  </a:cubicBezTo>
                  <a:cubicBezTo>
                    <a:pt x="15" y="0"/>
                    <a:pt x="22" y="7"/>
                    <a:pt x="37" y="15"/>
                  </a:cubicBezTo>
                  <a:cubicBezTo>
                    <a:pt x="52" y="29"/>
                    <a:pt x="59" y="37"/>
                    <a:pt x="74" y="52"/>
                  </a:cubicBezTo>
                  <a:close/>
                </a:path>
              </a:pathLst>
            </a:custGeom>
            <a:solidFill>
              <a:srgbClr val="757575"/>
            </a:solidFill>
            <a:ln w="735" cap="flat">
              <a:noFill/>
              <a:prstDash val="solid"/>
              <a:miter/>
            </a:ln>
          </p:spPr>
          <p:txBody>
            <a:bodyPr/>
            <a:lstStyle/>
            <a:p>
              <a:endParaRPr lang="en-US"/>
            </a:p>
          </p:txBody>
        </p:sp>
      </p:grpSp>
      <p:sp>
        <p:nvSpPr>
          <p:cNvPr id="475" name="Oval 474">
            <a:extLst>
              <a:ext uri="{FF2B5EF4-FFF2-40B4-BE49-F238E27FC236}">
                <a16:creationId xmlns:a16="http://schemas.microsoft.com/office/drawing/2014/main" id="{8D4BA9F0-2D4E-EE5A-B48A-0110460AA7CB}"/>
              </a:ext>
            </a:extLst>
          </p:cNvPr>
          <p:cNvSpPr/>
          <p:nvPr/>
        </p:nvSpPr>
        <p:spPr>
          <a:xfrm>
            <a:off x="7520894" y="4413243"/>
            <a:ext cx="421392" cy="421391"/>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grpSp>
        <p:nvGrpSpPr>
          <p:cNvPr id="1028" name="Group 1027">
            <a:extLst>
              <a:ext uri="{FF2B5EF4-FFF2-40B4-BE49-F238E27FC236}">
                <a16:creationId xmlns:a16="http://schemas.microsoft.com/office/drawing/2014/main" id="{B8E17BD1-AF38-A9BD-1D15-EA9118192A56}"/>
              </a:ext>
            </a:extLst>
          </p:cNvPr>
          <p:cNvGrpSpPr/>
          <p:nvPr/>
        </p:nvGrpSpPr>
        <p:grpSpPr>
          <a:xfrm>
            <a:off x="7350430" y="4460446"/>
            <a:ext cx="865516" cy="612469"/>
            <a:chOff x="7350430" y="4460446"/>
            <a:chExt cx="865516" cy="612469"/>
          </a:xfrm>
        </p:grpSpPr>
        <p:sp>
          <p:nvSpPr>
            <p:cNvPr id="657" name="Freeform: Shape 656">
              <a:extLst>
                <a:ext uri="{FF2B5EF4-FFF2-40B4-BE49-F238E27FC236}">
                  <a16:creationId xmlns:a16="http://schemas.microsoft.com/office/drawing/2014/main" id="{EBA3040C-3079-6B3A-F94F-B561AFCCB4B4}"/>
                </a:ext>
              </a:extLst>
            </p:cNvPr>
            <p:cNvSpPr/>
            <p:nvPr/>
          </p:nvSpPr>
          <p:spPr>
            <a:xfrm>
              <a:off x="7955515" y="4812387"/>
              <a:ext cx="260431" cy="252803"/>
            </a:xfrm>
            <a:custGeom>
              <a:avLst/>
              <a:gdLst>
                <a:gd name="csX0" fmla="*/ 134902 w 337718"/>
                <a:gd name="csY0" fmla="*/ 3363 h 327828"/>
                <a:gd name="csX1" fmla="*/ 333002 w 337718"/>
                <a:gd name="csY1" fmla="*/ 35809 h 327828"/>
                <a:gd name="csX2" fmla="*/ 271527 w 337718"/>
                <a:gd name="csY2" fmla="*/ 327829 h 327828"/>
                <a:gd name="csX3" fmla="*/ 0 w 337718"/>
                <a:gd name="csY3" fmla="*/ 327829 h 327828"/>
                <a:gd name="csX4" fmla="*/ 8542 w 337718"/>
                <a:gd name="csY4" fmla="*/ 124611 h 327828"/>
                <a:gd name="csX5" fmla="*/ 134916 w 337718"/>
                <a:gd name="csY5" fmla="*/ 3363 h 327828"/>
              </a:gdLst>
              <a:ahLst/>
              <a:cxnLst>
                <a:cxn ang="0">
                  <a:pos x="csX0" y="csY0"/>
                </a:cxn>
                <a:cxn ang="0">
                  <a:pos x="csX1" y="csY1"/>
                </a:cxn>
                <a:cxn ang="0">
                  <a:pos x="csX2" y="csY2"/>
                </a:cxn>
                <a:cxn ang="0">
                  <a:pos x="csX3" y="csY3"/>
                </a:cxn>
                <a:cxn ang="0">
                  <a:pos x="csX4" y="csY4"/>
                </a:cxn>
                <a:cxn ang="0">
                  <a:pos x="csX5" y="csY5"/>
                </a:cxn>
              </a:cxnLst>
              <a:rect l="l" t="t" r="r" b="b"/>
              <a:pathLst>
                <a:path w="337718" h="327828">
                  <a:moveTo>
                    <a:pt x="134902" y="3363"/>
                  </a:moveTo>
                  <a:cubicBezTo>
                    <a:pt x="134902" y="3363"/>
                    <a:pt x="307382" y="-15423"/>
                    <a:pt x="333002" y="35809"/>
                  </a:cubicBezTo>
                  <a:cubicBezTo>
                    <a:pt x="358621" y="87040"/>
                    <a:pt x="271527" y="327829"/>
                    <a:pt x="271527" y="327829"/>
                  </a:cubicBezTo>
                  <a:lnTo>
                    <a:pt x="0" y="327829"/>
                  </a:lnTo>
                  <a:lnTo>
                    <a:pt x="8542" y="124611"/>
                  </a:lnTo>
                  <a:lnTo>
                    <a:pt x="134916" y="3363"/>
                  </a:lnTo>
                  <a:close/>
                </a:path>
              </a:pathLst>
            </a:custGeom>
            <a:solidFill>
              <a:srgbClr val="34B4F4"/>
            </a:solidFill>
            <a:ln w="735" cap="flat">
              <a:noFill/>
              <a:prstDash val="solid"/>
              <a:miter/>
            </a:ln>
          </p:spPr>
          <p:txBody>
            <a:bodyPr/>
            <a:lstStyle/>
            <a:p>
              <a:endParaRPr lang="en-US"/>
            </a:p>
          </p:txBody>
        </p:sp>
        <p:sp>
          <p:nvSpPr>
            <p:cNvPr id="659" name="Freeform: Shape 658">
              <a:extLst>
                <a:ext uri="{FF2B5EF4-FFF2-40B4-BE49-F238E27FC236}">
                  <a16:creationId xmlns:a16="http://schemas.microsoft.com/office/drawing/2014/main" id="{700E9207-EAD0-64E1-1522-6C026DC1D6B8}"/>
                </a:ext>
              </a:extLst>
            </p:cNvPr>
            <p:cNvSpPr/>
            <p:nvPr/>
          </p:nvSpPr>
          <p:spPr>
            <a:xfrm>
              <a:off x="7659203" y="4659764"/>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1005" name="Freeform: Shape 1004">
              <a:extLst>
                <a:ext uri="{FF2B5EF4-FFF2-40B4-BE49-F238E27FC236}">
                  <a16:creationId xmlns:a16="http://schemas.microsoft.com/office/drawing/2014/main" id="{1CD6342F-A00F-48A6-AE32-AE30DF5C367F}"/>
                </a:ext>
              </a:extLst>
            </p:cNvPr>
            <p:cNvSpPr/>
            <p:nvPr/>
          </p:nvSpPr>
          <p:spPr>
            <a:xfrm flipH="1">
              <a:off x="7611577" y="4664526"/>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1006" name="Freeform: Shape 1005">
              <a:extLst>
                <a:ext uri="{FF2B5EF4-FFF2-40B4-BE49-F238E27FC236}">
                  <a16:creationId xmlns:a16="http://schemas.microsoft.com/office/drawing/2014/main" id="{F5963E67-A071-8DC9-628C-EAE3D3DED3EA}"/>
                </a:ext>
              </a:extLst>
            </p:cNvPr>
            <p:cNvSpPr/>
            <p:nvPr/>
          </p:nvSpPr>
          <p:spPr>
            <a:xfrm flipH="1">
              <a:off x="7649941" y="4936713"/>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1007" name="Freeform: Shape 1006">
              <a:extLst>
                <a:ext uri="{FF2B5EF4-FFF2-40B4-BE49-F238E27FC236}">
                  <a16:creationId xmlns:a16="http://schemas.microsoft.com/office/drawing/2014/main" id="{EF8030EA-52CF-7525-0EF8-DAF7DAB41D10}"/>
                </a:ext>
              </a:extLst>
            </p:cNvPr>
            <p:cNvSpPr/>
            <p:nvPr/>
          </p:nvSpPr>
          <p:spPr>
            <a:xfrm flipH="1">
              <a:off x="7701666" y="4973025"/>
              <a:ext cx="118359"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sp>
          <p:nvSpPr>
            <p:cNvPr id="661" name="Freeform: Shape 660">
              <a:extLst>
                <a:ext uri="{FF2B5EF4-FFF2-40B4-BE49-F238E27FC236}">
                  <a16:creationId xmlns:a16="http://schemas.microsoft.com/office/drawing/2014/main" id="{055EB8F5-96EE-E843-4D03-6A93067C08CF}"/>
                </a:ext>
              </a:extLst>
            </p:cNvPr>
            <p:cNvSpPr/>
            <p:nvPr/>
          </p:nvSpPr>
          <p:spPr>
            <a:xfrm>
              <a:off x="8021204" y="4931951"/>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662" name="Freeform: Shape 661">
              <a:extLst>
                <a:ext uri="{FF2B5EF4-FFF2-40B4-BE49-F238E27FC236}">
                  <a16:creationId xmlns:a16="http://schemas.microsoft.com/office/drawing/2014/main" id="{5DAC2928-F534-B373-45C9-3100FDFA585A}"/>
                </a:ext>
              </a:extLst>
            </p:cNvPr>
            <p:cNvSpPr/>
            <p:nvPr/>
          </p:nvSpPr>
          <p:spPr>
            <a:xfrm>
              <a:off x="7979661" y="4814884"/>
              <a:ext cx="50039" cy="167860"/>
            </a:xfrm>
            <a:custGeom>
              <a:avLst/>
              <a:gdLst>
                <a:gd name="csX0" fmla="*/ 23 w 64889"/>
                <a:gd name="csY0" fmla="*/ 4131 h 217676"/>
                <a:gd name="csX1" fmla="*/ 8550 w 64889"/>
                <a:gd name="csY1" fmla="*/ 3999 h 217676"/>
                <a:gd name="csX2" fmla="*/ 34089 w 64889"/>
                <a:gd name="csY2" fmla="*/ 113988 h 217676"/>
                <a:gd name="csX3" fmla="*/ 53957 w 64889"/>
                <a:gd name="csY3" fmla="*/ 153982 h 217676"/>
                <a:gd name="csX4" fmla="*/ 55194 w 64889"/>
                <a:gd name="csY4" fmla="*/ 179189 h 217676"/>
                <a:gd name="csX5" fmla="*/ 62521 w 64889"/>
                <a:gd name="csY5" fmla="*/ 208144 h 217676"/>
                <a:gd name="csX6" fmla="*/ 57565 w 64889"/>
                <a:gd name="csY6" fmla="*/ 216929 h 217676"/>
                <a:gd name="csX7" fmla="*/ 41651 w 64889"/>
                <a:gd name="csY7" fmla="*/ 178320 h 217676"/>
                <a:gd name="csX8" fmla="*/ 23853 w 64889"/>
                <a:gd name="csY8" fmla="*/ 122825 h 217676"/>
                <a:gd name="csX9" fmla="*/ 37 w 64889"/>
                <a:gd name="csY9" fmla="*/ 4131 h 2176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889" h="217676">
                  <a:moveTo>
                    <a:pt x="23" y="4131"/>
                  </a:moveTo>
                  <a:cubicBezTo>
                    <a:pt x="-486" y="-1436"/>
                    <a:pt x="7769" y="-1274"/>
                    <a:pt x="8550" y="3999"/>
                  </a:cubicBezTo>
                  <a:cubicBezTo>
                    <a:pt x="13808" y="39788"/>
                    <a:pt x="21165" y="80135"/>
                    <a:pt x="34089" y="113988"/>
                  </a:cubicBezTo>
                  <a:cubicBezTo>
                    <a:pt x="39891" y="129187"/>
                    <a:pt x="49457" y="138385"/>
                    <a:pt x="53957" y="153982"/>
                  </a:cubicBezTo>
                  <a:cubicBezTo>
                    <a:pt x="56365" y="162333"/>
                    <a:pt x="55437" y="170654"/>
                    <a:pt x="55194" y="179189"/>
                  </a:cubicBezTo>
                  <a:cubicBezTo>
                    <a:pt x="54973" y="187112"/>
                    <a:pt x="54840" y="203092"/>
                    <a:pt x="62521" y="208144"/>
                  </a:cubicBezTo>
                  <a:cubicBezTo>
                    <a:pt x="67882" y="211671"/>
                    <a:pt x="63235" y="220243"/>
                    <a:pt x="57565" y="216929"/>
                  </a:cubicBezTo>
                  <a:cubicBezTo>
                    <a:pt x="43647" y="208807"/>
                    <a:pt x="41040" y="192017"/>
                    <a:pt x="41651" y="178320"/>
                  </a:cubicBezTo>
                  <a:cubicBezTo>
                    <a:pt x="42550" y="158268"/>
                    <a:pt x="30974" y="141036"/>
                    <a:pt x="23853" y="122825"/>
                  </a:cubicBezTo>
                  <a:cubicBezTo>
                    <a:pt x="9743" y="86756"/>
                    <a:pt x="3572" y="42756"/>
                    <a:pt x="37" y="4131"/>
                  </a:cubicBezTo>
                  <a:close/>
                </a:path>
              </a:pathLst>
            </a:custGeom>
            <a:solidFill>
              <a:srgbClr val="084D91"/>
            </a:solidFill>
            <a:ln w="735" cap="flat">
              <a:noFill/>
              <a:prstDash val="solid"/>
              <a:miter/>
            </a:ln>
          </p:spPr>
          <p:txBody>
            <a:bodyPr/>
            <a:lstStyle/>
            <a:p>
              <a:endParaRPr lang="en-US"/>
            </a:p>
          </p:txBody>
        </p:sp>
        <p:sp>
          <p:nvSpPr>
            <p:cNvPr id="663" name="Freeform: Shape 662">
              <a:extLst>
                <a:ext uri="{FF2B5EF4-FFF2-40B4-BE49-F238E27FC236}">
                  <a16:creationId xmlns:a16="http://schemas.microsoft.com/office/drawing/2014/main" id="{9EB59CA6-297C-99FA-E523-2ECF2E706EC9}"/>
                </a:ext>
              </a:extLst>
            </p:cNvPr>
            <p:cNvSpPr/>
            <p:nvPr/>
          </p:nvSpPr>
          <p:spPr>
            <a:xfrm>
              <a:off x="7993490" y="4731341"/>
              <a:ext cx="91001" cy="96140"/>
            </a:xfrm>
            <a:custGeom>
              <a:avLst/>
              <a:gdLst>
                <a:gd name="csX0" fmla="*/ 116806 w 118007"/>
                <a:gd name="csY0" fmla="*/ 13237 h 124672"/>
                <a:gd name="csX1" fmla="*/ 51178 w 118007"/>
                <a:gd name="csY1" fmla="*/ 8141 h 124672"/>
                <a:gd name="csX2" fmla="*/ 26567 w 118007"/>
                <a:gd name="csY2" fmla="*/ 35388 h 124672"/>
                <a:gd name="csX3" fmla="*/ 9541 w 118007"/>
                <a:gd name="csY3" fmla="*/ 72642 h 124672"/>
                <a:gd name="csX4" fmla="*/ 219 w 118007"/>
                <a:gd name="csY4" fmla="*/ 121422 h 124672"/>
                <a:gd name="csX5" fmla="*/ 6647 w 118007"/>
                <a:gd name="csY5" fmla="*/ 121709 h 124672"/>
                <a:gd name="csX6" fmla="*/ 10484 w 118007"/>
                <a:gd name="csY6" fmla="*/ 95589 h 124672"/>
                <a:gd name="csX7" fmla="*/ 17892 w 118007"/>
                <a:gd name="csY7" fmla="*/ 72628 h 124672"/>
                <a:gd name="csX8" fmla="*/ 38762 w 118007"/>
                <a:gd name="csY8" fmla="*/ 31617 h 124672"/>
                <a:gd name="csX9" fmla="*/ 72924 w 118007"/>
                <a:gd name="csY9" fmla="*/ 9326 h 124672"/>
                <a:gd name="csX10" fmla="*/ 111460 w 118007"/>
                <a:gd name="csY10" fmla="*/ 19570 h 124672"/>
                <a:gd name="csX11" fmla="*/ 116806 w 118007"/>
                <a:gd name="csY11" fmla="*/ 13244 h 124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8007" h="124672">
                  <a:moveTo>
                    <a:pt x="116806" y="13237"/>
                  </a:moveTo>
                  <a:cubicBezTo>
                    <a:pt x="99250" y="-2412"/>
                    <a:pt x="71068" y="-4282"/>
                    <a:pt x="51178" y="8141"/>
                  </a:cubicBezTo>
                  <a:cubicBezTo>
                    <a:pt x="40595" y="14746"/>
                    <a:pt x="32716" y="24688"/>
                    <a:pt x="26567" y="35388"/>
                  </a:cubicBezTo>
                  <a:cubicBezTo>
                    <a:pt x="19799" y="47170"/>
                    <a:pt x="14232" y="59903"/>
                    <a:pt x="9541" y="72642"/>
                  </a:cubicBezTo>
                  <a:cubicBezTo>
                    <a:pt x="3974" y="87753"/>
                    <a:pt x="-1129" y="105140"/>
                    <a:pt x="219" y="121422"/>
                  </a:cubicBezTo>
                  <a:cubicBezTo>
                    <a:pt x="557" y="125472"/>
                    <a:pt x="6191" y="125928"/>
                    <a:pt x="6647" y="121709"/>
                  </a:cubicBezTo>
                  <a:cubicBezTo>
                    <a:pt x="7619" y="112857"/>
                    <a:pt x="8348" y="104278"/>
                    <a:pt x="10484" y="95589"/>
                  </a:cubicBezTo>
                  <a:cubicBezTo>
                    <a:pt x="12413" y="87768"/>
                    <a:pt x="14947" y="80124"/>
                    <a:pt x="17892" y="72628"/>
                  </a:cubicBezTo>
                  <a:cubicBezTo>
                    <a:pt x="23445" y="58489"/>
                    <a:pt x="29859" y="44011"/>
                    <a:pt x="38762" y="31617"/>
                  </a:cubicBezTo>
                  <a:cubicBezTo>
                    <a:pt x="47127" y="19967"/>
                    <a:pt x="58527" y="11484"/>
                    <a:pt x="72924" y="9326"/>
                  </a:cubicBezTo>
                  <a:cubicBezTo>
                    <a:pt x="86805" y="7250"/>
                    <a:pt x="100259" y="11396"/>
                    <a:pt x="111460" y="19570"/>
                  </a:cubicBezTo>
                  <a:cubicBezTo>
                    <a:pt x="115230" y="22324"/>
                    <a:pt x="120370" y="16418"/>
                    <a:pt x="116806" y="13244"/>
                  </a:cubicBezTo>
                  <a:close/>
                </a:path>
              </a:pathLst>
            </a:custGeom>
            <a:solidFill>
              <a:srgbClr val="084D91"/>
            </a:solidFill>
            <a:ln w="735" cap="flat">
              <a:noFill/>
              <a:prstDash val="solid"/>
              <a:miter/>
            </a:ln>
          </p:spPr>
          <p:txBody>
            <a:bodyPr/>
            <a:lstStyle/>
            <a:p>
              <a:endParaRPr lang="en-US"/>
            </a:p>
          </p:txBody>
        </p:sp>
        <p:sp>
          <p:nvSpPr>
            <p:cNvPr id="664" name="Freeform: Shape 663">
              <a:extLst>
                <a:ext uri="{FF2B5EF4-FFF2-40B4-BE49-F238E27FC236}">
                  <a16:creationId xmlns:a16="http://schemas.microsoft.com/office/drawing/2014/main" id="{64BAB7FA-B8B0-0639-D5AB-7EFB6F66E640}"/>
                </a:ext>
              </a:extLst>
            </p:cNvPr>
            <p:cNvSpPr/>
            <p:nvPr/>
          </p:nvSpPr>
          <p:spPr>
            <a:xfrm>
              <a:off x="7817601" y="4768268"/>
              <a:ext cx="21939" cy="260423"/>
            </a:xfrm>
            <a:custGeom>
              <a:avLst/>
              <a:gdLst>
                <a:gd name="csX0" fmla="*/ 28366 w 28450"/>
                <a:gd name="csY0" fmla="*/ 4579 h 337709"/>
                <a:gd name="csX1" fmla="*/ 21304 w 28450"/>
                <a:gd name="csY1" fmla="*/ 2635 h 337709"/>
                <a:gd name="csX2" fmla="*/ 8645 w 28450"/>
                <a:gd name="csY2" fmla="*/ 68742 h 337709"/>
                <a:gd name="csX3" fmla="*/ 5412 w 28450"/>
                <a:gd name="csY3" fmla="*/ 134164 h 337709"/>
                <a:gd name="csX4" fmla="*/ 5854 w 28450"/>
                <a:gd name="csY4" fmla="*/ 168274 h 337709"/>
                <a:gd name="csX5" fmla="*/ 7415 w 28450"/>
                <a:gd name="csY5" fmla="*/ 199063 h 337709"/>
                <a:gd name="csX6" fmla="*/ 10059 w 28450"/>
                <a:gd name="csY6" fmla="*/ 214247 h 337709"/>
                <a:gd name="csX7" fmla="*/ 8159 w 28450"/>
                <a:gd name="csY7" fmla="*/ 230632 h 337709"/>
                <a:gd name="csX8" fmla="*/ 1818 w 28450"/>
                <a:gd name="csY8" fmla="*/ 260714 h 337709"/>
                <a:gd name="csX9" fmla="*/ 3026 w 28450"/>
                <a:gd name="csY9" fmla="*/ 333530 h 337709"/>
                <a:gd name="csX10" fmla="*/ 11745 w 28450"/>
                <a:gd name="csY10" fmla="*/ 333530 h 337709"/>
                <a:gd name="csX11" fmla="*/ 9919 w 28450"/>
                <a:gd name="csY11" fmla="*/ 269514 h 337709"/>
                <a:gd name="csX12" fmla="*/ 15670 w 28450"/>
                <a:gd name="csY12" fmla="*/ 238018 h 337709"/>
                <a:gd name="csX13" fmla="*/ 18490 w 28450"/>
                <a:gd name="csY13" fmla="*/ 208724 h 337709"/>
                <a:gd name="csX14" fmla="*/ 15493 w 28450"/>
                <a:gd name="csY14" fmla="*/ 194107 h 337709"/>
                <a:gd name="csX15" fmla="*/ 14389 w 28450"/>
                <a:gd name="csY15" fmla="*/ 177022 h 337709"/>
                <a:gd name="csX16" fmla="*/ 14492 w 28450"/>
                <a:gd name="csY16" fmla="*/ 145232 h 337709"/>
                <a:gd name="csX17" fmla="*/ 15663 w 28450"/>
                <a:gd name="csY17" fmla="*/ 78978 h 337709"/>
                <a:gd name="csX18" fmla="*/ 28373 w 28450"/>
                <a:gd name="csY18" fmla="*/ 4586 h 337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450" h="337709">
                  <a:moveTo>
                    <a:pt x="28366" y="4579"/>
                  </a:moveTo>
                  <a:cubicBezTo>
                    <a:pt x="29293" y="-9"/>
                    <a:pt x="22312" y="-1990"/>
                    <a:pt x="21304" y="2635"/>
                  </a:cubicBezTo>
                  <a:cubicBezTo>
                    <a:pt x="16517" y="24558"/>
                    <a:pt x="11716" y="46502"/>
                    <a:pt x="8645" y="68742"/>
                  </a:cubicBezTo>
                  <a:cubicBezTo>
                    <a:pt x="5633" y="90539"/>
                    <a:pt x="4734" y="112182"/>
                    <a:pt x="5412" y="134164"/>
                  </a:cubicBezTo>
                  <a:cubicBezTo>
                    <a:pt x="5765" y="145534"/>
                    <a:pt x="6200" y="156904"/>
                    <a:pt x="5854" y="168274"/>
                  </a:cubicBezTo>
                  <a:cubicBezTo>
                    <a:pt x="5537" y="178738"/>
                    <a:pt x="5235" y="188753"/>
                    <a:pt x="7415" y="199063"/>
                  </a:cubicBezTo>
                  <a:cubicBezTo>
                    <a:pt x="8475" y="204092"/>
                    <a:pt x="9838" y="209085"/>
                    <a:pt x="10059" y="214247"/>
                  </a:cubicBezTo>
                  <a:cubicBezTo>
                    <a:pt x="10302" y="219800"/>
                    <a:pt x="9388" y="225235"/>
                    <a:pt x="8159" y="230632"/>
                  </a:cubicBezTo>
                  <a:cubicBezTo>
                    <a:pt x="5876" y="240677"/>
                    <a:pt x="3151" y="250464"/>
                    <a:pt x="1818" y="260714"/>
                  </a:cubicBezTo>
                  <a:cubicBezTo>
                    <a:pt x="-1282" y="284581"/>
                    <a:pt x="-111" y="309715"/>
                    <a:pt x="3026" y="333530"/>
                  </a:cubicBezTo>
                  <a:cubicBezTo>
                    <a:pt x="3733" y="338906"/>
                    <a:pt x="11995" y="339296"/>
                    <a:pt x="11745" y="333530"/>
                  </a:cubicBezTo>
                  <a:cubicBezTo>
                    <a:pt x="10824" y="312108"/>
                    <a:pt x="8166" y="291003"/>
                    <a:pt x="9919" y="269514"/>
                  </a:cubicBezTo>
                  <a:cubicBezTo>
                    <a:pt x="10795" y="258770"/>
                    <a:pt x="13034" y="248446"/>
                    <a:pt x="15670" y="238018"/>
                  </a:cubicBezTo>
                  <a:cubicBezTo>
                    <a:pt x="18115" y="228350"/>
                    <a:pt x="19926" y="218703"/>
                    <a:pt x="18490" y="208724"/>
                  </a:cubicBezTo>
                  <a:cubicBezTo>
                    <a:pt x="17776" y="203798"/>
                    <a:pt x="16451" y="198989"/>
                    <a:pt x="15493" y="194107"/>
                  </a:cubicBezTo>
                  <a:cubicBezTo>
                    <a:pt x="14381" y="188451"/>
                    <a:pt x="14256" y="182766"/>
                    <a:pt x="14389" y="177022"/>
                  </a:cubicBezTo>
                  <a:cubicBezTo>
                    <a:pt x="14639" y="166403"/>
                    <a:pt x="14823" y="155851"/>
                    <a:pt x="14492" y="145232"/>
                  </a:cubicBezTo>
                  <a:cubicBezTo>
                    <a:pt x="13792" y="123037"/>
                    <a:pt x="13284" y="101107"/>
                    <a:pt x="15663" y="78978"/>
                  </a:cubicBezTo>
                  <a:cubicBezTo>
                    <a:pt x="18351" y="53955"/>
                    <a:pt x="23388" y="29234"/>
                    <a:pt x="28373" y="4586"/>
                  </a:cubicBezTo>
                  <a:close/>
                </a:path>
              </a:pathLst>
            </a:custGeom>
            <a:solidFill>
              <a:srgbClr val="084D91"/>
            </a:solidFill>
            <a:ln w="735" cap="flat">
              <a:noFill/>
              <a:prstDash val="solid"/>
              <a:miter/>
            </a:ln>
          </p:spPr>
          <p:txBody>
            <a:bodyPr/>
            <a:lstStyle/>
            <a:p>
              <a:endParaRPr lang="en-US"/>
            </a:p>
          </p:txBody>
        </p:sp>
        <p:sp>
          <p:nvSpPr>
            <p:cNvPr id="665" name="Freeform: Shape 664">
              <a:extLst>
                <a:ext uri="{FF2B5EF4-FFF2-40B4-BE49-F238E27FC236}">
                  <a16:creationId xmlns:a16="http://schemas.microsoft.com/office/drawing/2014/main" id="{289D247F-CA36-F45A-E574-3763A5B21D4B}"/>
                </a:ext>
              </a:extLst>
            </p:cNvPr>
            <p:cNvSpPr/>
            <p:nvPr/>
          </p:nvSpPr>
          <p:spPr>
            <a:xfrm>
              <a:off x="7864378" y="4820187"/>
              <a:ext cx="96345" cy="107259"/>
            </a:xfrm>
            <a:custGeom>
              <a:avLst/>
              <a:gdLst>
                <a:gd name="csX0" fmla="*/ 113515 w 124937"/>
                <a:gd name="csY0" fmla="*/ 90851 h 139091"/>
                <a:gd name="csX1" fmla="*/ 107889 w 124937"/>
                <a:gd name="csY1" fmla="*/ 102125 h 139091"/>
                <a:gd name="csX2" fmla="*/ 81857 w 124937"/>
                <a:gd name="csY2" fmla="*/ 125226 h 139091"/>
                <a:gd name="csX3" fmla="*/ 74596 w 124937"/>
                <a:gd name="csY3" fmla="*/ 129159 h 139091"/>
                <a:gd name="csX4" fmla="*/ 63756 w 124937"/>
                <a:gd name="csY4" fmla="*/ 128113 h 139091"/>
                <a:gd name="csX5" fmla="*/ 45111 w 124937"/>
                <a:gd name="csY5" fmla="*/ 120005 h 139091"/>
                <a:gd name="csX6" fmla="*/ 15330 w 124937"/>
                <a:gd name="csY6" fmla="*/ 99666 h 139091"/>
                <a:gd name="csX7" fmla="*/ 9447 w 124937"/>
                <a:gd name="csY7" fmla="*/ 57477 h 139091"/>
                <a:gd name="csX8" fmla="*/ 10640 w 124937"/>
                <a:gd name="csY8" fmla="*/ 9633 h 139091"/>
                <a:gd name="csX9" fmla="*/ 64191 w 124937"/>
                <a:gd name="csY9" fmla="*/ 9560 h 139091"/>
                <a:gd name="csX10" fmla="*/ 92130 w 124937"/>
                <a:gd name="csY10" fmla="*/ 8941 h 139091"/>
                <a:gd name="csX11" fmla="*/ 103765 w 124937"/>
                <a:gd name="csY11" fmla="*/ 8705 h 139091"/>
                <a:gd name="csX12" fmla="*/ 114914 w 124937"/>
                <a:gd name="csY12" fmla="*/ 10149 h 139091"/>
                <a:gd name="csX13" fmla="*/ 116431 w 124937"/>
                <a:gd name="csY13" fmla="*/ 14987 h 139091"/>
                <a:gd name="csX14" fmla="*/ 120842 w 124937"/>
                <a:gd name="csY14" fmla="*/ 17270 h 139091"/>
                <a:gd name="csX15" fmla="*/ 122794 w 124937"/>
                <a:gd name="csY15" fmla="*/ 12166 h 139091"/>
                <a:gd name="csX16" fmla="*/ 105989 w 124937"/>
                <a:gd name="csY16" fmla="*/ 2424 h 139091"/>
                <a:gd name="csX17" fmla="*/ 23946 w 124937"/>
                <a:gd name="csY17" fmla="*/ 900 h 139091"/>
                <a:gd name="csX18" fmla="*/ 9682 w 124937"/>
                <a:gd name="csY18" fmla="*/ 53 h 139091"/>
                <a:gd name="csX19" fmla="*/ 5912 w 124937"/>
                <a:gd name="csY19" fmla="*/ 1187 h 139091"/>
                <a:gd name="csX20" fmla="*/ 4498 w 124937"/>
                <a:gd name="csY20" fmla="*/ 6371 h 139091"/>
                <a:gd name="csX21" fmla="*/ 3408 w 124937"/>
                <a:gd name="csY21" fmla="*/ 11636 h 139091"/>
                <a:gd name="csX22" fmla="*/ 2532 w 124937"/>
                <a:gd name="csY22" fmla="*/ 26909 h 139091"/>
                <a:gd name="csX23" fmla="*/ 1133 w 124937"/>
                <a:gd name="csY23" fmla="*/ 57470 h 139091"/>
                <a:gd name="csX24" fmla="*/ 4977 w 124937"/>
                <a:gd name="csY24" fmla="*/ 100336 h 139091"/>
                <a:gd name="csX25" fmla="*/ 35427 w 124937"/>
                <a:gd name="csY25" fmla="*/ 125072 h 139091"/>
                <a:gd name="csX26" fmla="*/ 55118 w 124937"/>
                <a:gd name="csY26" fmla="*/ 134593 h 139091"/>
                <a:gd name="csX27" fmla="*/ 75495 w 124937"/>
                <a:gd name="csY27" fmla="*/ 138592 h 139091"/>
                <a:gd name="csX28" fmla="*/ 92866 w 124937"/>
                <a:gd name="csY28" fmla="*/ 129151 h 139091"/>
                <a:gd name="csX29" fmla="*/ 107528 w 124937"/>
                <a:gd name="csY29" fmla="*/ 116647 h 139091"/>
                <a:gd name="csX30" fmla="*/ 120040 w 124937"/>
                <a:gd name="csY30" fmla="*/ 102464 h 139091"/>
                <a:gd name="csX31" fmla="*/ 123088 w 124937"/>
                <a:gd name="csY31" fmla="*/ 80276 h 139091"/>
                <a:gd name="csX32" fmla="*/ 124937 w 124937"/>
                <a:gd name="csY32" fmla="*/ 30061 h 139091"/>
                <a:gd name="csX33" fmla="*/ 120931 w 124937"/>
                <a:gd name="csY33" fmla="*/ 23640 h 139091"/>
                <a:gd name="csX34" fmla="*/ 117985 w 124937"/>
                <a:gd name="csY34" fmla="*/ 29141 h 139091"/>
                <a:gd name="csX35" fmla="*/ 116917 w 124937"/>
                <a:gd name="csY35" fmla="*/ 67993 h 139091"/>
                <a:gd name="csX36" fmla="*/ 113515 w 124937"/>
                <a:gd name="csY36" fmla="*/ 90829 h 1390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24937" h="139091">
                  <a:moveTo>
                    <a:pt x="113515" y="90851"/>
                  </a:moveTo>
                  <a:cubicBezTo>
                    <a:pt x="112248" y="94990"/>
                    <a:pt x="110466" y="98856"/>
                    <a:pt x="107889" y="102125"/>
                  </a:cubicBezTo>
                  <a:cubicBezTo>
                    <a:pt x="100650" y="111286"/>
                    <a:pt x="91799" y="119129"/>
                    <a:pt x="81857" y="125226"/>
                  </a:cubicBezTo>
                  <a:cubicBezTo>
                    <a:pt x="79560" y="126640"/>
                    <a:pt x="77144" y="128238"/>
                    <a:pt x="74596" y="129159"/>
                  </a:cubicBezTo>
                  <a:cubicBezTo>
                    <a:pt x="70833" y="130514"/>
                    <a:pt x="67357" y="129372"/>
                    <a:pt x="63756" y="128113"/>
                  </a:cubicBezTo>
                  <a:cubicBezTo>
                    <a:pt x="57357" y="125874"/>
                    <a:pt x="51134" y="123098"/>
                    <a:pt x="45111" y="120005"/>
                  </a:cubicBezTo>
                  <a:cubicBezTo>
                    <a:pt x="34735" y="114674"/>
                    <a:pt x="23328" y="108326"/>
                    <a:pt x="15330" y="99666"/>
                  </a:cubicBezTo>
                  <a:cubicBezTo>
                    <a:pt x="5256" y="88760"/>
                    <a:pt x="8990" y="71005"/>
                    <a:pt x="9447" y="57477"/>
                  </a:cubicBezTo>
                  <a:cubicBezTo>
                    <a:pt x="9984" y="41534"/>
                    <a:pt x="10478" y="25584"/>
                    <a:pt x="10640" y="9633"/>
                  </a:cubicBezTo>
                  <a:cubicBezTo>
                    <a:pt x="28453" y="10480"/>
                    <a:pt x="46370" y="9920"/>
                    <a:pt x="64191" y="9560"/>
                  </a:cubicBezTo>
                  <a:cubicBezTo>
                    <a:pt x="73506" y="9375"/>
                    <a:pt x="82822" y="9147"/>
                    <a:pt x="92130" y="8941"/>
                  </a:cubicBezTo>
                  <a:cubicBezTo>
                    <a:pt x="96003" y="8853"/>
                    <a:pt x="99884" y="8757"/>
                    <a:pt x="103765" y="8705"/>
                  </a:cubicBezTo>
                  <a:cubicBezTo>
                    <a:pt x="107668" y="8661"/>
                    <a:pt x="111195" y="10244"/>
                    <a:pt x="114914" y="10149"/>
                  </a:cubicBezTo>
                  <a:cubicBezTo>
                    <a:pt x="114642" y="10149"/>
                    <a:pt x="116166" y="14597"/>
                    <a:pt x="116431" y="14987"/>
                  </a:cubicBezTo>
                  <a:cubicBezTo>
                    <a:pt x="117389" y="16386"/>
                    <a:pt x="119053" y="17542"/>
                    <a:pt x="120842" y="17270"/>
                  </a:cubicBezTo>
                  <a:cubicBezTo>
                    <a:pt x="123508" y="16872"/>
                    <a:pt x="123368" y="14265"/>
                    <a:pt x="122794" y="12166"/>
                  </a:cubicBezTo>
                  <a:cubicBezTo>
                    <a:pt x="120555" y="4007"/>
                    <a:pt x="113559" y="2402"/>
                    <a:pt x="105989" y="2424"/>
                  </a:cubicBezTo>
                  <a:cubicBezTo>
                    <a:pt x="78624" y="2512"/>
                    <a:pt x="51171" y="3668"/>
                    <a:pt x="23946" y="900"/>
                  </a:cubicBezTo>
                  <a:cubicBezTo>
                    <a:pt x="19204" y="421"/>
                    <a:pt x="14447" y="-183"/>
                    <a:pt x="9682" y="53"/>
                  </a:cubicBezTo>
                  <a:cubicBezTo>
                    <a:pt x="8342" y="119"/>
                    <a:pt x="6906" y="296"/>
                    <a:pt x="5912" y="1187"/>
                  </a:cubicBezTo>
                  <a:cubicBezTo>
                    <a:pt x="4439" y="2512"/>
                    <a:pt x="4638" y="4582"/>
                    <a:pt x="4498" y="6371"/>
                  </a:cubicBezTo>
                  <a:cubicBezTo>
                    <a:pt x="4351" y="8256"/>
                    <a:pt x="3600" y="9781"/>
                    <a:pt x="3408" y="11636"/>
                  </a:cubicBezTo>
                  <a:cubicBezTo>
                    <a:pt x="2885" y="16695"/>
                    <a:pt x="2797" y="21835"/>
                    <a:pt x="2532" y="26909"/>
                  </a:cubicBezTo>
                  <a:cubicBezTo>
                    <a:pt x="1994" y="37094"/>
                    <a:pt x="1552" y="47286"/>
                    <a:pt x="1133" y="57470"/>
                  </a:cubicBezTo>
                  <a:cubicBezTo>
                    <a:pt x="558" y="71226"/>
                    <a:pt x="-2579" y="87920"/>
                    <a:pt x="4977" y="100336"/>
                  </a:cubicBezTo>
                  <a:cubicBezTo>
                    <a:pt x="11678" y="111345"/>
                    <a:pt x="24506" y="118886"/>
                    <a:pt x="35427" y="125072"/>
                  </a:cubicBezTo>
                  <a:cubicBezTo>
                    <a:pt x="41782" y="128673"/>
                    <a:pt x="48366" y="131824"/>
                    <a:pt x="55118" y="134593"/>
                  </a:cubicBezTo>
                  <a:cubicBezTo>
                    <a:pt x="61496" y="137208"/>
                    <a:pt x="68477" y="140323"/>
                    <a:pt x="75495" y="138592"/>
                  </a:cubicBezTo>
                  <a:cubicBezTo>
                    <a:pt x="81747" y="137053"/>
                    <a:pt x="87711" y="132841"/>
                    <a:pt x="92866" y="129151"/>
                  </a:cubicBezTo>
                  <a:cubicBezTo>
                    <a:pt x="98095" y="125410"/>
                    <a:pt x="103036" y="121250"/>
                    <a:pt x="107528" y="116647"/>
                  </a:cubicBezTo>
                  <a:cubicBezTo>
                    <a:pt x="111637" y="112450"/>
                    <a:pt x="116925" y="107457"/>
                    <a:pt x="120040" y="102464"/>
                  </a:cubicBezTo>
                  <a:cubicBezTo>
                    <a:pt x="123670" y="96647"/>
                    <a:pt x="122654" y="86904"/>
                    <a:pt x="123088" y="80276"/>
                  </a:cubicBezTo>
                  <a:cubicBezTo>
                    <a:pt x="124186" y="63560"/>
                    <a:pt x="124797" y="46814"/>
                    <a:pt x="124937" y="30061"/>
                  </a:cubicBezTo>
                  <a:cubicBezTo>
                    <a:pt x="124959" y="27167"/>
                    <a:pt x="123788" y="23176"/>
                    <a:pt x="120931" y="23640"/>
                  </a:cubicBezTo>
                  <a:cubicBezTo>
                    <a:pt x="118699" y="24008"/>
                    <a:pt x="118073" y="26880"/>
                    <a:pt x="117985" y="29141"/>
                  </a:cubicBezTo>
                  <a:cubicBezTo>
                    <a:pt x="117492" y="42087"/>
                    <a:pt x="117889" y="55062"/>
                    <a:pt x="116917" y="67993"/>
                  </a:cubicBezTo>
                  <a:cubicBezTo>
                    <a:pt x="116372" y="75210"/>
                    <a:pt x="115769" y="83450"/>
                    <a:pt x="113515" y="90829"/>
                  </a:cubicBezTo>
                  <a:close/>
                </a:path>
              </a:pathLst>
            </a:custGeom>
            <a:solidFill>
              <a:srgbClr val="084D91"/>
            </a:solidFill>
            <a:ln w="735" cap="flat">
              <a:noFill/>
              <a:prstDash val="solid"/>
              <a:miter/>
            </a:ln>
          </p:spPr>
          <p:txBody>
            <a:bodyPr/>
            <a:lstStyle/>
            <a:p>
              <a:endParaRPr lang="en-US"/>
            </a:p>
          </p:txBody>
        </p:sp>
        <p:sp>
          <p:nvSpPr>
            <p:cNvPr id="666" name="Freeform: Shape 665">
              <a:extLst>
                <a:ext uri="{FF2B5EF4-FFF2-40B4-BE49-F238E27FC236}">
                  <a16:creationId xmlns:a16="http://schemas.microsoft.com/office/drawing/2014/main" id="{02F59181-E998-69EB-6589-AC4C84443B0F}"/>
                </a:ext>
              </a:extLst>
            </p:cNvPr>
            <p:cNvSpPr/>
            <p:nvPr/>
          </p:nvSpPr>
          <p:spPr>
            <a:xfrm>
              <a:off x="7895182" y="4968263"/>
              <a:ext cx="182370"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grpSp>
          <p:nvGrpSpPr>
            <p:cNvPr id="1016" name="Group 1015">
              <a:extLst>
                <a:ext uri="{FF2B5EF4-FFF2-40B4-BE49-F238E27FC236}">
                  <a16:creationId xmlns:a16="http://schemas.microsoft.com/office/drawing/2014/main" id="{28F036A7-F733-4D71-81CD-498606C84C00}"/>
                </a:ext>
              </a:extLst>
            </p:cNvPr>
            <p:cNvGrpSpPr/>
            <p:nvPr/>
          </p:nvGrpSpPr>
          <p:grpSpPr>
            <a:xfrm>
              <a:off x="7841494" y="4936064"/>
              <a:ext cx="163508" cy="97610"/>
              <a:chOff x="7786726" y="5162282"/>
              <a:chExt cx="163508" cy="97610"/>
            </a:xfrm>
          </p:grpSpPr>
          <p:sp>
            <p:nvSpPr>
              <p:cNvPr id="681" name="Freeform: Shape 680">
                <a:extLst>
                  <a:ext uri="{FF2B5EF4-FFF2-40B4-BE49-F238E27FC236}">
                    <a16:creationId xmlns:a16="http://schemas.microsoft.com/office/drawing/2014/main" id="{E1E837CC-FFF8-87B9-1723-027F770E0D07}"/>
                  </a:ext>
                </a:extLst>
              </p:cNvPr>
              <p:cNvSpPr/>
              <p:nvPr/>
            </p:nvSpPr>
            <p:spPr>
              <a:xfrm>
                <a:off x="7794432" y="5162282"/>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682" name="Freeform: Shape 681">
                <a:extLst>
                  <a:ext uri="{FF2B5EF4-FFF2-40B4-BE49-F238E27FC236}">
                    <a16:creationId xmlns:a16="http://schemas.microsoft.com/office/drawing/2014/main" id="{2C9A7656-FA3A-FFD9-B384-213F3B89F299}"/>
                  </a:ext>
                </a:extLst>
              </p:cNvPr>
              <p:cNvSpPr/>
              <p:nvPr/>
            </p:nvSpPr>
            <p:spPr>
              <a:xfrm>
                <a:off x="7786726" y="5166779"/>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683" name="Freeform: Shape 682">
                <a:extLst>
                  <a:ext uri="{FF2B5EF4-FFF2-40B4-BE49-F238E27FC236}">
                    <a16:creationId xmlns:a16="http://schemas.microsoft.com/office/drawing/2014/main" id="{B3E78F05-965B-61C5-5C84-7E687E448CE3}"/>
                  </a:ext>
                </a:extLst>
              </p:cNvPr>
              <p:cNvSpPr/>
              <p:nvPr/>
            </p:nvSpPr>
            <p:spPr>
              <a:xfrm>
                <a:off x="7872262" y="5169789"/>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684" name="Freeform: Shape 683">
                <a:extLst>
                  <a:ext uri="{FF2B5EF4-FFF2-40B4-BE49-F238E27FC236}">
                    <a16:creationId xmlns:a16="http://schemas.microsoft.com/office/drawing/2014/main" id="{859DC837-9BC8-A31A-945B-7E2DC0496FBD}"/>
                  </a:ext>
                </a:extLst>
              </p:cNvPr>
              <p:cNvSpPr/>
              <p:nvPr/>
            </p:nvSpPr>
            <p:spPr>
              <a:xfrm>
                <a:off x="7806535" y="5181992"/>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grpSp>
        <p:sp>
          <p:nvSpPr>
            <p:cNvPr id="685" name="Freeform: Shape 684">
              <a:extLst>
                <a:ext uri="{FF2B5EF4-FFF2-40B4-BE49-F238E27FC236}">
                  <a16:creationId xmlns:a16="http://schemas.microsoft.com/office/drawing/2014/main" id="{4C8F6F01-B42A-B1FC-A331-E7FADFE41AA6}"/>
                </a:ext>
              </a:extLst>
            </p:cNvPr>
            <p:cNvSpPr/>
            <p:nvPr/>
          </p:nvSpPr>
          <p:spPr>
            <a:xfrm>
              <a:off x="7840981" y="4645735"/>
              <a:ext cx="118246" cy="106713"/>
            </a:xfrm>
            <a:custGeom>
              <a:avLst/>
              <a:gdLst>
                <a:gd name="csX0" fmla="*/ 79981 w 153337"/>
                <a:gd name="csY0" fmla="*/ 5290 h 138383"/>
                <a:gd name="csX1" fmla="*/ 131058 w 153337"/>
                <a:gd name="csY1" fmla="*/ 2396 h 138383"/>
                <a:gd name="csX2" fmla="*/ 153223 w 153337"/>
                <a:gd name="csY2" fmla="*/ 42869 h 138383"/>
                <a:gd name="csX3" fmla="*/ 124312 w 153337"/>
                <a:gd name="csY3" fmla="*/ 96832 h 138383"/>
                <a:gd name="csX4" fmla="*/ 105041 w 153337"/>
                <a:gd name="csY4" fmla="*/ 138270 h 138383"/>
                <a:gd name="csX5" fmla="*/ 49148 w 153337"/>
                <a:gd name="csY5" fmla="*/ 86228 h 138383"/>
                <a:gd name="csX6" fmla="*/ 0 w 153337"/>
                <a:gd name="csY6" fmla="*/ 135376 h 138383"/>
                <a:gd name="csX7" fmla="*/ 29876 w 153337"/>
                <a:gd name="csY7" fmla="*/ 79483 h 138383"/>
                <a:gd name="csX8" fmla="*/ 79988 w 153337"/>
                <a:gd name="csY8" fmla="*/ 5275 h 1383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3337" h="138383">
                  <a:moveTo>
                    <a:pt x="79981" y="5290"/>
                  </a:moveTo>
                  <a:cubicBezTo>
                    <a:pt x="79981" y="5290"/>
                    <a:pt x="120453" y="-4349"/>
                    <a:pt x="131058" y="2396"/>
                  </a:cubicBezTo>
                  <a:cubicBezTo>
                    <a:pt x="141662" y="9141"/>
                    <a:pt x="151294" y="39982"/>
                    <a:pt x="153223" y="42869"/>
                  </a:cubicBezTo>
                  <a:cubicBezTo>
                    <a:pt x="155153" y="45763"/>
                    <a:pt x="132022" y="84306"/>
                    <a:pt x="124312" y="96832"/>
                  </a:cubicBezTo>
                  <a:cubicBezTo>
                    <a:pt x="116602" y="109358"/>
                    <a:pt x="107927" y="135383"/>
                    <a:pt x="105041" y="138270"/>
                  </a:cubicBezTo>
                  <a:cubicBezTo>
                    <a:pt x="102146" y="141164"/>
                    <a:pt x="52034" y="88157"/>
                    <a:pt x="49148" y="86228"/>
                  </a:cubicBezTo>
                  <a:cubicBezTo>
                    <a:pt x="46253" y="84299"/>
                    <a:pt x="0" y="135376"/>
                    <a:pt x="0" y="135376"/>
                  </a:cubicBezTo>
                  <a:lnTo>
                    <a:pt x="29876" y="79483"/>
                  </a:lnTo>
                  <a:lnTo>
                    <a:pt x="79988" y="5275"/>
                  </a:lnTo>
                  <a:close/>
                </a:path>
              </a:pathLst>
            </a:custGeom>
            <a:solidFill>
              <a:srgbClr val="0863AA"/>
            </a:solidFill>
            <a:ln w="735" cap="flat">
              <a:noFill/>
              <a:prstDash val="solid"/>
              <a:miter/>
            </a:ln>
          </p:spPr>
          <p:txBody>
            <a:bodyPr/>
            <a:lstStyle/>
            <a:p>
              <a:endParaRPr lang="en-US"/>
            </a:p>
          </p:txBody>
        </p:sp>
        <p:sp>
          <p:nvSpPr>
            <p:cNvPr id="686" name="Freeform: Shape 685">
              <a:extLst>
                <a:ext uri="{FF2B5EF4-FFF2-40B4-BE49-F238E27FC236}">
                  <a16:creationId xmlns:a16="http://schemas.microsoft.com/office/drawing/2014/main" id="{5E851B25-4A59-B3DB-4EFC-BF7FEF64B5BD}"/>
                </a:ext>
              </a:extLst>
            </p:cNvPr>
            <p:cNvSpPr/>
            <p:nvPr/>
          </p:nvSpPr>
          <p:spPr>
            <a:xfrm>
              <a:off x="7904878" y="4649169"/>
              <a:ext cx="32960" cy="25172"/>
            </a:xfrm>
            <a:custGeom>
              <a:avLst/>
              <a:gdLst>
                <a:gd name="csX0" fmla="*/ 972 w 42741"/>
                <a:gd name="csY0" fmla="*/ 3731 h 32642"/>
                <a:gd name="csX1" fmla="*/ 41445 w 42741"/>
                <a:gd name="csY1" fmla="*/ 2767 h 32642"/>
                <a:gd name="csX2" fmla="*/ 31805 w 42741"/>
                <a:gd name="csY2" fmla="*/ 27827 h 32642"/>
                <a:gd name="csX3" fmla="*/ 0 w 42741"/>
                <a:gd name="csY3" fmla="*/ 32643 h 32642"/>
                <a:gd name="csX4" fmla="*/ 965 w 42741"/>
                <a:gd name="csY4" fmla="*/ 3731 h 32642"/>
              </a:gdLst>
              <a:ahLst/>
              <a:cxnLst>
                <a:cxn ang="0">
                  <a:pos x="csX0" y="csY0"/>
                </a:cxn>
                <a:cxn ang="0">
                  <a:pos x="csX1" y="csY1"/>
                </a:cxn>
                <a:cxn ang="0">
                  <a:pos x="csX2" y="csY2"/>
                </a:cxn>
                <a:cxn ang="0">
                  <a:pos x="csX3" y="csY3"/>
                </a:cxn>
                <a:cxn ang="0">
                  <a:pos x="csX4" y="csY4"/>
                </a:cxn>
              </a:cxnLst>
              <a:rect l="l" t="t" r="r" b="b"/>
              <a:pathLst>
                <a:path w="42741" h="32642">
                  <a:moveTo>
                    <a:pt x="972" y="3731"/>
                  </a:moveTo>
                  <a:cubicBezTo>
                    <a:pt x="972" y="3731"/>
                    <a:pt x="34699" y="-3979"/>
                    <a:pt x="41445" y="2767"/>
                  </a:cubicBezTo>
                  <a:cubicBezTo>
                    <a:pt x="47226" y="8548"/>
                    <a:pt x="31805" y="27827"/>
                    <a:pt x="31805" y="27827"/>
                  </a:cubicBezTo>
                  <a:lnTo>
                    <a:pt x="0" y="32643"/>
                  </a:lnTo>
                  <a:lnTo>
                    <a:pt x="965" y="3731"/>
                  </a:lnTo>
                  <a:close/>
                </a:path>
              </a:pathLst>
            </a:custGeom>
            <a:solidFill>
              <a:srgbClr val="1A1A1A"/>
            </a:solidFill>
            <a:ln w="735" cap="flat">
              <a:noFill/>
              <a:prstDash val="solid"/>
              <a:miter/>
            </a:ln>
          </p:spPr>
          <p:txBody>
            <a:bodyPr/>
            <a:lstStyle/>
            <a:p>
              <a:endParaRPr lang="en-US"/>
            </a:p>
          </p:txBody>
        </p:sp>
        <p:sp>
          <p:nvSpPr>
            <p:cNvPr id="687" name="Freeform: Shape 686">
              <a:extLst>
                <a:ext uri="{FF2B5EF4-FFF2-40B4-BE49-F238E27FC236}">
                  <a16:creationId xmlns:a16="http://schemas.microsoft.com/office/drawing/2014/main" id="{DD2EC1FA-8F1C-9F49-BB4C-A7528F67C0EC}"/>
                </a:ext>
              </a:extLst>
            </p:cNvPr>
            <p:cNvSpPr/>
            <p:nvPr/>
          </p:nvSpPr>
          <p:spPr>
            <a:xfrm>
              <a:off x="7870135" y="4547041"/>
              <a:ext cx="874" cy="3236"/>
            </a:xfrm>
            <a:custGeom>
              <a:avLst/>
              <a:gdLst>
                <a:gd name="csX0" fmla="*/ 1134 w 1134"/>
                <a:gd name="csY0" fmla="*/ 4197 h 4197"/>
                <a:gd name="csX1" fmla="*/ 0 w 1134"/>
                <a:gd name="csY1" fmla="*/ 0 h 4197"/>
                <a:gd name="csX2" fmla="*/ 1134 w 1134"/>
                <a:gd name="csY2" fmla="*/ 4197 h 4197"/>
              </a:gdLst>
              <a:ahLst/>
              <a:cxnLst>
                <a:cxn ang="0">
                  <a:pos x="csX0" y="csY0"/>
                </a:cxn>
                <a:cxn ang="0">
                  <a:pos x="csX1" y="csY1"/>
                </a:cxn>
                <a:cxn ang="0">
                  <a:pos x="csX2" y="csY2"/>
                </a:cxn>
              </a:cxnLst>
              <a:rect l="l" t="t" r="r" b="b"/>
              <a:pathLst>
                <a:path w="1134" h="4197">
                  <a:moveTo>
                    <a:pt x="1134" y="4197"/>
                  </a:moveTo>
                  <a:cubicBezTo>
                    <a:pt x="736" y="2754"/>
                    <a:pt x="361" y="1355"/>
                    <a:pt x="0" y="0"/>
                  </a:cubicBezTo>
                  <a:cubicBezTo>
                    <a:pt x="243" y="825"/>
                    <a:pt x="648" y="2261"/>
                    <a:pt x="1134" y="4197"/>
                  </a:cubicBezTo>
                  <a:close/>
                </a:path>
              </a:pathLst>
            </a:custGeom>
            <a:solidFill>
              <a:srgbClr val="757575"/>
            </a:solidFill>
            <a:ln w="735" cap="flat">
              <a:noFill/>
              <a:prstDash val="solid"/>
              <a:miter/>
            </a:ln>
          </p:spPr>
          <p:txBody>
            <a:bodyPr/>
            <a:lstStyle/>
            <a:p>
              <a:endParaRPr lang="en-US"/>
            </a:p>
          </p:txBody>
        </p:sp>
        <p:sp>
          <p:nvSpPr>
            <p:cNvPr id="688" name="Freeform: Shape 687">
              <a:extLst>
                <a:ext uri="{FF2B5EF4-FFF2-40B4-BE49-F238E27FC236}">
                  <a16:creationId xmlns:a16="http://schemas.microsoft.com/office/drawing/2014/main" id="{43CE2AA6-5140-C0F2-CDCF-4B1AF33C36C6}"/>
                </a:ext>
              </a:extLst>
            </p:cNvPr>
            <p:cNvSpPr/>
            <p:nvPr/>
          </p:nvSpPr>
          <p:spPr>
            <a:xfrm>
              <a:off x="7822121" y="4616104"/>
              <a:ext cx="107289" cy="137835"/>
            </a:xfrm>
            <a:custGeom>
              <a:avLst/>
              <a:gdLst>
                <a:gd name="csX0" fmla="*/ 96808 w 139129"/>
                <a:gd name="csY0" fmla="*/ 18 h 178741"/>
                <a:gd name="csX1" fmla="*/ 139129 w 139129"/>
                <a:gd name="csY1" fmla="*/ 70698 h 178741"/>
                <a:gd name="csX2" fmla="*/ 101543 w 139129"/>
                <a:gd name="csY2" fmla="*/ 98644 h 178741"/>
                <a:gd name="csX3" fmla="*/ 63957 w 139129"/>
                <a:gd name="csY3" fmla="*/ 121774 h 178741"/>
                <a:gd name="csX4" fmla="*/ 23485 w 139129"/>
                <a:gd name="csY4" fmla="*/ 178632 h 178741"/>
                <a:gd name="csX5" fmla="*/ 1319 w 139129"/>
                <a:gd name="csY5" fmla="*/ 56242 h 178741"/>
                <a:gd name="csX6" fmla="*/ 96808 w 139129"/>
                <a:gd name="csY6" fmla="*/ 18 h 17874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9129" h="178741">
                  <a:moveTo>
                    <a:pt x="96808" y="18"/>
                  </a:moveTo>
                  <a:cubicBezTo>
                    <a:pt x="96808" y="18"/>
                    <a:pt x="104437" y="60101"/>
                    <a:pt x="139129" y="70698"/>
                  </a:cubicBezTo>
                  <a:cubicBezTo>
                    <a:pt x="139129" y="70698"/>
                    <a:pt x="123709" y="83224"/>
                    <a:pt x="101543" y="98644"/>
                  </a:cubicBezTo>
                  <a:cubicBezTo>
                    <a:pt x="78774" y="114484"/>
                    <a:pt x="65703" y="117400"/>
                    <a:pt x="63957" y="121774"/>
                  </a:cubicBezTo>
                  <a:cubicBezTo>
                    <a:pt x="62212" y="126149"/>
                    <a:pt x="25075" y="175392"/>
                    <a:pt x="23485" y="178632"/>
                  </a:cubicBezTo>
                  <a:cubicBezTo>
                    <a:pt x="21894" y="181872"/>
                    <a:pt x="-6355" y="112820"/>
                    <a:pt x="1319" y="56242"/>
                  </a:cubicBezTo>
                  <a:cubicBezTo>
                    <a:pt x="9294" y="-2611"/>
                    <a:pt x="96808" y="18"/>
                    <a:pt x="96808" y="18"/>
                  </a:cubicBezTo>
                  <a:close/>
                </a:path>
              </a:pathLst>
            </a:custGeom>
            <a:solidFill>
              <a:srgbClr val="A26552"/>
            </a:solidFill>
            <a:ln w="735" cap="flat">
              <a:noFill/>
              <a:prstDash val="solid"/>
              <a:miter/>
            </a:ln>
          </p:spPr>
          <p:txBody>
            <a:bodyPr/>
            <a:lstStyle/>
            <a:p>
              <a:endParaRPr lang="en-US"/>
            </a:p>
          </p:txBody>
        </p:sp>
        <p:sp>
          <p:nvSpPr>
            <p:cNvPr id="689" name="Freeform: Shape 688">
              <a:extLst>
                <a:ext uri="{FF2B5EF4-FFF2-40B4-BE49-F238E27FC236}">
                  <a16:creationId xmlns:a16="http://schemas.microsoft.com/office/drawing/2014/main" id="{50C41758-B540-EDB4-D528-EDBCEEB481F8}"/>
                </a:ext>
              </a:extLst>
            </p:cNvPr>
            <p:cNvSpPr/>
            <p:nvPr/>
          </p:nvSpPr>
          <p:spPr>
            <a:xfrm>
              <a:off x="7786594" y="4691327"/>
              <a:ext cx="53660" cy="62534"/>
            </a:xfrm>
            <a:custGeom>
              <a:avLst/>
              <a:gdLst>
                <a:gd name="csX0" fmla="*/ 50070 w 69584"/>
                <a:gd name="csY0" fmla="*/ 0 h 81092"/>
                <a:gd name="csX1" fmla="*/ 47094 w 69584"/>
                <a:gd name="csY1" fmla="*/ 36084 h 81092"/>
                <a:gd name="csX2" fmla="*/ 44046 w 69584"/>
                <a:gd name="csY2" fmla="*/ 35436 h 81092"/>
                <a:gd name="csX3" fmla="*/ 31313 w 69584"/>
                <a:gd name="csY3" fmla="*/ 43683 h 81092"/>
                <a:gd name="csX4" fmla="*/ 20076 w 69584"/>
                <a:gd name="csY4" fmla="*/ 59111 h 81092"/>
                <a:gd name="csX5" fmla="*/ 9236 w 69584"/>
                <a:gd name="csY5" fmla="*/ 66563 h 81092"/>
                <a:gd name="csX6" fmla="*/ 10657 w 69584"/>
                <a:gd name="csY6" fmla="*/ 58522 h 81092"/>
                <a:gd name="csX7" fmla="*/ 33353 w 69584"/>
                <a:gd name="csY7" fmla="*/ 5236 h 81092"/>
                <a:gd name="csX8" fmla="*/ 33449 w 69584"/>
                <a:gd name="csY8" fmla="*/ 2541 h 81092"/>
                <a:gd name="csX9" fmla="*/ 28773 w 69584"/>
                <a:gd name="csY9" fmla="*/ 6849 h 81092"/>
                <a:gd name="csX10" fmla="*/ 24133 w 69584"/>
                <a:gd name="csY10" fmla="*/ 17607 h 81092"/>
                <a:gd name="csX11" fmla="*/ 14008 w 69584"/>
                <a:gd name="csY11" fmla="*/ 37630 h 81092"/>
                <a:gd name="csX12" fmla="*/ 4862 w 69584"/>
                <a:gd name="csY12" fmla="*/ 55849 h 81092"/>
                <a:gd name="csX13" fmla="*/ 193 w 69584"/>
                <a:gd name="csY13" fmla="*/ 72727 h 81092"/>
                <a:gd name="csX14" fmla="*/ 24708 w 69584"/>
                <a:gd name="csY14" fmla="*/ 68876 h 81092"/>
                <a:gd name="csX15" fmla="*/ 35356 w 69584"/>
                <a:gd name="csY15" fmla="*/ 54405 h 81092"/>
                <a:gd name="csX16" fmla="*/ 41409 w 69584"/>
                <a:gd name="csY16" fmla="*/ 46253 h 81092"/>
                <a:gd name="csX17" fmla="*/ 49429 w 69584"/>
                <a:gd name="csY17" fmla="*/ 47844 h 81092"/>
                <a:gd name="csX18" fmla="*/ 50342 w 69584"/>
                <a:gd name="csY18" fmla="*/ 48779 h 81092"/>
                <a:gd name="csX19" fmla="*/ 45489 w 69584"/>
                <a:gd name="csY19" fmla="*/ 72418 h 81092"/>
                <a:gd name="csX20" fmla="*/ 55129 w 69584"/>
                <a:gd name="csY20" fmla="*/ 78199 h 81092"/>
                <a:gd name="csX21" fmla="*/ 69584 w 69584"/>
                <a:gd name="csY21" fmla="*/ 81093 h 81092"/>
                <a:gd name="csX22" fmla="*/ 50099 w 69584"/>
                <a:gd name="csY22" fmla="*/ 0 h 81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9584" h="81092">
                  <a:moveTo>
                    <a:pt x="50070" y="0"/>
                  </a:moveTo>
                  <a:cubicBezTo>
                    <a:pt x="50070" y="0"/>
                    <a:pt x="46365" y="24456"/>
                    <a:pt x="47094" y="36084"/>
                  </a:cubicBezTo>
                  <a:cubicBezTo>
                    <a:pt x="46203" y="35723"/>
                    <a:pt x="45202" y="35487"/>
                    <a:pt x="44046" y="35436"/>
                  </a:cubicBezTo>
                  <a:cubicBezTo>
                    <a:pt x="38471" y="35163"/>
                    <a:pt x="34436" y="39699"/>
                    <a:pt x="31313" y="43683"/>
                  </a:cubicBezTo>
                  <a:cubicBezTo>
                    <a:pt x="27388" y="48691"/>
                    <a:pt x="24200" y="54273"/>
                    <a:pt x="20076" y="59111"/>
                  </a:cubicBezTo>
                  <a:cubicBezTo>
                    <a:pt x="17263" y="62417"/>
                    <a:pt x="14015" y="66755"/>
                    <a:pt x="9236" y="66563"/>
                  </a:cubicBezTo>
                  <a:cubicBezTo>
                    <a:pt x="8352" y="63912"/>
                    <a:pt x="9494" y="61062"/>
                    <a:pt x="10657" y="58522"/>
                  </a:cubicBezTo>
                  <a:cubicBezTo>
                    <a:pt x="18736" y="40929"/>
                    <a:pt x="29310" y="24169"/>
                    <a:pt x="33353" y="5236"/>
                  </a:cubicBezTo>
                  <a:cubicBezTo>
                    <a:pt x="33545" y="4345"/>
                    <a:pt x="33714" y="3410"/>
                    <a:pt x="33449" y="2541"/>
                  </a:cubicBezTo>
                  <a:cubicBezTo>
                    <a:pt x="31902" y="-2482"/>
                    <a:pt x="29207" y="5744"/>
                    <a:pt x="28773" y="6849"/>
                  </a:cubicBezTo>
                  <a:cubicBezTo>
                    <a:pt x="27337" y="10479"/>
                    <a:pt x="25776" y="14065"/>
                    <a:pt x="24133" y="17607"/>
                  </a:cubicBezTo>
                  <a:cubicBezTo>
                    <a:pt x="20982" y="24397"/>
                    <a:pt x="17521" y="31032"/>
                    <a:pt x="14008" y="37630"/>
                  </a:cubicBezTo>
                  <a:cubicBezTo>
                    <a:pt x="10819" y="43632"/>
                    <a:pt x="7653" y="49648"/>
                    <a:pt x="4862" y="55849"/>
                  </a:cubicBezTo>
                  <a:cubicBezTo>
                    <a:pt x="2586" y="60886"/>
                    <a:pt x="-853" y="66998"/>
                    <a:pt x="193" y="72727"/>
                  </a:cubicBezTo>
                  <a:cubicBezTo>
                    <a:pt x="2572" y="85761"/>
                    <a:pt x="19995" y="73795"/>
                    <a:pt x="24708" y="68876"/>
                  </a:cubicBezTo>
                  <a:cubicBezTo>
                    <a:pt x="28869" y="64531"/>
                    <a:pt x="32050" y="59391"/>
                    <a:pt x="35356" y="54405"/>
                  </a:cubicBezTo>
                  <a:cubicBezTo>
                    <a:pt x="37182" y="51644"/>
                    <a:pt x="39009" y="48566"/>
                    <a:pt x="41409" y="46253"/>
                  </a:cubicBezTo>
                  <a:cubicBezTo>
                    <a:pt x="44340" y="43433"/>
                    <a:pt x="47139" y="44295"/>
                    <a:pt x="49429" y="47844"/>
                  </a:cubicBezTo>
                  <a:cubicBezTo>
                    <a:pt x="49694" y="48249"/>
                    <a:pt x="50003" y="48558"/>
                    <a:pt x="50342" y="48779"/>
                  </a:cubicBezTo>
                  <a:cubicBezTo>
                    <a:pt x="50865" y="56541"/>
                    <a:pt x="48906" y="67631"/>
                    <a:pt x="45489" y="72418"/>
                  </a:cubicBezTo>
                  <a:cubicBezTo>
                    <a:pt x="40673" y="79163"/>
                    <a:pt x="50305" y="78199"/>
                    <a:pt x="55129" y="78199"/>
                  </a:cubicBezTo>
                  <a:cubicBezTo>
                    <a:pt x="59952" y="78199"/>
                    <a:pt x="69584" y="81093"/>
                    <a:pt x="69584" y="81093"/>
                  </a:cubicBezTo>
                  <a:lnTo>
                    <a:pt x="50099" y="0"/>
                  </a:lnTo>
                  <a:close/>
                </a:path>
              </a:pathLst>
            </a:custGeom>
            <a:solidFill>
              <a:srgbClr val="084D91"/>
            </a:solidFill>
            <a:ln w="735" cap="flat">
              <a:noFill/>
              <a:prstDash val="solid"/>
              <a:miter/>
            </a:ln>
          </p:spPr>
          <p:txBody>
            <a:bodyPr/>
            <a:lstStyle/>
            <a:p>
              <a:endParaRPr lang="en-US"/>
            </a:p>
          </p:txBody>
        </p:sp>
        <p:grpSp>
          <p:nvGrpSpPr>
            <p:cNvPr id="690" name="Graphic 475">
              <a:extLst>
                <a:ext uri="{FF2B5EF4-FFF2-40B4-BE49-F238E27FC236}">
                  <a16:creationId xmlns:a16="http://schemas.microsoft.com/office/drawing/2014/main" id="{9BD5C9DA-2721-92F8-FC62-C40C968983C5}"/>
                </a:ext>
              </a:extLst>
            </p:cNvPr>
            <p:cNvGrpSpPr/>
            <p:nvPr/>
          </p:nvGrpSpPr>
          <p:grpSpPr>
            <a:xfrm>
              <a:off x="7754930" y="4464041"/>
              <a:ext cx="168934" cy="237818"/>
              <a:chOff x="13111723" y="4916801"/>
              <a:chExt cx="219068" cy="308396"/>
            </a:xfrm>
          </p:grpSpPr>
          <p:sp>
            <p:nvSpPr>
              <p:cNvPr id="691" name="Freeform: Shape 690">
                <a:extLst>
                  <a:ext uri="{FF2B5EF4-FFF2-40B4-BE49-F238E27FC236}">
                    <a16:creationId xmlns:a16="http://schemas.microsoft.com/office/drawing/2014/main" id="{49F2D234-4E0F-D3AC-E632-414826592330}"/>
                  </a:ext>
                </a:extLst>
              </p:cNvPr>
              <p:cNvSpPr/>
              <p:nvPr/>
            </p:nvSpPr>
            <p:spPr>
              <a:xfrm>
                <a:off x="13112011" y="4946994"/>
                <a:ext cx="210210" cy="264791"/>
              </a:xfrm>
              <a:custGeom>
                <a:avLst/>
                <a:gdLst>
                  <a:gd name="csX0" fmla="*/ 184836 w 210210"/>
                  <a:gd name="csY0" fmla="*/ 175248 h 264791"/>
                  <a:gd name="csX1" fmla="*/ 180543 w 210210"/>
                  <a:gd name="csY1" fmla="*/ 212517 h 264791"/>
                  <a:gd name="csX2" fmla="*/ 122618 w 210210"/>
                  <a:gd name="csY2" fmla="*/ 259912 h 264791"/>
                  <a:gd name="csX3" fmla="*/ 58816 w 210210"/>
                  <a:gd name="csY3" fmla="*/ 255420 h 264791"/>
                  <a:gd name="csX4" fmla="*/ 3018 w 210210"/>
                  <a:gd name="csY4" fmla="*/ 122455 h 264791"/>
                  <a:gd name="csX5" fmla="*/ 728 w 210210"/>
                  <a:gd name="csY5" fmla="*/ 108243 h 264791"/>
                  <a:gd name="csX6" fmla="*/ 2466 w 210210"/>
                  <a:gd name="csY6" fmla="*/ 32224 h 264791"/>
                  <a:gd name="csX7" fmla="*/ 43498 w 210210"/>
                  <a:gd name="csY7" fmla="*/ 50170 h 264791"/>
                  <a:gd name="csX8" fmla="*/ 71283 w 210210"/>
                  <a:gd name="csY8" fmla="*/ 31554 h 264791"/>
                  <a:gd name="csX9" fmla="*/ 120843 w 210210"/>
                  <a:gd name="csY9" fmla="*/ 927 h 264791"/>
                  <a:gd name="csX10" fmla="*/ 150233 w 210210"/>
                  <a:gd name="csY10" fmla="*/ 81637 h 264791"/>
                  <a:gd name="csX11" fmla="*/ 163856 w 210210"/>
                  <a:gd name="csY11" fmla="*/ 120195 h 264791"/>
                  <a:gd name="csX12" fmla="*/ 198666 w 210210"/>
                  <a:gd name="csY12" fmla="*/ 94148 h 264791"/>
                  <a:gd name="csX13" fmla="*/ 184829 w 210210"/>
                  <a:gd name="csY13" fmla="*/ 175248 h 2647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10210" h="264791">
                    <a:moveTo>
                      <a:pt x="184836" y="175248"/>
                    </a:moveTo>
                    <a:cubicBezTo>
                      <a:pt x="184836" y="189645"/>
                      <a:pt x="183886" y="201898"/>
                      <a:pt x="180543" y="212517"/>
                    </a:cubicBezTo>
                    <a:cubicBezTo>
                      <a:pt x="174033" y="233240"/>
                      <a:pt x="158377" y="247754"/>
                      <a:pt x="122618" y="259912"/>
                    </a:cubicBezTo>
                    <a:cubicBezTo>
                      <a:pt x="105047" y="265885"/>
                      <a:pt x="76180" y="268396"/>
                      <a:pt x="58816" y="255420"/>
                    </a:cubicBezTo>
                    <a:cubicBezTo>
                      <a:pt x="25957" y="230869"/>
                      <a:pt x="6575" y="135770"/>
                      <a:pt x="3018" y="122455"/>
                    </a:cubicBezTo>
                    <a:cubicBezTo>
                      <a:pt x="1973" y="118552"/>
                      <a:pt x="1236" y="113655"/>
                      <a:pt x="728" y="108243"/>
                    </a:cubicBezTo>
                    <a:cubicBezTo>
                      <a:pt x="-1621" y="83433"/>
                      <a:pt x="2466" y="32224"/>
                      <a:pt x="2466" y="32224"/>
                    </a:cubicBezTo>
                    <a:cubicBezTo>
                      <a:pt x="8122" y="45781"/>
                      <a:pt x="19735" y="51319"/>
                      <a:pt x="43498" y="50170"/>
                    </a:cubicBezTo>
                    <a:cubicBezTo>
                      <a:pt x="55494" y="49588"/>
                      <a:pt x="66261" y="42460"/>
                      <a:pt x="71283" y="31554"/>
                    </a:cubicBezTo>
                    <a:cubicBezTo>
                      <a:pt x="77189" y="18711"/>
                      <a:pt x="103861" y="-4972"/>
                      <a:pt x="120843" y="927"/>
                    </a:cubicBezTo>
                    <a:cubicBezTo>
                      <a:pt x="149297" y="10809"/>
                      <a:pt x="139997" y="44397"/>
                      <a:pt x="150233" y="81637"/>
                    </a:cubicBezTo>
                    <a:cubicBezTo>
                      <a:pt x="160439" y="102344"/>
                      <a:pt x="163856" y="120195"/>
                      <a:pt x="163856" y="120195"/>
                    </a:cubicBezTo>
                    <a:cubicBezTo>
                      <a:pt x="163856" y="120195"/>
                      <a:pt x="174806" y="66945"/>
                      <a:pt x="198666" y="94148"/>
                    </a:cubicBezTo>
                    <a:cubicBezTo>
                      <a:pt x="231126" y="131160"/>
                      <a:pt x="184829" y="175248"/>
                      <a:pt x="184829" y="175248"/>
                    </a:cubicBezTo>
                    <a:close/>
                  </a:path>
                </a:pathLst>
              </a:custGeom>
              <a:solidFill>
                <a:srgbClr val="A26552"/>
              </a:solidFill>
              <a:ln w="735" cap="flat">
                <a:noFill/>
                <a:prstDash val="solid"/>
                <a:miter/>
              </a:ln>
            </p:spPr>
            <p:txBody>
              <a:bodyPr/>
              <a:lstStyle/>
              <a:p>
                <a:endParaRPr lang="en-US"/>
              </a:p>
            </p:txBody>
          </p:sp>
          <p:sp>
            <p:nvSpPr>
              <p:cNvPr id="692" name="Freeform: Shape 691">
                <a:extLst>
                  <a:ext uri="{FF2B5EF4-FFF2-40B4-BE49-F238E27FC236}">
                    <a16:creationId xmlns:a16="http://schemas.microsoft.com/office/drawing/2014/main" id="{43C18B1D-F7A9-5FD1-F1FF-D0659C5BCF0E}"/>
                  </a:ext>
                </a:extLst>
              </p:cNvPr>
              <p:cNvSpPr/>
              <p:nvPr/>
            </p:nvSpPr>
            <p:spPr>
              <a:xfrm>
                <a:off x="13159295" y="5109510"/>
                <a:ext cx="19408" cy="10404"/>
              </a:xfrm>
              <a:custGeom>
                <a:avLst/>
                <a:gdLst>
                  <a:gd name="csX0" fmla="*/ 6 w 19408"/>
                  <a:gd name="csY0" fmla="*/ 6502 h 10404"/>
                  <a:gd name="csX1" fmla="*/ 5131 w 19408"/>
                  <a:gd name="csY1" fmla="*/ 1171 h 10404"/>
                  <a:gd name="csX2" fmla="*/ 13755 w 19408"/>
                  <a:gd name="csY2" fmla="*/ 51 h 10404"/>
                  <a:gd name="csX3" fmla="*/ 19403 w 19408"/>
                  <a:gd name="csY3" fmla="*/ 3903 h 10404"/>
                  <a:gd name="csX4" fmla="*/ 14277 w 19408"/>
                  <a:gd name="csY4" fmla="*/ 9234 h 10404"/>
                  <a:gd name="csX5" fmla="*/ 5654 w 19408"/>
                  <a:gd name="csY5" fmla="*/ 10353 h 10404"/>
                  <a:gd name="csX6" fmla="*/ 6 w 19408"/>
                  <a:gd name="csY6" fmla="*/ 6502 h 104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08" h="10404">
                    <a:moveTo>
                      <a:pt x="6" y="6502"/>
                    </a:moveTo>
                    <a:cubicBezTo>
                      <a:pt x="-134" y="4035"/>
                      <a:pt x="2215" y="1546"/>
                      <a:pt x="5131" y="1171"/>
                    </a:cubicBezTo>
                    <a:cubicBezTo>
                      <a:pt x="8003" y="795"/>
                      <a:pt x="10883" y="427"/>
                      <a:pt x="13755" y="51"/>
                    </a:cubicBezTo>
                    <a:cubicBezTo>
                      <a:pt x="16663" y="-324"/>
                      <a:pt x="19256" y="1406"/>
                      <a:pt x="19403" y="3903"/>
                    </a:cubicBezTo>
                    <a:cubicBezTo>
                      <a:pt x="19543" y="6370"/>
                      <a:pt x="17194" y="8859"/>
                      <a:pt x="14277" y="9234"/>
                    </a:cubicBezTo>
                    <a:cubicBezTo>
                      <a:pt x="11405" y="9610"/>
                      <a:pt x="8526" y="9978"/>
                      <a:pt x="5654" y="10353"/>
                    </a:cubicBezTo>
                    <a:cubicBezTo>
                      <a:pt x="2745" y="10729"/>
                      <a:pt x="153" y="8999"/>
                      <a:pt x="6" y="6502"/>
                    </a:cubicBezTo>
                    <a:close/>
                  </a:path>
                </a:pathLst>
              </a:custGeom>
              <a:solidFill>
                <a:srgbClr val="512820"/>
              </a:solidFill>
              <a:ln w="735" cap="flat">
                <a:noFill/>
                <a:prstDash val="solid"/>
                <a:miter/>
              </a:ln>
            </p:spPr>
            <p:txBody>
              <a:bodyPr/>
              <a:lstStyle/>
              <a:p>
                <a:endParaRPr lang="en-US"/>
              </a:p>
            </p:txBody>
          </p:sp>
          <p:sp>
            <p:nvSpPr>
              <p:cNvPr id="693" name="Freeform: Shape 692">
                <a:extLst>
                  <a:ext uri="{FF2B5EF4-FFF2-40B4-BE49-F238E27FC236}">
                    <a16:creationId xmlns:a16="http://schemas.microsoft.com/office/drawing/2014/main" id="{A86EE433-17C5-C24F-2710-D338E9CDE116}"/>
                  </a:ext>
                </a:extLst>
              </p:cNvPr>
              <p:cNvSpPr/>
              <p:nvPr/>
            </p:nvSpPr>
            <p:spPr>
              <a:xfrm>
                <a:off x="13178921" y="5016920"/>
                <a:ext cx="45737" cy="11716"/>
              </a:xfrm>
              <a:custGeom>
                <a:avLst/>
                <a:gdLst>
                  <a:gd name="csX0" fmla="*/ 4638 w 45737"/>
                  <a:gd name="csY0" fmla="*/ 201 h 11716"/>
                  <a:gd name="csX1" fmla="*/ 23151 w 45737"/>
                  <a:gd name="csY1" fmla="*/ 201 h 11716"/>
                  <a:gd name="csX2" fmla="*/ 41833 w 45737"/>
                  <a:gd name="csY2" fmla="*/ 2889 h 11716"/>
                  <a:gd name="csX3" fmla="*/ 41134 w 45737"/>
                  <a:gd name="csY3" fmla="*/ 11674 h 11716"/>
                  <a:gd name="csX4" fmla="*/ 22451 w 45737"/>
                  <a:gd name="csY4" fmla="*/ 8986 h 11716"/>
                  <a:gd name="csX5" fmla="*/ 3938 w 45737"/>
                  <a:gd name="csY5" fmla="*/ 8986 h 11716"/>
                  <a:gd name="csX6" fmla="*/ 4638 w 45737"/>
                  <a:gd name="csY6" fmla="*/ 201 h 117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737" h="11716">
                    <a:moveTo>
                      <a:pt x="4638" y="201"/>
                    </a:moveTo>
                    <a:cubicBezTo>
                      <a:pt x="10824" y="415"/>
                      <a:pt x="16980" y="-344"/>
                      <a:pt x="23151" y="201"/>
                    </a:cubicBezTo>
                    <a:cubicBezTo>
                      <a:pt x="29418" y="753"/>
                      <a:pt x="35596" y="2094"/>
                      <a:pt x="41833" y="2889"/>
                    </a:cubicBezTo>
                    <a:cubicBezTo>
                      <a:pt x="47460" y="3603"/>
                      <a:pt x="46812" y="12396"/>
                      <a:pt x="41134" y="11674"/>
                    </a:cubicBezTo>
                    <a:cubicBezTo>
                      <a:pt x="34904" y="10879"/>
                      <a:pt x="28718" y="9524"/>
                      <a:pt x="22451" y="8986"/>
                    </a:cubicBezTo>
                    <a:cubicBezTo>
                      <a:pt x="16273" y="8464"/>
                      <a:pt x="10117" y="9193"/>
                      <a:pt x="3938" y="8986"/>
                    </a:cubicBezTo>
                    <a:cubicBezTo>
                      <a:pt x="-1754" y="8795"/>
                      <a:pt x="-1062" y="10"/>
                      <a:pt x="4638" y="201"/>
                    </a:cubicBezTo>
                    <a:close/>
                  </a:path>
                </a:pathLst>
              </a:custGeom>
              <a:solidFill>
                <a:srgbClr val="161616"/>
              </a:solidFill>
              <a:ln w="735" cap="flat">
                <a:noFill/>
                <a:prstDash val="solid"/>
                <a:miter/>
              </a:ln>
            </p:spPr>
            <p:txBody>
              <a:bodyPr/>
              <a:lstStyle/>
              <a:p>
                <a:endParaRPr lang="en-US"/>
              </a:p>
            </p:txBody>
          </p:sp>
          <p:sp>
            <p:nvSpPr>
              <p:cNvPr id="694" name="Freeform: Shape 693">
                <a:extLst>
                  <a:ext uri="{FF2B5EF4-FFF2-40B4-BE49-F238E27FC236}">
                    <a16:creationId xmlns:a16="http://schemas.microsoft.com/office/drawing/2014/main" id="{61EC3225-61B1-9BB5-A5C5-BF80DF77C3C0}"/>
                  </a:ext>
                </a:extLst>
              </p:cNvPr>
              <p:cNvSpPr/>
              <p:nvPr/>
            </p:nvSpPr>
            <p:spPr>
              <a:xfrm>
                <a:off x="13111723" y="5051165"/>
                <a:ext cx="21870" cy="23132"/>
              </a:xfrm>
              <a:custGeom>
                <a:avLst/>
                <a:gdLst>
                  <a:gd name="csX0" fmla="*/ 242 w 21870"/>
                  <a:gd name="csY0" fmla="*/ 17799 h 23132"/>
                  <a:gd name="csX1" fmla="*/ 14263 w 21870"/>
                  <a:gd name="csY1" fmla="*/ 1097 h 23132"/>
                  <a:gd name="csX2" fmla="*/ 20397 w 21870"/>
                  <a:gd name="csY2" fmla="*/ 7401 h 23132"/>
                  <a:gd name="csX3" fmla="*/ 8740 w 21870"/>
                  <a:gd name="csY3" fmla="*/ 20067 h 23132"/>
                  <a:gd name="csX4" fmla="*/ 242 w 21870"/>
                  <a:gd name="csY4" fmla="*/ 17799 h 23132"/>
                </a:gdLst>
                <a:ahLst/>
                <a:cxnLst>
                  <a:cxn ang="0">
                    <a:pos x="csX0" y="csY0"/>
                  </a:cxn>
                  <a:cxn ang="0">
                    <a:pos x="csX1" y="csY1"/>
                  </a:cxn>
                  <a:cxn ang="0">
                    <a:pos x="csX2" y="csY2"/>
                  </a:cxn>
                  <a:cxn ang="0">
                    <a:pos x="csX3" y="csY3"/>
                  </a:cxn>
                  <a:cxn ang="0">
                    <a:pos x="csX4" y="csY4"/>
                  </a:cxn>
                </a:cxnLst>
                <a:rect l="l" t="t" r="r" b="b"/>
                <a:pathLst>
                  <a:path w="21870" h="23132">
                    <a:moveTo>
                      <a:pt x="242" y="17799"/>
                    </a:moveTo>
                    <a:cubicBezTo>
                      <a:pt x="1965" y="12578"/>
                      <a:pt x="10184" y="4566"/>
                      <a:pt x="14263" y="1097"/>
                    </a:cubicBezTo>
                    <a:cubicBezTo>
                      <a:pt x="18549" y="-2541"/>
                      <a:pt x="24728" y="3726"/>
                      <a:pt x="20397" y="7401"/>
                    </a:cubicBezTo>
                    <a:cubicBezTo>
                      <a:pt x="17695" y="9691"/>
                      <a:pt x="9889" y="16569"/>
                      <a:pt x="8740" y="20067"/>
                    </a:cubicBezTo>
                    <a:cubicBezTo>
                      <a:pt x="6973" y="25428"/>
                      <a:pt x="-1533" y="23175"/>
                      <a:pt x="242" y="17799"/>
                    </a:cubicBezTo>
                    <a:close/>
                  </a:path>
                </a:pathLst>
              </a:custGeom>
              <a:solidFill>
                <a:srgbClr val="161616"/>
              </a:solidFill>
              <a:ln w="735" cap="flat">
                <a:noFill/>
                <a:prstDash val="solid"/>
                <a:miter/>
              </a:ln>
            </p:spPr>
            <p:txBody>
              <a:bodyPr/>
              <a:lstStyle/>
              <a:p>
                <a:endParaRPr lang="en-US"/>
              </a:p>
            </p:txBody>
          </p:sp>
          <p:grpSp>
            <p:nvGrpSpPr>
              <p:cNvPr id="695" name="Graphic 475">
                <a:extLst>
                  <a:ext uri="{FF2B5EF4-FFF2-40B4-BE49-F238E27FC236}">
                    <a16:creationId xmlns:a16="http://schemas.microsoft.com/office/drawing/2014/main" id="{0652FDD2-2917-F5EA-E0EF-AE8BCE1C3796}"/>
                  </a:ext>
                </a:extLst>
              </p:cNvPr>
              <p:cNvGrpSpPr/>
              <p:nvPr/>
            </p:nvGrpSpPr>
            <p:grpSpPr>
              <a:xfrm>
                <a:off x="13114388" y="4916801"/>
                <a:ext cx="216403" cy="308396"/>
                <a:chOff x="13114388" y="4916801"/>
                <a:chExt cx="216403" cy="308396"/>
              </a:xfrm>
            </p:grpSpPr>
            <p:sp>
              <p:nvSpPr>
                <p:cNvPr id="696" name="Freeform: Shape 695">
                  <a:extLst>
                    <a:ext uri="{FF2B5EF4-FFF2-40B4-BE49-F238E27FC236}">
                      <a16:creationId xmlns:a16="http://schemas.microsoft.com/office/drawing/2014/main" id="{0F2CC07B-CCC8-85AE-97F1-002FE7ECAD3C}"/>
                    </a:ext>
                  </a:extLst>
                </p:cNvPr>
                <p:cNvSpPr/>
                <p:nvPr/>
              </p:nvSpPr>
              <p:spPr>
                <a:xfrm>
                  <a:off x="13114388" y="4916801"/>
                  <a:ext cx="216403" cy="308396"/>
                </a:xfrm>
                <a:custGeom>
                  <a:avLst/>
                  <a:gdLst>
                    <a:gd name="csX0" fmla="*/ 92529 w 216403"/>
                    <a:gd name="csY0" fmla="*/ 0 h 308396"/>
                    <a:gd name="csX1" fmla="*/ 15 w 216403"/>
                    <a:gd name="csY1" fmla="*/ 64273 h 308396"/>
                    <a:gd name="csX2" fmla="*/ 60179 w 216403"/>
                    <a:gd name="csY2" fmla="*/ 29640 h 308396"/>
                    <a:gd name="csX3" fmla="*/ 150374 w 216403"/>
                    <a:gd name="csY3" fmla="*/ 87926 h 308396"/>
                    <a:gd name="csX4" fmla="*/ 213159 w 216403"/>
                    <a:gd name="csY4" fmla="*/ 81998 h 308396"/>
                    <a:gd name="csX5" fmla="*/ 167517 w 216403"/>
                    <a:gd name="csY5" fmla="*/ 16429 h 308396"/>
                    <a:gd name="csX6" fmla="*/ 212607 w 216403"/>
                    <a:gd name="csY6" fmla="*/ 74627 h 308396"/>
                    <a:gd name="csX7" fmla="*/ 184285 w 216403"/>
                    <a:gd name="csY7" fmla="*/ 241599 h 308396"/>
                    <a:gd name="csX8" fmla="*/ 178165 w 216403"/>
                    <a:gd name="csY8" fmla="*/ 242711 h 308396"/>
                    <a:gd name="csX9" fmla="*/ 182459 w 216403"/>
                    <a:gd name="csY9" fmla="*/ 205441 h 308396"/>
                    <a:gd name="csX10" fmla="*/ 196296 w 216403"/>
                    <a:gd name="csY10" fmla="*/ 124342 h 308396"/>
                    <a:gd name="csX11" fmla="*/ 163231 w 216403"/>
                    <a:gd name="csY11" fmla="*/ 143628 h 308396"/>
                    <a:gd name="csX12" fmla="*/ 165661 w 216403"/>
                    <a:gd name="csY12" fmla="*/ 159372 h 308396"/>
                    <a:gd name="csX13" fmla="*/ 170897 w 216403"/>
                    <a:gd name="csY13" fmla="*/ 214242 h 308396"/>
                    <a:gd name="csX14" fmla="*/ 136860 w 216403"/>
                    <a:gd name="csY14" fmla="*/ 293913 h 308396"/>
                    <a:gd name="csX15" fmla="*/ 21267 w 216403"/>
                    <a:gd name="csY15" fmla="*/ 225678 h 308396"/>
                    <a:gd name="csX16" fmla="*/ 33293 w 216403"/>
                    <a:gd name="csY16" fmla="*/ 228277 h 308396"/>
                    <a:gd name="csX17" fmla="*/ 67977 w 216403"/>
                    <a:gd name="csY17" fmla="*/ 210957 h 308396"/>
                    <a:gd name="csX18" fmla="*/ 149674 w 216403"/>
                    <a:gd name="csY18" fmla="*/ 161589 h 308396"/>
                    <a:gd name="csX19" fmla="*/ 147870 w 216403"/>
                    <a:gd name="csY19" fmla="*/ 111845 h 308396"/>
                    <a:gd name="csX20" fmla="*/ 147862 w 216403"/>
                    <a:gd name="csY20" fmla="*/ 111830 h 308396"/>
                    <a:gd name="csX21" fmla="*/ 146728 w 216403"/>
                    <a:gd name="csY21" fmla="*/ 107633 h 308396"/>
                    <a:gd name="csX22" fmla="*/ 146684 w 216403"/>
                    <a:gd name="csY22" fmla="*/ 107478 h 308396"/>
                    <a:gd name="csX23" fmla="*/ 146640 w 216403"/>
                    <a:gd name="csY23" fmla="*/ 107316 h 308396"/>
                    <a:gd name="csX24" fmla="*/ 146522 w 216403"/>
                    <a:gd name="csY24" fmla="*/ 106881 h 308396"/>
                    <a:gd name="csX25" fmla="*/ 117979 w 216403"/>
                    <a:gd name="csY25" fmla="*/ 39515 h 308396"/>
                    <a:gd name="csX26" fmla="*/ 68508 w 216403"/>
                    <a:gd name="csY26" fmla="*/ 68191 h 308396"/>
                    <a:gd name="csX27" fmla="*/ 40723 w 216403"/>
                    <a:gd name="csY27" fmla="*/ 86807 h 308396"/>
                    <a:gd name="csX28" fmla="*/ 0 w 216403"/>
                    <a:gd name="csY28" fmla="*/ 65422 h 3083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216403" h="308396">
                      <a:moveTo>
                        <a:pt x="92529" y="0"/>
                      </a:moveTo>
                      <a:cubicBezTo>
                        <a:pt x="3697" y="0"/>
                        <a:pt x="265" y="54626"/>
                        <a:pt x="15" y="64273"/>
                      </a:cubicBezTo>
                      <a:cubicBezTo>
                        <a:pt x="545" y="60046"/>
                        <a:pt x="4985" y="56821"/>
                        <a:pt x="60179" y="29640"/>
                      </a:cubicBezTo>
                      <a:cubicBezTo>
                        <a:pt x="125387" y="-2474"/>
                        <a:pt x="150374" y="87926"/>
                        <a:pt x="150374" y="87926"/>
                      </a:cubicBezTo>
                      <a:cubicBezTo>
                        <a:pt x="150374" y="87926"/>
                        <a:pt x="214308" y="107191"/>
                        <a:pt x="213159" y="81998"/>
                      </a:cubicBezTo>
                      <a:cubicBezTo>
                        <a:pt x="212408" y="65429"/>
                        <a:pt x="201863" y="35193"/>
                        <a:pt x="167517" y="16429"/>
                      </a:cubicBezTo>
                      <a:cubicBezTo>
                        <a:pt x="181059" y="17386"/>
                        <a:pt x="201774" y="27254"/>
                        <a:pt x="212607" y="74627"/>
                      </a:cubicBezTo>
                      <a:cubicBezTo>
                        <a:pt x="229552" y="148753"/>
                        <a:pt x="184285" y="241599"/>
                        <a:pt x="184285" y="241599"/>
                      </a:cubicBezTo>
                      <a:lnTo>
                        <a:pt x="178165" y="242711"/>
                      </a:lnTo>
                      <a:cubicBezTo>
                        <a:pt x="181509" y="232092"/>
                        <a:pt x="182451" y="219838"/>
                        <a:pt x="182459" y="205441"/>
                      </a:cubicBezTo>
                      <a:cubicBezTo>
                        <a:pt x="182459" y="205441"/>
                        <a:pt x="228756" y="161353"/>
                        <a:pt x="196296" y="124342"/>
                      </a:cubicBezTo>
                      <a:cubicBezTo>
                        <a:pt x="177893" y="103361"/>
                        <a:pt x="167171" y="130233"/>
                        <a:pt x="163231" y="143628"/>
                      </a:cubicBezTo>
                      <a:cubicBezTo>
                        <a:pt x="163938" y="149276"/>
                        <a:pt x="164763" y="154946"/>
                        <a:pt x="165661" y="159372"/>
                      </a:cubicBezTo>
                      <a:cubicBezTo>
                        <a:pt x="168437" y="173113"/>
                        <a:pt x="184631" y="205972"/>
                        <a:pt x="170897" y="214242"/>
                      </a:cubicBezTo>
                      <a:cubicBezTo>
                        <a:pt x="170897" y="214242"/>
                        <a:pt x="181744" y="268883"/>
                        <a:pt x="136860" y="293913"/>
                      </a:cubicBezTo>
                      <a:cubicBezTo>
                        <a:pt x="56504" y="338730"/>
                        <a:pt x="22983" y="269177"/>
                        <a:pt x="21267" y="225678"/>
                      </a:cubicBezTo>
                      <a:cubicBezTo>
                        <a:pt x="21267" y="225678"/>
                        <a:pt x="26422" y="232416"/>
                        <a:pt x="33293" y="228277"/>
                      </a:cubicBezTo>
                      <a:cubicBezTo>
                        <a:pt x="40163" y="224139"/>
                        <a:pt x="38448" y="215501"/>
                        <a:pt x="67977" y="210957"/>
                      </a:cubicBezTo>
                      <a:cubicBezTo>
                        <a:pt x="85695" y="208225"/>
                        <a:pt x="130756" y="222909"/>
                        <a:pt x="149674" y="161589"/>
                      </a:cubicBezTo>
                      <a:cubicBezTo>
                        <a:pt x="154939" y="144519"/>
                        <a:pt x="150366" y="121764"/>
                        <a:pt x="147870" y="111845"/>
                      </a:cubicBezTo>
                      <a:cubicBezTo>
                        <a:pt x="147870" y="111837"/>
                        <a:pt x="147862" y="111830"/>
                        <a:pt x="147862" y="111830"/>
                      </a:cubicBezTo>
                      <a:cubicBezTo>
                        <a:pt x="147376" y="109893"/>
                        <a:pt x="146971" y="108457"/>
                        <a:pt x="146728" y="107633"/>
                      </a:cubicBezTo>
                      <a:cubicBezTo>
                        <a:pt x="146714" y="107581"/>
                        <a:pt x="146699" y="107529"/>
                        <a:pt x="146684" y="107478"/>
                      </a:cubicBezTo>
                      <a:cubicBezTo>
                        <a:pt x="146669" y="107419"/>
                        <a:pt x="146655" y="107367"/>
                        <a:pt x="146640" y="107316"/>
                      </a:cubicBezTo>
                      <a:cubicBezTo>
                        <a:pt x="146603" y="107169"/>
                        <a:pt x="146566" y="107021"/>
                        <a:pt x="146522" y="106881"/>
                      </a:cubicBezTo>
                      <a:cubicBezTo>
                        <a:pt x="137663" y="73567"/>
                        <a:pt x="145130" y="48949"/>
                        <a:pt x="117979" y="39515"/>
                      </a:cubicBezTo>
                      <a:cubicBezTo>
                        <a:pt x="100998" y="33617"/>
                        <a:pt x="74414" y="55348"/>
                        <a:pt x="68508" y="68191"/>
                      </a:cubicBezTo>
                      <a:cubicBezTo>
                        <a:pt x="63485" y="79097"/>
                        <a:pt x="52719" y="86225"/>
                        <a:pt x="40723" y="86807"/>
                      </a:cubicBezTo>
                      <a:cubicBezTo>
                        <a:pt x="16959" y="87956"/>
                        <a:pt x="5656" y="78979"/>
                        <a:pt x="0" y="65422"/>
                      </a:cubicBezTo>
                    </a:path>
                  </a:pathLst>
                </a:custGeom>
                <a:solidFill>
                  <a:srgbClr val="161616"/>
                </a:solidFill>
                <a:ln w="735" cap="flat">
                  <a:noFill/>
                  <a:prstDash val="solid"/>
                  <a:miter/>
                </a:ln>
              </p:spPr>
              <p:txBody>
                <a:bodyPr/>
                <a:lstStyle/>
                <a:p>
                  <a:endParaRPr lang="en-US"/>
                </a:p>
              </p:txBody>
            </p:sp>
            <p:sp>
              <p:nvSpPr>
                <p:cNvPr id="697" name="Freeform: Shape 696">
                  <a:extLst>
                    <a:ext uri="{FF2B5EF4-FFF2-40B4-BE49-F238E27FC236}">
                      <a16:creationId xmlns:a16="http://schemas.microsoft.com/office/drawing/2014/main" id="{1AF6F9AF-7B87-7172-3A33-0B8AC9E6A863}"/>
                    </a:ext>
                  </a:extLst>
                </p:cNvPr>
                <p:cNvSpPr/>
                <p:nvPr/>
              </p:nvSpPr>
              <p:spPr>
                <a:xfrm>
                  <a:off x="13260888" y="5023660"/>
                  <a:ext cx="139" cy="456"/>
                </a:xfrm>
                <a:custGeom>
                  <a:avLst/>
                  <a:gdLst>
                    <a:gd name="csX0" fmla="*/ 140 w 139"/>
                    <a:gd name="csY0" fmla="*/ 457 h 456"/>
                    <a:gd name="csX1" fmla="*/ 0 w 139"/>
                    <a:gd name="csY1" fmla="*/ 0 h 456"/>
                    <a:gd name="csX2" fmla="*/ 22 w 139"/>
                    <a:gd name="csY2" fmla="*/ 22 h 456"/>
                    <a:gd name="csX3" fmla="*/ 140 w 139"/>
                    <a:gd name="csY3" fmla="*/ 457 h 456"/>
                  </a:gdLst>
                  <a:ahLst/>
                  <a:cxnLst>
                    <a:cxn ang="0">
                      <a:pos x="csX0" y="csY0"/>
                    </a:cxn>
                    <a:cxn ang="0">
                      <a:pos x="csX1" y="csY1"/>
                    </a:cxn>
                    <a:cxn ang="0">
                      <a:pos x="csX2" y="csY2"/>
                    </a:cxn>
                    <a:cxn ang="0">
                      <a:pos x="csX3" y="csY3"/>
                    </a:cxn>
                  </a:cxnLst>
                  <a:rect l="l" t="t" r="r" b="b"/>
                  <a:pathLst>
                    <a:path w="139" h="456">
                      <a:moveTo>
                        <a:pt x="140" y="457"/>
                      </a:moveTo>
                      <a:cubicBezTo>
                        <a:pt x="52" y="155"/>
                        <a:pt x="0" y="0"/>
                        <a:pt x="0" y="0"/>
                      </a:cubicBezTo>
                      <a:lnTo>
                        <a:pt x="22" y="22"/>
                      </a:lnTo>
                      <a:cubicBezTo>
                        <a:pt x="66" y="162"/>
                        <a:pt x="103" y="309"/>
                        <a:pt x="140" y="457"/>
                      </a:cubicBezTo>
                      <a:close/>
                    </a:path>
                  </a:pathLst>
                </a:custGeom>
                <a:solidFill>
                  <a:srgbClr val="084D91"/>
                </a:solidFill>
                <a:ln w="735" cap="flat">
                  <a:noFill/>
                  <a:prstDash val="solid"/>
                  <a:miter/>
                </a:ln>
              </p:spPr>
              <p:txBody>
                <a:bodyPr/>
                <a:lstStyle/>
                <a:p>
                  <a:endParaRPr lang="en-US"/>
                </a:p>
              </p:txBody>
            </p:sp>
          </p:grpSp>
        </p:grpSp>
        <p:sp>
          <p:nvSpPr>
            <p:cNvPr id="698" name="Freeform: Shape 697">
              <a:extLst>
                <a:ext uri="{FF2B5EF4-FFF2-40B4-BE49-F238E27FC236}">
                  <a16:creationId xmlns:a16="http://schemas.microsoft.com/office/drawing/2014/main" id="{A59B6563-9749-032D-B262-EB0F7D786D31}"/>
                </a:ext>
              </a:extLst>
            </p:cNvPr>
            <p:cNvSpPr/>
            <p:nvPr/>
          </p:nvSpPr>
          <p:spPr>
            <a:xfrm>
              <a:off x="7794897" y="4640155"/>
              <a:ext cx="33442" cy="20172"/>
            </a:xfrm>
            <a:custGeom>
              <a:avLst/>
              <a:gdLst>
                <a:gd name="csX0" fmla="*/ 9640 w 43366"/>
                <a:gd name="csY0" fmla="*/ 6745 h 26159"/>
                <a:gd name="csX1" fmla="*/ 43367 w 43366"/>
                <a:gd name="csY1" fmla="*/ 0 h 26159"/>
                <a:gd name="csX2" fmla="*/ 20236 w 43366"/>
                <a:gd name="csY2" fmla="*/ 26017 h 26159"/>
                <a:gd name="csX3" fmla="*/ 0 w 43366"/>
                <a:gd name="csY3" fmla="*/ 9632 h 26159"/>
                <a:gd name="csX4" fmla="*/ 9640 w 43366"/>
                <a:gd name="csY4" fmla="*/ 6738 h 26159"/>
              </a:gdLst>
              <a:ahLst/>
              <a:cxnLst>
                <a:cxn ang="0">
                  <a:pos x="csX0" y="csY0"/>
                </a:cxn>
                <a:cxn ang="0">
                  <a:pos x="csX1" y="csY1"/>
                </a:cxn>
                <a:cxn ang="0">
                  <a:pos x="csX2" y="csY2"/>
                </a:cxn>
                <a:cxn ang="0">
                  <a:pos x="csX3" y="csY3"/>
                </a:cxn>
                <a:cxn ang="0">
                  <a:pos x="csX4" y="csY4"/>
                </a:cxn>
              </a:cxnLst>
              <a:rect l="l" t="t" r="r" b="b"/>
              <a:pathLst>
                <a:path w="43366" h="26159">
                  <a:moveTo>
                    <a:pt x="9640" y="6745"/>
                  </a:moveTo>
                  <a:lnTo>
                    <a:pt x="43367" y="0"/>
                  </a:lnTo>
                  <a:cubicBezTo>
                    <a:pt x="43367" y="0"/>
                    <a:pt x="34692" y="24095"/>
                    <a:pt x="20236" y="26017"/>
                  </a:cubicBezTo>
                  <a:cubicBezTo>
                    <a:pt x="5781" y="27946"/>
                    <a:pt x="0" y="9632"/>
                    <a:pt x="0" y="9632"/>
                  </a:cubicBezTo>
                  <a:lnTo>
                    <a:pt x="9640" y="6738"/>
                  </a:lnTo>
                  <a:close/>
                </a:path>
              </a:pathLst>
            </a:custGeom>
            <a:solidFill>
              <a:srgbClr val="FFFFFF"/>
            </a:solidFill>
            <a:ln w="735" cap="flat">
              <a:noFill/>
              <a:prstDash val="solid"/>
              <a:miter/>
            </a:ln>
          </p:spPr>
          <p:txBody>
            <a:bodyPr/>
            <a:lstStyle/>
            <a:p>
              <a:endParaRPr lang="en-US"/>
            </a:p>
          </p:txBody>
        </p:sp>
        <p:sp>
          <p:nvSpPr>
            <p:cNvPr id="699" name="Freeform: Shape 698">
              <a:extLst>
                <a:ext uri="{FF2B5EF4-FFF2-40B4-BE49-F238E27FC236}">
                  <a16:creationId xmlns:a16="http://schemas.microsoft.com/office/drawing/2014/main" id="{8D7008E1-0143-9B30-9651-A177A4C4CEDA}"/>
                </a:ext>
              </a:extLst>
            </p:cNvPr>
            <p:cNvSpPr/>
            <p:nvPr/>
          </p:nvSpPr>
          <p:spPr>
            <a:xfrm>
              <a:off x="7827448" y="4570022"/>
              <a:ext cx="13925" cy="13470"/>
            </a:xfrm>
            <a:custGeom>
              <a:avLst/>
              <a:gdLst>
                <a:gd name="csX0" fmla="*/ 13970 w 18057"/>
                <a:gd name="csY0" fmla="*/ 1643 h 17468"/>
                <a:gd name="csX1" fmla="*/ 17961 w 18057"/>
                <a:gd name="csY1" fmla="*/ 8116 h 17468"/>
                <a:gd name="csX2" fmla="*/ 14743 w 18057"/>
                <a:gd name="csY2" fmla="*/ 15804 h 17468"/>
                <a:gd name="csX3" fmla="*/ 6392 w 18057"/>
                <a:gd name="csY3" fmla="*/ 16931 h 17468"/>
                <a:gd name="csX4" fmla="*/ 898 w 18057"/>
                <a:gd name="csY4" fmla="*/ 4088 h 17468"/>
                <a:gd name="csX5" fmla="*/ 6289 w 18057"/>
                <a:gd name="csY5" fmla="*/ 185 h 17468"/>
                <a:gd name="csX6" fmla="*/ 12998 w 18057"/>
                <a:gd name="csY6" fmla="*/ 1105 h 17468"/>
                <a:gd name="csX7" fmla="*/ 13970 w 18057"/>
                <a:gd name="csY7" fmla="*/ 1643 h 174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057" h="17468">
                  <a:moveTo>
                    <a:pt x="13970" y="1643"/>
                  </a:moveTo>
                  <a:cubicBezTo>
                    <a:pt x="16135" y="3057"/>
                    <a:pt x="17534" y="5553"/>
                    <a:pt x="17961" y="8116"/>
                  </a:cubicBezTo>
                  <a:cubicBezTo>
                    <a:pt x="18439" y="11003"/>
                    <a:pt x="17099" y="14073"/>
                    <a:pt x="14743" y="15804"/>
                  </a:cubicBezTo>
                  <a:cubicBezTo>
                    <a:pt x="12386" y="17535"/>
                    <a:pt x="9146" y="17925"/>
                    <a:pt x="6392" y="16931"/>
                  </a:cubicBezTo>
                  <a:cubicBezTo>
                    <a:pt x="1480" y="15163"/>
                    <a:pt x="-1627" y="9000"/>
                    <a:pt x="898" y="4088"/>
                  </a:cubicBezTo>
                  <a:cubicBezTo>
                    <a:pt x="1944" y="2048"/>
                    <a:pt x="4043" y="649"/>
                    <a:pt x="6289" y="185"/>
                  </a:cubicBezTo>
                  <a:cubicBezTo>
                    <a:pt x="8535" y="-272"/>
                    <a:pt x="10906" y="148"/>
                    <a:pt x="12998" y="1105"/>
                  </a:cubicBezTo>
                  <a:cubicBezTo>
                    <a:pt x="13336" y="1260"/>
                    <a:pt x="13660" y="1437"/>
                    <a:pt x="13970" y="1643"/>
                  </a:cubicBezTo>
                  <a:close/>
                </a:path>
              </a:pathLst>
            </a:custGeom>
            <a:solidFill>
              <a:srgbClr val="1A1A1A"/>
            </a:solidFill>
            <a:ln w="735" cap="flat">
              <a:noFill/>
              <a:prstDash val="solid"/>
              <a:miter/>
            </a:ln>
          </p:spPr>
          <p:txBody>
            <a:bodyPr/>
            <a:lstStyle/>
            <a:p>
              <a:endParaRPr lang="en-US"/>
            </a:p>
          </p:txBody>
        </p:sp>
        <p:sp>
          <p:nvSpPr>
            <p:cNvPr id="701" name="Freeform: Shape 700">
              <a:extLst>
                <a:ext uri="{FF2B5EF4-FFF2-40B4-BE49-F238E27FC236}">
                  <a16:creationId xmlns:a16="http://schemas.microsoft.com/office/drawing/2014/main" id="{115755F7-5B29-C1BA-D83B-80AE5441BCB9}"/>
                </a:ext>
              </a:extLst>
            </p:cNvPr>
            <p:cNvSpPr/>
            <p:nvPr/>
          </p:nvSpPr>
          <p:spPr>
            <a:xfrm>
              <a:off x="7872944" y="4679288"/>
              <a:ext cx="88525" cy="76643"/>
            </a:xfrm>
            <a:custGeom>
              <a:avLst/>
              <a:gdLst>
                <a:gd name="csX0" fmla="*/ 114660 w 114796"/>
                <a:gd name="csY0" fmla="*/ 6111 h 99388"/>
                <a:gd name="csX1" fmla="*/ 111950 w 114796"/>
                <a:gd name="csY1" fmla="*/ 43 h 99388"/>
                <a:gd name="csX2" fmla="*/ 106030 w 114796"/>
                <a:gd name="csY2" fmla="*/ 3909 h 99388"/>
                <a:gd name="csX3" fmla="*/ 80741 w 114796"/>
                <a:gd name="csY3" fmla="*/ 47850 h 99388"/>
                <a:gd name="csX4" fmla="*/ 63443 w 114796"/>
                <a:gd name="csY4" fmla="*/ 84346 h 99388"/>
                <a:gd name="csX5" fmla="*/ 31498 w 114796"/>
                <a:gd name="csY5" fmla="*/ 58594 h 99388"/>
                <a:gd name="csX6" fmla="*/ 341 w 114796"/>
                <a:gd name="csY6" fmla="*/ 47983 h 99388"/>
                <a:gd name="csX7" fmla="*/ 3817 w 114796"/>
                <a:gd name="csY7" fmla="*/ 50663 h 99388"/>
                <a:gd name="csX8" fmla="*/ 18884 w 114796"/>
                <a:gd name="csY8" fmla="*/ 60597 h 99388"/>
                <a:gd name="csX9" fmla="*/ 33207 w 114796"/>
                <a:gd name="csY9" fmla="*/ 74545 h 99388"/>
                <a:gd name="csX10" fmla="*/ 64563 w 114796"/>
                <a:gd name="csY10" fmla="*/ 98566 h 99388"/>
                <a:gd name="csX11" fmla="*/ 73193 w 114796"/>
                <a:gd name="csY11" fmla="*/ 93618 h 99388"/>
                <a:gd name="csX12" fmla="*/ 94107 w 114796"/>
                <a:gd name="csY12" fmla="*/ 48623 h 99388"/>
                <a:gd name="csX13" fmla="*/ 105985 w 114796"/>
                <a:gd name="csY13" fmla="*/ 30206 h 99388"/>
                <a:gd name="csX14" fmla="*/ 114660 w 114796"/>
                <a:gd name="csY14" fmla="*/ 6111 h 99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4796" h="99388">
                  <a:moveTo>
                    <a:pt x="114660" y="6111"/>
                  </a:moveTo>
                  <a:cubicBezTo>
                    <a:pt x="114307" y="3408"/>
                    <a:pt x="114844" y="433"/>
                    <a:pt x="111950" y="43"/>
                  </a:cubicBezTo>
                  <a:cubicBezTo>
                    <a:pt x="109579" y="-281"/>
                    <a:pt x="106398" y="1251"/>
                    <a:pt x="106030" y="3909"/>
                  </a:cubicBezTo>
                  <a:cubicBezTo>
                    <a:pt x="103651" y="20920"/>
                    <a:pt x="90094" y="34065"/>
                    <a:pt x="80741" y="47850"/>
                  </a:cubicBezTo>
                  <a:cubicBezTo>
                    <a:pt x="73053" y="59191"/>
                    <a:pt x="66684" y="71179"/>
                    <a:pt x="63443" y="84346"/>
                  </a:cubicBezTo>
                  <a:cubicBezTo>
                    <a:pt x="52022" y="76776"/>
                    <a:pt x="41734" y="67748"/>
                    <a:pt x="31498" y="58594"/>
                  </a:cubicBezTo>
                  <a:cubicBezTo>
                    <a:pt x="24524" y="52350"/>
                    <a:pt x="9274" y="34727"/>
                    <a:pt x="341" y="47983"/>
                  </a:cubicBezTo>
                  <a:cubicBezTo>
                    <a:pt x="-1051" y="50052"/>
                    <a:pt x="2160" y="52563"/>
                    <a:pt x="3817" y="50663"/>
                  </a:cubicBezTo>
                  <a:cubicBezTo>
                    <a:pt x="7587" y="46326"/>
                    <a:pt x="16417" y="58160"/>
                    <a:pt x="18884" y="60597"/>
                  </a:cubicBezTo>
                  <a:cubicBezTo>
                    <a:pt x="23619" y="65281"/>
                    <a:pt x="28324" y="70016"/>
                    <a:pt x="33207" y="74545"/>
                  </a:cubicBezTo>
                  <a:cubicBezTo>
                    <a:pt x="42861" y="83499"/>
                    <a:pt x="53163" y="91924"/>
                    <a:pt x="64563" y="98566"/>
                  </a:cubicBezTo>
                  <a:cubicBezTo>
                    <a:pt x="68679" y="100959"/>
                    <a:pt x="72678" y="97771"/>
                    <a:pt x="73193" y="93618"/>
                  </a:cubicBezTo>
                  <a:cubicBezTo>
                    <a:pt x="75270" y="76864"/>
                    <a:pt x="84556" y="62114"/>
                    <a:pt x="94107" y="48623"/>
                  </a:cubicBezTo>
                  <a:cubicBezTo>
                    <a:pt x="98960" y="41767"/>
                    <a:pt x="101339" y="37202"/>
                    <a:pt x="105985" y="30206"/>
                  </a:cubicBezTo>
                  <a:cubicBezTo>
                    <a:pt x="110315" y="23689"/>
                    <a:pt x="115728" y="14226"/>
                    <a:pt x="114660" y="6111"/>
                  </a:cubicBezTo>
                  <a:close/>
                </a:path>
              </a:pathLst>
            </a:custGeom>
            <a:solidFill>
              <a:srgbClr val="084D91"/>
            </a:solidFill>
            <a:ln w="735" cap="flat">
              <a:noFill/>
              <a:prstDash val="solid"/>
              <a:miter/>
            </a:ln>
          </p:spPr>
          <p:txBody>
            <a:bodyPr/>
            <a:lstStyle/>
            <a:p>
              <a:endParaRPr lang="en-US"/>
            </a:p>
          </p:txBody>
        </p:sp>
        <p:grpSp>
          <p:nvGrpSpPr>
            <p:cNvPr id="719" name="Graphic 475">
              <a:extLst>
                <a:ext uri="{FF2B5EF4-FFF2-40B4-BE49-F238E27FC236}">
                  <a16:creationId xmlns:a16="http://schemas.microsoft.com/office/drawing/2014/main" id="{2407609B-64DE-274B-DCBF-333E691B66F9}"/>
                </a:ext>
              </a:extLst>
            </p:cNvPr>
            <p:cNvGrpSpPr/>
            <p:nvPr/>
          </p:nvGrpSpPr>
          <p:grpSpPr>
            <a:xfrm>
              <a:off x="7350430" y="4825602"/>
              <a:ext cx="497949" cy="224084"/>
              <a:chOff x="12587180" y="5385664"/>
              <a:chExt cx="645724" cy="290586"/>
            </a:xfrm>
          </p:grpSpPr>
          <p:sp>
            <p:nvSpPr>
              <p:cNvPr id="720" name="Freeform: Shape 719">
                <a:extLst>
                  <a:ext uri="{FF2B5EF4-FFF2-40B4-BE49-F238E27FC236}">
                    <a16:creationId xmlns:a16="http://schemas.microsoft.com/office/drawing/2014/main" id="{6DB1794E-5B0F-12D2-066B-748E158A4CD6}"/>
                  </a:ext>
                </a:extLst>
              </p:cNvPr>
              <p:cNvSpPr/>
              <p:nvPr/>
            </p:nvSpPr>
            <p:spPr>
              <a:xfrm>
                <a:off x="12683061" y="5661863"/>
                <a:ext cx="549843" cy="14385"/>
              </a:xfrm>
              <a:custGeom>
                <a:avLst/>
                <a:gdLst>
                  <a:gd name="csX0" fmla="*/ 60 w 549843"/>
                  <a:gd name="csY0" fmla="*/ 965 h 14385"/>
                  <a:gd name="csX1" fmla="*/ 4891 w 549843"/>
                  <a:gd name="csY1" fmla="*/ 13528 h 14385"/>
                  <a:gd name="csX2" fmla="*/ 549844 w 549843"/>
                  <a:gd name="csY2" fmla="*/ 13528 h 14385"/>
                  <a:gd name="csX3" fmla="*/ 542112 w 549843"/>
                  <a:gd name="csY3" fmla="*/ 2901 h 14385"/>
                  <a:gd name="csX4" fmla="*/ 281234 w 549843"/>
                  <a:gd name="csY4" fmla="*/ 0 h 14385"/>
                  <a:gd name="csX5" fmla="*/ 60 w 549843"/>
                  <a:gd name="csY5" fmla="*/ 965 h 14385"/>
                </a:gdLst>
                <a:ahLst/>
                <a:cxnLst>
                  <a:cxn ang="0">
                    <a:pos x="csX0" y="csY0"/>
                  </a:cxn>
                  <a:cxn ang="0">
                    <a:pos x="csX1" y="csY1"/>
                  </a:cxn>
                  <a:cxn ang="0">
                    <a:pos x="csX2" y="csY2"/>
                  </a:cxn>
                  <a:cxn ang="0">
                    <a:pos x="csX3" y="csY3"/>
                  </a:cxn>
                  <a:cxn ang="0">
                    <a:pos x="csX4" y="csY4"/>
                  </a:cxn>
                  <a:cxn ang="0">
                    <a:pos x="csX5" y="csY5"/>
                  </a:cxn>
                </a:cxnLst>
                <a:rect l="l" t="t" r="r" b="b"/>
                <a:pathLst>
                  <a:path w="549843" h="14385">
                    <a:moveTo>
                      <a:pt x="60" y="965"/>
                    </a:moveTo>
                    <a:cubicBezTo>
                      <a:pt x="60" y="965"/>
                      <a:pt x="-905" y="11591"/>
                      <a:pt x="4891" y="13528"/>
                    </a:cubicBezTo>
                    <a:cubicBezTo>
                      <a:pt x="10686" y="15457"/>
                      <a:pt x="549844" y="13528"/>
                      <a:pt x="549844" y="13528"/>
                    </a:cubicBezTo>
                    <a:cubicBezTo>
                      <a:pt x="549844" y="13528"/>
                      <a:pt x="546943" y="2901"/>
                      <a:pt x="542112" y="2901"/>
                    </a:cubicBezTo>
                    <a:cubicBezTo>
                      <a:pt x="537281" y="2901"/>
                      <a:pt x="281234" y="0"/>
                      <a:pt x="281234" y="0"/>
                    </a:cubicBezTo>
                    <a:lnTo>
                      <a:pt x="60" y="965"/>
                    </a:lnTo>
                    <a:close/>
                  </a:path>
                </a:pathLst>
              </a:custGeom>
              <a:solidFill>
                <a:srgbClr val="00A9F4"/>
              </a:solidFill>
              <a:ln w="735" cap="flat">
                <a:noFill/>
                <a:prstDash val="solid"/>
                <a:miter/>
              </a:ln>
            </p:spPr>
            <p:txBody>
              <a:bodyPr/>
              <a:lstStyle/>
              <a:p>
                <a:endParaRPr lang="en-US"/>
              </a:p>
            </p:txBody>
          </p:sp>
          <p:sp>
            <p:nvSpPr>
              <p:cNvPr id="721" name="Freeform: Shape 720">
                <a:extLst>
                  <a:ext uri="{FF2B5EF4-FFF2-40B4-BE49-F238E27FC236}">
                    <a16:creationId xmlns:a16="http://schemas.microsoft.com/office/drawing/2014/main" id="{F7D557F8-20EE-1AEA-E1D9-485453936EC8}"/>
                  </a:ext>
                </a:extLst>
              </p:cNvPr>
              <p:cNvSpPr/>
              <p:nvPr/>
            </p:nvSpPr>
            <p:spPr>
              <a:xfrm>
                <a:off x="12683068" y="5661863"/>
                <a:ext cx="339689" cy="14387"/>
              </a:xfrm>
              <a:custGeom>
                <a:avLst/>
                <a:gdLst>
                  <a:gd name="csX0" fmla="*/ 328577 w 339689"/>
                  <a:gd name="csY0" fmla="*/ 1929 h 14387"/>
                  <a:gd name="csX1" fmla="*/ 328275 w 339689"/>
                  <a:gd name="csY1" fmla="*/ 346 h 14387"/>
                  <a:gd name="csX2" fmla="*/ 281234 w 339689"/>
                  <a:gd name="csY2" fmla="*/ 0 h 14387"/>
                  <a:gd name="csX3" fmla="*/ 60 w 339689"/>
                  <a:gd name="csY3" fmla="*/ 965 h 14387"/>
                  <a:gd name="csX4" fmla="*/ 4891 w 339689"/>
                  <a:gd name="csY4" fmla="*/ 13528 h 14387"/>
                  <a:gd name="csX5" fmla="*/ 339689 w 339689"/>
                  <a:gd name="csY5" fmla="*/ 14168 h 14387"/>
                  <a:gd name="csX6" fmla="*/ 328577 w 339689"/>
                  <a:gd name="csY6" fmla="*/ 1937 h 143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89" h="14387">
                    <a:moveTo>
                      <a:pt x="328577" y="1929"/>
                    </a:moveTo>
                    <a:cubicBezTo>
                      <a:pt x="328496" y="1384"/>
                      <a:pt x="328385" y="862"/>
                      <a:pt x="328275" y="346"/>
                    </a:cubicBezTo>
                    <a:cubicBezTo>
                      <a:pt x="309563" y="133"/>
                      <a:pt x="281234" y="0"/>
                      <a:pt x="281234" y="0"/>
                    </a:cubicBezTo>
                    <a:lnTo>
                      <a:pt x="60" y="965"/>
                    </a:lnTo>
                    <a:cubicBezTo>
                      <a:pt x="60" y="965"/>
                      <a:pt x="-905" y="11591"/>
                      <a:pt x="4891" y="13528"/>
                    </a:cubicBezTo>
                    <a:cubicBezTo>
                      <a:pt x="8102" y="14595"/>
                      <a:pt x="191444" y="14485"/>
                      <a:pt x="339689" y="14168"/>
                    </a:cubicBezTo>
                    <a:cubicBezTo>
                      <a:pt x="336000" y="13299"/>
                      <a:pt x="329910" y="10560"/>
                      <a:pt x="328577" y="1937"/>
                    </a:cubicBezTo>
                    <a:close/>
                  </a:path>
                </a:pathLst>
              </a:custGeom>
              <a:solidFill>
                <a:srgbClr val="0291DC"/>
              </a:solidFill>
              <a:ln w="735" cap="flat">
                <a:noFill/>
                <a:prstDash val="solid"/>
                <a:miter/>
              </a:ln>
            </p:spPr>
            <p:txBody>
              <a:bodyPr/>
              <a:lstStyle/>
              <a:p>
                <a:endParaRPr lang="en-US"/>
              </a:p>
            </p:txBody>
          </p:sp>
          <p:sp>
            <p:nvSpPr>
              <p:cNvPr id="722" name="Freeform: Shape 721">
                <a:extLst>
                  <a:ext uri="{FF2B5EF4-FFF2-40B4-BE49-F238E27FC236}">
                    <a16:creationId xmlns:a16="http://schemas.microsoft.com/office/drawing/2014/main" id="{485C593F-E1BB-F019-1F58-EB014C31F38F}"/>
                  </a:ext>
                </a:extLst>
              </p:cNvPr>
              <p:cNvSpPr/>
              <p:nvPr/>
            </p:nvSpPr>
            <p:spPr>
              <a:xfrm>
                <a:off x="12587180" y="5385664"/>
                <a:ext cx="428323" cy="282265"/>
              </a:xfrm>
              <a:custGeom>
                <a:avLst/>
                <a:gdLst>
                  <a:gd name="csX0" fmla="*/ 86279 w 428323"/>
                  <a:gd name="csY0" fmla="*/ 281030 h 282265"/>
                  <a:gd name="csX1" fmla="*/ 419627 w 428323"/>
                  <a:gd name="csY1" fmla="*/ 281995 h 282265"/>
                  <a:gd name="csX2" fmla="*/ 428324 w 428323"/>
                  <a:gd name="csY2" fmla="*/ 273298 h 282265"/>
                  <a:gd name="csX3" fmla="*/ 344263 w 428323"/>
                  <a:gd name="csY3" fmla="*/ 1787 h 282265"/>
                  <a:gd name="csX4" fmla="*/ 289 w 428323"/>
                  <a:gd name="csY4" fmla="*/ 11448 h 282265"/>
                  <a:gd name="csX5" fmla="*/ 86286 w 428323"/>
                  <a:gd name="csY5" fmla="*/ 281023 h 282265"/>
                </a:gdLst>
                <a:ahLst/>
                <a:cxnLst>
                  <a:cxn ang="0">
                    <a:pos x="csX0" y="csY0"/>
                  </a:cxn>
                  <a:cxn ang="0">
                    <a:pos x="csX1" y="csY1"/>
                  </a:cxn>
                  <a:cxn ang="0">
                    <a:pos x="csX2" y="csY2"/>
                  </a:cxn>
                  <a:cxn ang="0">
                    <a:pos x="csX3" y="csY3"/>
                  </a:cxn>
                  <a:cxn ang="0">
                    <a:pos x="csX4" y="csY4"/>
                  </a:cxn>
                  <a:cxn ang="0">
                    <a:pos x="csX5" y="csY5"/>
                  </a:cxn>
                </a:cxnLst>
                <a:rect l="l" t="t" r="r" b="b"/>
                <a:pathLst>
                  <a:path w="428323" h="282265">
                    <a:moveTo>
                      <a:pt x="86279" y="281030"/>
                    </a:moveTo>
                    <a:cubicBezTo>
                      <a:pt x="86279" y="281030"/>
                      <a:pt x="414796" y="282960"/>
                      <a:pt x="419627" y="281995"/>
                    </a:cubicBezTo>
                    <a:cubicBezTo>
                      <a:pt x="424457" y="281030"/>
                      <a:pt x="428324" y="273298"/>
                      <a:pt x="428324" y="273298"/>
                    </a:cubicBezTo>
                    <a:cubicBezTo>
                      <a:pt x="428324" y="273298"/>
                      <a:pt x="350059" y="7582"/>
                      <a:pt x="344263" y="1787"/>
                    </a:cubicBezTo>
                    <a:cubicBezTo>
                      <a:pt x="338468" y="-4009"/>
                      <a:pt x="6085" y="5653"/>
                      <a:pt x="289" y="11448"/>
                    </a:cubicBezTo>
                    <a:cubicBezTo>
                      <a:pt x="-5506" y="17244"/>
                      <a:pt x="77590" y="277164"/>
                      <a:pt x="86286" y="281023"/>
                    </a:cubicBezTo>
                    <a:close/>
                  </a:path>
                </a:pathLst>
              </a:custGeom>
              <a:solidFill>
                <a:srgbClr val="0291DC"/>
              </a:solidFill>
              <a:ln w="735" cap="flat">
                <a:noFill/>
                <a:prstDash val="solid"/>
                <a:miter/>
              </a:ln>
            </p:spPr>
            <p:txBody>
              <a:bodyPr/>
              <a:lstStyle/>
              <a:p>
                <a:endParaRPr lang="en-US"/>
              </a:p>
            </p:txBody>
          </p:sp>
          <p:sp>
            <p:nvSpPr>
              <p:cNvPr id="723" name="Freeform: Shape 722">
                <a:extLst>
                  <a:ext uri="{FF2B5EF4-FFF2-40B4-BE49-F238E27FC236}">
                    <a16:creationId xmlns:a16="http://schemas.microsoft.com/office/drawing/2014/main" id="{1833E2CA-8E6D-AF46-850D-5B9836F3A23B}"/>
                  </a:ext>
                </a:extLst>
              </p:cNvPr>
              <p:cNvSpPr/>
              <p:nvPr/>
            </p:nvSpPr>
            <p:spPr>
              <a:xfrm>
                <a:off x="12587182" y="5385664"/>
                <a:ext cx="428321" cy="280706"/>
              </a:xfrm>
              <a:custGeom>
                <a:avLst/>
                <a:gdLst>
                  <a:gd name="csX0" fmla="*/ 428322 w 428321"/>
                  <a:gd name="csY0" fmla="*/ 273298 h 280706"/>
                  <a:gd name="csX1" fmla="*/ 344261 w 428321"/>
                  <a:gd name="csY1" fmla="*/ 1787 h 280706"/>
                  <a:gd name="csX2" fmla="*/ 287 w 428321"/>
                  <a:gd name="csY2" fmla="*/ 11448 h 280706"/>
                  <a:gd name="csX3" fmla="*/ 125 w 428321"/>
                  <a:gd name="csY3" fmla="*/ 14740 h 280706"/>
                  <a:gd name="csX4" fmla="*/ 337501 w 428321"/>
                  <a:gd name="csY4" fmla="*/ 6618 h 280706"/>
                  <a:gd name="csX5" fmla="*/ 422386 w 428321"/>
                  <a:gd name="csY5" fmla="*/ 280706 h 280706"/>
                  <a:gd name="csX6" fmla="*/ 428322 w 428321"/>
                  <a:gd name="csY6" fmla="*/ 273291 h 2807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28321" h="280706">
                    <a:moveTo>
                      <a:pt x="428322" y="273298"/>
                    </a:moveTo>
                    <a:cubicBezTo>
                      <a:pt x="428322" y="273298"/>
                      <a:pt x="350057" y="7582"/>
                      <a:pt x="344261" y="1787"/>
                    </a:cubicBezTo>
                    <a:cubicBezTo>
                      <a:pt x="338466" y="-4009"/>
                      <a:pt x="6083" y="5653"/>
                      <a:pt x="287" y="11448"/>
                    </a:cubicBezTo>
                    <a:cubicBezTo>
                      <a:pt x="-37" y="11772"/>
                      <a:pt x="-81" y="12906"/>
                      <a:pt x="125" y="14740"/>
                    </a:cubicBezTo>
                    <a:cubicBezTo>
                      <a:pt x="38153" y="10579"/>
                      <a:pt x="329209" y="2015"/>
                      <a:pt x="337501" y="6618"/>
                    </a:cubicBezTo>
                    <a:cubicBezTo>
                      <a:pt x="345756" y="11205"/>
                      <a:pt x="415324" y="255809"/>
                      <a:pt x="422386" y="280706"/>
                    </a:cubicBezTo>
                    <a:cubicBezTo>
                      <a:pt x="425847" y="278232"/>
                      <a:pt x="428322" y="273291"/>
                      <a:pt x="428322" y="273291"/>
                    </a:cubicBezTo>
                    <a:close/>
                  </a:path>
                </a:pathLst>
              </a:custGeom>
              <a:solidFill>
                <a:srgbClr val="00A9F4"/>
              </a:solidFill>
              <a:ln w="735" cap="flat">
                <a:noFill/>
                <a:prstDash val="solid"/>
                <a:miter/>
              </a:ln>
            </p:spPr>
            <p:txBody>
              <a:bodyPr/>
              <a:lstStyle/>
              <a:p>
                <a:endParaRPr lang="en-US"/>
              </a:p>
            </p:txBody>
          </p:sp>
          <p:sp>
            <p:nvSpPr>
              <p:cNvPr id="724" name="Freeform: Shape 723">
                <a:extLst>
                  <a:ext uri="{FF2B5EF4-FFF2-40B4-BE49-F238E27FC236}">
                    <a16:creationId xmlns:a16="http://schemas.microsoft.com/office/drawing/2014/main" id="{7164103E-ED68-7B51-A02E-EEF7E95CEFC1}"/>
                  </a:ext>
                </a:extLst>
              </p:cNvPr>
              <p:cNvSpPr/>
              <p:nvPr/>
            </p:nvSpPr>
            <p:spPr>
              <a:xfrm>
                <a:off x="13026199" y="5666790"/>
                <a:ext cx="18439" cy="5603"/>
              </a:xfrm>
              <a:custGeom>
                <a:avLst/>
                <a:gdLst>
                  <a:gd name="csX0" fmla="*/ 15896 w 18439"/>
                  <a:gd name="csY0" fmla="*/ 162 h 5603"/>
                  <a:gd name="csX1" fmla="*/ 2427 w 18439"/>
                  <a:gd name="csY1" fmla="*/ 287 h 5603"/>
                  <a:gd name="csX2" fmla="*/ 2427 w 18439"/>
                  <a:gd name="csY2" fmla="*/ 5317 h 5603"/>
                  <a:gd name="csX3" fmla="*/ 15896 w 18439"/>
                  <a:gd name="csY3" fmla="*/ 5442 h 5603"/>
                  <a:gd name="csX4" fmla="*/ 15896 w 18439"/>
                  <a:gd name="csY4" fmla="*/ 162 h 5603"/>
                </a:gdLst>
                <a:ahLst/>
                <a:cxnLst>
                  <a:cxn ang="0">
                    <a:pos x="csX0" y="csY0"/>
                  </a:cxn>
                  <a:cxn ang="0">
                    <a:pos x="csX1" y="csY1"/>
                  </a:cxn>
                  <a:cxn ang="0">
                    <a:pos x="csX2" y="csY2"/>
                  </a:cxn>
                  <a:cxn ang="0">
                    <a:pos x="csX3" y="csY3"/>
                  </a:cxn>
                  <a:cxn ang="0">
                    <a:pos x="csX4" y="csY4"/>
                  </a:cxn>
                </a:cxnLst>
                <a:rect l="l" t="t" r="r" b="b"/>
                <a:pathLst>
                  <a:path w="18439" h="5603">
                    <a:moveTo>
                      <a:pt x="15896" y="162"/>
                    </a:moveTo>
                    <a:cubicBezTo>
                      <a:pt x="11470" y="-229"/>
                      <a:pt x="6868" y="199"/>
                      <a:pt x="2427" y="287"/>
                    </a:cubicBezTo>
                    <a:cubicBezTo>
                      <a:pt x="-805" y="346"/>
                      <a:pt x="-813" y="5250"/>
                      <a:pt x="2427" y="5317"/>
                    </a:cubicBezTo>
                    <a:cubicBezTo>
                      <a:pt x="6868" y="5405"/>
                      <a:pt x="11470" y="5832"/>
                      <a:pt x="15896" y="5442"/>
                    </a:cubicBezTo>
                    <a:cubicBezTo>
                      <a:pt x="19284" y="5140"/>
                      <a:pt x="19291" y="464"/>
                      <a:pt x="15896" y="162"/>
                    </a:cubicBezTo>
                    <a:close/>
                  </a:path>
                </a:pathLst>
              </a:custGeom>
              <a:solidFill>
                <a:srgbClr val="0679C3"/>
              </a:solidFill>
              <a:ln w="735" cap="flat">
                <a:noFill/>
                <a:prstDash val="solid"/>
                <a:miter/>
              </a:ln>
            </p:spPr>
            <p:txBody>
              <a:bodyPr/>
              <a:lstStyle/>
              <a:p>
                <a:endParaRPr lang="en-US"/>
              </a:p>
            </p:txBody>
          </p:sp>
          <p:sp>
            <p:nvSpPr>
              <p:cNvPr id="725" name="Freeform: Shape 724">
                <a:extLst>
                  <a:ext uri="{FF2B5EF4-FFF2-40B4-BE49-F238E27FC236}">
                    <a16:creationId xmlns:a16="http://schemas.microsoft.com/office/drawing/2014/main" id="{83B8BE86-8ABC-1457-DFD7-05DAD894E3C1}"/>
                  </a:ext>
                </a:extLst>
              </p:cNvPr>
              <p:cNvSpPr/>
              <p:nvPr/>
            </p:nvSpPr>
            <p:spPr>
              <a:xfrm>
                <a:off x="13046682" y="5666819"/>
                <a:ext cx="4835" cy="5007"/>
              </a:xfrm>
              <a:custGeom>
                <a:avLst/>
                <a:gdLst>
                  <a:gd name="csX0" fmla="*/ 2416 w 4835"/>
                  <a:gd name="csY0" fmla="*/ 0 h 5007"/>
                  <a:gd name="csX1" fmla="*/ 2416 w 4835"/>
                  <a:gd name="csY1" fmla="*/ 5008 h 5007"/>
                  <a:gd name="csX2" fmla="*/ 2416 w 4835"/>
                  <a:gd name="csY2" fmla="*/ 0 h 5007"/>
                </a:gdLst>
                <a:ahLst/>
                <a:cxnLst>
                  <a:cxn ang="0">
                    <a:pos x="csX0" y="csY0"/>
                  </a:cxn>
                  <a:cxn ang="0">
                    <a:pos x="csX1" y="csY1"/>
                  </a:cxn>
                  <a:cxn ang="0">
                    <a:pos x="csX2" y="csY2"/>
                  </a:cxn>
                </a:cxnLst>
                <a:rect l="l" t="t" r="r" b="b"/>
                <a:pathLst>
                  <a:path w="4835" h="5007">
                    <a:moveTo>
                      <a:pt x="2416" y="0"/>
                    </a:moveTo>
                    <a:cubicBezTo>
                      <a:pt x="-802" y="0"/>
                      <a:pt x="-809" y="5008"/>
                      <a:pt x="2416" y="5008"/>
                    </a:cubicBezTo>
                    <a:cubicBezTo>
                      <a:pt x="5642" y="5008"/>
                      <a:pt x="5642" y="0"/>
                      <a:pt x="2416" y="0"/>
                    </a:cubicBezTo>
                    <a:close/>
                  </a:path>
                </a:pathLst>
              </a:custGeom>
              <a:solidFill>
                <a:srgbClr val="0679C3"/>
              </a:solidFill>
              <a:ln w="735" cap="flat">
                <a:noFill/>
                <a:prstDash val="solid"/>
                <a:miter/>
              </a:ln>
            </p:spPr>
            <p:txBody>
              <a:bodyPr/>
              <a:lstStyle/>
              <a:p>
                <a:endParaRPr lang="en-US"/>
              </a:p>
            </p:txBody>
          </p:sp>
          <p:sp>
            <p:nvSpPr>
              <p:cNvPr id="726" name="Freeform: Shape 725">
                <a:extLst>
                  <a:ext uri="{FF2B5EF4-FFF2-40B4-BE49-F238E27FC236}">
                    <a16:creationId xmlns:a16="http://schemas.microsoft.com/office/drawing/2014/main" id="{482B8CC1-F804-C8E9-AD2C-8E85E5AA9815}"/>
                  </a:ext>
                </a:extLst>
              </p:cNvPr>
              <p:cNvSpPr/>
              <p:nvPr/>
            </p:nvSpPr>
            <p:spPr>
              <a:xfrm>
                <a:off x="13053380" y="5667320"/>
                <a:ext cx="4901" cy="5073"/>
              </a:xfrm>
              <a:custGeom>
                <a:avLst/>
                <a:gdLst>
                  <a:gd name="csX0" fmla="*/ 2449 w 4901"/>
                  <a:gd name="csY0" fmla="*/ 0 h 5073"/>
                  <a:gd name="csX1" fmla="*/ 2449 w 4901"/>
                  <a:gd name="csY1" fmla="*/ 5074 h 5073"/>
                  <a:gd name="csX2" fmla="*/ 2449 w 4901"/>
                  <a:gd name="csY2" fmla="*/ 0 h 5073"/>
                </a:gdLst>
                <a:ahLst/>
                <a:cxnLst>
                  <a:cxn ang="0">
                    <a:pos x="csX0" y="csY0"/>
                  </a:cxn>
                  <a:cxn ang="0">
                    <a:pos x="csX1" y="csY1"/>
                  </a:cxn>
                  <a:cxn ang="0">
                    <a:pos x="csX2" y="csY2"/>
                  </a:cxn>
                </a:cxnLst>
                <a:rect l="l" t="t" r="r" b="b"/>
                <a:pathLst>
                  <a:path w="4901" h="5073">
                    <a:moveTo>
                      <a:pt x="2449" y="0"/>
                    </a:moveTo>
                    <a:cubicBezTo>
                      <a:pt x="-813" y="0"/>
                      <a:pt x="-820" y="5074"/>
                      <a:pt x="2449" y="5074"/>
                    </a:cubicBezTo>
                    <a:cubicBezTo>
                      <a:pt x="5719" y="5074"/>
                      <a:pt x="5719" y="0"/>
                      <a:pt x="2449" y="0"/>
                    </a:cubicBezTo>
                    <a:close/>
                  </a:path>
                </a:pathLst>
              </a:custGeom>
              <a:solidFill>
                <a:srgbClr val="0679C3"/>
              </a:solidFill>
              <a:ln w="735" cap="flat">
                <a:noFill/>
                <a:prstDash val="solid"/>
                <a:miter/>
              </a:ln>
            </p:spPr>
            <p:txBody>
              <a:bodyPr/>
              <a:lstStyle/>
              <a:p>
                <a:endParaRPr lang="en-US"/>
              </a:p>
            </p:txBody>
          </p:sp>
          <p:sp>
            <p:nvSpPr>
              <p:cNvPr id="727" name="Freeform: Shape 726">
                <a:extLst>
                  <a:ext uri="{FF2B5EF4-FFF2-40B4-BE49-F238E27FC236}">
                    <a16:creationId xmlns:a16="http://schemas.microsoft.com/office/drawing/2014/main" id="{4D5E19A1-AA6F-65B6-68D2-1C5E39BBA86E}"/>
                  </a:ext>
                </a:extLst>
              </p:cNvPr>
              <p:cNvSpPr/>
              <p:nvPr/>
            </p:nvSpPr>
            <p:spPr>
              <a:xfrm>
                <a:off x="13061477" y="5667374"/>
                <a:ext cx="17455" cy="5506"/>
              </a:xfrm>
              <a:custGeom>
                <a:avLst/>
                <a:gdLst>
                  <a:gd name="csX0" fmla="*/ 15738 w 17455"/>
                  <a:gd name="csY0" fmla="*/ 440 h 5506"/>
                  <a:gd name="csX1" fmla="*/ 2438 w 17455"/>
                  <a:gd name="csY1" fmla="*/ 226 h 5506"/>
                  <a:gd name="csX2" fmla="*/ 2438 w 17455"/>
                  <a:gd name="csY2" fmla="*/ 5278 h 5506"/>
                  <a:gd name="csX3" fmla="*/ 15738 w 17455"/>
                  <a:gd name="csY3" fmla="*/ 5064 h 5506"/>
                  <a:gd name="csX4" fmla="*/ 15738 w 17455"/>
                  <a:gd name="csY4" fmla="*/ 432 h 5506"/>
                </a:gdLst>
                <a:ahLst/>
                <a:cxnLst>
                  <a:cxn ang="0">
                    <a:pos x="csX0" y="csY0"/>
                  </a:cxn>
                  <a:cxn ang="0">
                    <a:pos x="csX1" y="csY1"/>
                  </a:cxn>
                  <a:cxn ang="0">
                    <a:pos x="csX2" y="csY2"/>
                  </a:cxn>
                  <a:cxn ang="0">
                    <a:pos x="csX3" y="csY3"/>
                  </a:cxn>
                  <a:cxn ang="0">
                    <a:pos x="csX4" y="csY4"/>
                  </a:cxn>
                </a:cxnLst>
                <a:rect l="l" t="t" r="r" b="b"/>
                <a:pathLst>
                  <a:path w="17455" h="5506">
                    <a:moveTo>
                      <a:pt x="15738" y="440"/>
                    </a:moveTo>
                    <a:cubicBezTo>
                      <a:pt x="11430" y="-341"/>
                      <a:pt x="6798" y="138"/>
                      <a:pt x="2438" y="226"/>
                    </a:cubicBezTo>
                    <a:cubicBezTo>
                      <a:pt x="-809" y="300"/>
                      <a:pt x="-816" y="5204"/>
                      <a:pt x="2438" y="5278"/>
                    </a:cubicBezTo>
                    <a:cubicBezTo>
                      <a:pt x="6798" y="5373"/>
                      <a:pt x="11430" y="5845"/>
                      <a:pt x="15738" y="5064"/>
                    </a:cubicBezTo>
                    <a:cubicBezTo>
                      <a:pt x="18028" y="4652"/>
                      <a:pt x="18028" y="852"/>
                      <a:pt x="15738" y="432"/>
                    </a:cubicBezTo>
                    <a:close/>
                  </a:path>
                </a:pathLst>
              </a:custGeom>
              <a:solidFill>
                <a:srgbClr val="0679C3"/>
              </a:solidFill>
              <a:ln w="735" cap="flat">
                <a:noFill/>
                <a:prstDash val="solid"/>
                <a:miter/>
              </a:ln>
            </p:spPr>
            <p:txBody>
              <a:bodyPr/>
              <a:lstStyle/>
              <a:p>
                <a:endParaRPr lang="en-US"/>
              </a:p>
            </p:txBody>
          </p:sp>
        </p:grpSp>
        <p:sp>
          <p:nvSpPr>
            <p:cNvPr id="739" name="Freeform: Shape 738">
              <a:extLst>
                <a:ext uri="{FF2B5EF4-FFF2-40B4-BE49-F238E27FC236}">
                  <a16:creationId xmlns:a16="http://schemas.microsoft.com/office/drawing/2014/main" id="{0F7E192E-44FF-F63A-0DFE-8AE36D3D857C}"/>
                </a:ext>
              </a:extLst>
            </p:cNvPr>
            <p:cNvSpPr/>
            <p:nvPr/>
          </p:nvSpPr>
          <p:spPr>
            <a:xfrm>
              <a:off x="7756882" y="4460446"/>
              <a:ext cx="164492" cy="76830"/>
            </a:xfrm>
            <a:custGeom>
              <a:avLst/>
              <a:gdLst>
                <a:gd name="csX0" fmla="*/ 150508 w 213308"/>
                <a:gd name="csY0" fmla="*/ 92588 h 99631"/>
                <a:gd name="csX1" fmla="*/ 60313 w 213308"/>
                <a:gd name="csY1" fmla="*/ 34302 h 99631"/>
                <a:gd name="csX2" fmla="*/ 2705 w 213308"/>
                <a:gd name="csY2" fmla="*/ 75224 h 99631"/>
                <a:gd name="csX3" fmla="*/ 92340 w 213308"/>
                <a:gd name="csY3" fmla="*/ 148 h 99631"/>
                <a:gd name="csX4" fmla="*/ 151811 w 213308"/>
                <a:gd name="csY4" fmla="*/ 10097 h 99631"/>
                <a:gd name="csX5" fmla="*/ 167651 w 213308"/>
                <a:gd name="csY5" fmla="*/ 21091 h 99631"/>
                <a:gd name="csX6" fmla="*/ 213294 w 213308"/>
                <a:gd name="csY6" fmla="*/ 86660 h 99631"/>
                <a:gd name="csX7" fmla="*/ 150508 w 213308"/>
                <a:gd name="csY7" fmla="*/ 92588 h 996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3308" h="99631">
                  <a:moveTo>
                    <a:pt x="150508" y="92588"/>
                  </a:moveTo>
                  <a:cubicBezTo>
                    <a:pt x="150508" y="92588"/>
                    <a:pt x="125522" y="2188"/>
                    <a:pt x="60313" y="34302"/>
                  </a:cubicBezTo>
                  <a:cubicBezTo>
                    <a:pt x="5120" y="61483"/>
                    <a:pt x="3235" y="70997"/>
                    <a:pt x="2705" y="75224"/>
                  </a:cubicBezTo>
                  <a:cubicBezTo>
                    <a:pt x="-6375" y="72175"/>
                    <a:pt x="3603" y="4250"/>
                    <a:pt x="92340" y="148"/>
                  </a:cubicBezTo>
                  <a:cubicBezTo>
                    <a:pt x="126509" y="-1428"/>
                    <a:pt x="151826" y="10111"/>
                    <a:pt x="151811" y="10097"/>
                  </a:cubicBezTo>
                  <a:cubicBezTo>
                    <a:pt x="159713" y="13388"/>
                    <a:pt x="162637" y="18352"/>
                    <a:pt x="167651" y="21091"/>
                  </a:cubicBezTo>
                  <a:cubicBezTo>
                    <a:pt x="201997" y="39855"/>
                    <a:pt x="212543" y="70091"/>
                    <a:pt x="213294" y="86660"/>
                  </a:cubicBezTo>
                  <a:cubicBezTo>
                    <a:pt x="214443" y="111853"/>
                    <a:pt x="150508" y="92588"/>
                    <a:pt x="150508" y="92588"/>
                  </a:cubicBezTo>
                  <a:close/>
                </a:path>
              </a:pathLst>
            </a:custGeom>
            <a:solidFill>
              <a:srgbClr val="161616"/>
            </a:solidFill>
            <a:ln w="735" cap="flat">
              <a:noFill/>
              <a:prstDash val="solid"/>
              <a:miter/>
            </a:ln>
          </p:spPr>
          <p:txBody>
            <a:bodyPr/>
            <a:lstStyle/>
            <a:p>
              <a:endParaRPr lang="en-US"/>
            </a:p>
          </p:txBody>
        </p:sp>
        <p:sp>
          <p:nvSpPr>
            <p:cNvPr id="741" name="Freeform: Shape 740">
              <a:extLst>
                <a:ext uri="{FF2B5EF4-FFF2-40B4-BE49-F238E27FC236}">
                  <a16:creationId xmlns:a16="http://schemas.microsoft.com/office/drawing/2014/main" id="{72AEFFB0-E69B-CA66-9E0E-FB3F532E1466}"/>
                </a:ext>
              </a:extLst>
            </p:cNvPr>
            <p:cNvSpPr/>
            <p:nvPr/>
          </p:nvSpPr>
          <p:spPr>
            <a:xfrm>
              <a:off x="7862435" y="4467760"/>
              <a:ext cx="56" cy="39"/>
            </a:xfrm>
            <a:custGeom>
              <a:avLst/>
              <a:gdLst>
                <a:gd name="csX0" fmla="*/ 74 w 73"/>
                <a:gd name="csY0" fmla="*/ 52 h 51"/>
                <a:gd name="csX1" fmla="*/ 0 w 73"/>
                <a:gd name="csY1" fmla="*/ 0 h 51"/>
                <a:gd name="csX2" fmla="*/ 37 w 73"/>
                <a:gd name="csY2" fmla="*/ 15 h 51"/>
                <a:gd name="csX3" fmla="*/ 74 w 73"/>
                <a:gd name="csY3" fmla="*/ 52 h 51"/>
              </a:gdLst>
              <a:ahLst/>
              <a:cxnLst>
                <a:cxn ang="0">
                  <a:pos x="csX0" y="csY0"/>
                </a:cxn>
                <a:cxn ang="0">
                  <a:pos x="csX1" y="csY1"/>
                </a:cxn>
                <a:cxn ang="0">
                  <a:pos x="csX2" y="csY2"/>
                </a:cxn>
                <a:cxn ang="0">
                  <a:pos x="csX3" y="csY3"/>
                </a:cxn>
              </a:cxnLst>
              <a:rect l="l" t="t" r="r" b="b"/>
              <a:pathLst>
                <a:path w="73" h="51">
                  <a:moveTo>
                    <a:pt x="74" y="52"/>
                  </a:moveTo>
                  <a:cubicBezTo>
                    <a:pt x="74" y="52"/>
                    <a:pt x="22" y="22"/>
                    <a:pt x="0" y="0"/>
                  </a:cubicBezTo>
                  <a:cubicBezTo>
                    <a:pt x="15" y="0"/>
                    <a:pt x="22" y="7"/>
                    <a:pt x="37" y="15"/>
                  </a:cubicBezTo>
                  <a:cubicBezTo>
                    <a:pt x="52" y="29"/>
                    <a:pt x="59" y="37"/>
                    <a:pt x="74" y="52"/>
                  </a:cubicBezTo>
                  <a:close/>
                </a:path>
              </a:pathLst>
            </a:custGeom>
            <a:solidFill>
              <a:srgbClr val="757575"/>
            </a:solidFill>
            <a:ln w="735" cap="flat">
              <a:noFill/>
              <a:prstDash val="solid"/>
              <a:miter/>
            </a:ln>
          </p:spPr>
          <p:txBody>
            <a:bodyPr/>
            <a:lstStyle/>
            <a:p>
              <a:endParaRPr lang="en-US"/>
            </a:p>
          </p:txBody>
        </p:sp>
        <p:grpSp>
          <p:nvGrpSpPr>
            <p:cNvPr id="1022" name="Group 1021">
              <a:extLst>
                <a:ext uri="{FF2B5EF4-FFF2-40B4-BE49-F238E27FC236}">
                  <a16:creationId xmlns:a16="http://schemas.microsoft.com/office/drawing/2014/main" id="{573A87A1-673C-6661-18C4-EA30AA586476}"/>
                </a:ext>
              </a:extLst>
            </p:cNvPr>
            <p:cNvGrpSpPr/>
            <p:nvPr/>
          </p:nvGrpSpPr>
          <p:grpSpPr>
            <a:xfrm flipH="1">
              <a:off x="7691476" y="4940827"/>
              <a:ext cx="163508" cy="97610"/>
              <a:chOff x="7786726" y="5162282"/>
              <a:chExt cx="163508" cy="97610"/>
            </a:xfrm>
          </p:grpSpPr>
          <p:sp>
            <p:nvSpPr>
              <p:cNvPr id="1023" name="Freeform: Shape 1022">
                <a:extLst>
                  <a:ext uri="{FF2B5EF4-FFF2-40B4-BE49-F238E27FC236}">
                    <a16:creationId xmlns:a16="http://schemas.microsoft.com/office/drawing/2014/main" id="{4C55A0B4-FA01-7F45-A48D-7A0D01B35AA5}"/>
                  </a:ext>
                </a:extLst>
              </p:cNvPr>
              <p:cNvSpPr/>
              <p:nvPr/>
            </p:nvSpPr>
            <p:spPr>
              <a:xfrm>
                <a:off x="7794432" y="5162282"/>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1024" name="Freeform: Shape 1023">
                <a:extLst>
                  <a:ext uri="{FF2B5EF4-FFF2-40B4-BE49-F238E27FC236}">
                    <a16:creationId xmlns:a16="http://schemas.microsoft.com/office/drawing/2014/main" id="{7DA672EB-33B1-6F3C-204A-CB186D0D132B}"/>
                  </a:ext>
                </a:extLst>
              </p:cNvPr>
              <p:cNvSpPr/>
              <p:nvPr/>
            </p:nvSpPr>
            <p:spPr>
              <a:xfrm>
                <a:off x="7786726" y="5166779"/>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1025" name="Freeform: Shape 1024">
                <a:extLst>
                  <a:ext uri="{FF2B5EF4-FFF2-40B4-BE49-F238E27FC236}">
                    <a16:creationId xmlns:a16="http://schemas.microsoft.com/office/drawing/2014/main" id="{901A2E91-1CD4-00EA-EA84-317F9F0645B3}"/>
                  </a:ext>
                </a:extLst>
              </p:cNvPr>
              <p:cNvSpPr/>
              <p:nvPr/>
            </p:nvSpPr>
            <p:spPr>
              <a:xfrm>
                <a:off x="7872262" y="5169789"/>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1026" name="Freeform: Shape 1025">
                <a:extLst>
                  <a:ext uri="{FF2B5EF4-FFF2-40B4-BE49-F238E27FC236}">
                    <a16:creationId xmlns:a16="http://schemas.microsoft.com/office/drawing/2014/main" id="{50F4246E-6870-99EE-AC39-28190CA8A08F}"/>
                  </a:ext>
                </a:extLst>
              </p:cNvPr>
              <p:cNvSpPr/>
              <p:nvPr/>
            </p:nvSpPr>
            <p:spPr>
              <a:xfrm>
                <a:off x="7806535" y="5181992"/>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grpSp>
      </p:grpSp>
      <p:sp>
        <p:nvSpPr>
          <p:cNvPr id="423" name="Freeform: Shape 422">
            <a:extLst>
              <a:ext uri="{FF2B5EF4-FFF2-40B4-BE49-F238E27FC236}">
                <a16:creationId xmlns:a16="http://schemas.microsoft.com/office/drawing/2014/main" id="{FC66735A-3861-DA3F-1DF2-73EB2D216D0F}"/>
              </a:ext>
            </a:extLst>
          </p:cNvPr>
          <p:cNvSpPr/>
          <p:nvPr/>
        </p:nvSpPr>
        <p:spPr>
          <a:xfrm>
            <a:off x="6878062" y="4441075"/>
            <a:ext cx="216654" cy="232658"/>
          </a:xfrm>
          <a:custGeom>
            <a:avLst/>
            <a:gdLst>
              <a:gd name="csX0" fmla="*/ 228 w 120391"/>
              <a:gd name="csY0" fmla="*/ 97093 h 129284"/>
              <a:gd name="csX1" fmla="*/ 502 w 120391"/>
              <a:gd name="csY1" fmla="*/ 97220 h 129284"/>
              <a:gd name="csX2" fmla="*/ 1072 w 120391"/>
              <a:gd name="csY2" fmla="*/ 97030 h 129284"/>
              <a:gd name="csX3" fmla="*/ 2800 w 120391"/>
              <a:gd name="csY3" fmla="*/ 95006 h 129284"/>
              <a:gd name="csX4" fmla="*/ 8304 w 120391"/>
              <a:gd name="csY4" fmla="*/ 112338 h 129284"/>
              <a:gd name="csX5" fmla="*/ 120392 w 120391"/>
              <a:gd name="csY5" fmla="*/ 114446 h 129284"/>
              <a:gd name="csX6" fmla="*/ 114615 w 120391"/>
              <a:gd name="csY6" fmla="*/ 51634 h 129284"/>
              <a:gd name="csX7" fmla="*/ 60089 w 120391"/>
              <a:gd name="csY7" fmla="*/ 9484 h 129284"/>
              <a:gd name="csX8" fmla="*/ 49167 w 120391"/>
              <a:gd name="csY8" fmla="*/ 1367 h 129284"/>
              <a:gd name="csX9" fmla="*/ 27533 w 120391"/>
              <a:gd name="csY9" fmla="*/ 4361 h 129284"/>
              <a:gd name="csX10" fmla="*/ 17687 w 120391"/>
              <a:gd name="csY10" fmla="*/ 47480 h 129284"/>
              <a:gd name="csX11" fmla="*/ 144 w 120391"/>
              <a:gd name="csY11" fmla="*/ 96229 h 129284"/>
              <a:gd name="csX12" fmla="*/ 207 w 120391"/>
              <a:gd name="csY12" fmla="*/ 97093 h 129284"/>
              <a:gd name="csX13" fmla="*/ 41576 w 120391"/>
              <a:gd name="csY13" fmla="*/ 1240 h 129284"/>
              <a:gd name="csX14" fmla="*/ 21419 w 120391"/>
              <a:gd name="csY14" fmla="*/ 15093 h 129284"/>
              <a:gd name="csX15" fmla="*/ 28313 w 120391"/>
              <a:gd name="csY15" fmla="*/ 5310 h 129284"/>
              <a:gd name="csX16" fmla="*/ 41576 w 120391"/>
              <a:gd name="csY16" fmla="*/ 1240 h 129284"/>
              <a:gd name="csX17" fmla="*/ 14418 w 120391"/>
              <a:gd name="csY17" fmla="*/ 77505 h 129284"/>
              <a:gd name="csX18" fmla="*/ 18931 w 120391"/>
              <a:gd name="csY18" fmla="*/ 47353 h 129284"/>
              <a:gd name="csX19" fmla="*/ 18172 w 120391"/>
              <a:gd name="csY19" fmla="*/ 33901 h 129284"/>
              <a:gd name="csX20" fmla="*/ 20955 w 120391"/>
              <a:gd name="csY20" fmla="*/ 46362 h 129284"/>
              <a:gd name="csX21" fmla="*/ 14439 w 120391"/>
              <a:gd name="csY21" fmla="*/ 77505 h 1292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Lst>
            <a:rect l="l" t="t" r="r" b="b"/>
            <a:pathLst>
              <a:path w="120391" h="129284">
                <a:moveTo>
                  <a:pt x="228" y="97093"/>
                </a:moveTo>
                <a:cubicBezTo>
                  <a:pt x="228" y="97093"/>
                  <a:pt x="418" y="97220"/>
                  <a:pt x="502" y="97220"/>
                </a:cubicBezTo>
                <a:cubicBezTo>
                  <a:pt x="713" y="97262"/>
                  <a:pt x="924" y="97198"/>
                  <a:pt x="1072" y="97030"/>
                </a:cubicBezTo>
                <a:cubicBezTo>
                  <a:pt x="1641" y="96355"/>
                  <a:pt x="2210" y="95680"/>
                  <a:pt x="2800" y="95006"/>
                </a:cubicBezTo>
                <a:cubicBezTo>
                  <a:pt x="-320" y="102280"/>
                  <a:pt x="1430" y="107488"/>
                  <a:pt x="8304" y="112338"/>
                </a:cubicBezTo>
                <a:cubicBezTo>
                  <a:pt x="22642" y="122437"/>
                  <a:pt x="68270" y="143670"/>
                  <a:pt x="120392" y="114446"/>
                </a:cubicBezTo>
                <a:cubicBezTo>
                  <a:pt x="108352" y="101437"/>
                  <a:pt x="102659" y="72360"/>
                  <a:pt x="114615" y="51634"/>
                </a:cubicBezTo>
                <a:cubicBezTo>
                  <a:pt x="96334" y="19795"/>
                  <a:pt x="60089" y="9484"/>
                  <a:pt x="60089" y="9484"/>
                </a:cubicBezTo>
                <a:cubicBezTo>
                  <a:pt x="60089" y="9484"/>
                  <a:pt x="57305" y="3285"/>
                  <a:pt x="49167" y="1367"/>
                </a:cubicBezTo>
                <a:cubicBezTo>
                  <a:pt x="40796" y="-1185"/>
                  <a:pt x="33163" y="-151"/>
                  <a:pt x="27533" y="4361"/>
                </a:cubicBezTo>
                <a:cubicBezTo>
                  <a:pt x="21334" y="9358"/>
                  <a:pt x="14608" y="20892"/>
                  <a:pt x="17687" y="47480"/>
                </a:cubicBezTo>
                <a:cubicBezTo>
                  <a:pt x="20385" y="70610"/>
                  <a:pt x="10033" y="84779"/>
                  <a:pt x="144" y="96229"/>
                </a:cubicBezTo>
                <a:cubicBezTo>
                  <a:pt x="-67" y="96482"/>
                  <a:pt x="-46" y="96861"/>
                  <a:pt x="207" y="97093"/>
                </a:cubicBezTo>
                <a:close/>
                <a:moveTo>
                  <a:pt x="41576" y="1240"/>
                </a:moveTo>
                <a:cubicBezTo>
                  <a:pt x="34765" y="2674"/>
                  <a:pt x="26142" y="6659"/>
                  <a:pt x="21419" y="15093"/>
                </a:cubicBezTo>
                <a:cubicBezTo>
                  <a:pt x="23337" y="10370"/>
                  <a:pt x="25868" y="7292"/>
                  <a:pt x="28313" y="5310"/>
                </a:cubicBezTo>
                <a:cubicBezTo>
                  <a:pt x="31940" y="2379"/>
                  <a:pt x="36494" y="1029"/>
                  <a:pt x="41576" y="1240"/>
                </a:cubicBezTo>
                <a:close/>
                <a:moveTo>
                  <a:pt x="14418" y="77505"/>
                </a:moveTo>
                <a:cubicBezTo>
                  <a:pt x="18193" y="69324"/>
                  <a:pt x="20343" y="59583"/>
                  <a:pt x="18931" y="47353"/>
                </a:cubicBezTo>
                <a:cubicBezTo>
                  <a:pt x="18340" y="42335"/>
                  <a:pt x="18129" y="37886"/>
                  <a:pt x="18172" y="33901"/>
                </a:cubicBezTo>
                <a:cubicBezTo>
                  <a:pt x="18551" y="37654"/>
                  <a:pt x="19437" y="41787"/>
                  <a:pt x="20955" y="46362"/>
                </a:cubicBezTo>
                <a:cubicBezTo>
                  <a:pt x="24560" y="57305"/>
                  <a:pt x="20385" y="68291"/>
                  <a:pt x="14439" y="77505"/>
                </a:cubicBezTo>
                <a:close/>
              </a:path>
            </a:pathLst>
          </a:custGeom>
          <a:solidFill>
            <a:srgbClr val="2B2419"/>
          </a:solidFill>
          <a:ln w="2096" cap="flat">
            <a:noFill/>
            <a:prstDash val="solid"/>
            <a:miter/>
          </a:ln>
        </p:spPr>
        <p:txBody>
          <a:bodyPr/>
          <a:lstStyle/>
          <a:p>
            <a:endParaRPr lang="en-US"/>
          </a:p>
        </p:txBody>
      </p:sp>
      <p:grpSp>
        <p:nvGrpSpPr>
          <p:cNvPr id="424" name="Graphic 279">
            <a:extLst>
              <a:ext uri="{FF2B5EF4-FFF2-40B4-BE49-F238E27FC236}">
                <a16:creationId xmlns:a16="http://schemas.microsoft.com/office/drawing/2014/main" id="{A2F4EE80-9CF4-3B99-EE4C-46D94F0D6902}"/>
              </a:ext>
            </a:extLst>
          </p:cNvPr>
          <p:cNvGrpSpPr/>
          <p:nvPr/>
        </p:nvGrpSpPr>
        <p:grpSpPr>
          <a:xfrm>
            <a:off x="6986301" y="4655264"/>
            <a:ext cx="291618" cy="352306"/>
            <a:chOff x="12812712" y="4582229"/>
            <a:chExt cx="162047" cy="195771"/>
          </a:xfrm>
        </p:grpSpPr>
        <p:sp>
          <p:nvSpPr>
            <p:cNvPr id="452" name="Freeform: Shape 451">
              <a:extLst>
                <a:ext uri="{FF2B5EF4-FFF2-40B4-BE49-F238E27FC236}">
                  <a16:creationId xmlns:a16="http://schemas.microsoft.com/office/drawing/2014/main" id="{3ED325B1-8438-AFE4-DF11-7DC4BF8B75B8}"/>
                </a:ext>
              </a:extLst>
            </p:cNvPr>
            <p:cNvSpPr/>
            <p:nvPr/>
          </p:nvSpPr>
          <p:spPr>
            <a:xfrm>
              <a:off x="12919732" y="4728624"/>
              <a:ext cx="55027" cy="49376"/>
            </a:xfrm>
            <a:custGeom>
              <a:avLst/>
              <a:gdLst>
                <a:gd name="csX0" fmla="*/ 1869 w 55027"/>
                <a:gd name="csY0" fmla="*/ 6492 h 49376"/>
                <a:gd name="csX1" fmla="*/ 12222 w 55027"/>
                <a:gd name="csY1" fmla="*/ 2423 h 49376"/>
                <a:gd name="csX2" fmla="*/ 26918 w 55027"/>
                <a:gd name="csY2" fmla="*/ 40 h 49376"/>
                <a:gd name="csX3" fmla="*/ 25843 w 55027"/>
                <a:gd name="csY3" fmla="*/ 7209 h 49376"/>
                <a:gd name="csX4" fmla="*/ 19454 w 55027"/>
                <a:gd name="csY4" fmla="*/ 8812 h 49376"/>
                <a:gd name="csX5" fmla="*/ 47265 w 55027"/>
                <a:gd name="csY5" fmla="*/ 15917 h 49376"/>
                <a:gd name="csX6" fmla="*/ 30882 w 55027"/>
                <a:gd name="csY6" fmla="*/ 18996 h 49376"/>
                <a:gd name="csX7" fmla="*/ 54835 w 55027"/>
                <a:gd name="csY7" fmla="*/ 32343 h 49376"/>
                <a:gd name="csX8" fmla="*/ 30987 w 55027"/>
                <a:gd name="csY8" fmla="*/ 28906 h 49376"/>
                <a:gd name="csX9" fmla="*/ 49964 w 55027"/>
                <a:gd name="csY9" fmla="*/ 43265 h 49376"/>
                <a:gd name="csX10" fmla="*/ 28858 w 55027"/>
                <a:gd name="csY10" fmla="*/ 37994 h 49376"/>
                <a:gd name="csX11" fmla="*/ 41214 w 55027"/>
                <a:gd name="csY11" fmla="*/ 48937 h 49376"/>
                <a:gd name="csX12" fmla="*/ 13 w 55027"/>
                <a:gd name="csY12" fmla="*/ 23867 h 49376"/>
                <a:gd name="csX13" fmla="*/ 1890 w 55027"/>
                <a:gd name="csY13" fmla="*/ 6450 h 493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55027" h="49376">
                  <a:moveTo>
                    <a:pt x="1869" y="6492"/>
                  </a:moveTo>
                  <a:cubicBezTo>
                    <a:pt x="1869" y="6492"/>
                    <a:pt x="7056" y="3393"/>
                    <a:pt x="12222" y="2423"/>
                  </a:cubicBezTo>
                  <a:cubicBezTo>
                    <a:pt x="17388" y="1453"/>
                    <a:pt x="23713" y="546"/>
                    <a:pt x="26918" y="40"/>
                  </a:cubicBezTo>
                  <a:cubicBezTo>
                    <a:pt x="30777" y="-571"/>
                    <a:pt x="31051" y="5944"/>
                    <a:pt x="25843" y="7209"/>
                  </a:cubicBezTo>
                  <a:cubicBezTo>
                    <a:pt x="20635" y="8496"/>
                    <a:pt x="19454" y="8812"/>
                    <a:pt x="19454" y="8812"/>
                  </a:cubicBezTo>
                  <a:cubicBezTo>
                    <a:pt x="19454" y="8812"/>
                    <a:pt x="41404" y="11848"/>
                    <a:pt x="47265" y="15917"/>
                  </a:cubicBezTo>
                  <a:cubicBezTo>
                    <a:pt x="52621" y="19628"/>
                    <a:pt x="40644" y="18848"/>
                    <a:pt x="30882" y="18996"/>
                  </a:cubicBezTo>
                  <a:cubicBezTo>
                    <a:pt x="30882" y="18996"/>
                    <a:pt x="52789" y="27261"/>
                    <a:pt x="54835" y="32343"/>
                  </a:cubicBezTo>
                  <a:cubicBezTo>
                    <a:pt x="57534" y="39027"/>
                    <a:pt x="30987" y="28906"/>
                    <a:pt x="30987" y="28906"/>
                  </a:cubicBezTo>
                  <a:cubicBezTo>
                    <a:pt x="30987" y="28906"/>
                    <a:pt x="50597" y="40376"/>
                    <a:pt x="49964" y="43265"/>
                  </a:cubicBezTo>
                  <a:cubicBezTo>
                    <a:pt x="49247" y="46491"/>
                    <a:pt x="28858" y="37994"/>
                    <a:pt x="28858" y="37994"/>
                  </a:cubicBezTo>
                  <a:cubicBezTo>
                    <a:pt x="28858" y="37994"/>
                    <a:pt x="42163" y="47440"/>
                    <a:pt x="41214" y="48937"/>
                  </a:cubicBezTo>
                  <a:cubicBezTo>
                    <a:pt x="39295" y="51889"/>
                    <a:pt x="10261" y="39575"/>
                    <a:pt x="13" y="23867"/>
                  </a:cubicBezTo>
                  <a:cubicBezTo>
                    <a:pt x="13" y="23867"/>
                    <a:pt x="-282" y="8854"/>
                    <a:pt x="1890" y="6450"/>
                  </a:cubicBezTo>
                  <a:close/>
                </a:path>
              </a:pathLst>
            </a:custGeom>
            <a:solidFill>
              <a:srgbClr val="FDCDB3"/>
            </a:solidFill>
            <a:ln w="2096" cap="flat">
              <a:noFill/>
              <a:prstDash val="solid"/>
              <a:miter/>
            </a:ln>
          </p:spPr>
          <p:txBody>
            <a:bodyPr/>
            <a:lstStyle/>
            <a:p>
              <a:endParaRPr lang="en-US"/>
            </a:p>
          </p:txBody>
        </p:sp>
        <p:sp>
          <p:nvSpPr>
            <p:cNvPr id="453" name="Freeform: Shape 452">
              <a:extLst>
                <a:ext uri="{FF2B5EF4-FFF2-40B4-BE49-F238E27FC236}">
                  <a16:creationId xmlns:a16="http://schemas.microsoft.com/office/drawing/2014/main" id="{4F4F3EDD-BDC0-A24B-9129-D500E7EF8A9A}"/>
                </a:ext>
              </a:extLst>
            </p:cNvPr>
            <p:cNvSpPr/>
            <p:nvPr/>
          </p:nvSpPr>
          <p:spPr>
            <a:xfrm>
              <a:off x="12812712" y="4582229"/>
              <a:ext cx="113506" cy="172581"/>
            </a:xfrm>
            <a:custGeom>
              <a:avLst/>
              <a:gdLst>
                <a:gd name="csX0" fmla="*/ 46583 w 113506"/>
                <a:gd name="csY0" fmla="*/ 0 h 172581"/>
                <a:gd name="csX1" fmla="*/ 1271 w 113506"/>
                <a:gd name="csY1" fmla="*/ 102958 h 172581"/>
                <a:gd name="csX2" fmla="*/ 109585 w 113506"/>
                <a:gd name="csY2" fmla="*/ 172581 h 172581"/>
                <a:gd name="csX3" fmla="*/ 113507 w 113506"/>
                <a:gd name="csY3" fmla="*/ 150737 h 172581"/>
                <a:gd name="csX4" fmla="*/ 72602 w 113506"/>
                <a:gd name="csY4" fmla="*/ 133279 h 172581"/>
                <a:gd name="csX5" fmla="*/ 33847 w 113506"/>
                <a:gd name="csY5" fmla="*/ 115230 h 172581"/>
                <a:gd name="csX6" fmla="*/ 46583 w 113506"/>
                <a:gd name="csY6" fmla="*/ 0 h 17258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3506" h="172581">
                  <a:moveTo>
                    <a:pt x="46583" y="0"/>
                  </a:moveTo>
                  <a:cubicBezTo>
                    <a:pt x="46583" y="0"/>
                    <a:pt x="45929" y="11238"/>
                    <a:pt x="1271" y="102958"/>
                  </a:cubicBezTo>
                  <a:cubicBezTo>
                    <a:pt x="1271" y="102958"/>
                    <a:pt x="-19793" y="151770"/>
                    <a:pt x="109585" y="172581"/>
                  </a:cubicBezTo>
                  <a:lnTo>
                    <a:pt x="113507" y="150737"/>
                  </a:lnTo>
                  <a:cubicBezTo>
                    <a:pt x="113507" y="150737"/>
                    <a:pt x="91705" y="143863"/>
                    <a:pt x="72602" y="133279"/>
                  </a:cubicBezTo>
                  <a:cubicBezTo>
                    <a:pt x="53499" y="122694"/>
                    <a:pt x="33847" y="115230"/>
                    <a:pt x="33847" y="115230"/>
                  </a:cubicBezTo>
                  <a:cubicBezTo>
                    <a:pt x="33847" y="115230"/>
                    <a:pt x="78843" y="50267"/>
                    <a:pt x="46583" y="0"/>
                  </a:cubicBezTo>
                  <a:close/>
                </a:path>
              </a:pathLst>
            </a:custGeom>
            <a:solidFill>
              <a:srgbClr val="37A8E3"/>
            </a:solidFill>
            <a:ln w="2096" cap="flat">
              <a:noFill/>
              <a:prstDash val="solid"/>
              <a:miter/>
            </a:ln>
          </p:spPr>
          <p:txBody>
            <a:bodyPr/>
            <a:lstStyle/>
            <a:p>
              <a:endParaRPr lang="en-US"/>
            </a:p>
          </p:txBody>
        </p:sp>
      </p:grpSp>
      <p:sp>
        <p:nvSpPr>
          <p:cNvPr id="425" name="Freeform: Shape 424">
            <a:extLst>
              <a:ext uri="{FF2B5EF4-FFF2-40B4-BE49-F238E27FC236}">
                <a16:creationId xmlns:a16="http://schemas.microsoft.com/office/drawing/2014/main" id="{85541CF8-DEE6-C135-3426-5ACAEA71613F}"/>
              </a:ext>
            </a:extLst>
          </p:cNvPr>
          <p:cNvSpPr/>
          <p:nvPr/>
        </p:nvSpPr>
        <p:spPr>
          <a:xfrm>
            <a:off x="6817621" y="4645255"/>
            <a:ext cx="273093" cy="425624"/>
          </a:xfrm>
          <a:custGeom>
            <a:avLst/>
            <a:gdLst>
              <a:gd name="csX0" fmla="*/ 130864 w 150292"/>
              <a:gd name="csY0" fmla="*/ 125598 h 304287"/>
              <a:gd name="csX1" fmla="*/ 123442 w 150292"/>
              <a:gd name="csY1" fmla="*/ 152819 h 304287"/>
              <a:gd name="csX2" fmla="*/ 149018 w 150292"/>
              <a:gd name="csY2" fmla="*/ 285908 h 304287"/>
              <a:gd name="csX3" fmla="*/ 474 w 150292"/>
              <a:gd name="csY3" fmla="*/ 294574 h 304287"/>
              <a:gd name="csX4" fmla="*/ 3025 w 150292"/>
              <a:gd name="csY4" fmla="*/ 141812 h 304287"/>
              <a:gd name="csX5" fmla="*/ 26092 w 150292"/>
              <a:gd name="csY5" fmla="*/ 11528 h 304287"/>
              <a:gd name="csX6" fmla="*/ 50298 w 150292"/>
              <a:gd name="csY6" fmla="*/ 4759 h 304287"/>
              <a:gd name="csX7" fmla="*/ 50298 w 150292"/>
              <a:gd name="csY7" fmla="*/ 4759 h 304287"/>
              <a:gd name="csX8" fmla="*/ 100754 w 150292"/>
              <a:gd name="csY8" fmla="*/ 943 h 304287"/>
              <a:gd name="csX9" fmla="*/ 115746 w 150292"/>
              <a:gd name="csY9" fmla="*/ 2756 h 304287"/>
              <a:gd name="csX10" fmla="*/ 124306 w 150292"/>
              <a:gd name="csY10" fmla="*/ 3789 h 304287"/>
              <a:gd name="csX11" fmla="*/ 138855 w 150292"/>
              <a:gd name="csY11" fmla="*/ 5561 h 304287"/>
              <a:gd name="csX12" fmla="*/ 147584 w 150292"/>
              <a:gd name="csY12" fmla="*/ 78958 h 304287"/>
              <a:gd name="csX13" fmla="*/ 135376 w 150292"/>
              <a:gd name="csY13" fmla="*/ 118155 h 304287"/>
              <a:gd name="csX14" fmla="*/ 132867 w 150292"/>
              <a:gd name="csY14" fmla="*/ 121191 h 304287"/>
              <a:gd name="csX15" fmla="*/ 130843 w 150292"/>
              <a:gd name="csY15" fmla="*/ 125619 h 304287"/>
              <a:gd name="csX0" fmla="*/ 132325 w 151753"/>
              <a:gd name="csY0" fmla="*/ 125598 h 290095"/>
              <a:gd name="csX1" fmla="*/ 124903 w 151753"/>
              <a:gd name="csY1" fmla="*/ 152819 h 290095"/>
              <a:gd name="csX2" fmla="*/ 150479 w 151753"/>
              <a:gd name="csY2" fmla="*/ 285908 h 290095"/>
              <a:gd name="csX3" fmla="*/ 63 w 151753"/>
              <a:gd name="csY3" fmla="*/ 236512 h 290095"/>
              <a:gd name="csX4" fmla="*/ 4486 w 151753"/>
              <a:gd name="csY4" fmla="*/ 141812 h 290095"/>
              <a:gd name="csX5" fmla="*/ 27553 w 151753"/>
              <a:gd name="csY5" fmla="*/ 11528 h 290095"/>
              <a:gd name="csX6" fmla="*/ 51759 w 151753"/>
              <a:gd name="csY6" fmla="*/ 4759 h 290095"/>
              <a:gd name="csX7" fmla="*/ 51759 w 151753"/>
              <a:gd name="csY7" fmla="*/ 4759 h 290095"/>
              <a:gd name="csX8" fmla="*/ 102215 w 151753"/>
              <a:gd name="csY8" fmla="*/ 943 h 290095"/>
              <a:gd name="csX9" fmla="*/ 117207 w 151753"/>
              <a:gd name="csY9" fmla="*/ 2756 h 290095"/>
              <a:gd name="csX10" fmla="*/ 125767 w 151753"/>
              <a:gd name="csY10" fmla="*/ 3789 h 290095"/>
              <a:gd name="csX11" fmla="*/ 140316 w 151753"/>
              <a:gd name="csY11" fmla="*/ 5561 h 290095"/>
              <a:gd name="csX12" fmla="*/ 149045 w 151753"/>
              <a:gd name="csY12" fmla="*/ 78958 h 290095"/>
              <a:gd name="csX13" fmla="*/ 136837 w 151753"/>
              <a:gd name="csY13" fmla="*/ 118155 h 290095"/>
              <a:gd name="csX14" fmla="*/ 134328 w 151753"/>
              <a:gd name="csY14" fmla="*/ 121191 h 290095"/>
              <a:gd name="csX15" fmla="*/ 132304 w 151753"/>
              <a:gd name="csY15" fmla="*/ 125619 h 290095"/>
              <a:gd name="csX16" fmla="*/ 132325 w 151753"/>
              <a:gd name="csY16" fmla="*/ 125598 h 290095"/>
              <a:gd name="csX0" fmla="*/ 132325 w 151753"/>
              <a:gd name="csY0" fmla="*/ 125598 h 249398"/>
              <a:gd name="csX1" fmla="*/ 124903 w 151753"/>
              <a:gd name="csY1" fmla="*/ 152819 h 249398"/>
              <a:gd name="csX2" fmla="*/ 137368 w 151753"/>
              <a:gd name="csY2" fmla="*/ 235339 h 249398"/>
              <a:gd name="csX3" fmla="*/ 63 w 151753"/>
              <a:gd name="csY3" fmla="*/ 236512 h 249398"/>
              <a:gd name="csX4" fmla="*/ 4486 w 151753"/>
              <a:gd name="csY4" fmla="*/ 141812 h 249398"/>
              <a:gd name="csX5" fmla="*/ 27553 w 151753"/>
              <a:gd name="csY5" fmla="*/ 11528 h 249398"/>
              <a:gd name="csX6" fmla="*/ 51759 w 151753"/>
              <a:gd name="csY6" fmla="*/ 4759 h 249398"/>
              <a:gd name="csX7" fmla="*/ 51759 w 151753"/>
              <a:gd name="csY7" fmla="*/ 4759 h 249398"/>
              <a:gd name="csX8" fmla="*/ 102215 w 151753"/>
              <a:gd name="csY8" fmla="*/ 943 h 249398"/>
              <a:gd name="csX9" fmla="*/ 117207 w 151753"/>
              <a:gd name="csY9" fmla="*/ 2756 h 249398"/>
              <a:gd name="csX10" fmla="*/ 125767 w 151753"/>
              <a:gd name="csY10" fmla="*/ 3789 h 249398"/>
              <a:gd name="csX11" fmla="*/ 140316 w 151753"/>
              <a:gd name="csY11" fmla="*/ 5561 h 249398"/>
              <a:gd name="csX12" fmla="*/ 149045 w 151753"/>
              <a:gd name="csY12" fmla="*/ 78958 h 249398"/>
              <a:gd name="csX13" fmla="*/ 136837 w 151753"/>
              <a:gd name="csY13" fmla="*/ 118155 h 249398"/>
              <a:gd name="csX14" fmla="*/ 134328 w 151753"/>
              <a:gd name="csY14" fmla="*/ 121191 h 249398"/>
              <a:gd name="csX15" fmla="*/ 132304 w 151753"/>
              <a:gd name="csY15" fmla="*/ 125619 h 249398"/>
              <a:gd name="csX16" fmla="*/ 132325 w 151753"/>
              <a:gd name="csY16" fmla="*/ 125598 h 249398"/>
              <a:gd name="csX0" fmla="*/ 132325 w 151753"/>
              <a:gd name="csY0" fmla="*/ 125598 h 236512"/>
              <a:gd name="csX1" fmla="*/ 124903 w 151753"/>
              <a:gd name="csY1" fmla="*/ 152819 h 236512"/>
              <a:gd name="csX2" fmla="*/ 137368 w 151753"/>
              <a:gd name="csY2" fmla="*/ 235339 h 236512"/>
              <a:gd name="csX3" fmla="*/ 63 w 151753"/>
              <a:gd name="csY3" fmla="*/ 236512 h 236512"/>
              <a:gd name="csX4" fmla="*/ 4486 w 151753"/>
              <a:gd name="csY4" fmla="*/ 141812 h 236512"/>
              <a:gd name="csX5" fmla="*/ 27553 w 151753"/>
              <a:gd name="csY5" fmla="*/ 11528 h 236512"/>
              <a:gd name="csX6" fmla="*/ 51759 w 151753"/>
              <a:gd name="csY6" fmla="*/ 4759 h 236512"/>
              <a:gd name="csX7" fmla="*/ 51759 w 151753"/>
              <a:gd name="csY7" fmla="*/ 4759 h 236512"/>
              <a:gd name="csX8" fmla="*/ 102215 w 151753"/>
              <a:gd name="csY8" fmla="*/ 943 h 236512"/>
              <a:gd name="csX9" fmla="*/ 117207 w 151753"/>
              <a:gd name="csY9" fmla="*/ 2756 h 236512"/>
              <a:gd name="csX10" fmla="*/ 125767 w 151753"/>
              <a:gd name="csY10" fmla="*/ 3789 h 236512"/>
              <a:gd name="csX11" fmla="*/ 140316 w 151753"/>
              <a:gd name="csY11" fmla="*/ 5561 h 236512"/>
              <a:gd name="csX12" fmla="*/ 149045 w 151753"/>
              <a:gd name="csY12" fmla="*/ 78958 h 236512"/>
              <a:gd name="csX13" fmla="*/ 136837 w 151753"/>
              <a:gd name="csY13" fmla="*/ 118155 h 236512"/>
              <a:gd name="csX14" fmla="*/ 134328 w 151753"/>
              <a:gd name="csY14" fmla="*/ 121191 h 236512"/>
              <a:gd name="csX15" fmla="*/ 132304 w 151753"/>
              <a:gd name="csY15" fmla="*/ 125619 h 236512"/>
              <a:gd name="csX16" fmla="*/ 132325 w 151753"/>
              <a:gd name="csY16" fmla="*/ 125598 h 2365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51753" h="236512">
                <a:moveTo>
                  <a:pt x="132325" y="125598"/>
                </a:moveTo>
                <a:cubicBezTo>
                  <a:pt x="128255" y="135930"/>
                  <a:pt x="124063" y="134529"/>
                  <a:pt x="124903" y="152819"/>
                </a:cubicBezTo>
                <a:cubicBezTo>
                  <a:pt x="125743" y="171109"/>
                  <a:pt x="128744" y="206895"/>
                  <a:pt x="137368" y="235339"/>
                </a:cubicBezTo>
                <a:lnTo>
                  <a:pt x="63" y="236512"/>
                </a:lnTo>
                <a:cubicBezTo>
                  <a:pt x="-148" y="212939"/>
                  <a:pt x="-96" y="179309"/>
                  <a:pt x="4486" y="141812"/>
                </a:cubicBezTo>
                <a:cubicBezTo>
                  <a:pt x="9068" y="104315"/>
                  <a:pt x="27553" y="11528"/>
                  <a:pt x="27553" y="11528"/>
                </a:cubicBezTo>
                <a:lnTo>
                  <a:pt x="51759" y="4759"/>
                </a:lnTo>
                <a:lnTo>
                  <a:pt x="51759" y="4759"/>
                </a:lnTo>
                <a:cubicBezTo>
                  <a:pt x="68100" y="184"/>
                  <a:pt x="85305" y="-1102"/>
                  <a:pt x="102215" y="943"/>
                </a:cubicBezTo>
                <a:lnTo>
                  <a:pt x="117207" y="2756"/>
                </a:lnTo>
                <a:lnTo>
                  <a:pt x="125767" y="3789"/>
                </a:lnTo>
                <a:lnTo>
                  <a:pt x="140316" y="5561"/>
                </a:lnTo>
                <a:cubicBezTo>
                  <a:pt x="140316" y="5561"/>
                  <a:pt x="138924" y="44610"/>
                  <a:pt x="149045" y="78958"/>
                </a:cubicBezTo>
                <a:cubicBezTo>
                  <a:pt x="157606" y="107971"/>
                  <a:pt x="143753" y="111787"/>
                  <a:pt x="136837" y="118155"/>
                </a:cubicBezTo>
                <a:cubicBezTo>
                  <a:pt x="135825" y="119083"/>
                  <a:pt x="134960" y="120074"/>
                  <a:pt x="134328" y="121191"/>
                </a:cubicBezTo>
                <a:cubicBezTo>
                  <a:pt x="133632" y="122435"/>
                  <a:pt x="132957" y="123932"/>
                  <a:pt x="132304" y="125619"/>
                </a:cubicBezTo>
                <a:lnTo>
                  <a:pt x="132325" y="125598"/>
                </a:lnTo>
                <a:close/>
              </a:path>
            </a:pathLst>
          </a:custGeom>
          <a:solidFill>
            <a:srgbClr val="37A8E3"/>
          </a:solidFill>
          <a:ln w="2096" cap="flat">
            <a:noFill/>
            <a:prstDash val="solid"/>
            <a:miter/>
          </a:ln>
        </p:spPr>
        <p:txBody>
          <a:bodyPr/>
          <a:lstStyle/>
          <a:p>
            <a:endParaRPr lang="en-US"/>
          </a:p>
        </p:txBody>
      </p:sp>
      <p:sp>
        <p:nvSpPr>
          <p:cNvPr id="426" name="Freeform: Shape 425">
            <a:extLst>
              <a:ext uri="{FF2B5EF4-FFF2-40B4-BE49-F238E27FC236}">
                <a16:creationId xmlns:a16="http://schemas.microsoft.com/office/drawing/2014/main" id="{31DCAAD8-0068-8523-61C6-4E1921A0BD8A}"/>
              </a:ext>
            </a:extLst>
          </p:cNvPr>
          <p:cNvSpPr/>
          <p:nvPr/>
        </p:nvSpPr>
        <p:spPr>
          <a:xfrm>
            <a:off x="6927610" y="4857849"/>
            <a:ext cx="136258" cy="21202"/>
          </a:xfrm>
          <a:custGeom>
            <a:avLst/>
            <a:gdLst>
              <a:gd name="csX0" fmla="*/ 75717 w 75716"/>
              <a:gd name="csY0" fmla="*/ 0 h 11782"/>
              <a:gd name="csX1" fmla="*/ 73207 w 75716"/>
              <a:gd name="csY1" fmla="*/ 3036 h 11782"/>
              <a:gd name="csX2" fmla="*/ 71183 w 75716"/>
              <a:gd name="csY2" fmla="*/ 7464 h 11782"/>
              <a:gd name="csX3" fmla="*/ 45544 w 75716"/>
              <a:gd name="csY3" fmla="*/ 11660 h 11782"/>
              <a:gd name="csX4" fmla="*/ 0 w 75716"/>
              <a:gd name="csY4" fmla="*/ 4618 h 11782"/>
              <a:gd name="csX5" fmla="*/ 75695 w 75716"/>
              <a:gd name="csY5" fmla="*/ 21 h 11782"/>
            </a:gdLst>
            <a:ahLst/>
            <a:cxnLst>
              <a:cxn ang="0">
                <a:pos x="csX0" y="csY0"/>
              </a:cxn>
              <a:cxn ang="0">
                <a:pos x="csX1" y="csY1"/>
              </a:cxn>
              <a:cxn ang="0">
                <a:pos x="csX2" y="csY2"/>
              </a:cxn>
              <a:cxn ang="0">
                <a:pos x="csX3" y="csY3"/>
              </a:cxn>
              <a:cxn ang="0">
                <a:pos x="csX4" y="csY4"/>
              </a:cxn>
              <a:cxn ang="0">
                <a:pos x="csX5" y="csY5"/>
              </a:cxn>
            </a:cxnLst>
            <a:rect l="l" t="t" r="r" b="b"/>
            <a:pathLst>
              <a:path w="75716" h="11782">
                <a:moveTo>
                  <a:pt x="75717" y="0"/>
                </a:moveTo>
                <a:cubicBezTo>
                  <a:pt x="74704" y="928"/>
                  <a:pt x="73840" y="1919"/>
                  <a:pt x="73207" y="3036"/>
                </a:cubicBezTo>
                <a:cubicBezTo>
                  <a:pt x="72512" y="4280"/>
                  <a:pt x="71837" y="5777"/>
                  <a:pt x="71183" y="7464"/>
                </a:cubicBezTo>
                <a:cubicBezTo>
                  <a:pt x="64373" y="9277"/>
                  <a:pt x="55433" y="11091"/>
                  <a:pt x="45544" y="11660"/>
                </a:cubicBezTo>
                <a:cubicBezTo>
                  <a:pt x="24332" y="12862"/>
                  <a:pt x="696" y="4850"/>
                  <a:pt x="0" y="4618"/>
                </a:cubicBezTo>
                <a:cubicBezTo>
                  <a:pt x="33652" y="11154"/>
                  <a:pt x="62117" y="4428"/>
                  <a:pt x="75695" y="21"/>
                </a:cubicBezTo>
                <a:close/>
              </a:path>
            </a:pathLst>
          </a:custGeom>
          <a:solidFill>
            <a:srgbClr val="37A8E3"/>
          </a:solidFill>
          <a:ln w="2096" cap="flat">
            <a:noFill/>
            <a:prstDash val="solid"/>
            <a:miter/>
          </a:ln>
        </p:spPr>
        <p:txBody>
          <a:bodyPr/>
          <a:lstStyle/>
          <a:p>
            <a:endParaRPr lang="en-US"/>
          </a:p>
        </p:txBody>
      </p:sp>
      <p:sp>
        <p:nvSpPr>
          <p:cNvPr id="427" name="Freeform: Shape 426">
            <a:extLst>
              <a:ext uri="{FF2B5EF4-FFF2-40B4-BE49-F238E27FC236}">
                <a16:creationId xmlns:a16="http://schemas.microsoft.com/office/drawing/2014/main" id="{68481E3D-58A4-C544-088F-88F21F0B43D6}"/>
              </a:ext>
            </a:extLst>
          </p:cNvPr>
          <p:cNvSpPr/>
          <p:nvPr/>
        </p:nvSpPr>
        <p:spPr>
          <a:xfrm>
            <a:off x="6910725" y="4645257"/>
            <a:ext cx="117817" cy="72398"/>
          </a:xfrm>
          <a:custGeom>
            <a:avLst/>
            <a:gdLst>
              <a:gd name="csX0" fmla="*/ 65469 w 65469"/>
              <a:gd name="csY0" fmla="*/ 2756 h 40230"/>
              <a:gd name="csX1" fmla="*/ 41453 w 65469"/>
              <a:gd name="csY1" fmla="*/ 40203 h 40230"/>
              <a:gd name="csX2" fmla="*/ 0 w 65469"/>
              <a:gd name="csY2" fmla="*/ 4759 h 40230"/>
              <a:gd name="csX3" fmla="*/ 0 w 65469"/>
              <a:gd name="csY3" fmla="*/ 4759 h 40230"/>
              <a:gd name="csX4" fmla="*/ 50457 w 65469"/>
              <a:gd name="csY4" fmla="*/ 943 h 40230"/>
              <a:gd name="csX5" fmla="*/ 65448 w 65469"/>
              <a:gd name="csY5" fmla="*/ 2756 h 40230"/>
            </a:gdLst>
            <a:ahLst/>
            <a:cxnLst>
              <a:cxn ang="0">
                <a:pos x="csX0" y="csY0"/>
              </a:cxn>
              <a:cxn ang="0">
                <a:pos x="csX1" y="csY1"/>
              </a:cxn>
              <a:cxn ang="0">
                <a:pos x="csX2" y="csY2"/>
              </a:cxn>
              <a:cxn ang="0">
                <a:pos x="csX3" y="csY3"/>
              </a:cxn>
              <a:cxn ang="0">
                <a:pos x="csX4" y="csY4"/>
              </a:cxn>
              <a:cxn ang="0">
                <a:pos x="csX5" y="csY5"/>
              </a:cxn>
            </a:cxnLst>
            <a:rect l="l" t="t" r="r" b="b"/>
            <a:pathLst>
              <a:path w="65469" h="40230">
                <a:moveTo>
                  <a:pt x="65469" y="2756"/>
                </a:moveTo>
                <a:cubicBezTo>
                  <a:pt x="62686" y="17031"/>
                  <a:pt x="60915" y="41152"/>
                  <a:pt x="41453" y="40203"/>
                </a:cubicBezTo>
                <a:cubicBezTo>
                  <a:pt x="18091" y="39065"/>
                  <a:pt x="4428" y="14353"/>
                  <a:pt x="0" y="4759"/>
                </a:cubicBezTo>
                <a:lnTo>
                  <a:pt x="0" y="4759"/>
                </a:lnTo>
                <a:cubicBezTo>
                  <a:pt x="16341" y="184"/>
                  <a:pt x="33546" y="-1102"/>
                  <a:pt x="50457" y="943"/>
                </a:cubicBezTo>
                <a:lnTo>
                  <a:pt x="65448" y="2756"/>
                </a:lnTo>
                <a:close/>
              </a:path>
            </a:pathLst>
          </a:custGeom>
          <a:solidFill>
            <a:srgbClr val="FDCDB3"/>
          </a:solidFill>
          <a:ln w="2096" cap="flat">
            <a:noFill/>
            <a:prstDash val="solid"/>
            <a:miter/>
          </a:ln>
        </p:spPr>
        <p:txBody>
          <a:bodyPr/>
          <a:lstStyle/>
          <a:p>
            <a:endParaRPr lang="en-US"/>
          </a:p>
        </p:txBody>
      </p:sp>
      <p:sp>
        <p:nvSpPr>
          <p:cNvPr id="428" name="Freeform: Shape 427">
            <a:extLst>
              <a:ext uri="{FF2B5EF4-FFF2-40B4-BE49-F238E27FC236}">
                <a16:creationId xmlns:a16="http://schemas.microsoft.com/office/drawing/2014/main" id="{811F8BCB-FB87-2A01-B383-411F278BBB12}"/>
              </a:ext>
            </a:extLst>
          </p:cNvPr>
          <p:cNvSpPr/>
          <p:nvPr/>
        </p:nvSpPr>
        <p:spPr>
          <a:xfrm>
            <a:off x="6821709" y="4865210"/>
            <a:ext cx="122750" cy="140090"/>
          </a:xfrm>
          <a:custGeom>
            <a:avLst/>
            <a:gdLst>
              <a:gd name="csX0" fmla="*/ 68210 w 68210"/>
              <a:gd name="csY0" fmla="*/ 56339 h 77846"/>
              <a:gd name="csX1" fmla="*/ 28781 w 68210"/>
              <a:gd name="csY1" fmla="*/ 36119 h 77846"/>
              <a:gd name="csX2" fmla="*/ 4618 w 68210"/>
              <a:gd name="csY2" fmla="*/ 0 h 77846"/>
              <a:gd name="csX3" fmla="*/ 2214 w 68210"/>
              <a:gd name="csY3" fmla="*/ 19588 h 77846"/>
              <a:gd name="csX4" fmla="*/ 0 w 68210"/>
              <a:gd name="csY4" fmla="*/ 54273 h 77846"/>
              <a:gd name="csX5" fmla="*/ 62581 w 68210"/>
              <a:gd name="csY5" fmla="*/ 77846 h 77846"/>
              <a:gd name="csX6" fmla="*/ 68210 w 68210"/>
              <a:gd name="csY6" fmla="*/ 56339 h 7784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8210" h="77846">
                <a:moveTo>
                  <a:pt x="68210" y="56339"/>
                </a:moveTo>
                <a:cubicBezTo>
                  <a:pt x="68210" y="56339"/>
                  <a:pt x="47020" y="47990"/>
                  <a:pt x="28781" y="36119"/>
                </a:cubicBezTo>
                <a:cubicBezTo>
                  <a:pt x="18576" y="29477"/>
                  <a:pt x="10100" y="13115"/>
                  <a:pt x="4618" y="0"/>
                </a:cubicBezTo>
                <a:cubicBezTo>
                  <a:pt x="3795" y="6326"/>
                  <a:pt x="2994" y="12841"/>
                  <a:pt x="2214" y="19588"/>
                </a:cubicBezTo>
                <a:cubicBezTo>
                  <a:pt x="1181" y="28760"/>
                  <a:pt x="464" y="40842"/>
                  <a:pt x="0" y="54273"/>
                </a:cubicBezTo>
                <a:cubicBezTo>
                  <a:pt x="14781" y="63171"/>
                  <a:pt x="34833" y="71394"/>
                  <a:pt x="62581" y="77846"/>
                </a:cubicBezTo>
                <a:lnTo>
                  <a:pt x="68210" y="56339"/>
                </a:lnTo>
                <a:close/>
              </a:path>
            </a:pathLst>
          </a:custGeom>
          <a:solidFill>
            <a:srgbClr val="37A8E3"/>
          </a:solidFill>
          <a:ln w="2096" cap="flat">
            <a:noFill/>
            <a:prstDash val="solid"/>
            <a:miter/>
          </a:ln>
        </p:spPr>
        <p:txBody>
          <a:bodyPr/>
          <a:lstStyle/>
          <a:p>
            <a:endParaRPr lang="en-US"/>
          </a:p>
        </p:txBody>
      </p:sp>
      <p:sp>
        <p:nvSpPr>
          <p:cNvPr id="429" name="Freeform: Shape 428">
            <a:extLst>
              <a:ext uri="{FF2B5EF4-FFF2-40B4-BE49-F238E27FC236}">
                <a16:creationId xmlns:a16="http://schemas.microsoft.com/office/drawing/2014/main" id="{C9188DDD-0333-8BD2-75E8-0724340F7854}"/>
              </a:ext>
            </a:extLst>
          </p:cNvPr>
          <p:cNvSpPr/>
          <p:nvPr/>
        </p:nvSpPr>
        <p:spPr>
          <a:xfrm>
            <a:off x="6821709" y="4897728"/>
            <a:ext cx="122750" cy="118197"/>
          </a:xfrm>
          <a:custGeom>
            <a:avLst/>
            <a:gdLst>
              <a:gd name="csX0" fmla="*/ 68210 w 68210"/>
              <a:gd name="csY0" fmla="*/ 56339 h 65680"/>
              <a:gd name="csX1" fmla="*/ 28781 w 68210"/>
              <a:gd name="csY1" fmla="*/ 36119 h 65680"/>
              <a:gd name="csX2" fmla="*/ 4618 w 68210"/>
              <a:gd name="csY2" fmla="*/ 0 h 65680"/>
              <a:gd name="csX3" fmla="*/ 2214 w 68210"/>
              <a:gd name="csY3" fmla="*/ 19588 h 65680"/>
              <a:gd name="csX4" fmla="*/ 0 w 68210"/>
              <a:gd name="csY4" fmla="*/ 54273 h 65680"/>
              <a:gd name="csX5" fmla="*/ 56677 w 68210"/>
              <a:gd name="csY5" fmla="*/ 65680 h 65680"/>
              <a:gd name="csX6" fmla="*/ 68210 w 68210"/>
              <a:gd name="csY6" fmla="*/ 56339 h 6568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8210" h="65680">
                <a:moveTo>
                  <a:pt x="68210" y="56339"/>
                </a:moveTo>
                <a:cubicBezTo>
                  <a:pt x="68210" y="56339"/>
                  <a:pt x="47020" y="47990"/>
                  <a:pt x="28781" y="36119"/>
                </a:cubicBezTo>
                <a:cubicBezTo>
                  <a:pt x="18576" y="29477"/>
                  <a:pt x="10100" y="13115"/>
                  <a:pt x="4618" y="0"/>
                </a:cubicBezTo>
                <a:cubicBezTo>
                  <a:pt x="3795" y="6326"/>
                  <a:pt x="2994" y="12841"/>
                  <a:pt x="2214" y="19588"/>
                </a:cubicBezTo>
                <a:cubicBezTo>
                  <a:pt x="1181" y="28760"/>
                  <a:pt x="464" y="40842"/>
                  <a:pt x="0" y="54273"/>
                </a:cubicBezTo>
                <a:cubicBezTo>
                  <a:pt x="14781" y="63171"/>
                  <a:pt x="28929" y="59228"/>
                  <a:pt x="56677" y="65680"/>
                </a:cubicBezTo>
                <a:lnTo>
                  <a:pt x="68210" y="56339"/>
                </a:lnTo>
                <a:close/>
              </a:path>
            </a:pathLst>
          </a:custGeom>
          <a:solidFill>
            <a:srgbClr val="37A8E3"/>
          </a:solidFill>
          <a:ln w="2096" cap="flat">
            <a:noFill/>
            <a:prstDash val="solid"/>
            <a:miter/>
          </a:ln>
        </p:spPr>
        <p:txBody>
          <a:bodyPr/>
          <a:lstStyle/>
          <a:p>
            <a:endParaRPr lang="en-US"/>
          </a:p>
        </p:txBody>
      </p:sp>
      <p:sp>
        <p:nvSpPr>
          <p:cNvPr id="430" name="Freeform: Shape 429">
            <a:extLst>
              <a:ext uri="{FF2B5EF4-FFF2-40B4-BE49-F238E27FC236}">
                <a16:creationId xmlns:a16="http://schemas.microsoft.com/office/drawing/2014/main" id="{FC7BDEC9-E3C9-E6BF-15E1-03B7879D7BEF}"/>
              </a:ext>
            </a:extLst>
          </p:cNvPr>
          <p:cNvSpPr/>
          <p:nvPr/>
        </p:nvSpPr>
        <p:spPr>
          <a:xfrm>
            <a:off x="6928294" y="4578426"/>
            <a:ext cx="88524" cy="106296"/>
          </a:xfrm>
          <a:custGeom>
            <a:avLst/>
            <a:gdLst>
              <a:gd name="csX0" fmla="*/ 8160 w 49191"/>
              <a:gd name="csY0" fmla="*/ 0 h 59067"/>
              <a:gd name="csX1" fmla="*/ 0 w 49191"/>
              <a:gd name="csY1" fmla="*/ 43477 h 59067"/>
              <a:gd name="csX2" fmla="*/ 25471 w 49191"/>
              <a:gd name="csY2" fmla="*/ 58806 h 59067"/>
              <a:gd name="csX3" fmla="*/ 39745 w 49191"/>
              <a:gd name="csY3" fmla="*/ 48685 h 59067"/>
              <a:gd name="csX4" fmla="*/ 49191 w 49191"/>
              <a:gd name="csY4" fmla="*/ 15645 h 59067"/>
              <a:gd name="csX5" fmla="*/ 8160 w 49191"/>
              <a:gd name="csY5" fmla="*/ 0 h 59067"/>
            </a:gdLst>
            <a:ahLst/>
            <a:cxnLst>
              <a:cxn ang="0">
                <a:pos x="csX0" y="csY0"/>
              </a:cxn>
              <a:cxn ang="0">
                <a:pos x="csX1" y="csY1"/>
              </a:cxn>
              <a:cxn ang="0">
                <a:pos x="csX2" y="csY2"/>
              </a:cxn>
              <a:cxn ang="0">
                <a:pos x="csX3" y="csY3"/>
              </a:cxn>
              <a:cxn ang="0">
                <a:pos x="csX4" y="csY4"/>
              </a:cxn>
              <a:cxn ang="0">
                <a:pos x="csX5" y="csY5"/>
              </a:cxn>
            </a:cxnLst>
            <a:rect l="l" t="t" r="r" b="b"/>
            <a:pathLst>
              <a:path w="49191" h="59067">
                <a:moveTo>
                  <a:pt x="8160" y="0"/>
                </a:moveTo>
                <a:cubicBezTo>
                  <a:pt x="9383" y="12778"/>
                  <a:pt x="9594" y="35971"/>
                  <a:pt x="0" y="43477"/>
                </a:cubicBezTo>
                <a:cubicBezTo>
                  <a:pt x="0" y="43477"/>
                  <a:pt x="2172" y="56529"/>
                  <a:pt x="25471" y="58806"/>
                </a:cubicBezTo>
                <a:cubicBezTo>
                  <a:pt x="47863" y="60999"/>
                  <a:pt x="39745" y="48685"/>
                  <a:pt x="39745" y="48685"/>
                </a:cubicBezTo>
                <a:cubicBezTo>
                  <a:pt x="35887" y="39260"/>
                  <a:pt x="47800" y="28191"/>
                  <a:pt x="49191" y="15645"/>
                </a:cubicBezTo>
                <a:lnTo>
                  <a:pt x="8160" y="0"/>
                </a:lnTo>
                <a:close/>
              </a:path>
            </a:pathLst>
          </a:custGeom>
          <a:solidFill>
            <a:srgbClr val="FDCDB3"/>
          </a:solidFill>
          <a:ln w="2096" cap="flat">
            <a:noFill/>
            <a:prstDash val="solid"/>
            <a:miter/>
          </a:ln>
        </p:spPr>
        <p:txBody>
          <a:bodyPr/>
          <a:lstStyle/>
          <a:p>
            <a:endParaRPr lang="en-US"/>
          </a:p>
        </p:txBody>
      </p:sp>
      <p:sp>
        <p:nvSpPr>
          <p:cNvPr id="431" name="Freeform: Shape 430">
            <a:extLst>
              <a:ext uri="{FF2B5EF4-FFF2-40B4-BE49-F238E27FC236}">
                <a16:creationId xmlns:a16="http://schemas.microsoft.com/office/drawing/2014/main" id="{2CD79E38-BCF7-251A-5A46-564E675BB467}"/>
              </a:ext>
            </a:extLst>
          </p:cNvPr>
          <p:cNvSpPr/>
          <p:nvPr/>
        </p:nvSpPr>
        <p:spPr>
          <a:xfrm>
            <a:off x="6957322" y="4595085"/>
            <a:ext cx="25044" cy="36463"/>
          </a:xfrm>
          <a:custGeom>
            <a:avLst/>
            <a:gdLst>
              <a:gd name="csX0" fmla="*/ 949 w 13916"/>
              <a:gd name="csY0" fmla="*/ 21 h 20262"/>
              <a:gd name="csX1" fmla="*/ 13916 w 13916"/>
              <a:gd name="csY1" fmla="*/ 13473 h 20262"/>
              <a:gd name="csX2" fmla="*/ 12040 w 13916"/>
              <a:gd name="csY2" fmla="*/ 20263 h 20262"/>
              <a:gd name="csX3" fmla="*/ 0 w 13916"/>
              <a:gd name="csY3" fmla="*/ 6747 h 20262"/>
              <a:gd name="csX4" fmla="*/ 949 w 13916"/>
              <a:gd name="csY4" fmla="*/ 0 h 20262"/>
            </a:gdLst>
            <a:ahLst/>
            <a:cxnLst>
              <a:cxn ang="0">
                <a:pos x="csX0" y="csY0"/>
              </a:cxn>
              <a:cxn ang="0">
                <a:pos x="csX1" y="csY1"/>
              </a:cxn>
              <a:cxn ang="0">
                <a:pos x="csX2" y="csY2"/>
              </a:cxn>
              <a:cxn ang="0">
                <a:pos x="csX3" y="csY3"/>
              </a:cxn>
              <a:cxn ang="0">
                <a:pos x="csX4" y="csY4"/>
              </a:cxn>
            </a:cxnLst>
            <a:rect l="l" t="t" r="r" b="b"/>
            <a:pathLst>
              <a:path w="13916" h="20262">
                <a:moveTo>
                  <a:pt x="949" y="21"/>
                </a:moveTo>
                <a:lnTo>
                  <a:pt x="13916" y="13473"/>
                </a:lnTo>
                <a:cubicBezTo>
                  <a:pt x="13115" y="15730"/>
                  <a:pt x="12419" y="18007"/>
                  <a:pt x="12040" y="20263"/>
                </a:cubicBezTo>
                <a:cubicBezTo>
                  <a:pt x="6768" y="18977"/>
                  <a:pt x="21" y="12398"/>
                  <a:pt x="0" y="6747"/>
                </a:cubicBezTo>
                <a:cubicBezTo>
                  <a:pt x="0" y="3922"/>
                  <a:pt x="380" y="1265"/>
                  <a:pt x="949" y="0"/>
                </a:cubicBezTo>
                <a:close/>
              </a:path>
            </a:pathLst>
          </a:custGeom>
          <a:solidFill>
            <a:srgbClr val="FDCDB3"/>
          </a:solidFill>
          <a:ln w="2096" cap="flat">
            <a:noFill/>
            <a:prstDash val="solid"/>
            <a:miter/>
          </a:ln>
        </p:spPr>
        <p:txBody>
          <a:bodyPr/>
          <a:lstStyle/>
          <a:p>
            <a:endParaRPr lang="en-US"/>
          </a:p>
        </p:txBody>
      </p:sp>
      <p:sp>
        <p:nvSpPr>
          <p:cNvPr id="432" name="Freeform: Shape 431">
            <a:extLst>
              <a:ext uri="{FF2B5EF4-FFF2-40B4-BE49-F238E27FC236}">
                <a16:creationId xmlns:a16="http://schemas.microsoft.com/office/drawing/2014/main" id="{FEC1DE1F-AC17-469C-8DC1-292269A2021C}"/>
              </a:ext>
            </a:extLst>
          </p:cNvPr>
          <p:cNvSpPr/>
          <p:nvPr/>
        </p:nvSpPr>
        <p:spPr>
          <a:xfrm>
            <a:off x="6942977" y="4578388"/>
            <a:ext cx="73839" cy="66856"/>
          </a:xfrm>
          <a:custGeom>
            <a:avLst/>
            <a:gdLst>
              <a:gd name="csX0" fmla="*/ 485 w 41031"/>
              <a:gd name="csY0" fmla="*/ 7359 h 37151"/>
              <a:gd name="csX1" fmla="*/ 3521 w 41031"/>
              <a:gd name="csY1" fmla="*/ 16995 h 37151"/>
              <a:gd name="csX2" fmla="*/ 32598 w 41031"/>
              <a:gd name="csY2" fmla="*/ 37152 h 37151"/>
              <a:gd name="csX3" fmla="*/ 41032 w 41031"/>
              <a:gd name="csY3" fmla="*/ 15645 h 37151"/>
              <a:gd name="csX4" fmla="*/ 0 w 41031"/>
              <a:gd name="csY4" fmla="*/ 0 h 37151"/>
              <a:gd name="csX5" fmla="*/ 485 w 41031"/>
              <a:gd name="csY5" fmla="*/ 7359 h 37151"/>
            </a:gdLst>
            <a:ahLst/>
            <a:cxnLst>
              <a:cxn ang="0">
                <a:pos x="csX0" y="csY0"/>
              </a:cxn>
              <a:cxn ang="0">
                <a:pos x="csX1" y="csY1"/>
              </a:cxn>
              <a:cxn ang="0">
                <a:pos x="csX2" y="csY2"/>
              </a:cxn>
              <a:cxn ang="0">
                <a:pos x="csX3" y="csY3"/>
              </a:cxn>
              <a:cxn ang="0">
                <a:pos x="csX4" y="csY4"/>
              </a:cxn>
              <a:cxn ang="0">
                <a:pos x="csX5" y="csY5"/>
              </a:cxn>
            </a:cxnLst>
            <a:rect l="l" t="t" r="r" b="b"/>
            <a:pathLst>
              <a:path w="41031" h="37151">
                <a:moveTo>
                  <a:pt x="485" y="7359"/>
                </a:moveTo>
                <a:cubicBezTo>
                  <a:pt x="1033" y="10416"/>
                  <a:pt x="2024" y="13558"/>
                  <a:pt x="3521" y="16995"/>
                </a:cubicBezTo>
                <a:cubicBezTo>
                  <a:pt x="9214" y="30173"/>
                  <a:pt x="20980" y="37152"/>
                  <a:pt x="32598" y="37152"/>
                </a:cubicBezTo>
                <a:cubicBezTo>
                  <a:pt x="35296" y="30573"/>
                  <a:pt x="40146" y="23383"/>
                  <a:pt x="41032" y="15645"/>
                </a:cubicBezTo>
                <a:lnTo>
                  <a:pt x="0" y="0"/>
                </a:lnTo>
                <a:cubicBezTo>
                  <a:pt x="211" y="2193"/>
                  <a:pt x="380" y="4681"/>
                  <a:pt x="485" y="7359"/>
                </a:cubicBezTo>
                <a:close/>
              </a:path>
            </a:pathLst>
          </a:custGeom>
          <a:solidFill>
            <a:srgbClr val="DDB39D"/>
          </a:solidFill>
          <a:ln w="2096" cap="flat">
            <a:noFill/>
            <a:prstDash val="solid"/>
            <a:miter/>
          </a:ln>
        </p:spPr>
        <p:txBody>
          <a:bodyPr/>
          <a:lstStyle/>
          <a:p>
            <a:endParaRPr lang="en-US"/>
          </a:p>
        </p:txBody>
      </p:sp>
      <p:sp>
        <p:nvSpPr>
          <p:cNvPr id="433" name="Freeform: Shape 432">
            <a:extLst>
              <a:ext uri="{FF2B5EF4-FFF2-40B4-BE49-F238E27FC236}">
                <a16:creationId xmlns:a16="http://schemas.microsoft.com/office/drawing/2014/main" id="{CF0E3126-4C15-A2D2-1EF0-E13BF2ACEDD2}"/>
              </a:ext>
            </a:extLst>
          </p:cNvPr>
          <p:cNvSpPr/>
          <p:nvPr/>
        </p:nvSpPr>
        <p:spPr>
          <a:xfrm>
            <a:off x="6940473" y="4474013"/>
            <a:ext cx="126583" cy="162365"/>
          </a:xfrm>
          <a:custGeom>
            <a:avLst/>
            <a:gdLst>
              <a:gd name="csX0" fmla="*/ 7507 w 70340"/>
              <a:gd name="csY0" fmla="*/ 22767 h 90224"/>
              <a:gd name="csX1" fmla="*/ 3585 w 70340"/>
              <a:gd name="csY1" fmla="*/ 70061 h 90224"/>
              <a:gd name="csX2" fmla="*/ 56487 w 70340"/>
              <a:gd name="csY2" fmla="*/ 77440 h 90224"/>
              <a:gd name="csX3" fmla="*/ 60346 w 70340"/>
              <a:gd name="csY3" fmla="*/ 8893 h 90224"/>
              <a:gd name="csX4" fmla="*/ 7528 w 70340"/>
              <a:gd name="csY4" fmla="*/ 22788 h 90224"/>
            </a:gdLst>
            <a:ahLst/>
            <a:cxnLst>
              <a:cxn ang="0">
                <a:pos x="csX0" y="csY0"/>
              </a:cxn>
              <a:cxn ang="0">
                <a:pos x="csX1" y="csY1"/>
              </a:cxn>
              <a:cxn ang="0">
                <a:pos x="csX2" y="csY2"/>
              </a:cxn>
              <a:cxn ang="0">
                <a:pos x="csX3" y="csY3"/>
              </a:cxn>
              <a:cxn ang="0">
                <a:pos x="csX4" y="csY4"/>
              </a:cxn>
            </a:cxnLst>
            <a:rect l="l" t="t" r="r" b="b"/>
            <a:pathLst>
              <a:path w="70340" h="90224">
                <a:moveTo>
                  <a:pt x="7507" y="22767"/>
                </a:moveTo>
                <a:cubicBezTo>
                  <a:pt x="380" y="45201"/>
                  <a:pt x="-3120" y="54542"/>
                  <a:pt x="3585" y="70061"/>
                </a:cubicBezTo>
                <a:cubicBezTo>
                  <a:pt x="13685" y="93423"/>
                  <a:pt x="42782" y="97282"/>
                  <a:pt x="56487" y="77440"/>
                </a:cubicBezTo>
                <a:cubicBezTo>
                  <a:pt x="68801" y="59581"/>
                  <a:pt x="78416" y="25909"/>
                  <a:pt x="60346" y="8893"/>
                </a:cubicBezTo>
                <a:cubicBezTo>
                  <a:pt x="42550" y="-7870"/>
                  <a:pt x="14655" y="353"/>
                  <a:pt x="7528" y="22788"/>
                </a:cubicBezTo>
                <a:close/>
              </a:path>
            </a:pathLst>
          </a:custGeom>
          <a:solidFill>
            <a:srgbClr val="FDCDB3"/>
          </a:solidFill>
          <a:ln w="2096" cap="flat">
            <a:noFill/>
            <a:prstDash val="solid"/>
            <a:miter/>
          </a:ln>
        </p:spPr>
        <p:txBody>
          <a:bodyPr/>
          <a:lstStyle/>
          <a:p>
            <a:endParaRPr lang="en-US"/>
          </a:p>
        </p:txBody>
      </p:sp>
      <p:sp>
        <p:nvSpPr>
          <p:cNvPr id="434" name="Freeform: Shape 433">
            <a:extLst>
              <a:ext uri="{FF2B5EF4-FFF2-40B4-BE49-F238E27FC236}">
                <a16:creationId xmlns:a16="http://schemas.microsoft.com/office/drawing/2014/main" id="{8B687846-D907-99C7-6726-B60773C05D16}"/>
              </a:ext>
            </a:extLst>
          </p:cNvPr>
          <p:cNvSpPr/>
          <p:nvPr/>
        </p:nvSpPr>
        <p:spPr>
          <a:xfrm>
            <a:off x="6960129" y="4430513"/>
            <a:ext cx="143466" cy="116153"/>
          </a:xfrm>
          <a:custGeom>
            <a:avLst/>
            <a:gdLst>
              <a:gd name="csX0" fmla="*/ 22350 w 79722"/>
              <a:gd name="csY0" fmla="*/ 31547 h 64545"/>
              <a:gd name="csX1" fmla="*/ 79723 w 79722"/>
              <a:gd name="csY1" fmla="*/ 64545 h 64545"/>
              <a:gd name="csX2" fmla="*/ 73608 w 79722"/>
              <a:gd name="csY2" fmla="*/ 57988 h 64545"/>
              <a:gd name="csX3" fmla="*/ 68632 w 79722"/>
              <a:gd name="csY3" fmla="*/ 20983 h 64545"/>
              <a:gd name="csX4" fmla="*/ 19651 w 79722"/>
              <a:gd name="csY4" fmla="*/ 215 h 64545"/>
              <a:gd name="csX5" fmla="*/ 2066 w 79722"/>
              <a:gd name="csY5" fmla="*/ 11748 h 64545"/>
              <a:gd name="csX6" fmla="*/ 0 w 79722"/>
              <a:gd name="csY6" fmla="*/ 15459 h 64545"/>
              <a:gd name="csX7" fmla="*/ 22350 w 79722"/>
              <a:gd name="csY7" fmla="*/ 31547 h 645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9722" h="64545">
                <a:moveTo>
                  <a:pt x="22350" y="31547"/>
                </a:moveTo>
                <a:cubicBezTo>
                  <a:pt x="25639" y="42617"/>
                  <a:pt x="61336" y="62120"/>
                  <a:pt x="79723" y="64545"/>
                </a:cubicBezTo>
                <a:cubicBezTo>
                  <a:pt x="79723" y="64545"/>
                  <a:pt x="74957" y="60729"/>
                  <a:pt x="73608" y="57988"/>
                </a:cubicBezTo>
                <a:cubicBezTo>
                  <a:pt x="75168" y="50144"/>
                  <a:pt x="78521" y="33044"/>
                  <a:pt x="68632" y="20983"/>
                </a:cubicBezTo>
                <a:cubicBezTo>
                  <a:pt x="52523" y="1374"/>
                  <a:pt x="32408" y="-840"/>
                  <a:pt x="19651" y="215"/>
                </a:cubicBezTo>
                <a:cubicBezTo>
                  <a:pt x="12229" y="826"/>
                  <a:pt x="5672" y="5233"/>
                  <a:pt x="2066" y="11748"/>
                </a:cubicBezTo>
                <a:lnTo>
                  <a:pt x="0" y="15459"/>
                </a:lnTo>
                <a:lnTo>
                  <a:pt x="22350" y="31547"/>
                </a:lnTo>
                <a:close/>
              </a:path>
            </a:pathLst>
          </a:custGeom>
          <a:solidFill>
            <a:srgbClr val="2B2419"/>
          </a:solidFill>
          <a:ln w="2096" cap="flat">
            <a:noFill/>
            <a:prstDash val="solid"/>
            <a:miter/>
          </a:ln>
        </p:spPr>
        <p:txBody>
          <a:bodyPr/>
          <a:lstStyle/>
          <a:p>
            <a:endParaRPr lang="en-US"/>
          </a:p>
        </p:txBody>
      </p:sp>
      <p:sp>
        <p:nvSpPr>
          <p:cNvPr id="435" name="Freeform: Shape 434">
            <a:extLst>
              <a:ext uri="{FF2B5EF4-FFF2-40B4-BE49-F238E27FC236}">
                <a16:creationId xmlns:a16="http://schemas.microsoft.com/office/drawing/2014/main" id="{C104B7C9-D1A3-E2DC-8629-D2C4C782C791}"/>
              </a:ext>
            </a:extLst>
          </p:cNvPr>
          <p:cNvSpPr/>
          <p:nvPr/>
        </p:nvSpPr>
        <p:spPr>
          <a:xfrm>
            <a:off x="6946129" y="4470552"/>
            <a:ext cx="58661" cy="68555"/>
          </a:xfrm>
          <a:custGeom>
            <a:avLst/>
            <a:gdLst>
              <a:gd name="csX0" fmla="*/ 23531 w 32597"/>
              <a:gd name="csY0" fmla="*/ 0 h 38095"/>
              <a:gd name="csX1" fmla="*/ 32598 w 32597"/>
              <a:gd name="csY1" fmla="*/ 7654 h 38095"/>
              <a:gd name="csX2" fmla="*/ 0 w 32597"/>
              <a:gd name="csY2" fmla="*/ 37152 h 38095"/>
              <a:gd name="csX3" fmla="*/ 23531 w 32597"/>
              <a:gd name="csY3" fmla="*/ 0 h 38095"/>
            </a:gdLst>
            <a:ahLst/>
            <a:cxnLst>
              <a:cxn ang="0">
                <a:pos x="csX0" y="csY0"/>
              </a:cxn>
              <a:cxn ang="0">
                <a:pos x="csX1" y="csY1"/>
              </a:cxn>
              <a:cxn ang="0">
                <a:pos x="csX2" y="csY2"/>
              </a:cxn>
              <a:cxn ang="0">
                <a:pos x="csX3" y="csY3"/>
              </a:cxn>
            </a:cxnLst>
            <a:rect l="l" t="t" r="r" b="b"/>
            <a:pathLst>
              <a:path w="32597" h="38095">
                <a:moveTo>
                  <a:pt x="23531" y="0"/>
                </a:moveTo>
                <a:lnTo>
                  <a:pt x="32598" y="7654"/>
                </a:lnTo>
                <a:cubicBezTo>
                  <a:pt x="32598" y="7654"/>
                  <a:pt x="32323" y="44384"/>
                  <a:pt x="0" y="37152"/>
                </a:cubicBezTo>
                <a:cubicBezTo>
                  <a:pt x="0" y="37152"/>
                  <a:pt x="7127" y="2151"/>
                  <a:pt x="23531" y="0"/>
                </a:cubicBezTo>
                <a:close/>
              </a:path>
            </a:pathLst>
          </a:custGeom>
          <a:solidFill>
            <a:srgbClr val="2B2419"/>
          </a:solidFill>
          <a:ln w="2096" cap="flat">
            <a:noFill/>
            <a:prstDash val="solid"/>
            <a:miter/>
          </a:ln>
        </p:spPr>
        <p:txBody>
          <a:bodyPr/>
          <a:lstStyle/>
          <a:p>
            <a:endParaRPr lang="en-US"/>
          </a:p>
        </p:txBody>
      </p:sp>
      <p:sp>
        <p:nvSpPr>
          <p:cNvPr id="436" name="Freeform: Shape 435">
            <a:extLst>
              <a:ext uri="{FF2B5EF4-FFF2-40B4-BE49-F238E27FC236}">
                <a16:creationId xmlns:a16="http://schemas.microsoft.com/office/drawing/2014/main" id="{8BB34B02-3959-33E3-470A-2098816D81DF}"/>
              </a:ext>
            </a:extLst>
          </p:cNvPr>
          <p:cNvSpPr/>
          <p:nvPr/>
        </p:nvSpPr>
        <p:spPr>
          <a:xfrm>
            <a:off x="6930727" y="4527462"/>
            <a:ext cx="27447" cy="40369"/>
          </a:xfrm>
          <a:custGeom>
            <a:avLst/>
            <a:gdLst>
              <a:gd name="csX0" fmla="*/ 82 w 15252"/>
              <a:gd name="csY0" fmla="*/ 7383 h 22432"/>
              <a:gd name="csX1" fmla="*/ 3814 w 15252"/>
              <a:gd name="csY1" fmla="*/ 19971 h 22432"/>
              <a:gd name="csX2" fmla="*/ 14398 w 15252"/>
              <a:gd name="csY2" fmla="*/ 16766 h 22432"/>
              <a:gd name="csX3" fmla="*/ 10730 w 15252"/>
              <a:gd name="csY3" fmla="*/ 910 h 22432"/>
              <a:gd name="csX4" fmla="*/ 82 w 15252"/>
              <a:gd name="csY4" fmla="*/ 7362 h 22432"/>
            </a:gdLst>
            <a:ahLst/>
            <a:cxnLst>
              <a:cxn ang="0">
                <a:pos x="csX0" y="csY0"/>
              </a:cxn>
              <a:cxn ang="0">
                <a:pos x="csX1" y="csY1"/>
              </a:cxn>
              <a:cxn ang="0">
                <a:pos x="csX2" y="csY2"/>
              </a:cxn>
              <a:cxn ang="0">
                <a:pos x="csX3" y="csY3"/>
              </a:cxn>
              <a:cxn ang="0">
                <a:pos x="csX4" y="csY4"/>
              </a:cxn>
            </a:cxnLst>
            <a:rect l="l" t="t" r="r" b="b"/>
            <a:pathLst>
              <a:path w="15252" h="22432">
                <a:moveTo>
                  <a:pt x="82" y="7383"/>
                </a:moveTo>
                <a:cubicBezTo>
                  <a:pt x="-403" y="12211"/>
                  <a:pt x="1326" y="16850"/>
                  <a:pt x="3814" y="19971"/>
                </a:cubicBezTo>
                <a:cubicBezTo>
                  <a:pt x="7567" y="24652"/>
                  <a:pt x="12691" y="22142"/>
                  <a:pt x="14398" y="16766"/>
                </a:cubicBezTo>
                <a:cubicBezTo>
                  <a:pt x="15917" y="11937"/>
                  <a:pt x="15811" y="3672"/>
                  <a:pt x="10730" y="910"/>
                </a:cubicBezTo>
                <a:cubicBezTo>
                  <a:pt x="5732" y="-1789"/>
                  <a:pt x="630" y="1859"/>
                  <a:pt x="82" y="7362"/>
                </a:cubicBezTo>
                <a:close/>
              </a:path>
            </a:pathLst>
          </a:custGeom>
          <a:solidFill>
            <a:srgbClr val="FDCDB3"/>
          </a:solidFill>
          <a:ln w="2096" cap="flat">
            <a:noFill/>
            <a:prstDash val="solid"/>
            <a:miter/>
          </a:ln>
        </p:spPr>
        <p:txBody>
          <a:bodyPr/>
          <a:lstStyle/>
          <a:p>
            <a:endParaRPr lang="en-US"/>
          </a:p>
        </p:txBody>
      </p:sp>
      <p:sp>
        <p:nvSpPr>
          <p:cNvPr id="437" name="Freeform: Shape 436">
            <a:extLst>
              <a:ext uri="{FF2B5EF4-FFF2-40B4-BE49-F238E27FC236}">
                <a16:creationId xmlns:a16="http://schemas.microsoft.com/office/drawing/2014/main" id="{0EE2F16E-EB58-0D5B-2C89-26C3868C898B}"/>
              </a:ext>
            </a:extLst>
          </p:cNvPr>
          <p:cNvSpPr/>
          <p:nvPr/>
        </p:nvSpPr>
        <p:spPr>
          <a:xfrm>
            <a:off x="6720420" y="4666003"/>
            <a:ext cx="213376" cy="349922"/>
          </a:xfrm>
          <a:custGeom>
            <a:avLst/>
            <a:gdLst>
              <a:gd name="csX0" fmla="*/ 81565 w 118569"/>
              <a:gd name="csY0" fmla="*/ 0 h 194446"/>
              <a:gd name="csX1" fmla="*/ 4246 w 118569"/>
              <a:gd name="csY1" fmla="*/ 86491 h 194446"/>
              <a:gd name="csX2" fmla="*/ 2981 w 118569"/>
              <a:gd name="csY2" fmla="*/ 113290 h 194446"/>
              <a:gd name="csX3" fmla="*/ 112939 w 118569"/>
              <a:gd name="csY3" fmla="*/ 194447 h 194446"/>
              <a:gd name="csX4" fmla="*/ 118569 w 118569"/>
              <a:gd name="csY4" fmla="*/ 172940 h 194446"/>
              <a:gd name="csX5" fmla="*/ 79140 w 118569"/>
              <a:gd name="csY5" fmla="*/ 152719 h 194446"/>
              <a:gd name="csX6" fmla="*/ 48208 w 118569"/>
              <a:gd name="csY6" fmla="*/ 98025 h 194446"/>
              <a:gd name="csX7" fmla="*/ 81544 w 118569"/>
              <a:gd name="csY7" fmla="*/ 21 h 1944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18569" h="194446">
                <a:moveTo>
                  <a:pt x="81565" y="0"/>
                </a:moveTo>
                <a:cubicBezTo>
                  <a:pt x="81565" y="0"/>
                  <a:pt x="53817" y="8729"/>
                  <a:pt x="4246" y="86491"/>
                </a:cubicBezTo>
                <a:cubicBezTo>
                  <a:pt x="-899" y="94567"/>
                  <a:pt x="-1426" y="104793"/>
                  <a:pt x="2981" y="113290"/>
                </a:cubicBezTo>
                <a:cubicBezTo>
                  <a:pt x="14177" y="134797"/>
                  <a:pt x="23855" y="173720"/>
                  <a:pt x="112939" y="194447"/>
                </a:cubicBezTo>
                <a:lnTo>
                  <a:pt x="118569" y="172940"/>
                </a:lnTo>
                <a:cubicBezTo>
                  <a:pt x="118569" y="172940"/>
                  <a:pt x="97379" y="164590"/>
                  <a:pt x="79140" y="152719"/>
                </a:cubicBezTo>
                <a:cubicBezTo>
                  <a:pt x="60901" y="140848"/>
                  <a:pt x="48208" y="98025"/>
                  <a:pt x="48208" y="98025"/>
                </a:cubicBezTo>
                <a:cubicBezTo>
                  <a:pt x="48208" y="98025"/>
                  <a:pt x="124051" y="30109"/>
                  <a:pt x="81544" y="21"/>
                </a:cubicBezTo>
                <a:close/>
              </a:path>
            </a:pathLst>
          </a:custGeom>
          <a:solidFill>
            <a:srgbClr val="37A8E3"/>
          </a:solidFill>
          <a:ln w="2096" cap="flat">
            <a:noFill/>
            <a:prstDash val="solid"/>
            <a:miter/>
          </a:ln>
        </p:spPr>
        <p:txBody>
          <a:bodyPr/>
          <a:lstStyle/>
          <a:p>
            <a:endParaRPr lang="en-US"/>
          </a:p>
        </p:txBody>
      </p:sp>
      <p:sp>
        <p:nvSpPr>
          <p:cNvPr id="438" name="Freeform: Shape 437">
            <a:extLst>
              <a:ext uri="{FF2B5EF4-FFF2-40B4-BE49-F238E27FC236}">
                <a16:creationId xmlns:a16="http://schemas.microsoft.com/office/drawing/2014/main" id="{D4C92E29-FBC3-ADB6-7CCA-EEDC845BF3B9}"/>
              </a:ext>
            </a:extLst>
          </p:cNvPr>
          <p:cNvSpPr/>
          <p:nvPr/>
        </p:nvSpPr>
        <p:spPr>
          <a:xfrm>
            <a:off x="6918844" y="4960654"/>
            <a:ext cx="157569" cy="92735"/>
          </a:xfrm>
          <a:custGeom>
            <a:avLst/>
            <a:gdLst>
              <a:gd name="csX0" fmla="*/ 7780 w 87558"/>
              <a:gd name="csY0" fmla="*/ 9671 h 51531"/>
              <a:gd name="csX1" fmla="*/ 25787 w 87558"/>
              <a:gd name="csY1" fmla="*/ 3345 h 51531"/>
              <a:gd name="csX2" fmla="*/ 49023 w 87558"/>
              <a:gd name="csY2" fmla="*/ 98 h 51531"/>
              <a:gd name="csX3" fmla="*/ 48622 w 87558"/>
              <a:gd name="csY3" fmla="*/ 7394 h 51531"/>
              <a:gd name="csX4" fmla="*/ 35887 w 87558"/>
              <a:gd name="csY4" fmla="*/ 10809 h 51531"/>
              <a:gd name="csX5" fmla="*/ 79491 w 87558"/>
              <a:gd name="csY5" fmla="*/ 16123 h 51531"/>
              <a:gd name="csX6" fmla="*/ 51848 w 87558"/>
              <a:gd name="csY6" fmla="*/ 20551 h 51531"/>
              <a:gd name="csX7" fmla="*/ 87440 w 87558"/>
              <a:gd name="csY7" fmla="*/ 32653 h 51531"/>
              <a:gd name="csX8" fmla="*/ 49339 w 87558"/>
              <a:gd name="csY8" fmla="*/ 30861 h 51531"/>
              <a:gd name="csX9" fmla="*/ 76518 w 87558"/>
              <a:gd name="csY9" fmla="*/ 44398 h 51531"/>
              <a:gd name="csX10" fmla="*/ 43393 w 87558"/>
              <a:gd name="csY10" fmla="*/ 40497 h 51531"/>
              <a:gd name="csX11" fmla="*/ 60662 w 87558"/>
              <a:gd name="csY11" fmla="*/ 50955 h 51531"/>
              <a:gd name="csX12" fmla="*/ 0 w 87558"/>
              <a:gd name="csY12" fmla="*/ 27951 h 51531"/>
              <a:gd name="csX13" fmla="*/ 7780 w 87558"/>
              <a:gd name="csY13" fmla="*/ 9692 h 515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7558" h="51531">
                <a:moveTo>
                  <a:pt x="7780" y="9671"/>
                </a:moveTo>
                <a:cubicBezTo>
                  <a:pt x="7780" y="9671"/>
                  <a:pt x="17079" y="4737"/>
                  <a:pt x="25787" y="3345"/>
                </a:cubicBezTo>
                <a:cubicBezTo>
                  <a:pt x="34495" y="1954"/>
                  <a:pt x="43646" y="857"/>
                  <a:pt x="49023" y="98"/>
                </a:cubicBezTo>
                <a:cubicBezTo>
                  <a:pt x="55496" y="-809"/>
                  <a:pt x="53915" y="4800"/>
                  <a:pt x="48622" y="7394"/>
                </a:cubicBezTo>
                <a:cubicBezTo>
                  <a:pt x="40589" y="11336"/>
                  <a:pt x="35887" y="10809"/>
                  <a:pt x="35887" y="10809"/>
                </a:cubicBezTo>
                <a:cubicBezTo>
                  <a:pt x="35887" y="10809"/>
                  <a:pt x="70972" y="12327"/>
                  <a:pt x="79491" y="16123"/>
                </a:cubicBezTo>
                <a:cubicBezTo>
                  <a:pt x="87271" y="19581"/>
                  <a:pt x="67873" y="19665"/>
                  <a:pt x="51848" y="20551"/>
                </a:cubicBezTo>
                <a:cubicBezTo>
                  <a:pt x="51848" y="20551"/>
                  <a:pt x="85458" y="27509"/>
                  <a:pt x="87440" y="32653"/>
                </a:cubicBezTo>
                <a:cubicBezTo>
                  <a:pt x="90033" y="39401"/>
                  <a:pt x="49339" y="30861"/>
                  <a:pt x="49339" y="30861"/>
                </a:cubicBezTo>
                <a:cubicBezTo>
                  <a:pt x="49339" y="30861"/>
                  <a:pt x="78352" y="41319"/>
                  <a:pt x="76518" y="44398"/>
                </a:cubicBezTo>
                <a:cubicBezTo>
                  <a:pt x="74494" y="47814"/>
                  <a:pt x="43393" y="40497"/>
                  <a:pt x="43393" y="40497"/>
                </a:cubicBezTo>
                <a:cubicBezTo>
                  <a:pt x="43393" y="40497"/>
                  <a:pt x="62644" y="49332"/>
                  <a:pt x="60662" y="50955"/>
                </a:cubicBezTo>
                <a:cubicBezTo>
                  <a:pt x="56740" y="54181"/>
                  <a:pt x="12546" y="43512"/>
                  <a:pt x="0" y="27951"/>
                </a:cubicBezTo>
                <a:cubicBezTo>
                  <a:pt x="0" y="27951"/>
                  <a:pt x="3563" y="12370"/>
                  <a:pt x="7780" y="9692"/>
                </a:cubicBezTo>
                <a:close/>
              </a:path>
            </a:pathLst>
          </a:custGeom>
          <a:solidFill>
            <a:srgbClr val="FDCDB3"/>
          </a:solidFill>
          <a:ln w="2096" cap="flat">
            <a:noFill/>
            <a:prstDash val="solid"/>
            <a:miter/>
          </a:ln>
        </p:spPr>
        <p:txBody>
          <a:bodyPr/>
          <a:lstStyle/>
          <a:p>
            <a:endParaRPr lang="en-US"/>
          </a:p>
        </p:txBody>
      </p:sp>
      <p:grpSp>
        <p:nvGrpSpPr>
          <p:cNvPr id="440" name="Graphic 279">
            <a:extLst>
              <a:ext uri="{FF2B5EF4-FFF2-40B4-BE49-F238E27FC236}">
                <a16:creationId xmlns:a16="http://schemas.microsoft.com/office/drawing/2014/main" id="{35B92056-F389-B9A3-9C17-4F632689B78F}"/>
              </a:ext>
            </a:extLst>
          </p:cNvPr>
          <p:cNvGrpSpPr/>
          <p:nvPr/>
        </p:nvGrpSpPr>
        <p:grpSpPr>
          <a:xfrm>
            <a:off x="6875816" y="4849539"/>
            <a:ext cx="401282" cy="218142"/>
            <a:chOff x="12751318" y="4690184"/>
            <a:chExt cx="222985" cy="121218"/>
          </a:xfrm>
        </p:grpSpPr>
        <p:sp>
          <p:nvSpPr>
            <p:cNvPr id="441" name="Freeform: Shape 440">
              <a:extLst>
                <a:ext uri="{FF2B5EF4-FFF2-40B4-BE49-F238E27FC236}">
                  <a16:creationId xmlns:a16="http://schemas.microsoft.com/office/drawing/2014/main" id="{DE2C0C2C-3EE2-ED92-606C-99BE3FEF903D}"/>
                </a:ext>
              </a:extLst>
            </p:cNvPr>
            <p:cNvSpPr/>
            <p:nvPr/>
          </p:nvSpPr>
          <p:spPr>
            <a:xfrm>
              <a:off x="12824863" y="4801535"/>
              <a:ext cx="132329" cy="9867"/>
            </a:xfrm>
            <a:custGeom>
              <a:avLst/>
              <a:gdLst>
                <a:gd name="csX0" fmla="*/ 62053 w 132329"/>
                <a:gd name="csY0" fmla="*/ 42 h 9867"/>
                <a:gd name="csX1" fmla="*/ 0 w 132329"/>
                <a:gd name="csY1" fmla="*/ 0 h 9867"/>
                <a:gd name="csX2" fmla="*/ 3353 w 132329"/>
                <a:gd name="csY2" fmla="*/ 1434 h 9867"/>
                <a:gd name="csX3" fmla="*/ 4744 w 132329"/>
                <a:gd name="csY3" fmla="*/ 4871 h 9867"/>
                <a:gd name="csX4" fmla="*/ 0 w 132329"/>
                <a:gd name="csY4" fmla="*/ 9762 h 9867"/>
                <a:gd name="csX5" fmla="*/ 127586 w 132329"/>
                <a:gd name="csY5" fmla="*/ 9868 h 9867"/>
                <a:gd name="csX6" fmla="*/ 132330 w 132329"/>
                <a:gd name="csY6" fmla="*/ 4976 h 9867"/>
                <a:gd name="csX7" fmla="*/ 130938 w 132329"/>
                <a:gd name="csY7" fmla="*/ 1539 h 9867"/>
                <a:gd name="csX8" fmla="*/ 127586 w 132329"/>
                <a:gd name="csY8" fmla="*/ 105 h 9867"/>
                <a:gd name="csX9" fmla="*/ 62032 w 132329"/>
                <a:gd name="csY9" fmla="*/ 42 h 98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32329" h="9867">
                  <a:moveTo>
                    <a:pt x="62053" y="42"/>
                  </a:moveTo>
                  <a:lnTo>
                    <a:pt x="0" y="0"/>
                  </a:lnTo>
                  <a:cubicBezTo>
                    <a:pt x="1307" y="0"/>
                    <a:pt x="2488" y="548"/>
                    <a:pt x="3353" y="1434"/>
                  </a:cubicBezTo>
                  <a:cubicBezTo>
                    <a:pt x="4217" y="2319"/>
                    <a:pt x="4744" y="3521"/>
                    <a:pt x="4744" y="4871"/>
                  </a:cubicBezTo>
                  <a:cubicBezTo>
                    <a:pt x="4744" y="7548"/>
                    <a:pt x="2615" y="9762"/>
                    <a:pt x="0" y="9762"/>
                  </a:cubicBezTo>
                  <a:lnTo>
                    <a:pt x="127586" y="9868"/>
                  </a:lnTo>
                  <a:cubicBezTo>
                    <a:pt x="130200" y="9868"/>
                    <a:pt x="132330" y="7675"/>
                    <a:pt x="132330" y="4976"/>
                  </a:cubicBezTo>
                  <a:cubicBezTo>
                    <a:pt x="132330" y="3627"/>
                    <a:pt x="131782" y="2404"/>
                    <a:pt x="130938" y="1539"/>
                  </a:cubicBezTo>
                  <a:cubicBezTo>
                    <a:pt x="130074" y="654"/>
                    <a:pt x="128893" y="105"/>
                    <a:pt x="127586" y="105"/>
                  </a:cubicBezTo>
                  <a:lnTo>
                    <a:pt x="62032" y="42"/>
                  </a:lnTo>
                  <a:close/>
                </a:path>
              </a:pathLst>
            </a:custGeom>
            <a:solidFill>
              <a:srgbClr val="D2D1D7"/>
            </a:solidFill>
            <a:ln w="2096" cap="flat">
              <a:noFill/>
              <a:prstDash val="solid"/>
              <a:miter/>
            </a:ln>
          </p:spPr>
          <p:txBody>
            <a:bodyPr/>
            <a:lstStyle/>
            <a:p>
              <a:endParaRPr lang="en-US"/>
            </a:p>
          </p:txBody>
        </p:sp>
        <p:sp>
          <p:nvSpPr>
            <p:cNvPr id="442" name="Freeform: Shape 441">
              <a:extLst>
                <a:ext uri="{FF2B5EF4-FFF2-40B4-BE49-F238E27FC236}">
                  <a16:creationId xmlns:a16="http://schemas.microsoft.com/office/drawing/2014/main" id="{A80E7D63-B393-6FD6-C541-CF8223A8DE33}"/>
                </a:ext>
              </a:extLst>
            </p:cNvPr>
            <p:cNvSpPr/>
            <p:nvPr/>
          </p:nvSpPr>
          <p:spPr>
            <a:xfrm>
              <a:off x="12751318" y="4801450"/>
              <a:ext cx="78331" cy="9825"/>
            </a:xfrm>
            <a:custGeom>
              <a:avLst/>
              <a:gdLst>
                <a:gd name="csX0" fmla="*/ 3985 w 78331"/>
                <a:gd name="csY0" fmla="*/ 0 h 9825"/>
                <a:gd name="csX1" fmla="*/ 0 w 78331"/>
                <a:gd name="csY1" fmla="*/ 4871 h 9825"/>
                <a:gd name="csX2" fmla="*/ 1160 w 78331"/>
                <a:gd name="csY2" fmla="*/ 8329 h 9825"/>
                <a:gd name="csX3" fmla="*/ 3985 w 78331"/>
                <a:gd name="csY3" fmla="*/ 9762 h 9825"/>
                <a:gd name="csX4" fmla="*/ 74346 w 78331"/>
                <a:gd name="csY4" fmla="*/ 9826 h 9825"/>
                <a:gd name="csX5" fmla="*/ 78331 w 78331"/>
                <a:gd name="csY5" fmla="*/ 4934 h 9825"/>
                <a:gd name="csX6" fmla="*/ 77171 w 78331"/>
                <a:gd name="csY6" fmla="*/ 1497 h 9825"/>
                <a:gd name="csX7" fmla="*/ 74346 w 78331"/>
                <a:gd name="csY7" fmla="*/ 63 h 9825"/>
                <a:gd name="csX8" fmla="*/ 5461 w 78331"/>
                <a:gd name="csY8" fmla="*/ 0 h 9825"/>
                <a:gd name="csX9" fmla="*/ 3985 w 78331"/>
                <a:gd name="csY9" fmla="*/ 0 h 98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331" h="9825">
                  <a:moveTo>
                    <a:pt x="3985" y="0"/>
                  </a:moveTo>
                  <a:cubicBezTo>
                    <a:pt x="1792" y="0"/>
                    <a:pt x="0" y="2193"/>
                    <a:pt x="0" y="4871"/>
                  </a:cubicBezTo>
                  <a:cubicBezTo>
                    <a:pt x="0" y="6220"/>
                    <a:pt x="443" y="7443"/>
                    <a:pt x="1160" y="8329"/>
                  </a:cubicBezTo>
                  <a:cubicBezTo>
                    <a:pt x="1898" y="9214"/>
                    <a:pt x="2889" y="9762"/>
                    <a:pt x="3985" y="9762"/>
                  </a:cubicBezTo>
                  <a:lnTo>
                    <a:pt x="74346" y="9826"/>
                  </a:lnTo>
                  <a:cubicBezTo>
                    <a:pt x="76539" y="9826"/>
                    <a:pt x="78331" y="7633"/>
                    <a:pt x="78331" y="4934"/>
                  </a:cubicBezTo>
                  <a:cubicBezTo>
                    <a:pt x="78331" y="3584"/>
                    <a:pt x="77888" y="2362"/>
                    <a:pt x="77171" y="1497"/>
                  </a:cubicBezTo>
                  <a:cubicBezTo>
                    <a:pt x="76433" y="611"/>
                    <a:pt x="75442" y="63"/>
                    <a:pt x="74346" y="63"/>
                  </a:cubicBezTo>
                  <a:lnTo>
                    <a:pt x="5461" y="0"/>
                  </a:lnTo>
                  <a:lnTo>
                    <a:pt x="3985" y="0"/>
                  </a:lnTo>
                  <a:close/>
                </a:path>
              </a:pathLst>
            </a:custGeom>
            <a:solidFill>
              <a:srgbClr val="D2D1D7"/>
            </a:solidFill>
            <a:ln w="2096" cap="flat">
              <a:noFill/>
              <a:prstDash val="solid"/>
              <a:miter/>
            </a:ln>
          </p:spPr>
          <p:txBody>
            <a:bodyPr/>
            <a:lstStyle/>
            <a:p>
              <a:endParaRPr lang="en-US"/>
            </a:p>
          </p:txBody>
        </p:sp>
        <p:sp>
          <p:nvSpPr>
            <p:cNvPr id="443" name="Freeform: Shape 442">
              <a:extLst>
                <a:ext uri="{FF2B5EF4-FFF2-40B4-BE49-F238E27FC236}">
                  <a16:creationId xmlns:a16="http://schemas.microsoft.com/office/drawing/2014/main" id="{51886AD4-D147-879B-0051-6F23926792D1}"/>
                </a:ext>
              </a:extLst>
            </p:cNvPr>
            <p:cNvSpPr/>
            <p:nvPr/>
          </p:nvSpPr>
          <p:spPr>
            <a:xfrm>
              <a:off x="12820204" y="4690184"/>
              <a:ext cx="27409" cy="111329"/>
            </a:xfrm>
            <a:custGeom>
              <a:avLst/>
              <a:gdLst>
                <a:gd name="csX0" fmla="*/ 1264 w 27409"/>
                <a:gd name="csY0" fmla="*/ 108778 h 111329"/>
                <a:gd name="csX1" fmla="*/ 5628 w 27409"/>
                <a:gd name="csY1" fmla="*/ 111329 h 111329"/>
                <a:gd name="csX2" fmla="*/ 10668 w 27409"/>
                <a:gd name="csY2" fmla="*/ 111329 h 111329"/>
                <a:gd name="csX3" fmla="*/ 6303 w 27409"/>
                <a:gd name="csY3" fmla="*/ 108778 h 111329"/>
                <a:gd name="csX4" fmla="*/ 5164 w 27409"/>
                <a:gd name="csY4" fmla="*/ 103022 h 111329"/>
                <a:gd name="csX5" fmla="*/ 21885 w 27409"/>
                <a:gd name="csY5" fmla="*/ 5482 h 111329"/>
                <a:gd name="csX6" fmla="*/ 27409 w 27409"/>
                <a:gd name="csY6" fmla="*/ 0 h 111329"/>
                <a:gd name="csX7" fmla="*/ 22370 w 27409"/>
                <a:gd name="csY7" fmla="*/ 0 h 111329"/>
                <a:gd name="csX8" fmla="*/ 16846 w 27409"/>
                <a:gd name="csY8" fmla="*/ 5482 h 111329"/>
                <a:gd name="csX9" fmla="*/ 125 w 27409"/>
                <a:gd name="csY9" fmla="*/ 103022 h 111329"/>
                <a:gd name="csX10" fmla="*/ 1264 w 27409"/>
                <a:gd name="csY10" fmla="*/ 108778 h 1113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7409" h="111329">
                  <a:moveTo>
                    <a:pt x="1264" y="108778"/>
                  </a:moveTo>
                  <a:cubicBezTo>
                    <a:pt x="2339" y="110402"/>
                    <a:pt x="3920" y="111329"/>
                    <a:pt x="5628" y="111329"/>
                  </a:cubicBezTo>
                  <a:lnTo>
                    <a:pt x="10668" y="111329"/>
                  </a:lnTo>
                  <a:cubicBezTo>
                    <a:pt x="8960" y="111329"/>
                    <a:pt x="7378" y="110402"/>
                    <a:pt x="6303" y="108778"/>
                  </a:cubicBezTo>
                  <a:cubicBezTo>
                    <a:pt x="5228" y="107154"/>
                    <a:pt x="4827" y="105067"/>
                    <a:pt x="5164" y="103022"/>
                  </a:cubicBezTo>
                  <a:lnTo>
                    <a:pt x="21885" y="5482"/>
                  </a:lnTo>
                  <a:cubicBezTo>
                    <a:pt x="22433" y="2298"/>
                    <a:pt x="24774" y="0"/>
                    <a:pt x="27409" y="0"/>
                  </a:cubicBezTo>
                  <a:lnTo>
                    <a:pt x="22370" y="0"/>
                  </a:lnTo>
                  <a:cubicBezTo>
                    <a:pt x="19713" y="0"/>
                    <a:pt x="17394" y="2298"/>
                    <a:pt x="16846" y="5482"/>
                  </a:cubicBezTo>
                  <a:lnTo>
                    <a:pt x="125" y="103022"/>
                  </a:lnTo>
                  <a:cubicBezTo>
                    <a:pt x="-233" y="105067"/>
                    <a:pt x="188" y="107154"/>
                    <a:pt x="1264" y="108778"/>
                  </a:cubicBezTo>
                  <a:close/>
                </a:path>
              </a:pathLst>
            </a:custGeom>
            <a:solidFill>
              <a:srgbClr val="A4A2AE"/>
            </a:solidFill>
            <a:ln w="2096" cap="flat">
              <a:noFill/>
              <a:prstDash val="solid"/>
              <a:miter/>
            </a:ln>
          </p:spPr>
          <p:txBody>
            <a:bodyPr/>
            <a:lstStyle/>
            <a:p>
              <a:endParaRPr lang="en-US"/>
            </a:p>
          </p:txBody>
        </p:sp>
        <p:sp>
          <p:nvSpPr>
            <p:cNvPr id="444" name="Freeform: Shape 443">
              <a:extLst>
                <a:ext uri="{FF2B5EF4-FFF2-40B4-BE49-F238E27FC236}">
                  <a16:creationId xmlns:a16="http://schemas.microsoft.com/office/drawing/2014/main" id="{BC3A1A9C-164E-21EE-A08B-CECC4511DA47}"/>
                </a:ext>
              </a:extLst>
            </p:cNvPr>
            <p:cNvSpPr/>
            <p:nvPr/>
          </p:nvSpPr>
          <p:spPr>
            <a:xfrm>
              <a:off x="12825244" y="4690184"/>
              <a:ext cx="149059" cy="111434"/>
            </a:xfrm>
            <a:custGeom>
              <a:avLst/>
              <a:gdLst>
                <a:gd name="csX0" fmla="*/ 1243 w 149059"/>
                <a:gd name="csY0" fmla="*/ 108778 h 111434"/>
                <a:gd name="csX1" fmla="*/ 5607 w 149059"/>
                <a:gd name="csY1" fmla="*/ 111329 h 111434"/>
                <a:gd name="csX2" fmla="*/ 126699 w 149059"/>
                <a:gd name="csY2" fmla="*/ 111435 h 111434"/>
                <a:gd name="csX3" fmla="*/ 132223 w 149059"/>
                <a:gd name="csY3" fmla="*/ 105953 h 111434"/>
                <a:gd name="csX4" fmla="*/ 148944 w 149059"/>
                <a:gd name="csY4" fmla="*/ 8413 h 111434"/>
                <a:gd name="csX5" fmla="*/ 147805 w 149059"/>
                <a:gd name="csY5" fmla="*/ 2657 h 111434"/>
                <a:gd name="csX6" fmla="*/ 143440 w 149059"/>
                <a:gd name="csY6" fmla="*/ 105 h 111434"/>
                <a:gd name="csX7" fmla="*/ 22370 w 149059"/>
                <a:gd name="csY7" fmla="*/ 0 h 111434"/>
                <a:gd name="csX8" fmla="*/ 16846 w 149059"/>
                <a:gd name="csY8" fmla="*/ 5482 h 111434"/>
                <a:gd name="csX9" fmla="*/ 125 w 149059"/>
                <a:gd name="csY9" fmla="*/ 103022 h 111434"/>
                <a:gd name="csX10" fmla="*/ 1264 w 149059"/>
                <a:gd name="csY10" fmla="*/ 108778 h 1114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49059" h="111434">
                  <a:moveTo>
                    <a:pt x="1243" y="108778"/>
                  </a:moveTo>
                  <a:cubicBezTo>
                    <a:pt x="2318" y="110402"/>
                    <a:pt x="3899" y="111329"/>
                    <a:pt x="5607" y="111329"/>
                  </a:cubicBezTo>
                  <a:lnTo>
                    <a:pt x="126699" y="111435"/>
                  </a:lnTo>
                  <a:cubicBezTo>
                    <a:pt x="129356" y="111435"/>
                    <a:pt x="131675" y="109136"/>
                    <a:pt x="132223" y="105953"/>
                  </a:cubicBezTo>
                  <a:lnTo>
                    <a:pt x="148944" y="8413"/>
                  </a:lnTo>
                  <a:cubicBezTo>
                    <a:pt x="149281" y="6368"/>
                    <a:pt x="148880" y="4280"/>
                    <a:pt x="147805" y="2657"/>
                  </a:cubicBezTo>
                  <a:cubicBezTo>
                    <a:pt x="146751" y="1033"/>
                    <a:pt x="145148" y="105"/>
                    <a:pt x="143440" y="105"/>
                  </a:cubicBezTo>
                  <a:lnTo>
                    <a:pt x="22370" y="0"/>
                  </a:lnTo>
                  <a:cubicBezTo>
                    <a:pt x="19713" y="0"/>
                    <a:pt x="17394" y="2298"/>
                    <a:pt x="16846" y="5482"/>
                  </a:cubicBezTo>
                  <a:lnTo>
                    <a:pt x="125" y="103022"/>
                  </a:lnTo>
                  <a:cubicBezTo>
                    <a:pt x="-233" y="105067"/>
                    <a:pt x="188" y="107154"/>
                    <a:pt x="1264" y="108778"/>
                  </a:cubicBezTo>
                  <a:close/>
                </a:path>
              </a:pathLst>
            </a:custGeom>
            <a:solidFill>
              <a:srgbClr val="D2D1D7"/>
            </a:solidFill>
            <a:ln w="2096" cap="flat">
              <a:noFill/>
              <a:prstDash val="solid"/>
              <a:miter/>
            </a:ln>
          </p:spPr>
          <p:txBody>
            <a:bodyPr/>
            <a:lstStyle/>
            <a:p>
              <a:endParaRPr lang="en-US"/>
            </a:p>
          </p:txBody>
        </p:sp>
        <p:sp>
          <p:nvSpPr>
            <p:cNvPr id="445" name="Freeform: Shape 444">
              <a:extLst>
                <a:ext uri="{FF2B5EF4-FFF2-40B4-BE49-F238E27FC236}">
                  <a16:creationId xmlns:a16="http://schemas.microsoft.com/office/drawing/2014/main" id="{08D2ED95-4D91-1AAE-95F7-43FDFAF6A60F}"/>
                </a:ext>
              </a:extLst>
            </p:cNvPr>
            <p:cNvSpPr/>
            <p:nvPr/>
          </p:nvSpPr>
          <p:spPr>
            <a:xfrm>
              <a:off x="12893199" y="4737858"/>
              <a:ext cx="13136" cy="16088"/>
            </a:xfrm>
            <a:custGeom>
              <a:avLst/>
              <a:gdLst>
                <a:gd name="csX0" fmla="*/ 0 w 13136"/>
                <a:gd name="csY0" fmla="*/ 8033 h 16088"/>
                <a:gd name="csX1" fmla="*/ 6557 w 13136"/>
                <a:gd name="csY1" fmla="*/ 16088 h 16088"/>
                <a:gd name="csX2" fmla="*/ 13136 w 13136"/>
                <a:gd name="csY2" fmla="*/ 8055 h 16088"/>
                <a:gd name="csX3" fmla="*/ 6579 w 13136"/>
                <a:gd name="csY3" fmla="*/ 0 h 16088"/>
                <a:gd name="csX4" fmla="*/ 0 w 13136"/>
                <a:gd name="csY4" fmla="*/ 8033 h 16088"/>
              </a:gdLst>
              <a:ahLst/>
              <a:cxnLst>
                <a:cxn ang="0">
                  <a:pos x="csX0" y="csY0"/>
                </a:cxn>
                <a:cxn ang="0">
                  <a:pos x="csX1" y="csY1"/>
                </a:cxn>
                <a:cxn ang="0">
                  <a:pos x="csX2" y="csY2"/>
                </a:cxn>
                <a:cxn ang="0">
                  <a:pos x="csX3" y="csY3"/>
                </a:cxn>
                <a:cxn ang="0">
                  <a:pos x="csX4" y="csY4"/>
                </a:cxn>
              </a:cxnLst>
              <a:rect l="l" t="t" r="r" b="b"/>
              <a:pathLst>
                <a:path w="13136" h="16088">
                  <a:moveTo>
                    <a:pt x="0" y="8033"/>
                  </a:moveTo>
                  <a:cubicBezTo>
                    <a:pt x="0" y="12482"/>
                    <a:pt x="2931" y="16067"/>
                    <a:pt x="6557" y="16088"/>
                  </a:cubicBezTo>
                  <a:cubicBezTo>
                    <a:pt x="10184" y="16109"/>
                    <a:pt x="13136" y="12503"/>
                    <a:pt x="13136" y="8055"/>
                  </a:cubicBezTo>
                  <a:cubicBezTo>
                    <a:pt x="13136" y="3606"/>
                    <a:pt x="10205" y="21"/>
                    <a:pt x="6579" y="0"/>
                  </a:cubicBezTo>
                  <a:cubicBezTo>
                    <a:pt x="2952" y="0"/>
                    <a:pt x="0" y="3584"/>
                    <a:pt x="0" y="8033"/>
                  </a:cubicBezTo>
                  <a:close/>
                </a:path>
              </a:pathLst>
            </a:custGeom>
            <a:solidFill>
              <a:srgbClr val="FFFFFF"/>
            </a:solidFill>
            <a:ln w="2096" cap="flat">
              <a:noFill/>
              <a:prstDash val="solid"/>
              <a:miter/>
            </a:ln>
          </p:spPr>
          <p:txBody>
            <a:bodyPr/>
            <a:lstStyle/>
            <a:p>
              <a:endParaRPr lang="en-US"/>
            </a:p>
          </p:txBody>
        </p:sp>
      </p:grpSp>
      <p:sp>
        <p:nvSpPr>
          <p:cNvPr id="650" name="Rectangle 649">
            <a:extLst>
              <a:ext uri="{FF2B5EF4-FFF2-40B4-BE49-F238E27FC236}">
                <a16:creationId xmlns:a16="http://schemas.microsoft.com/office/drawing/2014/main" id="{FAD30F0F-EE05-BDDD-4DD9-2FD1EB70124B}"/>
              </a:ext>
            </a:extLst>
          </p:cNvPr>
          <p:cNvSpPr/>
          <p:nvPr/>
        </p:nvSpPr>
        <p:spPr>
          <a:xfrm>
            <a:off x="6771710" y="5048647"/>
            <a:ext cx="1418975" cy="37313"/>
          </a:xfrm>
          <a:prstGeom prst="rect">
            <a:avLst/>
          </a:prstGeom>
          <a:solidFill>
            <a:srgbClr val="CCCCCC"/>
          </a:solidFill>
          <a:ln w="735" cap="flat">
            <a:noFill/>
            <a:prstDash val="solid"/>
            <a:miter/>
          </a:ln>
        </p:spPr>
        <p:txBody>
          <a:bodyPr/>
          <a:lstStyle/>
          <a:p>
            <a:endParaRPr lang="en-US"/>
          </a:p>
        </p:txBody>
      </p:sp>
      <p:grpSp>
        <p:nvGrpSpPr>
          <p:cNvPr id="1312" name="Group 1311">
            <a:extLst>
              <a:ext uri="{FF2B5EF4-FFF2-40B4-BE49-F238E27FC236}">
                <a16:creationId xmlns:a16="http://schemas.microsoft.com/office/drawing/2014/main" id="{9749FB91-E413-B88A-B0DC-C51D32F69E3C}"/>
              </a:ext>
            </a:extLst>
          </p:cNvPr>
          <p:cNvGrpSpPr/>
          <p:nvPr/>
        </p:nvGrpSpPr>
        <p:grpSpPr>
          <a:xfrm>
            <a:off x="9487911" y="2347298"/>
            <a:ext cx="868996" cy="633920"/>
            <a:chOff x="4813301" y="2346286"/>
            <a:chExt cx="868996" cy="633920"/>
          </a:xfrm>
        </p:grpSpPr>
        <p:sp>
          <p:nvSpPr>
            <p:cNvPr id="1313" name="Freeform: Shape 1312">
              <a:extLst>
                <a:ext uri="{FF2B5EF4-FFF2-40B4-BE49-F238E27FC236}">
                  <a16:creationId xmlns:a16="http://schemas.microsoft.com/office/drawing/2014/main" id="{11EAFC24-C666-ACEB-2BAC-176027A5E693}"/>
                </a:ext>
              </a:extLst>
            </p:cNvPr>
            <p:cNvSpPr/>
            <p:nvPr/>
          </p:nvSpPr>
          <p:spPr>
            <a:xfrm>
              <a:off x="5421866" y="2698227"/>
              <a:ext cx="260431" cy="252803"/>
            </a:xfrm>
            <a:custGeom>
              <a:avLst/>
              <a:gdLst>
                <a:gd name="csX0" fmla="*/ 134902 w 337718"/>
                <a:gd name="csY0" fmla="*/ 3363 h 327828"/>
                <a:gd name="csX1" fmla="*/ 333002 w 337718"/>
                <a:gd name="csY1" fmla="*/ 35809 h 327828"/>
                <a:gd name="csX2" fmla="*/ 271527 w 337718"/>
                <a:gd name="csY2" fmla="*/ 327829 h 327828"/>
                <a:gd name="csX3" fmla="*/ 0 w 337718"/>
                <a:gd name="csY3" fmla="*/ 327829 h 327828"/>
                <a:gd name="csX4" fmla="*/ 8542 w 337718"/>
                <a:gd name="csY4" fmla="*/ 124611 h 327828"/>
                <a:gd name="csX5" fmla="*/ 134916 w 337718"/>
                <a:gd name="csY5" fmla="*/ 3363 h 327828"/>
              </a:gdLst>
              <a:ahLst/>
              <a:cxnLst>
                <a:cxn ang="0">
                  <a:pos x="csX0" y="csY0"/>
                </a:cxn>
                <a:cxn ang="0">
                  <a:pos x="csX1" y="csY1"/>
                </a:cxn>
                <a:cxn ang="0">
                  <a:pos x="csX2" y="csY2"/>
                </a:cxn>
                <a:cxn ang="0">
                  <a:pos x="csX3" y="csY3"/>
                </a:cxn>
                <a:cxn ang="0">
                  <a:pos x="csX4" y="csY4"/>
                </a:cxn>
                <a:cxn ang="0">
                  <a:pos x="csX5" y="csY5"/>
                </a:cxn>
              </a:cxnLst>
              <a:rect l="l" t="t" r="r" b="b"/>
              <a:pathLst>
                <a:path w="337718" h="327828">
                  <a:moveTo>
                    <a:pt x="134902" y="3363"/>
                  </a:moveTo>
                  <a:cubicBezTo>
                    <a:pt x="134902" y="3363"/>
                    <a:pt x="307382" y="-15423"/>
                    <a:pt x="333002" y="35809"/>
                  </a:cubicBezTo>
                  <a:cubicBezTo>
                    <a:pt x="358621" y="87040"/>
                    <a:pt x="271527" y="327829"/>
                    <a:pt x="271527" y="327829"/>
                  </a:cubicBezTo>
                  <a:lnTo>
                    <a:pt x="0" y="327829"/>
                  </a:lnTo>
                  <a:lnTo>
                    <a:pt x="8542" y="124611"/>
                  </a:lnTo>
                  <a:lnTo>
                    <a:pt x="134916" y="3363"/>
                  </a:lnTo>
                  <a:close/>
                </a:path>
              </a:pathLst>
            </a:custGeom>
            <a:solidFill>
              <a:srgbClr val="34B4F4"/>
            </a:solidFill>
            <a:ln w="735" cap="flat">
              <a:noFill/>
              <a:prstDash val="solid"/>
              <a:miter/>
            </a:ln>
          </p:spPr>
          <p:txBody>
            <a:bodyPr/>
            <a:lstStyle/>
            <a:p>
              <a:endParaRPr lang="en-US"/>
            </a:p>
          </p:txBody>
        </p:sp>
        <p:sp>
          <p:nvSpPr>
            <p:cNvPr id="1314" name="Freeform: Shape 1313">
              <a:extLst>
                <a:ext uri="{FF2B5EF4-FFF2-40B4-BE49-F238E27FC236}">
                  <a16:creationId xmlns:a16="http://schemas.microsoft.com/office/drawing/2014/main" id="{EC1805A6-BBF8-AE86-C1A6-AFECF89FC0D3}"/>
                </a:ext>
              </a:extLst>
            </p:cNvPr>
            <p:cNvSpPr/>
            <p:nvPr/>
          </p:nvSpPr>
          <p:spPr>
            <a:xfrm>
              <a:off x="5125554" y="2545604"/>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1315" name="Freeform: Shape 1314">
              <a:extLst>
                <a:ext uri="{FF2B5EF4-FFF2-40B4-BE49-F238E27FC236}">
                  <a16:creationId xmlns:a16="http://schemas.microsoft.com/office/drawing/2014/main" id="{1A6DF2F7-0136-8AFD-3EA4-2F42166F7526}"/>
                </a:ext>
              </a:extLst>
            </p:cNvPr>
            <p:cNvSpPr/>
            <p:nvPr/>
          </p:nvSpPr>
          <p:spPr>
            <a:xfrm flipH="1">
              <a:off x="5077928" y="2550366"/>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1316" name="Freeform: Shape 1315">
              <a:extLst>
                <a:ext uri="{FF2B5EF4-FFF2-40B4-BE49-F238E27FC236}">
                  <a16:creationId xmlns:a16="http://schemas.microsoft.com/office/drawing/2014/main" id="{29EAE2E4-EE28-8E50-F1A3-CA30358B8B1E}"/>
                </a:ext>
              </a:extLst>
            </p:cNvPr>
            <p:cNvSpPr/>
            <p:nvPr/>
          </p:nvSpPr>
          <p:spPr>
            <a:xfrm flipH="1">
              <a:off x="5116292" y="2822553"/>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1317" name="Freeform: Shape 1316">
              <a:extLst>
                <a:ext uri="{FF2B5EF4-FFF2-40B4-BE49-F238E27FC236}">
                  <a16:creationId xmlns:a16="http://schemas.microsoft.com/office/drawing/2014/main" id="{4516ED17-8D89-DEC8-9C44-512C8510DF2E}"/>
                </a:ext>
              </a:extLst>
            </p:cNvPr>
            <p:cNvSpPr/>
            <p:nvPr/>
          </p:nvSpPr>
          <p:spPr>
            <a:xfrm flipH="1">
              <a:off x="5168017" y="2858865"/>
              <a:ext cx="118359"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sp>
          <p:nvSpPr>
            <p:cNvPr id="1318" name="Freeform: Shape 1317">
              <a:extLst>
                <a:ext uri="{FF2B5EF4-FFF2-40B4-BE49-F238E27FC236}">
                  <a16:creationId xmlns:a16="http://schemas.microsoft.com/office/drawing/2014/main" id="{0630DA71-249F-F3FB-FBBF-253F6CF5A9CA}"/>
                </a:ext>
              </a:extLst>
            </p:cNvPr>
            <p:cNvSpPr/>
            <p:nvPr/>
          </p:nvSpPr>
          <p:spPr>
            <a:xfrm>
              <a:off x="5487555" y="2817791"/>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1319" name="Freeform: Shape 1318">
              <a:extLst>
                <a:ext uri="{FF2B5EF4-FFF2-40B4-BE49-F238E27FC236}">
                  <a16:creationId xmlns:a16="http://schemas.microsoft.com/office/drawing/2014/main" id="{25A0706C-7E76-E647-3809-43AC60FD659B}"/>
                </a:ext>
              </a:extLst>
            </p:cNvPr>
            <p:cNvSpPr/>
            <p:nvPr/>
          </p:nvSpPr>
          <p:spPr>
            <a:xfrm>
              <a:off x="5446012" y="2700724"/>
              <a:ext cx="50039" cy="167860"/>
            </a:xfrm>
            <a:custGeom>
              <a:avLst/>
              <a:gdLst>
                <a:gd name="csX0" fmla="*/ 23 w 64889"/>
                <a:gd name="csY0" fmla="*/ 4131 h 217676"/>
                <a:gd name="csX1" fmla="*/ 8550 w 64889"/>
                <a:gd name="csY1" fmla="*/ 3999 h 217676"/>
                <a:gd name="csX2" fmla="*/ 34089 w 64889"/>
                <a:gd name="csY2" fmla="*/ 113988 h 217676"/>
                <a:gd name="csX3" fmla="*/ 53957 w 64889"/>
                <a:gd name="csY3" fmla="*/ 153982 h 217676"/>
                <a:gd name="csX4" fmla="*/ 55194 w 64889"/>
                <a:gd name="csY4" fmla="*/ 179189 h 217676"/>
                <a:gd name="csX5" fmla="*/ 62521 w 64889"/>
                <a:gd name="csY5" fmla="*/ 208144 h 217676"/>
                <a:gd name="csX6" fmla="*/ 57565 w 64889"/>
                <a:gd name="csY6" fmla="*/ 216929 h 217676"/>
                <a:gd name="csX7" fmla="*/ 41651 w 64889"/>
                <a:gd name="csY7" fmla="*/ 178320 h 217676"/>
                <a:gd name="csX8" fmla="*/ 23853 w 64889"/>
                <a:gd name="csY8" fmla="*/ 122825 h 217676"/>
                <a:gd name="csX9" fmla="*/ 37 w 64889"/>
                <a:gd name="csY9" fmla="*/ 4131 h 2176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889" h="217676">
                  <a:moveTo>
                    <a:pt x="23" y="4131"/>
                  </a:moveTo>
                  <a:cubicBezTo>
                    <a:pt x="-486" y="-1436"/>
                    <a:pt x="7769" y="-1274"/>
                    <a:pt x="8550" y="3999"/>
                  </a:cubicBezTo>
                  <a:cubicBezTo>
                    <a:pt x="13808" y="39788"/>
                    <a:pt x="21165" y="80135"/>
                    <a:pt x="34089" y="113988"/>
                  </a:cubicBezTo>
                  <a:cubicBezTo>
                    <a:pt x="39891" y="129187"/>
                    <a:pt x="49457" y="138385"/>
                    <a:pt x="53957" y="153982"/>
                  </a:cubicBezTo>
                  <a:cubicBezTo>
                    <a:pt x="56365" y="162333"/>
                    <a:pt x="55437" y="170654"/>
                    <a:pt x="55194" y="179189"/>
                  </a:cubicBezTo>
                  <a:cubicBezTo>
                    <a:pt x="54973" y="187112"/>
                    <a:pt x="54840" y="203092"/>
                    <a:pt x="62521" y="208144"/>
                  </a:cubicBezTo>
                  <a:cubicBezTo>
                    <a:pt x="67882" y="211671"/>
                    <a:pt x="63235" y="220243"/>
                    <a:pt x="57565" y="216929"/>
                  </a:cubicBezTo>
                  <a:cubicBezTo>
                    <a:pt x="43647" y="208807"/>
                    <a:pt x="41040" y="192017"/>
                    <a:pt x="41651" y="178320"/>
                  </a:cubicBezTo>
                  <a:cubicBezTo>
                    <a:pt x="42550" y="158268"/>
                    <a:pt x="30974" y="141036"/>
                    <a:pt x="23853" y="122825"/>
                  </a:cubicBezTo>
                  <a:cubicBezTo>
                    <a:pt x="9743" y="86756"/>
                    <a:pt x="3572" y="42756"/>
                    <a:pt x="37" y="4131"/>
                  </a:cubicBezTo>
                  <a:close/>
                </a:path>
              </a:pathLst>
            </a:custGeom>
            <a:solidFill>
              <a:srgbClr val="084D91"/>
            </a:solidFill>
            <a:ln w="735" cap="flat">
              <a:noFill/>
              <a:prstDash val="solid"/>
              <a:miter/>
            </a:ln>
          </p:spPr>
          <p:txBody>
            <a:bodyPr/>
            <a:lstStyle/>
            <a:p>
              <a:endParaRPr lang="en-US"/>
            </a:p>
          </p:txBody>
        </p:sp>
        <p:sp>
          <p:nvSpPr>
            <p:cNvPr id="1320" name="Freeform: Shape 1319">
              <a:extLst>
                <a:ext uri="{FF2B5EF4-FFF2-40B4-BE49-F238E27FC236}">
                  <a16:creationId xmlns:a16="http://schemas.microsoft.com/office/drawing/2014/main" id="{5B5ED2E4-58B0-7FDD-375B-3CD437F00B72}"/>
                </a:ext>
              </a:extLst>
            </p:cNvPr>
            <p:cNvSpPr/>
            <p:nvPr/>
          </p:nvSpPr>
          <p:spPr>
            <a:xfrm>
              <a:off x="5459841" y="2617181"/>
              <a:ext cx="91001" cy="96140"/>
            </a:xfrm>
            <a:custGeom>
              <a:avLst/>
              <a:gdLst>
                <a:gd name="csX0" fmla="*/ 116806 w 118007"/>
                <a:gd name="csY0" fmla="*/ 13237 h 124672"/>
                <a:gd name="csX1" fmla="*/ 51178 w 118007"/>
                <a:gd name="csY1" fmla="*/ 8141 h 124672"/>
                <a:gd name="csX2" fmla="*/ 26567 w 118007"/>
                <a:gd name="csY2" fmla="*/ 35388 h 124672"/>
                <a:gd name="csX3" fmla="*/ 9541 w 118007"/>
                <a:gd name="csY3" fmla="*/ 72642 h 124672"/>
                <a:gd name="csX4" fmla="*/ 219 w 118007"/>
                <a:gd name="csY4" fmla="*/ 121422 h 124672"/>
                <a:gd name="csX5" fmla="*/ 6647 w 118007"/>
                <a:gd name="csY5" fmla="*/ 121709 h 124672"/>
                <a:gd name="csX6" fmla="*/ 10484 w 118007"/>
                <a:gd name="csY6" fmla="*/ 95589 h 124672"/>
                <a:gd name="csX7" fmla="*/ 17892 w 118007"/>
                <a:gd name="csY7" fmla="*/ 72628 h 124672"/>
                <a:gd name="csX8" fmla="*/ 38762 w 118007"/>
                <a:gd name="csY8" fmla="*/ 31617 h 124672"/>
                <a:gd name="csX9" fmla="*/ 72924 w 118007"/>
                <a:gd name="csY9" fmla="*/ 9326 h 124672"/>
                <a:gd name="csX10" fmla="*/ 111460 w 118007"/>
                <a:gd name="csY10" fmla="*/ 19570 h 124672"/>
                <a:gd name="csX11" fmla="*/ 116806 w 118007"/>
                <a:gd name="csY11" fmla="*/ 13244 h 124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8007" h="124672">
                  <a:moveTo>
                    <a:pt x="116806" y="13237"/>
                  </a:moveTo>
                  <a:cubicBezTo>
                    <a:pt x="99250" y="-2412"/>
                    <a:pt x="71068" y="-4282"/>
                    <a:pt x="51178" y="8141"/>
                  </a:cubicBezTo>
                  <a:cubicBezTo>
                    <a:pt x="40595" y="14746"/>
                    <a:pt x="32716" y="24688"/>
                    <a:pt x="26567" y="35388"/>
                  </a:cubicBezTo>
                  <a:cubicBezTo>
                    <a:pt x="19799" y="47170"/>
                    <a:pt x="14232" y="59903"/>
                    <a:pt x="9541" y="72642"/>
                  </a:cubicBezTo>
                  <a:cubicBezTo>
                    <a:pt x="3974" y="87753"/>
                    <a:pt x="-1129" y="105140"/>
                    <a:pt x="219" y="121422"/>
                  </a:cubicBezTo>
                  <a:cubicBezTo>
                    <a:pt x="557" y="125472"/>
                    <a:pt x="6191" y="125928"/>
                    <a:pt x="6647" y="121709"/>
                  </a:cubicBezTo>
                  <a:cubicBezTo>
                    <a:pt x="7619" y="112857"/>
                    <a:pt x="8348" y="104278"/>
                    <a:pt x="10484" y="95589"/>
                  </a:cubicBezTo>
                  <a:cubicBezTo>
                    <a:pt x="12413" y="87768"/>
                    <a:pt x="14947" y="80124"/>
                    <a:pt x="17892" y="72628"/>
                  </a:cubicBezTo>
                  <a:cubicBezTo>
                    <a:pt x="23445" y="58489"/>
                    <a:pt x="29859" y="44011"/>
                    <a:pt x="38762" y="31617"/>
                  </a:cubicBezTo>
                  <a:cubicBezTo>
                    <a:pt x="47127" y="19967"/>
                    <a:pt x="58527" y="11484"/>
                    <a:pt x="72924" y="9326"/>
                  </a:cubicBezTo>
                  <a:cubicBezTo>
                    <a:pt x="86805" y="7250"/>
                    <a:pt x="100259" y="11396"/>
                    <a:pt x="111460" y="19570"/>
                  </a:cubicBezTo>
                  <a:cubicBezTo>
                    <a:pt x="115230" y="22324"/>
                    <a:pt x="120370" y="16418"/>
                    <a:pt x="116806" y="13244"/>
                  </a:cubicBezTo>
                  <a:close/>
                </a:path>
              </a:pathLst>
            </a:custGeom>
            <a:solidFill>
              <a:srgbClr val="084D91"/>
            </a:solidFill>
            <a:ln w="735" cap="flat">
              <a:noFill/>
              <a:prstDash val="solid"/>
              <a:miter/>
            </a:ln>
          </p:spPr>
          <p:txBody>
            <a:bodyPr/>
            <a:lstStyle/>
            <a:p>
              <a:endParaRPr lang="en-US"/>
            </a:p>
          </p:txBody>
        </p:sp>
        <p:sp>
          <p:nvSpPr>
            <p:cNvPr id="1321" name="Freeform: Shape 1320">
              <a:extLst>
                <a:ext uri="{FF2B5EF4-FFF2-40B4-BE49-F238E27FC236}">
                  <a16:creationId xmlns:a16="http://schemas.microsoft.com/office/drawing/2014/main" id="{A99BF337-9A16-E829-AAAA-051B798C3130}"/>
                </a:ext>
              </a:extLst>
            </p:cNvPr>
            <p:cNvSpPr/>
            <p:nvPr/>
          </p:nvSpPr>
          <p:spPr>
            <a:xfrm>
              <a:off x="5283952" y="2654108"/>
              <a:ext cx="21939" cy="260423"/>
            </a:xfrm>
            <a:custGeom>
              <a:avLst/>
              <a:gdLst>
                <a:gd name="csX0" fmla="*/ 28366 w 28450"/>
                <a:gd name="csY0" fmla="*/ 4579 h 337709"/>
                <a:gd name="csX1" fmla="*/ 21304 w 28450"/>
                <a:gd name="csY1" fmla="*/ 2635 h 337709"/>
                <a:gd name="csX2" fmla="*/ 8645 w 28450"/>
                <a:gd name="csY2" fmla="*/ 68742 h 337709"/>
                <a:gd name="csX3" fmla="*/ 5412 w 28450"/>
                <a:gd name="csY3" fmla="*/ 134164 h 337709"/>
                <a:gd name="csX4" fmla="*/ 5854 w 28450"/>
                <a:gd name="csY4" fmla="*/ 168274 h 337709"/>
                <a:gd name="csX5" fmla="*/ 7415 w 28450"/>
                <a:gd name="csY5" fmla="*/ 199063 h 337709"/>
                <a:gd name="csX6" fmla="*/ 10059 w 28450"/>
                <a:gd name="csY6" fmla="*/ 214247 h 337709"/>
                <a:gd name="csX7" fmla="*/ 8159 w 28450"/>
                <a:gd name="csY7" fmla="*/ 230632 h 337709"/>
                <a:gd name="csX8" fmla="*/ 1818 w 28450"/>
                <a:gd name="csY8" fmla="*/ 260714 h 337709"/>
                <a:gd name="csX9" fmla="*/ 3026 w 28450"/>
                <a:gd name="csY9" fmla="*/ 333530 h 337709"/>
                <a:gd name="csX10" fmla="*/ 11745 w 28450"/>
                <a:gd name="csY10" fmla="*/ 333530 h 337709"/>
                <a:gd name="csX11" fmla="*/ 9919 w 28450"/>
                <a:gd name="csY11" fmla="*/ 269514 h 337709"/>
                <a:gd name="csX12" fmla="*/ 15670 w 28450"/>
                <a:gd name="csY12" fmla="*/ 238018 h 337709"/>
                <a:gd name="csX13" fmla="*/ 18490 w 28450"/>
                <a:gd name="csY13" fmla="*/ 208724 h 337709"/>
                <a:gd name="csX14" fmla="*/ 15493 w 28450"/>
                <a:gd name="csY14" fmla="*/ 194107 h 337709"/>
                <a:gd name="csX15" fmla="*/ 14389 w 28450"/>
                <a:gd name="csY15" fmla="*/ 177022 h 337709"/>
                <a:gd name="csX16" fmla="*/ 14492 w 28450"/>
                <a:gd name="csY16" fmla="*/ 145232 h 337709"/>
                <a:gd name="csX17" fmla="*/ 15663 w 28450"/>
                <a:gd name="csY17" fmla="*/ 78978 h 337709"/>
                <a:gd name="csX18" fmla="*/ 28373 w 28450"/>
                <a:gd name="csY18" fmla="*/ 4586 h 337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450" h="337709">
                  <a:moveTo>
                    <a:pt x="28366" y="4579"/>
                  </a:moveTo>
                  <a:cubicBezTo>
                    <a:pt x="29293" y="-9"/>
                    <a:pt x="22312" y="-1990"/>
                    <a:pt x="21304" y="2635"/>
                  </a:cubicBezTo>
                  <a:cubicBezTo>
                    <a:pt x="16517" y="24558"/>
                    <a:pt x="11716" y="46502"/>
                    <a:pt x="8645" y="68742"/>
                  </a:cubicBezTo>
                  <a:cubicBezTo>
                    <a:pt x="5633" y="90539"/>
                    <a:pt x="4734" y="112182"/>
                    <a:pt x="5412" y="134164"/>
                  </a:cubicBezTo>
                  <a:cubicBezTo>
                    <a:pt x="5765" y="145534"/>
                    <a:pt x="6200" y="156904"/>
                    <a:pt x="5854" y="168274"/>
                  </a:cubicBezTo>
                  <a:cubicBezTo>
                    <a:pt x="5537" y="178738"/>
                    <a:pt x="5235" y="188753"/>
                    <a:pt x="7415" y="199063"/>
                  </a:cubicBezTo>
                  <a:cubicBezTo>
                    <a:pt x="8475" y="204092"/>
                    <a:pt x="9838" y="209085"/>
                    <a:pt x="10059" y="214247"/>
                  </a:cubicBezTo>
                  <a:cubicBezTo>
                    <a:pt x="10302" y="219800"/>
                    <a:pt x="9388" y="225235"/>
                    <a:pt x="8159" y="230632"/>
                  </a:cubicBezTo>
                  <a:cubicBezTo>
                    <a:pt x="5876" y="240677"/>
                    <a:pt x="3151" y="250464"/>
                    <a:pt x="1818" y="260714"/>
                  </a:cubicBezTo>
                  <a:cubicBezTo>
                    <a:pt x="-1282" y="284581"/>
                    <a:pt x="-111" y="309715"/>
                    <a:pt x="3026" y="333530"/>
                  </a:cubicBezTo>
                  <a:cubicBezTo>
                    <a:pt x="3733" y="338906"/>
                    <a:pt x="11995" y="339296"/>
                    <a:pt x="11745" y="333530"/>
                  </a:cubicBezTo>
                  <a:cubicBezTo>
                    <a:pt x="10824" y="312108"/>
                    <a:pt x="8166" y="291003"/>
                    <a:pt x="9919" y="269514"/>
                  </a:cubicBezTo>
                  <a:cubicBezTo>
                    <a:pt x="10795" y="258770"/>
                    <a:pt x="13034" y="248446"/>
                    <a:pt x="15670" y="238018"/>
                  </a:cubicBezTo>
                  <a:cubicBezTo>
                    <a:pt x="18115" y="228350"/>
                    <a:pt x="19926" y="218703"/>
                    <a:pt x="18490" y="208724"/>
                  </a:cubicBezTo>
                  <a:cubicBezTo>
                    <a:pt x="17776" y="203798"/>
                    <a:pt x="16451" y="198989"/>
                    <a:pt x="15493" y="194107"/>
                  </a:cubicBezTo>
                  <a:cubicBezTo>
                    <a:pt x="14381" y="188451"/>
                    <a:pt x="14256" y="182766"/>
                    <a:pt x="14389" y="177022"/>
                  </a:cubicBezTo>
                  <a:cubicBezTo>
                    <a:pt x="14639" y="166403"/>
                    <a:pt x="14823" y="155851"/>
                    <a:pt x="14492" y="145232"/>
                  </a:cubicBezTo>
                  <a:cubicBezTo>
                    <a:pt x="13792" y="123037"/>
                    <a:pt x="13284" y="101107"/>
                    <a:pt x="15663" y="78978"/>
                  </a:cubicBezTo>
                  <a:cubicBezTo>
                    <a:pt x="18351" y="53955"/>
                    <a:pt x="23388" y="29234"/>
                    <a:pt x="28373" y="4586"/>
                  </a:cubicBezTo>
                  <a:close/>
                </a:path>
              </a:pathLst>
            </a:custGeom>
            <a:solidFill>
              <a:srgbClr val="084D91"/>
            </a:solidFill>
            <a:ln w="735" cap="flat">
              <a:noFill/>
              <a:prstDash val="solid"/>
              <a:miter/>
            </a:ln>
          </p:spPr>
          <p:txBody>
            <a:bodyPr/>
            <a:lstStyle/>
            <a:p>
              <a:endParaRPr lang="en-US"/>
            </a:p>
          </p:txBody>
        </p:sp>
        <p:sp>
          <p:nvSpPr>
            <p:cNvPr id="1322" name="Freeform: Shape 1321">
              <a:extLst>
                <a:ext uri="{FF2B5EF4-FFF2-40B4-BE49-F238E27FC236}">
                  <a16:creationId xmlns:a16="http://schemas.microsoft.com/office/drawing/2014/main" id="{631413BB-1A21-6765-FCB4-5A7836B3F131}"/>
                </a:ext>
              </a:extLst>
            </p:cNvPr>
            <p:cNvSpPr/>
            <p:nvPr/>
          </p:nvSpPr>
          <p:spPr>
            <a:xfrm>
              <a:off x="5330729" y="2706027"/>
              <a:ext cx="96345" cy="107259"/>
            </a:xfrm>
            <a:custGeom>
              <a:avLst/>
              <a:gdLst>
                <a:gd name="csX0" fmla="*/ 113515 w 124937"/>
                <a:gd name="csY0" fmla="*/ 90851 h 139091"/>
                <a:gd name="csX1" fmla="*/ 107889 w 124937"/>
                <a:gd name="csY1" fmla="*/ 102125 h 139091"/>
                <a:gd name="csX2" fmla="*/ 81857 w 124937"/>
                <a:gd name="csY2" fmla="*/ 125226 h 139091"/>
                <a:gd name="csX3" fmla="*/ 74596 w 124937"/>
                <a:gd name="csY3" fmla="*/ 129159 h 139091"/>
                <a:gd name="csX4" fmla="*/ 63756 w 124937"/>
                <a:gd name="csY4" fmla="*/ 128113 h 139091"/>
                <a:gd name="csX5" fmla="*/ 45111 w 124937"/>
                <a:gd name="csY5" fmla="*/ 120005 h 139091"/>
                <a:gd name="csX6" fmla="*/ 15330 w 124937"/>
                <a:gd name="csY6" fmla="*/ 99666 h 139091"/>
                <a:gd name="csX7" fmla="*/ 9447 w 124937"/>
                <a:gd name="csY7" fmla="*/ 57477 h 139091"/>
                <a:gd name="csX8" fmla="*/ 10640 w 124937"/>
                <a:gd name="csY8" fmla="*/ 9633 h 139091"/>
                <a:gd name="csX9" fmla="*/ 64191 w 124937"/>
                <a:gd name="csY9" fmla="*/ 9560 h 139091"/>
                <a:gd name="csX10" fmla="*/ 92130 w 124937"/>
                <a:gd name="csY10" fmla="*/ 8941 h 139091"/>
                <a:gd name="csX11" fmla="*/ 103765 w 124937"/>
                <a:gd name="csY11" fmla="*/ 8705 h 139091"/>
                <a:gd name="csX12" fmla="*/ 114914 w 124937"/>
                <a:gd name="csY12" fmla="*/ 10149 h 139091"/>
                <a:gd name="csX13" fmla="*/ 116431 w 124937"/>
                <a:gd name="csY13" fmla="*/ 14987 h 139091"/>
                <a:gd name="csX14" fmla="*/ 120842 w 124937"/>
                <a:gd name="csY14" fmla="*/ 17270 h 139091"/>
                <a:gd name="csX15" fmla="*/ 122794 w 124937"/>
                <a:gd name="csY15" fmla="*/ 12166 h 139091"/>
                <a:gd name="csX16" fmla="*/ 105989 w 124937"/>
                <a:gd name="csY16" fmla="*/ 2424 h 139091"/>
                <a:gd name="csX17" fmla="*/ 23946 w 124937"/>
                <a:gd name="csY17" fmla="*/ 900 h 139091"/>
                <a:gd name="csX18" fmla="*/ 9682 w 124937"/>
                <a:gd name="csY18" fmla="*/ 53 h 139091"/>
                <a:gd name="csX19" fmla="*/ 5912 w 124937"/>
                <a:gd name="csY19" fmla="*/ 1187 h 139091"/>
                <a:gd name="csX20" fmla="*/ 4498 w 124937"/>
                <a:gd name="csY20" fmla="*/ 6371 h 139091"/>
                <a:gd name="csX21" fmla="*/ 3408 w 124937"/>
                <a:gd name="csY21" fmla="*/ 11636 h 139091"/>
                <a:gd name="csX22" fmla="*/ 2532 w 124937"/>
                <a:gd name="csY22" fmla="*/ 26909 h 139091"/>
                <a:gd name="csX23" fmla="*/ 1133 w 124937"/>
                <a:gd name="csY23" fmla="*/ 57470 h 139091"/>
                <a:gd name="csX24" fmla="*/ 4977 w 124937"/>
                <a:gd name="csY24" fmla="*/ 100336 h 139091"/>
                <a:gd name="csX25" fmla="*/ 35427 w 124937"/>
                <a:gd name="csY25" fmla="*/ 125072 h 139091"/>
                <a:gd name="csX26" fmla="*/ 55118 w 124937"/>
                <a:gd name="csY26" fmla="*/ 134593 h 139091"/>
                <a:gd name="csX27" fmla="*/ 75495 w 124937"/>
                <a:gd name="csY27" fmla="*/ 138592 h 139091"/>
                <a:gd name="csX28" fmla="*/ 92866 w 124937"/>
                <a:gd name="csY28" fmla="*/ 129151 h 139091"/>
                <a:gd name="csX29" fmla="*/ 107528 w 124937"/>
                <a:gd name="csY29" fmla="*/ 116647 h 139091"/>
                <a:gd name="csX30" fmla="*/ 120040 w 124937"/>
                <a:gd name="csY30" fmla="*/ 102464 h 139091"/>
                <a:gd name="csX31" fmla="*/ 123088 w 124937"/>
                <a:gd name="csY31" fmla="*/ 80276 h 139091"/>
                <a:gd name="csX32" fmla="*/ 124937 w 124937"/>
                <a:gd name="csY32" fmla="*/ 30061 h 139091"/>
                <a:gd name="csX33" fmla="*/ 120931 w 124937"/>
                <a:gd name="csY33" fmla="*/ 23640 h 139091"/>
                <a:gd name="csX34" fmla="*/ 117985 w 124937"/>
                <a:gd name="csY34" fmla="*/ 29141 h 139091"/>
                <a:gd name="csX35" fmla="*/ 116917 w 124937"/>
                <a:gd name="csY35" fmla="*/ 67993 h 139091"/>
                <a:gd name="csX36" fmla="*/ 113515 w 124937"/>
                <a:gd name="csY36" fmla="*/ 90829 h 1390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24937" h="139091">
                  <a:moveTo>
                    <a:pt x="113515" y="90851"/>
                  </a:moveTo>
                  <a:cubicBezTo>
                    <a:pt x="112248" y="94990"/>
                    <a:pt x="110466" y="98856"/>
                    <a:pt x="107889" y="102125"/>
                  </a:cubicBezTo>
                  <a:cubicBezTo>
                    <a:pt x="100650" y="111286"/>
                    <a:pt x="91799" y="119129"/>
                    <a:pt x="81857" y="125226"/>
                  </a:cubicBezTo>
                  <a:cubicBezTo>
                    <a:pt x="79560" y="126640"/>
                    <a:pt x="77144" y="128238"/>
                    <a:pt x="74596" y="129159"/>
                  </a:cubicBezTo>
                  <a:cubicBezTo>
                    <a:pt x="70833" y="130514"/>
                    <a:pt x="67357" y="129372"/>
                    <a:pt x="63756" y="128113"/>
                  </a:cubicBezTo>
                  <a:cubicBezTo>
                    <a:pt x="57357" y="125874"/>
                    <a:pt x="51134" y="123098"/>
                    <a:pt x="45111" y="120005"/>
                  </a:cubicBezTo>
                  <a:cubicBezTo>
                    <a:pt x="34735" y="114674"/>
                    <a:pt x="23328" y="108326"/>
                    <a:pt x="15330" y="99666"/>
                  </a:cubicBezTo>
                  <a:cubicBezTo>
                    <a:pt x="5256" y="88760"/>
                    <a:pt x="8990" y="71005"/>
                    <a:pt x="9447" y="57477"/>
                  </a:cubicBezTo>
                  <a:cubicBezTo>
                    <a:pt x="9984" y="41534"/>
                    <a:pt x="10478" y="25584"/>
                    <a:pt x="10640" y="9633"/>
                  </a:cubicBezTo>
                  <a:cubicBezTo>
                    <a:pt x="28453" y="10480"/>
                    <a:pt x="46370" y="9920"/>
                    <a:pt x="64191" y="9560"/>
                  </a:cubicBezTo>
                  <a:cubicBezTo>
                    <a:pt x="73506" y="9375"/>
                    <a:pt x="82822" y="9147"/>
                    <a:pt x="92130" y="8941"/>
                  </a:cubicBezTo>
                  <a:cubicBezTo>
                    <a:pt x="96003" y="8853"/>
                    <a:pt x="99884" y="8757"/>
                    <a:pt x="103765" y="8705"/>
                  </a:cubicBezTo>
                  <a:cubicBezTo>
                    <a:pt x="107668" y="8661"/>
                    <a:pt x="111195" y="10244"/>
                    <a:pt x="114914" y="10149"/>
                  </a:cubicBezTo>
                  <a:cubicBezTo>
                    <a:pt x="114642" y="10149"/>
                    <a:pt x="116166" y="14597"/>
                    <a:pt x="116431" y="14987"/>
                  </a:cubicBezTo>
                  <a:cubicBezTo>
                    <a:pt x="117389" y="16386"/>
                    <a:pt x="119053" y="17542"/>
                    <a:pt x="120842" y="17270"/>
                  </a:cubicBezTo>
                  <a:cubicBezTo>
                    <a:pt x="123508" y="16872"/>
                    <a:pt x="123368" y="14265"/>
                    <a:pt x="122794" y="12166"/>
                  </a:cubicBezTo>
                  <a:cubicBezTo>
                    <a:pt x="120555" y="4007"/>
                    <a:pt x="113559" y="2402"/>
                    <a:pt x="105989" y="2424"/>
                  </a:cubicBezTo>
                  <a:cubicBezTo>
                    <a:pt x="78624" y="2512"/>
                    <a:pt x="51171" y="3668"/>
                    <a:pt x="23946" y="900"/>
                  </a:cubicBezTo>
                  <a:cubicBezTo>
                    <a:pt x="19204" y="421"/>
                    <a:pt x="14447" y="-183"/>
                    <a:pt x="9682" y="53"/>
                  </a:cubicBezTo>
                  <a:cubicBezTo>
                    <a:pt x="8342" y="119"/>
                    <a:pt x="6906" y="296"/>
                    <a:pt x="5912" y="1187"/>
                  </a:cubicBezTo>
                  <a:cubicBezTo>
                    <a:pt x="4439" y="2512"/>
                    <a:pt x="4638" y="4582"/>
                    <a:pt x="4498" y="6371"/>
                  </a:cubicBezTo>
                  <a:cubicBezTo>
                    <a:pt x="4351" y="8256"/>
                    <a:pt x="3600" y="9781"/>
                    <a:pt x="3408" y="11636"/>
                  </a:cubicBezTo>
                  <a:cubicBezTo>
                    <a:pt x="2885" y="16695"/>
                    <a:pt x="2797" y="21835"/>
                    <a:pt x="2532" y="26909"/>
                  </a:cubicBezTo>
                  <a:cubicBezTo>
                    <a:pt x="1994" y="37094"/>
                    <a:pt x="1552" y="47286"/>
                    <a:pt x="1133" y="57470"/>
                  </a:cubicBezTo>
                  <a:cubicBezTo>
                    <a:pt x="558" y="71226"/>
                    <a:pt x="-2579" y="87920"/>
                    <a:pt x="4977" y="100336"/>
                  </a:cubicBezTo>
                  <a:cubicBezTo>
                    <a:pt x="11678" y="111345"/>
                    <a:pt x="24506" y="118886"/>
                    <a:pt x="35427" y="125072"/>
                  </a:cubicBezTo>
                  <a:cubicBezTo>
                    <a:pt x="41782" y="128673"/>
                    <a:pt x="48366" y="131824"/>
                    <a:pt x="55118" y="134593"/>
                  </a:cubicBezTo>
                  <a:cubicBezTo>
                    <a:pt x="61496" y="137208"/>
                    <a:pt x="68477" y="140323"/>
                    <a:pt x="75495" y="138592"/>
                  </a:cubicBezTo>
                  <a:cubicBezTo>
                    <a:pt x="81747" y="137053"/>
                    <a:pt x="87711" y="132841"/>
                    <a:pt x="92866" y="129151"/>
                  </a:cubicBezTo>
                  <a:cubicBezTo>
                    <a:pt x="98095" y="125410"/>
                    <a:pt x="103036" y="121250"/>
                    <a:pt x="107528" y="116647"/>
                  </a:cubicBezTo>
                  <a:cubicBezTo>
                    <a:pt x="111637" y="112450"/>
                    <a:pt x="116925" y="107457"/>
                    <a:pt x="120040" y="102464"/>
                  </a:cubicBezTo>
                  <a:cubicBezTo>
                    <a:pt x="123670" y="96647"/>
                    <a:pt x="122654" y="86904"/>
                    <a:pt x="123088" y="80276"/>
                  </a:cubicBezTo>
                  <a:cubicBezTo>
                    <a:pt x="124186" y="63560"/>
                    <a:pt x="124797" y="46814"/>
                    <a:pt x="124937" y="30061"/>
                  </a:cubicBezTo>
                  <a:cubicBezTo>
                    <a:pt x="124959" y="27167"/>
                    <a:pt x="123788" y="23176"/>
                    <a:pt x="120931" y="23640"/>
                  </a:cubicBezTo>
                  <a:cubicBezTo>
                    <a:pt x="118699" y="24008"/>
                    <a:pt x="118073" y="26880"/>
                    <a:pt x="117985" y="29141"/>
                  </a:cubicBezTo>
                  <a:cubicBezTo>
                    <a:pt x="117492" y="42087"/>
                    <a:pt x="117889" y="55062"/>
                    <a:pt x="116917" y="67993"/>
                  </a:cubicBezTo>
                  <a:cubicBezTo>
                    <a:pt x="116372" y="75210"/>
                    <a:pt x="115769" y="83450"/>
                    <a:pt x="113515" y="90829"/>
                  </a:cubicBezTo>
                  <a:close/>
                </a:path>
              </a:pathLst>
            </a:custGeom>
            <a:solidFill>
              <a:srgbClr val="084D91"/>
            </a:solidFill>
            <a:ln w="735" cap="flat">
              <a:noFill/>
              <a:prstDash val="solid"/>
              <a:miter/>
            </a:ln>
          </p:spPr>
          <p:txBody>
            <a:bodyPr/>
            <a:lstStyle/>
            <a:p>
              <a:endParaRPr lang="en-US"/>
            </a:p>
          </p:txBody>
        </p:sp>
        <p:sp>
          <p:nvSpPr>
            <p:cNvPr id="1323" name="Freeform: Shape 1322">
              <a:extLst>
                <a:ext uri="{FF2B5EF4-FFF2-40B4-BE49-F238E27FC236}">
                  <a16:creationId xmlns:a16="http://schemas.microsoft.com/office/drawing/2014/main" id="{E2666F97-2708-EF3F-BD18-D44B0AD8DC3B}"/>
                </a:ext>
              </a:extLst>
            </p:cNvPr>
            <p:cNvSpPr/>
            <p:nvPr/>
          </p:nvSpPr>
          <p:spPr>
            <a:xfrm>
              <a:off x="5361533" y="2854103"/>
              <a:ext cx="182370"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sp>
          <p:nvSpPr>
            <p:cNvPr id="1324" name="Freeform: Shape 1323">
              <a:extLst>
                <a:ext uri="{FF2B5EF4-FFF2-40B4-BE49-F238E27FC236}">
                  <a16:creationId xmlns:a16="http://schemas.microsoft.com/office/drawing/2014/main" id="{3FB280CA-758A-6A2D-5F95-92D11492321F}"/>
                </a:ext>
              </a:extLst>
            </p:cNvPr>
            <p:cNvSpPr/>
            <p:nvPr/>
          </p:nvSpPr>
          <p:spPr>
            <a:xfrm>
              <a:off x="5315551" y="2821904"/>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1325" name="Freeform: Shape 1324">
              <a:extLst>
                <a:ext uri="{FF2B5EF4-FFF2-40B4-BE49-F238E27FC236}">
                  <a16:creationId xmlns:a16="http://schemas.microsoft.com/office/drawing/2014/main" id="{57D31359-892D-BBA8-E1A5-868974E18B38}"/>
                </a:ext>
              </a:extLst>
            </p:cNvPr>
            <p:cNvSpPr/>
            <p:nvPr/>
          </p:nvSpPr>
          <p:spPr>
            <a:xfrm>
              <a:off x="5307845" y="2826401"/>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1326" name="Freeform: Shape 1325">
              <a:extLst>
                <a:ext uri="{FF2B5EF4-FFF2-40B4-BE49-F238E27FC236}">
                  <a16:creationId xmlns:a16="http://schemas.microsoft.com/office/drawing/2014/main" id="{A23D37A3-BAA9-C1D4-2323-BD99C3C10D25}"/>
                </a:ext>
              </a:extLst>
            </p:cNvPr>
            <p:cNvSpPr/>
            <p:nvPr/>
          </p:nvSpPr>
          <p:spPr>
            <a:xfrm>
              <a:off x="5393381" y="2829411"/>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1327" name="Freeform: Shape 1326">
              <a:extLst>
                <a:ext uri="{FF2B5EF4-FFF2-40B4-BE49-F238E27FC236}">
                  <a16:creationId xmlns:a16="http://schemas.microsoft.com/office/drawing/2014/main" id="{F08056BC-717E-E919-D5BB-B40EEDCCBD20}"/>
                </a:ext>
              </a:extLst>
            </p:cNvPr>
            <p:cNvSpPr/>
            <p:nvPr/>
          </p:nvSpPr>
          <p:spPr>
            <a:xfrm>
              <a:off x="5327654" y="2841614"/>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sp>
          <p:nvSpPr>
            <p:cNvPr id="1328" name="Freeform: Shape 1327">
              <a:extLst>
                <a:ext uri="{FF2B5EF4-FFF2-40B4-BE49-F238E27FC236}">
                  <a16:creationId xmlns:a16="http://schemas.microsoft.com/office/drawing/2014/main" id="{C6741CBC-DA2A-A0FF-9955-98172528A57D}"/>
                </a:ext>
              </a:extLst>
            </p:cNvPr>
            <p:cNvSpPr/>
            <p:nvPr/>
          </p:nvSpPr>
          <p:spPr>
            <a:xfrm>
              <a:off x="5307332" y="2531575"/>
              <a:ext cx="118246" cy="106713"/>
            </a:xfrm>
            <a:custGeom>
              <a:avLst/>
              <a:gdLst>
                <a:gd name="csX0" fmla="*/ 79981 w 153337"/>
                <a:gd name="csY0" fmla="*/ 5290 h 138383"/>
                <a:gd name="csX1" fmla="*/ 131058 w 153337"/>
                <a:gd name="csY1" fmla="*/ 2396 h 138383"/>
                <a:gd name="csX2" fmla="*/ 153223 w 153337"/>
                <a:gd name="csY2" fmla="*/ 42869 h 138383"/>
                <a:gd name="csX3" fmla="*/ 124312 w 153337"/>
                <a:gd name="csY3" fmla="*/ 96832 h 138383"/>
                <a:gd name="csX4" fmla="*/ 105041 w 153337"/>
                <a:gd name="csY4" fmla="*/ 138270 h 138383"/>
                <a:gd name="csX5" fmla="*/ 49148 w 153337"/>
                <a:gd name="csY5" fmla="*/ 86228 h 138383"/>
                <a:gd name="csX6" fmla="*/ 0 w 153337"/>
                <a:gd name="csY6" fmla="*/ 135376 h 138383"/>
                <a:gd name="csX7" fmla="*/ 29876 w 153337"/>
                <a:gd name="csY7" fmla="*/ 79483 h 138383"/>
                <a:gd name="csX8" fmla="*/ 79988 w 153337"/>
                <a:gd name="csY8" fmla="*/ 5275 h 1383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3337" h="138383">
                  <a:moveTo>
                    <a:pt x="79981" y="5290"/>
                  </a:moveTo>
                  <a:cubicBezTo>
                    <a:pt x="79981" y="5290"/>
                    <a:pt x="120453" y="-4349"/>
                    <a:pt x="131058" y="2396"/>
                  </a:cubicBezTo>
                  <a:cubicBezTo>
                    <a:pt x="141662" y="9141"/>
                    <a:pt x="151294" y="39982"/>
                    <a:pt x="153223" y="42869"/>
                  </a:cubicBezTo>
                  <a:cubicBezTo>
                    <a:pt x="155153" y="45763"/>
                    <a:pt x="132022" y="84306"/>
                    <a:pt x="124312" y="96832"/>
                  </a:cubicBezTo>
                  <a:cubicBezTo>
                    <a:pt x="116602" y="109358"/>
                    <a:pt x="107927" y="135383"/>
                    <a:pt x="105041" y="138270"/>
                  </a:cubicBezTo>
                  <a:cubicBezTo>
                    <a:pt x="102146" y="141164"/>
                    <a:pt x="52034" y="88157"/>
                    <a:pt x="49148" y="86228"/>
                  </a:cubicBezTo>
                  <a:cubicBezTo>
                    <a:pt x="46253" y="84299"/>
                    <a:pt x="0" y="135376"/>
                    <a:pt x="0" y="135376"/>
                  </a:cubicBezTo>
                  <a:lnTo>
                    <a:pt x="29876" y="79483"/>
                  </a:lnTo>
                  <a:lnTo>
                    <a:pt x="79988" y="5275"/>
                  </a:lnTo>
                  <a:close/>
                </a:path>
              </a:pathLst>
            </a:custGeom>
            <a:solidFill>
              <a:srgbClr val="0863AA"/>
            </a:solidFill>
            <a:ln w="735" cap="flat">
              <a:noFill/>
              <a:prstDash val="solid"/>
              <a:miter/>
            </a:ln>
          </p:spPr>
          <p:txBody>
            <a:bodyPr/>
            <a:lstStyle/>
            <a:p>
              <a:endParaRPr lang="en-US"/>
            </a:p>
          </p:txBody>
        </p:sp>
        <p:sp>
          <p:nvSpPr>
            <p:cNvPr id="1329" name="Freeform: Shape 1328">
              <a:extLst>
                <a:ext uri="{FF2B5EF4-FFF2-40B4-BE49-F238E27FC236}">
                  <a16:creationId xmlns:a16="http://schemas.microsoft.com/office/drawing/2014/main" id="{54887ED4-2688-5230-4296-7DBA623E6CAA}"/>
                </a:ext>
              </a:extLst>
            </p:cNvPr>
            <p:cNvSpPr/>
            <p:nvPr/>
          </p:nvSpPr>
          <p:spPr>
            <a:xfrm>
              <a:off x="5371229" y="2535009"/>
              <a:ext cx="32960" cy="25172"/>
            </a:xfrm>
            <a:custGeom>
              <a:avLst/>
              <a:gdLst>
                <a:gd name="csX0" fmla="*/ 972 w 42741"/>
                <a:gd name="csY0" fmla="*/ 3731 h 32642"/>
                <a:gd name="csX1" fmla="*/ 41445 w 42741"/>
                <a:gd name="csY1" fmla="*/ 2767 h 32642"/>
                <a:gd name="csX2" fmla="*/ 31805 w 42741"/>
                <a:gd name="csY2" fmla="*/ 27827 h 32642"/>
                <a:gd name="csX3" fmla="*/ 0 w 42741"/>
                <a:gd name="csY3" fmla="*/ 32643 h 32642"/>
                <a:gd name="csX4" fmla="*/ 965 w 42741"/>
                <a:gd name="csY4" fmla="*/ 3731 h 32642"/>
              </a:gdLst>
              <a:ahLst/>
              <a:cxnLst>
                <a:cxn ang="0">
                  <a:pos x="csX0" y="csY0"/>
                </a:cxn>
                <a:cxn ang="0">
                  <a:pos x="csX1" y="csY1"/>
                </a:cxn>
                <a:cxn ang="0">
                  <a:pos x="csX2" y="csY2"/>
                </a:cxn>
                <a:cxn ang="0">
                  <a:pos x="csX3" y="csY3"/>
                </a:cxn>
                <a:cxn ang="0">
                  <a:pos x="csX4" y="csY4"/>
                </a:cxn>
              </a:cxnLst>
              <a:rect l="l" t="t" r="r" b="b"/>
              <a:pathLst>
                <a:path w="42741" h="32642">
                  <a:moveTo>
                    <a:pt x="972" y="3731"/>
                  </a:moveTo>
                  <a:cubicBezTo>
                    <a:pt x="972" y="3731"/>
                    <a:pt x="34699" y="-3979"/>
                    <a:pt x="41445" y="2767"/>
                  </a:cubicBezTo>
                  <a:cubicBezTo>
                    <a:pt x="47226" y="8548"/>
                    <a:pt x="31805" y="27827"/>
                    <a:pt x="31805" y="27827"/>
                  </a:cubicBezTo>
                  <a:lnTo>
                    <a:pt x="0" y="32643"/>
                  </a:lnTo>
                  <a:lnTo>
                    <a:pt x="965" y="3731"/>
                  </a:lnTo>
                  <a:close/>
                </a:path>
              </a:pathLst>
            </a:custGeom>
            <a:solidFill>
              <a:srgbClr val="1A1A1A"/>
            </a:solidFill>
            <a:ln w="735" cap="flat">
              <a:noFill/>
              <a:prstDash val="solid"/>
              <a:miter/>
            </a:ln>
          </p:spPr>
          <p:txBody>
            <a:bodyPr/>
            <a:lstStyle/>
            <a:p>
              <a:endParaRPr lang="en-US"/>
            </a:p>
          </p:txBody>
        </p:sp>
        <p:sp>
          <p:nvSpPr>
            <p:cNvPr id="1330" name="Freeform: Shape 1329">
              <a:extLst>
                <a:ext uri="{FF2B5EF4-FFF2-40B4-BE49-F238E27FC236}">
                  <a16:creationId xmlns:a16="http://schemas.microsoft.com/office/drawing/2014/main" id="{D9187556-BC45-DB83-CA45-C91506835916}"/>
                </a:ext>
              </a:extLst>
            </p:cNvPr>
            <p:cNvSpPr/>
            <p:nvPr/>
          </p:nvSpPr>
          <p:spPr>
            <a:xfrm>
              <a:off x="5336486" y="2432881"/>
              <a:ext cx="874" cy="3236"/>
            </a:xfrm>
            <a:custGeom>
              <a:avLst/>
              <a:gdLst>
                <a:gd name="csX0" fmla="*/ 1134 w 1134"/>
                <a:gd name="csY0" fmla="*/ 4197 h 4197"/>
                <a:gd name="csX1" fmla="*/ 0 w 1134"/>
                <a:gd name="csY1" fmla="*/ 0 h 4197"/>
                <a:gd name="csX2" fmla="*/ 1134 w 1134"/>
                <a:gd name="csY2" fmla="*/ 4197 h 4197"/>
              </a:gdLst>
              <a:ahLst/>
              <a:cxnLst>
                <a:cxn ang="0">
                  <a:pos x="csX0" y="csY0"/>
                </a:cxn>
                <a:cxn ang="0">
                  <a:pos x="csX1" y="csY1"/>
                </a:cxn>
                <a:cxn ang="0">
                  <a:pos x="csX2" y="csY2"/>
                </a:cxn>
              </a:cxnLst>
              <a:rect l="l" t="t" r="r" b="b"/>
              <a:pathLst>
                <a:path w="1134" h="4197">
                  <a:moveTo>
                    <a:pt x="1134" y="4197"/>
                  </a:moveTo>
                  <a:cubicBezTo>
                    <a:pt x="736" y="2754"/>
                    <a:pt x="361" y="1355"/>
                    <a:pt x="0" y="0"/>
                  </a:cubicBezTo>
                  <a:cubicBezTo>
                    <a:pt x="243" y="825"/>
                    <a:pt x="648" y="2261"/>
                    <a:pt x="1134" y="4197"/>
                  </a:cubicBezTo>
                  <a:close/>
                </a:path>
              </a:pathLst>
            </a:custGeom>
            <a:solidFill>
              <a:srgbClr val="757575"/>
            </a:solidFill>
            <a:ln w="735" cap="flat">
              <a:noFill/>
              <a:prstDash val="solid"/>
              <a:miter/>
            </a:ln>
          </p:spPr>
          <p:txBody>
            <a:bodyPr/>
            <a:lstStyle/>
            <a:p>
              <a:endParaRPr lang="en-US"/>
            </a:p>
          </p:txBody>
        </p:sp>
        <p:sp>
          <p:nvSpPr>
            <p:cNvPr id="1331" name="Freeform: Shape 1330">
              <a:extLst>
                <a:ext uri="{FF2B5EF4-FFF2-40B4-BE49-F238E27FC236}">
                  <a16:creationId xmlns:a16="http://schemas.microsoft.com/office/drawing/2014/main" id="{A6D5F1F3-6CB3-31FC-5292-FD0AD1D57397}"/>
                </a:ext>
              </a:extLst>
            </p:cNvPr>
            <p:cNvSpPr/>
            <p:nvPr/>
          </p:nvSpPr>
          <p:spPr>
            <a:xfrm>
              <a:off x="5288472" y="2501944"/>
              <a:ext cx="107289" cy="137835"/>
            </a:xfrm>
            <a:custGeom>
              <a:avLst/>
              <a:gdLst>
                <a:gd name="csX0" fmla="*/ 96808 w 139129"/>
                <a:gd name="csY0" fmla="*/ 18 h 178741"/>
                <a:gd name="csX1" fmla="*/ 139129 w 139129"/>
                <a:gd name="csY1" fmla="*/ 70698 h 178741"/>
                <a:gd name="csX2" fmla="*/ 101543 w 139129"/>
                <a:gd name="csY2" fmla="*/ 98644 h 178741"/>
                <a:gd name="csX3" fmla="*/ 63957 w 139129"/>
                <a:gd name="csY3" fmla="*/ 121774 h 178741"/>
                <a:gd name="csX4" fmla="*/ 23485 w 139129"/>
                <a:gd name="csY4" fmla="*/ 178632 h 178741"/>
                <a:gd name="csX5" fmla="*/ 1319 w 139129"/>
                <a:gd name="csY5" fmla="*/ 56242 h 178741"/>
                <a:gd name="csX6" fmla="*/ 96808 w 139129"/>
                <a:gd name="csY6" fmla="*/ 18 h 17874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9129" h="178741">
                  <a:moveTo>
                    <a:pt x="96808" y="18"/>
                  </a:moveTo>
                  <a:cubicBezTo>
                    <a:pt x="96808" y="18"/>
                    <a:pt x="104437" y="60101"/>
                    <a:pt x="139129" y="70698"/>
                  </a:cubicBezTo>
                  <a:cubicBezTo>
                    <a:pt x="139129" y="70698"/>
                    <a:pt x="123709" y="83224"/>
                    <a:pt x="101543" y="98644"/>
                  </a:cubicBezTo>
                  <a:cubicBezTo>
                    <a:pt x="78774" y="114484"/>
                    <a:pt x="65703" y="117400"/>
                    <a:pt x="63957" y="121774"/>
                  </a:cubicBezTo>
                  <a:cubicBezTo>
                    <a:pt x="62212" y="126149"/>
                    <a:pt x="25075" y="175392"/>
                    <a:pt x="23485" y="178632"/>
                  </a:cubicBezTo>
                  <a:cubicBezTo>
                    <a:pt x="21894" y="181872"/>
                    <a:pt x="-6355" y="112820"/>
                    <a:pt x="1319" y="56242"/>
                  </a:cubicBezTo>
                  <a:cubicBezTo>
                    <a:pt x="9294" y="-2611"/>
                    <a:pt x="96808" y="18"/>
                    <a:pt x="96808" y="18"/>
                  </a:cubicBezTo>
                  <a:close/>
                </a:path>
              </a:pathLst>
            </a:custGeom>
            <a:solidFill>
              <a:srgbClr val="A26552"/>
            </a:solidFill>
            <a:ln w="735" cap="flat">
              <a:noFill/>
              <a:prstDash val="solid"/>
              <a:miter/>
            </a:ln>
          </p:spPr>
          <p:txBody>
            <a:bodyPr/>
            <a:lstStyle/>
            <a:p>
              <a:endParaRPr lang="en-US"/>
            </a:p>
          </p:txBody>
        </p:sp>
        <p:sp>
          <p:nvSpPr>
            <p:cNvPr id="1332" name="Freeform: Shape 1331">
              <a:extLst>
                <a:ext uri="{FF2B5EF4-FFF2-40B4-BE49-F238E27FC236}">
                  <a16:creationId xmlns:a16="http://schemas.microsoft.com/office/drawing/2014/main" id="{0A3A8957-2040-728F-1AE5-991187100D13}"/>
                </a:ext>
              </a:extLst>
            </p:cNvPr>
            <p:cNvSpPr/>
            <p:nvPr/>
          </p:nvSpPr>
          <p:spPr>
            <a:xfrm>
              <a:off x="5252945" y="2577167"/>
              <a:ext cx="53660" cy="62534"/>
            </a:xfrm>
            <a:custGeom>
              <a:avLst/>
              <a:gdLst>
                <a:gd name="csX0" fmla="*/ 50070 w 69584"/>
                <a:gd name="csY0" fmla="*/ 0 h 81092"/>
                <a:gd name="csX1" fmla="*/ 47094 w 69584"/>
                <a:gd name="csY1" fmla="*/ 36084 h 81092"/>
                <a:gd name="csX2" fmla="*/ 44046 w 69584"/>
                <a:gd name="csY2" fmla="*/ 35436 h 81092"/>
                <a:gd name="csX3" fmla="*/ 31313 w 69584"/>
                <a:gd name="csY3" fmla="*/ 43683 h 81092"/>
                <a:gd name="csX4" fmla="*/ 20076 w 69584"/>
                <a:gd name="csY4" fmla="*/ 59111 h 81092"/>
                <a:gd name="csX5" fmla="*/ 9236 w 69584"/>
                <a:gd name="csY5" fmla="*/ 66563 h 81092"/>
                <a:gd name="csX6" fmla="*/ 10657 w 69584"/>
                <a:gd name="csY6" fmla="*/ 58522 h 81092"/>
                <a:gd name="csX7" fmla="*/ 33353 w 69584"/>
                <a:gd name="csY7" fmla="*/ 5236 h 81092"/>
                <a:gd name="csX8" fmla="*/ 33449 w 69584"/>
                <a:gd name="csY8" fmla="*/ 2541 h 81092"/>
                <a:gd name="csX9" fmla="*/ 28773 w 69584"/>
                <a:gd name="csY9" fmla="*/ 6849 h 81092"/>
                <a:gd name="csX10" fmla="*/ 24133 w 69584"/>
                <a:gd name="csY10" fmla="*/ 17607 h 81092"/>
                <a:gd name="csX11" fmla="*/ 14008 w 69584"/>
                <a:gd name="csY11" fmla="*/ 37630 h 81092"/>
                <a:gd name="csX12" fmla="*/ 4862 w 69584"/>
                <a:gd name="csY12" fmla="*/ 55849 h 81092"/>
                <a:gd name="csX13" fmla="*/ 193 w 69584"/>
                <a:gd name="csY13" fmla="*/ 72727 h 81092"/>
                <a:gd name="csX14" fmla="*/ 24708 w 69584"/>
                <a:gd name="csY14" fmla="*/ 68876 h 81092"/>
                <a:gd name="csX15" fmla="*/ 35356 w 69584"/>
                <a:gd name="csY15" fmla="*/ 54405 h 81092"/>
                <a:gd name="csX16" fmla="*/ 41409 w 69584"/>
                <a:gd name="csY16" fmla="*/ 46253 h 81092"/>
                <a:gd name="csX17" fmla="*/ 49429 w 69584"/>
                <a:gd name="csY17" fmla="*/ 47844 h 81092"/>
                <a:gd name="csX18" fmla="*/ 50342 w 69584"/>
                <a:gd name="csY18" fmla="*/ 48779 h 81092"/>
                <a:gd name="csX19" fmla="*/ 45489 w 69584"/>
                <a:gd name="csY19" fmla="*/ 72418 h 81092"/>
                <a:gd name="csX20" fmla="*/ 55129 w 69584"/>
                <a:gd name="csY20" fmla="*/ 78199 h 81092"/>
                <a:gd name="csX21" fmla="*/ 69584 w 69584"/>
                <a:gd name="csY21" fmla="*/ 81093 h 81092"/>
                <a:gd name="csX22" fmla="*/ 50099 w 69584"/>
                <a:gd name="csY22" fmla="*/ 0 h 81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9584" h="81092">
                  <a:moveTo>
                    <a:pt x="50070" y="0"/>
                  </a:moveTo>
                  <a:cubicBezTo>
                    <a:pt x="50070" y="0"/>
                    <a:pt x="46365" y="24456"/>
                    <a:pt x="47094" y="36084"/>
                  </a:cubicBezTo>
                  <a:cubicBezTo>
                    <a:pt x="46203" y="35723"/>
                    <a:pt x="45202" y="35487"/>
                    <a:pt x="44046" y="35436"/>
                  </a:cubicBezTo>
                  <a:cubicBezTo>
                    <a:pt x="38471" y="35163"/>
                    <a:pt x="34436" y="39699"/>
                    <a:pt x="31313" y="43683"/>
                  </a:cubicBezTo>
                  <a:cubicBezTo>
                    <a:pt x="27388" y="48691"/>
                    <a:pt x="24200" y="54273"/>
                    <a:pt x="20076" y="59111"/>
                  </a:cubicBezTo>
                  <a:cubicBezTo>
                    <a:pt x="17263" y="62417"/>
                    <a:pt x="14015" y="66755"/>
                    <a:pt x="9236" y="66563"/>
                  </a:cubicBezTo>
                  <a:cubicBezTo>
                    <a:pt x="8352" y="63912"/>
                    <a:pt x="9494" y="61062"/>
                    <a:pt x="10657" y="58522"/>
                  </a:cubicBezTo>
                  <a:cubicBezTo>
                    <a:pt x="18736" y="40929"/>
                    <a:pt x="29310" y="24169"/>
                    <a:pt x="33353" y="5236"/>
                  </a:cubicBezTo>
                  <a:cubicBezTo>
                    <a:pt x="33545" y="4345"/>
                    <a:pt x="33714" y="3410"/>
                    <a:pt x="33449" y="2541"/>
                  </a:cubicBezTo>
                  <a:cubicBezTo>
                    <a:pt x="31902" y="-2482"/>
                    <a:pt x="29207" y="5744"/>
                    <a:pt x="28773" y="6849"/>
                  </a:cubicBezTo>
                  <a:cubicBezTo>
                    <a:pt x="27337" y="10479"/>
                    <a:pt x="25776" y="14065"/>
                    <a:pt x="24133" y="17607"/>
                  </a:cubicBezTo>
                  <a:cubicBezTo>
                    <a:pt x="20982" y="24397"/>
                    <a:pt x="17521" y="31032"/>
                    <a:pt x="14008" y="37630"/>
                  </a:cubicBezTo>
                  <a:cubicBezTo>
                    <a:pt x="10819" y="43632"/>
                    <a:pt x="7653" y="49648"/>
                    <a:pt x="4862" y="55849"/>
                  </a:cubicBezTo>
                  <a:cubicBezTo>
                    <a:pt x="2586" y="60886"/>
                    <a:pt x="-853" y="66998"/>
                    <a:pt x="193" y="72727"/>
                  </a:cubicBezTo>
                  <a:cubicBezTo>
                    <a:pt x="2572" y="85761"/>
                    <a:pt x="19995" y="73795"/>
                    <a:pt x="24708" y="68876"/>
                  </a:cubicBezTo>
                  <a:cubicBezTo>
                    <a:pt x="28869" y="64531"/>
                    <a:pt x="32050" y="59391"/>
                    <a:pt x="35356" y="54405"/>
                  </a:cubicBezTo>
                  <a:cubicBezTo>
                    <a:pt x="37182" y="51644"/>
                    <a:pt x="39009" y="48566"/>
                    <a:pt x="41409" y="46253"/>
                  </a:cubicBezTo>
                  <a:cubicBezTo>
                    <a:pt x="44340" y="43433"/>
                    <a:pt x="47139" y="44295"/>
                    <a:pt x="49429" y="47844"/>
                  </a:cubicBezTo>
                  <a:cubicBezTo>
                    <a:pt x="49694" y="48249"/>
                    <a:pt x="50003" y="48558"/>
                    <a:pt x="50342" y="48779"/>
                  </a:cubicBezTo>
                  <a:cubicBezTo>
                    <a:pt x="50865" y="56541"/>
                    <a:pt x="48906" y="67631"/>
                    <a:pt x="45489" y="72418"/>
                  </a:cubicBezTo>
                  <a:cubicBezTo>
                    <a:pt x="40673" y="79163"/>
                    <a:pt x="50305" y="78199"/>
                    <a:pt x="55129" y="78199"/>
                  </a:cubicBezTo>
                  <a:cubicBezTo>
                    <a:pt x="59952" y="78199"/>
                    <a:pt x="69584" y="81093"/>
                    <a:pt x="69584" y="81093"/>
                  </a:cubicBezTo>
                  <a:lnTo>
                    <a:pt x="50099" y="0"/>
                  </a:lnTo>
                  <a:close/>
                </a:path>
              </a:pathLst>
            </a:custGeom>
            <a:solidFill>
              <a:srgbClr val="084D91"/>
            </a:solidFill>
            <a:ln w="735" cap="flat">
              <a:noFill/>
              <a:prstDash val="solid"/>
              <a:miter/>
            </a:ln>
          </p:spPr>
          <p:txBody>
            <a:bodyPr/>
            <a:lstStyle/>
            <a:p>
              <a:endParaRPr lang="en-US"/>
            </a:p>
          </p:txBody>
        </p:sp>
        <p:sp>
          <p:nvSpPr>
            <p:cNvPr id="1333" name="Freeform: Shape 1332">
              <a:extLst>
                <a:ext uri="{FF2B5EF4-FFF2-40B4-BE49-F238E27FC236}">
                  <a16:creationId xmlns:a16="http://schemas.microsoft.com/office/drawing/2014/main" id="{2D36DCE7-DCE2-05C3-931F-0872F5C9D035}"/>
                </a:ext>
              </a:extLst>
            </p:cNvPr>
            <p:cNvSpPr/>
            <p:nvPr/>
          </p:nvSpPr>
          <p:spPr>
            <a:xfrm>
              <a:off x="5221503" y="2373164"/>
              <a:ext cx="162103" cy="204192"/>
            </a:xfrm>
            <a:custGeom>
              <a:avLst/>
              <a:gdLst>
                <a:gd name="csX0" fmla="*/ 184836 w 210210"/>
                <a:gd name="csY0" fmla="*/ 175248 h 264791"/>
                <a:gd name="csX1" fmla="*/ 180543 w 210210"/>
                <a:gd name="csY1" fmla="*/ 212517 h 264791"/>
                <a:gd name="csX2" fmla="*/ 122618 w 210210"/>
                <a:gd name="csY2" fmla="*/ 259912 h 264791"/>
                <a:gd name="csX3" fmla="*/ 58816 w 210210"/>
                <a:gd name="csY3" fmla="*/ 255420 h 264791"/>
                <a:gd name="csX4" fmla="*/ 3018 w 210210"/>
                <a:gd name="csY4" fmla="*/ 122455 h 264791"/>
                <a:gd name="csX5" fmla="*/ 728 w 210210"/>
                <a:gd name="csY5" fmla="*/ 108243 h 264791"/>
                <a:gd name="csX6" fmla="*/ 2466 w 210210"/>
                <a:gd name="csY6" fmla="*/ 32224 h 264791"/>
                <a:gd name="csX7" fmla="*/ 43498 w 210210"/>
                <a:gd name="csY7" fmla="*/ 50170 h 264791"/>
                <a:gd name="csX8" fmla="*/ 71283 w 210210"/>
                <a:gd name="csY8" fmla="*/ 31554 h 264791"/>
                <a:gd name="csX9" fmla="*/ 120843 w 210210"/>
                <a:gd name="csY9" fmla="*/ 927 h 264791"/>
                <a:gd name="csX10" fmla="*/ 150233 w 210210"/>
                <a:gd name="csY10" fmla="*/ 81637 h 264791"/>
                <a:gd name="csX11" fmla="*/ 163856 w 210210"/>
                <a:gd name="csY11" fmla="*/ 120195 h 264791"/>
                <a:gd name="csX12" fmla="*/ 198666 w 210210"/>
                <a:gd name="csY12" fmla="*/ 94148 h 264791"/>
                <a:gd name="csX13" fmla="*/ 184829 w 210210"/>
                <a:gd name="csY13" fmla="*/ 175248 h 2647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10210" h="264791">
                  <a:moveTo>
                    <a:pt x="184836" y="175248"/>
                  </a:moveTo>
                  <a:cubicBezTo>
                    <a:pt x="184836" y="189645"/>
                    <a:pt x="183886" y="201898"/>
                    <a:pt x="180543" y="212517"/>
                  </a:cubicBezTo>
                  <a:cubicBezTo>
                    <a:pt x="174033" y="233240"/>
                    <a:pt x="158377" y="247754"/>
                    <a:pt x="122618" y="259912"/>
                  </a:cubicBezTo>
                  <a:cubicBezTo>
                    <a:pt x="105047" y="265885"/>
                    <a:pt x="76180" y="268396"/>
                    <a:pt x="58816" y="255420"/>
                  </a:cubicBezTo>
                  <a:cubicBezTo>
                    <a:pt x="25957" y="230869"/>
                    <a:pt x="6575" y="135770"/>
                    <a:pt x="3018" y="122455"/>
                  </a:cubicBezTo>
                  <a:cubicBezTo>
                    <a:pt x="1973" y="118552"/>
                    <a:pt x="1236" y="113655"/>
                    <a:pt x="728" y="108243"/>
                  </a:cubicBezTo>
                  <a:cubicBezTo>
                    <a:pt x="-1621" y="83433"/>
                    <a:pt x="2466" y="32224"/>
                    <a:pt x="2466" y="32224"/>
                  </a:cubicBezTo>
                  <a:cubicBezTo>
                    <a:pt x="8122" y="45781"/>
                    <a:pt x="19735" y="51319"/>
                    <a:pt x="43498" y="50170"/>
                  </a:cubicBezTo>
                  <a:cubicBezTo>
                    <a:pt x="55494" y="49588"/>
                    <a:pt x="66261" y="42460"/>
                    <a:pt x="71283" y="31554"/>
                  </a:cubicBezTo>
                  <a:cubicBezTo>
                    <a:pt x="77189" y="18711"/>
                    <a:pt x="103861" y="-4972"/>
                    <a:pt x="120843" y="927"/>
                  </a:cubicBezTo>
                  <a:cubicBezTo>
                    <a:pt x="149297" y="10809"/>
                    <a:pt x="139997" y="44397"/>
                    <a:pt x="150233" y="81637"/>
                  </a:cubicBezTo>
                  <a:cubicBezTo>
                    <a:pt x="160439" y="102344"/>
                    <a:pt x="163856" y="120195"/>
                    <a:pt x="163856" y="120195"/>
                  </a:cubicBezTo>
                  <a:cubicBezTo>
                    <a:pt x="163856" y="120195"/>
                    <a:pt x="174806" y="66945"/>
                    <a:pt x="198666" y="94148"/>
                  </a:cubicBezTo>
                  <a:cubicBezTo>
                    <a:pt x="231126" y="131160"/>
                    <a:pt x="184829" y="175248"/>
                    <a:pt x="184829" y="175248"/>
                  </a:cubicBezTo>
                  <a:close/>
                </a:path>
              </a:pathLst>
            </a:custGeom>
            <a:solidFill>
              <a:srgbClr val="A26552"/>
            </a:solidFill>
            <a:ln w="735" cap="flat">
              <a:noFill/>
              <a:prstDash val="solid"/>
              <a:miter/>
            </a:ln>
          </p:spPr>
          <p:txBody>
            <a:bodyPr/>
            <a:lstStyle/>
            <a:p>
              <a:endParaRPr lang="en-US"/>
            </a:p>
          </p:txBody>
        </p:sp>
        <p:sp>
          <p:nvSpPr>
            <p:cNvPr id="1334" name="Freeform: Shape 1333">
              <a:extLst>
                <a:ext uri="{FF2B5EF4-FFF2-40B4-BE49-F238E27FC236}">
                  <a16:creationId xmlns:a16="http://schemas.microsoft.com/office/drawing/2014/main" id="{430236CE-770F-EBA0-8EC0-982A640CDE3D}"/>
                </a:ext>
              </a:extLst>
            </p:cNvPr>
            <p:cNvSpPr/>
            <p:nvPr/>
          </p:nvSpPr>
          <p:spPr>
            <a:xfrm>
              <a:off x="5257966" y="2498488"/>
              <a:ext cx="14966" cy="8023"/>
            </a:xfrm>
            <a:custGeom>
              <a:avLst/>
              <a:gdLst>
                <a:gd name="csX0" fmla="*/ 6 w 19408"/>
                <a:gd name="csY0" fmla="*/ 6502 h 10404"/>
                <a:gd name="csX1" fmla="*/ 5131 w 19408"/>
                <a:gd name="csY1" fmla="*/ 1171 h 10404"/>
                <a:gd name="csX2" fmla="*/ 13755 w 19408"/>
                <a:gd name="csY2" fmla="*/ 51 h 10404"/>
                <a:gd name="csX3" fmla="*/ 19403 w 19408"/>
                <a:gd name="csY3" fmla="*/ 3903 h 10404"/>
                <a:gd name="csX4" fmla="*/ 14277 w 19408"/>
                <a:gd name="csY4" fmla="*/ 9234 h 10404"/>
                <a:gd name="csX5" fmla="*/ 5654 w 19408"/>
                <a:gd name="csY5" fmla="*/ 10353 h 10404"/>
                <a:gd name="csX6" fmla="*/ 6 w 19408"/>
                <a:gd name="csY6" fmla="*/ 6502 h 104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08" h="10404">
                  <a:moveTo>
                    <a:pt x="6" y="6502"/>
                  </a:moveTo>
                  <a:cubicBezTo>
                    <a:pt x="-134" y="4035"/>
                    <a:pt x="2215" y="1546"/>
                    <a:pt x="5131" y="1171"/>
                  </a:cubicBezTo>
                  <a:cubicBezTo>
                    <a:pt x="8003" y="795"/>
                    <a:pt x="10883" y="427"/>
                    <a:pt x="13755" y="51"/>
                  </a:cubicBezTo>
                  <a:cubicBezTo>
                    <a:pt x="16663" y="-324"/>
                    <a:pt x="19256" y="1406"/>
                    <a:pt x="19403" y="3903"/>
                  </a:cubicBezTo>
                  <a:cubicBezTo>
                    <a:pt x="19543" y="6370"/>
                    <a:pt x="17194" y="8859"/>
                    <a:pt x="14277" y="9234"/>
                  </a:cubicBezTo>
                  <a:cubicBezTo>
                    <a:pt x="11405" y="9610"/>
                    <a:pt x="8526" y="9978"/>
                    <a:pt x="5654" y="10353"/>
                  </a:cubicBezTo>
                  <a:cubicBezTo>
                    <a:pt x="2745" y="10729"/>
                    <a:pt x="153" y="8999"/>
                    <a:pt x="6" y="6502"/>
                  </a:cubicBezTo>
                  <a:close/>
                </a:path>
              </a:pathLst>
            </a:custGeom>
            <a:solidFill>
              <a:srgbClr val="512820"/>
            </a:solidFill>
            <a:ln w="735" cap="flat">
              <a:noFill/>
              <a:prstDash val="solid"/>
              <a:miter/>
            </a:ln>
          </p:spPr>
          <p:txBody>
            <a:bodyPr/>
            <a:lstStyle/>
            <a:p>
              <a:endParaRPr lang="en-US"/>
            </a:p>
          </p:txBody>
        </p:sp>
        <p:sp>
          <p:nvSpPr>
            <p:cNvPr id="1335" name="Freeform: Shape 1334">
              <a:extLst>
                <a:ext uri="{FF2B5EF4-FFF2-40B4-BE49-F238E27FC236}">
                  <a16:creationId xmlns:a16="http://schemas.microsoft.com/office/drawing/2014/main" id="{002C7005-F11D-A33C-7A5D-92DA952C3C9B}"/>
                </a:ext>
              </a:extLst>
            </p:cNvPr>
            <p:cNvSpPr/>
            <p:nvPr/>
          </p:nvSpPr>
          <p:spPr>
            <a:xfrm>
              <a:off x="5273101" y="2427087"/>
              <a:ext cx="35270" cy="9035"/>
            </a:xfrm>
            <a:custGeom>
              <a:avLst/>
              <a:gdLst>
                <a:gd name="csX0" fmla="*/ 4638 w 45737"/>
                <a:gd name="csY0" fmla="*/ 201 h 11716"/>
                <a:gd name="csX1" fmla="*/ 23151 w 45737"/>
                <a:gd name="csY1" fmla="*/ 201 h 11716"/>
                <a:gd name="csX2" fmla="*/ 41833 w 45737"/>
                <a:gd name="csY2" fmla="*/ 2889 h 11716"/>
                <a:gd name="csX3" fmla="*/ 41134 w 45737"/>
                <a:gd name="csY3" fmla="*/ 11674 h 11716"/>
                <a:gd name="csX4" fmla="*/ 22451 w 45737"/>
                <a:gd name="csY4" fmla="*/ 8986 h 11716"/>
                <a:gd name="csX5" fmla="*/ 3938 w 45737"/>
                <a:gd name="csY5" fmla="*/ 8986 h 11716"/>
                <a:gd name="csX6" fmla="*/ 4638 w 45737"/>
                <a:gd name="csY6" fmla="*/ 201 h 117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737" h="11716">
                  <a:moveTo>
                    <a:pt x="4638" y="201"/>
                  </a:moveTo>
                  <a:cubicBezTo>
                    <a:pt x="10824" y="415"/>
                    <a:pt x="16980" y="-344"/>
                    <a:pt x="23151" y="201"/>
                  </a:cubicBezTo>
                  <a:cubicBezTo>
                    <a:pt x="29418" y="753"/>
                    <a:pt x="35596" y="2094"/>
                    <a:pt x="41833" y="2889"/>
                  </a:cubicBezTo>
                  <a:cubicBezTo>
                    <a:pt x="47460" y="3603"/>
                    <a:pt x="46812" y="12396"/>
                    <a:pt x="41134" y="11674"/>
                  </a:cubicBezTo>
                  <a:cubicBezTo>
                    <a:pt x="34904" y="10879"/>
                    <a:pt x="28718" y="9524"/>
                    <a:pt x="22451" y="8986"/>
                  </a:cubicBezTo>
                  <a:cubicBezTo>
                    <a:pt x="16273" y="8464"/>
                    <a:pt x="10117" y="9193"/>
                    <a:pt x="3938" y="8986"/>
                  </a:cubicBezTo>
                  <a:cubicBezTo>
                    <a:pt x="-1754" y="8795"/>
                    <a:pt x="-1062" y="10"/>
                    <a:pt x="4638" y="201"/>
                  </a:cubicBezTo>
                  <a:close/>
                </a:path>
              </a:pathLst>
            </a:custGeom>
            <a:solidFill>
              <a:srgbClr val="161616"/>
            </a:solidFill>
            <a:ln w="735" cap="flat">
              <a:noFill/>
              <a:prstDash val="solid"/>
              <a:miter/>
            </a:ln>
          </p:spPr>
          <p:txBody>
            <a:bodyPr/>
            <a:lstStyle/>
            <a:p>
              <a:endParaRPr lang="en-US"/>
            </a:p>
          </p:txBody>
        </p:sp>
        <p:sp>
          <p:nvSpPr>
            <p:cNvPr id="1336" name="Freeform: Shape 1335">
              <a:extLst>
                <a:ext uri="{FF2B5EF4-FFF2-40B4-BE49-F238E27FC236}">
                  <a16:creationId xmlns:a16="http://schemas.microsoft.com/office/drawing/2014/main" id="{463016C1-17CA-4953-87BA-631C5B0E344E}"/>
                </a:ext>
              </a:extLst>
            </p:cNvPr>
            <p:cNvSpPr/>
            <p:nvPr/>
          </p:nvSpPr>
          <p:spPr>
            <a:xfrm>
              <a:off x="5221281" y="2453495"/>
              <a:ext cx="16865" cy="17838"/>
            </a:xfrm>
            <a:custGeom>
              <a:avLst/>
              <a:gdLst>
                <a:gd name="csX0" fmla="*/ 242 w 21870"/>
                <a:gd name="csY0" fmla="*/ 17799 h 23132"/>
                <a:gd name="csX1" fmla="*/ 14263 w 21870"/>
                <a:gd name="csY1" fmla="*/ 1097 h 23132"/>
                <a:gd name="csX2" fmla="*/ 20397 w 21870"/>
                <a:gd name="csY2" fmla="*/ 7401 h 23132"/>
                <a:gd name="csX3" fmla="*/ 8740 w 21870"/>
                <a:gd name="csY3" fmla="*/ 20067 h 23132"/>
                <a:gd name="csX4" fmla="*/ 242 w 21870"/>
                <a:gd name="csY4" fmla="*/ 17799 h 23132"/>
              </a:gdLst>
              <a:ahLst/>
              <a:cxnLst>
                <a:cxn ang="0">
                  <a:pos x="csX0" y="csY0"/>
                </a:cxn>
                <a:cxn ang="0">
                  <a:pos x="csX1" y="csY1"/>
                </a:cxn>
                <a:cxn ang="0">
                  <a:pos x="csX2" y="csY2"/>
                </a:cxn>
                <a:cxn ang="0">
                  <a:pos x="csX3" y="csY3"/>
                </a:cxn>
                <a:cxn ang="0">
                  <a:pos x="csX4" y="csY4"/>
                </a:cxn>
              </a:cxnLst>
              <a:rect l="l" t="t" r="r" b="b"/>
              <a:pathLst>
                <a:path w="21870" h="23132">
                  <a:moveTo>
                    <a:pt x="242" y="17799"/>
                  </a:moveTo>
                  <a:cubicBezTo>
                    <a:pt x="1965" y="12578"/>
                    <a:pt x="10184" y="4566"/>
                    <a:pt x="14263" y="1097"/>
                  </a:cubicBezTo>
                  <a:cubicBezTo>
                    <a:pt x="18549" y="-2541"/>
                    <a:pt x="24728" y="3726"/>
                    <a:pt x="20397" y="7401"/>
                  </a:cubicBezTo>
                  <a:cubicBezTo>
                    <a:pt x="17695" y="9691"/>
                    <a:pt x="9889" y="16569"/>
                    <a:pt x="8740" y="20067"/>
                  </a:cubicBezTo>
                  <a:cubicBezTo>
                    <a:pt x="6973" y="25428"/>
                    <a:pt x="-1533" y="23175"/>
                    <a:pt x="242" y="17799"/>
                  </a:cubicBezTo>
                  <a:close/>
                </a:path>
              </a:pathLst>
            </a:custGeom>
            <a:solidFill>
              <a:srgbClr val="161616"/>
            </a:solidFill>
            <a:ln w="735" cap="flat">
              <a:noFill/>
              <a:prstDash val="solid"/>
              <a:miter/>
            </a:ln>
          </p:spPr>
          <p:txBody>
            <a:bodyPr/>
            <a:lstStyle/>
            <a:p>
              <a:endParaRPr lang="en-US"/>
            </a:p>
          </p:txBody>
        </p:sp>
        <p:grpSp>
          <p:nvGrpSpPr>
            <p:cNvPr id="1337" name="Graphic 475">
              <a:extLst>
                <a:ext uri="{FF2B5EF4-FFF2-40B4-BE49-F238E27FC236}">
                  <a16:creationId xmlns:a16="http://schemas.microsoft.com/office/drawing/2014/main" id="{3C46C8B0-DBD0-3229-4B24-1B402CACF84F}"/>
                </a:ext>
              </a:extLst>
            </p:cNvPr>
            <p:cNvGrpSpPr/>
            <p:nvPr/>
          </p:nvGrpSpPr>
          <p:grpSpPr>
            <a:xfrm>
              <a:off x="5223336" y="2349881"/>
              <a:ext cx="166879" cy="237818"/>
              <a:chOff x="13114388" y="4916801"/>
              <a:chExt cx="216403" cy="308396"/>
            </a:xfrm>
          </p:grpSpPr>
          <p:sp>
            <p:nvSpPr>
              <p:cNvPr id="1356" name="Freeform: Shape 1355">
                <a:extLst>
                  <a:ext uri="{FF2B5EF4-FFF2-40B4-BE49-F238E27FC236}">
                    <a16:creationId xmlns:a16="http://schemas.microsoft.com/office/drawing/2014/main" id="{7420FD4D-99A6-4D36-930C-CDFC476663C3}"/>
                  </a:ext>
                </a:extLst>
              </p:cNvPr>
              <p:cNvSpPr/>
              <p:nvPr/>
            </p:nvSpPr>
            <p:spPr>
              <a:xfrm>
                <a:off x="13114388" y="4916801"/>
                <a:ext cx="216403" cy="308396"/>
              </a:xfrm>
              <a:custGeom>
                <a:avLst/>
                <a:gdLst>
                  <a:gd name="csX0" fmla="*/ 92529 w 216403"/>
                  <a:gd name="csY0" fmla="*/ 0 h 308396"/>
                  <a:gd name="csX1" fmla="*/ 15 w 216403"/>
                  <a:gd name="csY1" fmla="*/ 64273 h 308396"/>
                  <a:gd name="csX2" fmla="*/ 60179 w 216403"/>
                  <a:gd name="csY2" fmla="*/ 29640 h 308396"/>
                  <a:gd name="csX3" fmla="*/ 150374 w 216403"/>
                  <a:gd name="csY3" fmla="*/ 87926 h 308396"/>
                  <a:gd name="csX4" fmla="*/ 213159 w 216403"/>
                  <a:gd name="csY4" fmla="*/ 81998 h 308396"/>
                  <a:gd name="csX5" fmla="*/ 167517 w 216403"/>
                  <a:gd name="csY5" fmla="*/ 16429 h 308396"/>
                  <a:gd name="csX6" fmla="*/ 212607 w 216403"/>
                  <a:gd name="csY6" fmla="*/ 74627 h 308396"/>
                  <a:gd name="csX7" fmla="*/ 184285 w 216403"/>
                  <a:gd name="csY7" fmla="*/ 241599 h 308396"/>
                  <a:gd name="csX8" fmla="*/ 178165 w 216403"/>
                  <a:gd name="csY8" fmla="*/ 242711 h 308396"/>
                  <a:gd name="csX9" fmla="*/ 182459 w 216403"/>
                  <a:gd name="csY9" fmla="*/ 205441 h 308396"/>
                  <a:gd name="csX10" fmla="*/ 196296 w 216403"/>
                  <a:gd name="csY10" fmla="*/ 124342 h 308396"/>
                  <a:gd name="csX11" fmla="*/ 163231 w 216403"/>
                  <a:gd name="csY11" fmla="*/ 143628 h 308396"/>
                  <a:gd name="csX12" fmla="*/ 165661 w 216403"/>
                  <a:gd name="csY12" fmla="*/ 159372 h 308396"/>
                  <a:gd name="csX13" fmla="*/ 170897 w 216403"/>
                  <a:gd name="csY13" fmla="*/ 214242 h 308396"/>
                  <a:gd name="csX14" fmla="*/ 136860 w 216403"/>
                  <a:gd name="csY14" fmla="*/ 293913 h 308396"/>
                  <a:gd name="csX15" fmla="*/ 21267 w 216403"/>
                  <a:gd name="csY15" fmla="*/ 225678 h 308396"/>
                  <a:gd name="csX16" fmla="*/ 33293 w 216403"/>
                  <a:gd name="csY16" fmla="*/ 228277 h 308396"/>
                  <a:gd name="csX17" fmla="*/ 67977 w 216403"/>
                  <a:gd name="csY17" fmla="*/ 210957 h 308396"/>
                  <a:gd name="csX18" fmla="*/ 149674 w 216403"/>
                  <a:gd name="csY18" fmla="*/ 161589 h 308396"/>
                  <a:gd name="csX19" fmla="*/ 147870 w 216403"/>
                  <a:gd name="csY19" fmla="*/ 111845 h 308396"/>
                  <a:gd name="csX20" fmla="*/ 147862 w 216403"/>
                  <a:gd name="csY20" fmla="*/ 111830 h 308396"/>
                  <a:gd name="csX21" fmla="*/ 146728 w 216403"/>
                  <a:gd name="csY21" fmla="*/ 107633 h 308396"/>
                  <a:gd name="csX22" fmla="*/ 146684 w 216403"/>
                  <a:gd name="csY22" fmla="*/ 107478 h 308396"/>
                  <a:gd name="csX23" fmla="*/ 146640 w 216403"/>
                  <a:gd name="csY23" fmla="*/ 107316 h 308396"/>
                  <a:gd name="csX24" fmla="*/ 146522 w 216403"/>
                  <a:gd name="csY24" fmla="*/ 106881 h 308396"/>
                  <a:gd name="csX25" fmla="*/ 117979 w 216403"/>
                  <a:gd name="csY25" fmla="*/ 39515 h 308396"/>
                  <a:gd name="csX26" fmla="*/ 68508 w 216403"/>
                  <a:gd name="csY26" fmla="*/ 68191 h 308396"/>
                  <a:gd name="csX27" fmla="*/ 40723 w 216403"/>
                  <a:gd name="csY27" fmla="*/ 86807 h 308396"/>
                  <a:gd name="csX28" fmla="*/ 0 w 216403"/>
                  <a:gd name="csY28" fmla="*/ 65422 h 3083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216403" h="308396">
                    <a:moveTo>
                      <a:pt x="92529" y="0"/>
                    </a:moveTo>
                    <a:cubicBezTo>
                      <a:pt x="3697" y="0"/>
                      <a:pt x="265" y="54626"/>
                      <a:pt x="15" y="64273"/>
                    </a:cubicBezTo>
                    <a:cubicBezTo>
                      <a:pt x="545" y="60046"/>
                      <a:pt x="4985" y="56821"/>
                      <a:pt x="60179" y="29640"/>
                    </a:cubicBezTo>
                    <a:cubicBezTo>
                      <a:pt x="125387" y="-2474"/>
                      <a:pt x="150374" y="87926"/>
                      <a:pt x="150374" y="87926"/>
                    </a:cubicBezTo>
                    <a:cubicBezTo>
                      <a:pt x="150374" y="87926"/>
                      <a:pt x="214308" y="107191"/>
                      <a:pt x="213159" y="81998"/>
                    </a:cubicBezTo>
                    <a:cubicBezTo>
                      <a:pt x="212408" y="65429"/>
                      <a:pt x="201863" y="35193"/>
                      <a:pt x="167517" y="16429"/>
                    </a:cubicBezTo>
                    <a:cubicBezTo>
                      <a:pt x="181059" y="17386"/>
                      <a:pt x="201774" y="27254"/>
                      <a:pt x="212607" y="74627"/>
                    </a:cubicBezTo>
                    <a:cubicBezTo>
                      <a:pt x="229552" y="148753"/>
                      <a:pt x="184285" y="241599"/>
                      <a:pt x="184285" y="241599"/>
                    </a:cubicBezTo>
                    <a:lnTo>
                      <a:pt x="178165" y="242711"/>
                    </a:lnTo>
                    <a:cubicBezTo>
                      <a:pt x="181509" y="232092"/>
                      <a:pt x="182451" y="219838"/>
                      <a:pt x="182459" y="205441"/>
                    </a:cubicBezTo>
                    <a:cubicBezTo>
                      <a:pt x="182459" y="205441"/>
                      <a:pt x="228756" y="161353"/>
                      <a:pt x="196296" y="124342"/>
                    </a:cubicBezTo>
                    <a:cubicBezTo>
                      <a:pt x="177893" y="103361"/>
                      <a:pt x="167171" y="130233"/>
                      <a:pt x="163231" y="143628"/>
                    </a:cubicBezTo>
                    <a:cubicBezTo>
                      <a:pt x="163938" y="149276"/>
                      <a:pt x="164763" y="154946"/>
                      <a:pt x="165661" y="159372"/>
                    </a:cubicBezTo>
                    <a:cubicBezTo>
                      <a:pt x="168437" y="173113"/>
                      <a:pt x="184631" y="205972"/>
                      <a:pt x="170897" y="214242"/>
                    </a:cubicBezTo>
                    <a:cubicBezTo>
                      <a:pt x="170897" y="214242"/>
                      <a:pt x="181744" y="268883"/>
                      <a:pt x="136860" y="293913"/>
                    </a:cubicBezTo>
                    <a:cubicBezTo>
                      <a:pt x="56504" y="338730"/>
                      <a:pt x="22983" y="269177"/>
                      <a:pt x="21267" y="225678"/>
                    </a:cubicBezTo>
                    <a:cubicBezTo>
                      <a:pt x="21267" y="225678"/>
                      <a:pt x="26422" y="232416"/>
                      <a:pt x="33293" y="228277"/>
                    </a:cubicBezTo>
                    <a:cubicBezTo>
                      <a:pt x="40163" y="224139"/>
                      <a:pt x="38448" y="215501"/>
                      <a:pt x="67977" y="210957"/>
                    </a:cubicBezTo>
                    <a:cubicBezTo>
                      <a:pt x="85695" y="208225"/>
                      <a:pt x="130756" y="222909"/>
                      <a:pt x="149674" y="161589"/>
                    </a:cubicBezTo>
                    <a:cubicBezTo>
                      <a:pt x="154939" y="144519"/>
                      <a:pt x="150366" y="121764"/>
                      <a:pt x="147870" y="111845"/>
                    </a:cubicBezTo>
                    <a:cubicBezTo>
                      <a:pt x="147870" y="111837"/>
                      <a:pt x="147862" y="111830"/>
                      <a:pt x="147862" y="111830"/>
                    </a:cubicBezTo>
                    <a:cubicBezTo>
                      <a:pt x="147376" y="109893"/>
                      <a:pt x="146971" y="108457"/>
                      <a:pt x="146728" y="107633"/>
                    </a:cubicBezTo>
                    <a:cubicBezTo>
                      <a:pt x="146714" y="107581"/>
                      <a:pt x="146699" y="107529"/>
                      <a:pt x="146684" y="107478"/>
                    </a:cubicBezTo>
                    <a:cubicBezTo>
                      <a:pt x="146669" y="107419"/>
                      <a:pt x="146655" y="107367"/>
                      <a:pt x="146640" y="107316"/>
                    </a:cubicBezTo>
                    <a:cubicBezTo>
                      <a:pt x="146603" y="107169"/>
                      <a:pt x="146566" y="107021"/>
                      <a:pt x="146522" y="106881"/>
                    </a:cubicBezTo>
                    <a:cubicBezTo>
                      <a:pt x="137663" y="73567"/>
                      <a:pt x="145130" y="48949"/>
                      <a:pt x="117979" y="39515"/>
                    </a:cubicBezTo>
                    <a:cubicBezTo>
                      <a:pt x="100998" y="33617"/>
                      <a:pt x="74414" y="55348"/>
                      <a:pt x="68508" y="68191"/>
                    </a:cubicBezTo>
                    <a:cubicBezTo>
                      <a:pt x="63485" y="79097"/>
                      <a:pt x="52719" y="86225"/>
                      <a:pt x="40723" y="86807"/>
                    </a:cubicBezTo>
                    <a:cubicBezTo>
                      <a:pt x="16959" y="87956"/>
                      <a:pt x="5656" y="78979"/>
                      <a:pt x="0" y="65422"/>
                    </a:cubicBezTo>
                  </a:path>
                </a:pathLst>
              </a:custGeom>
              <a:solidFill>
                <a:srgbClr val="161616"/>
              </a:solidFill>
              <a:ln w="735" cap="flat">
                <a:noFill/>
                <a:prstDash val="solid"/>
                <a:miter/>
              </a:ln>
            </p:spPr>
            <p:txBody>
              <a:bodyPr/>
              <a:lstStyle/>
              <a:p>
                <a:endParaRPr lang="en-US"/>
              </a:p>
            </p:txBody>
          </p:sp>
          <p:sp>
            <p:nvSpPr>
              <p:cNvPr id="1357" name="Freeform: Shape 1356">
                <a:extLst>
                  <a:ext uri="{FF2B5EF4-FFF2-40B4-BE49-F238E27FC236}">
                    <a16:creationId xmlns:a16="http://schemas.microsoft.com/office/drawing/2014/main" id="{32948BF7-F951-57A6-955E-2268E712BDCB}"/>
                  </a:ext>
                </a:extLst>
              </p:cNvPr>
              <p:cNvSpPr/>
              <p:nvPr/>
            </p:nvSpPr>
            <p:spPr>
              <a:xfrm>
                <a:off x="13260888" y="5023660"/>
                <a:ext cx="139" cy="456"/>
              </a:xfrm>
              <a:custGeom>
                <a:avLst/>
                <a:gdLst>
                  <a:gd name="csX0" fmla="*/ 140 w 139"/>
                  <a:gd name="csY0" fmla="*/ 457 h 456"/>
                  <a:gd name="csX1" fmla="*/ 0 w 139"/>
                  <a:gd name="csY1" fmla="*/ 0 h 456"/>
                  <a:gd name="csX2" fmla="*/ 22 w 139"/>
                  <a:gd name="csY2" fmla="*/ 22 h 456"/>
                  <a:gd name="csX3" fmla="*/ 140 w 139"/>
                  <a:gd name="csY3" fmla="*/ 457 h 456"/>
                </a:gdLst>
                <a:ahLst/>
                <a:cxnLst>
                  <a:cxn ang="0">
                    <a:pos x="csX0" y="csY0"/>
                  </a:cxn>
                  <a:cxn ang="0">
                    <a:pos x="csX1" y="csY1"/>
                  </a:cxn>
                  <a:cxn ang="0">
                    <a:pos x="csX2" y="csY2"/>
                  </a:cxn>
                  <a:cxn ang="0">
                    <a:pos x="csX3" y="csY3"/>
                  </a:cxn>
                </a:cxnLst>
                <a:rect l="l" t="t" r="r" b="b"/>
                <a:pathLst>
                  <a:path w="139" h="456">
                    <a:moveTo>
                      <a:pt x="140" y="457"/>
                    </a:moveTo>
                    <a:cubicBezTo>
                      <a:pt x="52" y="155"/>
                      <a:pt x="0" y="0"/>
                      <a:pt x="0" y="0"/>
                    </a:cubicBezTo>
                    <a:lnTo>
                      <a:pt x="22" y="22"/>
                    </a:lnTo>
                    <a:cubicBezTo>
                      <a:pt x="66" y="162"/>
                      <a:pt x="103" y="309"/>
                      <a:pt x="140" y="457"/>
                    </a:cubicBezTo>
                    <a:close/>
                  </a:path>
                </a:pathLst>
              </a:custGeom>
              <a:solidFill>
                <a:srgbClr val="084D91"/>
              </a:solidFill>
              <a:ln w="735" cap="flat">
                <a:noFill/>
                <a:prstDash val="solid"/>
                <a:miter/>
              </a:ln>
            </p:spPr>
            <p:txBody>
              <a:bodyPr/>
              <a:lstStyle/>
              <a:p>
                <a:endParaRPr lang="en-US"/>
              </a:p>
            </p:txBody>
          </p:sp>
        </p:grpSp>
        <p:sp>
          <p:nvSpPr>
            <p:cNvPr id="1338" name="Freeform: Shape 1337">
              <a:extLst>
                <a:ext uri="{FF2B5EF4-FFF2-40B4-BE49-F238E27FC236}">
                  <a16:creationId xmlns:a16="http://schemas.microsoft.com/office/drawing/2014/main" id="{77A05A2F-C918-D861-7B52-3165DEE4DC19}"/>
                </a:ext>
              </a:extLst>
            </p:cNvPr>
            <p:cNvSpPr/>
            <p:nvPr/>
          </p:nvSpPr>
          <p:spPr>
            <a:xfrm>
              <a:off x="5261248" y="2525995"/>
              <a:ext cx="33442" cy="20172"/>
            </a:xfrm>
            <a:custGeom>
              <a:avLst/>
              <a:gdLst>
                <a:gd name="csX0" fmla="*/ 9640 w 43366"/>
                <a:gd name="csY0" fmla="*/ 6745 h 26159"/>
                <a:gd name="csX1" fmla="*/ 43367 w 43366"/>
                <a:gd name="csY1" fmla="*/ 0 h 26159"/>
                <a:gd name="csX2" fmla="*/ 20236 w 43366"/>
                <a:gd name="csY2" fmla="*/ 26017 h 26159"/>
                <a:gd name="csX3" fmla="*/ 0 w 43366"/>
                <a:gd name="csY3" fmla="*/ 9632 h 26159"/>
                <a:gd name="csX4" fmla="*/ 9640 w 43366"/>
                <a:gd name="csY4" fmla="*/ 6738 h 26159"/>
              </a:gdLst>
              <a:ahLst/>
              <a:cxnLst>
                <a:cxn ang="0">
                  <a:pos x="csX0" y="csY0"/>
                </a:cxn>
                <a:cxn ang="0">
                  <a:pos x="csX1" y="csY1"/>
                </a:cxn>
                <a:cxn ang="0">
                  <a:pos x="csX2" y="csY2"/>
                </a:cxn>
                <a:cxn ang="0">
                  <a:pos x="csX3" y="csY3"/>
                </a:cxn>
                <a:cxn ang="0">
                  <a:pos x="csX4" y="csY4"/>
                </a:cxn>
              </a:cxnLst>
              <a:rect l="l" t="t" r="r" b="b"/>
              <a:pathLst>
                <a:path w="43366" h="26159">
                  <a:moveTo>
                    <a:pt x="9640" y="6745"/>
                  </a:moveTo>
                  <a:lnTo>
                    <a:pt x="43367" y="0"/>
                  </a:lnTo>
                  <a:cubicBezTo>
                    <a:pt x="43367" y="0"/>
                    <a:pt x="34692" y="24095"/>
                    <a:pt x="20236" y="26017"/>
                  </a:cubicBezTo>
                  <a:cubicBezTo>
                    <a:pt x="5781" y="27946"/>
                    <a:pt x="0" y="9632"/>
                    <a:pt x="0" y="9632"/>
                  </a:cubicBezTo>
                  <a:lnTo>
                    <a:pt x="9640" y="6738"/>
                  </a:lnTo>
                  <a:close/>
                </a:path>
              </a:pathLst>
            </a:custGeom>
            <a:solidFill>
              <a:srgbClr val="FFFFFF"/>
            </a:solidFill>
            <a:ln w="735" cap="flat">
              <a:noFill/>
              <a:prstDash val="solid"/>
              <a:miter/>
            </a:ln>
          </p:spPr>
          <p:txBody>
            <a:bodyPr/>
            <a:lstStyle/>
            <a:p>
              <a:endParaRPr lang="en-US"/>
            </a:p>
          </p:txBody>
        </p:sp>
        <p:sp>
          <p:nvSpPr>
            <p:cNvPr id="1339" name="Freeform: Shape 1338">
              <a:extLst>
                <a:ext uri="{FF2B5EF4-FFF2-40B4-BE49-F238E27FC236}">
                  <a16:creationId xmlns:a16="http://schemas.microsoft.com/office/drawing/2014/main" id="{22E2A028-760C-D2BF-D5C4-DA2E9987DDC0}"/>
                </a:ext>
              </a:extLst>
            </p:cNvPr>
            <p:cNvSpPr/>
            <p:nvPr/>
          </p:nvSpPr>
          <p:spPr>
            <a:xfrm>
              <a:off x="5293799" y="2455862"/>
              <a:ext cx="13925" cy="13470"/>
            </a:xfrm>
            <a:custGeom>
              <a:avLst/>
              <a:gdLst>
                <a:gd name="csX0" fmla="*/ 13970 w 18057"/>
                <a:gd name="csY0" fmla="*/ 1643 h 17468"/>
                <a:gd name="csX1" fmla="*/ 17961 w 18057"/>
                <a:gd name="csY1" fmla="*/ 8116 h 17468"/>
                <a:gd name="csX2" fmla="*/ 14743 w 18057"/>
                <a:gd name="csY2" fmla="*/ 15804 h 17468"/>
                <a:gd name="csX3" fmla="*/ 6392 w 18057"/>
                <a:gd name="csY3" fmla="*/ 16931 h 17468"/>
                <a:gd name="csX4" fmla="*/ 898 w 18057"/>
                <a:gd name="csY4" fmla="*/ 4088 h 17468"/>
                <a:gd name="csX5" fmla="*/ 6289 w 18057"/>
                <a:gd name="csY5" fmla="*/ 185 h 17468"/>
                <a:gd name="csX6" fmla="*/ 12998 w 18057"/>
                <a:gd name="csY6" fmla="*/ 1105 h 17468"/>
                <a:gd name="csX7" fmla="*/ 13970 w 18057"/>
                <a:gd name="csY7" fmla="*/ 1643 h 174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057" h="17468">
                  <a:moveTo>
                    <a:pt x="13970" y="1643"/>
                  </a:moveTo>
                  <a:cubicBezTo>
                    <a:pt x="16135" y="3057"/>
                    <a:pt x="17534" y="5553"/>
                    <a:pt x="17961" y="8116"/>
                  </a:cubicBezTo>
                  <a:cubicBezTo>
                    <a:pt x="18439" y="11003"/>
                    <a:pt x="17099" y="14073"/>
                    <a:pt x="14743" y="15804"/>
                  </a:cubicBezTo>
                  <a:cubicBezTo>
                    <a:pt x="12386" y="17535"/>
                    <a:pt x="9146" y="17925"/>
                    <a:pt x="6392" y="16931"/>
                  </a:cubicBezTo>
                  <a:cubicBezTo>
                    <a:pt x="1480" y="15163"/>
                    <a:pt x="-1627" y="9000"/>
                    <a:pt x="898" y="4088"/>
                  </a:cubicBezTo>
                  <a:cubicBezTo>
                    <a:pt x="1944" y="2048"/>
                    <a:pt x="4043" y="649"/>
                    <a:pt x="6289" y="185"/>
                  </a:cubicBezTo>
                  <a:cubicBezTo>
                    <a:pt x="8535" y="-272"/>
                    <a:pt x="10906" y="148"/>
                    <a:pt x="12998" y="1105"/>
                  </a:cubicBezTo>
                  <a:cubicBezTo>
                    <a:pt x="13336" y="1260"/>
                    <a:pt x="13660" y="1437"/>
                    <a:pt x="13970" y="1643"/>
                  </a:cubicBezTo>
                  <a:close/>
                </a:path>
              </a:pathLst>
            </a:custGeom>
            <a:solidFill>
              <a:srgbClr val="1A1A1A"/>
            </a:solidFill>
            <a:ln w="735" cap="flat">
              <a:noFill/>
              <a:prstDash val="solid"/>
              <a:miter/>
            </a:ln>
          </p:spPr>
          <p:txBody>
            <a:bodyPr/>
            <a:lstStyle/>
            <a:p>
              <a:endParaRPr lang="en-US"/>
            </a:p>
          </p:txBody>
        </p:sp>
        <p:sp>
          <p:nvSpPr>
            <p:cNvPr id="1340" name="Freeform: Shape 1339">
              <a:extLst>
                <a:ext uri="{FF2B5EF4-FFF2-40B4-BE49-F238E27FC236}">
                  <a16:creationId xmlns:a16="http://schemas.microsoft.com/office/drawing/2014/main" id="{2EF8C7E2-CB69-4FBC-B0BF-CCCECC9EB5E8}"/>
                </a:ext>
              </a:extLst>
            </p:cNvPr>
            <p:cNvSpPr/>
            <p:nvPr/>
          </p:nvSpPr>
          <p:spPr>
            <a:xfrm>
              <a:off x="5339295" y="2565128"/>
              <a:ext cx="88525" cy="76643"/>
            </a:xfrm>
            <a:custGeom>
              <a:avLst/>
              <a:gdLst>
                <a:gd name="csX0" fmla="*/ 114660 w 114796"/>
                <a:gd name="csY0" fmla="*/ 6111 h 99388"/>
                <a:gd name="csX1" fmla="*/ 111950 w 114796"/>
                <a:gd name="csY1" fmla="*/ 43 h 99388"/>
                <a:gd name="csX2" fmla="*/ 106030 w 114796"/>
                <a:gd name="csY2" fmla="*/ 3909 h 99388"/>
                <a:gd name="csX3" fmla="*/ 80741 w 114796"/>
                <a:gd name="csY3" fmla="*/ 47850 h 99388"/>
                <a:gd name="csX4" fmla="*/ 63443 w 114796"/>
                <a:gd name="csY4" fmla="*/ 84346 h 99388"/>
                <a:gd name="csX5" fmla="*/ 31498 w 114796"/>
                <a:gd name="csY5" fmla="*/ 58594 h 99388"/>
                <a:gd name="csX6" fmla="*/ 341 w 114796"/>
                <a:gd name="csY6" fmla="*/ 47983 h 99388"/>
                <a:gd name="csX7" fmla="*/ 3817 w 114796"/>
                <a:gd name="csY7" fmla="*/ 50663 h 99388"/>
                <a:gd name="csX8" fmla="*/ 18884 w 114796"/>
                <a:gd name="csY8" fmla="*/ 60597 h 99388"/>
                <a:gd name="csX9" fmla="*/ 33207 w 114796"/>
                <a:gd name="csY9" fmla="*/ 74545 h 99388"/>
                <a:gd name="csX10" fmla="*/ 64563 w 114796"/>
                <a:gd name="csY10" fmla="*/ 98566 h 99388"/>
                <a:gd name="csX11" fmla="*/ 73193 w 114796"/>
                <a:gd name="csY11" fmla="*/ 93618 h 99388"/>
                <a:gd name="csX12" fmla="*/ 94107 w 114796"/>
                <a:gd name="csY12" fmla="*/ 48623 h 99388"/>
                <a:gd name="csX13" fmla="*/ 105985 w 114796"/>
                <a:gd name="csY13" fmla="*/ 30206 h 99388"/>
                <a:gd name="csX14" fmla="*/ 114660 w 114796"/>
                <a:gd name="csY14" fmla="*/ 6111 h 99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4796" h="99388">
                  <a:moveTo>
                    <a:pt x="114660" y="6111"/>
                  </a:moveTo>
                  <a:cubicBezTo>
                    <a:pt x="114307" y="3408"/>
                    <a:pt x="114844" y="433"/>
                    <a:pt x="111950" y="43"/>
                  </a:cubicBezTo>
                  <a:cubicBezTo>
                    <a:pt x="109579" y="-281"/>
                    <a:pt x="106398" y="1251"/>
                    <a:pt x="106030" y="3909"/>
                  </a:cubicBezTo>
                  <a:cubicBezTo>
                    <a:pt x="103651" y="20920"/>
                    <a:pt x="90094" y="34065"/>
                    <a:pt x="80741" y="47850"/>
                  </a:cubicBezTo>
                  <a:cubicBezTo>
                    <a:pt x="73053" y="59191"/>
                    <a:pt x="66684" y="71179"/>
                    <a:pt x="63443" y="84346"/>
                  </a:cubicBezTo>
                  <a:cubicBezTo>
                    <a:pt x="52022" y="76776"/>
                    <a:pt x="41734" y="67748"/>
                    <a:pt x="31498" y="58594"/>
                  </a:cubicBezTo>
                  <a:cubicBezTo>
                    <a:pt x="24524" y="52350"/>
                    <a:pt x="9274" y="34727"/>
                    <a:pt x="341" y="47983"/>
                  </a:cubicBezTo>
                  <a:cubicBezTo>
                    <a:pt x="-1051" y="50052"/>
                    <a:pt x="2160" y="52563"/>
                    <a:pt x="3817" y="50663"/>
                  </a:cubicBezTo>
                  <a:cubicBezTo>
                    <a:pt x="7587" y="46326"/>
                    <a:pt x="16417" y="58160"/>
                    <a:pt x="18884" y="60597"/>
                  </a:cubicBezTo>
                  <a:cubicBezTo>
                    <a:pt x="23619" y="65281"/>
                    <a:pt x="28324" y="70016"/>
                    <a:pt x="33207" y="74545"/>
                  </a:cubicBezTo>
                  <a:cubicBezTo>
                    <a:pt x="42861" y="83499"/>
                    <a:pt x="53163" y="91924"/>
                    <a:pt x="64563" y="98566"/>
                  </a:cubicBezTo>
                  <a:cubicBezTo>
                    <a:pt x="68679" y="100959"/>
                    <a:pt x="72678" y="97771"/>
                    <a:pt x="73193" y="93618"/>
                  </a:cubicBezTo>
                  <a:cubicBezTo>
                    <a:pt x="75270" y="76864"/>
                    <a:pt x="84556" y="62114"/>
                    <a:pt x="94107" y="48623"/>
                  </a:cubicBezTo>
                  <a:cubicBezTo>
                    <a:pt x="98960" y="41767"/>
                    <a:pt x="101339" y="37202"/>
                    <a:pt x="105985" y="30206"/>
                  </a:cubicBezTo>
                  <a:cubicBezTo>
                    <a:pt x="110315" y="23689"/>
                    <a:pt x="115728" y="14226"/>
                    <a:pt x="114660" y="6111"/>
                  </a:cubicBezTo>
                  <a:close/>
                </a:path>
              </a:pathLst>
            </a:custGeom>
            <a:solidFill>
              <a:srgbClr val="084D91"/>
            </a:solidFill>
            <a:ln w="735" cap="flat">
              <a:noFill/>
              <a:prstDash val="solid"/>
              <a:miter/>
            </a:ln>
          </p:spPr>
          <p:txBody>
            <a:bodyPr/>
            <a:lstStyle/>
            <a:p>
              <a:endParaRPr lang="en-US"/>
            </a:p>
          </p:txBody>
        </p:sp>
        <p:sp>
          <p:nvSpPr>
            <p:cNvPr id="1341" name="Freeform: Shape 1340">
              <a:extLst>
                <a:ext uri="{FF2B5EF4-FFF2-40B4-BE49-F238E27FC236}">
                  <a16:creationId xmlns:a16="http://schemas.microsoft.com/office/drawing/2014/main" id="{1DDCE291-A588-B1EB-0895-C7FB16E7E069}"/>
                </a:ext>
              </a:extLst>
            </p:cNvPr>
            <p:cNvSpPr/>
            <p:nvPr/>
          </p:nvSpPr>
          <p:spPr>
            <a:xfrm>
              <a:off x="4890719" y="2924432"/>
              <a:ext cx="424011" cy="11093"/>
            </a:xfrm>
            <a:custGeom>
              <a:avLst/>
              <a:gdLst>
                <a:gd name="csX0" fmla="*/ 60 w 549843"/>
                <a:gd name="csY0" fmla="*/ 965 h 14385"/>
                <a:gd name="csX1" fmla="*/ 4891 w 549843"/>
                <a:gd name="csY1" fmla="*/ 13528 h 14385"/>
                <a:gd name="csX2" fmla="*/ 549844 w 549843"/>
                <a:gd name="csY2" fmla="*/ 13528 h 14385"/>
                <a:gd name="csX3" fmla="*/ 542112 w 549843"/>
                <a:gd name="csY3" fmla="*/ 2901 h 14385"/>
                <a:gd name="csX4" fmla="*/ 281234 w 549843"/>
                <a:gd name="csY4" fmla="*/ 0 h 14385"/>
                <a:gd name="csX5" fmla="*/ 60 w 549843"/>
                <a:gd name="csY5" fmla="*/ 965 h 14385"/>
              </a:gdLst>
              <a:ahLst/>
              <a:cxnLst>
                <a:cxn ang="0">
                  <a:pos x="csX0" y="csY0"/>
                </a:cxn>
                <a:cxn ang="0">
                  <a:pos x="csX1" y="csY1"/>
                </a:cxn>
                <a:cxn ang="0">
                  <a:pos x="csX2" y="csY2"/>
                </a:cxn>
                <a:cxn ang="0">
                  <a:pos x="csX3" y="csY3"/>
                </a:cxn>
                <a:cxn ang="0">
                  <a:pos x="csX4" y="csY4"/>
                </a:cxn>
                <a:cxn ang="0">
                  <a:pos x="csX5" y="csY5"/>
                </a:cxn>
              </a:cxnLst>
              <a:rect l="l" t="t" r="r" b="b"/>
              <a:pathLst>
                <a:path w="549843" h="14385">
                  <a:moveTo>
                    <a:pt x="60" y="965"/>
                  </a:moveTo>
                  <a:cubicBezTo>
                    <a:pt x="60" y="965"/>
                    <a:pt x="-905" y="11591"/>
                    <a:pt x="4891" y="13528"/>
                  </a:cubicBezTo>
                  <a:cubicBezTo>
                    <a:pt x="10686" y="15457"/>
                    <a:pt x="549844" y="13528"/>
                    <a:pt x="549844" y="13528"/>
                  </a:cubicBezTo>
                  <a:cubicBezTo>
                    <a:pt x="549844" y="13528"/>
                    <a:pt x="546943" y="2901"/>
                    <a:pt x="542112" y="2901"/>
                  </a:cubicBezTo>
                  <a:cubicBezTo>
                    <a:pt x="537281" y="2901"/>
                    <a:pt x="281234" y="0"/>
                    <a:pt x="281234" y="0"/>
                  </a:cubicBezTo>
                  <a:lnTo>
                    <a:pt x="60" y="965"/>
                  </a:lnTo>
                  <a:close/>
                </a:path>
              </a:pathLst>
            </a:custGeom>
            <a:solidFill>
              <a:srgbClr val="00A9F4"/>
            </a:solidFill>
            <a:ln w="735" cap="flat">
              <a:noFill/>
              <a:prstDash val="solid"/>
              <a:miter/>
            </a:ln>
          </p:spPr>
          <p:txBody>
            <a:bodyPr/>
            <a:lstStyle/>
            <a:p>
              <a:endParaRPr lang="en-US"/>
            </a:p>
          </p:txBody>
        </p:sp>
        <p:sp>
          <p:nvSpPr>
            <p:cNvPr id="1342" name="Freeform: Shape 1341">
              <a:extLst>
                <a:ext uri="{FF2B5EF4-FFF2-40B4-BE49-F238E27FC236}">
                  <a16:creationId xmlns:a16="http://schemas.microsoft.com/office/drawing/2014/main" id="{43329706-CAEC-6DBE-1235-1934FEA33FF8}"/>
                </a:ext>
              </a:extLst>
            </p:cNvPr>
            <p:cNvSpPr/>
            <p:nvPr/>
          </p:nvSpPr>
          <p:spPr>
            <a:xfrm>
              <a:off x="4890725" y="2924432"/>
              <a:ext cx="261951" cy="11094"/>
            </a:xfrm>
            <a:custGeom>
              <a:avLst/>
              <a:gdLst>
                <a:gd name="csX0" fmla="*/ 328577 w 339689"/>
                <a:gd name="csY0" fmla="*/ 1929 h 14387"/>
                <a:gd name="csX1" fmla="*/ 328275 w 339689"/>
                <a:gd name="csY1" fmla="*/ 346 h 14387"/>
                <a:gd name="csX2" fmla="*/ 281234 w 339689"/>
                <a:gd name="csY2" fmla="*/ 0 h 14387"/>
                <a:gd name="csX3" fmla="*/ 60 w 339689"/>
                <a:gd name="csY3" fmla="*/ 965 h 14387"/>
                <a:gd name="csX4" fmla="*/ 4891 w 339689"/>
                <a:gd name="csY4" fmla="*/ 13528 h 14387"/>
                <a:gd name="csX5" fmla="*/ 339689 w 339689"/>
                <a:gd name="csY5" fmla="*/ 14168 h 14387"/>
                <a:gd name="csX6" fmla="*/ 328577 w 339689"/>
                <a:gd name="csY6" fmla="*/ 1937 h 143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89" h="14387">
                  <a:moveTo>
                    <a:pt x="328577" y="1929"/>
                  </a:moveTo>
                  <a:cubicBezTo>
                    <a:pt x="328496" y="1384"/>
                    <a:pt x="328385" y="862"/>
                    <a:pt x="328275" y="346"/>
                  </a:cubicBezTo>
                  <a:cubicBezTo>
                    <a:pt x="309563" y="133"/>
                    <a:pt x="281234" y="0"/>
                    <a:pt x="281234" y="0"/>
                  </a:cubicBezTo>
                  <a:lnTo>
                    <a:pt x="60" y="965"/>
                  </a:lnTo>
                  <a:cubicBezTo>
                    <a:pt x="60" y="965"/>
                    <a:pt x="-905" y="11591"/>
                    <a:pt x="4891" y="13528"/>
                  </a:cubicBezTo>
                  <a:cubicBezTo>
                    <a:pt x="8102" y="14595"/>
                    <a:pt x="191444" y="14485"/>
                    <a:pt x="339689" y="14168"/>
                  </a:cubicBezTo>
                  <a:cubicBezTo>
                    <a:pt x="336000" y="13299"/>
                    <a:pt x="329910" y="10560"/>
                    <a:pt x="328577" y="1937"/>
                  </a:cubicBezTo>
                  <a:close/>
                </a:path>
              </a:pathLst>
            </a:custGeom>
            <a:solidFill>
              <a:srgbClr val="0291DC"/>
            </a:solidFill>
            <a:ln w="735" cap="flat">
              <a:noFill/>
              <a:prstDash val="solid"/>
              <a:miter/>
            </a:ln>
          </p:spPr>
          <p:txBody>
            <a:bodyPr/>
            <a:lstStyle/>
            <a:p>
              <a:endParaRPr lang="en-US"/>
            </a:p>
          </p:txBody>
        </p:sp>
        <p:sp>
          <p:nvSpPr>
            <p:cNvPr id="1343" name="Freeform: Shape 1342">
              <a:extLst>
                <a:ext uri="{FF2B5EF4-FFF2-40B4-BE49-F238E27FC236}">
                  <a16:creationId xmlns:a16="http://schemas.microsoft.com/office/drawing/2014/main" id="{C91F9A4A-C723-7539-9746-F107B3E36A18}"/>
                </a:ext>
              </a:extLst>
            </p:cNvPr>
            <p:cNvSpPr/>
            <p:nvPr/>
          </p:nvSpPr>
          <p:spPr>
            <a:xfrm>
              <a:off x="4816781" y="2711442"/>
              <a:ext cx="330301" cy="217667"/>
            </a:xfrm>
            <a:custGeom>
              <a:avLst/>
              <a:gdLst>
                <a:gd name="csX0" fmla="*/ 86279 w 428323"/>
                <a:gd name="csY0" fmla="*/ 281030 h 282265"/>
                <a:gd name="csX1" fmla="*/ 419627 w 428323"/>
                <a:gd name="csY1" fmla="*/ 281995 h 282265"/>
                <a:gd name="csX2" fmla="*/ 428324 w 428323"/>
                <a:gd name="csY2" fmla="*/ 273298 h 282265"/>
                <a:gd name="csX3" fmla="*/ 344263 w 428323"/>
                <a:gd name="csY3" fmla="*/ 1787 h 282265"/>
                <a:gd name="csX4" fmla="*/ 289 w 428323"/>
                <a:gd name="csY4" fmla="*/ 11448 h 282265"/>
                <a:gd name="csX5" fmla="*/ 86286 w 428323"/>
                <a:gd name="csY5" fmla="*/ 281023 h 282265"/>
              </a:gdLst>
              <a:ahLst/>
              <a:cxnLst>
                <a:cxn ang="0">
                  <a:pos x="csX0" y="csY0"/>
                </a:cxn>
                <a:cxn ang="0">
                  <a:pos x="csX1" y="csY1"/>
                </a:cxn>
                <a:cxn ang="0">
                  <a:pos x="csX2" y="csY2"/>
                </a:cxn>
                <a:cxn ang="0">
                  <a:pos x="csX3" y="csY3"/>
                </a:cxn>
                <a:cxn ang="0">
                  <a:pos x="csX4" y="csY4"/>
                </a:cxn>
                <a:cxn ang="0">
                  <a:pos x="csX5" y="csY5"/>
                </a:cxn>
              </a:cxnLst>
              <a:rect l="l" t="t" r="r" b="b"/>
              <a:pathLst>
                <a:path w="428323" h="282265">
                  <a:moveTo>
                    <a:pt x="86279" y="281030"/>
                  </a:moveTo>
                  <a:cubicBezTo>
                    <a:pt x="86279" y="281030"/>
                    <a:pt x="414796" y="282960"/>
                    <a:pt x="419627" y="281995"/>
                  </a:cubicBezTo>
                  <a:cubicBezTo>
                    <a:pt x="424457" y="281030"/>
                    <a:pt x="428324" y="273298"/>
                    <a:pt x="428324" y="273298"/>
                  </a:cubicBezTo>
                  <a:cubicBezTo>
                    <a:pt x="428324" y="273298"/>
                    <a:pt x="350059" y="7582"/>
                    <a:pt x="344263" y="1787"/>
                  </a:cubicBezTo>
                  <a:cubicBezTo>
                    <a:pt x="338468" y="-4009"/>
                    <a:pt x="6085" y="5653"/>
                    <a:pt x="289" y="11448"/>
                  </a:cubicBezTo>
                  <a:cubicBezTo>
                    <a:pt x="-5506" y="17244"/>
                    <a:pt x="77590" y="277164"/>
                    <a:pt x="86286" y="281023"/>
                  </a:cubicBezTo>
                  <a:close/>
                </a:path>
              </a:pathLst>
            </a:custGeom>
            <a:solidFill>
              <a:srgbClr val="0291DC"/>
            </a:solidFill>
            <a:ln w="735" cap="flat">
              <a:noFill/>
              <a:prstDash val="solid"/>
              <a:miter/>
            </a:ln>
          </p:spPr>
          <p:txBody>
            <a:bodyPr/>
            <a:lstStyle/>
            <a:p>
              <a:endParaRPr lang="en-US"/>
            </a:p>
          </p:txBody>
        </p:sp>
        <p:sp>
          <p:nvSpPr>
            <p:cNvPr id="1344" name="Freeform: Shape 1343">
              <a:extLst>
                <a:ext uri="{FF2B5EF4-FFF2-40B4-BE49-F238E27FC236}">
                  <a16:creationId xmlns:a16="http://schemas.microsoft.com/office/drawing/2014/main" id="{6CA977F8-CB25-F88B-9771-9A5E584C5F20}"/>
                </a:ext>
              </a:extLst>
            </p:cNvPr>
            <p:cNvSpPr/>
            <p:nvPr/>
          </p:nvSpPr>
          <p:spPr>
            <a:xfrm>
              <a:off x="4816783" y="2711442"/>
              <a:ext cx="330299" cy="216465"/>
            </a:xfrm>
            <a:custGeom>
              <a:avLst/>
              <a:gdLst>
                <a:gd name="csX0" fmla="*/ 428322 w 428321"/>
                <a:gd name="csY0" fmla="*/ 273298 h 280706"/>
                <a:gd name="csX1" fmla="*/ 344261 w 428321"/>
                <a:gd name="csY1" fmla="*/ 1787 h 280706"/>
                <a:gd name="csX2" fmla="*/ 287 w 428321"/>
                <a:gd name="csY2" fmla="*/ 11448 h 280706"/>
                <a:gd name="csX3" fmla="*/ 125 w 428321"/>
                <a:gd name="csY3" fmla="*/ 14740 h 280706"/>
                <a:gd name="csX4" fmla="*/ 337501 w 428321"/>
                <a:gd name="csY4" fmla="*/ 6618 h 280706"/>
                <a:gd name="csX5" fmla="*/ 422386 w 428321"/>
                <a:gd name="csY5" fmla="*/ 280706 h 280706"/>
                <a:gd name="csX6" fmla="*/ 428322 w 428321"/>
                <a:gd name="csY6" fmla="*/ 273291 h 2807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28321" h="280706">
                  <a:moveTo>
                    <a:pt x="428322" y="273298"/>
                  </a:moveTo>
                  <a:cubicBezTo>
                    <a:pt x="428322" y="273298"/>
                    <a:pt x="350057" y="7582"/>
                    <a:pt x="344261" y="1787"/>
                  </a:cubicBezTo>
                  <a:cubicBezTo>
                    <a:pt x="338466" y="-4009"/>
                    <a:pt x="6083" y="5653"/>
                    <a:pt x="287" y="11448"/>
                  </a:cubicBezTo>
                  <a:cubicBezTo>
                    <a:pt x="-37" y="11772"/>
                    <a:pt x="-81" y="12906"/>
                    <a:pt x="125" y="14740"/>
                  </a:cubicBezTo>
                  <a:cubicBezTo>
                    <a:pt x="38153" y="10579"/>
                    <a:pt x="329209" y="2015"/>
                    <a:pt x="337501" y="6618"/>
                  </a:cubicBezTo>
                  <a:cubicBezTo>
                    <a:pt x="345756" y="11205"/>
                    <a:pt x="415324" y="255809"/>
                    <a:pt x="422386" y="280706"/>
                  </a:cubicBezTo>
                  <a:cubicBezTo>
                    <a:pt x="425847" y="278232"/>
                    <a:pt x="428322" y="273291"/>
                    <a:pt x="428322" y="273291"/>
                  </a:cubicBezTo>
                  <a:close/>
                </a:path>
              </a:pathLst>
            </a:custGeom>
            <a:solidFill>
              <a:srgbClr val="00A9F4"/>
            </a:solidFill>
            <a:ln w="735" cap="flat">
              <a:noFill/>
              <a:prstDash val="solid"/>
              <a:miter/>
            </a:ln>
          </p:spPr>
          <p:txBody>
            <a:bodyPr/>
            <a:lstStyle/>
            <a:p>
              <a:endParaRPr lang="en-US"/>
            </a:p>
          </p:txBody>
        </p:sp>
        <p:sp>
          <p:nvSpPr>
            <p:cNvPr id="1345" name="Freeform: Shape 1344">
              <a:extLst>
                <a:ext uri="{FF2B5EF4-FFF2-40B4-BE49-F238E27FC236}">
                  <a16:creationId xmlns:a16="http://schemas.microsoft.com/office/drawing/2014/main" id="{4F8A5F49-219D-4962-605D-698CE267B323}"/>
                </a:ext>
              </a:extLst>
            </p:cNvPr>
            <p:cNvSpPr/>
            <p:nvPr/>
          </p:nvSpPr>
          <p:spPr>
            <a:xfrm>
              <a:off x="5155330" y="2928231"/>
              <a:ext cx="14219" cy="4321"/>
            </a:xfrm>
            <a:custGeom>
              <a:avLst/>
              <a:gdLst>
                <a:gd name="csX0" fmla="*/ 15896 w 18439"/>
                <a:gd name="csY0" fmla="*/ 162 h 5603"/>
                <a:gd name="csX1" fmla="*/ 2427 w 18439"/>
                <a:gd name="csY1" fmla="*/ 287 h 5603"/>
                <a:gd name="csX2" fmla="*/ 2427 w 18439"/>
                <a:gd name="csY2" fmla="*/ 5317 h 5603"/>
                <a:gd name="csX3" fmla="*/ 15896 w 18439"/>
                <a:gd name="csY3" fmla="*/ 5442 h 5603"/>
                <a:gd name="csX4" fmla="*/ 15896 w 18439"/>
                <a:gd name="csY4" fmla="*/ 162 h 5603"/>
              </a:gdLst>
              <a:ahLst/>
              <a:cxnLst>
                <a:cxn ang="0">
                  <a:pos x="csX0" y="csY0"/>
                </a:cxn>
                <a:cxn ang="0">
                  <a:pos x="csX1" y="csY1"/>
                </a:cxn>
                <a:cxn ang="0">
                  <a:pos x="csX2" y="csY2"/>
                </a:cxn>
                <a:cxn ang="0">
                  <a:pos x="csX3" y="csY3"/>
                </a:cxn>
                <a:cxn ang="0">
                  <a:pos x="csX4" y="csY4"/>
                </a:cxn>
              </a:cxnLst>
              <a:rect l="l" t="t" r="r" b="b"/>
              <a:pathLst>
                <a:path w="18439" h="5603">
                  <a:moveTo>
                    <a:pt x="15896" y="162"/>
                  </a:moveTo>
                  <a:cubicBezTo>
                    <a:pt x="11470" y="-229"/>
                    <a:pt x="6868" y="199"/>
                    <a:pt x="2427" y="287"/>
                  </a:cubicBezTo>
                  <a:cubicBezTo>
                    <a:pt x="-805" y="346"/>
                    <a:pt x="-813" y="5250"/>
                    <a:pt x="2427" y="5317"/>
                  </a:cubicBezTo>
                  <a:cubicBezTo>
                    <a:pt x="6868" y="5405"/>
                    <a:pt x="11470" y="5832"/>
                    <a:pt x="15896" y="5442"/>
                  </a:cubicBezTo>
                  <a:cubicBezTo>
                    <a:pt x="19284" y="5140"/>
                    <a:pt x="19291" y="464"/>
                    <a:pt x="15896" y="162"/>
                  </a:cubicBezTo>
                  <a:close/>
                </a:path>
              </a:pathLst>
            </a:custGeom>
            <a:solidFill>
              <a:srgbClr val="0679C3"/>
            </a:solidFill>
            <a:ln w="735" cap="flat">
              <a:noFill/>
              <a:prstDash val="solid"/>
              <a:miter/>
            </a:ln>
          </p:spPr>
          <p:txBody>
            <a:bodyPr/>
            <a:lstStyle/>
            <a:p>
              <a:endParaRPr lang="en-US"/>
            </a:p>
          </p:txBody>
        </p:sp>
        <p:sp>
          <p:nvSpPr>
            <p:cNvPr id="1346" name="Freeform: Shape 1345">
              <a:extLst>
                <a:ext uri="{FF2B5EF4-FFF2-40B4-BE49-F238E27FC236}">
                  <a16:creationId xmlns:a16="http://schemas.microsoft.com/office/drawing/2014/main" id="{8EB7C99E-9344-B8D7-4BDB-B81ACA01EED6}"/>
                </a:ext>
              </a:extLst>
            </p:cNvPr>
            <p:cNvSpPr/>
            <p:nvPr/>
          </p:nvSpPr>
          <p:spPr>
            <a:xfrm>
              <a:off x="5171125" y="2928253"/>
              <a:ext cx="3729" cy="3861"/>
            </a:xfrm>
            <a:custGeom>
              <a:avLst/>
              <a:gdLst>
                <a:gd name="csX0" fmla="*/ 2416 w 4835"/>
                <a:gd name="csY0" fmla="*/ 0 h 5007"/>
                <a:gd name="csX1" fmla="*/ 2416 w 4835"/>
                <a:gd name="csY1" fmla="*/ 5008 h 5007"/>
                <a:gd name="csX2" fmla="*/ 2416 w 4835"/>
                <a:gd name="csY2" fmla="*/ 0 h 5007"/>
              </a:gdLst>
              <a:ahLst/>
              <a:cxnLst>
                <a:cxn ang="0">
                  <a:pos x="csX0" y="csY0"/>
                </a:cxn>
                <a:cxn ang="0">
                  <a:pos x="csX1" y="csY1"/>
                </a:cxn>
                <a:cxn ang="0">
                  <a:pos x="csX2" y="csY2"/>
                </a:cxn>
              </a:cxnLst>
              <a:rect l="l" t="t" r="r" b="b"/>
              <a:pathLst>
                <a:path w="4835" h="5007">
                  <a:moveTo>
                    <a:pt x="2416" y="0"/>
                  </a:moveTo>
                  <a:cubicBezTo>
                    <a:pt x="-802" y="0"/>
                    <a:pt x="-809" y="5008"/>
                    <a:pt x="2416" y="5008"/>
                  </a:cubicBezTo>
                  <a:cubicBezTo>
                    <a:pt x="5642" y="5008"/>
                    <a:pt x="5642" y="0"/>
                    <a:pt x="2416" y="0"/>
                  </a:cubicBezTo>
                  <a:close/>
                </a:path>
              </a:pathLst>
            </a:custGeom>
            <a:solidFill>
              <a:srgbClr val="0679C3"/>
            </a:solidFill>
            <a:ln w="735" cap="flat">
              <a:noFill/>
              <a:prstDash val="solid"/>
              <a:miter/>
            </a:ln>
          </p:spPr>
          <p:txBody>
            <a:bodyPr/>
            <a:lstStyle/>
            <a:p>
              <a:endParaRPr lang="en-US"/>
            </a:p>
          </p:txBody>
        </p:sp>
        <p:sp>
          <p:nvSpPr>
            <p:cNvPr id="1347" name="Freeform: Shape 1346">
              <a:extLst>
                <a:ext uri="{FF2B5EF4-FFF2-40B4-BE49-F238E27FC236}">
                  <a16:creationId xmlns:a16="http://schemas.microsoft.com/office/drawing/2014/main" id="{29090258-FFDA-6E92-7872-9727AB25D9A9}"/>
                </a:ext>
              </a:extLst>
            </p:cNvPr>
            <p:cNvSpPr/>
            <p:nvPr/>
          </p:nvSpPr>
          <p:spPr>
            <a:xfrm>
              <a:off x="5176290" y="2928640"/>
              <a:ext cx="3779" cy="3912"/>
            </a:xfrm>
            <a:custGeom>
              <a:avLst/>
              <a:gdLst>
                <a:gd name="csX0" fmla="*/ 2449 w 4901"/>
                <a:gd name="csY0" fmla="*/ 0 h 5073"/>
                <a:gd name="csX1" fmla="*/ 2449 w 4901"/>
                <a:gd name="csY1" fmla="*/ 5074 h 5073"/>
                <a:gd name="csX2" fmla="*/ 2449 w 4901"/>
                <a:gd name="csY2" fmla="*/ 0 h 5073"/>
              </a:gdLst>
              <a:ahLst/>
              <a:cxnLst>
                <a:cxn ang="0">
                  <a:pos x="csX0" y="csY0"/>
                </a:cxn>
                <a:cxn ang="0">
                  <a:pos x="csX1" y="csY1"/>
                </a:cxn>
                <a:cxn ang="0">
                  <a:pos x="csX2" y="csY2"/>
                </a:cxn>
              </a:cxnLst>
              <a:rect l="l" t="t" r="r" b="b"/>
              <a:pathLst>
                <a:path w="4901" h="5073">
                  <a:moveTo>
                    <a:pt x="2449" y="0"/>
                  </a:moveTo>
                  <a:cubicBezTo>
                    <a:pt x="-813" y="0"/>
                    <a:pt x="-820" y="5074"/>
                    <a:pt x="2449" y="5074"/>
                  </a:cubicBezTo>
                  <a:cubicBezTo>
                    <a:pt x="5719" y="5074"/>
                    <a:pt x="5719" y="0"/>
                    <a:pt x="2449" y="0"/>
                  </a:cubicBezTo>
                  <a:close/>
                </a:path>
              </a:pathLst>
            </a:custGeom>
            <a:solidFill>
              <a:srgbClr val="0679C3"/>
            </a:solidFill>
            <a:ln w="735" cap="flat">
              <a:noFill/>
              <a:prstDash val="solid"/>
              <a:miter/>
            </a:ln>
          </p:spPr>
          <p:txBody>
            <a:bodyPr/>
            <a:lstStyle/>
            <a:p>
              <a:endParaRPr lang="en-US"/>
            </a:p>
          </p:txBody>
        </p:sp>
        <p:sp>
          <p:nvSpPr>
            <p:cNvPr id="1348" name="Freeform: Shape 1347">
              <a:extLst>
                <a:ext uri="{FF2B5EF4-FFF2-40B4-BE49-F238E27FC236}">
                  <a16:creationId xmlns:a16="http://schemas.microsoft.com/office/drawing/2014/main" id="{8434DC68-1920-D2A7-5DE1-354773C5DF4D}"/>
                </a:ext>
              </a:extLst>
            </p:cNvPr>
            <p:cNvSpPr/>
            <p:nvPr/>
          </p:nvSpPr>
          <p:spPr>
            <a:xfrm>
              <a:off x="5182534" y="2928681"/>
              <a:ext cx="13460" cy="4246"/>
            </a:xfrm>
            <a:custGeom>
              <a:avLst/>
              <a:gdLst>
                <a:gd name="csX0" fmla="*/ 15738 w 17455"/>
                <a:gd name="csY0" fmla="*/ 440 h 5506"/>
                <a:gd name="csX1" fmla="*/ 2438 w 17455"/>
                <a:gd name="csY1" fmla="*/ 226 h 5506"/>
                <a:gd name="csX2" fmla="*/ 2438 w 17455"/>
                <a:gd name="csY2" fmla="*/ 5278 h 5506"/>
                <a:gd name="csX3" fmla="*/ 15738 w 17455"/>
                <a:gd name="csY3" fmla="*/ 5064 h 5506"/>
                <a:gd name="csX4" fmla="*/ 15738 w 17455"/>
                <a:gd name="csY4" fmla="*/ 432 h 5506"/>
              </a:gdLst>
              <a:ahLst/>
              <a:cxnLst>
                <a:cxn ang="0">
                  <a:pos x="csX0" y="csY0"/>
                </a:cxn>
                <a:cxn ang="0">
                  <a:pos x="csX1" y="csY1"/>
                </a:cxn>
                <a:cxn ang="0">
                  <a:pos x="csX2" y="csY2"/>
                </a:cxn>
                <a:cxn ang="0">
                  <a:pos x="csX3" y="csY3"/>
                </a:cxn>
                <a:cxn ang="0">
                  <a:pos x="csX4" y="csY4"/>
                </a:cxn>
              </a:cxnLst>
              <a:rect l="l" t="t" r="r" b="b"/>
              <a:pathLst>
                <a:path w="17455" h="5506">
                  <a:moveTo>
                    <a:pt x="15738" y="440"/>
                  </a:moveTo>
                  <a:cubicBezTo>
                    <a:pt x="11430" y="-341"/>
                    <a:pt x="6798" y="138"/>
                    <a:pt x="2438" y="226"/>
                  </a:cubicBezTo>
                  <a:cubicBezTo>
                    <a:pt x="-809" y="300"/>
                    <a:pt x="-816" y="5204"/>
                    <a:pt x="2438" y="5278"/>
                  </a:cubicBezTo>
                  <a:cubicBezTo>
                    <a:pt x="6798" y="5373"/>
                    <a:pt x="11430" y="5845"/>
                    <a:pt x="15738" y="5064"/>
                  </a:cubicBezTo>
                  <a:cubicBezTo>
                    <a:pt x="18028" y="4652"/>
                    <a:pt x="18028" y="852"/>
                    <a:pt x="15738" y="432"/>
                  </a:cubicBezTo>
                  <a:close/>
                </a:path>
              </a:pathLst>
            </a:custGeom>
            <a:solidFill>
              <a:srgbClr val="0679C3"/>
            </a:solidFill>
            <a:ln w="735" cap="flat">
              <a:noFill/>
              <a:prstDash val="solid"/>
              <a:miter/>
            </a:ln>
          </p:spPr>
          <p:txBody>
            <a:bodyPr/>
            <a:lstStyle/>
            <a:p>
              <a:endParaRPr lang="en-US"/>
            </a:p>
          </p:txBody>
        </p:sp>
        <p:sp>
          <p:nvSpPr>
            <p:cNvPr id="1349" name="Freeform: Shape 1348">
              <a:extLst>
                <a:ext uri="{FF2B5EF4-FFF2-40B4-BE49-F238E27FC236}">
                  <a16:creationId xmlns:a16="http://schemas.microsoft.com/office/drawing/2014/main" id="{4095E65E-E01E-FBD1-3447-571A84C49630}"/>
                </a:ext>
              </a:extLst>
            </p:cNvPr>
            <p:cNvSpPr/>
            <p:nvPr/>
          </p:nvSpPr>
          <p:spPr>
            <a:xfrm>
              <a:off x="5223233" y="2346286"/>
              <a:ext cx="164492" cy="76830"/>
            </a:xfrm>
            <a:custGeom>
              <a:avLst/>
              <a:gdLst>
                <a:gd name="csX0" fmla="*/ 150508 w 213308"/>
                <a:gd name="csY0" fmla="*/ 92588 h 99631"/>
                <a:gd name="csX1" fmla="*/ 60313 w 213308"/>
                <a:gd name="csY1" fmla="*/ 34302 h 99631"/>
                <a:gd name="csX2" fmla="*/ 2705 w 213308"/>
                <a:gd name="csY2" fmla="*/ 75224 h 99631"/>
                <a:gd name="csX3" fmla="*/ 92340 w 213308"/>
                <a:gd name="csY3" fmla="*/ 148 h 99631"/>
                <a:gd name="csX4" fmla="*/ 151811 w 213308"/>
                <a:gd name="csY4" fmla="*/ 10097 h 99631"/>
                <a:gd name="csX5" fmla="*/ 167651 w 213308"/>
                <a:gd name="csY5" fmla="*/ 21091 h 99631"/>
                <a:gd name="csX6" fmla="*/ 213294 w 213308"/>
                <a:gd name="csY6" fmla="*/ 86660 h 99631"/>
                <a:gd name="csX7" fmla="*/ 150508 w 213308"/>
                <a:gd name="csY7" fmla="*/ 92588 h 996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3308" h="99631">
                  <a:moveTo>
                    <a:pt x="150508" y="92588"/>
                  </a:moveTo>
                  <a:cubicBezTo>
                    <a:pt x="150508" y="92588"/>
                    <a:pt x="125522" y="2188"/>
                    <a:pt x="60313" y="34302"/>
                  </a:cubicBezTo>
                  <a:cubicBezTo>
                    <a:pt x="5120" y="61483"/>
                    <a:pt x="3235" y="70997"/>
                    <a:pt x="2705" y="75224"/>
                  </a:cubicBezTo>
                  <a:cubicBezTo>
                    <a:pt x="-6375" y="72175"/>
                    <a:pt x="3603" y="4250"/>
                    <a:pt x="92340" y="148"/>
                  </a:cubicBezTo>
                  <a:cubicBezTo>
                    <a:pt x="126509" y="-1428"/>
                    <a:pt x="151826" y="10111"/>
                    <a:pt x="151811" y="10097"/>
                  </a:cubicBezTo>
                  <a:cubicBezTo>
                    <a:pt x="159713" y="13388"/>
                    <a:pt x="162637" y="18352"/>
                    <a:pt x="167651" y="21091"/>
                  </a:cubicBezTo>
                  <a:cubicBezTo>
                    <a:pt x="201997" y="39855"/>
                    <a:pt x="212543" y="70091"/>
                    <a:pt x="213294" y="86660"/>
                  </a:cubicBezTo>
                  <a:cubicBezTo>
                    <a:pt x="214443" y="111853"/>
                    <a:pt x="150508" y="92588"/>
                    <a:pt x="150508" y="92588"/>
                  </a:cubicBezTo>
                  <a:close/>
                </a:path>
              </a:pathLst>
            </a:custGeom>
            <a:solidFill>
              <a:srgbClr val="161616"/>
            </a:solidFill>
            <a:ln w="735" cap="flat">
              <a:noFill/>
              <a:prstDash val="solid"/>
              <a:miter/>
            </a:ln>
          </p:spPr>
          <p:txBody>
            <a:bodyPr/>
            <a:lstStyle/>
            <a:p>
              <a:endParaRPr lang="en-US"/>
            </a:p>
          </p:txBody>
        </p:sp>
        <p:sp>
          <p:nvSpPr>
            <p:cNvPr id="1350" name="Freeform: Shape 1349">
              <a:extLst>
                <a:ext uri="{FF2B5EF4-FFF2-40B4-BE49-F238E27FC236}">
                  <a16:creationId xmlns:a16="http://schemas.microsoft.com/office/drawing/2014/main" id="{1AA5A4E1-BFFF-7FD6-DCF0-B49C6B24B8EC}"/>
                </a:ext>
              </a:extLst>
            </p:cNvPr>
            <p:cNvSpPr/>
            <p:nvPr/>
          </p:nvSpPr>
          <p:spPr>
            <a:xfrm>
              <a:off x="5328786" y="2353600"/>
              <a:ext cx="56" cy="39"/>
            </a:xfrm>
            <a:custGeom>
              <a:avLst/>
              <a:gdLst>
                <a:gd name="csX0" fmla="*/ 74 w 73"/>
                <a:gd name="csY0" fmla="*/ 52 h 51"/>
                <a:gd name="csX1" fmla="*/ 0 w 73"/>
                <a:gd name="csY1" fmla="*/ 0 h 51"/>
                <a:gd name="csX2" fmla="*/ 37 w 73"/>
                <a:gd name="csY2" fmla="*/ 15 h 51"/>
                <a:gd name="csX3" fmla="*/ 74 w 73"/>
                <a:gd name="csY3" fmla="*/ 52 h 51"/>
              </a:gdLst>
              <a:ahLst/>
              <a:cxnLst>
                <a:cxn ang="0">
                  <a:pos x="csX0" y="csY0"/>
                </a:cxn>
                <a:cxn ang="0">
                  <a:pos x="csX1" y="csY1"/>
                </a:cxn>
                <a:cxn ang="0">
                  <a:pos x="csX2" y="csY2"/>
                </a:cxn>
                <a:cxn ang="0">
                  <a:pos x="csX3" y="csY3"/>
                </a:cxn>
              </a:cxnLst>
              <a:rect l="l" t="t" r="r" b="b"/>
              <a:pathLst>
                <a:path w="73" h="51">
                  <a:moveTo>
                    <a:pt x="74" y="52"/>
                  </a:moveTo>
                  <a:cubicBezTo>
                    <a:pt x="74" y="52"/>
                    <a:pt x="22" y="22"/>
                    <a:pt x="0" y="0"/>
                  </a:cubicBezTo>
                  <a:cubicBezTo>
                    <a:pt x="15" y="0"/>
                    <a:pt x="22" y="7"/>
                    <a:pt x="37" y="15"/>
                  </a:cubicBezTo>
                  <a:cubicBezTo>
                    <a:pt x="52" y="29"/>
                    <a:pt x="59" y="37"/>
                    <a:pt x="74" y="52"/>
                  </a:cubicBezTo>
                  <a:close/>
                </a:path>
              </a:pathLst>
            </a:custGeom>
            <a:solidFill>
              <a:srgbClr val="757575"/>
            </a:solidFill>
            <a:ln w="735" cap="flat">
              <a:noFill/>
              <a:prstDash val="solid"/>
              <a:miter/>
            </a:ln>
          </p:spPr>
          <p:txBody>
            <a:bodyPr/>
            <a:lstStyle/>
            <a:p>
              <a:endParaRPr lang="en-US"/>
            </a:p>
          </p:txBody>
        </p:sp>
        <p:sp>
          <p:nvSpPr>
            <p:cNvPr id="1351" name="Freeform: Shape 1350">
              <a:extLst>
                <a:ext uri="{FF2B5EF4-FFF2-40B4-BE49-F238E27FC236}">
                  <a16:creationId xmlns:a16="http://schemas.microsoft.com/office/drawing/2014/main" id="{58305977-1C0B-C86A-ED0E-F945B47D8787}"/>
                </a:ext>
              </a:extLst>
            </p:cNvPr>
            <p:cNvSpPr/>
            <p:nvPr/>
          </p:nvSpPr>
          <p:spPr>
            <a:xfrm flipH="1">
              <a:off x="5275530" y="2826667"/>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1352" name="Freeform: Shape 1351">
              <a:extLst>
                <a:ext uri="{FF2B5EF4-FFF2-40B4-BE49-F238E27FC236}">
                  <a16:creationId xmlns:a16="http://schemas.microsoft.com/office/drawing/2014/main" id="{BCB0926E-7358-A5E8-FA73-00C0C367AEBE}"/>
                </a:ext>
              </a:extLst>
            </p:cNvPr>
            <p:cNvSpPr/>
            <p:nvPr/>
          </p:nvSpPr>
          <p:spPr>
            <a:xfrm flipH="1">
              <a:off x="5157827" y="2831164"/>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1353" name="Freeform: Shape 1352">
              <a:extLst>
                <a:ext uri="{FF2B5EF4-FFF2-40B4-BE49-F238E27FC236}">
                  <a16:creationId xmlns:a16="http://schemas.microsoft.com/office/drawing/2014/main" id="{998071C2-00CA-80EE-05EA-0CFA79D1858F}"/>
                </a:ext>
              </a:extLst>
            </p:cNvPr>
            <p:cNvSpPr/>
            <p:nvPr/>
          </p:nvSpPr>
          <p:spPr>
            <a:xfrm flipH="1">
              <a:off x="5217823" y="2834174"/>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1354" name="Freeform: Shape 1353">
              <a:extLst>
                <a:ext uri="{FF2B5EF4-FFF2-40B4-BE49-F238E27FC236}">
                  <a16:creationId xmlns:a16="http://schemas.microsoft.com/office/drawing/2014/main" id="{A9D3850C-A285-FB03-9DF7-BF1B2DCB481E}"/>
                </a:ext>
              </a:extLst>
            </p:cNvPr>
            <p:cNvSpPr/>
            <p:nvPr/>
          </p:nvSpPr>
          <p:spPr>
            <a:xfrm flipH="1">
              <a:off x="5258535" y="2846377"/>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sp>
          <p:nvSpPr>
            <p:cNvPr id="1355" name="Rectangle 1354">
              <a:extLst>
                <a:ext uri="{FF2B5EF4-FFF2-40B4-BE49-F238E27FC236}">
                  <a16:creationId xmlns:a16="http://schemas.microsoft.com/office/drawing/2014/main" id="{108189FE-80B5-E2E2-43C9-E09377EDE089}"/>
                </a:ext>
              </a:extLst>
            </p:cNvPr>
            <p:cNvSpPr>
              <a:spLocks/>
            </p:cNvSpPr>
            <p:nvPr/>
          </p:nvSpPr>
          <p:spPr>
            <a:xfrm>
              <a:off x="4813301" y="2934487"/>
              <a:ext cx="843735" cy="45719"/>
            </a:xfrm>
            <a:prstGeom prst="rect">
              <a:avLst/>
            </a:prstGeom>
            <a:solidFill>
              <a:srgbClr val="CCCCCC"/>
            </a:solidFill>
            <a:ln w="735" cap="flat">
              <a:noFill/>
              <a:prstDash val="solid"/>
              <a:miter/>
            </a:ln>
          </p:spPr>
          <p:txBody>
            <a:bodyPr>
              <a:noAutofit/>
            </a:bodyPr>
            <a:lstStyle/>
            <a:p>
              <a:endParaRPr lang="en-US"/>
            </a:p>
          </p:txBody>
        </p:sp>
      </p:grpSp>
      <p:grpSp>
        <p:nvGrpSpPr>
          <p:cNvPr id="1542" name="Group 1541">
            <a:extLst>
              <a:ext uri="{FF2B5EF4-FFF2-40B4-BE49-F238E27FC236}">
                <a16:creationId xmlns:a16="http://schemas.microsoft.com/office/drawing/2014/main" id="{ECB91A25-5BA2-E650-DADD-7CE512641C28}"/>
              </a:ext>
            </a:extLst>
          </p:cNvPr>
          <p:cNvGrpSpPr/>
          <p:nvPr/>
        </p:nvGrpSpPr>
        <p:grpSpPr>
          <a:xfrm>
            <a:off x="4308206" y="2207542"/>
            <a:ext cx="342374" cy="586544"/>
            <a:chOff x="-11555390" y="3864617"/>
            <a:chExt cx="1594330" cy="2731367"/>
          </a:xfrm>
        </p:grpSpPr>
        <p:sp>
          <p:nvSpPr>
            <p:cNvPr id="1425" name="Freeform: Shape 1424">
              <a:extLst>
                <a:ext uri="{FF2B5EF4-FFF2-40B4-BE49-F238E27FC236}">
                  <a16:creationId xmlns:a16="http://schemas.microsoft.com/office/drawing/2014/main" id="{A328E017-9F73-CDB7-F58F-BDCCBDED0793}"/>
                </a:ext>
              </a:extLst>
            </p:cNvPr>
            <p:cNvSpPr/>
            <p:nvPr/>
          </p:nvSpPr>
          <p:spPr>
            <a:xfrm>
              <a:off x="-11438393" y="3882791"/>
              <a:ext cx="1360430" cy="2713193"/>
            </a:xfrm>
            <a:custGeom>
              <a:avLst/>
              <a:gdLst>
                <a:gd name="csX0" fmla="*/ 0 w 1360430"/>
                <a:gd name="csY0" fmla="*/ 2680915 h 2713193"/>
                <a:gd name="csX1" fmla="*/ 7099 w 1360430"/>
                <a:gd name="csY1" fmla="*/ 28208 h 2713193"/>
                <a:gd name="csX2" fmla="*/ 35402 w 1360430"/>
                <a:gd name="csY2" fmla="*/ 0 h 2713193"/>
                <a:gd name="csX3" fmla="*/ 1332222 w 1360430"/>
                <a:gd name="csY3" fmla="*/ 3975 h 2713193"/>
                <a:gd name="csX4" fmla="*/ 1360430 w 1360430"/>
                <a:gd name="csY4" fmla="*/ 32279 h 2713193"/>
                <a:gd name="csX5" fmla="*/ 1353331 w 1360430"/>
                <a:gd name="csY5" fmla="*/ 2684985 h 2713193"/>
                <a:gd name="csX6" fmla="*/ 1325028 w 1360430"/>
                <a:gd name="csY6" fmla="*/ 2713193 h 2713193"/>
                <a:gd name="csX7" fmla="*/ 28208 w 1360430"/>
                <a:gd name="csY7" fmla="*/ 2709218 h 2713193"/>
                <a:gd name="csX8" fmla="*/ 0 w 1360430"/>
                <a:gd name="csY8" fmla="*/ 2680915 h 27131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60430" h="2713193">
                  <a:moveTo>
                    <a:pt x="0" y="2680915"/>
                  </a:moveTo>
                  <a:lnTo>
                    <a:pt x="7099" y="28208"/>
                  </a:lnTo>
                  <a:cubicBezTo>
                    <a:pt x="7099" y="12589"/>
                    <a:pt x="19784" y="0"/>
                    <a:pt x="35402" y="0"/>
                  </a:cubicBezTo>
                  <a:lnTo>
                    <a:pt x="1332222" y="3975"/>
                  </a:lnTo>
                  <a:cubicBezTo>
                    <a:pt x="1347841" y="3975"/>
                    <a:pt x="1360430" y="16660"/>
                    <a:pt x="1360430" y="32279"/>
                  </a:cubicBezTo>
                  <a:lnTo>
                    <a:pt x="1353331" y="2684985"/>
                  </a:lnTo>
                  <a:cubicBezTo>
                    <a:pt x="1353331" y="2700604"/>
                    <a:pt x="1340647" y="2713193"/>
                    <a:pt x="1325028" y="2713193"/>
                  </a:cubicBezTo>
                  <a:lnTo>
                    <a:pt x="28208" y="2709218"/>
                  </a:lnTo>
                  <a:cubicBezTo>
                    <a:pt x="12590" y="2709218"/>
                    <a:pt x="0" y="2696533"/>
                    <a:pt x="0" y="2680915"/>
                  </a:cubicBezTo>
                  <a:close/>
                </a:path>
              </a:pathLst>
            </a:custGeom>
            <a:solidFill>
              <a:schemeClr val="tx2">
                <a:lumMod val="95000"/>
              </a:schemeClr>
            </a:solidFill>
            <a:ln w="9466" cap="flat">
              <a:noFill/>
              <a:prstDash val="solid"/>
              <a:miter/>
            </a:ln>
          </p:spPr>
          <p:txBody>
            <a:bodyPr/>
            <a:lstStyle/>
            <a:p>
              <a:endParaRPr lang="en-US"/>
            </a:p>
          </p:txBody>
        </p:sp>
        <p:sp>
          <p:nvSpPr>
            <p:cNvPr id="1426" name="Freeform: Shape 1425">
              <a:extLst>
                <a:ext uri="{FF2B5EF4-FFF2-40B4-BE49-F238E27FC236}">
                  <a16:creationId xmlns:a16="http://schemas.microsoft.com/office/drawing/2014/main" id="{E8024948-B17E-D79F-2D1D-8E1B999DD95D}"/>
                </a:ext>
              </a:extLst>
            </p:cNvPr>
            <p:cNvSpPr/>
            <p:nvPr/>
          </p:nvSpPr>
          <p:spPr>
            <a:xfrm>
              <a:off x="-11555201" y="3940438"/>
              <a:ext cx="1594141" cy="433724"/>
            </a:xfrm>
            <a:custGeom>
              <a:avLst/>
              <a:gdLst>
                <a:gd name="csX0" fmla="*/ 1594142 w 1594141"/>
                <a:gd name="csY0" fmla="*/ 297322 h 433724"/>
                <a:gd name="csX1" fmla="*/ 1593763 w 1594141"/>
                <a:gd name="csY1" fmla="*/ 297322 h 433724"/>
                <a:gd name="csX2" fmla="*/ 1581742 w 1594141"/>
                <a:gd name="csY2" fmla="*/ 254537 h 433724"/>
                <a:gd name="csX3" fmla="*/ 1509991 w 1594141"/>
                <a:gd name="csY3" fmla="*/ 0 h 433724"/>
                <a:gd name="csX4" fmla="*/ 84057 w 1594141"/>
                <a:gd name="csY4" fmla="*/ 0 h 433724"/>
                <a:gd name="csX5" fmla="*/ 189 w 1594141"/>
                <a:gd name="csY5" fmla="*/ 297322 h 433724"/>
                <a:gd name="csX6" fmla="*/ 0 w 1594141"/>
                <a:gd name="csY6" fmla="*/ 297322 h 433724"/>
                <a:gd name="csX7" fmla="*/ 379 w 1594141"/>
                <a:gd name="csY7" fmla="*/ 298931 h 433724"/>
                <a:gd name="csX8" fmla="*/ 379 w 1594141"/>
                <a:gd name="csY8" fmla="*/ 298931 h 433724"/>
                <a:gd name="csX9" fmla="*/ 1325 w 1594141"/>
                <a:gd name="csY9" fmla="*/ 302718 h 433724"/>
                <a:gd name="csX10" fmla="*/ 3881 w 1594141"/>
                <a:gd name="csY10" fmla="*/ 312846 h 433724"/>
                <a:gd name="csX11" fmla="*/ 4828 w 1594141"/>
                <a:gd name="csY11" fmla="*/ 315781 h 433724"/>
                <a:gd name="csX12" fmla="*/ 8614 w 1594141"/>
                <a:gd name="csY12" fmla="*/ 326666 h 433724"/>
                <a:gd name="csX13" fmla="*/ 9371 w 1594141"/>
                <a:gd name="csY13" fmla="*/ 328559 h 433724"/>
                <a:gd name="csX14" fmla="*/ 14388 w 1594141"/>
                <a:gd name="csY14" fmla="*/ 339918 h 433724"/>
                <a:gd name="csX15" fmla="*/ 14956 w 1594141"/>
                <a:gd name="csY15" fmla="*/ 340959 h 433724"/>
                <a:gd name="csX16" fmla="*/ 21298 w 1594141"/>
                <a:gd name="csY16" fmla="*/ 352413 h 433724"/>
                <a:gd name="csX17" fmla="*/ 21677 w 1594141"/>
                <a:gd name="csY17" fmla="*/ 352981 h 433724"/>
                <a:gd name="csX18" fmla="*/ 29155 w 1594141"/>
                <a:gd name="csY18" fmla="*/ 364246 h 433724"/>
                <a:gd name="csX19" fmla="*/ 29439 w 1594141"/>
                <a:gd name="csY19" fmla="*/ 364624 h 433724"/>
                <a:gd name="csX20" fmla="*/ 37958 w 1594141"/>
                <a:gd name="csY20" fmla="*/ 375320 h 433724"/>
                <a:gd name="csX21" fmla="*/ 38337 w 1594141"/>
                <a:gd name="csY21" fmla="*/ 375794 h 433724"/>
                <a:gd name="csX22" fmla="*/ 47613 w 1594141"/>
                <a:gd name="csY22" fmla="*/ 385638 h 433724"/>
                <a:gd name="csX23" fmla="*/ 48276 w 1594141"/>
                <a:gd name="csY23" fmla="*/ 386206 h 433724"/>
                <a:gd name="csX24" fmla="*/ 58120 w 1594141"/>
                <a:gd name="csY24" fmla="*/ 395104 h 433724"/>
                <a:gd name="csX25" fmla="*/ 59351 w 1594141"/>
                <a:gd name="csY25" fmla="*/ 396051 h 433724"/>
                <a:gd name="csX26" fmla="*/ 69385 w 1594141"/>
                <a:gd name="csY26" fmla="*/ 403624 h 433724"/>
                <a:gd name="csX27" fmla="*/ 71656 w 1594141"/>
                <a:gd name="csY27" fmla="*/ 405043 h 433724"/>
                <a:gd name="csX28" fmla="*/ 81406 w 1594141"/>
                <a:gd name="csY28" fmla="*/ 411196 h 433724"/>
                <a:gd name="csX29" fmla="*/ 84624 w 1594141"/>
                <a:gd name="csY29" fmla="*/ 412900 h 433724"/>
                <a:gd name="csX30" fmla="*/ 94090 w 1594141"/>
                <a:gd name="csY30" fmla="*/ 417822 h 433724"/>
                <a:gd name="csX31" fmla="*/ 98445 w 1594141"/>
                <a:gd name="csY31" fmla="*/ 419621 h 433724"/>
                <a:gd name="csX32" fmla="*/ 107343 w 1594141"/>
                <a:gd name="csY32" fmla="*/ 423312 h 433724"/>
                <a:gd name="csX33" fmla="*/ 113117 w 1594141"/>
                <a:gd name="csY33" fmla="*/ 425206 h 433724"/>
                <a:gd name="csX34" fmla="*/ 121163 w 1594141"/>
                <a:gd name="csY34" fmla="*/ 427761 h 433724"/>
                <a:gd name="csX35" fmla="*/ 128357 w 1594141"/>
                <a:gd name="csY35" fmla="*/ 429371 h 433724"/>
                <a:gd name="csX36" fmla="*/ 135456 w 1594141"/>
                <a:gd name="csY36" fmla="*/ 430980 h 433724"/>
                <a:gd name="csX37" fmla="*/ 144354 w 1594141"/>
                <a:gd name="csY37" fmla="*/ 432210 h 433724"/>
                <a:gd name="csX38" fmla="*/ 150223 w 1594141"/>
                <a:gd name="csY38" fmla="*/ 432967 h 433724"/>
                <a:gd name="csX39" fmla="*/ 165368 w 1594141"/>
                <a:gd name="csY39" fmla="*/ 433630 h 433724"/>
                <a:gd name="csX40" fmla="*/ 323542 w 1594141"/>
                <a:gd name="csY40" fmla="*/ 323448 h 433724"/>
                <a:gd name="csX41" fmla="*/ 323542 w 1594141"/>
                <a:gd name="csY41" fmla="*/ 323448 h 433724"/>
                <a:gd name="csX42" fmla="*/ 323542 w 1594141"/>
                <a:gd name="csY42" fmla="*/ 323448 h 433724"/>
                <a:gd name="csX43" fmla="*/ 481717 w 1594141"/>
                <a:gd name="csY43" fmla="*/ 433725 h 433724"/>
                <a:gd name="csX44" fmla="*/ 639891 w 1594141"/>
                <a:gd name="csY44" fmla="*/ 323542 h 433724"/>
                <a:gd name="csX45" fmla="*/ 731804 w 1594141"/>
                <a:gd name="csY45" fmla="*/ 420094 h 433724"/>
                <a:gd name="csX46" fmla="*/ 733981 w 1594141"/>
                <a:gd name="csY46" fmla="*/ 421041 h 433724"/>
                <a:gd name="csX47" fmla="*/ 737767 w 1594141"/>
                <a:gd name="csY47" fmla="*/ 422460 h 433724"/>
                <a:gd name="csX48" fmla="*/ 798065 w 1594141"/>
                <a:gd name="csY48" fmla="*/ 433725 h 433724"/>
                <a:gd name="csX49" fmla="*/ 798065 w 1594141"/>
                <a:gd name="csY49" fmla="*/ 433725 h 433724"/>
                <a:gd name="csX50" fmla="*/ 798065 w 1594141"/>
                <a:gd name="csY50" fmla="*/ 433725 h 433724"/>
                <a:gd name="csX51" fmla="*/ 956144 w 1594141"/>
                <a:gd name="csY51" fmla="*/ 323448 h 433724"/>
                <a:gd name="csX52" fmla="*/ 956144 w 1594141"/>
                <a:gd name="csY52" fmla="*/ 323448 h 433724"/>
                <a:gd name="csX53" fmla="*/ 1114318 w 1594141"/>
                <a:gd name="csY53" fmla="*/ 433630 h 433724"/>
                <a:gd name="csX54" fmla="*/ 1272493 w 1594141"/>
                <a:gd name="csY54" fmla="*/ 323448 h 433724"/>
                <a:gd name="csX55" fmla="*/ 1272493 w 1594141"/>
                <a:gd name="csY55" fmla="*/ 323448 h 433724"/>
                <a:gd name="csX56" fmla="*/ 1277131 w 1594141"/>
                <a:gd name="csY56" fmla="*/ 334523 h 433724"/>
                <a:gd name="csX57" fmla="*/ 1277131 w 1594141"/>
                <a:gd name="csY57" fmla="*/ 334523 h 433724"/>
                <a:gd name="csX58" fmla="*/ 1276942 w 1594141"/>
                <a:gd name="csY58" fmla="*/ 339161 h 433724"/>
                <a:gd name="csX59" fmla="*/ 1409747 w 1594141"/>
                <a:gd name="csY59" fmla="*/ 432305 h 433724"/>
                <a:gd name="csX60" fmla="*/ 1411735 w 1594141"/>
                <a:gd name="csY60" fmla="*/ 432494 h 433724"/>
                <a:gd name="csX61" fmla="*/ 1415995 w 1594141"/>
                <a:gd name="csY61" fmla="*/ 432967 h 433724"/>
                <a:gd name="csX62" fmla="*/ 1422337 w 1594141"/>
                <a:gd name="csY62" fmla="*/ 433441 h 433724"/>
                <a:gd name="csX63" fmla="*/ 1425271 w 1594141"/>
                <a:gd name="csY63" fmla="*/ 433535 h 433724"/>
                <a:gd name="csX64" fmla="*/ 1425366 w 1594141"/>
                <a:gd name="csY64" fmla="*/ 433535 h 433724"/>
                <a:gd name="csX65" fmla="*/ 1428300 w 1594141"/>
                <a:gd name="csY65" fmla="*/ 433630 h 433724"/>
                <a:gd name="csX66" fmla="*/ 1430667 w 1594141"/>
                <a:gd name="csY66" fmla="*/ 433630 h 433724"/>
                <a:gd name="csX67" fmla="*/ 1435873 w 1594141"/>
                <a:gd name="csY67" fmla="*/ 433441 h 433724"/>
                <a:gd name="csX68" fmla="*/ 1582310 w 1594141"/>
                <a:gd name="csY68" fmla="*/ 338688 h 433724"/>
                <a:gd name="csX69" fmla="*/ 1582499 w 1594141"/>
                <a:gd name="csY69" fmla="*/ 338120 h 433724"/>
                <a:gd name="csX70" fmla="*/ 1582310 w 1594141"/>
                <a:gd name="csY70" fmla="*/ 334050 h 433724"/>
                <a:gd name="csX71" fmla="*/ 1593479 w 1594141"/>
                <a:gd name="csY71" fmla="*/ 298931 h 433724"/>
                <a:gd name="csX72" fmla="*/ 1593858 w 1594141"/>
                <a:gd name="csY72" fmla="*/ 297322 h 4337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1594141" h="433724">
                  <a:moveTo>
                    <a:pt x="1594142" y="297322"/>
                  </a:moveTo>
                  <a:lnTo>
                    <a:pt x="1593763" y="297322"/>
                  </a:lnTo>
                  <a:lnTo>
                    <a:pt x="1581742" y="254537"/>
                  </a:lnTo>
                  <a:lnTo>
                    <a:pt x="1509991" y="0"/>
                  </a:lnTo>
                  <a:lnTo>
                    <a:pt x="84057" y="0"/>
                  </a:lnTo>
                  <a:lnTo>
                    <a:pt x="189" y="297322"/>
                  </a:lnTo>
                  <a:lnTo>
                    <a:pt x="0" y="297322"/>
                  </a:lnTo>
                  <a:cubicBezTo>
                    <a:pt x="95" y="297890"/>
                    <a:pt x="284" y="298363"/>
                    <a:pt x="379" y="298931"/>
                  </a:cubicBezTo>
                  <a:lnTo>
                    <a:pt x="379" y="298931"/>
                  </a:lnTo>
                  <a:cubicBezTo>
                    <a:pt x="663" y="300162"/>
                    <a:pt x="1041" y="301392"/>
                    <a:pt x="1325" y="302718"/>
                  </a:cubicBezTo>
                  <a:cubicBezTo>
                    <a:pt x="2082" y="306125"/>
                    <a:pt x="2840" y="309533"/>
                    <a:pt x="3881" y="312846"/>
                  </a:cubicBezTo>
                  <a:cubicBezTo>
                    <a:pt x="4165" y="313793"/>
                    <a:pt x="4544" y="314739"/>
                    <a:pt x="4828" y="315781"/>
                  </a:cubicBezTo>
                  <a:cubicBezTo>
                    <a:pt x="5963" y="319472"/>
                    <a:pt x="7194" y="323164"/>
                    <a:pt x="8614" y="326666"/>
                  </a:cubicBezTo>
                  <a:cubicBezTo>
                    <a:pt x="8898" y="327329"/>
                    <a:pt x="9182" y="327897"/>
                    <a:pt x="9371" y="328559"/>
                  </a:cubicBezTo>
                  <a:cubicBezTo>
                    <a:pt x="10886" y="332440"/>
                    <a:pt x="12590" y="336226"/>
                    <a:pt x="14388" y="339918"/>
                  </a:cubicBezTo>
                  <a:cubicBezTo>
                    <a:pt x="14577" y="340297"/>
                    <a:pt x="14767" y="340675"/>
                    <a:pt x="14956" y="340959"/>
                  </a:cubicBezTo>
                  <a:cubicBezTo>
                    <a:pt x="16944" y="344840"/>
                    <a:pt x="19026" y="348721"/>
                    <a:pt x="21298" y="352413"/>
                  </a:cubicBezTo>
                  <a:cubicBezTo>
                    <a:pt x="21393" y="352602"/>
                    <a:pt x="21582" y="352792"/>
                    <a:pt x="21677" y="352981"/>
                  </a:cubicBezTo>
                  <a:cubicBezTo>
                    <a:pt x="24043" y="356862"/>
                    <a:pt x="26504" y="360649"/>
                    <a:pt x="29155" y="364246"/>
                  </a:cubicBezTo>
                  <a:cubicBezTo>
                    <a:pt x="29155" y="364340"/>
                    <a:pt x="29344" y="364435"/>
                    <a:pt x="29439" y="364624"/>
                  </a:cubicBezTo>
                  <a:cubicBezTo>
                    <a:pt x="32184" y="368316"/>
                    <a:pt x="35024" y="371913"/>
                    <a:pt x="37958" y="375320"/>
                  </a:cubicBezTo>
                  <a:cubicBezTo>
                    <a:pt x="38053" y="375510"/>
                    <a:pt x="38242" y="375604"/>
                    <a:pt x="38337" y="375794"/>
                  </a:cubicBezTo>
                  <a:cubicBezTo>
                    <a:pt x="41271" y="379201"/>
                    <a:pt x="44395" y="382515"/>
                    <a:pt x="47613" y="385638"/>
                  </a:cubicBezTo>
                  <a:cubicBezTo>
                    <a:pt x="47802" y="385828"/>
                    <a:pt x="48086" y="386017"/>
                    <a:pt x="48276" y="386206"/>
                  </a:cubicBezTo>
                  <a:cubicBezTo>
                    <a:pt x="51494" y="389235"/>
                    <a:pt x="54713" y="392264"/>
                    <a:pt x="58120" y="395104"/>
                  </a:cubicBezTo>
                  <a:cubicBezTo>
                    <a:pt x="58499" y="395388"/>
                    <a:pt x="58972" y="395767"/>
                    <a:pt x="59351" y="396051"/>
                  </a:cubicBezTo>
                  <a:cubicBezTo>
                    <a:pt x="62569" y="398701"/>
                    <a:pt x="65882" y="401257"/>
                    <a:pt x="69385" y="403624"/>
                  </a:cubicBezTo>
                  <a:cubicBezTo>
                    <a:pt x="70142" y="404097"/>
                    <a:pt x="70899" y="404570"/>
                    <a:pt x="71656" y="405043"/>
                  </a:cubicBezTo>
                  <a:cubicBezTo>
                    <a:pt x="74875" y="407220"/>
                    <a:pt x="78093" y="409303"/>
                    <a:pt x="81406" y="411196"/>
                  </a:cubicBezTo>
                  <a:cubicBezTo>
                    <a:pt x="82447" y="411764"/>
                    <a:pt x="83583" y="412332"/>
                    <a:pt x="84624" y="412900"/>
                  </a:cubicBezTo>
                  <a:cubicBezTo>
                    <a:pt x="87748" y="414604"/>
                    <a:pt x="90872" y="416308"/>
                    <a:pt x="94090" y="417822"/>
                  </a:cubicBezTo>
                  <a:cubicBezTo>
                    <a:pt x="95510" y="418485"/>
                    <a:pt x="97025" y="419053"/>
                    <a:pt x="98445" y="419621"/>
                  </a:cubicBezTo>
                  <a:cubicBezTo>
                    <a:pt x="101379" y="420851"/>
                    <a:pt x="104313" y="422176"/>
                    <a:pt x="107343" y="423312"/>
                  </a:cubicBezTo>
                  <a:cubicBezTo>
                    <a:pt x="109236" y="423975"/>
                    <a:pt x="111224" y="424543"/>
                    <a:pt x="113117" y="425206"/>
                  </a:cubicBezTo>
                  <a:cubicBezTo>
                    <a:pt x="115767" y="426057"/>
                    <a:pt x="118418" y="427004"/>
                    <a:pt x="121163" y="427761"/>
                  </a:cubicBezTo>
                  <a:cubicBezTo>
                    <a:pt x="123529" y="428424"/>
                    <a:pt x="125990" y="428897"/>
                    <a:pt x="128357" y="429371"/>
                  </a:cubicBezTo>
                  <a:cubicBezTo>
                    <a:pt x="130723" y="429939"/>
                    <a:pt x="133090" y="430506"/>
                    <a:pt x="135456" y="430980"/>
                  </a:cubicBezTo>
                  <a:cubicBezTo>
                    <a:pt x="138391" y="431548"/>
                    <a:pt x="141420" y="431832"/>
                    <a:pt x="144354" y="432210"/>
                  </a:cubicBezTo>
                  <a:cubicBezTo>
                    <a:pt x="146342" y="432494"/>
                    <a:pt x="148235" y="432778"/>
                    <a:pt x="150223" y="432967"/>
                  </a:cubicBezTo>
                  <a:cubicBezTo>
                    <a:pt x="155240" y="433441"/>
                    <a:pt x="160257" y="433630"/>
                    <a:pt x="165368" y="433630"/>
                  </a:cubicBezTo>
                  <a:cubicBezTo>
                    <a:pt x="237876" y="433630"/>
                    <a:pt x="299878" y="387815"/>
                    <a:pt x="323542" y="323448"/>
                  </a:cubicBezTo>
                  <a:cubicBezTo>
                    <a:pt x="323542" y="323448"/>
                    <a:pt x="323542" y="323448"/>
                    <a:pt x="323542" y="323448"/>
                  </a:cubicBezTo>
                  <a:lnTo>
                    <a:pt x="323542" y="323448"/>
                  </a:lnTo>
                  <a:cubicBezTo>
                    <a:pt x="347302" y="387815"/>
                    <a:pt x="409114" y="433725"/>
                    <a:pt x="481717" y="433725"/>
                  </a:cubicBezTo>
                  <a:cubicBezTo>
                    <a:pt x="554319" y="433725"/>
                    <a:pt x="616226" y="387910"/>
                    <a:pt x="639891" y="323542"/>
                  </a:cubicBezTo>
                  <a:cubicBezTo>
                    <a:pt x="655983" y="366990"/>
                    <a:pt x="689397" y="401919"/>
                    <a:pt x="731804" y="420094"/>
                  </a:cubicBezTo>
                  <a:cubicBezTo>
                    <a:pt x="732561" y="420378"/>
                    <a:pt x="733224" y="420757"/>
                    <a:pt x="733981" y="421041"/>
                  </a:cubicBezTo>
                  <a:cubicBezTo>
                    <a:pt x="735212" y="421514"/>
                    <a:pt x="736537" y="421987"/>
                    <a:pt x="737767" y="422460"/>
                  </a:cubicBezTo>
                  <a:cubicBezTo>
                    <a:pt x="756510" y="429655"/>
                    <a:pt x="776767" y="433725"/>
                    <a:pt x="798065" y="433725"/>
                  </a:cubicBezTo>
                  <a:cubicBezTo>
                    <a:pt x="798065" y="433725"/>
                    <a:pt x="798065" y="433725"/>
                    <a:pt x="798065" y="433725"/>
                  </a:cubicBezTo>
                  <a:cubicBezTo>
                    <a:pt x="798065" y="433725"/>
                    <a:pt x="798065" y="433725"/>
                    <a:pt x="798065" y="433725"/>
                  </a:cubicBezTo>
                  <a:cubicBezTo>
                    <a:pt x="870573" y="433725"/>
                    <a:pt x="932574" y="387815"/>
                    <a:pt x="956144" y="323448"/>
                  </a:cubicBezTo>
                  <a:cubicBezTo>
                    <a:pt x="956144" y="323448"/>
                    <a:pt x="956144" y="323448"/>
                    <a:pt x="956144" y="323448"/>
                  </a:cubicBezTo>
                  <a:cubicBezTo>
                    <a:pt x="979904" y="387815"/>
                    <a:pt x="1041716" y="433630"/>
                    <a:pt x="1114318" y="433630"/>
                  </a:cubicBezTo>
                  <a:cubicBezTo>
                    <a:pt x="1186922" y="433630"/>
                    <a:pt x="1248828" y="387815"/>
                    <a:pt x="1272493" y="323448"/>
                  </a:cubicBezTo>
                  <a:cubicBezTo>
                    <a:pt x="1272493" y="323448"/>
                    <a:pt x="1272493" y="323448"/>
                    <a:pt x="1272493" y="323448"/>
                  </a:cubicBezTo>
                  <a:cubicBezTo>
                    <a:pt x="1273913" y="327234"/>
                    <a:pt x="1275427" y="330926"/>
                    <a:pt x="1277131" y="334523"/>
                  </a:cubicBezTo>
                  <a:lnTo>
                    <a:pt x="1277131" y="334523"/>
                  </a:lnTo>
                  <a:cubicBezTo>
                    <a:pt x="1277131" y="336226"/>
                    <a:pt x="1277036" y="337552"/>
                    <a:pt x="1276942" y="339161"/>
                  </a:cubicBezTo>
                  <a:cubicBezTo>
                    <a:pt x="1301742" y="389898"/>
                    <a:pt x="1351343" y="425963"/>
                    <a:pt x="1409747" y="432305"/>
                  </a:cubicBezTo>
                  <a:cubicBezTo>
                    <a:pt x="1410410" y="432305"/>
                    <a:pt x="1411073" y="432399"/>
                    <a:pt x="1411735" y="432494"/>
                  </a:cubicBezTo>
                  <a:cubicBezTo>
                    <a:pt x="1413155" y="432589"/>
                    <a:pt x="1414575" y="432873"/>
                    <a:pt x="1415995" y="432967"/>
                  </a:cubicBezTo>
                  <a:cubicBezTo>
                    <a:pt x="1418172" y="433157"/>
                    <a:pt x="1420160" y="433346"/>
                    <a:pt x="1422337" y="433441"/>
                  </a:cubicBezTo>
                  <a:cubicBezTo>
                    <a:pt x="1423378" y="433535"/>
                    <a:pt x="1424419" y="433535"/>
                    <a:pt x="1425271" y="433535"/>
                  </a:cubicBezTo>
                  <a:cubicBezTo>
                    <a:pt x="1425271" y="433535"/>
                    <a:pt x="1425271" y="433535"/>
                    <a:pt x="1425366" y="433535"/>
                  </a:cubicBezTo>
                  <a:cubicBezTo>
                    <a:pt x="1426313" y="433535"/>
                    <a:pt x="1427354" y="433630"/>
                    <a:pt x="1428300" y="433630"/>
                  </a:cubicBezTo>
                  <a:lnTo>
                    <a:pt x="1430667" y="433630"/>
                  </a:lnTo>
                  <a:cubicBezTo>
                    <a:pt x="1432371" y="433630"/>
                    <a:pt x="1434169" y="433630"/>
                    <a:pt x="1435873" y="433441"/>
                  </a:cubicBezTo>
                  <a:cubicBezTo>
                    <a:pt x="1500335" y="431642"/>
                    <a:pt x="1555616" y="393400"/>
                    <a:pt x="1582310" y="338688"/>
                  </a:cubicBezTo>
                  <a:cubicBezTo>
                    <a:pt x="1582404" y="338498"/>
                    <a:pt x="1582499" y="338309"/>
                    <a:pt x="1582499" y="338120"/>
                  </a:cubicBezTo>
                  <a:cubicBezTo>
                    <a:pt x="1582404" y="336794"/>
                    <a:pt x="1582310" y="335375"/>
                    <a:pt x="1582310" y="334050"/>
                  </a:cubicBezTo>
                  <a:cubicBezTo>
                    <a:pt x="1587232" y="322880"/>
                    <a:pt x="1591018" y="311237"/>
                    <a:pt x="1593479" y="298931"/>
                  </a:cubicBezTo>
                  <a:cubicBezTo>
                    <a:pt x="1593574" y="298363"/>
                    <a:pt x="1593669" y="297890"/>
                    <a:pt x="1593858" y="297322"/>
                  </a:cubicBezTo>
                  <a:close/>
                </a:path>
              </a:pathLst>
            </a:custGeom>
            <a:solidFill>
              <a:srgbClr val="1A135A">
                <a:alpha val="20000"/>
              </a:srgbClr>
            </a:solidFill>
            <a:ln w="9466" cap="flat">
              <a:noFill/>
              <a:prstDash val="solid"/>
              <a:miter/>
            </a:ln>
          </p:spPr>
          <p:txBody>
            <a:bodyPr/>
            <a:lstStyle/>
            <a:p>
              <a:endParaRPr lang="en-US"/>
            </a:p>
          </p:txBody>
        </p:sp>
        <p:grpSp>
          <p:nvGrpSpPr>
            <p:cNvPr id="1427" name="Graphic 1358">
              <a:extLst>
                <a:ext uri="{FF2B5EF4-FFF2-40B4-BE49-F238E27FC236}">
                  <a16:creationId xmlns:a16="http://schemas.microsoft.com/office/drawing/2014/main" id="{B0E8341B-ADCA-CD73-48B5-5339780C87AE}"/>
                </a:ext>
              </a:extLst>
            </p:cNvPr>
            <p:cNvGrpSpPr/>
            <p:nvPr/>
          </p:nvGrpSpPr>
          <p:grpSpPr>
            <a:xfrm>
              <a:off x="-11259015" y="4441938"/>
              <a:ext cx="1001675" cy="1980632"/>
              <a:chOff x="-11259015" y="4441938"/>
              <a:chExt cx="1001675" cy="1980632"/>
            </a:xfrm>
          </p:grpSpPr>
          <p:grpSp>
            <p:nvGrpSpPr>
              <p:cNvPr id="1428" name="Graphic 1358">
                <a:extLst>
                  <a:ext uri="{FF2B5EF4-FFF2-40B4-BE49-F238E27FC236}">
                    <a16:creationId xmlns:a16="http://schemas.microsoft.com/office/drawing/2014/main" id="{72F46846-7C11-F868-FF53-88AD03DAEF65}"/>
                  </a:ext>
                </a:extLst>
              </p:cNvPr>
              <p:cNvGrpSpPr/>
              <p:nvPr/>
            </p:nvGrpSpPr>
            <p:grpSpPr>
              <a:xfrm>
                <a:off x="-11191808" y="5672970"/>
                <a:ext cx="844448" cy="749600"/>
                <a:chOff x="-11191808" y="5672970"/>
                <a:chExt cx="844448" cy="749600"/>
              </a:xfrm>
            </p:grpSpPr>
            <p:sp>
              <p:nvSpPr>
                <p:cNvPr id="1429" name="Freeform: Shape 1428">
                  <a:extLst>
                    <a:ext uri="{FF2B5EF4-FFF2-40B4-BE49-F238E27FC236}">
                      <a16:creationId xmlns:a16="http://schemas.microsoft.com/office/drawing/2014/main" id="{74782386-17D2-C6FE-23D3-AEDD23633329}"/>
                    </a:ext>
                  </a:extLst>
                </p:cNvPr>
                <p:cNvSpPr/>
                <p:nvPr/>
              </p:nvSpPr>
              <p:spPr>
                <a:xfrm>
                  <a:off x="-11190672" y="5672970"/>
                  <a:ext cx="120973" cy="120973"/>
                </a:xfrm>
                <a:custGeom>
                  <a:avLst/>
                  <a:gdLst>
                    <a:gd name="csX0" fmla="*/ 0 w 120973"/>
                    <a:gd name="csY0" fmla="*/ 60298 h 120973"/>
                    <a:gd name="csX1" fmla="*/ 60297 w 120973"/>
                    <a:gd name="csY1" fmla="*/ 120974 h 120973"/>
                    <a:gd name="csX2" fmla="*/ 120973 w 120973"/>
                    <a:gd name="csY2" fmla="*/ 60676 h 120973"/>
                    <a:gd name="csX3" fmla="*/ 60676 w 120973"/>
                    <a:gd name="csY3" fmla="*/ 0 h 120973"/>
                    <a:gd name="csX4" fmla="*/ 0 w 120973"/>
                    <a:gd name="csY4" fmla="*/ 60298 h 120973"/>
                  </a:gdLst>
                  <a:ahLst/>
                  <a:cxnLst>
                    <a:cxn ang="0">
                      <a:pos x="csX0" y="csY0"/>
                    </a:cxn>
                    <a:cxn ang="0">
                      <a:pos x="csX1" y="csY1"/>
                    </a:cxn>
                    <a:cxn ang="0">
                      <a:pos x="csX2" y="csY2"/>
                    </a:cxn>
                    <a:cxn ang="0">
                      <a:pos x="csX3" y="csY3"/>
                    </a:cxn>
                    <a:cxn ang="0">
                      <a:pos x="csX4" y="csY4"/>
                    </a:cxn>
                  </a:cxnLst>
                  <a:rect l="l" t="t" r="r" b="b"/>
                  <a:pathLst>
                    <a:path w="120973" h="120973">
                      <a:moveTo>
                        <a:pt x="0" y="60298"/>
                      </a:moveTo>
                      <a:cubicBezTo>
                        <a:pt x="0" y="93712"/>
                        <a:pt x="26883" y="120879"/>
                        <a:pt x="60297" y="120974"/>
                      </a:cubicBezTo>
                      <a:cubicBezTo>
                        <a:pt x="93712" y="120974"/>
                        <a:pt x="120879" y="94091"/>
                        <a:pt x="120973" y="60676"/>
                      </a:cubicBezTo>
                      <a:cubicBezTo>
                        <a:pt x="121068" y="27262"/>
                        <a:pt x="94090" y="95"/>
                        <a:pt x="60676" y="0"/>
                      </a:cubicBezTo>
                      <a:cubicBezTo>
                        <a:pt x="27262" y="-95"/>
                        <a:pt x="95" y="26883"/>
                        <a:pt x="0" y="60298"/>
                      </a:cubicBezTo>
                      <a:close/>
                    </a:path>
                  </a:pathLst>
                </a:custGeom>
                <a:solidFill>
                  <a:schemeClr val="accent3"/>
                </a:solidFill>
                <a:ln w="9466" cap="flat">
                  <a:noFill/>
                  <a:prstDash val="solid"/>
                  <a:miter/>
                </a:ln>
              </p:spPr>
              <p:txBody>
                <a:bodyPr/>
                <a:lstStyle/>
                <a:p>
                  <a:endParaRPr lang="en-US"/>
                </a:p>
              </p:txBody>
            </p:sp>
            <p:sp>
              <p:nvSpPr>
                <p:cNvPr id="1430" name="Freeform: Shape 1429">
                  <a:extLst>
                    <a:ext uri="{FF2B5EF4-FFF2-40B4-BE49-F238E27FC236}">
                      <a16:creationId xmlns:a16="http://schemas.microsoft.com/office/drawing/2014/main" id="{9A90C3AD-90C1-DD79-C000-588797AB3F93}"/>
                    </a:ext>
                  </a:extLst>
                </p:cNvPr>
                <p:cNvSpPr/>
                <p:nvPr/>
              </p:nvSpPr>
              <p:spPr>
                <a:xfrm>
                  <a:off x="-10918623" y="5709888"/>
                  <a:ext cx="571263" cy="50642"/>
                </a:xfrm>
                <a:custGeom>
                  <a:avLst/>
                  <a:gdLst>
                    <a:gd name="csX0" fmla="*/ 547031 w 571263"/>
                    <a:gd name="csY0" fmla="*/ 50642 h 50642"/>
                    <a:gd name="csX1" fmla="*/ 24138 w 571263"/>
                    <a:gd name="csY1" fmla="*/ 48370 h 50642"/>
                    <a:gd name="csX2" fmla="*/ 0 w 571263"/>
                    <a:gd name="csY2" fmla="*/ 24138 h 50642"/>
                    <a:gd name="csX3" fmla="*/ 0 w 571263"/>
                    <a:gd name="csY3" fmla="*/ 24138 h 50642"/>
                    <a:gd name="csX4" fmla="*/ 24233 w 571263"/>
                    <a:gd name="csY4" fmla="*/ 0 h 50642"/>
                    <a:gd name="csX5" fmla="*/ 547126 w 571263"/>
                    <a:gd name="csY5" fmla="*/ 2272 h 50642"/>
                    <a:gd name="csX6" fmla="*/ 571263 w 571263"/>
                    <a:gd name="csY6" fmla="*/ 26504 h 50642"/>
                    <a:gd name="csX7" fmla="*/ 571263 w 571263"/>
                    <a:gd name="csY7" fmla="*/ 26504 h 50642"/>
                    <a:gd name="csX8" fmla="*/ 547031 w 571263"/>
                    <a:gd name="csY8" fmla="*/ 50642 h 506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71263" h="50642">
                      <a:moveTo>
                        <a:pt x="547031" y="50642"/>
                      </a:moveTo>
                      <a:lnTo>
                        <a:pt x="24138" y="48370"/>
                      </a:lnTo>
                      <a:cubicBezTo>
                        <a:pt x="10791" y="48370"/>
                        <a:pt x="0" y="37484"/>
                        <a:pt x="0" y="24138"/>
                      </a:cubicBezTo>
                      <a:lnTo>
                        <a:pt x="0" y="24138"/>
                      </a:lnTo>
                      <a:cubicBezTo>
                        <a:pt x="0" y="10791"/>
                        <a:pt x="10886" y="0"/>
                        <a:pt x="24233" y="0"/>
                      </a:cubicBezTo>
                      <a:lnTo>
                        <a:pt x="547126" y="2272"/>
                      </a:lnTo>
                      <a:cubicBezTo>
                        <a:pt x="560473" y="2272"/>
                        <a:pt x="571263" y="13157"/>
                        <a:pt x="571263" y="26504"/>
                      </a:cubicBezTo>
                      <a:lnTo>
                        <a:pt x="571263" y="26504"/>
                      </a:lnTo>
                      <a:cubicBezTo>
                        <a:pt x="571263" y="39851"/>
                        <a:pt x="560378" y="50642"/>
                        <a:pt x="547031" y="50642"/>
                      </a:cubicBezTo>
                      <a:close/>
                    </a:path>
                  </a:pathLst>
                </a:custGeom>
                <a:solidFill>
                  <a:schemeClr val="accent3"/>
                </a:solidFill>
                <a:ln w="9466" cap="flat">
                  <a:noFill/>
                  <a:prstDash val="solid"/>
                  <a:miter/>
                </a:ln>
              </p:spPr>
              <p:txBody>
                <a:bodyPr/>
                <a:lstStyle/>
                <a:p>
                  <a:endParaRPr lang="en-US"/>
                </a:p>
              </p:txBody>
            </p:sp>
            <p:sp>
              <p:nvSpPr>
                <p:cNvPr id="1431" name="Freeform: Shape 1430">
                  <a:extLst>
                    <a:ext uri="{FF2B5EF4-FFF2-40B4-BE49-F238E27FC236}">
                      <a16:creationId xmlns:a16="http://schemas.microsoft.com/office/drawing/2014/main" id="{975915A4-64B4-1663-257D-5EF2D0605F6A}"/>
                    </a:ext>
                  </a:extLst>
                </p:cNvPr>
                <p:cNvSpPr/>
                <p:nvPr/>
              </p:nvSpPr>
              <p:spPr>
                <a:xfrm>
                  <a:off x="-11191808" y="6100921"/>
                  <a:ext cx="120973" cy="120973"/>
                </a:xfrm>
                <a:custGeom>
                  <a:avLst/>
                  <a:gdLst>
                    <a:gd name="csX0" fmla="*/ 0 w 120973"/>
                    <a:gd name="csY0" fmla="*/ 60298 h 120973"/>
                    <a:gd name="csX1" fmla="*/ 60676 w 120973"/>
                    <a:gd name="csY1" fmla="*/ 0 h 120973"/>
                    <a:gd name="csX2" fmla="*/ 120974 w 120973"/>
                    <a:gd name="csY2" fmla="*/ 60676 h 120973"/>
                    <a:gd name="csX3" fmla="*/ 60298 w 120973"/>
                    <a:gd name="csY3" fmla="*/ 120973 h 120973"/>
                    <a:gd name="csX4" fmla="*/ 0 w 120973"/>
                    <a:gd name="csY4" fmla="*/ 60298 h 120973"/>
                  </a:gdLst>
                  <a:ahLst/>
                  <a:cxnLst>
                    <a:cxn ang="0">
                      <a:pos x="csX0" y="csY0"/>
                    </a:cxn>
                    <a:cxn ang="0">
                      <a:pos x="csX1" y="csY1"/>
                    </a:cxn>
                    <a:cxn ang="0">
                      <a:pos x="csX2" y="csY2"/>
                    </a:cxn>
                    <a:cxn ang="0">
                      <a:pos x="csX3" y="csY3"/>
                    </a:cxn>
                    <a:cxn ang="0">
                      <a:pos x="csX4" y="csY4"/>
                    </a:cxn>
                  </a:cxnLst>
                  <a:rect l="l" t="t" r="r" b="b"/>
                  <a:pathLst>
                    <a:path w="120973" h="120973">
                      <a:moveTo>
                        <a:pt x="0" y="60298"/>
                      </a:moveTo>
                      <a:cubicBezTo>
                        <a:pt x="0" y="26883"/>
                        <a:pt x="27262" y="-95"/>
                        <a:pt x="60676" y="0"/>
                      </a:cubicBezTo>
                      <a:cubicBezTo>
                        <a:pt x="94091" y="0"/>
                        <a:pt x="121068" y="27262"/>
                        <a:pt x="120974" y="60676"/>
                      </a:cubicBezTo>
                      <a:cubicBezTo>
                        <a:pt x="120974" y="94091"/>
                        <a:pt x="93712" y="121068"/>
                        <a:pt x="60298" y="120973"/>
                      </a:cubicBezTo>
                      <a:cubicBezTo>
                        <a:pt x="26883" y="120973"/>
                        <a:pt x="-95" y="93712"/>
                        <a:pt x="0" y="60298"/>
                      </a:cubicBezTo>
                      <a:close/>
                    </a:path>
                  </a:pathLst>
                </a:custGeom>
                <a:solidFill>
                  <a:srgbClr val="DEDFFC"/>
                </a:solidFill>
                <a:ln w="9466" cap="flat">
                  <a:noFill/>
                  <a:prstDash val="solid"/>
                  <a:miter/>
                </a:ln>
              </p:spPr>
              <p:txBody>
                <a:bodyPr/>
                <a:lstStyle/>
                <a:p>
                  <a:endParaRPr lang="en-US"/>
                </a:p>
              </p:txBody>
            </p:sp>
            <p:sp>
              <p:nvSpPr>
                <p:cNvPr id="1432" name="Freeform: Shape 1431">
                  <a:extLst>
                    <a:ext uri="{FF2B5EF4-FFF2-40B4-BE49-F238E27FC236}">
                      <a16:creationId xmlns:a16="http://schemas.microsoft.com/office/drawing/2014/main" id="{6FB0C5F6-D734-9A98-D65D-FB209A028C5D}"/>
                    </a:ext>
                  </a:extLst>
                </p:cNvPr>
                <p:cNvSpPr/>
                <p:nvPr/>
              </p:nvSpPr>
              <p:spPr>
                <a:xfrm>
                  <a:off x="-10919665" y="6137743"/>
                  <a:ext cx="571263" cy="50642"/>
                </a:xfrm>
                <a:custGeom>
                  <a:avLst/>
                  <a:gdLst>
                    <a:gd name="csX0" fmla="*/ 547125 w 571263"/>
                    <a:gd name="csY0" fmla="*/ 2272 h 50642"/>
                    <a:gd name="csX1" fmla="*/ 24233 w 571263"/>
                    <a:gd name="csY1" fmla="*/ 0 h 50642"/>
                    <a:gd name="csX2" fmla="*/ 0 w 571263"/>
                    <a:gd name="csY2" fmla="*/ 24138 h 50642"/>
                    <a:gd name="csX3" fmla="*/ 0 w 571263"/>
                    <a:gd name="csY3" fmla="*/ 24138 h 50642"/>
                    <a:gd name="csX4" fmla="*/ 24138 w 571263"/>
                    <a:gd name="csY4" fmla="*/ 48371 h 50642"/>
                    <a:gd name="csX5" fmla="*/ 547031 w 571263"/>
                    <a:gd name="csY5" fmla="*/ 50643 h 50642"/>
                    <a:gd name="csX6" fmla="*/ 571263 w 571263"/>
                    <a:gd name="csY6" fmla="*/ 26505 h 50642"/>
                    <a:gd name="csX7" fmla="*/ 571263 w 571263"/>
                    <a:gd name="csY7" fmla="*/ 26505 h 50642"/>
                    <a:gd name="csX8" fmla="*/ 547125 w 571263"/>
                    <a:gd name="csY8" fmla="*/ 2272 h 506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71263" h="50642">
                      <a:moveTo>
                        <a:pt x="547125" y="2272"/>
                      </a:moveTo>
                      <a:lnTo>
                        <a:pt x="24233" y="0"/>
                      </a:lnTo>
                      <a:cubicBezTo>
                        <a:pt x="10886" y="0"/>
                        <a:pt x="0" y="10791"/>
                        <a:pt x="0" y="24138"/>
                      </a:cubicBezTo>
                      <a:lnTo>
                        <a:pt x="0" y="24138"/>
                      </a:lnTo>
                      <a:cubicBezTo>
                        <a:pt x="0" y="37485"/>
                        <a:pt x="10791" y="48371"/>
                        <a:pt x="24138" y="48371"/>
                      </a:cubicBezTo>
                      <a:lnTo>
                        <a:pt x="547031" y="50643"/>
                      </a:lnTo>
                      <a:cubicBezTo>
                        <a:pt x="560377" y="50643"/>
                        <a:pt x="571263" y="39851"/>
                        <a:pt x="571263" y="26505"/>
                      </a:cubicBezTo>
                      <a:lnTo>
                        <a:pt x="571263" y="26505"/>
                      </a:lnTo>
                      <a:cubicBezTo>
                        <a:pt x="571263" y="13158"/>
                        <a:pt x="560472" y="2272"/>
                        <a:pt x="547125" y="2272"/>
                      </a:cubicBezTo>
                      <a:close/>
                    </a:path>
                  </a:pathLst>
                </a:custGeom>
                <a:solidFill>
                  <a:srgbClr val="DEDFFC"/>
                </a:solidFill>
                <a:ln w="9466" cap="flat">
                  <a:noFill/>
                  <a:prstDash val="solid"/>
                  <a:miter/>
                </a:ln>
              </p:spPr>
              <p:txBody>
                <a:bodyPr/>
                <a:lstStyle/>
                <a:p>
                  <a:endParaRPr lang="en-US"/>
                </a:p>
              </p:txBody>
            </p:sp>
            <p:sp>
              <p:nvSpPr>
                <p:cNvPr id="1433" name="Freeform: Shape 1432">
                  <a:extLst>
                    <a:ext uri="{FF2B5EF4-FFF2-40B4-BE49-F238E27FC236}">
                      <a16:creationId xmlns:a16="http://schemas.microsoft.com/office/drawing/2014/main" id="{9F34ED8E-B9F9-4944-4D0B-3D9F8D3F9C64}"/>
                    </a:ext>
                  </a:extLst>
                </p:cNvPr>
                <p:cNvSpPr/>
                <p:nvPr/>
              </p:nvSpPr>
              <p:spPr>
                <a:xfrm>
                  <a:off x="-11191239" y="5886898"/>
                  <a:ext cx="120973" cy="120974"/>
                </a:xfrm>
                <a:custGeom>
                  <a:avLst/>
                  <a:gdLst>
                    <a:gd name="csX0" fmla="*/ 0 w 120973"/>
                    <a:gd name="csY0" fmla="*/ 60298 h 120974"/>
                    <a:gd name="csX1" fmla="*/ 60297 w 120973"/>
                    <a:gd name="csY1" fmla="*/ 120974 h 120974"/>
                    <a:gd name="csX2" fmla="*/ 120973 w 120973"/>
                    <a:gd name="csY2" fmla="*/ 60677 h 120974"/>
                    <a:gd name="csX3" fmla="*/ 60676 w 120973"/>
                    <a:gd name="csY3" fmla="*/ 0 h 120974"/>
                    <a:gd name="csX4" fmla="*/ 0 w 120973"/>
                    <a:gd name="csY4" fmla="*/ 60298 h 120974"/>
                  </a:gdLst>
                  <a:ahLst/>
                  <a:cxnLst>
                    <a:cxn ang="0">
                      <a:pos x="csX0" y="csY0"/>
                    </a:cxn>
                    <a:cxn ang="0">
                      <a:pos x="csX1" y="csY1"/>
                    </a:cxn>
                    <a:cxn ang="0">
                      <a:pos x="csX2" y="csY2"/>
                    </a:cxn>
                    <a:cxn ang="0">
                      <a:pos x="csX3" y="csY3"/>
                    </a:cxn>
                    <a:cxn ang="0">
                      <a:pos x="csX4" y="csY4"/>
                    </a:cxn>
                  </a:cxnLst>
                  <a:rect l="l" t="t" r="r" b="b"/>
                  <a:pathLst>
                    <a:path w="120973" h="120974">
                      <a:moveTo>
                        <a:pt x="0" y="60298"/>
                      </a:moveTo>
                      <a:cubicBezTo>
                        <a:pt x="0" y="93712"/>
                        <a:pt x="26883" y="120879"/>
                        <a:pt x="60297" y="120974"/>
                      </a:cubicBezTo>
                      <a:cubicBezTo>
                        <a:pt x="93712" y="121069"/>
                        <a:pt x="120879" y="94091"/>
                        <a:pt x="120973" y="60677"/>
                      </a:cubicBezTo>
                      <a:cubicBezTo>
                        <a:pt x="120973" y="27262"/>
                        <a:pt x="94090" y="95"/>
                        <a:pt x="60676" y="0"/>
                      </a:cubicBezTo>
                      <a:cubicBezTo>
                        <a:pt x="27262" y="-94"/>
                        <a:pt x="95" y="26883"/>
                        <a:pt x="0" y="60298"/>
                      </a:cubicBezTo>
                      <a:close/>
                    </a:path>
                  </a:pathLst>
                </a:custGeom>
                <a:solidFill>
                  <a:srgbClr val="8BD2FA"/>
                </a:solidFill>
                <a:ln w="9466" cap="flat">
                  <a:noFill/>
                  <a:prstDash val="solid"/>
                  <a:miter/>
                </a:ln>
              </p:spPr>
              <p:txBody>
                <a:bodyPr/>
                <a:lstStyle/>
                <a:p>
                  <a:endParaRPr lang="en-US"/>
                </a:p>
              </p:txBody>
            </p:sp>
            <p:sp>
              <p:nvSpPr>
                <p:cNvPr id="1434" name="Freeform: Shape 1433">
                  <a:extLst>
                    <a:ext uri="{FF2B5EF4-FFF2-40B4-BE49-F238E27FC236}">
                      <a16:creationId xmlns:a16="http://schemas.microsoft.com/office/drawing/2014/main" id="{DF7B0F56-DD13-9D11-01D8-DB84A2DDE9E6}"/>
                    </a:ext>
                  </a:extLst>
                </p:cNvPr>
                <p:cNvSpPr/>
                <p:nvPr/>
              </p:nvSpPr>
              <p:spPr>
                <a:xfrm>
                  <a:off x="-10919097" y="5923815"/>
                  <a:ext cx="571263" cy="50642"/>
                </a:xfrm>
                <a:custGeom>
                  <a:avLst/>
                  <a:gdLst>
                    <a:gd name="csX0" fmla="*/ 547031 w 571263"/>
                    <a:gd name="csY0" fmla="*/ 50642 h 50642"/>
                    <a:gd name="csX1" fmla="*/ 24138 w 571263"/>
                    <a:gd name="csY1" fmla="*/ 48370 h 50642"/>
                    <a:gd name="csX2" fmla="*/ 0 w 571263"/>
                    <a:gd name="csY2" fmla="*/ 24138 h 50642"/>
                    <a:gd name="csX3" fmla="*/ 0 w 571263"/>
                    <a:gd name="csY3" fmla="*/ 24138 h 50642"/>
                    <a:gd name="csX4" fmla="*/ 24233 w 571263"/>
                    <a:gd name="csY4" fmla="*/ 0 h 50642"/>
                    <a:gd name="csX5" fmla="*/ 547125 w 571263"/>
                    <a:gd name="csY5" fmla="*/ 2272 h 50642"/>
                    <a:gd name="csX6" fmla="*/ 571263 w 571263"/>
                    <a:gd name="csY6" fmla="*/ 26504 h 50642"/>
                    <a:gd name="csX7" fmla="*/ 571263 w 571263"/>
                    <a:gd name="csY7" fmla="*/ 26504 h 50642"/>
                    <a:gd name="csX8" fmla="*/ 547031 w 571263"/>
                    <a:gd name="csY8" fmla="*/ 50642 h 506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71263" h="50642">
                      <a:moveTo>
                        <a:pt x="547031" y="50642"/>
                      </a:moveTo>
                      <a:lnTo>
                        <a:pt x="24138" y="48370"/>
                      </a:lnTo>
                      <a:cubicBezTo>
                        <a:pt x="10791" y="48370"/>
                        <a:pt x="0" y="37485"/>
                        <a:pt x="0" y="24138"/>
                      </a:cubicBezTo>
                      <a:lnTo>
                        <a:pt x="0" y="24138"/>
                      </a:lnTo>
                      <a:cubicBezTo>
                        <a:pt x="0" y="10791"/>
                        <a:pt x="10886" y="0"/>
                        <a:pt x="24233" y="0"/>
                      </a:cubicBezTo>
                      <a:lnTo>
                        <a:pt x="547125" y="2272"/>
                      </a:lnTo>
                      <a:cubicBezTo>
                        <a:pt x="560472" y="2272"/>
                        <a:pt x="571263" y="13158"/>
                        <a:pt x="571263" y="26504"/>
                      </a:cubicBezTo>
                      <a:lnTo>
                        <a:pt x="571263" y="26504"/>
                      </a:lnTo>
                      <a:cubicBezTo>
                        <a:pt x="571263" y="39851"/>
                        <a:pt x="560378" y="50642"/>
                        <a:pt x="547031" y="50642"/>
                      </a:cubicBezTo>
                      <a:close/>
                    </a:path>
                  </a:pathLst>
                </a:custGeom>
                <a:solidFill>
                  <a:srgbClr val="8BD2FA"/>
                </a:solidFill>
                <a:ln w="9466" cap="flat">
                  <a:noFill/>
                  <a:prstDash val="solid"/>
                  <a:miter/>
                </a:ln>
              </p:spPr>
              <p:txBody>
                <a:bodyPr/>
                <a:lstStyle/>
                <a:p>
                  <a:endParaRPr lang="en-US"/>
                </a:p>
              </p:txBody>
            </p:sp>
            <p:sp>
              <p:nvSpPr>
                <p:cNvPr id="1435" name="Freeform: Shape 1434">
                  <a:extLst>
                    <a:ext uri="{FF2B5EF4-FFF2-40B4-BE49-F238E27FC236}">
                      <a16:creationId xmlns:a16="http://schemas.microsoft.com/office/drawing/2014/main" id="{4EC86F46-0B25-1A7C-F579-96567A9677C7}"/>
                    </a:ext>
                  </a:extLst>
                </p:cNvPr>
                <p:cNvSpPr/>
                <p:nvPr/>
              </p:nvSpPr>
              <p:spPr>
                <a:xfrm>
                  <a:off x="-11191239" y="6301596"/>
                  <a:ext cx="120973" cy="120974"/>
                </a:xfrm>
                <a:custGeom>
                  <a:avLst/>
                  <a:gdLst>
                    <a:gd name="csX0" fmla="*/ 0 w 120973"/>
                    <a:gd name="csY0" fmla="*/ 60677 h 120974"/>
                    <a:gd name="csX1" fmla="*/ 60297 w 120973"/>
                    <a:gd name="csY1" fmla="*/ 0 h 120974"/>
                    <a:gd name="csX2" fmla="*/ 120973 w 120973"/>
                    <a:gd name="csY2" fmla="*/ 60298 h 120974"/>
                    <a:gd name="csX3" fmla="*/ 60676 w 120973"/>
                    <a:gd name="csY3" fmla="*/ 120974 h 120974"/>
                    <a:gd name="csX4" fmla="*/ 0 w 120973"/>
                    <a:gd name="csY4" fmla="*/ 60677 h 120974"/>
                  </a:gdLst>
                  <a:ahLst/>
                  <a:cxnLst>
                    <a:cxn ang="0">
                      <a:pos x="csX0" y="csY0"/>
                    </a:cxn>
                    <a:cxn ang="0">
                      <a:pos x="csX1" y="csY1"/>
                    </a:cxn>
                    <a:cxn ang="0">
                      <a:pos x="csX2" y="csY2"/>
                    </a:cxn>
                    <a:cxn ang="0">
                      <a:pos x="csX3" y="csY3"/>
                    </a:cxn>
                    <a:cxn ang="0">
                      <a:pos x="csX4" y="csY4"/>
                    </a:cxn>
                  </a:cxnLst>
                  <a:rect l="l" t="t" r="r" b="b"/>
                  <a:pathLst>
                    <a:path w="120973" h="120974">
                      <a:moveTo>
                        <a:pt x="0" y="60677"/>
                      </a:moveTo>
                      <a:cubicBezTo>
                        <a:pt x="0" y="27262"/>
                        <a:pt x="26883" y="95"/>
                        <a:pt x="60297" y="0"/>
                      </a:cubicBezTo>
                      <a:cubicBezTo>
                        <a:pt x="93712" y="-94"/>
                        <a:pt x="120879" y="26883"/>
                        <a:pt x="120973" y="60298"/>
                      </a:cubicBezTo>
                      <a:cubicBezTo>
                        <a:pt x="120973" y="93712"/>
                        <a:pt x="94090" y="120879"/>
                        <a:pt x="60676" y="120974"/>
                      </a:cubicBezTo>
                      <a:cubicBezTo>
                        <a:pt x="27262" y="121069"/>
                        <a:pt x="95" y="94091"/>
                        <a:pt x="0" y="60677"/>
                      </a:cubicBezTo>
                      <a:close/>
                    </a:path>
                  </a:pathLst>
                </a:custGeom>
                <a:solidFill>
                  <a:srgbClr val="6768BF"/>
                </a:solidFill>
                <a:ln w="9466" cap="flat">
                  <a:noFill/>
                  <a:prstDash val="solid"/>
                  <a:miter/>
                </a:ln>
              </p:spPr>
              <p:txBody>
                <a:bodyPr/>
                <a:lstStyle/>
                <a:p>
                  <a:endParaRPr lang="en-US"/>
                </a:p>
              </p:txBody>
            </p:sp>
            <p:sp>
              <p:nvSpPr>
                <p:cNvPr id="1436" name="Freeform: Shape 1435">
                  <a:extLst>
                    <a:ext uri="{FF2B5EF4-FFF2-40B4-BE49-F238E27FC236}">
                      <a16:creationId xmlns:a16="http://schemas.microsoft.com/office/drawing/2014/main" id="{EC33EC85-2958-904A-28AD-1DF2B2C14FB6}"/>
                    </a:ext>
                  </a:extLst>
                </p:cNvPr>
                <p:cNvSpPr/>
                <p:nvPr/>
              </p:nvSpPr>
              <p:spPr>
                <a:xfrm>
                  <a:off x="-10919097" y="6335106"/>
                  <a:ext cx="571263" cy="50642"/>
                </a:xfrm>
                <a:custGeom>
                  <a:avLst/>
                  <a:gdLst>
                    <a:gd name="csX0" fmla="*/ 547031 w 571263"/>
                    <a:gd name="csY0" fmla="*/ 0 h 50642"/>
                    <a:gd name="csX1" fmla="*/ 24138 w 571263"/>
                    <a:gd name="csY1" fmla="*/ 2272 h 50642"/>
                    <a:gd name="csX2" fmla="*/ 0 w 571263"/>
                    <a:gd name="csY2" fmla="*/ 26504 h 50642"/>
                    <a:gd name="csX3" fmla="*/ 0 w 571263"/>
                    <a:gd name="csY3" fmla="*/ 26504 h 50642"/>
                    <a:gd name="csX4" fmla="*/ 24233 w 571263"/>
                    <a:gd name="csY4" fmla="*/ 50642 h 50642"/>
                    <a:gd name="csX5" fmla="*/ 547125 w 571263"/>
                    <a:gd name="csY5" fmla="*/ 48370 h 50642"/>
                    <a:gd name="csX6" fmla="*/ 571263 w 571263"/>
                    <a:gd name="csY6" fmla="*/ 24138 h 50642"/>
                    <a:gd name="csX7" fmla="*/ 571263 w 571263"/>
                    <a:gd name="csY7" fmla="*/ 24138 h 50642"/>
                    <a:gd name="csX8" fmla="*/ 547031 w 571263"/>
                    <a:gd name="csY8" fmla="*/ 0 h 506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71263" h="50642">
                      <a:moveTo>
                        <a:pt x="547031" y="0"/>
                      </a:moveTo>
                      <a:lnTo>
                        <a:pt x="24138" y="2272"/>
                      </a:lnTo>
                      <a:cubicBezTo>
                        <a:pt x="10791" y="2272"/>
                        <a:pt x="0" y="13158"/>
                        <a:pt x="0" y="26504"/>
                      </a:cubicBezTo>
                      <a:lnTo>
                        <a:pt x="0" y="26504"/>
                      </a:lnTo>
                      <a:cubicBezTo>
                        <a:pt x="0" y="39851"/>
                        <a:pt x="10886" y="50642"/>
                        <a:pt x="24233" y="50642"/>
                      </a:cubicBezTo>
                      <a:lnTo>
                        <a:pt x="547125" y="48370"/>
                      </a:lnTo>
                      <a:cubicBezTo>
                        <a:pt x="560472" y="48370"/>
                        <a:pt x="571263" y="37484"/>
                        <a:pt x="571263" y="24138"/>
                      </a:cubicBezTo>
                      <a:lnTo>
                        <a:pt x="571263" y="24138"/>
                      </a:lnTo>
                      <a:cubicBezTo>
                        <a:pt x="571263" y="10791"/>
                        <a:pt x="560378" y="0"/>
                        <a:pt x="547031" y="0"/>
                      </a:cubicBezTo>
                      <a:close/>
                    </a:path>
                  </a:pathLst>
                </a:custGeom>
                <a:solidFill>
                  <a:srgbClr val="6768BF"/>
                </a:solidFill>
                <a:ln w="9466" cap="flat">
                  <a:noFill/>
                  <a:prstDash val="solid"/>
                  <a:miter/>
                </a:ln>
              </p:spPr>
              <p:txBody>
                <a:bodyPr/>
                <a:lstStyle/>
                <a:p>
                  <a:endParaRPr lang="en-US"/>
                </a:p>
              </p:txBody>
            </p:sp>
          </p:grpSp>
          <p:grpSp>
            <p:nvGrpSpPr>
              <p:cNvPr id="1437" name="Graphic 1358">
                <a:extLst>
                  <a:ext uri="{FF2B5EF4-FFF2-40B4-BE49-F238E27FC236}">
                    <a16:creationId xmlns:a16="http://schemas.microsoft.com/office/drawing/2014/main" id="{3BDD228D-BA18-77ED-44BE-B09D8E649B40}"/>
                  </a:ext>
                </a:extLst>
              </p:cNvPr>
              <p:cNvGrpSpPr/>
              <p:nvPr/>
            </p:nvGrpSpPr>
            <p:grpSpPr>
              <a:xfrm>
                <a:off x="-11259015" y="4441938"/>
                <a:ext cx="1001675" cy="1001675"/>
                <a:chOff x="-11259015" y="4441938"/>
                <a:chExt cx="1001675" cy="1001675"/>
              </a:xfrm>
            </p:grpSpPr>
            <p:sp>
              <p:nvSpPr>
                <p:cNvPr id="1438" name="Rectangle 1437">
                  <a:extLst>
                    <a:ext uri="{FF2B5EF4-FFF2-40B4-BE49-F238E27FC236}">
                      <a16:creationId xmlns:a16="http://schemas.microsoft.com/office/drawing/2014/main" id="{30BB3C6E-103C-102C-7F07-B9F4C8325630}"/>
                    </a:ext>
                  </a:extLst>
                </p:cNvPr>
                <p:cNvSpPr/>
                <p:nvPr/>
              </p:nvSpPr>
              <p:spPr>
                <a:xfrm>
                  <a:off x="-11259015" y="4441938"/>
                  <a:ext cx="1001675" cy="1001675"/>
                </a:xfrm>
                <a:prstGeom prst="rect">
                  <a:avLst/>
                </a:prstGeom>
                <a:solidFill>
                  <a:srgbClr val="DEDFFC"/>
                </a:solidFill>
                <a:ln w="9466" cap="flat">
                  <a:noFill/>
                  <a:prstDash val="solid"/>
                  <a:miter/>
                </a:ln>
              </p:spPr>
              <p:txBody>
                <a:bodyPr/>
                <a:lstStyle/>
                <a:p>
                  <a:endParaRPr lang="en-US"/>
                </a:p>
              </p:txBody>
            </p:sp>
            <p:grpSp>
              <p:nvGrpSpPr>
                <p:cNvPr id="1439" name="Graphic 1358">
                  <a:extLst>
                    <a:ext uri="{FF2B5EF4-FFF2-40B4-BE49-F238E27FC236}">
                      <a16:creationId xmlns:a16="http://schemas.microsoft.com/office/drawing/2014/main" id="{F7B11B83-BA6B-6FCE-2BD6-620078ACBDAF}"/>
                    </a:ext>
                  </a:extLst>
                </p:cNvPr>
                <p:cNvGrpSpPr/>
                <p:nvPr/>
              </p:nvGrpSpPr>
              <p:grpSpPr>
                <a:xfrm>
                  <a:off x="-11166479" y="4544548"/>
                  <a:ext cx="839281" cy="834602"/>
                  <a:chOff x="-11166479" y="4544548"/>
                  <a:chExt cx="839281" cy="834602"/>
                </a:xfrm>
              </p:grpSpPr>
              <p:sp>
                <p:nvSpPr>
                  <p:cNvPr id="1440" name="Freeform: Shape 1439">
                    <a:extLst>
                      <a:ext uri="{FF2B5EF4-FFF2-40B4-BE49-F238E27FC236}">
                        <a16:creationId xmlns:a16="http://schemas.microsoft.com/office/drawing/2014/main" id="{4B1ADAB2-2191-EDDD-2705-C0359E8C5423}"/>
                      </a:ext>
                    </a:extLst>
                  </p:cNvPr>
                  <p:cNvSpPr/>
                  <p:nvPr/>
                </p:nvSpPr>
                <p:spPr>
                  <a:xfrm>
                    <a:off x="-11166479" y="4724967"/>
                    <a:ext cx="692277" cy="424353"/>
                  </a:xfrm>
                  <a:custGeom>
                    <a:avLst/>
                    <a:gdLst>
                      <a:gd name="csX0" fmla="*/ 669843 w 692277"/>
                      <a:gd name="csY0" fmla="*/ 424353 h 424353"/>
                      <a:gd name="csX1" fmla="*/ 121108 w 692277"/>
                      <a:gd name="csY1" fmla="*/ 424353 h 424353"/>
                      <a:gd name="csX2" fmla="*/ 99337 w 692277"/>
                      <a:gd name="csY2" fmla="*/ 407505 h 424353"/>
                      <a:gd name="csX3" fmla="*/ 703 w 692277"/>
                      <a:gd name="csY3" fmla="*/ 28114 h 424353"/>
                      <a:gd name="csX4" fmla="*/ 4679 w 692277"/>
                      <a:gd name="csY4" fmla="*/ 8708 h 424353"/>
                      <a:gd name="csX5" fmla="*/ 22474 w 692277"/>
                      <a:gd name="csY5" fmla="*/ 0 h 424353"/>
                      <a:gd name="csX6" fmla="*/ 669843 w 692277"/>
                      <a:gd name="csY6" fmla="*/ 0 h 424353"/>
                      <a:gd name="csX7" fmla="*/ 692277 w 692277"/>
                      <a:gd name="csY7" fmla="*/ 22434 h 424353"/>
                      <a:gd name="csX8" fmla="*/ 692277 w 692277"/>
                      <a:gd name="csY8" fmla="*/ 401825 h 424353"/>
                      <a:gd name="csX9" fmla="*/ 669843 w 692277"/>
                      <a:gd name="csY9" fmla="*/ 424259 h 424353"/>
                      <a:gd name="csX10" fmla="*/ 138431 w 692277"/>
                      <a:gd name="csY10" fmla="*/ 379485 h 424353"/>
                      <a:gd name="csX11" fmla="*/ 647409 w 692277"/>
                      <a:gd name="csY11" fmla="*/ 379485 h 424353"/>
                      <a:gd name="csX12" fmla="*/ 647409 w 692277"/>
                      <a:gd name="csY12" fmla="*/ 45057 h 424353"/>
                      <a:gd name="csX13" fmla="*/ 51534 w 692277"/>
                      <a:gd name="csY13" fmla="*/ 45057 h 424353"/>
                      <a:gd name="csX14" fmla="*/ 138526 w 692277"/>
                      <a:gd name="csY14" fmla="*/ 379485 h 4243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92277" h="424353">
                        <a:moveTo>
                          <a:pt x="669843" y="424353"/>
                        </a:moveTo>
                        <a:lnTo>
                          <a:pt x="121108" y="424353"/>
                        </a:lnTo>
                        <a:cubicBezTo>
                          <a:pt x="110885" y="424353"/>
                          <a:pt x="101987" y="417444"/>
                          <a:pt x="99337" y="407505"/>
                        </a:cubicBezTo>
                        <a:lnTo>
                          <a:pt x="703" y="28114"/>
                        </a:lnTo>
                        <a:cubicBezTo>
                          <a:pt x="-1001" y="21393"/>
                          <a:pt x="419" y="14199"/>
                          <a:pt x="4679" y="8708"/>
                        </a:cubicBezTo>
                        <a:cubicBezTo>
                          <a:pt x="8938" y="3218"/>
                          <a:pt x="15470" y="0"/>
                          <a:pt x="22474" y="0"/>
                        </a:cubicBezTo>
                        <a:lnTo>
                          <a:pt x="669843" y="0"/>
                        </a:lnTo>
                        <a:cubicBezTo>
                          <a:pt x="682243" y="0"/>
                          <a:pt x="692277" y="10034"/>
                          <a:pt x="692277" y="22434"/>
                        </a:cubicBezTo>
                        <a:lnTo>
                          <a:pt x="692277" y="401825"/>
                        </a:lnTo>
                        <a:cubicBezTo>
                          <a:pt x="692277" y="414225"/>
                          <a:pt x="682243" y="424259"/>
                          <a:pt x="669843" y="424259"/>
                        </a:cubicBezTo>
                        <a:close/>
                        <a:moveTo>
                          <a:pt x="138431" y="379485"/>
                        </a:moveTo>
                        <a:lnTo>
                          <a:pt x="647409" y="379485"/>
                        </a:lnTo>
                        <a:lnTo>
                          <a:pt x="647409" y="45057"/>
                        </a:lnTo>
                        <a:lnTo>
                          <a:pt x="51534" y="45057"/>
                        </a:lnTo>
                        <a:lnTo>
                          <a:pt x="138526" y="379485"/>
                        </a:lnTo>
                        <a:close/>
                      </a:path>
                    </a:pathLst>
                  </a:custGeom>
                  <a:solidFill>
                    <a:srgbClr val="FFFFFF"/>
                  </a:solidFill>
                  <a:ln w="9466" cap="flat">
                    <a:noFill/>
                    <a:prstDash val="solid"/>
                    <a:miter/>
                  </a:ln>
                </p:spPr>
                <p:txBody>
                  <a:bodyPr/>
                  <a:lstStyle/>
                  <a:p>
                    <a:endParaRPr lang="en-US"/>
                  </a:p>
                </p:txBody>
              </p:sp>
              <p:sp>
                <p:nvSpPr>
                  <p:cNvPr id="1441" name="Rectangle 1440">
                    <a:extLst>
                      <a:ext uri="{FF2B5EF4-FFF2-40B4-BE49-F238E27FC236}">
                        <a16:creationId xmlns:a16="http://schemas.microsoft.com/office/drawing/2014/main" id="{920093D8-C4B2-B3AE-4713-35625A235664}"/>
                      </a:ext>
                    </a:extLst>
                  </p:cNvPr>
                  <p:cNvSpPr/>
                  <p:nvPr/>
                </p:nvSpPr>
                <p:spPr>
                  <a:xfrm rot="-636600">
                    <a:off x="-10977292" y="4744469"/>
                    <a:ext cx="29912" cy="385922"/>
                  </a:xfrm>
                  <a:prstGeom prst="rect">
                    <a:avLst/>
                  </a:prstGeom>
                  <a:solidFill>
                    <a:srgbClr val="FFFFFF"/>
                  </a:solidFill>
                  <a:ln w="9466" cap="flat">
                    <a:noFill/>
                    <a:prstDash val="solid"/>
                    <a:miter/>
                  </a:ln>
                </p:spPr>
                <p:txBody>
                  <a:bodyPr/>
                  <a:lstStyle/>
                  <a:p>
                    <a:endParaRPr lang="en-US"/>
                  </a:p>
                </p:txBody>
              </p:sp>
              <p:sp>
                <p:nvSpPr>
                  <p:cNvPr id="1442" name="Rectangle 1441">
                    <a:extLst>
                      <a:ext uri="{FF2B5EF4-FFF2-40B4-BE49-F238E27FC236}">
                        <a16:creationId xmlns:a16="http://schemas.microsoft.com/office/drawing/2014/main" id="{4DBD40EE-0FCE-BCD7-C56D-C3729C346D15}"/>
                      </a:ext>
                    </a:extLst>
                  </p:cNvPr>
                  <p:cNvSpPr/>
                  <p:nvPr/>
                </p:nvSpPr>
                <p:spPr>
                  <a:xfrm>
                    <a:off x="-10667021" y="4747496"/>
                    <a:ext cx="29912" cy="379390"/>
                  </a:xfrm>
                  <a:prstGeom prst="rect">
                    <a:avLst/>
                  </a:prstGeom>
                  <a:solidFill>
                    <a:srgbClr val="FFFFFF"/>
                  </a:solidFill>
                  <a:ln w="9466" cap="flat">
                    <a:noFill/>
                    <a:prstDash val="solid"/>
                    <a:miter/>
                  </a:ln>
                </p:spPr>
                <p:txBody>
                  <a:bodyPr/>
                  <a:lstStyle/>
                  <a:p>
                    <a:endParaRPr lang="en-US"/>
                  </a:p>
                </p:txBody>
              </p:sp>
              <p:sp>
                <p:nvSpPr>
                  <p:cNvPr id="1443" name="Rectangle 1442">
                    <a:extLst>
                      <a:ext uri="{FF2B5EF4-FFF2-40B4-BE49-F238E27FC236}">
                        <a16:creationId xmlns:a16="http://schemas.microsoft.com/office/drawing/2014/main" id="{0D142E90-594F-FB38-7E48-47690D8E959D}"/>
                      </a:ext>
                    </a:extLst>
                  </p:cNvPr>
                  <p:cNvSpPr/>
                  <p:nvPr/>
                </p:nvSpPr>
                <p:spPr>
                  <a:xfrm rot="-182400">
                    <a:off x="-10825061" y="4747573"/>
                    <a:ext cx="29912" cy="379864"/>
                  </a:xfrm>
                  <a:prstGeom prst="rect">
                    <a:avLst/>
                  </a:prstGeom>
                  <a:solidFill>
                    <a:srgbClr val="FFFFFF"/>
                  </a:solidFill>
                  <a:ln w="9466" cap="flat">
                    <a:noFill/>
                    <a:prstDash val="solid"/>
                    <a:miter/>
                  </a:ln>
                </p:spPr>
                <p:txBody>
                  <a:bodyPr/>
                  <a:lstStyle/>
                  <a:p>
                    <a:endParaRPr lang="en-US"/>
                  </a:p>
                </p:txBody>
              </p:sp>
              <p:sp>
                <p:nvSpPr>
                  <p:cNvPr id="1444" name="Rectangle 1443">
                    <a:extLst>
                      <a:ext uri="{FF2B5EF4-FFF2-40B4-BE49-F238E27FC236}">
                        <a16:creationId xmlns:a16="http://schemas.microsoft.com/office/drawing/2014/main" id="{D3972794-B110-F176-922B-998F6E5152B7}"/>
                      </a:ext>
                    </a:extLst>
                  </p:cNvPr>
                  <p:cNvSpPr/>
                  <p:nvPr/>
                </p:nvSpPr>
                <p:spPr>
                  <a:xfrm>
                    <a:off x="-11069698" y="4983006"/>
                    <a:ext cx="573061" cy="29912"/>
                  </a:xfrm>
                  <a:prstGeom prst="rect">
                    <a:avLst/>
                  </a:prstGeom>
                  <a:solidFill>
                    <a:srgbClr val="FFFFFF"/>
                  </a:solidFill>
                  <a:ln w="9466" cap="flat">
                    <a:noFill/>
                    <a:prstDash val="solid"/>
                    <a:miter/>
                  </a:ln>
                </p:spPr>
                <p:txBody>
                  <a:bodyPr/>
                  <a:lstStyle/>
                  <a:p>
                    <a:endParaRPr lang="en-US"/>
                  </a:p>
                </p:txBody>
              </p:sp>
              <p:sp>
                <p:nvSpPr>
                  <p:cNvPr id="1445" name="Rectangle 1444">
                    <a:extLst>
                      <a:ext uri="{FF2B5EF4-FFF2-40B4-BE49-F238E27FC236}">
                        <a16:creationId xmlns:a16="http://schemas.microsoft.com/office/drawing/2014/main" id="{52D1AD19-ACCF-8AA5-9008-683ECCED27C4}"/>
                      </a:ext>
                    </a:extLst>
                  </p:cNvPr>
                  <p:cNvSpPr/>
                  <p:nvPr/>
                </p:nvSpPr>
                <p:spPr>
                  <a:xfrm>
                    <a:off x="-11110496" y="4861464"/>
                    <a:ext cx="613859" cy="29912"/>
                  </a:xfrm>
                  <a:prstGeom prst="rect">
                    <a:avLst/>
                  </a:prstGeom>
                  <a:solidFill>
                    <a:srgbClr val="FFFFFF"/>
                  </a:solidFill>
                  <a:ln w="9466" cap="flat">
                    <a:noFill/>
                    <a:prstDash val="solid"/>
                    <a:miter/>
                  </a:ln>
                </p:spPr>
                <p:txBody>
                  <a:bodyPr/>
                  <a:lstStyle/>
                  <a:p>
                    <a:endParaRPr lang="en-US"/>
                  </a:p>
                </p:txBody>
              </p:sp>
              <p:sp>
                <p:nvSpPr>
                  <p:cNvPr id="1446" name="Freeform: Shape 1445">
                    <a:extLst>
                      <a:ext uri="{FF2B5EF4-FFF2-40B4-BE49-F238E27FC236}">
                        <a16:creationId xmlns:a16="http://schemas.microsoft.com/office/drawing/2014/main" id="{E2D94555-65F2-95FD-0AF7-70A1B40B40A1}"/>
                      </a:ext>
                    </a:extLst>
                  </p:cNvPr>
                  <p:cNvSpPr/>
                  <p:nvPr/>
                </p:nvSpPr>
                <p:spPr>
                  <a:xfrm>
                    <a:off x="-10952416" y="4544548"/>
                    <a:ext cx="625218" cy="731046"/>
                  </a:xfrm>
                  <a:custGeom>
                    <a:avLst/>
                    <a:gdLst>
                      <a:gd name="csX0" fmla="*/ 323542 w 625218"/>
                      <a:gd name="csY0" fmla="*/ 730952 h 731046"/>
                      <a:gd name="csX1" fmla="*/ 0 w 625218"/>
                      <a:gd name="csY1" fmla="*/ 730952 h 731046"/>
                      <a:gd name="csX2" fmla="*/ 0 w 625218"/>
                      <a:gd name="csY2" fmla="*/ 685989 h 731046"/>
                      <a:gd name="csX3" fmla="*/ 323542 w 625218"/>
                      <a:gd name="csY3" fmla="*/ 685989 h 731046"/>
                      <a:gd name="csX4" fmla="*/ 433346 w 625218"/>
                      <a:gd name="csY4" fmla="*/ 576185 h 731046"/>
                      <a:gd name="csX5" fmla="*/ 433346 w 625218"/>
                      <a:gd name="csY5" fmla="*/ 86896 h 731046"/>
                      <a:gd name="csX6" fmla="*/ 520242 w 625218"/>
                      <a:gd name="csY6" fmla="*/ 0 h 731046"/>
                      <a:gd name="csX7" fmla="*/ 625219 w 625218"/>
                      <a:gd name="csY7" fmla="*/ 0 h 731046"/>
                      <a:gd name="csX8" fmla="*/ 625219 w 625218"/>
                      <a:gd name="csY8" fmla="*/ 44963 h 731046"/>
                      <a:gd name="csX9" fmla="*/ 520242 w 625218"/>
                      <a:gd name="csY9" fmla="*/ 44963 h 731046"/>
                      <a:gd name="csX10" fmla="*/ 478214 w 625218"/>
                      <a:gd name="csY10" fmla="*/ 86991 h 731046"/>
                      <a:gd name="csX11" fmla="*/ 478214 w 625218"/>
                      <a:gd name="csY11" fmla="*/ 576280 h 731046"/>
                      <a:gd name="csX12" fmla="*/ 323448 w 625218"/>
                      <a:gd name="csY12" fmla="*/ 731047 h 7310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625218" h="731046">
                        <a:moveTo>
                          <a:pt x="323542" y="730952"/>
                        </a:moveTo>
                        <a:lnTo>
                          <a:pt x="0" y="730952"/>
                        </a:lnTo>
                        <a:lnTo>
                          <a:pt x="0" y="685989"/>
                        </a:lnTo>
                        <a:lnTo>
                          <a:pt x="323542" y="685989"/>
                        </a:lnTo>
                        <a:cubicBezTo>
                          <a:pt x="384124" y="685989"/>
                          <a:pt x="433346" y="636767"/>
                          <a:pt x="433346" y="576185"/>
                        </a:cubicBezTo>
                        <a:lnTo>
                          <a:pt x="433346" y="86896"/>
                        </a:lnTo>
                        <a:cubicBezTo>
                          <a:pt x="433346" y="38999"/>
                          <a:pt x="472345" y="0"/>
                          <a:pt x="520242" y="0"/>
                        </a:cubicBezTo>
                        <a:lnTo>
                          <a:pt x="625219" y="0"/>
                        </a:lnTo>
                        <a:lnTo>
                          <a:pt x="625219" y="44963"/>
                        </a:lnTo>
                        <a:lnTo>
                          <a:pt x="520242" y="44963"/>
                        </a:lnTo>
                        <a:cubicBezTo>
                          <a:pt x="497051" y="44963"/>
                          <a:pt x="478214" y="63800"/>
                          <a:pt x="478214" y="86991"/>
                        </a:cubicBezTo>
                        <a:lnTo>
                          <a:pt x="478214" y="576280"/>
                        </a:lnTo>
                        <a:cubicBezTo>
                          <a:pt x="478214" y="661567"/>
                          <a:pt x="408829" y="731047"/>
                          <a:pt x="323448" y="731047"/>
                        </a:cubicBezTo>
                        <a:close/>
                      </a:path>
                    </a:pathLst>
                  </a:custGeom>
                  <a:solidFill>
                    <a:srgbClr val="FFFFFF"/>
                  </a:solidFill>
                  <a:ln w="9466" cap="flat">
                    <a:noFill/>
                    <a:prstDash val="solid"/>
                    <a:miter/>
                  </a:ln>
                </p:spPr>
                <p:txBody>
                  <a:bodyPr/>
                  <a:lstStyle/>
                  <a:p>
                    <a:endParaRPr lang="en-US"/>
                  </a:p>
                </p:txBody>
              </p:sp>
              <p:sp>
                <p:nvSpPr>
                  <p:cNvPr id="1447" name="Oval 1446">
                    <a:extLst>
                      <a:ext uri="{FF2B5EF4-FFF2-40B4-BE49-F238E27FC236}">
                        <a16:creationId xmlns:a16="http://schemas.microsoft.com/office/drawing/2014/main" id="{2CD88A7E-FED8-21E0-6681-EB193A1D23C1}"/>
                      </a:ext>
                    </a:extLst>
                  </p:cNvPr>
                  <p:cNvSpPr/>
                  <p:nvPr/>
                </p:nvSpPr>
                <p:spPr>
                  <a:xfrm>
                    <a:off x="-11106142" y="5202329"/>
                    <a:ext cx="176821" cy="176821"/>
                  </a:xfrm>
                  <a:prstGeom prst="ellipse">
                    <a:avLst/>
                  </a:prstGeom>
                  <a:solidFill>
                    <a:srgbClr val="6768BF"/>
                  </a:solidFill>
                  <a:ln w="9466" cap="flat">
                    <a:noFill/>
                    <a:prstDash val="solid"/>
                    <a:miter/>
                  </a:ln>
                </p:spPr>
                <p:txBody>
                  <a:bodyPr/>
                  <a:lstStyle/>
                  <a:p>
                    <a:endParaRPr lang="en-US"/>
                  </a:p>
                </p:txBody>
              </p:sp>
              <p:sp>
                <p:nvSpPr>
                  <p:cNvPr id="1448" name="Freeform: Shape 1447">
                    <a:extLst>
                      <a:ext uri="{FF2B5EF4-FFF2-40B4-BE49-F238E27FC236}">
                        <a16:creationId xmlns:a16="http://schemas.microsoft.com/office/drawing/2014/main" id="{05990247-72E9-2FE4-597F-7DF923A9540E}"/>
                      </a:ext>
                    </a:extLst>
                  </p:cNvPr>
                  <p:cNvSpPr/>
                  <p:nvPr/>
                </p:nvSpPr>
                <p:spPr>
                  <a:xfrm>
                    <a:off x="-11056446" y="5252025"/>
                    <a:ext cx="77430" cy="77430"/>
                  </a:xfrm>
                  <a:custGeom>
                    <a:avLst/>
                    <a:gdLst>
                      <a:gd name="csX0" fmla="*/ 0 w 77430"/>
                      <a:gd name="csY0" fmla="*/ 38715 h 77430"/>
                      <a:gd name="csX1" fmla="*/ 38715 w 77430"/>
                      <a:gd name="csY1" fmla="*/ 77430 h 77430"/>
                      <a:gd name="csX2" fmla="*/ 77430 w 77430"/>
                      <a:gd name="csY2" fmla="*/ 38715 h 77430"/>
                      <a:gd name="csX3" fmla="*/ 38715 w 77430"/>
                      <a:gd name="csY3" fmla="*/ 0 h 77430"/>
                      <a:gd name="csX4" fmla="*/ 0 w 77430"/>
                      <a:gd name="csY4" fmla="*/ 38715 h 77430"/>
                    </a:gdLst>
                    <a:ahLst/>
                    <a:cxnLst>
                      <a:cxn ang="0">
                        <a:pos x="csX0" y="csY0"/>
                      </a:cxn>
                      <a:cxn ang="0">
                        <a:pos x="csX1" y="csY1"/>
                      </a:cxn>
                      <a:cxn ang="0">
                        <a:pos x="csX2" y="csY2"/>
                      </a:cxn>
                      <a:cxn ang="0">
                        <a:pos x="csX3" y="csY3"/>
                      </a:cxn>
                      <a:cxn ang="0">
                        <a:pos x="csX4" y="csY4"/>
                      </a:cxn>
                    </a:cxnLst>
                    <a:rect l="l" t="t" r="r" b="b"/>
                    <a:pathLst>
                      <a:path w="77430" h="77430">
                        <a:moveTo>
                          <a:pt x="0" y="38715"/>
                        </a:moveTo>
                        <a:cubicBezTo>
                          <a:pt x="0" y="60108"/>
                          <a:pt x="17323" y="77430"/>
                          <a:pt x="38715" y="77430"/>
                        </a:cubicBezTo>
                        <a:cubicBezTo>
                          <a:pt x="60108" y="77430"/>
                          <a:pt x="77430" y="60108"/>
                          <a:pt x="77430" y="38715"/>
                        </a:cubicBezTo>
                        <a:cubicBezTo>
                          <a:pt x="77430" y="17322"/>
                          <a:pt x="60108" y="0"/>
                          <a:pt x="38715" y="0"/>
                        </a:cubicBezTo>
                        <a:cubicBezTo>
                          <a:pt x="17323" y="0"/>
                          <a:pt x="0" y="17322"/>
                          <a:pt x="0" y="38715"/>
                        </a:cubicBezTo>
                        <a:close/>
                      </a:path>
                    </a:pathLst>
                  </a:custGeom>
                  <a:solidFill>
                    <a:srgbClr val="FFFFFF"/>
                  </a:solidFill>
                  <a:ln w="9466" cap="flat">
                    <a:noFill/>
                    <a:prstDash val="solid"/>
                    <a:miter/>
                  </a:ln>
                </p:spPr>
                <p:txBody>
                  <a:bodyPr/>
                  <a:lstStyle/>
                  <a:p>
                    <a:endParaRPr lang="en-US"/>
                  </a:p>
                </p:txBody>
              </p:sp>
              <p:sp>
                <p:nvSpPr>
                  <p:cNvPr id="1449" name="Oval 1448">
                    <a:extLst>
                      <a:ext uri="{FF2B5EF4-FFF2-40B4-BE49-F238E27FC236}">
                        <a16:creationId xmlns:a16="http://schemas.microsoft.com/office/drawing/2014/main" id="{202D46ED-1630-12CF-C0E3-812F001CF8A5}"/>
                      </a:ext>
                    </a:extLst>
                  </p:cNvPr>
                  <p:cNvSpPr/>
                  <p:nvPr/>
                </p:nvSpPr>
                <p:spPr>
                  <a:xfrm>
                    <a:off x="-10734986" y="5202329"/>
                    <a:ext cx="176821" cy="176821"/>
                  </a:xfrm>
                  <a:prstGeom prst="ellipse">
                    <a:avLst/>
                  </a:prstGeom>
                  <a:solidFill>
                    <a:srgbClr val="6768BF"/>
                  </a:solidFill>
                  <a:ln w="9466" cap="flat">
                    <a:noFill/>
                    <a:prstDash val="solid"/>
                    <a:miter/>
                  </a:ln>
                </p:spPr>
                <p:txBody>
                  <a:bodyPr/>
                  <a:lstStyle/>
                  <a:p>
                    <a:endParaRPr lang="en-US"/>
                  </a:p>
                </p:txBody>
              </p:sp>
              <p:sp>
                <p:nvSpPr>
                  <p:cNvPr id="1450" name="Oval 1449">
                    <a:extLst>
                      <a:ext uri="{FF2B5EF4-FFF2-40B4-BE49-F238E27FC236}">
                        <a16:creationId xmlns:a16="http://schemas.microsoft.com/office/drawing/2014/main" id="{E35CF2D4-42F0-C02F-0F16-5CC9DDF61881}"/>
                      </a:ext>
                    </a:extLst>
                  </p:cNvPr>
                  <p:cNvSpPr/>
                  <p:nvPr/>
                </p:nvSpPr>
                <p:spPr>
                  <a:xfrm>
                    <a:off x="-10685290" y="5252025"/>
                    <a:ext cx="77430" cy="77430"/>
                  </a:xfrm>
                  <a:prstGeom prst="ellipse">
                    <a:avLst/>
                  </a:prstGeom>
                  <a:solidFill>
                    <a:srgbClr val="FFFFFF"/>
                  </a:solidFill>
                  <a:ln w="9466" cap="flat">
                    <a:noFill/>
                    <a:prstDash val="solid"/>
                    <a:miter/>
                  </a:ln>
                </p:spPr>
                <p:txBody>
                  <a:bodyPr/>
                  <a:lstStyle/>
                  <a:p>
                    <a:endParaRPr lang="en-US"/>
                  </a:p>
                </p:txBody>
              </p:sp>
            </p:grpSp>
          </p:grpSp>
        </p:grpSp>
        <p:grpSp>
          <p:nvGrpSpPr>
            <p:cNvPr id="1451" name="Graphic 1358">
              <a:extLst>
                <a:ext uri="{FF2B5EF4-FFF2-40B4-BE49-F238E27FC236}">
                  <a16:creationId xmlns:a16="http://schemas.microsoft.com/office/drawing/2014/main" id="{56D94169-AE54-CF83-FC0E-4911C2590985}"/>
                </a:ext>
              </a:extLst>
            </p:cNvPr>
            <p:cNvGrpSpPr/>
            <p:nvPr/>
          </p:nvGrpSpPr>
          <p:grpSpPr>
            <a:xfrm>
              <a:off x="-11555390" y="3864617"/>
              <a:ext cx="1594330" cy="434008"/>
              <a:chOff x="-11555390" y="3864617"/>
              <a:chExt cx="1594330" cy="434008"/>
            </a:xfrm>
          </p:grpSpPr>
          <p:sp>
            <p:nvSpPr>
              <p:cNvPr id="1452" name="Freeform: Shape 1451">
                <a:extLst>
                  <a:ext uri="{FF2B5EF4-FFF2-40B4-BE49-F238E27FC236}">
                    <a16:creationId xmlns:a16="http://schemas.microsoft.com/office/drawing/2014/main" id="{8609FD45-C49F-7147-8F55-8CB90C8E94E1}"/>
                  </a:ext>
                </a:extLst>
              </p:cNvPr>
              <p:cNvSpPr/>
              <p:nvPr/>
            </p:nvSpPr>
            <p:spPr>
              <a:xfrm>
                <a:off x="-11555390" y="3864617"/>
                <a:ext cx="1583066" cy="433630"/>
              </a:xfrm>
              <a:custGeom>
                <a:avLst/>
                <a:gdLst>
                  <a:gd name="csX0" fmla="*/ 1583067 w 1583066"/>
                  <a:gd name="csY0" fmla="*/ 338120 h 433630"/>
                  <a:gd name="csX1" fmla="*/ 1582878 w 1583066"/>
                  <a:gd name="csY1" fmla="*/ 338688 h 433630"/>
                  <a:gd name="csX2" fmla="*/ 1436441 w 1583066"/>
                  <a:gd name="csY2" fmla="*/ 433441 h 433630"/>
                  <a:gd name="csX3" fmla="*/ 1431235 w 1583066"/>
                  <a:gd name="csY3" fmla="*/ 433630 h 433630"/>
                  <a:gd name="csX4" fmla="*/ 1428869 w 1583066"/>
                  <a:gd name="csY4" fmla="*/ 433630 h 433630"/>
                  <a:gd name="csX5" fmla="*/ 1422810 w 1583066"/>
                  <a:gd name="csY5" fmla="*/ 433441 h 433630"/>
                  <a:gd name="csX6" fmla="*/ 1277604 w 1583066"/>
                  <a:gd name="csY6" fmla="*/ 334523 h 433630"/>
                  <a:gd name="csX7" fmla="*/ 1272966 w 1583066"/>
                  <a:gd name="csY7" fmla="*/ 323259 h 433630"/>
                  <a:gd name="csX8" fmla="*/ 1265677 w 1583066"/>
                  <a:gd name="csY8" fmla="*/ 297322 h 433630"/>
                  <a:gd name="csX9" fmla="*/ 963717 w 1583066"/>
                  <a:gd name="csY9" fmla="*/ 297322 h 433630"/>
                  <a:gd name="csX10" fmla="*/ 956523 w 1583066"/>
                  <a:gd name="csY10" fmla="*/ 323259 h 433630"/>
                  <a:gd name="csX11" fmla="*/ 798349 w 1583066"/>
                  <a:gd name="csY11" fmla="*/ 433630 h 433630"/>
                  <a:gd name="csX12" fmla="*/ 640080 w 1583066"/>
                  <a:gd name="csY12" fmla="*/ 323448 h 433630"/>
                  <a:gd name="csX13" fmla="*/ 632791 w 1583066"/>
                  <a:gd name="csY13" fmla="*/ 297322 h 433630"/>
                  <a:gd name="csX14" fmla="*/ 330926 w 1583066"/>
                  <a:gd name="csY14" fmla="*/ 297322 h 433630"/>
                  <a:gd name="csX15" fmla="*/ 323637 w 1583066"/>
                  <a:gd name="csY15" fmla="*/ 323448 h 433630"/>
                  <a:gd name="csX16" fmla="*/ 165463 w 1583066"/>
                  <a:gd name="csY16" fmla="*/ 433630 h 433630"/>
                  <a:gd name="csX17" fmla="*/ 0 w 1583066"/>
                  <a:gd name="csY17" fmla="*/ 297322 h 433630"/>
                  <a:gd name="csX18" fmla="*/ 189 w 1583066"/>
                  <a:gd name="csY18" fmla="*/ 297322 h 433630"/>
                  <a:gd name="csX19" fmla="*/ 84057 w 1583066"/>
                  <a:gd name="csY19" fmla="*/ 0 h 433630"/>
                  <a:gd name="csX20" fmla="*/ 1509991 w 1583066"/>
                  <a:gd name="csY20" fmla="*/ 0 h 433630"/>
                  <a:gd name="csX21" fmla="*/ 1581742 w 1583066"/>
                  <a:gd name="csY21" fmla="*/ 254537 h 433630"/>
                  <a:gd name="csX22" fmla="*/ 1581742 w 1583066"/>
                  <a:gd name="csY22" fmla="*/ 310669 h 433630"/>
                  <a:gd name="csX23" fmla="*/ 1582688 w 1583066"/>
                  <a:gd name="csY23" fmla="*/ 333955 h 433630"/>
                  <a:gd name="csX24" fmla="*/ 1582878 w 1583066"/>
                  <a:gd name="csY24" fmla="*/ 338025 h 4336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583066" h="433630">
                    <a:moveTo>
                      <a:pt x="1583067" y="338120"/>
                    </a:moveTo>
                    <a:cubicBezTo>
                      <a:pt x="1583067" y="338120"/>
                      <a:pt x="1582972" y="338498"/>
                      <a:pt x="1582878" y="338688"/>
                    </a:cubicBezTo>
                    <a:cubicBezTo>
                      <a:pt x="1556184" y="393400"/>
                      <a:pt x="1500903" y="431548"/>
                      <a:pt x="1436441" y="433441"/>
                    </a:cubicBezTo>
                    <a:cubicBezTo>
                      <a:pt x="1434737" y="433630"/>
                      <a:pt x="1432939" y="433630"/>
                      <a:pt x="1431235" y="433630"/>
                    </a:cubicBezTo>
                    <a:lnTo>
                      <a:pt x="1428869" y="433630"/>
                    </a:lnTo>
                    <a:cubicBezTo>
                      <a:pt x="1426786" y="433630"/>
                      <a:pt x="1424893" y="433630"/>
                      <a:pt x="1422810" y="433441"/>
                    </a:cubicBezTo>
                    <a:cubicBezTo>
                      <a:pt x="1357969" y="430222"/>
                      <a:pt x="1302594" y="390561"/>
                      <a:pt x="1277604" y="334523"/>
                    </a:cubicBezTo>
                    <a:cubicBezTo>
                      <a:pt x="1275901" y="330926"/>
                      <a:pt x="1274291" y="327139"/>
                      <a:pt x="1272966" y="323259"/>
                    </a:cubicBezTo>
                    <a:cubicBezTo>
                      <a:pt x="1269747" y="314929"/>
                      <a:pt x="1267381" y="306315"/>
                      <a:pt x="1265677" y="297322"/>
                    </a:cubicBezTo>
                    <a:lnTo>
                      <a:pt x="963717" y="297322"/>
                    </a:lnTo>
                    <a:cubicBezTo>
                      <a:pt x="962108" y="306315"/>
                      <a:pt x="959647" y="314929"/>
                      <a:pt x="956523" y="323259"/>
                    </a:cubicBezTo>
                    <a:cubicBezTo>
                      <a:pt x="932953" y="387721"/>
                      <a:pt x="870952" y="433630"/>
                      <a:pt x="798349" y="433630"/>
                    </a:cubicBezTo>
                    <a:cubicBezTo>
                      <a:pt x="725746" y="433630"/>
                      <a:pt x="663839" y="387815"/>
                      <a:pt x="640080" y="323448"/>
                    </a:cubicBezTo>
                    <a:cubicBezTo>
                      <a:pt x="636862" y="315023"/>
                      <a:pt x="634495" y="306409"/>
                      <a:pt x="632791" y="297322"/>
                    </a:cubicBezTo>
                    <a:lnTo>
                      <a:pt x="330926" y="297322"/>
                    </a:lnTo>
                    <a:cubicBezTo>
                      <a:pt x="329316" y="306409"/>
                      <a:pt x="326855" y="315023"/>
                      <a:pt x="323637" y="323448"/>
                    </a:cubicBezTo>
                    <a:cubicBezTo>
                      <a:pt x="299972" y="387815"/>
                      <a:pt x="238066" y="433630"/>
                      <a:pt x="165463" y="433630"/>
                    </a:cubicBezTo>
                    <a:cubicBezTo>
                      <a:pt x="83394" y="433630"/>
                      <a:pt x="15051" y="374942"/>
                      <a:pt x="0" y="297322"/>
                    </a:cubicBezTo>
                    <a:lnTo>
                      <a:pt x="189" y="297322"/>
                    </a:lnTo>
                    <a:lnTo>
                      <a:pt x="84057" y="0"/>
                    </a:lnTo>
                    <a:lnTo>
                      <a:pt x="1509991" y="0"/>
                    </a:lnTo>
                    <a:lnTo>
                      <a:pt x="1581742" y="254537"/>
                    </a:lnTo>
                    <a:lnTo>
                      <a:pt x="1581742" y="310669"/>
                    </a:lnTo>
                    <a:cubicBezTo>
                      <a:pt x="1581742" y="318526"/>
                      <a:pt x="1581931" y="326382"/>
                      <a:pt x="1582688" y="333955"/>
                    </a:cubicBezTo>
                    <a:cubicBezTo>
                      <a:pt x="1582688" y="335280"/>
                      <a:pt x="1582783" y="336700"/>
                      <a:pt x="1582878" y="338025"/>
                    </a:cubicBezTo>
                    <a:close/>
                  </a:path>
                </a:pathLst>
              </a:custGeom>
              <a:solidFill>
                <a:schemeClr val="accent2"/>
              </a:solidFill>
              <a:ln w="9466" cap="flat">
                <a:noFill/>
                <a:prstDash val="solid"/>
                <a:miter/>
              </a:ln>
            </p:spPr>
            <p:txBody>
              <a:bodyPr/>
              <a:lstStyle/>
              <a:p>
                <a:endParaRPr lang="en-US"/>
              </a:p>
            </p:txBody>
          </p:sp>
          <p:sp>
            <p:nvSpPr>
              <p:cNvPr id="1453" name="Freeform: Shape 1452">
                <a:extLst>
                  <a:ext uri="{FF2B5EF4-FFF2-40B4-BE49-F238E27FC236}">
                    <a16:creationId xmlns:a16="http://schemas.microsoft.com/office/drawing/2014/main" id="{E981CA3F-FB83-E648-544A-54227B179EC0}"/>
                  </a:ext>
                </a:extLst>
              </p:cNvPr>
              <p:cNvSpPr/>
              <p:nvPr/>
            </p:nvSpPr>
            <p:spPr>
              <a:xfrm>
                <a:off x="-10278070" y="3864617"/>
                <a:ext cx="317010" cy="433630"/>
              </a:xfrm>
              <a:custGeom>
                <a:avLst/>
                <a:gdLst>
                  <a:gd name="csX0" fmla="*/ 317011 w 317010"/>
                  <a:gd name="csY0" fmla="*/ 297322 h 433630"/>
                  <a:gd name="csX1" fmla="*/ 316632 w 317010"/>
                  <a:gd name="csY1" fmla="*/ 298931 h 433630"/>
                  <a:gd name="csX2" fmla="*/ 305463 w 317010"/>
                  <a:gd name="csY2" fmla="*/ 334050 h 433630"/>
                  <a:gd name="csX3" fmla="*/ 159026 w 317010"/>
                  <a:gd name="csY3" fmla="*/ 433441 h 433630"/>
                  <a:gd name="csX4" fmla="*/ 153536 w 317010"/>
                  <a:gd name="csY4" fmla="*/ 433630 h 433630"/>
                  <a:gd name="csX5" fmla="*/ 148330 w 317010"/>
                  <a:gd name="csY5" fmla="*/ 433536 h 433630"/>
                  <a:gd name="csX6" fmla="*/ 145395 w 317010"/>
                  <a:gd name="csY6" fmla="*/ 433441 h 433630"/>
                  <a:gd name="csX7" fmla="*/ 139053 w 317010"/>
                  <a:gd name="csY7" fmla="*/ 432968 h 433630"/>
                  <a:gd name="csX8" fmla="*/ 0 w 317010"/>
                  <a:gd name="csY8" fmla="*/ 339161 h 433630"/>
                  <a:gd name="csX9" fmla="*/ 189 w 317010"/>
                  <a:gd name="csY9" fmla="*/ 334617 h 433630"/>
                  <a:gd name="csX10" fmla="*/ 189 w 317010"/>
                  <a:gd name="csY10" fmla="*/ 334617 h 433630"/>
                  <a:gd name="csX11" fmla="*/ 568 w 317010"/>
                  <a:gd name="csY11" fmla="*/ 320040 h 433630"/>
                  <a:gd name="csX12" fmla="*/ 568 w 317010"/>
                  <a:gd name="csY12" fmla="*/ 0 h 433630"/>
                  <a:gd name="csX13" fmla="*/ 232860 w 317010"/>
                  <a:gd name="csY13" fmla="*/ 0 h 433630"/>
                  <a:gd name="csX14" fmla="*/ 304611 w 317010"/>
                  <a:gd name="csY14" fmla="*/ 254537 h 433630"/>
                  <a:gd name="csX15" fmla="*/ 316632 w 317010"/>
                  <a:gd name="csY15" fmla="*/ 297322 h 433630"/>
                  <a:gd name="csX16" fmla="*/ 317011 w 317010"/>
                  <a:gd name="csY16" fmla="*/ 297322 h 4336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7010" h="433630">
                    <a:moveTo>
                      <a:pt x="317011" y="297322"/>
                    </a:moveTo>
                    <a:cubicBezTo>
                      <a:pt x="316916" y="297890"/>
                      <a:pt x="316822" y="298363"/>
                      <a:pt x="316632" y="298931"/>
                    </a:cubicBezTo>
                    <a:cubicBezTo>
                      <a:pt x="314266" y="311237"/>
                      <a:pt x="310385" y="322880"/>
                      <a:pt x="305463" y="334050"/>
                    </a:cubicBezTo>
                    <a:cubicBezTo>
                      <a:pt x="280094" y="390561"/>
                      <a:pt x="224435" y="430601"/>
                      <a:pt x="159026" y="433441"/>
                    </a:cubicBezTo>
                    <a:cubicBezTo>
                      <a:pt x="157322" y="433536"/>
                      <a:pt x="155429" y="433630"/>
                      <a:pt x="153536" y="433630"/>
                    </a:cubicBezTo>
                    <a:cubicBezTo>
                      <a:pt x="151832" y="433630"/>
                      <a:pt x="150034" y="433630"/>
                      <a:pt x="148330" y="433536"/>
                    </a:cubicBezTo>
                    <a:cubicBezTo>
                      <a:pt x="147383" y="433536"/>
                      <a:pt x="146437" y="433536"/>
                      <a:pt x="145395" y="433441"/>
                    </a:cubicBezTo>
                    <a:cubicBezTo>
                      <a:pt x="143218" y="433346"/>
                      <a:pt x="141230" y="433252"/>
                      <a:pt x="139053" y="432968"/>
                    </a:cubicBezTo>
                    <a:cubicBezTo>
                      <a:pt x="77904" y="428613"/>
                      <a:pt x="25652" y="391696"/>
                      <a:pt x="0" y="339161"/>
                    </a:cubicBezTo>
                    <a:cubicBezTo>
                      <a:pt x="95" y="337552"/>
                      <a:pt x="189" y="336227"/>
                      <a:pt x="189" y="334617"/>
                    </a:cubicBezTo>
                    <a:lnTo>
                      <a:pt x="189" y="334617"/>
                    </a:lnTo>
                    <a:cubicBezTo>
                      <a:pt x="379" y="329695"/>
                      <a:pt x="568" y="324962"/>
                      <a:pt x="568" y="320040"/>
                    </a:cubicBezTo>
                    <a:lnTo>
                      <a:pt x="568" y="0"/>
                    </a:lnTo>
                    <a:lnTo>
                      <a:pt x="232860" y="0"/>
                    </a:lnTo>
                    <a:lnTo>
                      <a:pt x="304611" y="254537"/>
                    </a:lnTo>
                    <a:lnTo>
                      <a:pt x="316632" y="297322"/>
                    </a:lnTo>
                    <a:lnTo>
                      <a:pt x="317011" y="297322"/>
                    </a:lnTo>
                    <a:close/>
                  </a:path>
                </a:pathLst>
              </a:custGeom>
              <a:solidFill>
                <a:schemeClr val="accent2"/>
              </a:solidFill>
              <a:ln w="9466" cap="flat">
                <a:noFill/>
                <a:prstDash val="solid"/>
                <a:miter/>
              </a:ln>
            </p:spPr>
            <p:txBody>
              <a:bodyPr/>
              <a:lstStyle/>
              <a:p>
                <a:endParaRPr lang="en-US"/>
              </a:p>
            </p:txBody>
          </p:sp>
          <p:grpSp>
            <p:nvGrpSpPr>
              <p:cNvPr id="1454" name="Graphic 1358">
                <a:extLst>
                  <a:ext uri="{FF2B5EF4-FFF2-40B4-BE49-F238E27FC236}">
                    <a16:creationId xmlns:a16="http://schemas.microsoft.com/office/drawing/2014/main" id="{406883AC-7E76-1736-E33A-D4B3F6CA25B5}"/>
                  </a:ext>
                </a:extLst>
              </p:cNvPr>
              <p:cNvGrpSpPr/>
              <p:nvPr/>
            </p:nvGrpSpPr>
            <p:grpSpPr>
              <a:xfrm>
                <a:off x="-11239042" y="3865942"/>
                <a:ext cx="963906" cy="432399"/>
                <a:chOff x="-11239042" y="3865942"/>
                <a:chExt cx="963906" cy="432399"/>
              </a:xfrm>
              <a:solidFill>
                <a:srgbClr val="DEDFFC"/>
              </a:solidFill>
            </p:grpSpPr>
            <p:sp>
              <p:nvSpPr>
                <p:cNvPr id="1455" name="Freeform: Shape 1454">
                  <a:extLst>
                    <a:ext uri="{FF2B5EF4-FFF2-40B4-BE49-F238E27FC236}">
                      <a16:creationId xmlns:a16="http://schemas.microsoft.com/office/drawing/2014/main" id="{3FB1A546-B945-6A43-323F-CC3051166FCF}"/>
                    </a:ext>
                  </a:extLst>
                </p:cNvPr>
                <p:cNvSpPr/>
                <p:nvPr/>
              </p:nvSpPr>
              <p:spPr>
                <a:xfrm>
                  <a:off x="-11239042" y="3865942"/>
                  <a:ext cx="331114" cy="432399"/>
                </a:xfrm>
                <a:custGeom>
                  <a:avLst/>
                  <a:gdLst>
                    <a:gd name="csX0" fmla="*/ 331115 w 331114"/>
                    <a:gd name="csY0" fmla="*/ 0 h 432399"/>
                    <a:gd name="csX1" fmla="*/ 0 w 331114"/>
                    <a:gd name="csY1" fmla="*/ 0 h 432399"/>
                    <a:gd name="csX2" fmla="*/ 0 w 331114"/>
                    <a:gd name="csY2" fmla="*/ 278390 h 432399"/>
                    <a:gd name="csX3" fmla="*/ 7289 w 331114"/>
                    <a:gd name="csY3" fmla="*/ 321933 h 432399"/>
                    <a:gd name="csX4" fmla="*/ 7383 w 331114"/>
                    <a:gd name="csY4" fmla="*/ 322217 h 432399"/>
                    <a:gd name="csX5" fmla="*/ 165558 w 331114"/>
                    <a:gd name="csY5" fmla="*/ 432399 h 432399"/>
                    <a:gd name="csX6" fmla="*/ 323732 w 331114"/>
                    <a:gd name="csY6" fmla="*/ 322217 h 432399"/>
                    <a:gd name="csX7" fmla="*/ 323826 w 331114"/>
                    <a:gd name="csY7" fmla="*/ 321933 h 432399"/>
                    <a:gd name="csX8" fmla="*/ 331020 w 331114"/>
                    <a:gd name="csY8" fmla="*/ 278485 h 432399"/>
                    <a:gd name="csX9" fmla="*/ 331020 w 331114"/>
                    <a:gd name="csY9" fmla="*/ 95 h 432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31114" h="432399">
                      <a:moveTo>
                        <a:pt x="331115" y="0"/>
                      </a:moveTo>
                      <a:lnTo>
                        <a:pt x="0" y="0"/>
                      </a:lnTo>
                      <a:lnTo>
                        <a:pt x="0" y="278390"/>
                      </a:lnTo>
                      <a:cubicBezTo>
                        <a:pt x="0" y="293157"/>
                        <a:pt x="2082" y="308018"/>
                        <a:pt x="7289" y="321933"/>
                      </a:cubicBezTo>
                      <a:cubicBezTo>
                        <a:pt x="7289" y="321933"/>
                        <a:pt x="7289" y="322122"/>
                        <a:pt x="7383" y="322217"/>
                      </a:cubicBezTo>
                      <a:cubicBezTo>
                        <a:pt x="31143" y="386585"/>
                        <a:pt x="92955" y="432399"/>
                        <a:pt x="165558" y="432399"/>
                      </a:cubicBezTo>
                      <a:cubicBezTo>
                        <a:pt x="238160" y="432399"/>
                        <a:pt x="300067" y="386585"/>
                        <a:pt x="323732" y="322217"/>
                      </a:cubicBezTo>
                      <a:cubicBezTo>
                        <a:pt x="323732" y="322217"/>
                        <a:pt x="323732" y="322028"/>
                        <a:pt x="323826" y="321933"/>
                      </a:cubicBezTo>
                      <a:cubicBezTo>
                        <a:pt x="328938" y="308018"/>
                        <a:pt x="331020" y="293252"/>
                        <a:pt x="331020" y="278485"/>
                      </a:cubicBezTo>
                      <a:lnTo>
                        <a:pt x="331020" y="95"/>
                      </a:lnTo>
                      <a:close/>
                    </a:path>
                  </a:pathLst>
                </a:custGeom>
                <a:solidFill>
                  <a:srgbClr val="DEDFFC"/>
                </a:solidFill>
                <a:ln w="9466" cap="flat">
                  <a:noFill/>
                  <a:prstDash val="solid"/>
                  <a:miter/>
                </a:ln>
              </p:spPr>
              <p:txBody>
                <a:bodyPr/>
                <a:lstStyle/>
                <a:p>
                  <a:endParaRPr lang="en-US"/>
                </a:p>
              </p:txBody>
            </p:sp>
            <p:sp>
              <p:nvSpPr>
                <p:cNvPr id="1456" name="Freeform: Shape 1455">
                  <a:extLst>
                    <a:ext uri="{FF2B5EF4-FFF2-40B4-BE49-F238E27FC236}">
                      <a16:creationId xmlns:a16="http://schemas.microsoft.com/office/drawing/2014/main" id="{2F0980BB-43C0-990A-7E1D-0421259C9DB1}"/>
                    </a:ext>
                  </a:extLst>
                </p:cNvPr>
                <p:cNvSpPr/>
                <p:nvPr/>
              </p:nvSpPr>
              <p:spPr>
                <a:xfrm>
                  <a:off x="-10606251" y="3865942"/>
                  <a:ext cx="331115" cy="432399"/>
                </a:xfrm>
                <a:custGeom>
                  <a:avLst/>
                  <a:gdLst>
                    <a:gd name="csX0" fmla="*/ 331115 w 331115"/>
                    <a:gd name="csY0" fmla="*/ 0 h 432399"/>
                    <a:gd name="csX1" fmla="*/ 0 w 331115"/>
                    <a:gd name="csY1" fmla="*/ 0 h 432399"/>
                    <a:gd name="csX2" fmla="*/ 0 w 331115"/>
                    <a:gd name="csY2" fmla="*/ 278390 h 432399"/>
                    <a:gd name="csX3" fmla="*/ 7289 w 331115"/>
                    <a:gd name="csY3" fmla="*/ 321933 h 432399"/>
                    <a:gd name="csX4" fmla="*/ 7383 w 331115"/>
                    <a:gd name="csY4" fmla="*/ 322217 h 432399"/>
                    <a:gd name="csX5" fmla="*/ 165558 w 331115"/>
                    <a:gd name="csY5" fmla="*/ 432399 h 432399"/>
                    <a:gd name="csX6" fmla="*/ 323732 w 331115"/>
                    <a:gd name="csY6" fmla="*/ 322217 h 432399"/>
                    <a:gd name="csX7" fmla="*/ 323827 w 331115"/>
                    <a:gd name="csY7" fmla="*/ 321933 h 432399"/>
                    <a:gd name="csX8" fmla="*/ 331020 w 331115"/>
                    <a:gd name="csY8" fmla="*/ 278485 h 432399"/>
                    <a:gd name="csX9" fmla="*/ 331020 w 331115"/>
                    <a:gd name="csY9" fmla="*/ 95 h 4323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31115" h="432399">
                      <a:moveTo>
                        <a:pt x="331115" y="0"/>
                      </a:moveTo>
                      <a:lnTo>
                        <a:pt x="0" y="0"/>
                      </a:lnTo>
                      <a:lnTo>
                        <a:pt x="0" y="278390"/>
                      </a:lnTo>
                      <a:cubicBezTo>
                        <a:pt x="0" y="293157"/>
                        <a:pt x="2082" y="308018"/>
                        <a:pt x="7289" y="321933"/>
                      </a:cubicBezTo>
                      <a:cubicBezTo>
                        <a:pt x="7289" y="321933"/>
                        <a:pt x="7289" y="322122"/>
                        <a:pt x="7383" y="322217"/>
                      </a:cubicBezTo>
                      <a:cubicBezTo>
                        <a:pt x="31143" y="386585"/>
                        <a:pt x="92955" y="432399"/>
                        <a:pt x="165558" y="432399"/>
                      </a:cubicBezTo>
                      <a:cubicBezTo>
                        <a:pt x="238161" y="432399"/>
                        <a:pt x="300067" y="386585"/>
                        <a:pt x="323732" y="322217"/>
                      </a:cubicBezTo>
                      <a:cubicBezTo>
                        <a:pt x="323732" y="322217"/>
                        <a:pt x="323732" y="322028"/>
                        <a:pt x="323827" y="321933"/>
                      </a:cubicBezTo>
                      <a:cubicBezTo>
                        <a:pt x="328938" y="308018"/>
                        <a:pt x="331020" y="293252"/>
                        <a:pt x="331020" y="278485"/>
                      </a:cubicBezTo>
                      <a:lnTo>
                        <a:pt x="331020" y="95"/>
                      </a:lnTo>
                      <a:close/>
                    </a:path>
                  </a:pathLst>
                </a:custGeom>
                <a:solidFill>
                  <a:srgbClr val="DEDFFC"/>
                </a:solidFill>
                <a:ln w="9466" cap="flat">
                  <a:noFill/>
                  <a:prstDash val="solid"/>
                  <a:miter/>
                </a:ln>
              </p:spPr>
              <p:txBody>
                <a:bodyPr/>
                <a:lstStyle/>
                <a:p>
                  <a:endParaRPr lang="en-US"/>
                </a:p>
              </p:txBody>
            </p:sp>
          </p:grpSp>
          <p:sp>
            <p:nvSpPr>
              <p:cNvPr id="1457" name="Freeform: Shape 1456">
                <a:extLst>
                  <a:ext uri="{FF2B5EF4-FFF2-40B4-BE49-F238E27FC236}">
                    <a16:creationId xmlns:a16="http://schemas.microsoft.com/office/drawing/2014/main" id="{6DAF689B-C5C1-A10E-66D1-E1883668A996}"/>
                  </a:ext>
                </a:extLst>
              </p:cNvPr>
              <p:cNvSpPr/>
              <p:nvPr/>
            </p:nvSpPr>
            <p:spPr>
              <a:xfrm>
                <a:off x="-11555106" y="4163548"/>
                <a:ext cx="1593668" cy="135077"/>
              </a:xfrm>
              <a:custGeom>
                <a:avLst/>
                <a:gdLst>
                  <a:gd name="csX0" fmla="*/ 1593668 w 1593668"/>
                  <a:gd name="csY0" fmla="*/ 0 h 135077"/>
                  <a:gd name="csX1" fmla="*/ 1582499 w 1593668"/>
                  <a:gd name="csY1" fmla="*/ 35118 h 135077"/>
                  <a:gd name="csX2" fmla="*/ 1436062 w 1593668"/>
                  <a:gd name="csY2" fmla="*/ 134509 h 135077"/>
                  <a:gd name="csX3" fmla="*/ 1430572 w 1593668"/>
                  <a:gd name="csY3" fmla="*/ 134699 h 135077"/>
                  <a:gd name="csX4" fmla="*/ 1425366 w 1593668"/>
                  <a:gd name="csY4" fmla="*/ 134604 h 135077"/>
                  <a:gd name="csX5" fmla="*/ 1422432 w 1593668"/>
                  <a:gd name="csY5" fmla="*/ 134509 h 135077"/>
                  <a:gd name="csX6" fmla="*/ 1416090 w 1593668"/>
                  <a:gd name="csY6" fmla="*/ 134036 h 135077"/>
                  <a:gd name="csX7" fmla="*/ 1277226 w 1593668"/>
                  <a:gd name="csY7" fmla="*/ 35686 h 135077"/>
                  <a:gd name="csX8" fmla="*/ 1277226 w 1593668"/>
                  <a:gd name="csY8" fmla="*/ 35686 h 135077"/>
                  <a:gd name="csX9" fmla="*/ 1272493 w 1593668"/>
                  <a:gd name="csY9" fmla="*/ 24233 h 135077"/>
                  <a:gd name="csX10" fmla="*/ 1272493 w 1593668"/>
                  <a:gd name="csY10" fmla="*/ 24611 h 135077"/>
                  <a:gd name="csX11" fmla="*/ 1114224 w 1593668"/>
                  <a:gd name="csY11" fmla="*/ 134793 h 135077"/>
                  <a:gd name="csX12" fmla="*/ 956144 w 1593668"/>
                  <a:gd name="csY12" fmla="*/ 24327 h 135077"/>
                  <a:gd name="csX13" fmla="*/ 956050 w 1593668"/>
                  <a:gd name="csY13" fmla="*/ 24706 h 135077"/>
                  <a:gd name="csX14" fmla="*/ 797876 w 1593668"/>
                  <a:gd name="csY14" fmla="*/ 134888 h 135077"/>
                  <a:gd name="csX15" fmla="*/ 639796 w 1593668"/>
                  <a:gd name="csY15" fmla="*/ 24422 h 135077"/>
                  <a:gd name="csX16" fmla="*/ 639701 w 1593668"/>
                  <a:gd name="csY16" fmla="*/ 24800 h 135077"/>
                  <a:gd name="csX17" fmla="*/ 481432 w 1593668"/>
                  <a:gd name="csY17" fmla="*/ 134983 h 135077"/>
                  <a:gd name="csX18" fmla="*/ 323353 w 1593668"/>
                  <a:gd name="csY18" fmla="*/ 24516 h 135077"/>
                  <a:gd name="csX19" fmla="*/ 323258 w 1593668"/>
                  <a:gd name="csY19" fmla="*/ 24895 h 135077"/>
                  <a:gd name="csX20" fmla="*/ 165084 w 1593668"/>
                  <a:gd name="csY20" fmla="*/ 135077 h 135077"/>
                  <a:gd name="csX21" fmla="*/ 0 w 1593668"/>
                  <a:gd name="csY21" fmla="*/ 379 h 135077"/>
                  <a:gd name="csX22" fmla="*/ 1593574 w 1593668"/>
                  <a:gd name="csY22" fmla="*/ 379 h 1350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1593668" h="135077">
                    <a:moveTo>
                      <a:pt x="1593668" y="0"/>
                    </a:moveTo>
                    <a:cubicBezTo>
                      <a:pt x="1591302" y="12305"/>
                      <a:pt x="1587421" y="23949"/>
                      <a:pt x="1582499" y="35118"/>
                    </a:cubicBezTo>
                    <a:cubicBezTo>
                      <a:pt x="1557130" y="91629"/>
                      <a:pt x="1501471" y="131670"/>
                      <a:pt x="1436062" y="134509"/>
                    </a:cubicBezTo>
                    <a:cubicBezTo>
                      <a:pt x="1434359" y="134604"/>
                      <a:pt x="1432465" y="134699"/>
                      <a:pt x="1430572" y="134699"/>
                    </a:cubicBezTo>
                    <a:cubicBezTo>
                      <a:pt x="1428869" y="134699"/>
                      <a:pt x="1427070" y="134699"/>
                      <a:pt x="1425366" y="134604"/>
                    </a:cubicBezTo>
                    <a:cubicBezTo>
                      <a:pt x="1424420" y="134604"/>
                      <a:pt x="1423473" y="134604"/>
                      <a:pt x="1422432" y="134509"/>
                    </a:cubicBezTo>
                    <a:cubicBezTo>
                      <a:pt x="1420255" y="134415"/>
                      <a:pt x="1418267" y="134320"/>
                      <a:pt x="1416090" y="134036"/>
                    </a:cubicBezTo>
                    <a:cubicBezTo>
                      <a:pt x="1353994" y="128830"/>
                      <a:pt x="1301837" y="89925"/>
                      <a:pt x="1277226" y="35686"/>
                    </a:cubicBezTo>
                    <a:lnTo>
                      <a:pt x="1277226" y="35686"/>
                    </a:lnTo>
                    <a:cubicBezTo>
                      <a:pt x="1275427" y="31805"/>
                      <a:pt x="1273912" y="28114"/>
                      <a:pt x="1272493" y="24233"/>
                    </a:cubicBezTo>
                    <a:lnTo>
                      <a:pt x="1272493" y="24611"/>
                    </a:lnTo>
                    <a:cubicBezTo>
                      <a:pt x="1248734" y="88979"/>
                      <a:pt x="1186922" y="134793"/>
                      <a:pt x="1114224" y="134793"/>
                    </a:cubicBezTo>
                    <a:cubicBezTo>
                      <a:pt x="1041526" y="134793"/>
                      <a:pt x="979809" y="88790"/>
                      <a:pt x="956144" y="24327"/>
                    </a:cubicBezTo>
                    <a:cubicBezTo>
                      <a:pt x="956144" y="24422"/>
                      <a:pt x="956050" y="24516"/>
                      <a:pt x="956050" y="24706"/>
                    </a:cubicBezTo>
                    <a:cubicBezTo>
                      <a:pt x="932385" y="89074"/>
                      <a:pt x="870478" y="134888"/>
                      <a:pt x="797876" y="134888"/>
                    </a:cubicBezTo>
                    <a:cubicBezTo>
                      <a:pt x="725273" y="134888"/>
                      <a:pt x="663461" y="88884"/>
                      <a:pt x="639796" y="24422"/>
                    </a:cubicBezTo>
                    <a:cubicBezTo>
                      <a:pt x="639701" y="24516"/>
                      <a:pt x="639701" y="24611"/>
                      <a:pt x="639701" y="24800"/>
                    </a:cubicBezTo>
                    <a:cubicBezTo>
                      <a:pt x="615942" y="89168"/>
                      <a:pt x="554130" y="134983"/>
                      <a:pt x="481432" y="134983"/>
                    </a:cubicBezTo>
                    <a:cubicBezTo>
                      <a:pt x="408735" y="134983"/>
                      <a:pt x="347018" y="88979"/>
                      <a:pt x="323353" y="24516"/>
                    </a:cubicBezTo>
                    <a:cubicBezTo>
                      <a:pt x="323353" y="24611"/>
                      <a:pt x="323353" y="24706"/>
                      <a:pt x="323258" y="24895"/>
                    </a:cubicBezTo>
                    <a:cubicBezTo>
                      <a:pt x="299594" y="89263"/>
                      <a:pt x="237687" y="135077"/>
                      <a:pt x="165084" y="135077"/>
                    </a:cubicBezTo>
                    <a:cubicBezTo>
                      <a:pt x="83583" y="135077"/>
                      <a:pt x="15713" y="77241"/>
                      <a:pt x="0" y="379"/>
                    </a:cubicBezTo>
                    <a:lnTo>
                      <a:pt x="1593574" y="379"/>
                    </a:lnTo>
                    <a:close/>
                  </a:path>
                </a:pathLst>
              </a:custGeom>
              <a:solidFill>
                <a:srgbClr val="595FF1">
                  <a:alpha val="40000"/>
                </a:srgbClr>
              </a:solidFill>
              <a:ln w="9466" cap="flat">
                <a:noFill/>
                <a:prstDash val="solid"/>
                <a:miter/>
              </a:ln>
            </p:spPr>
            <p:txBody>
              <a:bodyPr/>
              <a:lstStyle/>
              <a:p>
                <a:endParaRPr lang="en-US"/>
              </a:p>
            </p:txBody>
          </p:sp>
        </p:grpSp>
      </p:grpSp>
      <p:grpSp>
        <p:nvGrpSpPr>
          <p:cNvPr id="1260" name="Group 1259">
            <a:extLst>
              <a:ext uri="{FF2B5EF4-FFF2-40B4-BE49-F238E27FC236}">
                <a16:creationId xmlns:a16="http://schemas.microsoft.com/office/drawing/2014/main" id="{FBACADAF-026C-BDB8-DC5C-61CF2978F439}"/>
              </a:ext>
            </a:extLst>
          </p:cNvPr>
          <p:cNvGrpSpPr/>
          <p:nvPr/>
        </p:nvGrpSpPr>
        <p:grpSpPr>
          <a:xfrm>
            <a:off x="4295828" y="2359998"/>
            <a:ext cx="868996" cy="633920"/>
            <a:chOff x="4813301" y="2346286"/>
            <a:chExt cx="868996" cy="633920"/>
          </a:xfrm>
        </p:grpSpPr>
        <p:sp>
          <p:nvSpPr>
            <p:cNvPr id="1033" name="Freeform: Shape 1032">
              <a:extLst>
                <a:ext uri="{FF2B5EF4-FFF2-40B4-BE49-F238E27FC236}">
                  <a16:creationId xmlns:a16="http://schemas.microsoft.com/office/drawing/2014/main" id="{70BAC1A1-F636-BFD3-DCD2-FEED63DBA671}"/>
                </a:ext>
              </a:extLst>
            </p:cNvPr>
            <p:cNvSpPr/>
            <p:nvPr/>
          </p:nvSpPr>
          <p:spPr>
            <a:xfrm>
              <a:off x="5421866" y="2698227"/>
              <a:ext cx="260431" cy="252803"/>
            </a:xfrm>
            <a:custGeom>
              <a:avLst/>
              <a:gdLst>
                <a:gd name="csX0" fmla="*/ 134902 w 337718"/>
                <a:gd name="csY0" fmla="*/ 3363 h 327828"/>
                <a:gd name="csX1" fmla="*/ 333002 w 337718"/>
                <a:gd name="csY1" fmla="*/ 35809 h 327828"/>
                <a:gd name="csX2" fmla="*/ 271527 w 337718"/>
                <a:gd name="csY2" fmla="*/ 327829 h 327828"/>
                <a:gd name="csX3" fmla="*/ 0 w 337718"/>
                <a:gd name="csY3" fmla="*/ 327829 h 327828"/>
                <a:gd name="csX4" fmla="*/ 8542 w 337718"/>
                <a:gd name="csY4" fmla="*/ 124611 h 327828"/>
                <a:gd name="csX5" fmla="*/ 134916 w 337718"/>
                <a:gd name="csY5" fmla="*/ 3363 h 327828"/>
              </a:gdLst>
              <a:ahLst/>
              <a:cxnLst>
                <a:cxn ang="0">
                  <a:pos x="csX0" y="csY0"/>
                </a:cxn>
                <a:cxn ang="0">
                  <a:pos x="csX1" y="csY1"/>
                </a:cxn>
                <a:cxn ang="0">
                  <a:pos x="csX2" y="csY2"/>
                </a:cxn>
                <a:cxn ang="0">
                  <a:pos x="csX3" y="csY3"/>
                </a:cxn>
                <a:cxn ang="0">
                  <a:pos x="csX4" y="csY4"/>
                </a:cxn>
                <a:cxn ang="0">
                  <a:pos x="csX5" y="csY5"/>
                </a:cxn>
              </a:cxnLst>
              <a:rect l="l" t="t" r="r" b="b"/>
              <a:pathLst>
                <a:path w="337718" h="327828">
                  <a:moveTo>
                    <a:pt x="134902" y="3363"/>
                  </a:moveTo>
                  <a:cubicBezTo>
                    <a:pt x="134902" y="3363"/>
                    <a:pt x="307382" y="-15423"/>
                    <a:pt x="333002" y="35809"/>
                  </a:cubicBezTo>
                  <a:cubicBezTo>
                    <a:pt x="358621" y="87040"/>
                    <a:pt x="271527" y="327829"/>
                    <a:pt x="271527" y="327829"/>
                  </a:cubicBezTo>
                  <a:lnTo>
                    <a:pt x="0" y="327829"/>
                  </a:lnTo>
                  <a:lnTo>
                    <a:pt x="8542" y="124611"/>
                  </a:lnTo>
                  <a:lnTo>
                    <a:pt x="134916" y="3363"/>
                  </a:lnTo>
                  <a:close/>
                </a:path>
              </a:pathLst>
            </a:custGeom>
            <a:solidFill>
              <a:srgbClr val="34B4F4"/>
            </a:solidFill>
            <a:ln w="735" cap="flat">
              <a:noFill/>
              <a:prstDash val="solid"/>
              <a:miter/>
            </a:ln>
          </p:spPr>
          <p:txBody>
            <a:bodyPr/>
            <a:lstStyle/>
            <a:p>
              <a:endParaRPr lang="en-US"/>
            </a:p>
          </p:txBody>
        </p:sp>
        <p:sp>
          <p:nvSpPr>
            <p:cNvPr id="1034" name="Freeform: Shape 1033">
              <a:extLst>
                <a:ext uri="{FF2B5EF4-FFF2-40B4-BE49-F238E27FC236}">
                  <a16:creationId xmlns:a16="http://schemas.microsoft.com/office/drawing/2014/main" id="{F22E32EE-D1FF-06A2-EAD6-2338BE96C387}"/>
                </a:ext>
              </a:extLst>
            </p:cNvPr>
            <p:cNvSpPr/>
            <p:nvPr/>
          </p:nvSpPr>
          <p:spPr>
            <a:xfrm>
              <a:off x="5125554" y="2545604"/>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1035" name="Freeform: Shape 1034">
              <a:extLst>
                <a:ext uri="{FF2B5EF4-FFF2-40B4-BE49-F238E27FC236}">
                  <a16:creationId xmlns:a16="http://schemas.microsoft.com/office/drawing/2014/main" id="{B7FA882B-A534-6C81-AE45-32C9ADFF8C39}"/>
                </a:ext>
              </a:extLst>
            </p:cNvPr>
            <p:cNvSpPr/>
            <p:nvPr/>
          </p:nvSpPr>
          <p:spPr>
            <a:xfrm flipH="1">
              <a:off x="5077928" y="2550366"/>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1036" name="Freeform: Shape 1035">
              <a:extLst>
                <a:ext uri="{FF2B5EF4-FFF2-40B4-BE49-F238E27FC236}">
                  <a16:creationId xmlns:a16="http://schemas.microsoft.com/office/drawing/2014/main" id="{93F3EEFD-2AC8-3636-7F1F-621754139F8E}"/>
                </a:ext>
              </a:extLst>
            </p:cNvPr>
            <p:cNvSpPr/>
            <p:nvPr/>
          </p:nvSpPr>
          <p:spPr>
            <a:xfrm flipH="1">
              <a:off x="5116292" y="2822553"/>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1037" name="Freeform: Shape 1036">
              <a:extLst>
                <a:ext uri="{FF2B5EF4-FFF2-40B4-BE49-F238E27FC236}">
                  <a16:creationId xmlns:a16="http://schemas.microsoft.com/office/drawing/2014/main" id="{C4B0933C-B4B3-E3D9-84FA-02728AEE79CD}"/>
                </a:ext>
              </a:extLst>
            </p:cNvPr>
            <p:cNvSpPr/>
            <p:nvPr/>
          </p:nvSpPr>
          <p:spPr>
            <a:xfrm flipH="1">
              <a:off x="5168017" y="2858865"/>
              <a:ext cx="118359"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sp>
          <p:nvSpPr>
            <p:cNvPr id="1038" name="Freeform: Shape 1037">
              <a:extLst>
                <a:ext uri="{FF2B5EF4-FFF2-40B4-BE49-F238E27FC236}">
                  <a16:creationId xmlns:a16="http://schemas.microsoft.com/office/drawing/2014/main" id="{0B08E987-0798-DFC7-E906-0CB5C8CDB11E}"/>
                </a:ext>
              </a:extLst>
            </p:cNvPr>
            <p:cNvSpPr/>
            <p:nvPr/>
          </p:nvSpPr>
          <p:spPr>
            <a:xfrm>
              <a:off x="5487555" y="2817791"/>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1039" name="Freeform: Shape 1038">
              <a:extLst>
                <a:ext uri="{FF2B5EF4-FFF2-40B4-BE49-F238E27FC236}">
                  <a16:creationId xmlns:a16="http://schemas.microsoft.com/office/drawing/2014/main" id="{2AE5316A-B412-7A9D-C562-2BE5899AA39A}"/>
                </a:ext>
              </a:extLst>
            </p:cNvPr>
            <p:cNvSpPr/>
            <p:nvPr/>
          </p:nvSpPr>
          <p:spPr>
            <a:xfrm>
              <a:off x="5446012" y="2700724"/>
              <a:ext cx="50039" cy="167860"/>
            </a:xfrm>
            <a:custGeom>
              <a:avLst/>
              <a:gdLst>
                <a:gd name="csX0" fmla="*/ 23 w 64889"/>
                <a:gd name="csY0" fmla="*/ 4131 h 217676"/>
                <a:gd name="csX1" fmla="*/ 8550 w 64889"/>
                <a:gd name="csY1" fmla="*/ 3999 h 217676"/>
                <a:gd name="csX2" fmla="*/ 34089 w 64889"/>
                <a:gd name="csY2" fmla="*/ 113988 h 217676"/>
                <a:gd name="csX3" fmla="*/ 53957 w 64889"/>
                <a:gd name="csY3" fmla="*/ 153982 h 217676"/>
                <a:gd name="csX4" fmla="*/ 55194 w 64889"/>
                <a:gd name="csY4" fmla="*/ 179189 h 217676"/>
                <a:gd name="csX5" fmla="*/ 62521 w 64889"/>
                <a:gd name="csY5" fmla="*/ 208144 h 217676"/>
                <a:gd name="csX6" fmla="*/ 57565 w 64889"/>
                <a:gd name="csY6" fmla="*/ 216929 h 217676"/>
                <a:gd name="csX7" fmla="*/ 41651 w 64889"/>
                <a:gd name="csY7" fmla="*/ 178320 h 217676"/>
                <a:gd name="csX8" fmla="*/ 23853 w 64889"/>
                <a:gd name="csY8" fmla="*/ 122825 h 217676"/>
                <a:gd name="csX9" fmla="*/ 37 w 64889"/>
                <a:gd name="csY9" fmla="*/ 4131 h 2176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889" h="217676">
                  <a:moveTo>
                    <a:pt x="23" y="4131"/>
                  </a:moveTo>
                  <a:cubicBezTo>
                    <a:pt x="-486" y="-1436"/>
                    <a:pt x="7769" y="-1274"/>
                    <a:pt x="8550" y="3999"/>
                  </a:cubicBezTo>
                  <a:cubicBezTo>
                    <a:pt x="13808" y="39788"/>
                    <a:pt x="21165" y="80135"/>
                    <a:pt x="34089" y="113988"/>
                  </a:cubicBezTo>
                  <a:cubicBezTo>
                    <a:pt x="39891" y="129187"/>
                    <a:pt x="49457" y="138385"/>
                    <a:pt x="53957" y="153982"/>
                  </a:cubicBezTo>
                  <a:cubicBezTo>
                    <a:pt x="56365" y="162333"/>
                    <a:pt x="55437" y="170654"/>
                    <a:pt x="55194" y="179189"/>
                  </a:cubicBezTo>
                  <a:cubicBezTo>
                    <a:pt x="54973" y="187112"/>
                    <a:pt x="54840" y="203092"/>
                    <a:pt x="62521" y="208144"/>
                  </a:cubicBezTo>
                  <a:cubicBezTo>
                    <a:pt x="67882" y="211671"/>
                    <a:pt x="63235" y="220243"/>
                    <a:pt x="57565" y="216929"/>
                  </a:cubicBezTo>
                  <a:cubicBezTo>
                    <a:pt x="43647" y="208807"/>
                    <a:pt x="41040" y="192017"/>
                    <a:pt x="41651" y="178320"/>
                  </a:cubicBezTo>
                  <a:cubicBezTo>
                    <a:pt x="42550" y="158268"/>
                    <a:pt x="30974" y="141036"/>
                    <a:pt x="23853" y="122825"/>
                  </a:cubicBezTo>
                  <a:cubicBezTo>
                    <a:pt x="9743" y="86756"/>
                    <a:pt x="3572" y="42756"/>
                    <a:pt x="37" y="4131"/>
                  </a:cubicBezTo>
                  <a:close/>
                </a:path>
              </a:pathLst>
            </a:custGeom>
            <a:solidFill>
              <a:srgbClr val="084D91"/>
            </a:solidFill>
            <a:ln w="735" cap="flat">
              <a:noFill/>
              <a:prstDash val="solid"/>
              <a:miter/>
            </a:ln>
          </p:spPr>
          <p:txBody>
            <a:bodyPr/>
            <a:lstStyle/>
            <a:p>
              <a:endParaRPr lang="en-US"/>
            </a:p>
          </p:txBody>
        </p:sp>
        <p:sp>
          <p:nvSpPr>
            <p:cNvPr id="1040" name="Freeform: Shape 1039">
              <a:extLst>
                <a:ext uri="{FF2B5EF4-FFF2-40B4-BE49-F238E27FC236}">
                  <a16:creationId xmlns:a16="http://schemas.microsoft.com/office/drawing/2014/main" id="{4E4ABB53-61E9-D7D1-F2D0-B06EC4314597}"/>
                </a:ext>
              </a:extLst>
            </p:cNvPr>
            <p:cNvSpPr/>
            <p:nvPr/>
          </p:nvSpPr>
          <p:spPr>
            <a:xfrm>
              <a:off x="5459841" y="2617181"/>
              <a:ext cx="91001" cy="96140"/>
            </a:xfrm>
            <a:custGeom>
              <a:avLst/>
              <a:gdLst>
                <a:gd name="csX0" fmla="*/ 116806 w 118007"/>
                <a:gd name="csY0" fmla="*/ 13237 h 124672"/>
                <a:gd name="csX1" fmla="*/ 51178 w 118007"/>
                <a:gd name="csY1" fmla="*/ 8141 h 124672"/>
                <a:gd name="csX2" fmla="*/ 26567 w 118007"/>
                <a:gd name="csY2" fmla="*/ 35388 h 124672"/>
                <a:gd name="csX3" fmla="*/ 9541 w 118007"/>
                <a:gd name="csY3" fmla="*/ 72642 h 124672"/>
                <a:gd name="csX4" fmla="*/ 219 w 118007"/>
                <a:gd name="csY4" fmla="*/ 121422 h 124672"/>
                <a:gd name="csX5" fmla="*/ 6647 w 118007"/>
                <a:gd name="csY5" fmla="*/ 121709 h 124672"/>
                <a:gd name="csX6" fmla="*/ 10484 w 118007"/>
                <a:gd name="csY6" fmla="*/ 95589 h 124672"/>
                <a:gd name="csX7" fmla="*/ 17892 w 118007"/>
                <a:gd name="csY7" fmla="*/ 72628 h 124672"/>
                <a:gd name="csX8" fmla="*/ 38762 w 118007"/>
                <a:gd name="csY8" fmla="*/ 31617 h 124672"/>
                <a:gd name="csX9" fmla="*/ 72924 w 118007"/>
                <a:gd name="csY9" fmla="*/ 9326 h 124672"/>
                <a:gd name="csX10" fmla="*/ 111460 w 118007"/>
                <a:gd name="csY10" fmla="*/ 19570 h 124672"/>
                <a:gd name="csX11" fmla="*/ 116806 w 118007"/>
                <a:gd name="csY11" fmla="*/ 13244 h 124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8007" h="124672">
                  <a:moveTo>
                    <a:pt x="116806" y="13237"/>
                  </a:moveTo>
                  <a:cubicBezTo>
                    <a:pt x="99250" y="-2412"/>
                    <a:pt x="71068" y="-4282"/>
                    <a:pt x="51178" y="8141"/>
                  </a:cubicBezTo>
                  <a:cubicBezTo>
                    <a:pt x="40595" y="14746"/>
                    <a:pt x="32716" y="24688"/>
                    <a:pt x="26567" y="35388"/>
                  </a:cubicBezTo>
                  <a:cubicBezTo>
                    <a:pt x="19799" y="47170"/>
                    <a:pt x="14232" y="59903"/>
                    <a:pt x="9541" y="72642"/>
                  </a:cubicBezTo>
                  <a:cubicBezTo>
                    <a:pt x="3974" y="87753"/>
                    <a:pt x="-1129" y="105140"/>
                    <a:pt x="219" y="121422"/>
                  </a:cubicBezTo>
                  <a:cubicBezTo>
                    <a:pt x="557" y="125472"/>
                    <a:pt x="6191" y="125928"/>
                    <a:pt x="6647" y="121709"/>
                  </a:cubicBezTo>
                  <a:cubicBezTo>
                    <a:pt x="7619" y="112857"/>
                    <a:pt x="8348" y="104278"/>
                    <a:pt x="10484" y="95589"/>
                  </a:cubicBezTo>
                  <a:cubicBezTo>
                    <a:pt x="12413" y="87768"/>
                    <a:pt x="14947" y="80124"/>
                    <a:pt x="17892" y="72628"/>
                  </a:cubicBezTo>
                  <a:cubicBezTo>
                    <a:pt x="23445" y="58489"/>
                    <a:pt x="29859" y="44011"/>
                    <a:pt x="38762" y="31617"/>
                  </a:cubicBezTo>
                  <a:cubicBezTo>
                    <a:pt x="47127" y="19967"/>
                    <a:pt x="58527" y="11484"/>
                    <a:pt x="72924" y="9326"/>
                  </a:cubicBezTo>
                  <a:cubicBezTo>
                    <a:pt x="86805" y="7250"/>
                    <a:pt x="100259" y="11396"/>
                    <a:pt x="111460" y="19570"/>
                  </a:cubicBezTo>
                  <a:cubicBezTo>
                    <a:pt x="115230" y="22324"/>
                    <a:pt x="120370" y="16418"/>
                    <a:pt x="116806" y="13244"/>
                  </a:cubicBezTo>
                  <a:close/>
                </a:path>
              </a:pathLst>
            </a:custGeom>
            <a:solidFill>
              <a:srgbClr val="084D91"/>
            </a:solidFill>
            <a:ln w="735" cap="flat">
              <a:noFill/>
              <a:prstDash val="solid"/>
              <a:miter/>
            </a:ln>
          </p:spPr>
          <p:txBody>
            <a:bodyPr/>
            <a:lstStyle/>
            <a:p>
              <a:endParaRPr lang="en-US"/>
            </a:p>
          </p:txBody>
        </p:sp>
        <p:sp>
          <p:nvSpPr>
            <p:cNvPr id="1041" name="Freeform: Shape 1040">
              <a:extLst>
                <a:ext uri="{FF2B5EF4-FFF2-40B4-BE49-F238E27FC236}">
                  <a16:creationId xmlns:a16="http://schemas.microsoft.com/office/drawing/2014/main" id="{6E19A0AF-BEAB-FF31-4773-A56FF9F9DB4B}"/>
                </a:ext>
              </a:extLst>
            </p:cNvPr>
            <p:cNvSpPr/>
            <p:nvPr/>
          </p:nvSpPr>
          <p:spPr>
            <a:xfrm>
              <a:off x="5283952" y="2654108"/>
              <a:ext cx="21939" cy="260423"/>
            </a:xfrm>
            <a:custGeom>
              <a:avLst/>
              <a:gdLst>
                <a:gd name="csX0" fmla="*/ 28366 w 28450"/>
                <a:gd name="csY0" fmla="*/ 4579 h 337709"/>
                <a:gd name="csX1" fmla="*/ 21304 w 28450"/>
                <a:gd name="csY1" fmla="*/ 2635 h 337709"/>
                <a:gd name="csX2" fmla="*/ 8645 w 28450"/>
                <a:gd name="csY2" fmla="*/ 68742 h 337709"/>
                <a:gd name="csX3" fmla="*/ 5412 w 28450"/>
                <a:gd name="csY3" fmla="*/ 134164 h 337709"/>
                <a:gd name="csX4" fmla="*/ 5854 w 28450"/>
                <a:gd name="csY4" fmla="*/ 168274 h 337709"/>
                <a:gd name="csX5" fmla="*/ 7415 w 28450"/>
                <a:gd name="csY5" fmla="*/ 199063 h 337709"/>
                <a:gd name="csX6" fmla="*/ 10059 w 28450"/>
                <a:gd name="csY6" fmla="*/ 214247 h 337709"/>
                <a:gd name="csX7" fmla="*/ 8159 w 28450"/>
                <a:gd name="csY7" fmla="*/ 230632 h 337709"/>
                <a:gd name="csX8" fmla="*/ 1818 w 28450"/>
                <a:gd name="csY8" fmla="*/ 260714 h 337709"/>
                <a:gd name="csX9" fmla="*/ 3026 w 28450"/>
                <a:gd name="csY9" fmla="*/ 333530 h 337709"/>
                <a:gd name="csX10" fmla="*/ 11745 w 28450"/>
                <a:gd name="csY10" fmla="*/ 333530 h 337709"/>
                <a:gd name="csX11" fmla="*/ 9919 w 28450"/>
                <a:gd name="csY11" fmla="*/ 269514 h 337709"/>
                <a:gd name="csX12" fmla="*/ 15670 w 28450"/>
                <a:gd name="csY12" fmla="*/ 238018 h 337709"/>
                <a:gd name="csX13" fmla="*/ 18490 w 28450"/>
                <a:gd name="csY13" fmla="*/ 208724 h 337709"/>
                <a:gd name="csX14" fmla="*/ 15493 w 28450"/>
                <a:gd name="csY14" fmla="*/ 194107 h 337709"/>
                <a:gd name="csX15" fmla="*/ 14389 w 28450"/>
                <a:gd name="csY15" fmla="*/ 177022 h 337709"/>
                <a:gd name="csX16" fmla="*/ 14492 w 28450"/>
                <a:gd name="csY16" fmla="*/ 145232 h 337709"/>
                <a:gd name="csX17" fmla="*/ 15663 w 28450"/>
                <a:gd name="csY17" fmla="*/ 78978 h 337709"/>
                <a:gd name="csX18" fmla="*/ 28373 w 28450"/>
                <a:gd name="csY18" fmla="*/ 4586 h 337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450" h="337709">
                  <a:moveTo>
                    <a:pt x="28366" y="4579"/>
                  </a:moveTo>
                  <a:cubicBezTo>
                    <a:pt x="29293" y="-9"/>
                    <a:pt x="22312" y="-1990"/>
                    <a:pt x="21304" y="2635"/>
                  </a:cubicBezTo>
                  <a:cubicBezTo>
                    <a:pt x="16517" y="24558"/>
                    <a:pt x="11716" y="46502"/>
                    <a:pt x="8645" y="68742"/>
                  </a:cubicBezTo>
                  <a:cubicBezTo>
                    <a:pt x="5633" y="90539"/>
                    <a:pt x="4734" y="112182"/>
                    <a:pt x="5412" y="134164"/>
                  </a:cubicBezTo>
                  <a:cubicBezTo>
                    <a:pt x="5765" y="145534"/>
                    <a:pt x="6200" y="156904"/>
                    <a:pt x="5854" y="168274"/>
                  </a:cubicBezTo>
                  <a:cubicBezTo>
                    <a:pt x="5537" y="178738"/>
                    <a:pt x="5235" y="188753"/>
                    <a:pt x="7415" y="199063"/>
                  </a:cubicBezTo>
                  <a:cubicBezTo>
                    <a:pt x="8475" y="204092"/>
                    <a:pt x="9838" y="209085"/>
                    <a:pt x="10059" y="214247"/>
                  </a:cubicBezTo>
                  <a:cubicBezTo>
                    <a:pt x="10302" y="219800"/>
                    <a:pt x="9388" y="225235"/>
                    <a:pt x="8159" y="230632"/>
                  </a:cubicBezTo>
                  <a:cubicBezTo>
                    <a:pt x="5876" y="240677"/>
                    <a:pt x="3151" y="250464"/>
                    <a:pt x="1818" y="260714"/>
                  </a:cubicBezTo>
                  <a:cubicBezTo>
                    <a:pt x="-1282" y="284581"/>
                    <a:pt x="-111" y="309715"/>
                    <a:pt x="3026" y="333530"/>
                  </a:cubicBezTo>
                  <a:cubicBezTo>
                    <a:pt x="3733" y="338906"/>
                    <a:pt x="11995" y="339296"/>
                    <a:pt x="11745" y="333530"/>
                  </a:cubicBezTo>
                  <a:cubicBezTo>
                    <a:pt x="10824" y="312108"/>
                    <a:pt x="8166" y="291003"/>
                    <a:pt x="9919" y="269514"/>
                  </a:cubicBezTo>
                  <a:cubicBezTo>
                    <a:pt x="10795" y="258770"/>
                    <a:pt x="13034" y="248446"/>
                    <a:pt x="15670" y="238018"/>
                  </a:cubicBezTo>
                  <a:cubicBezTo>
                    <a:pt x="18115" y="228350"/>
                    <a:pt x="19926" y="218703"/>
                    <a:pt x="18490" y="208724"/>
                  </a:cubicBezTo>
                  <a:cubicBezTo>
                    <a:pt x="17776" y="203798"/>
                    <a:pt x="16451" y="198989"/>
                    <a:pt x="15493" y="194107"/>
                  </a:cubicBezTo>
                  <a:cubicBezTo>
                    <a:pt x="14381" y="188451"/>
                    <a:pt x="14256" y="182766"/>
                    <a:pt x="14389" y="177022"/>
                  </a:cubicBezTo>
                  <a:cubicBezTo>
                    <a:pt x="14639" y="166403"/>
                    <a:pt x="14823" y="155851"/>
                    <a:pt x="14492" y="145232"/>
                  </a:cubicBezTo>
                  <a:cubicBezTo>
                    <a:pt x="13792" y="123037"/>
                    <a:pt x="13284" y="101107"/>
                    <a:pt x="15663" y="78978"/>
                  </a:cubicBezTo>
                  <a:cubicBezTo>
                    <a:pt x="18351" y="53955"/>
                    <a:pt x="23388" y="29234"/>
                    <a:pt x="28373" y="4586"/>
                  </a:cubicBezTo>
                  <a:close/>
                </a:path>
              </a:pathLst>
            </a:custGeom>
            <a:solidFill>
              <a:srgbClr val="084D91"/>
            </a:solidFill>
            <a:ln w="735" cap="flat">
              <a:noFill/>
              <a:prstDash val="solid"/>
              <a:miter/>
            </a:ln>
          </p:spPr>
          <p:txBody>
            <a:bodyPr/>
            <a:lstStyle/>
            <a:p>
              <a:endParaRPr lang="en-US"/>
            </a:p>
          </p:txBody>
        </p:sp>
        <p:sp>
          <p:nvSpPr>
            <p:cNvPr id="1042" name="Freeform: Shape 1041">
              <a:extLst>
                <a:ext uri="{FF2B5EF4-FFF2-40B4-BE49-F238E27FC236}">
                  <a16:creationId xmlns:a16="http://schemas.microsoft.com/office/drawing/2014/main" id="{7647FB92-CE12-2ECB-56E8-986593071ABC}"/>
                </a:ext>
              </a:extLst>
            </p:cNvPr>
            <p:cNvSpPr/>
            <p:nvPr/>
          </p:nvSpPr>
          <p:spPr>
            <a:xfrm>
              <a:off x="5330729" y="2706027"/>
              <a:ext cx="96345" cy="107259"/>
            </a:xfrm>
            <a:custGeom>
              <a:avLst/>
              <a:gdLst>
                <a:gd name="csX0" fmla="*/ 113515 w 124937"/>
                <a:gd name="csY0" fmla="*/ 90851 h 139091"/>
                <a:gd name="csX1" fmla="*/ 107889 w 124937"/>
                <a:gd name="csY1" fmla="*/ 102125 h 139091"/>
                <a:gd name="csX2" fmla="*/ 81857 w 124937"/>
                <a:gd name="csY2" fmla="*/ 125226 h 139091"/>
                <a:gd name="csX3" fmla="*/ 74596 w 124937"/>
                <a:gd name="csY3" fmla="*/ 129159 h 139091"/>
                <a:gd name="csX4" fmla="*/ 63756 w 124937"/>
                <a:gd name="csY4" fmla="*/ 128113 h 139091"/>
                <a:gd name="csX5" fmla="*/ 45111 w 124937"/>
                <a:gd name="csY5" fmla="*/ 120005 h 139091"/>
                <a:gd name="csX6" fmla="*/ 15330 w 124937"/>
                <a:gd name="csY6" fmla="*/ 99666 h 139091"/>
                <a:gd name="csX7" fmla="*/ 9447 w 124937"/>
                <a:gd name="csY7" fmla="*/ 57477 h 139091"/>
                <a:gd name="csX8" fmla="*/ 10640 w 124937"/>
                <a:gd name="csY8" fmla="*/ 9633 h 139091"/>
                <a:gd name="csX9" fmla="*/ 64191 w 124937"/>
                <a:gd name="csY9" fmla="*/ 9560 h 139091"/>
                <a:gd name="csX10" fmla="*/ 92130 w 124937"/>
                <a:gd name="csY10" fmla="*/ 8941 h 139091"/>
                <a:gd name="csX11" fmla="*/ 103765 w 124937"/>
                <a:gd name="csY11" fmla="*/ 8705 h 139091"/>
                <a:gd name="csX12" fmla="*/ 114914 w 124937"/>
                <a:gd name="csY12" fmla="*/ 10149 h 139091"/>
                <a:gd name="csX13" fmla="*/ 116431 w 124937"/>
                <a:gd name="csY13" fmla="*/ 14987 h 139091"/>
                <a:gd name="csX14" fmla="*/ 120842 w 124937"/>
                <a:gd name="csY14" fmla="*/ 17270 h 139091"/>
                <a:gd name="csX15" fmla="*/ 122794 w 124937"/>
                <a:gd name="csY15" fmla="*/ 12166 h 139091"/>
                <a:gd name="csX16" fmla="*/ 105989 w 124937"/>
                <a:gd name="csY16" fmla="*/ 2424 h 139091"/>
                <a:gd name="csX17" fmla="*/ 23946 w 124937"/>
                <a:gd name="csY17" fmla="*/ 900 h 139091"/>
                <a:gd name="csX18" fmla="*/ 9682 w 124937"/>
                <a:gd name="csY18" fmla="*/ 53 h 139091"/>
                <a:gd name="csX19" fmla="*/ 5912 w 124937"/>
                <a:gd name="csY19" fmla="*/ 1187 h 139091"/>
                <a:gd name="csX20" fmla="*/ 4498 w 124937"/>
                <a:gd name="csY20" fmla="*/ 6371 h 139091"/>
                <a:gd name="csX21" fmla="*/ 3408 w 124937"/>
                <a:gd name="csY21" fmla="*/ 11636 h 139091"/>
                <a:gd name="csX22" fmla="*/ 2532 w 124937"/>
                <a:gd name="csY22" fmla="*/ 26909 h 139091"/>
                <a:gd name="csX23" fmla="*/ 1133 w 124937"/>
                <a:gd name="csY23" fmla="*/ 57470 h 139091"/>
                <a:gd name="csX24" fmla="*/ 4977 w 124937"/>
                <a:gd name="csY24" fmla="*/ 100336 h 139091"/>
                <a:gd name="csX25" fmla="*/ 35427 w 124937"/>
                <a:gd name="csY25" fmla="*/ 125072 h 139091"/>
                <a:gd name="csX26" fmla="*/ 55118 w 124937"/>
                <a:gd name="csY26" fmla="*/ 134593 h 139091"/>
                <a:gd name="csX27" fmla="*/ 75495 w 124937"/>
                <a:gd name="csY27" fmla="*/ 138592 h 139091"/>
                <a:gd name="csX28" fmla="*/ 92866 w 124937"/>
                <a:gd name="csY28" fmla="*/ 129151 h 139091"/>
                <a:gd name="csX29" fmla="*/ 107528 w 124937"/>
                <a:gd name="csY29" fmla="*/ 116647 h 139091"/>
                <a:gd name="csX30" fmla="*/ 120040 w 124937"/>
                <a:gd name="csY30" fmla="*/ 102464 h 139091"/>
                <a:gd name="csX31" fmla="*/ 123088 w 124937"/>
                <a:gd name="csY31" fmla="*/ 80276 h 139091"/>
                <a:gd name="csX32" fmla="*/ 124937 w 124937"/>
                <a:gd name="csY32" fmla="*/ 30061 h 139091"/>
                <a:gd name="csX33" fmla="*/ 120931 w 124937"/>
                <a:gd name="csY33" fmla="*/ 23640 h 139091"/>
                <a:gd name="csX34" fmla="*/ 117985 w 124937"/>
                <a:gd name="csY34" fmla="*/ 29141 h 139091"/>
                <a:gd name="csX35" fmla="*/ 116917 w 124937"/>
                <a:gd name="csY35" fmla="*/ 67993 h 139091"/>
                <a:gd name="csX36" fmla="*/ 113515 w 124937"/>
                <a:gd name="csY36" fmla="*/ 90829 h 1390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24937" h="139091">
                  <a:moveTo>
                    <a:pt x="113515" y="90851"/>
                  </a:moveTo>
                  <a:cubicBezTo>
                    <a:pt x="112248" y="94990"/>
                    <a:pt x="110466" y="98856"/>
                    <a:pt x="107889" y="102125"/>
                  </a:cubicBezTo>
                  <a:cubicBezTo>
                    <a:pt x="100650" y="111286"/>
                    <a:pt x="91799" y="119129"/>
                    <a:pt x="81857" y="125226"/>
                  </a:cubicBezTo>
                  <a:cubicBezTo>
                    <a:pt x="79560" y="126640"/>
                    <a:pt x="77144" y="128238"/>
                    <a:pt x="74596" y="129159"/>
                  </a:cubicBezTo>
                  <a:cubicBezTo>
                    <a:pt x="70833" y="130514"/>
                    <a:pt x="67357" y="129372"/>
                    <a:pt x="63756" y="128113"/>
                  </a:cubicBezTo>
                  <a:cubicBezTo>
                    <a:pt x="57357" y="125874"/>
                    <a:pt x="51134" y="123098"/>
                    <a:pt x="45111" y="120005"/>
                  </a:cubicBezTo>
                  <a:cubicBezTo>
                    <a:pt x="34735" y="114674"/>
                    <a:pt x="23328" y="108326"/>
                    <a:pt x="15330" y="99666"/>
                  </a:cubicBezTo>
                  <a:cubicBezTo>
                    <a:pt x="5256" y="88760"/>
                    <a:pt x="8990" y="71005"/>
                    <a:pt x="9447" y="57477"/>
                  </a:cubicBezTo>
                  <a:cubicBezTo>
                    <a:pt x="9984" y="41534"/>
                    <a:pt x="10478" y="25584"/>
                    <a:pt x="10640" y="9633"/>
                  </a:cubicBezTo>
                  <a:cubicBezTo>
                    <a:pt x="28453" y="10480"/>
                    <a:pt x="46370" y="9920"/>
                    <a:pt x="64191" y="9560"/>
                  </a:cubicBezTo>
                  <a:cubicBezTo>
                    <a:pt x="73506" y="9375"/>
                    <a:pt x="82822" y="9147"/>
                    <a:pt x="92130" y="8941"/>
                  </a:cubicBezTo>
                  <a:cubicBezTo>
                    <a:pt x="96003" y="8853"/>
                    <a:pt x="99884" y="8757"/>
                    <a:pt x="103765" y="8705"/>
                  </a:cubicBezTo>
                  <a:cubicBezTo>
                    <a:pt x="107668" y="8661"/>
                    <a:pt x="111195" y="10244"/>
                    <a:pt x="114914" y="10149"/>
                  </a:cubicBezTo>
                  <a:cubicBezTo>
                    <a:pt x="114642" y="10149"/>
                    <a:pt x="116166" y="14597"/>
                    <a:pt x="116431" y="14987"/>
                  </a:cubicBezTo>
                  <a:cubicBezTo>
                    <a:pt x="117389" y="16386"/>
                    <a:pt x="119053" y="17542"/>
                    <a:pt x="120842" y="17270"/>
                  </a:cubicBezTo>
                  <a:cubicBezTo>
                    <a:pt x="123508" y="16872"/>
                    <a:pt x="123368" y="14265"/>
                    <a:pt x="122794" y="12166"/>
                  </a:cubicBezTo>
                  <a:cubicBezTo>
                    <a:pt x="120555" y="4007"/>
                    <a:pt x="113559" y="2402"/>
                    <a:pt x="105989" y="2424"/>
                  </a:cubicBezTo>
                  <a:cubicBezTo>
                    <a:pt x="78624" y="2512"/>
                    <a:pt x="51171" y="3668"/>
                    <a:pt x="23946" y="900"/>
                  </a:cubicBezTo>
                  <a:cubicBezTo>
                    <a:pt x="19204" y="421"/>
                    <a:pt x="14447" y="-183"/>
                    <a:pt x="9682" y="53"/>
                  </a:cubicBezTo>
                  <a:cubicBezTo>
                    <a:pt x="8342" y="119"/>
                    <a:pt x="6906" y="296"/>
                    <a:pt x="5912" y="1187"/>
                  </a:cubicBezTo>
                  <a:cubicBezTo>
                    <a:pt x="4439" y="2512"/>
                    <a:pt x="4638" y="4582"/>
                    <a:pt x="4498" y="6371"/>
                  </a:cubicBezTo>
                  <a:cubicBezTo>
                    <a:pt x="4351" y="8256"/>
                    <a:pt x="3600" y="9781"/>
                    <a:pt x="3408" y="11636"/>
                  </a:cubicBezTo>
                  <a:cubicBezTo>
                    <a:pt x="2885" y="16695"/>
                    <a:pt x="2797" y="21835"/>
                    <a:pt x="2532" y="26909"/>
                  </a:cubicBezTo>
                  <a:cubicBezTo>
                    <a:pt x="1994" y="37094"/>
                    <a:pt x="1552" y="47286"/>
                    <a:pt x="1133" y="57470"/>
                  </a:cubicBezTo>
                  <a:cubicBezTo>
                    <a:pt x="558" y="71226"/>
                    <a:pt x="-2579" y="87920"/>
                    <a:pt x="4977" y="100336"/>
                  </a:cubicBezTo>
                  <a:cubicBezTo>
                    <a:pt x="11678" y="111345"/>
                    <a:pt x="24506" y="118886"/>
                    <a:pt x="35427" y="125072"/>
                  </a:cubicBezTo>
                  <a:cubicBezTo>
                    <a:pt x="41782" y="128673"/>
                    <a:pt x="48366" y="131824"/>
                    <a:pt x="55118" y="134593"/>
                  </a:cubicBezTo>
                  <a:cubicBezTo>
                    <a:pt x="61496" y="137208"/>
                    <a:pt x="68477" y="140323"/>
                    <a:pt x="75495" y="138592"/>
                  </a:cubicBezTo>
                  <a:cubicBezTo>
                    <a:pt x="81747" y="137053"/>
                    <a:pt x="87711" y="132841"/>
                    <a:pt x="92866" y="129151"/>
                  </a:cubicBezTo>
                  <a:cubicBezTo>
                    <a:pt x="98095" y="125410"/>
                    <a:pt x="103036" y="121250"/>
                    <a:pt x="107528" y="116647"/>
                  </a:cubicBezTo>
                  <a:cubicBezTo>
                    <a:pt x="111637" y="112450"/>
                    <a:pt x="116925" y="107457"/>
                    <a:pt x="120040" y="102464"/>
                  </a:cubicBezTo>
                  <a:cubicBezTo>
                    <a:pt x="123670" y="96647"/>
                    <a:pt x="122654" y="86904"/>
                    <a:pt x="123088" y="80276"/>
                  </a:cubicBezTo>
                  <a:cubicBezTo>
                    <a:pt x="124186" y="63560"/>
                    <a:pt x="124797" y="46814"/>
                    <a:pt x="124937" y="30061"/>
                  </a:cubicBezTo>
                  <a:cubicBezTo>
                    <a:pt x="124959" y="27167"/>
                    <a:pt x="123788" y="23176"/>
                    <a:pt x="120931" y="23640"/>
                  </a:cubicBezTo>
                  <a:cubicBezTo>
                    <a:pt x="118699" y="24008"/>
                    <a:pt x="118073" y="26880"/>
                    <a:pt x="117985" y="29141"/>
                  </a:cubicBezTo>
                  <a:cubicBezTo>
                    <a:pt x="117492" y="42087"/>
                    <a:pt x="117889" y="55062"/>
                    <a:pt x="116917" y="67993"/>
                  </a:cubicBezTo>
                  <a:cubicBezTo>
                    <a:pt x="116372" y="75210"/>
                    <a:pt x="115769" y="83450"/>
                    <a:pt x="113515" y="90829"/>
                  </a:cubicBezTo>
                  <a:close/>
                </a:path>
              </a:pathLst>
            </a:custGeom>
            <a:solidFill>
              <a:srgbClr val="084D91"/>
            </a:solidFill>
            <a:ln w="735" cap="flat">
              <a:noFill/>
              <a:prstDash val="solid"/>
              <a:miter/>
            </a:ln>
          </p:spPr>
          <p:txBody>
            <a:bodyPr/>
            <a:lstStyle/>
            <a:p>
              <a:endParaRPr lang="en-US"/>
            </a:p>
          </p:txBody>
        </p:sp>
        <p:sp>
          <p:nvSpPr>
            <p:cNvPr id="1043" name="Freeform: Shape 1042">
              <a:extLst>
                <a:ext uri="{FF2B5EF4-FFF2-40B4-BE49-F238E27FC236}">
                  <a16:creationId xmlns:a16="http://schemas.microsoft.com/office/drawing/2014/main" id="{888D4973-3452-1F50-73E9-2FBD7ADFAA47}"/>
                </a:ext>
              </a:extLst>
            </p:cNvPr>
            <p:cNvSpPr/>
            <p:nvPr/>
          </p:nvSpPr>
          <p:spPr>
            <a:xfrm>
              <a:off x="5361533" y="2854103"/>
              <a:ext cx="182370"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sp>
          <p:nvSpPr>
            <p:cNvPr id="1077" name="Freeform: Shape 1076">
              <a:extLst>
                <a:ext uri="{FF2B5EF4-FFF2-40B4-BE49-F238E27FC236}">
                  <a16:creationId xmlns:a16="http://schemas.microsoft.com/office/drawing/2014/main" id="{6162E1F7-8694-CEF1-7E07-6B587EE606BC}"/>
                </a:ext>
              </a:extLst>
            </p:cNvPr>
            <p:cNvSpPr/>
            <p:nvPr/>
          </p:nvSpPr>
          <p:spPr>
            <a:xfrm>
              <a:off x="5315551" y="2821904"/>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1078" name="Freeform: Shape 1077">
              <a:extLst>
                <a:ext uri="{FF2B5EF4-FFF2-40B4-BE49-F238E27FC236}">
                  <a16:creationId xmlns:a16="http://schemas.microsoft.com/office/drawing/2014/main" id="{AB5BA3E9-9585-1950-A31A-47EE894D2808}"/>
                </a:ext>
              </a:extLst>
            </p:cNvPr>
            <p:cNvSpPr/>
            <p:nvPr/>
          </p:nvSpPr>
          <p:spPr>
            <a:xfrm>
              <a:off x="5307845" y="2826401"/>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1079" name="Freeform: Shape 1078">
              <a:extLst>
                <a:ext uri="{FF2B5EF4-FFF2-40B4-BE49-F238E27FC236}">
                  <a16:creationId xmlns:a16="http://schemas.microsoft.com/office/drawing/2014/main" id="{2A782740-120B-7546-B240-0CE0519C7F37}"/>
                </a:ext>
              </a:extLst>
            </p:cNvPr>
            <p:cNvSpPr/>
            <p:nvPr/>
          </p:nvSpPr>
          <p:spPr>
            <a:xfrm>
              <a:off x="5393381" y="2829411"/>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1080" name="Freeform: Shape 1079">
              <a:extLst>
                <a:ext uri="{FF2B5EF4-FFF2-40B4-BE49-F238E27FC236}">
                  <a16:creationId xmlns:a16="http://schemas.microsoft.com/office/drawing/2014/main" id="{361A03FA-A50E-99E3-F10A-790943118932}"/>
                </a:ext>
              </a:extLst>
            </p:cNvPr>
            <p:cNvSpPr/>
            <p:nvPr/>
          </p:nvSpPr>
          <p:spPr>
            <a:xfrm>
              <a:off x="5327654" y="2841614"/>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sp>
          <p:nvSpPr>
            <p:cNvPr id="1045" name="Freeform: Shape 1044">
              <a:extLst>
                <a:ext uri="{FF2B5EF4-FFF2-40B4-BE49-F238E27FC236}">
                  <a16:creationId xmlns:a16="http://schemas.microsoft.com/office/drawing/2014/main" id="{DA7D8259-E837-214B-E191-BE8CAD64F21C}"/>
                </a:ext>
              </a:extLst>
            </p:cNvPr>
            <p:cNvSpPr/>
            <p:nvPr/>
          </p:nvSpPr>
          <p:spPr>
            <a:xfrm>
              <a:off x="5307332" y="2531575"/>
              <a:ext cx="118246" cy="106713"/>
            </a:xfrm>
            <a:custGeom>
              <a:avLst/>
              <a:gdLst>
                <a:gd name="csX0" fmla="*/ 79981 w 153337"/>
                <a:gd name="csY0" fmla="*/ 5290 h 138383"/>
                <a:gd name="csX1" fmla="*/ 131058 w 153337"/>
                <a:gd name="csY1" fmla="*/ 2396 h 138383"/>
                <a:gd name="csX2" fmla="*/ 153223 w 153337"/>
                <a:gd name="csY2" fmla="*/ 42869 h 138383"/>
                <a:gd name="csX3" fmla="*/ 124312 w 153337"/>
                <a:gd name="csY3" fmla="*/ 96832 h 138383"/>
                <a:gd name="csX4" fmla="*/ 105041 w 153337"/>
                <a:gd name="csY4" fmla="*/ 138270 h 138383"/>
                <a:gd name="csX5" fmla="*/ 49148 w 153337"/>
                <a:gd name="csY5" fmla="*/ 86228 h 138383"/>
                <a:gd name="csX6" fmla="*/ 0 w 153337"/>
                <a:gd name="csY6" fmla="*/ 135376 h 138383"/>
                <a:gd name="csX7" fmla="*/ 29876 w 153337"/>
                <a:gd name="csY7" fmla="*/ 79483 h 138383"/>
                <a:gd name="csX8" fmla="*/ 79988 w 153337"/>
                <a:gd name="csY8" fmla="*/ 5275 h 1383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3337" h="138383">
                  <a:moveTo>
                    <a:pt x="79981" y="5290"/>
                  </a:moveTo>
                  <a:cubicBezTo>
                    <a:pt x="79981" y="5290"/>
                    <a:pt x="120453" y="-4349"/>
                    <a:pt x="131058" y="2396"/>
                  </a:cubicBezTo>
                  <a:cubicBezTo>
                    <a:pt x="141662" y="9141"/>
                    <a:pt x="151294" y="39982"/>
                    <a:pt x="153223" y="42869"/>
                  </a:cubicBezTo>
                  <a:cubicBezTo>
                    <a:pt x="155153" y="45763"/>
                    <a:pt x="132022" y="84306"/>
                    <a:pt x="124312" y="96832"/>
                  </a:cubicBezTo>
                  <a:cubicBezTo>
                    <a:pt x="116602" y="109358"/>
                    <a:pt x="107927" y="135383"/>
                    <a:pt x="105041" y="138270"/>
                  </a:cubicBezTo>
                  <a:cubicBezTo>
                    <a:pt x="102146" y="141164"/>
                    <a:pt x="52034" y="88157"/>
                    <a:pt x="49148" y="86228"/>
                  </a:cubicBezTo>
                  <a:cubicBezTo>
                    <a:pt x="46253" y="84299"/>
                    <a:pt x="0" y="135376"/>
                    <a:pt x="0" y="135376"/>
                  </a:cubicBezTo>
                  <a:lnTo>
                    <a:pt x="29876" y="79483"/>
                  </a:lnTo>
                  <a:lnTo>
                    <a:pt x="79988" y="5275"/>
                  </a:lnTo>
                  <a:close/>
                </a:path>
              </a:pathLst>
            </a:custGeom>
            <a:solidFill>
              <a:srgbClr val="0863AA"/>
            </a:solidFill>
            <a:ln w="735" cap="flat">
              <a:noFill/>
              <a:prstDash val="solid"/>
              <a:miter/>
            </a:ln>
          </p:spPr>
          <p:txBody>
            <a:bodyPr/>
            <a:lstStyle/>
            <a:p>
              <a:endParaRPr lang="en-US"/>
            </a:p>
          </p:txBody>
        </p:sp>
        <p:sp>
          <p:nvSpPr>
            <p:cNvPr id="1046" name="Freeform: Shape 1045">
              <a:extLst>
                <a:ext uri="{FF2B5EF4-FFF2-40B4-BE49-F238E27FC236}">
                  <a16:creationId xmlns:a16="http://schemas.microsoft.com/office/drawing/2014/main" id="{78151982-4318-99CD-3607-1923B1D0753E}"/>
                </a:ext>
              </a:extLst>
            </p:cNvPr>
            <p:cNvSpPr/>
            <p:nvPr/>
          </p:nvSpPr>
          <p:spPr>
            <a:xfrm>
              <a:off x="5371229" y="2535009"/>
              <a:ext cx="32960" cy="25172"/>
            </a:xfrm>
            <a:custGeom>
              <a:avLst/>
              <a:gdLst>
                <a:gd name="csX0" fmla="*/ 972 w 42741"/>
                <a:gd name="csY0" fmla="*/ 3731 h 32642"/>
                <a:gd name="csX1" fmla="*/ 41445 w 42741"/>
                <a:gd name="csY1" fmla="*/ 2767 h 32642"/>
                <a:gd name="csX2" fmla="*/ 31805 w 42741"/>
                <a:gd name="csY2" fmla="*/ 27827 h 32642"/>
                <a:gd name="csX3" fmla="*/ 0 w 42741"/>
                <a:gd name="csY3" fmla="*/ 32643 h 32642"/>
                <a:gd name="csX4" fmla="*/ 965 w 42741"/>
                <a:gd name="csY4" fmla="*/ 3731 h 32642"/>
              </a:gdLst>
              <a:ahLst/>
              <a:cxnLst>
                <a:cxn ang="0">
                  <a:pos x="csX0" y="csY0"/>
                </a:cxn>
                <a:cxn ang="0">
                  <a:pos x="csX1" y="csY1"/>
                </a:cxn>
                <a:cxn ang="0">
                  <a:pos x="csX2" y="csY2"/>
                </a:cxn>
                <a:cxn ang="0">
                  <a:pos x="csX3" y="csY3"/>
                </a:cxn>
                <a:cxn ang="0">
                  <a:pos x="csX4" y="csY4"/>
                </a:cxn>
              </a:cxnLst>
              <a:rect l="l" t="t" r="r" b="b"/>
              <a:pathLst>
                <a:path w="42741" h="32642">
                  <a:moveTo>
                    <a:pt x="972" y="3731"/>
                  </a:moveTo>
                  <a:cubicBezTo>
                    <a:pt x="972" y="3731"/>
                    <a:pt x="34699" y="-3979"/>
                    <a:pt x="41445" y="2767"/>
                  </a:cubicBezTo>
                  <a:cubicBezTo>
                    <a:pt x="47226" y="8548"/>
                    <a:pt x="31805" y="27827"/>
                    <a:pt x="31805" y="27827"/>
                  </a:cubicBezTo>
                  <a:lnTo>
                    <a:pt x="0" y="32643"/>
                  </a:lnTo>
                  <a:lnTo>
                    <a:pt x="965" y="3731"/>
                  </a:lnTo>
                  <a:close/>
                </a:path>
              </a:pathLst>
            </a:custGeom>
            <a:solidFill>
              <a:srgbClr val="1A1A1A"/>
            </a:solidFill>
            <a:ln w="735" cap="flat">
              <a:noFill/>
              <a:prstDash val="solid"/>
              <a:miter/>
            </a:ln>
          </p:spPr>
          <p:txBody>
            <a:bodyPr/>
            <a:lstStyle/>
            <a:p>
              <a:endParaRPr lang="en-US"/>
            </a:p>
          </p:txBody>
        </p:sp>
        <p:sp>
          <p:nvSpPr>
            <p:cNvPr id="1047" name="Freeform: Shape 1046">
              <a:extLst>
                <a:ext uri="{FF2B5EF4-FFF2-40B4-BE49-F238E27FC236}">
                  <a16:creationId xmlns:a16="http://schemas.microsoft.com/office/drawing/2014/main" id="{0E66E362-A870-377B-494D-9696687C88E4}"/>
                </a:ext>
              </a:extLst>
            </p:cNvPr>
            <p:cNvSpPr/>
            <p:nvPr/>
          </p:nvSpPr>
          <p:spPr>
            <a:xfrm>
              <a:off x="5336486" y="2432881"/>
              <a:ext cx="874" cy="3236"/>
            </a:xfrm>
            <a:custGeom>
              <a:avLst/>
              <a:gdLst>
                <a:gd name="csX0" fmla="*/ 1134 w 1134"/>
                <a:gd name="csY0" fmla="*/ 4197 h 4197"/>
                <a:gd name="csX1" fmla="*/ 0 w 1134"/>
                <a:gd name="csY1" fmla="*/ 0 h 4197"/>
                <a:gd name="csX2" fmla="*/ 1134 w 1134"/>
                <a:gd name="csY2" fmla="*/ 4197 h 4197"/>
              </a:gdLst>
              <a:ahLst/>
              <a:cxnLst>
                <a:cxn ang="0">
                  <a:pos x="csX0" y="csY0"/>
                </a:cxn>
                <a:cxn ang="0">
                  <a:pos x="csX1" y="csY1"/>
                </a:cxn>
                <a:cxn ang="0">
                  <a:pos x="csX2" y="csY2"/>
                </a:cxn>
              </a:cxnLst>
              <a:rect l="l" t="t" r="r" b="b"/>
              <a:pathLst>
                <a:path w="1134" h="4197">
                  <a:moveTo>
                    <a:pt x="1134" y="4197"/>
                  </a:moveTo>
                  <a:cubicBezTo>
                    <a:pt x="736" y="2754"/>
                    <a:pt x="361" y="1355"/>
                    <a:pt x="0" y="0"/>
                  </a:cubicBezTo>
                  <a:cubicBezTo>
                    <a:pt x="243" y="825"/>
                    <a:pt x="648" y="2261"/>
                    <a:pt x="1134" y="4197"/>
                  </a:cubicBezTo>
                  <a:close/>
                </a:path>
              </a:pathLst>
            </a:custGeom>
            <a:solidFill>
              <a:srgbClr val="757575"/>
            </a:solidFill>
            <a:ln w="735" cap="flat">
              <a:noFill/>
              <a:prstDash val="solid"/>
              <a:miter/>
            </a:ln>
          </p:spPr>
          <p:txBody>
            <a:bodyPr/>
            <a:lstStyle/>
            <a:p>
              <a:endParaRPr lang="en-US"/>
            </a:p>
          </p:txBody>
        </p:sp>
        <p:sp>
          <p:nvSpPr>
            <p:cNvPr id="1048" name="Freeform: Shape 1047">
              <a:extLst>
                <a:ext uri="{FF2B5EF4-FFF2-40B4-BE49-F238E27FC236}">
                  <a16:creationId xmlns:a16="http://schemas.microsoft.com/office/drawing/2014/main" id="{DAA6C657-34AC-C8A7-ABFF-634E25FD9179}"/>
                </a:ext>
              </a:extLst>
            </p:cNvPr>
            <p:cNvSpPr/>
            <p:nvPr/>
          </p:nvSpPr>
          <p:spPr>
            <a:xfrm>
              <a:off x="5288472" y="2501944"/>
              <a:ext cx="107289" cy="137835"/>
            </a:xfrm>
            <a:custGeom>
              <a:avLst/>
              <a:gdLst>
                <a:gd name="csX0" fmla="*/ 96808 w 139129"/>
                <a:gd name="csY0" fmla="*/ 18 h 178741"/>
                <a:gd name="csX1" fmla="*/ 139129 w 139129"/>
                <a:gd name="csY1" fmla="*/ 70698 h 178741"/>
                <a:gd name="csX2" fmla="*/ 101543 w 139129"/>
                <a:gd name="csY2" fmla="*/ 98644 h 178741"/>
                <a:gd name="csX3" fmla="*/ 63957 w 139129"/>
                <a:gd name="csY3" fmla="*/ 121774 h 178741"/>
                <a:gd name="csX4" fmla="*/ 23485 w 139129"/>
                <a:gd name="csY4" fmla="*/ 178632 h 178741"/>
                <a:gd name="csX5" fmla="*/ 1319 w 139129"/>
                <a:gd name="csY5" fmla="*/ 56242 h 178741"/>
                <a:gd name="csX6" fmla="*/ 96808 w 139129"/>
                <a:gd name="csY6" fmla="*/ 18 h 17874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9129" h="178741">
                  <a:moveTo>
                    <a:pt x="96808" y="18"/>
                  </a:moveTo>
                  <a:cubicBezTo>
                    <a:pt x="96808" y="18"/>
                    <a:pt x="104437" y="60101"/>
                    <a:pt x="139129" y="70698"/>
                  </a:cubicBezTo>
                  <a:cubicBezTo>
                    <a:pt x="139129" y="70698"/>
                    <a:pt x="123709" y="83224"/>
                    <a:pt x="101543" y="98644"/>
                  </a:cubicBezTo>
                  <a:cubicBezTo>
                    <a:pt x="78774" y="114484"/>
                    <a:pt x="65703" y="117400"/>
                    <a:pt x="63957" y="121774"/>
                  </a:cubicBezTo>
                  <a:cubicBezTo>
                    <a:pt x="62212" y="126149"/>
                    <a:pt x="25075" y="175392"/>
                    <a:pt x="23485" y="178632"/>
                  </a:cubicBezTo>
                  <a:cubicBezTo>
                    <a:pt x="21894" y="181872"/>
                    <a:pt x="-6355" y="112820"/>
                    <a:pt x="1319" y="56242"/>
                  </a:cubicBezTo>
                  <a:cubicBezTo>
                    <a:pt x="9294" y="-2611"/>
                    <a:pt x="96808" y="18"/>
                    <a:pt x="96808" y="18"/>
                  </a:cubicBezTo>
                  <a:close/>
                </a:path>
              </a:pathLst>
            </a:custGeom>
            <a:solidFill>
              <a:srgbClr val="A26552"/>
            </a:solidFill>
            <a:ln w="735" cap="flat">
              <a:noFill/>
              <a:prstDash val="solid"/>
              <a:miter/>
            </a:ln>
          </p:spPr>
          <p:txBody>
            <a:bodyPr/>
            <a:lstStyle/>
            <a:p>
              <a:endParaRPr lang="en-US"/>
            </a:p>
          </p:txBody>
        </p:sp>
        <p:sp>
          <p:nvSpPr>
            <p:cNvPr id="1049" name="Freeform: Shape 1048">
              <a:extLst>
                <a:ext uri="{FF2B5EF4-FFF2-40B4-BE49-F238E27FC236}">
                  <a16:creationId xmlns:a16="http://schemas.microsoft.com/office/drawing/2014/main" id="{1ECD5D75-DB54-B870-0130-028D016D6D7E}"/>
                </a:ext>
              </a:extLst>
            </p:cNvPr>
            <p:cNvSpPr/>
            <p:nvPr/>
          </p:nvSpPr>
          <p:spPr>
            <a:xfrm>
              <a:off x="5252945" y="2577167"/>
              <a:ext cx="53660" cy="62534"/>
            </a:xfrm>
            <a:custGeom>
              <a:avLst/>
              <a:gdLst>
                <a:gd name="csX0" fmla="*/ 50070 w 69584"/>
                <a:gd name="csY0" fmla="*/ 0 h 81092"/>
                <a:gd name="csX1" fmla="*/ 47094 w 69584"/>
                <a:gd name="csY1" fmla="*/ 36084 h 81092"/>
                <a:gd name="csX2" fmla="*/ 44046 w 69584"/>
                <a:gd name="csY2" fmla="*/ 35436 h 81092"/>
                <a:gd name="csX3" fmla="*/ 31313 w 69584"/>
                <a:gd name="csY3" fmla="*/ 43683 h 81092"/>
                <a:gd name="csX4" fmla="*/ 20076 w 69584"/>
                <a:gd name="csY4" fmla="*/ 59111 h 81092"/>
                <a:gd name="csX5" fmla="*/ 9236 w 69584"/>
                <a:gd name="csY5" fmla="*/ 66563 h 81092"/>
                <a:gd name="csX6" fmla="*/ 10657 w 69584"/>
                <a:gd name="csY6" fmla="*/ 58522 h 81092"/>
                <a:gd name="csX7" fmla="*/ 33353 w 69584"/>
                <a:gd name="csY7" fmla="*/ 5236 h 81092"/>
                <a:gd name="csX8" fmla="*/ 33449 w 69584"/>
                <a:gd name="csY8" fmla="*/ 2541 h 81092"/>
                <a:gd name="csX9" fmla="*/ 28773 w 69584"/>
                <a:gd name="csY9" fmla="*/ 6849 h 81092"/>
                <a:gd name="csX10" fmla="*/ 24133 w 69584"/>
                <a:gd name="csY10" fmla="*/ 17607 h 81092"/>
                <a:gd name="csX11" fmla="*/ 14008 w 69584"/>
                <a:gd name="csY11" fmla="*/ 37630 h 81092"/>
                <a:gd name="csX12" fmla="*/ 4862 w 69584"/>
                <a:gd name="csY12" fmla="*/ 55849 h 81092"/>
                <a:gd name="csX13" fmla="*/ 193 w 69584"/>
                <a:gd name="csY13" fmla="*/ 72727 h 81092"/>
                <a:gd name="csX14" fmla="*/ 24708 w 69584"/>
                <a:gd name="csY14" fmla="*/ 68876 h 81092"/>
                <a:gd name="csX15" fmla="*/ 35356 w 69584"/>
                <a:gd name="csY15" fmla="*/ 54405 h 81092"/>
                <a:gd name="csX16" fmla="*/ 41409 w 69584"/>
                <a:gd name="csY16" fmla="*/ 46253 h 81092"/>
                <a:gd name="csX17" fmla="*/ 49429 w 69584"/>
                <a:gd name="csY17" fmla="*/ 47844 h 81092"/>
                <a:gd name="csX18" fmla="*/ 50342 w 69584"/>
                <a:gd name="csY18" fmla="*/ 48779 h 81092"/>
                <a:gd name="csX19" fmla="*/ 45489 w 69584"/>
                <a:gd name="csY19" fmla="*/ 72418 h 81092"/>
                <a:gd name="csX20" fmla="*/ 55129 w 69584"/>
                <a:gd name="csY20" fmla="*/ 78199 h 81092"/>
                <a:gd name="csX21" fmla="*/ 69584 w 69584"/>
                <a:gd name="csY21" fmla="*/ 81093 h 81092"/>
                <a:gd name="csX22" fmla="*/ 50099 w 69584"/>
                <a:gd name="csY22" fmla="*/ 0 h 81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9584" h="81092">
                  <a:moveTo>
                    <a:pt x="50070" y="0"/>
                  </a:moveTo>
                  <a:cubicBezTo>
                    <a:pt x="50070" y="0"/>
                    <a:pt x="46365" y="24456"/>
                    <a:pt x="47094" y="36084"/>
                  </a:cubicBezTo>
                  <a:cubicBezTo>
                    <a:pt x="46203" y="35723"/>
                    <a:pt x="45202" y="35487"/>
                    <a:pt x="44046" y="35436"/>
                  </a:cubicBezTo>
                  <a:cubicBezTo>
                    <a:pt x="38471" y="35163"/>
                    <a:pt x="34436" y="39699"/>
                    <a:pt x="31313" y="43683"/>
                  </a:cubicBezTo>
                  <a:cubicBezTo>
                    <a:pt x="27388" y="48691"/>
                    <a:pt x="24200" y="54273"/>
                    <a:pt x="20076" y="59111"/>
                  </a:cubicBezTo>
                  <a:cubicBezTo>
                    <a:pt x="17263" y="62417"/>
                    <a:pt x="14015" y="66755"/>
                    <a:pt x="9236" y="66563"/>
                  </a:cubicBezTo>
                  <a:cubicBezTo>
                    <a:pt x="8352" y="63912"/>
                    <a:pt x="9494" y="61062"/>
                    <a:pt x="10657" y="58522"/>
                  </a:cubicBezTo>
                  <a:cubicBezTo>
                    <a:pt x="18736" y="40929"/>
                    <a:pt x="29310" y="24169"/>
                    <a:pt x="33353" y="5236"/>
                  </a:cubicBezTo>
                  <a:cubicBezTo>
                    <a:pt x="33545" y="4345"/>
                    <a:pt x="33714" y="3410"/>
                    <a:pt x="33449" y="2541"/>
                  </a:cubicBezTo>
                  <a:cubicBezTo>
                    <a:pt x="31902" y="-2482"/>
                    <a:pt x="29207" y="5744"/>
                    <a:pt x="28773" y="6849"/>
                  </a:cubicBezTo>
                  <a:cubicBezTo>
                    <a:pt x="27337" y="10479"/>
                    <a:pt x="25776" y="14065"/>
                    <a:pt x="24133" y="17607"/>
                  </a:cubicBezTo>
                  <a:cubicBezTo>
                    <a:pt x="20982" y="24397"/>
                    <a:pt x="17521" y="31032"/>
                    <a:pt x="14008" y="37630"/>
                  </a:cubicBezTo>
                  <a:cubicBezTo>
                    <a:pt x="10819" y="43632"/>
                    <a:pt x="7653" y="49648"/>
                    <a:pt x="4862" y="55849"/>
                  </a:cubicBezTo>
                  <a:cubicBezTo>
                    <a:pt x="2586" y="60886"/>
                    <a:pt x="-853" y="66998"/>
                    <a:pt x="193" y="72727"/>
                  </a:cubicBezTo>
                  <a:cubicBezTo>
                    <a:pt x="2572" y="85761"/>
                    <a:pt x="19995" y="73795"/>
                    <a:pt x="24708" y="68876"/>
                  </a:cubicBezTo>
                  <a:cubicBezTo>
                    <a:pt x="28869" y="64531"/>
                    <a:pt x="32050" y="59391"/>
                    <a:pt x="35356" y="54405"/>
                  </a:cubicBezTo>
                  <a:cubicBezTo>
                    <a:pt x="37182" y="51644"/>
                    <a:pt x="39009" y="48566"/>
                    <a:pt x="41409" y="46253"/>
                  </a:cubicBezTo>
                  <a:cubicBezTo>
                    <a:pt x="44340" y="43433"/>
                    <a:pt x="47139" y="44295"/>
                    <a:pt x="49429" y="47844"/>
                  </a:cubicBezTo>
                  <a:cubicBezTo>
                    <a:pt x="49694" y="48249"/>
                    <a:pt x="50003" y="48558"/>
                    <a:pt x="50342" y="48779"/>
                  </a:cubicBezTo>
                  <a:cubicBezTo>
                    <a:pt x="50865" y="56541"/>
                    <a:pt x="48906" y="67631"/>
                    <a:pt x="45489" y="72418"/>
                  </a:cubicBezTo>
                  <a:cubicBezTo>
                    <a:pt x="40673" y="79163"/>
                    <a:pt x="50305" y="78199"/>
                    <a:pt x="55129" y="78199"/>
                  </a:cubicBezTo>
                  <a:cubicBezTo>
                    <a:pt x="59952" y="78199"/>
                    <a:pt x="69584" y="81093"/>
                    <a:pt x="69584" y="81093"/>
                  </a:cubicBezTo>
                  <a:lnTo>
                    <a:pt x="50099" y="0"/>
                  </a:lnTo>
                  <a:close/>
                </a:path>
              </a:pathLst>
            </a:custGeom>
            <a:solidFill>
              <a:srgbClr val="084D91"/>
            </a:solidFill>
            <a:ln w="735" cap="flat">
              <a:noFill/>
              <a:prstDash val="solid"/>
              <a:miter/>
            </a:ln>
          </p:spPr>
          <p:txBody>
            <a:bodyPr/>
            <a:lstStyle/>
            <a:p>
              <a:endParaRPr lang="en-US"/>
            </a:p>
          </p:txBody>
        </p:sp>
        <p:sp>
          <p:nvSpPr>
            <p:cNvPr id="1070" name="Freeform: Shape 1069">
              <a:extLst>
                <a:ext uri="{FF2B5EF4-FFF2-40B4-BE49-F238E27FC236}">
                  <a16:creationId xmlns:a16="http://schemas.microsoft.com/office/drawing/2014/main" id="{313E2984-86D3-B196-985E-715125AC5B00}"/>
                </a:ext>
              </a:extLst>
            </p:cNvPr>
            <p:cNvSpPr/>
            <p:nvPr/>
          </p:nvSpPr>
          <p:spPr>
            <a:xfrm>
              <a:off x="5221503" y="2373164"/>
              <a:ext cx="162103" cy="204192"/>
            </a:xfrm>
            <a:custGeom>
              <a:avLst/>
              <a:gdLst>
                <a:gd name="csX0" fmla="*/ 184836 w 210210"/>
                <a:gd name="csY0" fmla="*/ 175248 h 264791"/>
                <a:gd name="csX1" fmla="*/ 180543 w 210210"/>
                <a:gd name="csY1" fmla="*/ 212517 h 264791"/>
                <a:gd name="csX2" fmla="*/ 122618 w 210210"/>
                <a:gd name="csY2" fmla="*/ 259912 h 264791"/>
                <a:gd name="csX3" fmla="*/ 58816 w 210210"/>
                <a:gd name="csY3" fmla="*/ 255420 h 264791"/>
                <a:gd name="csX4" fmla="*/ 3018 w 210210"/>
                <a:gd name="csY4" fmla="*/ 122455 h 264791"/>
                <a:gd name="csX5" fmla="*/ 728 w 210210"/>
                <a:gd name="csY5" fmla="*/ 108243 h 264791"/>
                <a:gd name="csX6" fmla="*/ 2466 w 210210"/>
                <a:gd name="csY6" fmla="*/ 32224 h 264791"/>
                <a:gd name="csX7" fmla="*/ 43498 w 210210"/>
                <a:gd name="csY7" fmla="*/ 50170 h 264791"/>
                <a:gd name="csX8" fmla="*/ 71283 w 210210"/>
                <a:gd name="csY8" fmla="*/ 31554 h 264791"/>
                <a:gd name="csX9" fmla="*/ 120843 w 210210"/>
                <a:gd name="csY9" fmla="*/ 927 h 264791"/>
                <a:gd name="csX10" fmla="*/ 150233 w 210210"/>
                <a:gd name="csY10" fmla="*/ 81637 h 264791"/>
                <a:gd name="csX11" fmla="*/ 163856 w 210210"/>
                <a:gd name="csY11" fmla="*/ 120195 h 264791"/>
                <a:gd name="csX12" fmla="*/ 198666 w 210210"/>
                <a:gd name="csY12" fmla="*/ 94148 h 264791"/>
                <a:gd name="csX13" fmla="*/ 184829 w 210210"/>
                <a:gd name="csY13" fmla="*/ 175248 h 2647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10210" h="264791">
                  <a:moveTo>
                    <a:pt x="184836" y="175248"/>
                  </a:moveTo>
                  <a:cubicBezTo>
                    <a:pt x="184836" y="189645"/>
                    <a:pt x="183886" y="201898"/>
                    <a:pt x="180543" y="212517"/>
                  </a:cubicBezTo>
                  <a:cubicBezTo>
                    <a:pt x="174033" y="233240"/>
                    <a:pt x="158377" y="247754"/>
                    <a:pt x="122618" y="259912"/>
                  </a:cubicBezTo>
                  <a:cubicBezTo>
                    <a:pt x="105047" y="265885"/>
                    <a:pt x="76180" y="268396"/>
                    <a:pt x="58816" y="255420"/>
                  </a:cubicBezTo>
                  <a:cubicBezTo>
                    <a:pt x="25957" y="230869"/>
                    <a:pt x="6575" y="135770"/>
                    <a:pt x="3018" y="122455"/>
                  </a:cubicBezTo>
                  <a:cubicBezTo>
                    <a:pt x="1973" y="118552"/>
                    <a:pt x="1236" y="113655"/>
                    <a:pt x="728" y="108243"/>
                  </a:cubicBezTo>
                  <a:cubicBezTo>
                    <a:pt x="-1621" y="83433"/>
                    <a:pt x="2466" y="32224"/>
                    <a:pt x="2466" y="32224"/>
                  </a:cubicBezTo>
                  <a:cubicBezTo>
                    <a:pt x="8122" y="45781"/>
                    <a:pt x="19735" y="51319"/>
                    <a:pt x="43498" y="50170"/>
                  </a:cubicBezTo>
                  <a:cubicBezTo>
                    <a:pt x="55494" y="49588"/>
                    <a:pt x="66261" y="42460"/>
                    <a:pt x="71283" y="31554"/>
                  </a:cubicBezTo>
                  <a:cubicBezTo>
                    <a:pt x="77189" y="18711"/>
                    <a:pt x="103861" y="-4972"/>
                    <a:pt x="120843" y="927"/>
                  </a:cubicBezTo>
                  <a:cubicBezTo>
                    <a:pt x="149297" y="10809"/>
                    <a:pt x="139997" y="44397"/>
                    <a:pt x="150233" y="81637"/>
                  </a:cubicBezTo>
                  <a:cubicBezTo>
                    <a:pt x="160439" y="102344"/>
                    <a:pt x="163856" y="120195"/>
                    <a:pt x="163856" y="120195"/>
                  </a:cubicBezTo>
                  <a:cubicBezTo>
                    <a:pt x="163856" y="120195"/>
                    <a:pt x="174806" y="66945"/>
                    <a:pt x="198666" y="94148"/>
                  </a:cubicBezTo>
                  <a:cubicBezTo>
                    <a:pt x="231126" y="131160"/>
                    <a:pt x="184829" y="175248"/>
                    <a:pt x="184829" y="175248"/>
                  </a:cubicBezTo>
                  <a:close/>
                </a:path>
              </a:pathLst>
            </a:custGeom>
            <a:solidFill>
              <a:srgbClr val="A26552"/>
            </a:solidFill>
            <a:ln w="735" cap="flat">
              <a:noFill/>
              <a:prstDash val="solid"/>
              <a:miter/>
            </a:ln>
          </p:spPr>
          <p:txBody>
            <a:bodyPr/>
            <a:lstStyle/>
            <a:p>
              <a:endParaRPr lang="en-US"/>
            </a:p>
          </p:txBody>
        </p:sp>
        <p:sp>
          <p:nvSpPr>
            <p:cNvPr id="1071" name="Freeform: Shape 1070">
              <a:extLst>
                <a:ext uri="{FF2B5EF4-FFF2-40B4-BE49-F238E27FC236}">
                  <a16:creationId xmlns:a16="http://schemas.microsoft.com/office/drawing/2014/main" id="{DBC90945-3E62-9376-4A77-E5BACBF32760}"/>
                </a:ext>
              </a:extLst>
            </p:cNvPr>
            <p:cNvSpPr/>
            <p:nvPr/>
          </p:nvSpPr>
          <p:spPr>
            <a:xfrm>
              <a:off x="5257966" y="2498488"/>
              <a:ext cx="14966" cy="8023"/>
            </a:xfrm>
            <a:custGeom>
              <a:avLst/>
              <a:gdLst>
                <a:gd name="csX0" fmla="*/ 6 w 19408"/>
                <a:gd name="csY0" fmla="*/ 6502 h 10404"/>
                <a:gd name="csX1" fmla="*/ 5131 w 19408"/>
                <a:gd name="csY1" fmla="*/ 1171 h 10404"/>
                <a:gd name="csX2" fmla="*/ 13755 w 19408"/>
                <a:gd name="csY2" fmla="*/ 51 h 10404"/>
                <a:gd name="csX3" fmla="*/ 19403 w 19408"/>
                <a:gd name="csY3" fmla="*/ 3903 h 10404"/>
                <a:gd name="csX4" fmla="*/ 14277 w 19408"/>
                <a:gd name="csY4" fmla="*/ 9234 h 10404"/>
                <a:gd name="csX5" fmla="*/ 5654 w 19408"/>
                <a:gd name="csY5" fmla="*/ 10353 h 10404"/>
                <a:gd name="csX6" fmla="*/ 6 w 19408"/>
                <a:gd name="csY6" fmla="*/ 6502 h 104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08" h="10404">
                  <a:moveTo>
                    <a:pt x="6" y="6502"/>
                  </a:moveTo>
                  <a:cubicBezTo>
                    <a:pt x="-134" y="4035"/>
                    <a:pt x="2215" y="1546"/>
                    <a:pt x="5131" y="1171"/>
                  </a:cubicBezTo>
                  <a:cubicBezTo>
                    <a:pt x="8003" y="795"/>
                    <a:pt x="10883" y="427"/>
                    <a:pt x="13755" y="51"/>
                  </a:cubicBezTo>
                  <a:cubicBezTo>
                    <a:pt x="16663" y="-324"/>
                    <a:pt x="19256" y="1406"/>
                    <a:pt x="19403" y="3903"/>
                  </a:cubicBezTo>
                  <a:cubicBezTo>
                    <a:pt x="19543" y="6370"/>
                    <a:pt x="17194" y="8859"/>
                    <a:pt x="14277" y="9234"/>
                  </a:cubicBezTo>
                  <a:cubicBezTo>
                    <a:pt x="11405" y="9610"/>
                    <a:pt x="8526" y="9978"/>
                    <a:pt x="5654" y="10353"/>
                  </a:cubicBezTo>
                  <a:cubicBezTo>
                    <a:pt x="2745" y="10729"/>
                    <a:pt x="153" y="8999"/>
                    <a:pt x="6" y="6502"/>
                  </a:cubicBezTo>
                  <a:close/>
                </a:path>
              </a:pathLst>
            </a:custGeom>
            <a:solidFill>
              <a:srgbClr val="512820"/>
            </a:solidFill>
            <a:ln w="735" cap="flat">
              <a:noFill/>
              <a:prstDash val="solid"/>
              <a:miter/>
            </a:ln>
          </p:spPr>
          <p:txBody>
            <a:bodyPr/>
            <a:lstStyle/>
            <a:p>
              <a:endParaRPr lang="en-US"/>
            </a:p>
          </p:txBody>
        </p:sp>
        <p:sp>
          <p:nvSpPr>
            <p:cNvPr id="1072" name="Freeform: Shape 1071">
              <a:extLst>
                <a:ext uri="{FF2B5EF4-FFF2-40B4-BE49-F238E27FC236}">
                  <a16:creationId xmlns:a16="http://schemas.microsoft.com/office/drawing/2014/main" id="{F4967F6F-3D86-6308-18A6-5CE9B7229A10}"/>
                </a:ext>
              </a:extLst>
            </p:cNvPr>
            <p:cNvSpPr/>
            <p:nvPr/>
          </p:nvSpPr>
          <p:spPr>
            <a:xfrm>
              <a:off x="5273101" y="2427087"/>
              <a:ext cx="35270" cy="9035"/>
            </a:xfrm>
            <a:custGeom>
              <a:avLst/>
              <a:gdLst>
                <a:gd name="csX0" fmla="*/ 4638 w 45737"/>
                <a:gd name="csY0" fmla="*/ 201 h 11716"/>
                <a:gd name="csX1" fmla="*/ 23151 w 45737"/>
                <a:gd name="csY1" fmla="*/ 201 h 11716"/>
                <a:gd name="csX2" fmla="*/ 41833 w 45737"/>
                <a:gd name="csY2" fmla="*/ 2889 h 11716"/>
                <a:gd name="csX3" fmla="*/ 41134 w 45737"/>
                <a:gd name="csY3" fmla="*/ 11674 h 11716"/>
                <a:gd name="csX4" fmla="*/ 22451 w 45737"/>
                <a:gd name="csY4" fmla="*/ 8986 h 11716"/>
                <a:gd name="csX5" fmla="*/ 3938 w 45737"/>
                <a:gd name="csY5" fmla="*/ 8986 h 11716"/>
                <a:gd name="csX6" fmla="*/ 4638 w 45737"/>
                <a:gd name="csY6" fmla="*/ 201 h 117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737" h="11716">
                  <a:moveTo>
                    <a:pt x="4638" y="201"/>
                  </a:moveTo>
                  <a:cubicBezTo>
                    <a:pt x="10824" y="415"/>
                    <a:pt x="16980" y="-344"/>
                    <a:pt x="23151" y="201"/>
                  </a:cubicBezTo>
                  <a:cubicBezTo>
                    <a:pt x="29418" y="753"/>
                    <a:pt x="35596" y="2094"/>
                    <a:pt x="41833" y="2889"/>
                  </a:cubicBezTo>
                  <a:cubicBezTo>
                    <a:pt x="47460" y="3603"/>
                    <a:pt x="46812" y="12396"/>
                    <a:pt x="41134" y="11674"/>
                  </a:cubicBezTo>
                  <a:cubicBezTo>
                    <a:pt x="34904" y="10879"/>
                    <a:pt x="28718" y="9524"/>
                    <a:pt x="22451" y="8986"/>
                  </a:cubicBezTo>
                  <a:cubicBezTo>
                    <a:pt x="16273" y="8464"/>
                    <a:pt x="10117" y="9193"/>
                    <a:pt x="3938" y="8986"/>
                  </a:cubicBezTo>
                  <a:cubicBezTo>
                    <a:pt x="-1754" y="8795"/>
                    <a:pt x="-1062" y="10"/>
                    <a:pt x="4638" y="201"/>
                  </a:cubicBezTo>
                  <a:close/>
                </a:path>
              </a:pathLst>
            </a:custGeom>
            <a:solidFill>
              <a:srgbClr val="161616"/>
            </a:solidFill>
            <a:ln w="735" cap="flat">
              <a:noFill/>
              <a:prstDash val="solid"/>
              <a:miter/>
            </a:ln>
          </p:spPr>
          <p:txBody>
            <a:bodyPr/>
            <a:lstStyle/>
            <a:p>
              <a:endParaRPr lang="en-US"/>
            </a:p>
          </p:txBody>
        </p:sp>
        <p:sp>
          <p:nvSpPr>
            <p:cNvPr id="1073" name="Freeform: Shape 1072">
              <a:extLst>
                <a:ext uri="{FF2B5EF4-FFF2-40B4-BE49-F238E27FC236}">
                  <a16:creationId xmlns:a16="http://schemas.microsoft.com/office/drawing/2014/main" id="{C3730370-9F1E-4B73-482D-3C8DAC6C070B}"/>
                </a:ext>
              </a:extLst>
            </p:cNvPr>
            <p:cNvSpPr/>
            <p:nvPr/>
          </p:nvSpPr>
          <p:spPr>
            <a:xfrm>
              <a:off x="5221281" y="2453495"/>
              <a:ext cx="16865" cy="17838"/>
            </a:xfrm>
            <a:custGeom>
              <a:avLst/>
              <a:gdLst>
                <a:gd name="csX0" fmla="*/ 242 w 21870"/>
                <a:gd name="csY0" fmla="*/ 17799 h 23132"/>
                <a:gd name="csX1" fmla="*/ 14263 w 21870"/>
                <a:gd name="csY1" fmla="*/ 1097 h 23132"/>
                <a:gd name="csX2" fmla="*/ 20397 w 21870"/>
                <a:gd name="csY2" fmla="*/ 7401 h 23132"/>
                <a:gd name="csX3" fmla="*/ 8740 w 21870"/>
                <a:gd name="csY3" fmla="*/ 20067 h 23132"/>
                <a:gd name="csX4" fmla="*/ 242 w 21870"/>
                <a:gd name="csY4" fmla="*/ 17799 h 23132"/>
              </a:gdLst>
              <a:ahLst/>
              <a:cxnLst>
                <a:cxn ang="0">
                  <a:pos x="csX0" y="csY0"/>
                </a:cxn>
                <a:cxn ang="0">
                  <a:pos x="csX1" y="csY1"/>
                </a:cxn>
                <a:cxn ang="0">
                  <a:pos x="csX2" y="csY2"/>
                </a:cxn>
                <a:cxn ang="0">
                  <a:pos x="csX3" y="csY3"/>
                </a:cxn>
                <a:cxn ang="0">
                  <a:pos x="csX4" y="csY4"/>
                </a:cxn>
              </a:cxnLst>
              <a:rect l="l" t="t" r="r" b="b"/>
              <a:pathLst>
                <a:path w="21870" h="23132">
                  <a:moveTo>
                    <a:pt x="242" y="17799"/>
                  </a:moveTo>
                  <a:cubicBezTo>
                    <a:pt x="1965" y="12578"/>
                    <a:pt x="10184" y="4566"/>
                    <a:pt x="14263" y="1097"/>
                  </a:cubicBezTo>
                  <a:cubicBezTo>
                    <a:pt x="18549" y="-2541"/>
                    <a:pt x="24728" y="3726"/>
                    <a:pt x="20397" y="7401"/>
                  </a:cubicBezTo>
                  <a:cubicBezTo>
                    <a:pt x="17695" y="9691"/>
                    <a:pt x="9889" y="16569"/>
                    <a:pt x="8740" y="20067"/>
                  </a:cubicBezTo>
                  <a:cubicBezTo>
                    <a:pt x="6973" y="25428"/>
                    <a:pt x="-1533" y="23175"/>
                    <a:pt x="242" y="17799"/>
                  </a:cubicBezTo>
                  <a:close/>
                </a:path>
              </a:pathLst>
            </a:custGeom>
            <a:solidFill>
              <a:srgbClr val="161616"/>
            </a:solidFill>
            <a:ln w="735" cap="flat">
              <a:noFill/>
              <a:prstDash val="solid"/>
              <a:miter/>
            </a:ln>
          </p:spPr>
          <p:txBody>
            <a:bodyPr/>
            <a:lstStyle/>
            <a:p>
              <a:endParaRPr lang="en-US"/>
            </a:p>
          </p:txBody>
        </p:sp>
        <p:grpSp>
          <p:nvGrpSpPr>
            <p:cNvPr id="1074" name="Graphic 475">
              <a:extLst>
                <a:ext uri="{FF2B5EF4-FFF2-40B4-BE49-F238E27FC236}">
                  <a16:creationId xmlns:a16="http://schemas.microsoft.com/office/drawing/2014/main" id="{38CC792F-1BCA-ADBE-642C-D6EE25395CA6}"/>
                </a:ext>
              </a:extLst>
            </p:cNvPr>
            <p:cNvGrpSpPr/>
            <p:nvPr/>
          </p:nvGrpSpPr>
          <p:grpSpPr>
            <a:xfrm>
              <a:off x="5223336" y="2349881"/>
              <a:ext cx="166879" cy="237818"/>
              <a:chOff x="13114388" y="4916801"/>
              <a:chExt cx="216403" cy="308396"/>
            </a:xfrm>
          </p:grpSpPr>
          <p:sp>
            <p:nvSpPr>
              <p:cNvPr id="1075" name="Freeform: Shape 1074">
                <a:extLst>
                  <a:ext uri="{FF2B5EF4-FFF2-40B4-BE49-F238E27FC236}">
                    <a16:creationId xmlns:a16="http://schemas.microsoft.com/office/drawing/2014/main" id="{91DEEC12-D3D5-D769-8DA2-95ADAA16210D}"/>
                  </a:ext>
                </a:extLst>
              </p:cNvPr>
              <p:cNvSpPr/>
              <p:nvPr/>
            </p:nvSpPr>
            <p:spPr>
              <a:xfrm>
                <a:off x="13114388" y="4916801"/>
                <a:ext cx="216403" cy="308396"/>
              </a:xfrm>
              <a:custGeom>
                <a:avLst/>
                <a:gdLst>
                  <a:gd name="csX0" fmla="*/ 92529 w 216403"/>
                  <a:gd name="csY0" fmla="*/ 0 h 308396"/>
                  <a:gd name="csX1" fmla="*/ 15 w 216403"/>
                  <a:gd name="csY1" fmla="*/ 64273 h 308396"/>
                  <a:gd name="csX2" fmla="*/ 60179 w 216403"/>
                  <a:gd name="csY2" fmla="*/ 29640 h 308396"/>
                  <a:gd name="csX3" fmla="*/ 150374 w 216403"/>
                  <a:gd name="csY3" fmla="*/ 87926 h 308396"/>
                  <a:gd name="csX4" fmla="*/ 213159 w 216403"/>
                  <a:gd name="csY4" fmla="*/ 81998 h 308396"/>
                  <a:gd name="csX5" fmla="*/ 167517 w 216403"/>
                  <a:gd name="csY5" fmla="*/ 16429 h 308396"/>
                  <a:gd name="csX6" fmla="*/ 212607 w 216403"/>
                  <a:gd name="csY6" fmla="*/ 74627 h 308396"/>
                  <a:gd name="csX7" fmla="*/ 184285 w 216403"/>
                  <a:gd name="csY7" fmla="*/ 241599 h 308396"/>
                  <a:gd name="csX8" fmla="*/ 178165 w 216403"/>
                  <a:gd name="csY8" fmla="*/ 242711 h 308396"/>
                  <a:gd name="csX9" fmla="*/ 182459 w 216403"/>
                  <a:gd name="csY9" fmla="*/ 205441 h 308396"/>
                  <a:gd name="csX10" fmla="*/ 196296 w 216403"/>
                  <a:gd name="csY10" fmla="*/ 124342 h 308396"/>
                  <a:gd name="csX11" fmla="*/ 163231 w 216403"/>
                  <a:gd name="csY11" fmla="*/ 143628 h 308396"/>
                  <a:gd name="csX12" fmla="*/ 165661 w 216403"/>
                  <a:gd name="csY12" fmla="*/ 159372 h 308396"/>
                  <a:gd name="csX13" fmla="*/ 170897 w 216403"/>
                  <a:gd name="csY13" fmla="*/ 214242 h 308396"/>
                  <a:gd name="csX14" fmla="*/ 136860 w 216403"/>
                  <a:gd name="csY14" fmla="*/ 293913 h 308396"/>
                  <a:gd name="csX15" fmla="*/ 21267 w 216403"/>
                  <a:gd name="csY15" fmla="*/ 225678 h 308396"/>
                  <a:gd name="csX16" fmla="*/ 33293 w 216403"/>
                  <a:gd name="csY16" fmla="*/ 228277 h 308396"/>
                  <a:gd name="csX17" fmla="*/ 67977 w 216403"/>
                  <a:gd name="csY17" fmla="*/ 210957 h 308396"/>
                  <a:gd name="csX18" fmla="*/ 149674 w 216403"/>
                  <a:gd name="csY18" fmla="*/ 161589 h 308396"/>
                  <a:gd name="csX19" fmla="*/ 147870 w 216403"/>
                  <a:gd name="csY19" fmla="*/ 111845 h 308396"/>
                  <a:gd name="csX20" fmla="*/ 147862 w 216403"/>
                  <a:gd name="csY20" fmla="*/ 111830 h 308396"/>
                  <a:gd name="csX21" fmla="*/ 146728 w 216403"/>
                  <a:gd name="csY21" fmla="*/ 107633 h 308396"/>
                  <a:gd name="csX22" fmla="*/ 146684 w 216403"/>
                  <a:gd name="csY22" fmla="*/ 107478 h 308396"/>
                  <a:gd name="csX23" fmla="*/ 146640 w 216403"/>
                  <a:gd name="csY23" fmla="*/ 107316 h 308396"/>
                  <a:gd name="csX24" fmla="*/ 146522 w 216403"/>
                  <a:gd name="csY24" fmla="*/ 106881 h 308396"/>
                  <a:gd name="csX25" fmla="*/ 117979 w 216403"/>
                  <a:gd name="csY25" fmla="*/ 39515 h 308396"/>
                  <a:gd name="csX26" fmla="*/ 68508 w 216403"/>
                  <a:gd name="csY26" fmla="*/ 68191 h 308396"/>
                  <a:gd name="csX27" fmla="*/ 40723 w 216403"/>
                  <a:gd name="csY27" fmla="*/ 86807 h 308396"/>
                  <a:gd name="csX28" fmla="*/ 0 w 216403"/>
                  <a:gd name="csY28" fmla="*/ 65422 h 3083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216403" h="308396">
                    <a:moveTo>
                      <a:pt x="92529" y="0"/>
                    </a:moveTo>
                    <a:cubicBezTo>
                      <a:pt x="3697" y="0"/>
                      <a:pt x="265" y="54626"/>
                      <a:pt x="15" y="64273"/>
                    </a:cubicBezTo>
                    <a:cubicBezTo>
                      <a:pt x="545" y="60046"/>
                      <a:pt x="4985" y="56821"/>
                      <a:pt x="60179" y="29640"/>
                    </a:cubicBezTo>
                    <a:cubicBezTo>
                      <a:pt x="125387" y="-2474"/>
                      <a:pt x="150374" y="87926"/>
                      <a:pt x="150374" y="87926"/>
                    </a:cubicBezTo>
                    <a:cubicBezTo>
                      <a:pt x="150374" y="87926"/>
                      <a:pt x="214308" y="107191"/>
                      <a:pt x="213159" y="81998"/>
                    </a:cubicBezTo>
                    <a:cubicBezTo>
                      <a:pt x="212408" y="65429"/>
                      <a:pt x="201863" y="35193"/>
                      <a:pt x="167517" y="16429"/>
                    </a:cubicBezTo>
                    <a:cubicBezTo>
                      <a:pt x="181059" y="17386"/>
                      <a:pt x="201774" y="27254"/>
                      <a:pt x="212607" y="74627"/>
                    </a:cubicBezTo>
                    <a:cubicBezTo>
                      <a:pt x="229552" y="148753"/>
                      <a:pt x="184285" y="241599"/>
                      <a:pt x="184285" y="241599"/>
                    </a:cubicBezTo>
                    <a:lnTo>
                      <a:pt x="178165" y="242711"/>
                    </a:lnTo>
                    <a:cubicBezTo>
                      <a:pt x="181509" y="232092"/>
                      <a:pt x="182451" y="219838"/>
                      <a:pt x="182459" y="205441"/>
                    </a:cubicBezTo>
                    <a:cubicBezTo>
                      <a:pt x="182459" y="205441"/>
                      <a:pt x="228756" y="161353"/>
                      <a:pt x="196296" y="124342"/>
                    </a:cubicBezTo>
                    <a:cubicBezTo>
                      <a:pt x="177893" y="103361"/>
                      <a:pt x="167171" y="130233"/>
                      <a:pt x="163231" y="143628"/>
                    </a:cubicBezTo>
                    <a:cubicBezTo>
                      <a:pt x="163938" y="149276"/>
                      <a:pt x="164763" y="154946"/>
                      <a:pt x="165661" y="159372"/>
                    </a:cubicBezTo>
                    <a:cubicBezTo>
                      <a:pt x="168437" y="173113"/>
                      <a:pt x="184631" y="205972"/>
                      <a:pt x="170897" y="214242"/>
                    </a:cubicBezTo>
                    <a:cubicBezTo>
                      <a:pt x="170897" y="214242"/>
                      <a:pt x="181744" y="268883"/>
                      <a:pt x="136860" y="293913"/>
                    </a:cubicBezTo>
                    <a:cubicBezTo>
                      <a:pt x="56504" y="338730"/>
                      <a:pt x="22983" y="269177"/>
                      <a:pt x="21267" y="225678"/>
                    </a:cubicBezTo>
                    <a:cubicBezTo>
                      <a:pt x="21267" y="225678"/>
                      <a:pt x="26422" y="232416"/>
                      <a:pt x="33293" y="228277"/>
                    </a:cubicBezTo>
                    <a:cubicBezTo>
                      <a:pt x="40163" y="224139"/>
                      <a:pt x="38448" y="215501"/>
                      <a:pt x="67977" y="210957"/>
                    </a:cubicBezTo>
                    <a:cubicBezTo>
                      <a:pt x="85695" y="208225"/>
                      <a:pt x="130756" y="222909"/>
                      <a:pt x="149674" y="161589"/>
                    </a:cubicBezTo>
                    <a:cubicBezTo>
                      <a:pt x="154939" y="144519"/>
                      <a:pt x="150366" y="121764"/>
                      <a:pt x="147870" y="111845"/>
                    </a:cubicBezTo>
                    <a:cubicBezTo>
                      <a:pt x="147870" y="111837"/>
                      <a:pt x="147862" y="111830"/>
                      <a:pt x="147862" y="111830"/>
                    </a:cubicBezTo>
                    <a:cubicBezTo>
                      <a:pt x="147376" y="109893"/>
                      <a:pt x="146971" y="108457"/>
                      <a:pt x="146728" y="107633"/>
                    </a:cubicBezTo>
                    <a:cubicBezTo>
                      <a:pt x="146714" y="107581"/>
                      <a:pt x="146699" y="107529"/>
                      <a:pt x="146684" y="107478"/>
                    </a:cubicBezTo>
                    <a:cubicBezTo>
                      <a:pt x="146669" y="107419"/>
                      <a:pt x="146655" y="107367"/>
                      <a:pt x="146640" y="107316"/>
                    </a:cubicBezTo>
                    <a:cubicBezTo>
                      <a:pt x="146603" y="107169"/>
                      <a:pt x="146566" y="107021"/>
                      <a:pt x="146522" y="106881"/>
                    </a:cubicBezTo>
                    <a:cubicBezTo>
                      <a:pt x="137663" y="73567"/>
                      <a:pt x="145130" y="48949"/>
                      <a:pt x="117979" y="39515"/>
                    </a:cubicBezTo>
                    <a:cubicBezTo>
                      <a:pt x="100998" y="33617"/>
                      <a:pt x="74414" y="55348"/>
                      <a:pt x="68508" y="68191"/>
                    </a:cubicBezTo>
                    <a:cubicBezTo>
                      <a:pt x="63485" y="79097"/>
                      <a:pt x="52719" y="86225"/>
                      <a:pt x="40723" y="86807"/>
                    </a:cubicBezTo>
                    <a:cubicBezTo>
                      <a:pt x="16959" y="87956"/>
                      <a:pt x="5656" y="78979"/>
                      <a:pt x="0" y="65422"/>
                    </a:cubicBezTo>
                  </a:path>
                </a:pathLst>
              </a:custGeom>
              <a:solidFill>
                <a:srgbClr val="161616"/>
              </a:solidFill>
              <a:ln w="735" cap="flat">
                <a:noFill/>
                <a:prstDash val="solid"/>
                <a:miter/>
              </a:ln>
            </p:spPr>
            <p:txBody>
              <a:bodyPr/>
              <a:lstStyle/>
              <a:p>
                <a:endParaRPr lang="en-US"/>
              </a:p>
            </p:txBody>
          </p:sp>
          <p:sp>
            <p:nvSpPr>
              <p:cNvPr id="1076" name="Freeform: Shape 1075">
                <a:extLst>
                  <a:ext uri="{FF2B5EF4-FFF2-40B4-BE49-F238E27FC236}">
                    <a16:creationId xmlns:a16="http://schemas.microsoft.com/office/drawing/2014/main" id="{A6EC853E-60B5-A268-73B3-DB6EE4281914}"/>
                  </a:ext>
                </a:extLst>
              </p:cNvPr>
              <p:cNvSpPr/>
              <p:nvPr/>
            </p:nvSpPr>
            <p:spPr>
              <a:xfrm>
                <a:off x="13260888" y="5023660"/>
                <a:ext cx="139" cy="456"/>
              </a:xfrm>
              <a:custGeom>
                <a:avLst/>
                <a:gdLst>
                  <a:gd name="csX0" fmla="*/ 140 w 139"/>
                  <a:gd name="csY0" fmla="*/ 457 h 456"/>
                  <a:gd name="csX1" fmla="*/ 0 w 139"/>
                  <a:gd name="csY1" fmla="*/ 0 h 456"/>
                  <a:gd name="csX2" fmla="*/ 22 w 139"/>
                  <a:gd name="csY2" fmla="*/ 22 h 456"/>
                  <a:gd name="csX3" fmla="*/ 140 w 139"/>
                  <a:gd name="csY3" fmla="*/ 457 h 456"/>
                </a:gdLst>
                <a:ahLst/>
                <a:cxnLst>
                  <a:cxn ang="0">
                    <a:pos x="csX0" y="csY0"/>
                  </a:cxn>
                  <a:cxn ang="0">
                    <a:pos x="csX1" y="csY1"/>
                  </a:cxn>
                  <a:cxn ang="0">
                    <a:pos x="csX2" y="csY2"/>
                  </a:cxn>
                  <a:cxn ang="0">
                    <a:pos x="csX3" y="csY3"/>
                  </a:cxn>
                </a:cxnLst>
                <a:rect l="l" t="t" r="r" b="b"/>
                <a:pathLst>
                  <a:path w="139" h="456">
                    <a:moveTo>
                      <a:pt x="140" y="457"/>
                    </a:moveTo>
                    <a:cubicBezTo>
                      <a:pt x="52" y="155"/>
                      <a:pt x="0" y="0"/>
                      <a:pt x="0" y="0"/>
                    </a:cubicBezTo>
                    <a:lnTo>
                      <a:pt x="22" y="22"/>
                    </a:lnTo>
                    <a:cubicBezTo>
                      <a:pt x="66" y="162"/>
                      <a:pt x="103" y="309"/>
                      <a:pt x="140" y="457"/>
                    </a:cubicBezTo>
                    <a:close/>
                  </a:path>
                </a:pathLst>
              </a:custGeom>
              <a:solidFill>
                <a:srgbClr val="084D91"/>
              </a:solidFill>
              <a:ln w="735" cap="flat">
                <a:noFill/>
                <a:prstDash val="solid"/>
                <a:miter/>
              </a:ln>
            </p:spPr>
            <p:txBody>
              <a:bodyPr/>
              <a:lstStyle/>
              <a:p>
                <a:endParaRPr lang="en-US"/>
              </a:p>
            </p:txBody>
          </p:sp>
        </p:grpSp>
        <p:sp>
          <p:nvSpPr>
            <p:cNvPr id="1051" name="Freeform: Shape 1050">
              <a:extLst>
                <a:ext uri="{FF2B5EF4-FFF2-40B4-BE49-F238E27FC236}">
                  <a16:creationId xmlns:a16="http://schemas.microsoft.com/office/drawing/2014/main" id="{C73E2F1B-2A9D-8364-AEF6-9BE6C37EAEAF}"/>
                </a:ext>
              </a:extLst>
            </p:cNvPr>
            <p:cNvSpPr/>
            <p:nvPr/>
          </p:nvSpPr>
          <p:spPr>
            <a:xfrm>
              <a:off x="5261248" y="2525995"/>
              <a:ext cx="33442" cy="20172"/>
            </a:xfrm>
            <a:custGeom>
              <a:avLst/>
              <a:gdLst>
                <a:gd name="csX0" fmla="*/ 9640 w 43366"/>
                <a:gd name="csY0" fmla="*/ 6745 h 26159"/>
                <a:gd name="csX1" fmla="*/ 43367 w 43366"/>
                <a:gd name="csY1" fmla="*/ 0 h 26159"/>
                <a:gd name="csX2" fmla="*/ 20236 w 43366"/>
                <a:gd name="csY2" fmla="*/ 26017 h 26159"/>
                <a:gd name="csX3" fmla="*/ 0 w 43366"/>
                <a:gd name="csY3" fmla="*/ 9632 h 26159"/>
                <a:gd name="csX4" fmla="*/ 9640 w 43366"/>
                <a:gd name="csY4" fmla="*/ 6738 h 26159"/>
              </a:gdLst>
              <a:ahLst/>
              <a:cxnLst>
                <a:cxn ang="0">
                  <a:pos x="csX0" y="csY0"/>
                </a:cxn>
                <a:cxn ang="0">
                  <a:pos x="csX1" y="csY1"/>
                </a:cxn>
                <a:cxn ang="0">
                  <a:pos x="csX2" y="csY2"/>
                </a:cxn>
                <a:cxn ang="0">
                  <a:pos x="csX3" y="csY3"/>
                </a:cxn>
                <a:cxn ang="0">
                  <a:pos x="csX4" y="csY4"/>
                </a:cxn>
              </a:cxnLst>
              <a:rect l="l" t="t" r="r" b="b"/>
              <a:pathLst>
                <a:path w="43366" h="26159">
                  <a:moveTo>
                    <a:pt x="9640" y="6745"/>
                  </a:moveTo>
                  <a:lnTo>
                    <a:pt x="43367" y="0"/>
                  </a:lnTo>
                  <a:cubicBezTo>
                    <a:pt x="43367" y="0"/>
                    <a:pt x="34692" y="24095"/>
                    <a:pt x="20236" y="26017"/>
                  </a:cubicBezTo>
                  <a:cubicBezTo>
                    <a:pt x="5781" y="27946"/>
                    <a:pt x="0" y="9632"/>
                    <a:pt x="0" y="9632"/>
                  </a:cubicBezTo>
                  <a:lnTo>
                    <a:pt x="9640" y="6738"/>
                  </a:lnTo>
                  <a:close/>
                </a:path>
              </a:pathLst>
            </a:custGeom>
            <a:solidFill>
              <a:srgbClr val="FFFFFF"/>
            </a:solidFill>
            <a:ln w="735" cap="flat">
              <a:noFill/>
              <a:prstDash val="solid"/>
              <a:miter/>
            </a:ln>
          </p:spPr>
          <p:txBody>
            <a:bodyPr/>
            <a:lstStyle/>
            <a:p>
              <a:endParaRPr lang="en-US"/>
            </a:p>
          </p:txBody>
        </p:sp>
        <p:sp>
          <p:nvSpPr>
            <p:cNvPr id="1052" name="Freeform: Shape 1051">
              <a:extLst>
                <a:ext uri="{FF2B5EF4-FFF2-40B4-BE49-F238E27FC236}">
                  <a16:creationId xmlns:a16="http://schemas.microsoft.com/office/drawing/2014/main" id="{12EEED12-2F6A-F4E0-A85F-DD122E212A06}"/>
                </a:ext>
              </a:extLst>
            </p:cNvPr>
            <p:cNvSpPr/>
            <p:nvPr/>
          </p:nvSpPr>
          <p:spPr>
            <a:xfrm>
              <a:off x="5293799" y="2455862"/>
              <a:ext cx="13925" cy="13470"/>
            </a:xfrm>
            <a:custGeom>
              <a:avLst/>
              <a:gdLst>
                <a:gd name="csX0" fmla="*/ 13970 w 18057"/>
                <a:gd name="csY0" fmla="*/ 1643 h 17468"/>
                <a:gd name="csX1" fmla="*/ 17961 w 18057"/>
                <a:gd name="csY1" fmla="*/ 8116 h 17468"/>
                <a:gd name="csX2" fmla="*/ 14743 w 18057"/>
                <a:gd name="csY2" fmla="*/ 15804 h 17468"/>
                <a:gd name="csX3" fmla="*/ 6392 w 18057"/>
                <a:gd name="csY3" fmla="*/ 16931 h 17468"/>
                <a:gd name="csX4" fmla="*/ 898 w 18057"/>
                <a:gd name="csY4" fmla="*/ 4088 h 17468"/>
                <a:gd name="csX5" fmla="*/ 6289 w 18057"/>
                <a:gd name="csY5" fmla="*/ 185 h 17468"/>
                <a:gd name="csX6" fmla="*/ 12998 w 18057"/>
                <a:gd name="csY6" fmla="*/ 1105 h 17468"/>
                <a:gd name="csX7" fmla="*/ 13970 w 18057"/>
                <a:gd name="csY7" fmla="*/ 1643 h 174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057" h="17468">
                  <a:moveTo>
                    <a:pt x="13970" y="1643"/>
                  </a:moveTo>
                  <a:cubicBezTo>
                    <a:pt x="16135" y="3057"/>
                    <a:pt x="17534" y="5553"/>
                    <a:pt x="17961" y="8116"/>
                  </a:cubicBezTo>
                  <a:cubicBezTo>
                    <a:pt x="18439" y="11003"/>
                    <a:pt x="17099" y="14073"/>
                    <a:pt x="14743" y="15804"/>
                  </a:cubicBezTo>
                  <a:cubicBezTo>
                    <a:pt x="12386" y="17535"/>
                    <a:pt x="9146" y="17925"/>
                    <a:pt x="6392" y="16931"/>
                  </a:cubicBezTo>
                  <a:cubicBezTo>
                    <a:pt x="1480" y="15163"/>
                    <a:pt x="-1627" y="9000"/>
                    <a:pt x="898" y="4088"/>
                  </a:cubicBezTo>
                  <a:cubicBezTo>
                    <a:pt x="1944" y="2048"/>
                    <a:pt x="4043" y="649"/>
                    <a:pt x="6289" y="185"/>
                  </a:cubicBezTo>
                  <a:cubicBezTo>
                    <a:pt x="8535" y="-272"/>
                    <a:pt x="10906" y="148"/>
                    <a:pt x="12998" y="1105"/>
                  </a:cubicBezTo>
                  <a:cubicBezTo>
                    <a:pt x="13336" y="1260"/>
                    <a:pt x="13660" y="1437"/>
                    <a:pt x="13970" y="1643"/>
                  </a:cubicBezTo>
                  <a:close/>
                </a:path>
              </a:pathLst>
            </a:custGeom>
            <a:solidFill>
              <a:srgbClr val="1A1A1A"/>
            </a:solidFill>
            <a:ln w="735" cap="flat">
              <a:noFill/>
              <a:prstDash val="solid"/>
              <a:miter/>
            </a:ln>
          </p:spPr>
          <p:txBody>
            <a:bodyPr/>
            <a:lstStyle/>
            <a:p>
              <a:endParaRPr lang="en-US"/>
            </a:p>
          </p:txBody>
        </p:sp>
        <p:sp>
          <p:nvSpPr>
            <p:cNvPr id="1053" name="Freeform: Shape 1052">
              <a:extLst>
                <a:ext uri="{FF2B5EF4-FFF2-40B4-BE49-F238E27FC236}">
                  <a16:creationId xmlns:a16="http://schemas.microsoft.com/office/drawing/2014/main" id="{562D1644-CE4A-1AD6-D567-BFB80EB1F881}"/>
                </a:ext>
              </a:extLst>
            </p:cNvPr>
            <p:cNvSpPr/>
            <p:nvPr/>
          </p:nvSpPr>
          <p:spPr>
            <a:xfrm>
              <a:off x="5339295" y="2565128"/>
              <a:ext cx="88525" cy="76643"/>
            </a:xfrm>
            <a:custGeom>
              <a:avLst/>
              <a:gdLst>
                <a:gd name="csX0" fmla="*/ 114660 w 114796"/>
                <a:gd name="csY0" fmla="*/ 6111 h 99388"/>
                <a:gd name="csX1" fmla="*/ 111950 w 114796"/>
                <a:gd name="csY1" fmla="*/ 43 h 99388"/>
                <a:gd name="csX2" fmla="*/ 106030 w 114796"/>
                <a:gd name="csY2" fmla="*/ 3909 h 99388"/>
                <a:gd name="csX3" fmla="*/ 80741 w 114796"/>
                <a:gd name="csY3" fmla="*/ 47850 h 99388"/>
                <a:gd name="csX4" fmla="*/ 63443 w 114796"/>
                <a:gd name="csY4" fmla="*/ 84346 h 99388"/>
                <a:gd name="csX5" fmla="*/ 31498 w 114796"/>
                <a:gd name="csY5" fmla="*/ 58594 h 99388"/>
                <a:gd name="csX6" fmla="*/ 341 w 114796"/>
                <a:gd name="csY6" fmla="*/ 47983 h 99388"/>
                <a:gd name="csX7" fmla="*/ 3817 w 114796"/>
                <a:gd name="csY7" fmla="*/ 50663 h 99388"/>
                <a:gd name="csX8" fmla="*/ 18884 w 114796"/>
                <a:gd name="csY8" fmla="*/ 60597 h 99388"/>
                <a:gd name="csX9" fmla="*/ 33207 w 114796"/>
                <a:gd name="csY9" fmla="*/ 74545 h 99388"/>
                <a:gd name="csX10" fmla="*/ 64563 w 114796"/>
                <a:gd name="csY10" fmla="*/ 98566 h 99388"/>
                <a:gd name="csX11" fmla="*/ 73193 w 114796"/>
                <a:gd name="csY11" fmla="*/ 93618 h 99388"/>
                <a:gd name="csX12" fmla="*/ 94107 w 114796"/>
                <a:gd name="csY12" fmla="*/ 48623 h 99388"/>
                <a:gd name="csX13" fmla="*/ 105985 w 114796"/>
                <a:gd name="csY13" fmla="*/ 30206 h 99388"/>
                <a:gd name="csX14" fmla="*/ 114660 w 114796"/>
                <a:gd name="csY14" fmla="*/ 6111 h 99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4796" h="99388">
                  <a:moveTo>
                    <a:pt x="114660" y="6111"/>
                  </a:moveTo>
                  <a:cubicBezTo>
                    <a:pt x="114307" y="3408"/>
                    <a:pt x="114844" y="433"/>
                    <a:pt x="111950" y="43"/>
                  </a:cubicBezTo>
                  <a:cubicBezTo>
                    <a:pt x="109579" y="-281"/>
                    <a:pt x="106398" y="1251"/>
                    <a:pt x="106030" y="3909"/>
                  </a:cubicBezTo>
                  <a:cubicBezTo>
                    <a:pt x="103651" y="20920"/>
                    <a:pt x="90094" y="34065"/>
                    <a:pt x="80741" y="47850"/>
                  </a:cubicBezTo>
                  <a:cubicBezTo>
                    <a:pt x="73053" y="59191"/>
                    <a:pt x="66684" y="71179"/>
                    <a:pt x="63443" y="84346"/>
                  </a:cubicBezTo>
                  <a:cubicBezTo>
                    <a:pt x="52022" y="76776"/>
                    <a:pt x="41734" y="67748"/>
                    <a:pt x="31498" y="58594"/>
                  </a:cubicBezTo>
                  <a:cubicBezTo>
                    <a:pt x="24524" y="52350"/>
                    <a:pt x="9274" y="34727"/>
                    <a:pt x="341" y="47983"/>
                  </a:cubicBezTo>
                  <a:cubicBezTo>
                    <a:pt x="-1051" y="50052"/>
                    <a:pt x="2160" y="52563"/>
                    <a:pt x="3817" y="50663"/>
                  </a:cubicBezTo>
                  <a:cubicBezTo>
                    <a:pt x="7587" y="46326"/>
                    <a:pt x="16417" y="58160"/>
                    <a:pt x="18884" y="60597"/>
                  </a:cubicBezTo>
                  <a:cubicBezTo>
                    <a:pt x="23619" y="65281"/>
                    <a:pt x="28324" y="70016"/>
                    <a:pt x="33207" y="74545"/>
                  </a:cubicBezTo>
                  <a:cubicBezTo>
                    <a:pt x="42861" y="83499"/>
                    <a:pt x="53163" y="91924"/>
                    <a:pt x="64563" y="98566"/>
                  </a:cubicBezTo>
                  <a:cubicBezTo>
                    <a:pt x="68679" y="100959"/>
                    <a:pt x="72678" y="97771"/>
                    <a:pt x="73193" y="93618"/>
                  </a:cubicBezTo>
                  <a:cubicBezTo>
                    <a:pt x="75270" y="76864"/>
                    <a:pt x="84556" y="62114"/>
                    <a:pt x="94107" y="48623"/>
                  </a:cubicBezTo>
                  <a:cubicBezTo>
                    <a:pt x="98960" y="41767"/>
                    <a:pt x="101339" y="37202"/>
                    <a:pt x="105985" y="30206"/>
                  </a:cubicBezTo>
                  <a:cubicBezTo>
                    <a:pt x="110315" y="23689"/>
                    <a:pt x="115728" y="14226"/>
                    <a:pt x="114660" y="6111"/>
                  </a:cubicBezTo>
                  <a:close/>
                </a:path>
              </a:pathLst>
            </a:custGeom>
            <a:solidFill>
              <a:srgbClr val="084D91"/>
            </a:solidFill>
            <a:ln w="735" cap="flat">
              <a:noFill/>
              <a:prstDash val="solid"/>
              <a:miter/>
            </a:ln>
          </p:spPr>
          <p:txBody>
            <a:bodyPr/>
            <a:lstStyle/>
            <a:p>
              <a:endParaRPr lang="en-US"/>
            </a:p>
          </p:txBody>
        </p:sp>
        <p:sp>
          <p:nvSpPr>
            <p:cNvPr id="1062" name="Freeform: Shape 1061">
              <a:extLst>
                <a:ext uri="{FF2B5EF4-FFF2-40B4-BE49-F238E27FC236}">
                  <a16:creationId xmlns:a16="http://schemas.microsoft.com/office/drawing/2014/main" id="{41ABF761-9E2C-83C8-5EB3-8A550589A923}"/>
                </a:ext>
              </a:extLst>
            </p:cNvPr>
            <p:cNvSpPr/>
            <p:nvPr/>
          </p:nvSpPr>
          <p:spPr>
            <a:xfrm>
              <a:off x="4890719" y="2924432"/>
              <a:ext cx="424011" cy="11093"/>
            </a:xfrm>
            <a:custGeom>
              <a:avLst/>
              <a:gdLst>
                <a:gd name="csX0" fmla="*/ 60 w 549843"/>
                <a:gd name="csY0" fmla="*/ 965 h 14385"/>
                <a:gd name="csX1" fmla="*/ 4891 w 549843"/>
                <a:gd name="csY1" fmla="*/ 13528 h 14385"/>
                <a:gd name="csX2" fmla="*/ 549844 w 549843"/>
                <a:gd name="csY2" fmla="*/ 13528 h 14385"/>
                <a:gd name="csX3" fmla="*/ 542112 w 549843"/>
                <a:gd name="csY3" fmla="*/ 2901 h 14385"/>
                <a:gd name="csX4" fmla="*/ 281234 w 549843"/>
                <a:gd name="csY4" fmla="*/ 0 h 14385"/>
                <a:gd name="csX5" fmla="*/ 60 w 549843"/>
                <a:gd name="csY5" fmla="*/ 965 h 14385"/>
              </a:gdLst>
              <a:ahLst/>
              <a:cxnLst>
                <a:cxn ang="0">
                  <a:pos x="csX0" y="csY0"/>
                </a:cxn>
                <a:cxn ang="0">
                  <a:pos x="csX1" y="csY1"/>
                </a:cxn>
                <a:cxn ang="0">
                  <a:pos x="csX2" y="csY2"/>
                </a:cxn>
                <a:cxn ang="0">
                  <a:pos x="csX3" y="csY3"/>
                </a:cxn>
                <a:cxn ang="0">
                  <a:pos x="csX4" y="csY4"/>
                </a:cxn>
                <a:cxn ang="0">
                  <a:pos x="csX5" y="csY5"/>
                </a:cxn>
              </a:cxnLst>
              <a:rect l="l" t="t" r="r" b="b"/>
              <a:pathLst>
                <a:path w="549843" h="14385">
                  <a:moveTo>
                    <a:pt x="60" y="965"/>
                  </a:moveTo>
                  <a:cubicBezTo>
                    <a:pt x="60" y="965"/>
                    <a:pt x="-905" y="11591"/>
                    <a:pt x="4891" y="13528"/>
                  </a:cubicBezTo>
                  <a:cubicBezTo>
                    <a:pt x="10686" y="15457"/>
                    <a:pt x="549844" y="13528"/>
                    <a:pt x="549844" y="13528"/>
                  </a:cubicBezTo>
                  <a:cubicBezTo>
                    <a:pt x="549844" y="13528"/>
                    <a:pt x="546943" y="2901"/>
                    <a:pt x="542112" y="2901"/>
                  </a:cubicBezTo>
                  <a:cubicBezTo>
                    <a:pt x="537281" y="2901"/>
                    <a:pt x="281234" y="0"/>
                    <a:pt x="281234" y="0"/>
                  </a:cubicBezTo>
                  <a:lnTo>
                    <a:pt x="60" y="965"/>
                  </a:lnTo>
                  <a:close/>
                </a:path>
              </a:pathLst>
            </a:custGeom>
            <a:solidFill>
              <a:srgbClr val="00A9F4"/>
            </a:solidFill>
            <a:ln w="735" cap="flat">
              <a:noFill/>
              <a:prstDash val="solid"/>
              <a:miter/>
            </a:ln>
          </p:spPr>
          <p:txBody>
            <a:bodyPr/>
            <a:lstStyle/>
            <a:p>
              <a:endParaRPr lang="en-US"/>
            </a:p>
          </p:txBody>
        </p:sp>
        <p:sp>
          <p:nvSpPr>
            <p:cNvPr id="1063" name="Freeform: Shape 1062">
              <a:extLst>
                <a:ext uri="{FF2B5EF4-FFF2-40B4-BE49-F238E27FC236}">
                  <a16:creationId xmlns:a16="http://schemas.microsoft.com/office/drawing/2014/main" id="{D96F5C02-A941-09B9-0A07-53FDB54C8042}"/>
                </a:ext>
              </a:extLst>
            </p:cNvPr>
            <p:cNvSpPr/>
            <p:nvPr/>
          </p:nvSpPr>
          <p:spPr>
            <a:xfrm>
              <a:off x="4890725" y="2924432"/>
              <a:ext cx="261951" cy="11094"/>
            </a:xfrm>
            <a:custGeom>
              <a:avLst/>
              <a:gdLst>
                <a:gd name="csX0" fmla="*/ 328577 w 339689"/>
                <a:gd name="csY0" fmla="*/ 1929 h 14387"/>
                <a:gd name="csX1" fmla="*/ 328275 w 339689"/>
                <a:gd name="csY1" fmla="*/ 346 h 14387"/>
                <a:gd name="csX2" fmla="*/ 281234 w 339689"/>
                <a:gd name="csY2" fmla="*/ 0 h 14387"/>
                <a:gd name="csX3" fmla="*/ 60 w 339689"/>
                <a:gd name="csY3" fmla="*/ 965 h 14387"/>
                <a:gd name="csX4" fmla="*/ 4891 w 339689"/>
                <a:gd name="csY4" fmla="*/ 13528 h 14387"/>
                <a:gd name="csX5" fmla="*/ 339689 w 339689"/>
                <a:gd name="csY5" fmla="*/ 14168 h 14387"/>
                <a:gd name="csX6" fmla="*/ 328577 w 339689"/>
                <a:gd name="csY6" fmla="*/ 1937 h 143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89" h="14387">
                  <a:moveTo>
                    <a:pt x="328577" y="1929"/>
                  </a:moveTo>
                  <a:cubicBezTo>
                    <a:pt x="328496" y="1384"/>
                    <a:pt x="328385" y="862"/>
                    <a:pt x="328275" y="346"/>
                  </a:cubicBezTo>
                  <a:cubicBezTo>
                    <a:pt x="309563" y="133"/>
                    <a:pt x="281234" y="0"/>
                    <a:pt x="281234" y="0"/>
                  </a:cubicBezTo>
                  <a:lnTo>
                    <a:pt x="60" y="965"/>
                  </a:lnTo>
                  <a:cubicBezTo>
                    <a:pt x="60" y="965"/>
                    <a:pt x="-905" y="11591"/>
                    <a:pt x="4891" y="13528"/>
                  </a:cubicBezTo>
                  <a:cubicBezTo>
                    <a:pt x="8102" y="14595"/>
                    <a:pt x="191444" y="14485"/>
                    <a:pt x="339689" y="14168"/>
                  </a:cubicBezTo>
                  <a:cubicBezTo>
                    <a:pt x="336000" y="13299"/>
                    <a:pt x="329910" y="10560"/>
                    <a:pt x="328577" y="1937"/>
                  </a:cubicBezTo>
                  <a:close/>
                </a:path>
              </a:pathLst>
            </a:custGeom>
            <a:solidFill>
              <a:srgbClr val="0291DC"/>
            </a:solidFill>
            <a:ln w="735" cap="flat">
              <a:noFill/>
              <a:prstDash val="solid"/>
              <a:miter/>
            </a:ln>
          </p:spPr>
          <p:txBody>
            <a:bodyPr/>
            <a:lstStyle/>
            <a:p>
              <a:endParaRPr lang="en-US"/>
            </a:p>
          </p:txBody>
        </p:sp>
        <p:sp>
          <p:nvSpPr>
            <p:cNvPr id="1064" name="Freeform: Shape 1063">
              <a:extLst>
                <a:ext uri="{FF2B5EF4-FFF2-40B4-BE49-F238E27FC236}">
                  <a16:creationId xmlns:a16="http://schemas.microsoft.com/office/drawing/2014/main" id="{DBCDCE49-4778-B1A6-C1CF-EA99C4189FD7}"/>
                </a:ext>
              </a:extLst>
            </p:cNvPr>
            <p:cNvSpPr/>
            <p:nvPr/>
          </p:nvSpPr>
          <p:spPr>
            <a:xfrm>
              <a:off x="4816781" y="2711442"/>
              <a:ext cx="330301" cy="217667"/>
            </a:xfrm>
            <a:custGeom>
              <a:avLst/>
              <a:gdLst>
                <a:gd name="csX0" fmla="*/ 86279 w 428323"/>
                <a:gd name="csY0" fmla="*/ 281030 h 282265"/>
                <a:gd name="csX1" fmla="*/ 419627 w 428323"/>
                <a:gd name="csY1" fmla="*/ 281995 h 282265"/>
                <a:gd name="csX2" fmla="*/ 428324 w 428323"/>
                <a:gd name="csY2" fmla="*/ 273298 h 282265"/>
                <a:gd name="csX3" fmla="*/ 344263 w 428323"/>
                <a:gd name="csY3" fmla="*/ 1787 h 282265"/>
                <a:gd name="csX4" fmla="*/ 289 w 428323"/>
                <a:gd name="csY4" fmla="*/ 11448 h 282265"/>
                <a:gd name="csX5" fmla="*/ 86286 w 428323"/>
                <a:gd name="csY5" fmla="*/ 281023 h 282265"/>
              </a:gdLst>
              <a:ahLst/>
              <a:cxnLst>
                <a:cxn ang="0">
                  <a:pos x="csX0" y="csY0"/>
                </a:cxn>
                <a:cxn ang="0">
                  <a:pos x="csX1" y="csY1"/>
                </a:cxn>
                <a:cxn ang="0">
                  <a:pos x="csX2" y="csY2"/>
                </a:cxn>
                <a:cxn ang="0">
                  <a:pos x="csX3" y="csY3"/>
                </a:cxn>
                <a:cxn ang="0">
                  <a:pos x="csX4" y="csY4"/>
                </a:cxn>
                <a:cxn ang="0">
                  <a:pos x="csX5" y="csY5"/>
                </a:cxn>
              </a:cxnLst>
              <a:rect l="l" t="t" r="r" b="b"/>
              <a:pathLst>
                <a:path w="428323" h="282265">
                  <a:moveTo>
                    <a:pt x="86279" y="281030"/>
                  </a:moveTo>
                  <a:cubicBezTo>
                    <a:pt x="86279" y="281030"/>
                    <a:pt x="414796" y="282960"/>
                    <a:pt x="419627" y="281995"/>
                  </a:cubicBezTo>
                  <a:cubicBezTo>
                    <a:pt x="424457" y="281030"/>
                    <a:pt x="428324" y="273298"/>
                    <a:pt x="428324" y="273298"/>
                  </a:cubicBezTo>
                  <a:cubicBezTo>
                    <a:pt x="428324" y="273298"/>
                    <a:pt x="350059" y="7582"/>
                    <a:pt x="344263" y="1787"/>
                  </a:cubicBezTo>
                  <a:cubicBezTo>
                    <a:pt x="338468" y="-4009"/>
                    <a:pt x="6085" y="5653"/>
                    <a:pt x="289" y="11448"/>
                  </a:cubicBezTo>
                  <a:cubicBezTo>
                    <a:pt x="-5506" y="17244"/>
                    <a:pt x="77590" y="277164"/>
                    <a:pt x="86286" y="281023"/>
                  </a:cubicBezTo>
                  <a:close/>
                </a:path>
              </a:pathLst>
            </a:custGeom>
            <a:solidFill>
              <a:srgbClr val="0291DC"/>
            </a:solidFill>
            <a:ln w="735" cap="flat">
              <a:noFill/>
              <a:prstDash val="solid"/>
              <a:miter/>
            </a:ln>
          </p:spPr>
          <p:txBody>
            <a:bodyPr/>
            <a:lstStyle/>
            <a:p>
              <a:endParaRPr lang="en-US"/>
            </a:p>
          </p:txBody>
        </p:sp>
        <p:sp>
          <p:nvSpPr>
            <p:cNvPr id="1065" name="Freeform: Shape 1064">
              <a:extLst>
                <a:ext uri="{FF2B5EF4-FFF2-40B4-BE49-F238E27FC236}">
                  <a16:creationId xmlns:a16="http://schemas.microsoft.com/office/drawing/2014/main" id="{AA2EBA0F-860C-C276-914B-8D8061753668}"/>
                </a:ext>
              </a:extLst>
            </p:cNvPr>
            <p:cNvSpPr/>
            <p:nvPr/>
          </p:nvSpPr>
          <p:spPr>
            <a:xfrm>
              <a:off x="4816783" y="2711442"/>
              <a:ext cx="330299" cy="216465"/>
            </a:xfrm>
            <a:custGeom>
              <a:avLst/>
              <a:gdLst>
                <a:gd name="csX0" fmla="*/ 428322 w 428321"/>
                <a:gd name="csY0" fmla="*/ 273298 h 280706"/>
                <a:gd name="csX1" fmla="*/ 344261 w 428321"/>
                <a:gd name="csY1" fmla="*/ 1787 h 280706"/>
                <a:gd name="csX2" fmla="*/ 287 w 428321"/>
                <a:gd name="csY2" fmla="*/ 11448 h 280706"/>
                <a:gd name="csX3" fmla="*/ 125 w 428321"/>
                <a:gd name="csY3" fmla="*/ 14740 h 280706"/>
                <a:gd name="csX4" fmla="*/ 337501 w 428321"/>
                <a:gd name="csY4" fmla="*/ 6618 h 280706"/>
                <a:gd name="csX5" fmla="*/ 422386 w 428321"/>
                <a:gd name="csY5" fmla="*/ 280706 h 280706"/>
                <a:gd name="csX6" fmla="*/ 428322 w 428321"/>
                <a:gd name="csY6" fmla="*/ 273291 h 2807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28321" h="280706">
                  <a:moveTo>
                    <a:pt x="428322" y="273298"/>
                  </a:moveTo>
                  <a:cubicBezTo>
                    <a:pt x="428322" y="273298"/>
                    <a:pt x="350057" y="7582"/>
                    <a:pt x="344261" y="1787"/>
                  </a:cubicBezTo>
                  <a:cubicBezTo>
                    <a:pt x="338466" y="-4009"/>
                    <a:pt x="6083" y="5653"/>
                    <a:pt x="287" y="11448"/>
                  </a:cubicBezTo>
                  <a:cubicBezTo>
                    <a:pt x="-37" y="11772"/>
                    <a:pt x="-81" y="12906"/>
                    <a:pt x="125" y="14740"/>
                  </a:cubicBezTo>
                  <a:cubicBezTo>
                    <a:pt x="38153" y="10579"/>
                    <a:pt x="329209" y="2015"/>
                    <a:pt x="337501" y="6618"/>
                  </a:cubicBezTo>
                  <a:cubicBezTo>
                    <a:pt x="345756" y="11205"/>
                    <a:pt x="415324" y="255809"/>
                    <a:pt x="422386" y="280706"/>
                  </a:cubicBezTo>
                  <a:cubicBezTo>
                    <a:pt x="425847" y="278232"/>
                    <a:pt x="428322" y="273291"/>
                    <a:pt x="428322" y="273291"/>
                  </a:cubicBezTo>
                  <a:close/>
                </a:path>
              </a:pathLst>
            </a:custGeom>
            <a:solidFill>
              <a:srgbClr val="00A9F4"/>
            </a:solidFill>
            <a:ln w="735" cap="flat">
              <a:noFill/>
              <a:prstDash val="solid"/>
              <a:miter/>
            </a:ln>
          </p:spPr>
          <p:txBody>
            <a:bodyPr/>
            <a:lstStyle/>
            <a:p>
              <a:endParaRPr lang="en-US"/>
            </a:p>
          </p:txBody>
        </p:sp>
        <p:sp>
          <p:nvSpPr>
            <p:cNvPr id="1066" name="Freeform: Shape 1065">
              <a:extLst>
                <a:ext uri="{FF2B5EF4-FFF2-40B4-BE49-F238E27FC236}">
                  <a16:creationId xmlns:a16="http://schemas.microsoft.com/office/drawing/2014/main" id="{109CD72E-5A7D-8011-6672-FCDD0620A2DA}"/>
                </a:ext>
              </a:extLst>
            </p:cNvPr>
            <p:cNvSpPr/>
            <p:nvPr/>
          </p:nvSpPr>
          <p:spPr>
            <a:xfrm>
              <a:off x="5155330" y="2928231"/>
              <a:ext cx="14219" cy="4321"/>
            </a:xfrm>
            <a:custGeom>
              <a:avLst/>
              <a:gdLst>
                <a:gd name="csX0" fmla="*/ 15896 w 18439"/>
                <a:gd name="csY0" fmla="*/ 162 h 5603"/>
                <a:gd name="csX1" fmla="*/ 2427 w 18439"/>
                <a:gd name="csY1" fmla="*/ 287 h 5603"/>
                <a:gd name="csX2" fmla="*/ 2427 w 18439"/>
                <a:gd name="csY2" fmla="*/ 5317 h 5603"/>
                <a:gd name="csX3" fmla="*/ 15896 w 18439"/>
                <a:gd name="csY3" fmla="*/ 5442 h 5603"/>
                <a:gd name="csX4" fmla="*/ 15896 w 18439"/>
                <a:gd name="csY4" fmla="*/ 162 h 5603"/>
              </a:gdLst>
              <a:ahLst/>
              <a:cxnLst>
                <a:cxn ang="0">
                  <a:pos x="csX0" y="csY0"/>
                </a:cxn>
                <a:cxn ang="0">
                  <a:pos x="csX1" y="csY1"/>
                </a:cxn>
                <a:cxn ang="0">
                  <a:pos x="csX2" y="csY2"/>
                </a:cxn>
                <a:cxn ang="0">
                  <a:pos x="csX3" y="csY3"/>
                </a:cxn>
                <a:cxn ang="0">
                  <a:pos x="csX4" y="csY4"/>
                </a:cxn>
              </a:cxnLst>
              <a:rect l="l" t="t" r="r" b="b"/>
              <a:pathLst>
                <a:path w="18439" h="5603">
                  <a:moveTo>
                    <a:pt x="15896" y="162"/>
                  </a:moveTo>
                  <a:cubicBezTo>
                    <a:pt x="11470" y="-229"/>
                    <a:pt x="6868" y="199"/>
                    <a:pt x="2427" y="287"/>
                  </a:cubicBezTo>
                  <a:cubicBezTo>
                    <a:pt x="-805" y="346"/>
                    <a:pt x="-813" y="5250"/>
                    <a:pt x="2427" y="5317"/>
                  </a:cubicBezTo>
                  <a:cubicBezTo>
                    <a:pt x="6868" y="5405"/>
                    <a:pt x="11470" y="5832"/>
                    <a:pt x="15896" y="5442"/>
                  </a:cubicBezTo>
                  <a:cubicBezTo>
                    <a:pt x="19284" y="5140"/>
                    <a:pt x="19291" y="464"/>
                    <a:pt x="15896" y="162"/>
                  </a:cubicBezTo>
                  <a:close/>
                </a:path>
              </a:pathLst>
            </a:custGeom>
            <a:solidFill>
              <a:srgbClr val="0679C3"/>
            </a:solidFill>
            <a:ln w="735" cap="flat">
              <a:noFill/>
              <a:prstDash val="solid"/>
              <a:miter/>
            </a:ln>
          </p:spPr>
          <p:txBody>
            <a:bodyPr/>
            <a:lstStyle/>
            <a:p>
              <a:endParaRPr lang="en-US"/>
            </a:p>
          </p:txBody>
        </p:sp>
        <p:sp>
          <p:nvSpPr>
            <p:cNvPr id="1067" name="Freeform: Shape 1066">
              <a:extLst>
                <a:ext uri="{FF2B5EF4-FFF2-40B4-BE49-F238E27FC236}">
                  <a16:creationId xmlns:a16="http://schemas.microsoft.com/office/drawing/2014/main" id="{D48CE70E-1758-7AA4-3870-13D40955A879}"/>
                </a:ext>
              </a:extLst>
            </p:cNvPr>
            <p:cNvSpPr/>
            <p:nvPr/>
          </p:nvSpPr>
          <p:spPr>
            <a:xfrm>
              <a:off x="5171125" y="2928253"/>
              <a:ext cx="3729" cy="3861"/>
            </a:xfrm>
            <a:custGeom>
              <a:avLst/>
              <a:gdLst>
                <a:gd name="csX0" fmla="*/ 2416 w 4835"/>
                <a:gd name="csY0" fmla="*/ 0 h 5007"/>
                <a:gd name="csX1" fmla="*/ 2416 w 4835"/>
                <a:gd name="csY1" fmla="*/ 5008 h 5007"/>
                <a:gd name="csX2" fmla="*/ 2416 w 4835"/>
                <a:gd name="csY2" fmla="*/ 0 h 5007"/>
              </a:gdLst>
              <a:ahLst/>
              <a:cxnLst>
                <a:cxn ang="0">
                  <a:pos x="csX0" y="csY0"/>
                </a:cxn>
                <a:cxn ang="0">
                  <a:pos x="csX1" y="csY1"/>
                </a:cxn>
                <a:cxn ang="0">
                  <a:pos x="csX2" y="csY2"/>
                </a:cxn>
              </a:cxnLst>
              <a:rect l="l" t="t" r="r" b="b"/>
              <a:pathLst>
                <a:path w="4835" h="5007">
                  <a:moveTo>
                    <a:pt x="2416" y="0"/>
                  </a:moveTo>
                  <a:cubicBezTo>
                    <a:pt x="-802" y="0"/>
                    <a:pt x="-809" y="5008"/>
                    <a:pt x="2416" y="5008"/>
                  </a:cubicBezTo>
                  <a:cubicBezTo>
                    <a:pt x="5642" y="5008"/>
                    <a:pt x="5642" y="0"/>
                    <a:pt x="2416" y="0"/>
                  </a:cubicBezTo>
                  <a:close/>
                </a:path>
              </a:pathLst>
            </a:custGeom>
            <a:solidFill>
              <a:srgbClr val="0679C3"/>
            </a:solidFill>
            <a:ln w="735" cap="flat">
              <a:noFill/>
              <a:prstDash val="solid"/>
              <a:miter/>
            </a:ln>
          </p:spPr>
          <p:txBody>
            <a:bodyPr/>
            <a:lstStyle/>
            <a:p>
              <a:endParaRPr lang="en-US"/>
            </a:p>
          </p:txBody>
        </p:sp>
        <p:sp>
          <p:nvSpPr>
            <p:cNvPr id="1068" name="Freeform: Shape 1067">
              <a:extLst>
                <a:ext uri="{FF2B5EF4-FFF2-40B4-BE49-F238E27FC236}">
                  <a16:creationId xmlns:a16="http://schemas.microsoft.com/office/drawing/2014/main" id="{F058B2F3-4EB7-65D5-92AB-9455F71DFAB6}"/>
                </a:ext>
              </a:extLst>
            </p:cNvPr>
            <p:cNvSpPr/>
            <p:nvPr/>
          </p:nvSpPr>
          <p:spPr>
            <a:xfrm>
              <a:off x="5176290" y="2928640"/>
              <a:ext cx="3779" cy="3912"/>
            </a:xfrm>
            <a:custGeom>
              <a:avLst/>
              <a:gdLst>
                <a:gd name="csX0" fmla="*/ 2449 w 4901"/>
                <a:gd name="csY0" fmla="*/ 0 h 5073"/>
                <a:gd name="csX1" fmla="*/ 2449 w 4901"/>
                <a:gd name="csY1" fmla="*/ 5074 h 5073"/>
                <a:gd name="csX2" fmla="*/ 2449 w 4901"/>
                <a:gd name="csY2" fmla="*/ 0 h 5073"/>
              </a:gdLst>
              <a:ahLst/>
              <a:cxnLst>
                <a:cxn ang="0">
                  <a:pos x="csX0" y="csY0"/>
                </a:cxn>
                <a:cxn ang="0">
                  <a:pos x="csX1" y="csY1"/>
                </a:cxn>
                <a:cxn ang="0">
                  <a:pos x="csX2" y="csY2"/>
                </a:cxn>
              </a:cxnLst>
              <a:rect l="l" t="t" r="r" b="b"/>
              <a:pathLst>
                <a:path w="4901" h="5073">
                  <a:moveTo>
                    <a:pt x="2449" y="0"/>
                  </a:moveTo>
                  <a:cubicBezTo>
                    <a:pt x="-813" y="0"/>
                    <a:pt x="-820" y="5074"/>
                    <a:pt x="2449" y="5074"/>
                  </a:cubicBezTo>
                  <a:cubicBezTo>
                    <a:pt x="5719" y="5074"/>
                    <a:pt x="5719" y="0"/>
                    <a:pt x="2449" y="0"/>
                  </a:cubicBezTo>
                  <a:close/>
                </a:path>
              </a:pathLst>
            </a:custGeom>
            <a:solidFill>
              <a:srgbClr val="0679C3"/>
            </a:solidFill>
            <a:ln w="735" cap="flat">
              <a:noFill/>
              <a:prstDash val="solid"/>
              <a:miter/>
            </a:ln>
          </p:spPr>
          <p:txBody>
            <a:bodyPr/>
            <a:lstStyle/>
            <a:p>
              <a:endParaRPr lang="en-US"/>
            </a:p>
          </p:txBody>
        </p:sp>
        <p:sp>
          <p:nvSpPr>
            <p:cNvPr id="1069" name="Freeform: Shape 1068">
              <a:extLst>
                <a:ext uri="{FF2B5EF4-FFF2-40B4-BE49-F238E27FC236}">
                  <a16:creationId xmlns:a16="http://schemas.microsoft.com/office/drawing/2014/main" id="{57711B80-7613-A154-29E5-B0A622E7A1C2}"/>
                </a:ext>
              </a:extLst>
            </p:cNvPr>
            <p:cNvSpPr/>
            <p:nvPr/>
          </p:nvSpPr>
          <p:spPr>
            <a:xfrm>
              <a:off x="5182534" y="2928681"/>
              <a:ext cx="13460" cy="4246"/>
            </a:xfrm>
            <a:custGeom>
              <a:avLst/>
              <a:gdLst>
                <a:gd name="csX0" fmla="*/ 15738 w 17455"/>
                <a:gd name="csY0" fmla="*/ 440 h 5506"/>
                <a:gd name="csX1" fmla="*/ 2438 w 17455"/>
                <a:gd name="csY1" fmla="*/ 226 h 5506"/>
                <a:gd name="csX2" fmla="*/ 2438 w 17455"/>
                <a:gd name="csY2" fmla="*/ 5278 h 5506"/>
                <a:gd name="csX3" fmla="*/ 15738 w 17455"/>
                <a:gd name="csY3" fmla="*/ 5064 h 5506"/>
                <a:gd name="csX4" fmla="*/ 15738 w 17455"/>
                <a:gd name="csY4" fmla="*/ 432 h 5506"/>
              </a:gdLst>
              <a:ahLst/>
              <a:cxnLst>
                <a:cxn ang="0">
                  <a:pos x="csX0" y="csY0"/>
                </a:cxn>
                <a:cxn ang="0">
                  <a:pos x="csX1" y="csY1"/>
                </a:cxn>
                <a:cxn ang="0">
                  <a:pos x="csX2" y="csY2"/>
                </a:cxn>
                <a:cxn ang="0">
                  <a:pos x="csX3" y="csY3"/>
                </a:cxn>
                <a:cxn ang="0">
                  <a:pos x="csX4" y="csY4"/>
                </a:cxn>
              </a:cxnLst>
              <a:rect l="l" t="t" r="r" b="b"/>
              <a:pathLst>
                <a:path w="17455" h="5506">
                  <a:moveTo>
                    <a:pt x="15738" y="440"/>
                  </a:moveTo>
                  <a:cubicBezTo>
                    <a:pt x="11430" y="-341"/>
                    <a:pt x="6798" y="138"/>
                    <a:pt x="2438" y="226"/>
                  </a:cubicBezTo>
                  <a:cubicBezTo>
                    <a:pt x="-809" y="300"/>
                    <a:pt x="-816" y="5204"/>
                    <a:pt x="2438" y="5278"/>
                  </a:cubicBezTo>
                  <a:cubicBezTo>
                    <a:pt x="6798" y="5373"/>
                    <a:pt x="11430" y="5845"/>
                    <a:pt x="15738" y="5064"/>
                  </a:cubicBezTo>
                  <a:cubicBezTo>
                    <a:pt x="18028" y="4652"/>
                    <a:pt x="18028" y="852"/>
                    <a:pt x="15738" y="432"/>
                  </a:cubicBezTo>
                  <a:close/>
                </a:path>
              </a:pathLst>
            </a:custGeom>
            <a:solidFill>
              <a:srgbClr val="0679C3"/>
            </a:solidFill>
            <a:ln w="735" cap="flat">
              <a:noFill/>
              <a:prstDash val="solid"/>
              <a:miter/>
            </a:ln>
          </p:spPr>
          <p:txBody>
            <a:bodyPr/>
            <a:lstStyle/>
            <a:p>
              <a:endParaRPr lang="en-US"/>
            </a:p>
          </p:txBody>
        </p:sp>
        <p:sp>
          <p:nvSpPr>
            <p:cNvPr id="1055" name="Freeform: Shape 1054">
              <a:extLst>
                <a:ext uri="{FF2B5EF4-FFF2-40B4-BE49-F238E27FC236}">
                  <a16:creationId xmlns:a16="http://schemas.microsoft.com/office/drawing/2014/main" id="{9BAA13A8-6464-6D52-BACB-1271831FFDEC}"/>
                </a:ext>
              </a:extLst>
            </p:cNvPr>
            <p:cNvSpPr/>
            <p:nvPr/>
          </p:nvSpPr>
          <p:spPr>
            <a:xfrm>
              <a:off x="5223233" y="2346286"/>
              <a:ext cx="164492" cy="76830"/>
            </a:xfrm>
            <a:custGeom>
              <a:avLst/>
              <a:gdLst>
                <a:gd name="csX0" fmla="*/ 150508 w 213308"/>
                <a:gd name="csY0" fmla="*/ 92588 h 99631"/>
                <a:gd name="csX1" fmla="*/ 60313 w 213308"/>
                <a:gd name="csY1" fmla="*/ 34302 h 99631"/>
                <a:gd name="csX2" fmla="*/ 2705 w 213308"/>
                <a:gd name="csY2" fmla="*/ 75224 h 99631"/>
                <a:gd name="csX3" fmla="*/ 92340 w 213308"/>
                <a:gd name="csY3" fmla="*/ 148 h 99631"/>
                <a:gd name="csX4" fmla="*/ 151811 w 213308"/>
                <a:gd name="csY4" fmla="*/ 10097 h 99631"/>
                <a:gd name="csX5" fmla="*/ 167651 w 213308"/>
                <a:gd name="csY5" fmla="*/ 21091 h 99631"/>
                <a:gd name="csX6" fmla="*/ 213294 w 213308"/>
                <a:gd name="csY6" fmla="*/ 86660 h 99631"/>
                <a:gd name="csX7" fmla="*/ 150508 w 213308"/>
                <a:gd name="csY7" fmla="*/ 92588 h 996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3308" h="99631">
                  <a:moveTo>
                    <a:pt x="150508" y="92588"/>
                  </a:moveTo>
                  <a:cubicBezTo>
                    <a:pt x="150508" y="92588"/>
                    <a:pt x="125522" y="2188"/>
                    <a:pt x="60313" y="34302"/>
                  </a:cubicBezTo>
                  <a:cubicBezTo>
                    <a:pt x="5120" y="61483"/>
                    <a:pt x="3235" y="70997"/>
                    <a:pt x="2705" y="75224"/>
                  </a:cubicBezTo>
                  <a:cubicBezTo>
                    <a:pt x="-6375" y="72175"/>
                    <a:pt x="3603" y="4250"/>
                    <a:pt x="92340" y="148"/>
                  </a:cubicBezTo>
                  <a:cubicBezTo>
                    <a:pt x="126509" y="-1428"/>
                    <a:pt x="151826" y="10111"/>
                    <a:pt x="151811" y="10097"/>
                  </a:cubicBezTo>
                  <a:cubicBezTo>
                    <a:pt x="159713" y="13388"/>
                    <a:pt x="162637" y="18352"/>
                    <a:pt x="167651" y="21091"/>
                  </a:cubicBezTo>
                  <a:cubicBezTo>
                    <a:pt x="201997" y="39855"/>
                    <a:pt x="212543" y="70091"/>
                    <a:pt x="213294" y="86660"/>
                  </a:cubicBezTo>
                  <a:cubicBezTo>
                    <a:pt x="214443" y="111853"/>
                    <a:pt x="150508" y="92588"/>
                    <a:pt x="150508" y="92588"/>
                  </a:cubicBezTo>
                  <a:close/>
                </a:path>
              </a:pathLst>
            </a:custGeom>
            <a:solidFill>
              <a:srgbClr val="161616"/>
            </a:solidFill>
            <a:ln w="735" cap="flat">
              <a:noFill/>
              <a:prstDash val="solid"/>
              <a:miter/>
            </a:ln>
          </p:spPr>
          <p:txBody>
            <a:bodyPr/>
            <a:lstStyle/>
            <a:p>
              <a:endParaRPr lang="en-US"/>
            </a:p>
          </p:txBody>
        </p:sp>
        <p:sp>
          <p:nvSpPr>
            <p:cNvPr id="1056" name="Freeform: Shape 1055">
              <a:extLst>
                <a:ext uri="{FF2B5EF4-FFF2-40B4-BE49-F238E27FC236}">
                  <a16:creationId xmlns:a16="http://schemas.microsoft.com/office/drawing/2014/main" id="{F8C2986C-0321-835C-BBD8-1FE93766BDE7}"/>
                </a:ext>
              </a:extLst>
            </p:cNvPr>
            <p:cNvSpPr/>
            <p:nvPr/>
          </p:nvSpPr>
          <p:spPr>
            <a:xfrm>
              <a:off x="5328786" y="2353600"/>
              <a:ext cx="56" cy="39"/>
            </a:xfrm>
            <a:custGeom>
              <a:avLst/>
              <a:gdLst>
                <a:gd name="csX0" fmla="*/ 74 w 73"/>
                <a:gd name="csY0" fmla="*/ 52 h 51"/>
                <a:gd name="csX1" fmla="*/ 0 w 73"/>
                <a:gd name="csY1" fmla="*/ 0 h 51"/>
                <a:gd name="csX2" fmla="*/ 37 w 73"/>
                <a:gd name="csY2" fmla="*/ 15 h 51"/>
                <a:gd name="csX3" fmla="*/ 74 w 73"/>
                <a:gd name="csY3" fmla="*/ 52 h 51"/>
              </a:gdLst>
              <a:ahLst/>
              <a:cxnLst>
                <a:cxn ang="0">
                  <a:pos x="csX0" y="csY0"/>
                </a:cxn>
                <a:cxn ang="0">
                  <a:pos x="csX1" y="csY1"/>
                </a:cxn>
                <a:cxn ang="0">
                  <a:pos x="csX2" y="csY2"/>
                </a:cxn>
                <a:cxn ang="0">
                  <a:pos x="csX3" y="csY3"/>
                </a:cxn>
              </a:cxnLst>
              <a:rect l="l" t="t" r="r" b="b"/>
              <a:pathLst>
                <a:path w="73" h="51">
                  <a:moveTo>
                    <a:pt x="74" y="52"/>
                  </a:moveTo>
                  <a:cubicBezTo>
                    <a:pt x="74" y="52"/>
                    <a:pt x="22" y="22"/>
                    <a:pt x="0" y="0"/>
                  </a:cubicBezTo>
                  <a:cubicBezTo>
                    <a:pt x="15" y="0"/>
                    <a:pt x="22" y="7"/>
                    <a:pt x="37" y="15"/>
                  </a:cubicBezTo>
                  <a:cubicBezTo>
                    <a:pt x="52" y="29"/>
                    <a:pt x="59" y="37"/>
                    <a:pt x="74" y="52"/>
                  </a:cubicBezTo>
                  <a:close/>
                </a:path>
              </a:pathLst>
            </a:custGeom>
            <a:solidFill>
              <a:srgbClr val="757575"/>
            </a:solidFill>
            <a:ln w="735" cap="flat">
              <a:noFill/>
              <a:prstDash val="solid"/>
              <a:miter/>
            </a:ln>
          </p:spPr>
          <p:txBody>
            <a:bodyPr/>
            <a:lstStyle/>
            <a:p>
              <a:endParaRPr lang="en-US"/>
            </a:p>
          </p:txBody>
        </p:sp>
        <p:sp>
          <p:nvSpPr>
            <p:cNvPr id="1058" name="Freeform: Shape 1057">
              <a:extLst>
                <a:ext uri="{FF2B5EF4-FFF2-40B4-BE49-F238E27FC236}">
                  <a16:creationId xmlns:a16="http://schemas.microsoft.com/office/drawing/2014/main" id="{593B5807-397E-F1ED-60D5-69B062116051}"/>
                </a:ext>
              </a:extLst>
            </p:cNvPr>
            <p:cNvSpPr/>
            <p:nvPr/>
          </p:nvSpPr>
          <p:spPr>
            <a:xfrm flipH="1">
              <a:off x="5275530" y="2826667"/>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1059" name="Freeform: Shape 1058">
              <a:extLst>
                <a:ext uri="{FF2B5EF4-FFF2-40B4-BE49-F238E27FC236}">
                  <a16:creationId xmlns:a16="http://schemas.microsoft.com/office/drawing/2014/main" id="{4E9ABEC8-755D-32C8-9131-83041993E391}"/>
                </a:ext>
              </a:extLst>
            </p:cNvPr>
            <p:cNvSpPr/>
            <p:nvPr/>
          </p:nvSpPr>
          <p:spPr>
            <a:xfrm flipH="1">
              <a:off x="5157827" y="2831164"/>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1060" name="Freeform: Shape 1059">
              <a:extLst>
                <a:ext uri="{FF2B5EF4-FFF2-40B4-BE49-F238E27FC236}">
                  <a16:creationId xmlns:a16="http://schemas.microsoft.com/office/drawing/2014/main" id="{2E9485E2-E85A-A374-D459-1F33ED1DEF00}"/>
                </a:ext>
              </a:extLst>
            </p:cNvPr>
            <p:cNvSpPr/>
            <p:nvPr/>
          </p:nvSpPr>
          <p:spPr>
            <a:xfrm flipH="1">
              <a:off x="5217823" y="2834174"/>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1061" name="Freeform: Shape 1060">
              <a:extLst>
                <a:ext uri="{FF2B5EF4-FFF2-40B4-BE49-F238E27FC236}">
                  <a16:creationId xmlns:a16="http://schemas.microsoft.com/office/drawing/2014/main" id="{86FB2AC1-6F79-C907-27E3-8C60F5A102D6}"/>
                </a:ext>
              </a:extLst>
            </p:cNvPr>
            <p:cNvSpPr/>
            <p:nvPr/>
          </p:nvSpPr>
          <p:spPr>
            <a:xfrm flipH="1">
              <a:off x="5258535" y="2846377"/>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sp>
          <p:nvSpPr>
            <p:cNvPr id="1081" name="Rectangle 1080">
              <a:extLst>
                <a:ext uri="{FF2B5EF4-FFF2-40B4-BE49-F238E27FC236}">
                  <a16:creationId xmlns:a16="http://schemas.microsoft.com/office/drawing/2014/main" id="{147BC400-FEA1-0D3F-1F70-17A1D5124B57}"/>
                </a:ext>
              </a:extLst>
            </p:cNvPr>
            <p:cNvSpPr>
              <a:spLocks/>
            </p:cNvSpPr>
            <p:nvPr/>
          </p:nvSpPr>
          <p:spPr>
            <a:xfrm>
              <a:off x="4813301" y="2934487"/>
              <a:ext cx="843735" cy="45719"/>
            </a:xfrm>
            <a:prstGeom prst="rect">
              <a:avLst/>
            </a:prstGeom>
            <a:solidFill>
              <a:srgbClr val="CCCCCC"/>
            </a:solidFill>
            <a:ln w="735" cap="flat">
              <a:noFill/>
              <a:prstDash val="solid"/>
              <a:miter/>
            </a:ln>
          </p:spPr>
          <p:txBody>
            <a:bodyPr>
              <a:noAutofit/>
            </a:bodyPr>
            <a:lstStyle/>
            <a:p>
              <a:endParaRPr lang="en-US"/>
            </a:p>
          </p:txBody>
        </p:sp>
      </p:grpSp>
      <p:grpSp>
        <p:nvGrpSpPr>
          <p:cNvPr id="1264" name="Group 1263">
            <a:extLst>
              <a:ext uri="{FF2B5EF4-FFF2-40B4-BE49-F238E27FC236}">
                <a16:creationId xmlns:a16="http://schemas.microsoft.com/office/drawing/2014/main" id="{51E82FE3-B736-E200-FC1B-2EE1F5E2C6F3}"/>
              </a:ext>
            </a:extLst>
          </p:cNvPr>
          <p:cNvGrpSpPr/>
          <p:nvPr/>
        </p:nvGrpSpPr>
        <p:grpSpPr>
          <a:xfrm>
            <a:off x="7042682" y="2371110"/>
            <a:ext cx="868996" cy="633920"/>
            <a:chOff x="4813301" y="2346286"/>
            <a:chExt cx="868996" cy="633920"/>
          </a:xfrm>
        </p:grpSpPr>
        <p:sp>
          <p:nvSpPr>
            <p:cNvPr id="1265" name="Freeform: Shape 1264">
              <a:extLst>
                <a:ext uri="{FF2B5EF4-FFF2-40B4-BE49-F238E27FC236}">
                  <a16:creationId xmlns:a16="http://schemas.microsoft.com/office/drawing/2014/main" id="{82D24458-DA4B-3B4D-F2A6-F2308566AE7E}"/>
                </a:ext>
              </a:extLst>
            </p:cNvPr>
            <p:cNvSpPr/>
            <p:nvPr/>
          </p:nvSpPr>
          <p:spPr>
            <a:xfrm>
              <a:off x="5421866" y="2698227"/>
              <a:ext cx="260431" cy="252803"/>
            </a:xfrm>
            <a:custGeom>
              <a:avLst/>
              <a:gdLst>
                <a:gd name="csX0" fmla="*/ 134902 w 337718"/>
                <a:gd name="csY0" fmla="*/ 3363 h 327828"/>
                <a:gd name="csX1" fmla="*/ 333002 w 337718"/>
                <a:gd name="csY1" fmla="*/ 35809 h 327828"/>
                <a:gd name="csX2" fmla="*/ 271527 w 337718"/>
                <a:gd name="csY2" fmla="*/ 327829 h 327828"/>
                <a:gd name="csX3" fmla="*/ 0 w 337718"/>
                <a:gd name="csY3" fmla="*/ 327829 h 327828"/>
                <a:gd name="csX4" fmla="*/ 8542 w 337718"/>
                <a:gd name="csY4" fmla="*/ 124611 h 327828"/>
                <a:gd name="csX5" fmla="*/ 134916 w 337718"/>
                <a:gd name="csY5" fmla="*/ 3363 h 327828"/>
              </a:gdLst>
              <a:ahLst/>
              <a:cxnLst>
                <a:cxn ang="0">
                  <a:pos x="csX0" y="csY0"/>
                </a:cxn>
                <a:cxn ang="0">
                  <a:pos x="csX1" y="csY1"/>
                </a:cxn>
                <a:cxn ang="0">
                  <a:pos x="csX2" y="csY2"/>
                </a:cxn>
                <a:cxn ang="0">
                  <a:pos x="csX3" y="csY3"/>
                </a:cxn>
                <a:cxn ang="0">
                  <a:pos x="csX4" y="csY4"/>
                </a:cxn>
                <a:cxn ang="0">
                  <a:pos x="csX5" y="csY5"/>
                </a:cxn>
              </a:cxnLst>
              <a:rect l="l" t="t" r="r" b="b"/>
              <a:pathLst>
                <a:path w="337718" h="327828">
                  <a:moveTo>
                    <a:pt x="134902" y="3363"/>
                  </a:moveTo>
                  <a:cubicBezTo>
                    <a:pt x="134902" y="3363"/>
                    <a:pt x="307382" y="-15423"/>
                    <a:pt x="333002" y="35809"/>
                  </a:cubicBezTo>
                  <a:cubicBezTo>
                    <a:pt x="358621" y="87040"/>
                    <a:pt x="271527" y="327829"/>
                    <a:pt x="271527" y="327829"/>
                  </a:cubicBezTo>
                  <a:lnTo>
                    <a:pt x="0" y="327829"/>
                  </a:lnTo>
                  <a:lnTo>
                    <a:pt x="8542" y="124611"/>
                  </a:lnTo>
                  <a:lnTo>
                    <a:pt x="134916" y="3363"/>
                  </a:lnTo>
                  <a:close/>
                </a:path>
              </a:pathLst>
            </a:custGeom>
            <a:solidFill>
              <a:srgbClr val="34B4F4"/>
            </a:solidFill>
            <a:ln w="735" cap="flat">
              <a:noFill/>
              <a:prstDash val="solid"/>
              <a:miter/>
            </a:ln>
          </p:spPr>
          <p:txBody>
            <a:bodyPr/>
            <a:lstStyle/>
            <a:p>
              <a:endParaRPr lang="en-US"/>
            </a:p>
          </p:txBody>
        </p:sp>
        <p:sp>
          <p:nvSpPr>
            <p:cNvPr id="1266" name="Freeform: Shape 1265">
              <a:extLst>
                <a:ext uri="{FF2B5EF4-FFF2-40B4-BE49-F238E27FC236}">
                  <a16:creationId xmlns:a16="http://schemas.microsoft.com/office/drawing/2014/main" id="{88A98417-6C84-6231-501A-B872CDFD4C86}"/>
                </a:ext>
              </a:extLst>
            </p:cNvPr>
            <p:cNvSpPr/>
            <p:nvPr/>
          </p:nvSpPr>
          <p:spPr>
            <a:xfrm>
              <a:off x="5125554" y="2545604"/>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1267" name="Freeform: Shape 1266">
              <a:extLst>
                <a:ext uri="{FF2B5EF4-FFF2-40B4-BE49-F238E27FC236}">
                  <a16:creationId xmlns:a16="http://schemas.microsoft.com/office/drawing/2014/main" id="{D04A6618-6053-912A-51D1-B4F64D73FFC1}"/>
                </a:ext>
              </a:extLst>
            </p:cNvPr>
            <p:cNvSpPr/>
            <p:nvPr/>
          </p:nvSpPr>
          <p:spPr>
            <a:xfrm flipH="1">
              <a:off x="5077928" y="2550366"/>
              <a:ext cx="508438" cy="40838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p>
              <a:endParaRPr lang="en-US"/>
            </a:p>
          </p:txBody>
        </p:sp>
        <p:sp>
          <p:nvSpPr>
            <p:cNvPr id="1268" name="Freeform: Shape 1267">
              <a:extLst>
                <a:ext uri="{FF2B5EF4-FFF2-40B4-BE49-F238E27FC236}">
                  <a16:creationId xmlns:a16="http://schemas.microsoft.com/office/drawing/2014/main" id="{EF8FDBA4-1263-277E-79E0-79BB91605EC7}"/>
                </a:ext>
              </a:extLst>
            </p:cNvPr>
            <p:cNvSpPr/>
            <p:nvPr/>
          </p:nvSpPr>
          <p:spPr>
            <a:xfrm flipH="1">
              <a:off x="5116292" y="2822553"/>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1269" name="Freeform: Shape 1268">
              <a:extLst>
                <a:ext uri="{FF2B5EF4-FFF2-40B4-BE49-F238E27FC236}">
                  <a16:creationId xmlns:a16="http://schemas.microsoft.com/office/drawing/2014/main" id="{015712FA-2BF7-B98E-129D-B526422D31C4}"/>
                </a:ext>
              </a:extLst>
            </p:cNvPr>
            <p:cNvSpPr/>
            <p:nvPr/>
          </p:nvSpPr>
          <p:spPr>
            <a:xfrm flipH="1">
              <a:off x="5168017" y="2858865"/>
              <a:ext cx="118359"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sp>
          <p:nvSpPr>
            <p:cNvPr id="1270" name="Freeform: Shape 1269">
              <a:extLst>
                <a:ext uri="{FF2B5EF4-FFF2-40B4-BE49-F238E27FC236}">
                  <a16:creationId xmlns:a16="http://schemas.microsoft.com/office/drawing/2014/main" id="{5E6EA05C-F8E8-02A1-04EC-BF7D2B1C94F5}"/>
                </a:ext>
              </a:extLst>
            </p:cNvPr>
            <p:cNvSpPr/>
            <p:nvPr/>
          </p:nvSpPr>
          <p:spPr>
            <a:xfrm>
              <a:off x="5487555" y="2817791"/>
              <a:ext cx="108073" cy="118387"/>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p>
              <a:endParaRPr lang="en-US"/>
            </a:p>
          </p:txBody>
        </p:sp>
        <p:sp>
          <p:nvSpPr>
            <p:cNvPr id="1271" name="Freeform: Shape 1270">
              <a:extLst>
                <a:ext uri="{FF2B5EF4-FFF2-40B4-BE49-F238E27FC236}">
                  <a16:creationId xmlns:a16="http://schemas.microsoft.com/office/drawing/2014/main" id="{8ADAE90F-CECE-98BE-E2A2-CA84EDDC74E3}"/>
                </a:ext>
              </a:extLst>
            </p:cNvPr>
            <p:cNvSpPr/>
            <p:nvPr/>
          </p:nvSpPr>
          <p:spPr>
            <a:xfrm>
              <a:off x="5446012" y="2700724"/>
              <a:ext cx="50039" cy="167860"/>
            </a:xfrm>
            <a:custGeom>
              <a:avLst/>
              <a:gdLst>
                <a:gd name="csX0" fmla="*/ 23 w 64889"/>
                <a:gd name="csY0" fmla="*/ 4131 h 217676"/>
                <a:gd name="csX1" fmla="*/ 8550 w 64889"/>
                <a:gd name="csY1" fmla="*/ 3999 h 217676"/>
                <a:gd name="csX2" fmla="*/ 34089 w 64889"/>
                <a:gd name="csY2" fmla="*/ 113988 h 217676"/>
                <a:gd name="csX3" fmla="*/ 53957 w 64889"/>
                <a:gd name="csY3" fmla="*/ 153982 h 217676"/>
                <a:gd name="csX4" fmla="*/ 55194 w 64889"/>
                <a:gd name="csY4" fmla="*/ 179189 h 217676"/>
                <a:gd name="csX5" fmla="*/ 62521 w 64889"/>
                <a:gd name="csY5" fmla="*/ 208144 h 217676"/>
                <a:gd name="csX6" fmla="*/ 57565 w 64889"/>
                <a:gd name="csY6" fmla="*/ 216929 h 217676"/>
                <a:gd name="csX7" fmla="*/ 41651 w 64889"/>
                <a:gd name="csY7" fmla="*/ 178320 h 217676"/>
                <a:gd name="csX8" fmla="*/ 23853 w 64889"/>
                <a:gd name="csY8" fmla="*/ 122825 h 217676"/>
                <a:gd name="csX9" fmla="*/ 37 w 64889"/>
                <a:gd name="csY9" fmla="*/ 4131 h 2176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889" h="217676">
                  <a:moveTo>
                    <a:pt x="23" y="4131"/>
                  </a:moveTo>
                  <a:cubicBezTo>
                    <a:pt x="-486" y="-1436"/>
                    <a:pt x="7769" y="-1274"/>
                    <a:pt x="8550" y="3999"/>
                  </a:cubicBezTo>
                  <a:cubicBezTo>
                    <a:pt x="13808" y="39788"/>
                    <a:pt x="21165" y="80135"/>
                    <a:pt x="34089" y="113988"/>
                  </a:cubicBezTo>
                  <a:cubicBezTo>
                    <a:pt x="39891" y="129187"/>
                    <a:pt x="49457" y="138385"/>
                    <a:pt x="53957" y="153982"/>
                  </a:cubicBezTo>
                  <a:cubicBezTo>
                    <a:pt x="56365" y="162333"/>
                    <a:pt x="55437" y="170654"/>
                    <a:pt x="55194" y="179189"/>
                  </a:cubicBezTo>
                  <a:cubicBezTo>
                    <a:pt x="54973" y="187112"/>
                    <a:pt x="54840" y="203092"/>
                    <a:pt x="62521" y="208144"/>
                  </a:cubicBezTo>
                  <a:cubicBezTo>
                    <a:pt x="67882" y="211671"/>
                    <a:pt x="63235" y="220243"/>
                    <a:pt x="57565" y="216929"/>
                  </a:cubicBezTo>
                  <a:cubicBezTo>
                    <a:pt x="43647" y="208807"/>
                    <a:pt x="41040" y="192017"/>
                    <a:pt x="41651" y="178320"/>
                  </a:cubicBezTo>
                  <a:cubicBezTo>
                    <a:pt x="42550" y="158268"/>
                    <a:pt x="30974" y="141036"/>
                    <a:pt x="23853" y="122825"/>
                  </a:cubicBezTo>
                  <a:cubicBezTo>
                    <a:pt x="9743" y="86756"/>
                    <a:pt x="3572" y="42756"/>
                    <a:pt x="37" y="4131"/>
                  </a:cubicBezTo>
                  <a:close/>
                </a:path>
              </a:pathLst>
            </a:custGeom>
            <a:solidFill>
              <a:srgbClr val="084D91"/>
            </a:solidFill>
            <a:ln w="735" cap="flat">
              <a:noFill/>
              <a:prstDash val="solid"/>
              <a:miter/>
            </a:ln>
          </p:spPr>
          <p:txBody>
            <a:bodyPr/>
            <a:lstStyle/>
            <a:p>
              <a:endParaRPr lang="en-US"/>
            </a:p>
          </p:txBody>
        </p:sp>
        <p:sp>
          <p:nvSpPr>
            <p:cNvPr id="1272" name="Freeform: Shape 1271">
              <a:extLst>
                <a:ext uri="{FF2B5EF4-FFF2-40B4-BE49-F238E27FC236}">
                  <a16:creationId xmlns:a16="http://schemas.microsoft.com/office/drawing/2014/main" id="{2DA456E1-9E1F-1FDB-AD3C-16F13B42CF19}"/>
                </a:ext>
              </a:extLst>
            </p:cNvPr>
            <p:cNvSpPr/>
            <p:nvPr/>
          </p:nvSpPr>
          <p:spPr>
            <a:xfrm>
              <a:off x="5459841" y="2617181"/>
              <a:ext cx="91001" cy="96140"/>
            </a:xfrm>
            <a:custGeom>
              <a:avLst/>
              <a:gdLst>
                <a:gd name="csX0" fmla="*/ 116806 w 118007"/>
                <a:gd name="csY0" fmla="*/ 13237 h 124672"/>
                <a:gd name="csX1" fmla="*/ 51178 w 118007"/>
                <a:gd name="csY1" fmla="*/ 8141 h 124672"/>
                <a:gd name="csX2" fmla="*/ 26567 w 118007"/>
                <a:gd name="csY2" fmla="*/ 35388 h 124672"/>
                <a:gd name="csX3" fmla="*/ 9541 w 118007"/>
                <a:gd name="csY3" fmla="*/ 72642 h 124672"/>
                <a:gd name="csX4" fmla="*/ 219 w 118007"/>
                <a:gd name="csY4" fmla="*/ 121422 h 124672"/>
                <a:gd name="csX5" fmla="*/ 6647 w 118007"/>
                <a:gd name="csY5" fmla="*/ 121709 h 124672"/>
                <a:gd name="csX6" fmla="*/ 10484 w 118007"/>
                <a:gd name="csY6" fmla="*/ 95589 h 124672"/>
                <a:gd name="csX7" fmla="*/ 17892 w 118007"/>
                <a:gd name="csY7" fmla="*/ 72628 h 124672"/>
                <a:gd name="csX8" fmla="*/ 38762 w 118007"/>
                <a:gd name="csY8" fmla="*/ 31617 h 124672"/>
                <a:gd name="csX9" fmla="*/ 72924 w 118007"/>
                <a:gd name="csY9" fmla="*/ 9326 h 124672"/>
                <a:gd name="csX10" fmla="*/ 111460 w 118007"/>
                <a:gd name="csY10" fmla="*/ 19570 h 124672"/>
                <a:gd name="csX11" fmla="*/ 116806 w 118007"/>
                <a:gd name="csY11" fmla="*/ 13244 h 124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8007" h="124672">
                  <a:moveTo>
                    <a:pt x="116806" y="13237"/>
                  </a:moveTo>
                  <a:cubicBezTo>
                    <a:pt x="99250" y="-2412"/>
                    <a:pt x="71068" y="-4282"/>
                    <a:pt x="51178" y="8141"/>
                  </a:cubicBezTo>
                  <a:cubicBezTo>
                    <a:pt x="40595" y="14746"/>
                    <a:pt x="32716" y="24688"/>
                    <a:pt x="26567" y="35388"/>
                  </a:cubicBezTo>
                  <a:cubicBezTo>
                    <a:pt x="19799" y="47170"/>
                    <a:pt x="14232" y="59903"/>
                    <a:pt x="9541" y="72642"/>
                  </a:cubicBezTo>
                  <a:cubicBezTo>
                    <a:pt x="3974" y="87753"/>
                    <a:pt x="-1129" y="105140"/>
                    <a:pt x="219" y="121422"/>
                  </a:cubicBezTo>
                  <a:cubicBezTo>
                    <a:pt x="557" y="125472"/>
                    <a:pt x="6191" y="125928"/>
                    <a:pt x="6647" y="121709"/>
                  </a:cubicBezTo>
                  <a:cubicBezTo>
                    <a:pt x="7619" y="112857"/>
                    <a:pt x="8348" y="104278"/>
                    <a:pt x="10484" y="95589"/>
                  </a:cubicBezTo>
                  <a:cubicBezTo>
                    <a:pt x="12413" y="87768"/>
                    <a:pt x="14947" y="80124"/>
                    <a:pt x="17892" y="72628"/>
                  </a:cubicBezTo>
                  <a:cubicBezTo>
                    <a:pt x="23445" y="58489"/>
                    <a:pt x="29859" y="44011"/>
                    <a:pt x="38762" y="31617"/>
                  </a:cubicBezTo>
                  <a:cubicBezTo>
                    <a:pt x="47127" y="19967"/>
                    <a:pt x="58527" y="11484"/>
                    <a:pt x="72924" y="9326"/>
                  </a:cubicBezTo>
                  <a:cubicBezTo>
                    <a:pt x="86805" y="7250"/>
                    <a:pt x="100259" y="11396"/>
                    <a:pt x="111460" y="19570"/>
                  </a:cubicBezTo>
                  <a:cubicBezTo>
                    <a:pt x="115230" y="22324"/>
                    <a:pt x="120370" y="16418"/>
                    <a:pt x="116806" y="13244"/>
                  </a:cubicBezTo>
                  <a:close/>
                </a:path>
              </a:pathLst>
            </a:custGeom>
            <a:solidFill>
              <a:srgbClr val="084D91"/>
            </a:solidFill>
            <a:ln w="735" cap="flat">
              <a:noFill/>
              <a:prstDash val="solid"/>
              <a:miter/>
            </a:ln>
          </p:spPr>
          <p:txBody>
            <a:bodyPr/>
            <a:lstStyle/>
            <a:p>
              <a:endParaRPr lang="en-US"/>
            </a:p>
          </p:txBody>
        </p:sp>
        <p:sp>
          <p:nvSpPr>
            <p:cNvPr id="1273" name="Freeform: Shape 1272">
              <a:extLst>
                <a:ext uri="{FF2B5EF4-FFF2-40B4-BE49-F238E27FC236}">
                  <a16:creationId xmlns:a16="http://schemas.microsoft.com/office/drawing/2014/main" id="{DC3CE495-6CAD-4EEF-3DFE-88F6710E192E}"/>
                </a:ext>
              </a:extLst>
            </p:cNvPr>
            <p:cNvSpPr/>
            <p:nvPr/>
          </p:nvSpPr>
          <p:spPr>
            <a:xfrm>
              <a:off x="5283952" y="2654108"/>
              <a:ext cx="21939" cy="260423"/>
            </a:xfrm>
            <a:custGeom>
              <a:avLst/>
              <a:gdLst>
                <a:gd name="csX0" fmla="*/ 28366 w 28450"/>
                <a:gd name="csY0" fmla="*/ 4579 h 337709"/>
                <a:gd name="csX1" fmla="*/ 21304 w 28450"/>
                <a:gd name="csY1" fmla="*/ 2635 h 337709"/>
                <a:gd name="csX2" fmla="*/ 8645 w 28450"/>
                <a:gd name="csY2" fmla="*/ 68742 h 337709"/>
                <a:gd name="csX3" fmla="*/ 5412 w 28450"/>
                <a:gd name="csY3" fmla="*/ 134164 h 337709"/>
                <a:gd name="csX4" fmla="*/ 5854 w 28450"/>
                <a:gd name="csY4" fmla="*/ 168274 h 337709"/>
                <a:gd name="csX5" fmla="*/ 7415 w 28450"/>
                <a:gd name="csY5" fmla="*/ 199063 h 337709"/>
                <a:gd name="csX6" fmla="*/ 10059 w 28450"/>
                <a:gd name="csY6" fmla="*/ 214247 h 337709"/>
                <a:gd name="csX7" fmla="*/ 8159 w 28450"/>
                <a:gd name="csY7" fmla="*/ 230632 h 337709"/>
                <a:gd name="csX8" fmla="*/ 1818 w 28450"/>
                <a:gd name="csY8" fmla="*/ 260714 h 337709"/>
                <a:gd name="csX9" fmla="*/ 3026 w 28450"/>
                <a:gd name="csY9" fmla="*/ 333530 h 337709"/>
                <a:gd name="csX10" fmla="*/ 11745 w 28450"/>
                <a:gd name="csY10" fmla="*/ 333530 h 337709"/>
                <a:gd name="csX11" fmla="*/ 9919 w 28450"/>
                <a:gd name="csY11" fmla="*/ 269514 h 337709"/>
                <a:gd name="csX12" fmla="*/ 15670 w 28450"/>
                <a:gd name="csY12" fmla="*/ 238018 h 337709"/>
                <a:gd name="csX13" fmla="*/ 18490 w 28450"/>
                <a:gd name="csY13" fmla="*/ 208724 h 337709"/>
                <a:gd name="csX14" fmla="*/ 15493 w 28450"/>
                <a:gd name="csY14" fmla="*/ 194107 h 337709"/>
                <a:gd name="csX15" fmla="*/ 14389 w 28450"/>
                <a:gd name="csY15" fmla="*/ 177022 h 337709"/>
                <a:gd name="csX16" fmla="*/ 14492 w 28450"/>
                <a:gd name="csY16" fmla="*/ 145232 h 337709"/>
                <a:gd name="csX17" fmla="*/ 15663 w 28450"/>
                <a:gd name="csY17" fmla="*/ 78978 h 337709"/>
                <a:gd name="csX18" fmla="*/ 28373 w 28450"/>
                <a:gd name="csY18" fmla="*/ 4586 h 337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450" h="337709">
                  <a:moveTo>
                    <a:pt x="28366" y="4579"/>
                  </a:moveTo>
                  <a:cubicBezTo>
                    <a:pt x="29293" y="-9"/>
                    <a:pt x="22312" y="-1990"/>
                    <a:pt x="21304" y="2635"/>
                  </a:cubicBezTo>
                  <a:cubicBezTo>
                    <a:pt x="16517" y="24558"/>
                    <a:pt x="11716" y="46502"/>
                    <a:pt x="8645" y="68742"/>
                  </a:cubicBezTo>
                  <a:cubicBezTo>
                    <a:pt x="5633" y="90539"/>
                    <a:pt x="4734" y="112182"/>
                    <a:pt x="5412" y="134164"/>
                  </a:cubicBezTo>
                  <a:cubicBezTo>
                    <a:pt x="5765" y="145534"/>
                    <a:pt x="6200" y="156904"/>
                    <a:pt x="5854" y="168274"/>
                  </a:cubicBezTo>
                  <a:cubicBezTo>
                    <a:pt x="5537" y="178738"/>
                    <a:pt x="5235" y="188753"/>
                    <a:pt x="7415" y="199063"/>
                  </a:cubicBezTo>
                  <a:cubicBezTo>
                    <a:pt x="8475" y="204092"/>
                    <a:pt x="9838" y="209085"/>
                    <a:pt x="10059" y="214247"/>
                  </a:cubicBezTo>
                  <a:cubicBezTo>
                    <a:pt x="10302" y="219800"/>
                    <a:pt x="9388" y="225235"/>
                    <a:pt x="8159" y="230632"/>
                  </a:cubicBezTo>
                  <a:cubicBezTo>
                    <a:pt x="5876" y="240677"/>
                    <a:pt x="3151" y="250464"/>
                    <a:pt x="1818" y="260714"/>
                  </a:cubicBezTo>
                  <a:cubicBezTo>
                    <a:pt x="-1282" y="284581"/>
                    <a:pt x="-111" y="309715"/>
                    <a:pt x="3026" y="333530"/>
                  </a:cubicBezTo>
                  <a:cubicBezTo>
                    <a:pt x="3733" y="338906"/>
                    <a:pt x="11995" y="339296"/>
                    <a:pt x="11745" y="333530"/>
                  </a:cubicBezTo>
                  <a:cubicBezTo>
                    <a:pt x="10824" y="312108"/>
                    <a:pt x="8166" y="291003"/>
                    <a:pt x="9919" y="269514"/>
                  </a:cubicBezTo>
                  <a:cubicBezTo>
                    <a:pt x="10795" y="258770"/>
                    <a:pt x="13034" y="248446"/>
                    <a:pt x="15670" y="238018"/>
                  </a:cubicBezTo>
                  <a:cubicBezTo>
                    <a:pt x="18115" y="228350"/>
                    <a:pt x="19926" y="218703"/>
                    <a:pt x="18490" y="208724"/>
                  </a:cubicBezTo>
                  <a:cubicBezTo>
                    <a:pt x="17776" y="203798"/>
                    <a:pt x="16451" y="198989"/>
                    <a:pt x="15493" y="194107"/>
                  </a:cubicBezTo>
                  <a:cubicBezTo>
                    <a:pt x="14381" y="188451"/>
                    <a:pt x="14256" y="182766"/>
                    <a:pt x="14389" y="177022"/>
                  </a:cubicBezTo>
                  <a:cubicBezTo>
                    <a:pt x="14639" y="166403"/>
                    <a:pt x="14823" y="155851"/>
                    <a:pt x="14492" y="145232"/>
                  </a:cubicBezTo>
                  <a:cubicBezTo>
                    <a:pt x="13792" y="123037"/>
                    <a:pt x="13284" y="101107"/>
                    <a:pt x="15663" y="78978"/>
                  </a:cubicBezTo>
                  <a:cubicBezTo>
                    <a:pt x="18351" y="53955"/>
                    <a:pt x="23388" y="29234"/>
                    <a:pt x="28373" y="4586"/>
                  </a:cubicBezTo>
                  <a:close/>
                </a:path>
              </a:pathLst>
            </a:custGeom>
            <a:solidFill>
              <a:srgbClr val="084D91"/>
            </a:solidFill>
            <a:ln w="735" cap="flat">
              <a:noFill/>
              <a:prstDash val="solid"/>
              <a:miter/>
            </a:ln>
          </p:spPr>
          <p:txBody>
            <a:bodyPr/>
            <a:lstStyle/>
            <a:p>
              <a:endParaRPr lang="en-US"/>
            </a:p>
          </p:txBody>
        </p:sp>
        <p:sp>
          <p:nvSpPr>
            <p:cNvPr id="1274" name="Freeform: Shape 1273">
              <a:extLst>
                <a:ext uri="{FF2B5EF4-FFF2-40B4-BE49-F238E27FC236}">
                  <a16:creationId xmlns:a16="http://schemas.microsoft.com/office/drawing/2014/main" id="{7BE4CB58-3066-B443-3A1E-428797587DFF}"/>
                </a:ext>
              </a:extLst>
            </p:cNvPr>
            <p:cNvSpPr/>
            <p:nvPr/>
          </p:nvSpPr>
          <p:spPr>
            <a:xfrm>
              <a:off x="5330729" y="2706027"/>
              <a:ext cx="96345" cy="107259"/>
            </a:xfrm>
            <a:custGeom>
              <a:avLst/>
              <a:gdLst>
                <a:gd name="csX0" fmla="*/ 113515 w 124937"/>
                <a:gd name="csY0" fmla="*/ 90851 h 139091"/>
                <a:gd name="csX1" fmla="*/ 107889 w 124937"/>
                <a:gd name="csY1" fmla="*/ 102125 h 139091"/>
                <a:gd name="csX2" fmla="*/ 81857 w 124937"/>
                <a:gd name="csY2" fmla="*/ 125226 h 139091"/>
                <a:gd name="csX3" fmla="*/ 74596 w 124937"/>
                <a:gd name="csY3" fmla="*/ 129159 h 139091"/>
                <a:gd name="csX4" fmla="*/ 63756 w 124937"/>
                <a:gd name="csY4" fmla="*/ 128113 h 139091"/>
                <a:gd name="csX5" fmla="*/ 45111 w 124937"/>
                <a:gd name="csY5" fmla="*/ 120005 h 139091"/>
                <a:gd name="csX6" fmla="*/ 15330 w 124937"/>
                <a:gd name="csY6" fmla="*/ 99666 h 139091"/>
                <a:gd name="csX7" fmla="*/ 9447 w 124937"/>
                <a:gd name="csY7" fmla="*/ 57477 h 139091"/>
                <a:gd name="csX8" fmla="*/ 10640 w 124937"/>
                <a:gd name="csY8" fmla="*/ 9633 h 139091"/>
                <a:gd name="csX9" fmla="*/ 64191 w 124937"/>
                <a:gd name="csY9" fmla="*/ 9560 h 139091"/>
                <a:gd name="csX10" fmla="*/ 92130 w 124937"/>
                <a:gd name="csY10" fmla="*/ 8941 h 139091"/>
                <a:gd name="csX11" fmla="*/ 103765 w 124937"/>
                <a:gd name="csY11" fmla="*/ 8705 h 139091"/>
                <a:gd name="csX12" fmla="*/ 114914 w 124937"/>
                <a:gd name="csY12" fmla="*/ 10149 h 139091"/>
                <a:gd name="csX13" fmla="*/ 116431 w 124937"/>
                <a:gd name="csY13" fmla="*/ 14987 h 139091"/>
                <a:gd name="csX14" fmla="*/ 120842 w 124937"/>
                <a:gd name="csY14" fmla="*/ 17270 h 139091"/>
                <a:gd name="csX15" fmla="*/ 122794 w 124937"/>
                <a:gd name="csY15" fmla="*/ 12166 h 139091"/>
                <a:gd name="csX16" fmla="*/ 105989 w 124937"/>
                <a:gd name="csY16" fmla="*/ 2424 h 139091"/>
                <a:gd name="csX17" fmla="*/ 23946 w 124937"/>
                <a:gd name="csY17" fmla="*/ 900 h 139091"/>
                <a:gd name="csX18" fmla="*/ 9682 w 124937"/>
                <a:gd name="csY18" fmla="*/ 53 h 139091"/>
                <a:gd name="csX19" fmla="*/ 5912 w 124937"/>
                <a:gd name="csY19" fmla="*/ 1187 h 139091"/>
                <a:gd name="csX20" fmla="*/ 4498 w 124937"/>
                <a:gd name="csY20" fmla="*/ 6371 h 139091"/>
                <a:gd name="csX21" fmla="*/ 3408 w 124937"/>
                <a:gd name="csY21" fmla="*/ 11636 h 139091"/>
                <a:gd name="csX22" fmla="*/ 2532 w 124937"/>
                <a:gd name="csY22" fmla="*/ 26909 h 139091"/>
                <a:gd name="csX23" fmla="*/ 1133 w 124937"/>
                <a:gd name="csY23" fmla="*/ 57470 h 139091"/>
                <a:gd name="csX24" fmla="*/ 4977 w 124937"/>
                <a:gd name="csY24" fmla="*/ 100336 h 139091"/>
                <a:gd name="csX25" fmla="*/ 35427 w 124937"/>
                <a:gd name="csY25" fmla="*/ 125072 h 139091"/>
                <a:gd name="csX26" fmla="*/ 55118 w 124937"/>
                <a:gd name="csY26" fmla="*/ 134593 h 139091"/>
                <a:gd name="csX27" fmla="*/ 75495 w 124937"/>
                <a:gd name="csY27" fmla="*/ 138592 h 139091"/>
                <a:gd name="csX28" fmla="*/ 92866 w 124937"/>
                <a:gd name="csY28" fmla="*/ 129151 h 139091"/>
                <a:gd name="csX29" fmla="*/ 107528 w 124937"/>
                <a:gd name="csY29" fmla="*/ 116647 h 139091"/>
                <a:gd name="csX30" fmla="*/ 120040 w 124937"/>
                <a:gd name="csY30" fmla="*/ 102464 h 139091"/>
                <a:gd name="csX31" fmla="*/ 123088 w 124937"/>
                <a:gd name="csY31" fmla="*/ 80276 h 139091"/>
                <a:gd name="csX32" fmla="*/ 124937 w 124937"/>
                <a:gd name="csY32" fmla="*/ 30061 h 139091"/>
                <a:gd name="csX33" fmla="*/ 120931 w 124937"/>
                <a:gd name="csY33" fmla="*/ 23640 h 139091"/>
                <a:gd name="csX34" fmla="*/ 117985 w 124937"/>
                <a:gd name="csY34" fmla="*/ 29141 h 139091"/>
                <a:gd name="csX35" fmla="*/ 116917 w 124937"/>
                <a:gd name="csY35" fmla="*/ 67993 h 139091"/>
                <a:gd name="csX36" fmla="*/ 113515 w 124937"/>
                <a:gd name="csY36" fmla="*/ 90829 h 1390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24937" h="139091">
                  <a:moveTo>
                    <a:pt x="113515" y="90851"/>
                  </a:moveTo>
                  <a:cubicBezTo>
                    <a:pt x="112248" y="94990"/>
                    <a:pt x="110466" y="98856"/>
                    <a:pt x="107889" y="102125"/>
                  </a:cubicBezTo>
                  <a:cubicBezTo>
                    <a:pt x="100650" y="111286"/>
                    <a:pt x="91799" y="119129"/>
                    <a:pt x="81857" y="125226"/>
                  </a:cubicBezTo>
                  <a:cubicBezTo>
                    <a:pt x="79560" y="126640"/>
                    <a:pt x="77144" y="128238"/>
                    <a:pt x="74596" y="129159"/>
                  </a:cubicBezTo>
                  <a:cubicBezTo>
                    <a:pt x="70833" y="130514"/>
                    <a:pt x="67357" y="129372"/>
                    <a:pt x="63756" y="128113"/>
                  </a:cubicBezTo>
                  <a:cubicBezTo>
                    <a:pt x="57357" y="125874"/>
                    <a:pt x="51134" y="123098"/>
                    <a:pt x="45111" y="120005"/>
                  </a:cubicBezTo>
                  <a:cubicBezTo>
                    <a:pt x="34735" y="114674"/>
                    <a:pt x="23328" y="108326"/>
                    <a:pt x="15330" y="99666"/>
                  </a:cubicBezTo>
                  <a:cubicBezTo>
                    <a:pt x="5256" y="88760"/>
                    <a:pt x="8990" y="71005"/>
                    <a:pt x="9447" y="57477"/>
                  </a:cubicBezTo>
                  <a:cubicBezTo>
                    <a:pt x="9984" y="41534"/>
                    <a:pt x="10478" y="25584"/>
                    <a:pt x="10640" y="9633"/>
                  </a:cubicBezTo>
                  <a:cubicBezTo>
                    <a:pt x="28453" y="10480"/>
                    <a:pt x="46370" y="9920"/>
                    <a:pt x="64191" y="9560"/>
                  </a:cubicBezTo>
                  <a:cubicBezTo>
                    <a:pt x="73506" y="9375"/>
                    <a:pt x="82822" y="9147"/>
                    <a:pt x="92130" y="8941"/>
                  </a:cubicBezTo>
                  <a:cubicBezTo>
                    <a:pt x="96003" y="8853"/>
                    <a:pt x="99884" y="8757"/>
                    <a:pt x="103765" y="8705"/>
                  </a:cubicBezTo>
                  <a:cubicBezTo>
                    <a:pt x="107668" y="8661"/>
                    <a:pt x="111195" y="10244"/>
                    <a:pt x="114914" y="10149"/>
                  </a:cubicBezTo>
                  <a:cubicBezTo>
                    <a:pt x="114642" y="10149"/>
                    <a:pt x="116166" y="14597"/>
                    <a:pt x="116431" y="14987"/>
                  </a:cubicBezTo>
                  <a:cubicBezTo>
                    <a:pt x="117389" y="16386"/>
                    <a:pt x="119053" y="17542"/>
                    <a:pt x="120842" y="17270"/>
                  </a:cubicBezTo>
                  <a:cubicBezTo>
                    <a:pt x="123508" y="16872"/>
                    <a:pt x="123368" y="14265"/>
                    <a:pt x="122794" y="12166"/>
                  </a:cubicBezTo>
                  <a:cubicBezTo>
                    <a:pt x="120555" y="4007"/>
                    <a:pt x="113559" y="2402"/>
                    <a:pt x="105989" y="2424"/>
                  </a:cubicBezTo>
                  <a:cubicBezTo>
                    <a:pt x="78624" y="2512"/>
                    <a:pt x="51171" y="3668"/>
                    <a:pt x="23946" y="900"/>
                  </a:cubicBezTo>
                  <a:cubicBezTo>
                    <a:pt x="19204" y="421"/>
                    <a:pt x="14447" y="-183"/>
                    <a:pt x="9682" y="53"/>
                  </a:cubicBezTo>
                  <a:cubicBezTo>
                    <a:pt x="8342" y="119"/>
                    <a:pt x="6906" y="296"/>
                    <a:pt x="5912" y="1187"/>
                  </a:cubicBezTo>
                  <a:cubicBezTo>
                    <a:pt x="4439" y="2512"/>
                    <a:pt x="4638" y="4582"/>
                    <a:pt x="4498" y="6371"/>
                  </a:cubicBezTo>
                  <a:cubicBezTo>
                    <a:pt x="4351" y="8256"/>
                    <a:pt x="3600" y="9781"/>
                    <a:pt x="3408" y="11636"/>
                  </a:cubicBezTo>
                  <a:cubicBezTo>
                    <a:pt x="2885" y="16695"/>
                    <a:pt x="2797" y="21835"/>
                    <a:pt x="2532" y="26909"/>
                  </a:cubicBezTo>
                  <a:cubicBezTo>
                    <a:pt x="1994" y="37094"/>
                    <a:pt x="1552" y="47286"/>
                    <a:pt x="1133" y="57470"/>
                  </a:cubicBezTo>
                  <a:cubicBezTo>
                    <a:pt x="558" y="71226"/>
                    <a:pt x="-2579" y="87920"/>
                    <a:pt x="4977" y="100336"/>
                  </a:cubicBezTo>
                  <a:cubicBezTo>
                    <a:pt x="11678" y="111345"/>
                    <a:pt x="24506" y="118886"/>
                    <a:pt x="35427" y="125072"/>
                  </a:cubicBezTo>
                  <a:cubicBezTo>
                    <a:pt x="41782" y="128673"/>
                    <a:pt x="48366" y="131824"/>
                    <a:pt x="55118" y="134593"/>
                  </a:cubicBezTo>
                  <a:cubicBezTo>
                    <a:pt x="61496" y="137208"/>
                    <a:pt x="68477" y="140323"/>
                    <a:pt x="75495" y="138592"/>
                  </a:cubicBezTo>
                  <a:cubicBezTo>
                    <a:pt x="81747" y="137053"/>
                    <a:pt x="87711" y="132841"/>
                    <a:pt x="92866" y="129151"/>
                  </a:cubicBezTo>
                  <a:cubicBezTo>
                    <a:pt x="98095" y="125410"/>
                    <a:pt x="103036" y="121250"/>
                    <a:pt x="107528" y="116647"/>
                  </a:cubicBezTo>
                  <a:cubicBezTo>
                    <a:pt x="111637" y="112450"/>
                    <a:pt x="116925" y="107457"/>
                    <a:pt x="120040" y="102464"/>
                  </a:cubicBezTo>
                  <a:cubicBezTo>
                    <a:pt x="123670" y="96647"/>
                    <a:pt x="122654" y="86904"/>
                    <a:pt x="123088" y="80276"/>
                  </a:cubicBezTo>
                  <a:cubicBezTo>
                    <a:pt x="124186" y="63560"/>
                    <a:pt x="124797" y="46814"/>
                    <a:pt x="124937" y="30061"/>
                  </a:cubicBezTo>
                  <a:cubicBezTo>
                    <a:pt x="124959" y="27167"/>
                    <a:pt x="123788" y="23176"/>
                    <a:pt x="120931" y="23640"/>
                  </a:cubicBezTo>
                  <a:cubicBezTo>
                    <a:pt x="118699" y="24008"/>
                    <a:pt x="118073" y="26880"/>
                    <a:pt x="117985" y="29141"/>
                  </a:cubicBezTo>
                  <a:cubicBezTo>
                    <a:pt x="117492" y="42087"/>
                    <a:pt x="117889" y="55062"/>
                    <a:pt x="116917" y="67993"/>
                  </a:cubicBezTo>
                  <a:cubicBezTo>
                    <a:pt x="116372" y="75210"/>
                    <a:pt x="115769" y="83450"/>
                    <a:pt x="113515" y="90829"/>
                  </a:cubicBezTo>
                  <a:close/>
                </a:path>
              </a:pathLst>
            </a:custGeom>
            <a:solidFill>
              <a:srgbClr val="084D91"/>
            </a:solidFill>
            <a:ln w="735" cap="flat">
              <a:noFill/>
              <a:prstDash val="solid"/>
              <a:miter/>
            </a:ln>
          </p:spPr>
          <p:txBody>
            <a:bodyPr/>
            <a:lstStyle/>
            <a:p>
              <a:endParaRPr lang="en-US"/>
            </a:p>
          </p:txBody>
        </p:sp>
        <p:sp>
          <p:nvSpPr>
            <p:cNvPr id="1275" name="Freeform: Shape 1274">
              <a:extLst>
                <a:ext uri="{FF2B5EF4-FFF2-40B4-BE49-F238E27FC236}">
                  <a16:creationId xmlns:a16="http://schemas.microsoft.com/office/drawing/2014/main" id="{17ED42E6-673C-B9B9-0CB0-BC1A2425A2B0}"/>
                </a:ext>
              </a:extLst>
            </p:cNvPr>
            <p:cNvSpPr/>
            <p:nvPr/>
          </p:nvSpPr>
          <p:spPr>
            <a:xfrm>
              <a:off x="5361533" y="2854103"/>
              <a:ext cx="182370" cy="87099"/>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p>
              <a:endParaRPr lang="en-US"/>
            </a:p>
          </p:txBody>
        </p:sp>
        <p:sp>
          <p:nvSpPr>
            <p:cNvPr id="1276" name="Freeform: Shape 1275">
              <a:extLst>
                <a:ext uri="{FF2B5EF4-FFF2-40B4-BE49-F238E27FC236}">
                  <a16:creationId xmlns:a16="http://schemas.microsoft.com/office/drawing/2014/main" id="{2B5AD2F7-3AE2-7135-4820-FC6B0962BB30}"/>
                </a:ext>
              </a:extLst>
            </p:cNvPr>
            <p:cNvSpPr/>
            <p:nvPr/>
          </p:nvSpPr>
          <p:spPr>
            <a:xfrm>
              <a:off x="5315551" y="2821904"/>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1277" name="Freeform: Shape 1276">
              <a:extLst>
                <a:ext uri="{FF2B5EF4-FFF2-40B4-BE49-F238E27FC236}">
                  <a16:creationId xmlns:a16="http://schemas.microsoft.com/office/drawing/2014/main" id="{22BB1B78-F05E-C16F-EFB9-99262F840DB8}"/>
                </a:ext>
              </a:extLst>
            </p:cNvPr>
            <p:cNvSpPr/>
            <p:nvPr/>
          </p:nvSpPr>
          <p:spPr>
            <a:xfrm>
              <a:off x="5307845" y="2826401"/>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1278" name="Freeform: Shape 1277">
              <a:extLst>
                <a:ext uri="{FF2B5EF4-FFF2-40B4-BE49-F238E27FC236}">
                  <a16:creationId xmlns:a16="http://schemas.microsoft.com/office/drawing/2014/main" id="{E094DDB9-5151-8665-DCDE-D3CEEF7BB367}"/>
                </a:ext>
              </a:extLst>
            </p:cNvPr>
            <p:cNvSpPr/>
            <p:nvPr/>
          </p:nvSpPr>
          <p:spPr>
            <a:xfrm>
              <a:off x="5393381" y="2829411"/>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1279" name="Freeform: Shape 1278">
              <a:extLst>
                <a:ext uri="{FF2B5EF4-FFF2-40B4-BE49-F238E27FC236}">
                  <a16:creationId xmlns:a16="http://schemas.microsoft.com/office/drawing/2014/main" id="{135AE3D6-8AB4-E3F6-7C8C-08CA792CA349}"/>
                </a:ext>
              </a:extLst>
            </p:cNvPr>
            <p:cNvSpPr/>
            <p:nvPr/>
          </p:nvSpPr>
          <p:spPr>
            <a:xfrm>
              <a:off x="5327654" y="2841614"/>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sp>
          <p:nvSpPr>
            <p:cNvPr id="1280" name="Freeform: Shape 1279">
              <a:extLst>
                <a:ext uri="{FF2B5EF4-FFF2-40B4-BE49-F238E27FC236}">
                  <a16:creationId xmlns:a16="http://schemas.microsoft.com/office/drawing/2014/main" id="{8C64778B-1DB7-94B7-1B6F-1E1DA4AC0AC0}"/>
                </a:ext>
              </a:extLst>
            </p:cNvPr>
            <p:cNvSpPr/>
            <p:nvPr/>
          </p:nvSpPr>
          <p:spPr>
            <a:xfrm>
              <a:off x="5307332" y="2531575"/>
              <a:ext cx="118246" cy="106713"/>
            </a:xfrm>
            <a:custGeom>
              <a:avLst/>
              <a:gdLst>
                <a:gd name="csX0" fmla="*/ 79981 w 153337"/>
                <a:gd name="csY0" fmla="*/ 5290 h 138383"/>
                <a:gd name="csX1" fmla="*/ 131058 w 153337"/>
                <a:gd name="csY1" fmla="*/ 2396 h 138383"/>
                <a:gd name="csX2" fmla="*/ 153223 w 153337"/>
                <a:gd name="csY2" fmla="*/ 42869 h 138383"/>
                <a:gd name="csX3" fmla="*/ 124312 w 153337"/>
                <a:gd name="csY3" fmla="*/ 96832 h 138383"/>
                <a:gd name="csX4" fmla="*/ 105041 w 153337"/>
                <a:gd name="csY4" fmla="*/ 138270 h 138383"/>
                <a:gd name="csX5" fmla="*/ 49148 w 153337"/>
                <a:gd name="csY5" fmla="*/ 86228 h 138383"/>
                <a:gd name="csX6" fmla="*/ 0 w 153337"/>
                <a:gd name="csY6" fmla="*/ 135376 h 138383"/>
                <a:gd name="csX7" fmla="*/ 29876 w 153337"/>
                <a:gd name="csY7" fmla="*/ 79483 h 138383"/>
                <a:gd name="csX8" fmla="*/ 79988 w 153337"/>
                <a:gd name="csY8" fmla="*/ 5275 h 1383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3337" h="138383">
                  <a:moveTo>
                    <a:pt x="79981" y="5290"/>
                  </a:moveTo>
                  <a:cubicBezTo>
                    <a:pt x="79981" y="5290"/>
                    <a:pt x="120453" y="-4349"/>
                    <a:pt x="131058" y="2396"/>
                  </a:cubicBezTo>
                  <a:cubicBezTo>
                    <a:pt x="141662" y="9141"/>
                    <a:pt x="151294" y="39982"/>
                    <a:pt x="153223" y="42869"/>
                  </a:cubicBezTo>
                  <a:cubicBezTo>
                    <a:pt x="155153" y="45763"/>
                    <a:pt x="132022" y="84306"/>
                    <a:pt x="124312" y="96832"/>
                  </a:cubicBezTo>
                  <a:cubicBezTo>
                    <a:pt x="116602" y="109358"/>
                    <a:pt x="107927" y="135383"/>
                    <a:pt x="105041" y="138270"/>
                  </a:cubicBezTo>
                  <a:cubicBezTo>
                    <a:pt x="102146" y="141164"/>
                    <a:pt x="52034" y="88157"/>
                    <a:pt x="49148" y="86228"/>
                  </a:cubicBezTo>
                  <a:cubicBezTo>
                    <a:pt x="46253" y="84299"/>
                    <a:pt x="0" y="135376"/>
                    <a:pt x="0" y="135376"/>
                  </a:cubicBezTo>
                  <a:lnTo>
                    <a:pt x="29876" y="79483"/>
                  </a:lnTo>
                  <a:lnTo>
                    <a:pt x="79988" y="5275"/>
                  </a:lnTo>
                  <a:close/>
                </a:path>
              </a:pathLst>
            </a:custGeom>
            <a:solidFill>
              <a:srgbClr val="0863AA"/>
            </a:solidFill>
            <a:ln w="735" cap="flat">
              <a:noFill/>
              <a:prstDash val="solid"/>
              <a:miter/>
            </a:ln>
          </p:spPr>
          <p:txBody>
            <a:bodyPr/>
            <a:lstStyle/>
            <a:p>
              <a:endParaRPr lang="en-US"/>
            </a:p>
          </p:txBody>
        </p:sp>
        <p:sp>
          <p:nvSpPr>
            <p:cNvPr id="1281" name="Freeform: Shape 1280">
              <a:extLst>
                <a:ext uri="{FF2B5EF4-FFF2-40B4-BE49-F238E27FC236}">
                  <a16:creationId xmlns:a16="http://schemas.microsoft.com/office/drawing/2014/main" id="{1BFA8983-F68A-E1FC-4EA2-2D344C8021D2}"/>
                </a:ext>
              </a:extLst>
            </p:cNvPr>
            <p:cNvSpPr/>
            <p:nvPr/>
          </p:nvSpPr>
          <p:spPr>
            <a:xfrm>
              <a:off x="5371229" y="2535009"/>
              <a:ext cx="32960" cy="25172"/>
            </a:xfrm>
            <a:custGeom>
              <a:avLst/>
              <a:gdLst>
                <a:gd name="csX0" fmla="*/ 972 w 42741"/>
                <a:gd name="csY0" fmla="*/ 3731 h 32642"/>
                <a:gd name="csX1" fmla="*/ 41445 w 42741"/>
                <a:gd name="csY1" fmla="*/ 2767 h 32642"/>
                <a:gd name="csX2" fmla="*/ 31805 w 42741"/>
                <a:gd name="csY2" fmla="*/ 27827 h 32642"/>
                <a:gd name="csX3" fmla="*/ 0 w 42741"/>
                <a:gd name="csY3" fmla="*/ 32643 h 32642"/>
                <a:gd name="csX4" fmla="*/ 965 w 42741"/>
                <a:gd name="csY4" fmla="*/ 3731 h 32642"/>
              </a:gdLst>
              <a:ahLst/>
              <a:cxnLst>
                <a:cxn ang="0">
                  <a:pos x="csX0" y="csY0"/>
                </a:cxn>
                <a:cxn ang="0">
                  <a:pos x="csX1" y="csY1"/>
                </a:cxn>
                <a:cxn ang="0">
                  <a:pos x="csX2" y="csY2"/>
                </a:cxn>
                <a:cxn ang="0">
                  <a:pos x="csX3" y="csY3"/>
                </a:cxn>
                <a:cxn ang="0">
                  <a:pos x="csX4" y="csY4"/>
                </a:cxn>
              </a:cxnLst>
              <a:rect l="l" t="t" r="r" b="b"/>
              <a:pathLst>
                <a:path w="42741" h="32642">
                  <a:moveTo>
                    <a:pt x="972" y="3731"/>
                  </a:moveTo>
                  <a:cubicBezTo>
                    <a:pt x="972" y="3731"/>
                    <a:pt x="34699" y="-3979"/>
                    <a:pt x="41445" y="2767"/>
                  </a:cubicBezTo>
                  <a:cubicBezTo>
                    <a:pt x="47226" y="8548"/>
                    <a:pt x="31805" y="27827"/>
                    <a:pt x="31805" y="27827"/>
                  </a:cubicBezTo>
                  <a:lnTo>
                    <a:pt x="0" y="32643"/>
                  </a:lnTo>
                  <a:lnTo>
                    <a:pt x="965" y="3731"/>
                  </a:lnTo>
                  <a:close/>
                </a:path>
              </a:pathLst>
            </a:custGeom>
            <a:solidFill>
              <a:srgbClr val="1A1A1A"/>
            </a:solidFill>
            <a:ln w="735" cap="flat">
              <a:noFill/>
              <a:prstDash val="solid"/>
              <a:miter/>
            </a:ln>
          </p:spPr>
          <p:txBody>
            <a:bodyPr/>
            <a:lstStyle/>
            <a:p>
              <a:endParaRPr lang="en-US"/>
            </a:p>
          </p:txBody>
        </p:sp>
        <p:sp>
          <p:nvSpPr>
            <p:cNvPr id="1282" name="Freeform: Shape 1281">
              <a:extLst>
                <a:ext uri="{FF2B5EF4-FFF2-40B4-BE49-F238E27FC236}">
                  <a16:creationId xmlns:a16="http://schemas.microsoft.com/office/drawing/2014/main" id="{F960D4AD-58E8-B1A5-73DB-3B25E7EFCED8}"/>
                </a:ext>
              </a:extLst>
            </p:cNvPr>
            <p:cNvSpPr/>
            <p:nvPr/>
          </p:nvSpPr>
          <p:spPr>
            <a:xfrm>
              <a:off x="5336486" y="2432881"/>
              <a:ext cx="874" cy="3236"/>
            </a:xfrm>
            <a:custGeom>
              <a:avLst/>
              <a:gdLst>
                <a:gd name="csX0" fmla="*/ 1134 w 1134"/>
                <a:gd name="csY0" fmla="*/ 4197 h 4197"/>
                <a:gd name="csX1" fmla="*/ 0 w 1134"/>
                <a:gd name="csY1" fmla="*/ 0 h 4197"/>
                <a:gd name="csX2" fmla="*/ 1134 w 1134"/>
                <a:gd name="csY2" fmla="*/ 4197 h 4197"/>
              </a:gdLst>
              <a:ahLst/>
              <a:cxnLst>
                <a:cxn ang="0">
                  <a:pos x="csX0" y="csY0"/>
                </a:cxn>
                <a:cxn ang="0">
                  <a:pos x="csX1" y="csY1"/>
                </a:cxn>
                <a:cxn ang="0">
                  <a:pos x="csX2" y="csY2"/>
                </a:cxn>
              </a:cxnLst>
              <a:rect l="l" t="t" r="r" b="b"/>
              <a:pathLst>
                <a:path w="1134" h="4197">
                  <a:moveTo>
                    <a:pt x="1134" y="4197"/>
                  </a:moveTo>
                  <a:cubicBezTo>
                    <a:pt x="736" y="2754"/>
                    <a:pt x="361" y="1355"/>
                    <a:pt x="0" y="0"/>
                  </a:cubicBezTo>
                  <a:cubicBezTo>
                    <a:pt x="243" y="825"/>
                    <a:pt x="648" y="2261"/>
                    <a:pt x="1134" y="4197"/>
                  </a:cubicBezTo>
                  <a:close/>
                </a:path>
              </a:pathLst>
            </a:custGeom>
            <a:solidFill>
              <a:srgbClr val="757575"/>
            </a:solidFill>
            <a:ln w="735" cap="flat">
              <a:noFill/>
              <a:prstDash val="solid"/>
              <a:miter/>
            </a:ln>
          </p:spPr>
          <p:txBody>
            <a:bodyPr/>
            <a:lstStyle/>
            <a:p>
              <a:endParaRPr lang="en-US"/>
            </a:p>
          </p:txBody>
        </p:sp>
        <p:sp>
          <p:nvSpPr>
            <p:cNvPr id="1283" name="Freeform: Shape 1282">
              <a:extLst>
                <a:ext uri="{FF2B5EF4-FFF2-40B4-BE49-F238E27FC236}">
                  <a16:creationId xmlns:a16="http://schemas.microsoft.com/office/drawing/2014/main" id="{0CA239E3-3AD5-19FA-9B00-9157C225FA6D}"/>
                </a:ext>
              </a:extLst>
            </p:cNvPr>
            <p:cNvSpPr/>
            <p:nvPr/>
          </p:nvSpPr>
          <p:spPr>
            <a:xfrm>
              <a:off x="5288472" y="2501944"/>
              <a:ext cx="107289" cy="137835"/>
            </a:xfrm>
            <a:custGeom>
              <a:avLst/>
              <a:gdLst>
                <a:gd name="csX0" fmla="*/ 96808 w 139129"/>
                <a:gd name="csY0" fmla="*/ 18 h 178741"/>
                <a:gd name="csX1" fmla="*/ 139129 w 139129"/>
                <a:gd name="csY1" fmla="*/ 70698 h 178741"/>
                <a:gd name="csX2" fmla="*/ 101543 w 139129"/>
                <a:gd name="csY2" fmla="*/ 98644 h 178741"/>
                <a:gd name="csX3" fmla="*/ 63957 w 139129"/>
                <a:gd name="csY3" fmla="*/ 121774 h 178741"/>
                <a:gd name="csX4" fmla="*/ 23485 w 139129"/>
                <a:gd name="csY4" fmla="*/ 178632 h 178741"/>
                <a:gd name="csX5" fmla="*/ 1319 w 139129"/>
                <a:gd name="csY5" fmla="*/ 56242 h 178741"/>
                <a:gd name="csX6" fmla="*/ 96808 w 139129"/>
                <a:gd name="csY6" fmla="*/ 18 h 17874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9129" h="178741">
                  <a:moveTo>
                    <a:pt x="96808" y="18"/>
                  </a:moveTo>
                  <a:cubicBezTo>
                    <a:pt x="96808" y="18"/>
                    <a:pt x="104437" y="60101"/>
                    <a:pt x="139129" y="70698"/>
                  </a:cubicBezTo>
                  <a:cubicBezTo>
                    <a:pt x="139129" y="70698"/>
                    <a:pt x="123709" y="83224"/>
                    <a:pt x="101543" y="98644"/>
                  </a:cubicBezTo>
                  <a:cubicBezTo>
                    <a:pt x="78774" y="114484"/>
                    <a:pt x="65703" y="117400"/>
                    <a:pt x="63957" y="121774"/>
                  </a:cubicBezTo>
                  <a:cubicBezTo>
                    <a:pt x="62212" y="126149"/>
                    <a:pt x="25075" y="175392"/>
                    <a:pt x="23485" y="178632"/>
                  </a:cubicBezTo>
                  <a:cubicBezTo>
                    <a:pt x="21894" y="181872"/>
                    <a:pt x="-6355" y="112820"/>
                    <a:pt x="1319" y="56242"/>
                  </a:cubicBezTo>
                  <a:cubicBezTo>
                    <a:pt x="9294" y="-2611"/>
                    <a:pt x="96808" y="18"/>
                    <a:pt x="96808" y="18"/>
                  </a:cubicBezTo>
                  <a:close/>
                </a:path>
              </a:pathLst>
            </a:custGeom>
            <a:solidFill>
              <a:srgbClr val="A26552"/>
            </a:solidFill>
            <a:ln w="735" cap="flat">
              <a:noFill/>
              <a:prstDash val="solid"/>
              <a:miter/>
            </a:ln>
          </p:spPr>
          <p:txBody>
            <a:bodyPr/>
            <a:lstStyle/>
            <a:p>
              <a:endParaRPr lang="en-US"/>
            </a:p>
          </p:txBody>
        </p:sp>
        <p:sp>
          <p:nvSpPr>
            <p:cNvPr id="1284" name="Freeform: Shape 1283">
              <a:extLst>
                <a:ext uri="{FF2B5EF4-FFF2-40B4-BE49-F238E27FC236}">
                  <a16:creationId xmlns:a16="http://schemas.microsoft.com/office/drawing/2014/main" id="{52182BFD-2F64-14AE-4769-9B579294D839}"/>
                </a:ext>
              </a:extLst>
            </p:cNvPr>
            <p:cNvSpPr/>
            <p:nvPr/>
          </p:nvSpPr>
          <p:spPr>
            <a:xfrm>
              <a:off x="5252945" y="2577167"/>
              <a:ext cx="53660" cy="62534"/>
            </a:xfrm>
            <a:custGeom>
              <a:avLst/>
              <a:gdLst>
                <a:gd name="csX0" fmla="*/ 50070 w 69584"/>
                <a:gd name="csY0" fmla="*/ 0 h 81092"/>
                <a:gd name="csX1" fmla="*/ 47094 w 69584"/>
                <a:gd name="csY1" fmla="*/ 36084 h 81092"/>
                <a:gd name="csX2" fmla="*/ 44046 w 69584"/>
                <a:gd name="csY2" fmla="*/ 35436 h 81092"/>
                <a:gd name="csX3" fmla="*/ 31313 w 69584"/>
                <a:gd name="csY3" fmla="*/ 43683 h 81092"/>
                <a:gd name="csX4" fmla="*/ 20076 w 69584"/>
                <a:gd name="csY4" fmla="*/ 59111 h 81092"/>
                <a:gd name="csX5" fmla="*/ 9236 w 69584"/>
                <a:gd name="csY5" fmla="*/ 66563 h 81092"/>
                <a:gd name="csX6" fmla="*/ 10657 w 69584"/>
                <a:gd name="csY6" fmla="*/ 58522 h 81092"/>
                <a:gd name="csX7" fmla="*/ 33353 w 69584"/>
                <a:gd name="csY7" fmla="*/ 5236 h 81092"/>
                <a:gd name="csX8" fmla="*/ 33449 w 69584"/>
                <a:gd name="csY8" fmla="*/ 2541 h 81092"/>
                <a:gd name="csX9" fmla="*/ 28773 w 69584"/>
                <a:gd name="csY9" fmla="*/ 6849 h 81092"/>
                <a:gd name="csX10" fmla="*/ 24133 w 69584"/>
                <a:gd name="csY10" fmla="*/ 17607 h 81092"/>
                <a:gd name="csX11" fmla="*/ 14008 w 69584"/>
                <a:gd name="csY11" fmla="*/ 37630 h 81092"/>
                <a:gd name="csX12" fmla="*/ 4862 w 69584"/>
                <a:gd name="csY12" fmla="*/ 55849 h 81092"/>
                <a:gd name="csX13" fmla="*/ 193 w 69584"/>
                <a:gd name="csY13" fmla="*/ 72727 h 81092"/>
                <a:gd name="csX14" fmla="*/ 24708 w 69584"/>
                <a:gd name="csY14" fmla="*/ 68876 h 81092"/>
                <a:gd name="csX15" fmla="*/ 35356 w 69584"/>
                <a:gd name="csY15" fmla="*/ 54405 h 81092"/>
                <a:gd name="csX16" fmla="*/ 41409 w 69584"/>
                <a:gd name="csY16" fmla="*/ 46253 h 81092"/>
                <a:gd name="csX17" fmla="*/ 49429 w 69584"/>
                <a:gd name="csY17" fmla="*/ 47844 h 81092"/>
                <a:gd name="csX18" fmla="*/ 50342 w 69584"/>
                <a:gd name="csY18" fmla="*/ 48779 h 81092"/>
                <a:gd name="csX19" fmla="*/ 45489 w 69584"/>
                <a:gd name="csY19" fmla="*/ 72418 h 81092"/>
                <a:gd name="csX20" fmla="*/ 55129 w 69584"/>
                <a:gd name="csY20" fmla="*/ 78199 h 81092"/>
                <a:gd name="csX21" fmla="*/ 69584 w 69584"/>
                <a:gd name="csY21" fmla="*/ 81093 h 81092"/>
                <a:gd name="csX22" fmla="*/ 50099 w 69584"/>
                <a:gd name="csY22" fmla="*/ 0 h 81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9584" h="81092">
                  <a:moveTo>
                    <a:pt x="50070" y="0"/>
                  </a:moveTo>
                  <a:cubicBezTo>
                    <a:pt x="50070" y="0"/>
                    <a:pt x="46365" y="24456"/>
                    <a:pt x="47094" y="36084"/>
                  </a:cubicBezTo>
                  <a:cubicBezTo>
                    <a:pt x="46203" y="35723"/>
                    <a:pt x="45202" y="35487"/>
                    <a:pt x="44046" y="35436"/>
                  </a:cubicBezTo>
                  <a:cubicBezTo>
                    <a:pt x="38471" y="35163"/>
                    <a:pt x="34436" y="39699"/>
                    <a:pt x="31313" y="43683"/>
                  </a:cubicBezTo>
                  <a:cubicBezTo>
                    <a:pt x="27388" y="48691"/>
                    <a:pt x="24200" y="54273"/>
                    <a:pt x="20076" y="59111"/>
                  </a:cubicBezTo>
                  <a:cubicBezTo>
                    <a:pt x="17263" y="62417"/>
                    <a:pt x="14015" y="66755"/>
                    <a:pt x="9236" y="66563"/>
                  </a:cubicBezTo>
                  <a:cubicBezTo>
                    <a:pt x="8352" y="63912"/>
                    <a:pt x="9494" y="61062"/>
                    <a:pt x="10657" y="58522"/>
                  </a:cubicBezTo>
                  <a:cubicBezTo>
                    <a:pt x="18736" y="40929"/>
                    <a:pt x="29310" y="24169"/>
                    <a:pt x="33353" y="5236"/>
                  </a:cubicBezTo>
                  <a:cubicBezTo>
                    <a:pt x="33545" y="4345"/>
                    <a:pt x="33714" y="3410"/>
                    <a:pt x="33449" y="2541"/>
                  </a:cubicBezTo>
                  <a:cubicBezTo>
                    <a:pt x="31902" y="-2482"/>
                    <a:pt x="29207" y="5744"/>
                    <a:pt x="28773" y="6849"/>
                  </a:cubicBezTo>
                  <a:cubicBezTo>
                    <a:pt x="27337" y="10479"/>
                    <a:pt x="25776" y="14065"/>
                    <a:pt x="24133" y="17607"/>
                  </a:cubicBezTo>
                  <a:cubicBezTo>
                    <a:pt x="20982" y="24397"/>
                    <a:pt x="17521" y="31032"/>
                    <a:pt x="14008" y="37630"/>
                  </a:cubicBezTo>
                  <a:cubicBezTo>
                    <a:pt x="10819" y="43632"/>
                    <a:pt x="7653" y="49648"/>
                    <a:pt x="4862" y="55849"/>
                  </a:cubicBezTo>
                  <a:cubicBezTo>
                    <a:pt x="2586" y="60886"/>
                    <a:pt x="-853" y="66998"/>
                    <a:pt x="193" y="72727"/>
                  </a:cubicBezTo>
                  <a:cubicBezTo>
                    <a:pt x="2572" y="85761"/>
                    <a:pt x="19995" y="73795"/>
                    <a:pt x="24708" y="68876"/>
                  </a:cubicBezTo>
                  <a:cubicBezTo>
                    <a:pt x="28869" y="64531"/>
                    <a:pt x="32050" y="59391"/>
                    <a:pt x="35356" y="54405"/>
                  </a:cubicBezTo>
                  <a:cubicBezTo>
                    <a:pt x="37182" y="51644"/>
                    <a:pt x="39009" y="48566"/>
                    <a:pt x="41409" y="46253"/>
                  </a:cubicBezTo>
                  <a:cubicBezTo>
                    <a:pt x="44340" y="43433"/>
                    <a:pt x="47139" y="44295"/>
                    <a:pt x="49429" y="47844"/>
                  </a:cubicBezTo>
                  <a:cubicBezTo>
                    <a:pt x="49694" y="48249"/>
                    <a:pt x="50003" y="48558"/>
                    <a:pt x="50342" y="48779"/>
                  </a:cubicBezTo>
                  <a:cubicBezTo>
                    <a:pt x="50865" y="56541"/>
                    <a:pt x="48906" y="67631"/>
                    <a:pt x="45489" y="72418"/>
                  </a:cubicBezTo>
                  <a:cubicBezTo>
                    <a:pt x="40673" y="79163"/>
                    <a:pt x="50305" y="78199"/>
                    <a:pt x="55129" y="78199"/>
                  </a:cubicBezTo>
                  <a:cubicBezTo>
                    <a:pt x="59952" y="78199"/>
                    <a:pt x="69584" y="81093"/>
                    <a:pt x="69584" y="81093"/>
                  </a:cubicBezTo>
                  <a:lnTo>
                    <a:pt x="50099" y="0"/>
                  </a:lnTo>
                  <a:close/>
                </a:path>
              </a:pathLst>
            </a:custGeom>
            <a:solidFill>
              <a:srgbClr val="084D91"/>
            </a:solidFill>
            <a:ln w="735" cap="flat">
              <a:noFill/>
              <a:prstDash val="solid"/>
              <a:miter/>
            </a:ln>
          </p:spPr>
          <p:txBody>
            <a:bodyPr/>
            <a:lstStyle/>
            <a:p>
              <a:endParaRPr lang="en-US"/>
            </a:p>
          </p:txBody>
        </p:sp>
        <p:sp>
          <p:nvSpPr>
            <p:cNvPr id="1285" name="Freeform: Shape 1284">
              <a:extLst>
                <a:ext uri="{FF2B5EF4-FFF2-40B4-BE49-F238E27FC236}">
                  <a16:creationId xmlns:a16="http://schemas.microsoft.com/office/drawing/2014/main" id="{C3A04E44-7C0E-4E15-D708-175D595036BF}"/>
                </a:ext>
              </a:extLst>
            </p:cNvPr>
            <p:cNvSpPr/>
            <p:nvPr/>
          </p:nvSpPr>
          <p:spPr>
            <a:xfrm>
              <a:off x="5221503" y="2373164"/>
              <a:ext cx="162103" cy="204192"/>
            </a:xfrm>
            <a:custGeom>
              <a:avLst/>
              <a:gdLst>
                <a:gd name="csX0" fmla="*/ 184836 w 210210"/>
                <a:gd name="csY0" fmla="*/ 175248 h 264791"/>
                <a:gd name="csX1" fmla="*/ 180543 w 210210"/>
                <a:gd name="csY1" fmla="*/ 212517 h 264791"/>
                <a:gd name="csX2" fmla="*/ 122618 w 210210"/>
                <a:gd name="csY2" fmla="*/ 259912 h 264791"/>
                <a:gd name="csX3" fmla="*/ 58816 w 210210"/>
                <a:gd name="csY3" fmla="*/ 255420 h 264791"/>
                <a:gd name="csX4" fmla="*/ 3018 w 210210"/>
                <a:gd name="csY4" fmla="*/ 122455 h 264791"/>
                <a:gd name="csX5" fmla="*/ 728 w 210210"/>
                <a:gd name="csY5" fmla="*/ 108243 h 264791"/>
                <a:gd name="csX6" fmla="*/ 2466 w 210210"/>
                <a:gd name="csY6" fmla="*/ 32224 h 264791"/>
                <a:gd name="csX7" fmla="*/ 43498 w 210210"/>
                <a:gd name="csY7" fmla="*/ 50170 h 264791"/>
                <a:gd name="csX8" fmla="*/ 71283 w 210210"/>
                <a:gd name="csY8" fmla="*/ 31554 h 264791"/>
                <a:gd name="csX9" fmla="*/ 120843 w 210210"/>
                <a:gd name="csY9" fmla="*/ 927 h 264791"/>
                <a:gd name="csX10" fmla="*/ 150233 w 210210"/>
                <a:gd name="csY10" fmla="*/ 81637 h 264791"/>
                <a:gd name="csX11" fmla="*/ 163856 w 210210"/>
                <a:gd name="csY11" fmla="*/ 120195 h 264791"/>
                <a:gd name="csX12" fmla="*/ 198666 w 210210"/>
                <a:gd name="csY12" fmla="*/ 94148 h 264791"/>
                <a:gd name="csX13" fmla="*/ 184829 w 210210"/>
                <a:gd name="csY13" fmla="*/ 175248 h 2647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10210" h="264791">
                  <a:moveTo>
                    <a:pt x="184836" y="175248"/>
                  </a:moveTo>
                  <a:cubicBezTo>
                    <a:pt x="184836" y="189645"/>
                    <a:pt x="183886" y="201898"/>
                    <a:pt x="180543" y="212517"/>
                  </a:cubicBezTo>
                  <a:cubicBezTo>
                    <a:pt x="174033" y="233240"/>
                    <a:pt x="158377" y="247754"/>
                    <a:pt x="122618" y="259912"/>
                  </a:cubicBezTo>
                  <a:cubicBezTo>
                    <a:pt x="105047" y="265885"/>
                    <a:pt x="76180" y="268396"/>
                    <a:pt x="58816" y="255420"/>
                  </a:cubicBezTo>
                  <a:cubicBezTo>
                    <a:pt x="25957" y="230869"/>
                    <a:pt x="6575" y="135770"/>
                    <a:pt x="3018" y="122455"/>
                  </a:cubicBezTo>
                  <a:cubicBezTo>
                    <a:pt x="1973" y="118552"/>
                    <a:pt x="1236" y="113655"/>
                    <a:pt x="728" y="108243"/>
                  </a:cubicBezTo>
                  <a:cubicBezTo>
                    <a:pt x="-1621" y="83433"/>
                    <a:pt x="2466" y="32224"/>
                    <a:pt x="2466" y="32224"/>
                  </a:cubicBezTo>
                  <a:cubicBezTo>
                    <a:pt x="8122" y="45781"/>
                    <a:pt x="19735" y="51319"/>
                    <a:pt x="43498" y="50170"/>
                  </a:cubicBezTo>
                  <a:cubicBezTo>
                    <a:pt x="55494" y="49588"/>
                    <a:pt x="66261" y="42460"/>
                    <a:pt x="71283" y="31554"/>
                  </a:cubicBezTo>
                  <a:cubicBezTo>
                    <a:pt x="77189" y="18711"/>
                    <a:pt x="103861" y="-4972"/>
                    <a:pt x="120843" y="927"/>
                  </a:cubicBezTo>
                  <a:cubicBezTo>
                    <a:pt x="149297" y="10809"/>
                    <a:pt x="139997" y="44397"/>
                    <a:pt x="150233" y="81637"/>
                  </a:cubicBezTo>
                  <a:cubicBezTo>
                    <a:pt x="160439" y="102344"/>
                    <a:pt x="163856" y="120195"/>
                    <a:pt x="163856" y="120195"/>
                  </a:cubicBezTo>
                  <a:cubicBezTo>
                    <a:pt x="163856" y="120195"/>
                    <a:pt x="174806" y="66945"/>
                    <a:pt x="198666" y="94148"/>
                  </a:cubicBezTo>
                  <a:cubicBezTo>
                    <a:pt x="231126" y="131160"/>
                    <a:pt x="184829" y="175248"/>
                    <a:pt x="184829" y="175248"/>
                  </a:cubicBezTo>
                  <a:close/>
                </a:path>
              </a:pathLst>
            </a:custGeom>
            <a:solidFill>
              <a:srgbClr val="A26552"/>
            </a:solidFill>
            <a:ln w="735" cap="flat">
              <a:noFill/>
              <a:prstDash val="solid"/>
              <a:miter/>
            </a:ln>
          </p:spPr>
          <p:txBody>
            <a:bodyPr/>
            <a:lstStyle/>
            <a:p>
              <a:endParaRPr lang="en-US"/>
            </a:p>
          </p:txBody>
        </p:sp>
        <p:sp>
          <p:nvSpPr>
            <p:cNvPr id="1286" name="Freeform: Shape 1285">
              <a:extLst>
                <a:ext uri="{FF2B5EF4-FFF2-40B4-BE49-F238E27FC236}">
                  <a16:creationId xmlns:a16="http://schemas.microsoft.com/office/drawing/2014/main" id="{8D7DD4A8-94FD-A42F-29EC-C15BC7A8DADF}"/>
                </a:ext>
              </a:extLst>
            </p:cNvPr>
            <p:cNvSpPr/>
            <p:nvPr/>
          </p:nvSpPr>
          <p:spPr>
            <a:xfrm>
              <a:off x="5257966" y="2498488"/>
              <a:ext cx="14966" cy="8023"/>
            </a:xfrm>
            <a:custGeom>
              <a:avLst/>
              <a:gdLst>
                <a:gd name="csX0" fmla="*/ 6 w 19408"/>
                <a:gd name="csY0" fmla="*/ 6502 h 10404"/>
                <a:gd name="csX1" fmla="*/ 5131 w 19408"/>
                <a:gd name="csY1" fmla="*/ 1171 h 10404"/>
                <a:gd name="csX2" fmla="*/ 13755 w 19408"/>
                <a:gd name="csY2" fmla="*/ 51 h 10404"/>
                <a:gd name="csX3" fmla="*/ 19403 w 19408"/>
                <a:gd name="csY3" fmla="*/ 3903 h 10404"/>
                <a:gd name="csX4" fmla="*/ 14277 w 19408"/>
                <a:gd name="csY4" fmla="*/ 9234 h 10404"/>
                <a:gd name="csX5" fmla="*/ 5654 w 19408"/>
                <a:gd name="csY5" fmla="*/ 10353 h 10404"/>
                <a:gd name="csX6" fmla="*/ 6 w 19408"/>
                <a:gd name="csY6" fmla="*/ 6502 h 104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08" h="10404">
                  <a:moveTo>
                    <a:pt x="6" y="6502"/>
                  </a:moveTo>
                  <a:cubicBezTo>
                    <a:pt x="-134" y="4035"/>
                    <a:pt x="2215" y="1546"/>
                    <a:pt x="5131" y="1171"/>
                  </a:cubicBezTo>
                  <a:cubicBezTo>
                    <a:pt x="8003" y="795"/>
                    <a:pt x="10883" y="427"/>
                    <a:pt x="13755" y="51"/>
                  </a:cubicBezTo>
                  <a:cubicBezTo>
                    <a:pt x="16663" y="-324"/>
                    <a:pt x="19256" y="1406"/>
                    <a:pt x="19403" y="3903"/>
                  </a:cubicBezTo>
                  <a:cubicBezTo>
                    <a:pt x="19543" y="6370"/>
                    <a:pt x="17194" y="8859"/>
                    <a:pt x="14277" y="9234"/>
                  </a:cubicBezTo>
                  <a:cubicBezTo>
                    <a:pt x="11405" y="9610"/>
                    <a:pt x="8526" y="9978"/>
                    <a:pt x="5654" y="10353"/>
                  </a:cubicBezTo>
                  <a:cubicBezTo>
                    <a:pt x="2745" y="10729"/>
                    <a:pt x="153" y="8999"/>
                    <a:pt x="6" y="6502"/>
                  </a:cubicBezTo>
                  <a:close/>
                </a:path>
              </a:pathLst>
            </a:custGeom>
            <a:solidFill>
              <a:srgbClr val="512820"/>
            </a:solidFill>
            <a:ln w="735" cap="flat">
              <a:noFill/>
              <a:prstDash val="solid"/>
              <a:miter/>
            </a:ln>
          </p:spPr>
          <p:txBody>
            <a:bodyPr/>
            <a:lstStyle/>
            <a:p>
              <a:endParaRPr lang="en-US"/>
            </a:p>
          </p:txBody>
        </p:sp>
        <p:sp>
          <p:nvSpPr>
            <p:cNvPr id="1287" name="Freeform: Shape 1286">
              <a:extLst>
                <a:ext uri="{FF2B5EF4-FFF2-40B4-BE49-F238E27FC236}">
                  <a16:creationId xmlns:a16="http://schemas.microsoft.com/office/drawing/2014/main" id="{35E9ACB3-DA58-4946-0288-72789092CF8F}"/>
                </a:ext>
              </a:extLst>
            </p:cNvPr>
            <p:cNvSpPr/>
            <p:nvPr/>
          </p:nvSpPr>
          <p:spPr>
            <a:xfrm>
              <a:off x="5273101" y="2427087"/>
              <a:ext cx="35270" cy="9035"/>
            </a:xfrm>
            <a:custGeom>
              <a:avLst/>
              <a:gdLst>
                <a:gd name="csX0" fmla="*/ 4638 w 45737"/>
                <a:gd name="csY0" fmla="*/ 201 h 11716"/>
                <a:gd name="csX1" fmla="*/ 23151 w 45737"/>
                <a:gd name="csY1" fmla="*/ 201 h 11716"/>
                <a:gd name="csX2" fmla="*/ 41833 w 45737"/>
                <a:gd name="csY2" fmla="*/ 2889 h 11716"/>
                <a:gd name="csX3" fmla="*/ 41134 w 45737"/>
                <a:gd name="csY3" fmla="*/ 11674 h 11716"/>
                <a:gd name="csX4" fmla="*/ 22451 w 45737"/>
                <a:gd name="csY4" fmla="*/ 8986 h 11716"/>
                <a:gd name="csX5" fmla="*/ 3938 w 45737"/>
                <a:gd name="csY5" fmla="*/ 8986 h 11716"/>
                <a:gd name="csX6" fmla="*/ 4638 w 45737"/>
                <a:gd name="csY6" fmla="*/ 201 h 117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737" h="11716">
                  <a:moveTo>
                    <a:pt x="4638" y="201"/>
                  </a:moveTo>
                  <a:cubicBezTo>
                    <a:pt x="10824" y="415"/>
                    <a:pt x="16980" y="-344"/>
                    <a:pt x="23151" y="201"/>
                  </a:cubicBezTo>
                  <a:cubicBezTo>
                    <a:pt x="29418" y="753"/>
                    <a:pt x="35596" y="2094"/>
                    <a:pt x="41833" y="2889"/>
                  </a:cubicBezTo>
                  <a:cubicBezTo>
                    <a:pt x="47460" y="3603"/>
                    <a:pt x="46812" y="12396"/>
                    <a:pt x="41134" y="11674"/>
                  </a:cubicBezTo>
                  <a:cubicBezTo>
                    <a:pt x="34904" y="10879"/>
                    <a:pt x="28718" y="9524"/>
                    <a:pt x="22451" y="8986"/>
                  </a:cubicBezTo>
                  <a:cubicBezTo>
                    <a:pt x="16273" y="8464"/>
                    <a:pt x="10117" y="9193"/>
                    <a:pt x="3938" y="8986"/>
                  </a:cubicBezTo>
                  <a:cubicBezTo>
                    <a:pt x="-1754" y="8795"/>
                    <a:pt x="-1062" y="10"/>
                    <a:pt x="4638" y="201"/>
                  </a:cubicBezTo>
                  <a:close/>
                </a:path>
              </a:pathLst>
            </a:custGeom>
            <a:solidFill>
              <a:srgbClr val="161616"/>
            </a:solidFill>
            <a:ln w="735" cap="flat">
              <a:noFill/>
              <a:prstDash val="solid"/>
              <a:miter/>
            </a:ln>
          </p:spPr>
          <p:txBody>
            <a:bodyPr/>
            <a:lstStyle/>
            <a:p>
              <a:endParaRPr lang="en-US"/>
            </a:p>
          </p:txBody>
        </p:sp>
        <p:sp>
          <p:nvSpPr>
            <p:cNvPr id="1288" name="Freeform: Shape 1287">
              <a:extLst>
                <a:ext uri="{FF2B5EF4-FFF2-40B4-BE49-F238E27FC236}">
                  <a16:creationId xmlns:a16="http://schemas.microsoft.com/office/drawing/2014/main" id="{2798F43F-9822-9FC2-EA60-C6A47090E8FC}"/>
                </a:ext>
              </a:extLst>
            </p:cNvPr>
            <p:cNvSpPr/>
            <p:nvPr/>
          </p:nvSpPr>
          <p:spPr>
            <a:xfrm>
              <a:off x="5221281" y="2453495"/>
              <a:ext cx="16865" cy="17838"/>
            </a:xfrm>
            <a:custGeom>
              <a:avLst/>
              <a:gdLst>
                <a:gd name="csX0" fmla="*/ 242 w 21870"/>
                <a:gd name="csY0" fmla="*/ 17799 h 23132"/>
                <a:gd name="csX1" fmla="*/ 14263 w 21870"/>
                <a:gd name="csY1" fmla="*/ 1097 h 23132"/>
                <a:gd name="csX2" fmla="*/ 20397 w 21870"/>
                <a:gd name="csY2" fmla="*/ 7401 h 23132"/>
                <a:gd name="csX3" fmla="*/ 8740 w 21870"/>
                <a:gd name="csY3" fmla="*/ 20067 h 23132"/>
                <a:gd name="csX4" fmla="*/ 242 w 21870"/>
                <a:gd name="csY4" fmla="*/ 17799 h 23132"/>
              </a:gdLst>
              <a:ahLst/>
              <a:cxnLst>
                <a:cxn ang="0">
                  <a:pos x="csX0" y="csY0"/>
                </a:cxn>
                <a:cxn ang="0">
                  <a:pos x="csX1" y="csY1"/>
                </a:cxn>
                <a:cxn ang="0">
                  <a:pos x="csX2" y="csY2"/>
                </a:cxn>
                <a:cxn ang="0">
                  <a:pos x="csX3" y="csY3"/>
                </a:cxn>
                <a:cxn ang="0">
                  <a:pos x="csX4" y="csY4"/>
                </a:cxn>
              </a:cxnLst>
              <a:rect l="l" t="t" r="r" b="b"/>
              <a:pathLst>
                <a:path w="21870" h="23132">
                  <a:moveTo>
                    <a:pt x="242" y="17799"/>
                  </a:moveTo>
                  <a:cubicBezTo>
                    <a:pt x="1965" y="12578"/>
                    <a:pt x="10184" y="4566"/>
                    <a:pt x="14263" y="1097"/>
                  </a:cubicBezTo>
                  <a:cubicBezTo>
                    <a:pt x="18549" y="-2541"/>
                    <a:pt x="24728" y="3726"/>
                    <a:pt x="20397" y="7401"/>
                  </a:cubicBezTo>
                  <a:cubicBezTo>
                    <a:pt x="17695" y="9691"/>
                    <a:pt x="9889" y="16569"/>
                    <a:pt x="8740" y="20067"/>
                  </a:cubicBezTo>
                  <a:cubicBezTo>
                    <a:pt x="6973" y="25428"/>
                    <a:pt x="-1533" y="23175"/>
                    <a:pt x="242" y="17799"/>
                  </a:cubicBezTo>
                  <a:close/>
                </a:path>
              </a:pathLst>
            </a:custGeom>
            <a:solidFill>
              <a:srgbClr val="161616"/>
            </a:solidFill>
            <a:ln w="735" cap="flat">
              <a:noFill/>
              <a:prstDash val="solid"/>
              <a:miter/>
            </a:ln>
          </p:spPr>
          <p:txBody>
            <a:bodyPr/>
            <a:lstStyle/>
            <a:p>
              <a:endParaRPr lang="en-US"/>
            </a:p>
          </p:txBody>
        </p:sp>
        <p:grpSp>
          <p:nvGrpSpPr>
            <p:cNvPr id="1289" name="Graphic 475">
              <a:extLst>
                <a:ext uri="{FF2B5EF4-FFF2-40B4-BE49-F238E27FC236}">
                  <a16:creationId xmlns:a16="http://schemas.microsoft.com/office/drawing/2014/main" id="{3EAFD331-DDEF-EFD2-E90F-ADB6ABD1B41B}"/>
                </a:ext>
              </a:extLst>
            </p:cNvPr>
            <p:cNvGrpSpPr/>
            <p:nvPr/>
          </p:nvGrpSpPr>
          <p:grpSpPr>
            <a:xfrm>
              <a:off x="5223336" y="2349881"/>
              <a:ext cx="166879" cy="237818"/>
              <a:chOff x="13114388" y="4916801"/>
              <a:chExt cx="216403" cy="308396"/>
            </a:xfrm>
          </p:grpSpPr>
          <p:sp>
            <p:nvSpPr>
              <p:cNvPr id="1308" name="Freeform: Shape 1307">
                <a:extLst>
                  <a:ext uri="{FF2B5EF4-FFF2-40B4-BE49-F238E27FC236}">
                    <a16:creationId xmlns:a16="http://schemas.microsoft.com/office/drawing/2014/main" id="{69611337-1EBC-4185-5F11-B8CB3B8E79D5}"/>
                  </a:ext>
                </a:extLst>
              </p:cNvPr>
              <p:cNvSpPr/>
              <p:nvPr/>
            </p:nvSpPr>
            <p:spPr>
              <a:xfrm>
                <a:off x="13114388" y="4916801"/>
                <a:ext cx="216403" cy="308396"/>
              </a:xfrm>
              <a:custGeom>
                <a:avLst/>
                <a:gdLst>
                  <a:gd name="csX0" fmla="*/ 92529 w 216403"/>
                  <a:gd name="csY0" fmla="*/ 0 h 308396"/>
                  <a:gd name="csX1" fmla="*/ 15 w 216403"/>
                  <a:gd name="csY1" fmla="*/ 64273 h 308396"/>
                  <a:gd name="csX2" fmla="*/ 60179 w 216403"/>
                  <a:gd name="csY2" fmla="*/ 29640 h 308396"/>
                  <a:gd name="csX3" fmla="*/ 150374 w 216403"/>
                  <a:gd name="csY3" fmla="*/ 87926 h 308396"/>
                  <a:gd name="csX4" fmla="*/ 213159 w 216403"/>
                  <a:gd name="csY4" fmla="*/ 81998 h 308396"/>
                  <a:gd name="csX5" fmla="*/ 167517 w 216403"/>
                  <a:gd name="csY5" fmla="*/ 16429 h 308396"/>
                  <a:gd name="csX6" fmla="*/ 212607 w 216403"/>
                  <a:gd name="csY6" fmla="*/ 74627 h 308396"/>
                  <a:gd name="csX7" fmla="*/ 184285 w 216403"/>
                  <a:gd name="csY7" fmla="*/ 241599 h 308396"/>
                  <a:gd name="csX8" fmla="*/ 178165 w 216403"/>
                  <a:gd name="csY8" fmla="*/ 242711 h 308396"/>
                  <a:gd name="csX9" fmla="*/ 182459 w 216403"/>
                  <a:gd name="csY9" fmla="*/ 205441 h 308396"/>
                  <a:gd name="csX10" fmla="*/ 196296 w 216403"/>
                  <a:gd name="csY10" fmla="*/ 124342 h 308396"/>
                  <a:gd name="csX11" fmla="*/ 163231 w 216403"/>
                  <a:gd name="csY11" fmla="*/ 143628 h 308396"/>
                  <a:gd name="csX12" fmla="*/ 165661 w 216403"/>
                  <a:gd name="csY12" fmla="*/ 159372 h 308396"/>
                  <a:gd name="csX13" fmla="*/ 170897 w 216403"/>
                  <a:gd name="csY13" fmla="*/ 214242 h 308396"/>
                  <a:gd name="csX14" fmla="*/ 136860 w 216403"/>
                  <a:gd name="csY14" fmla="*/ 293913 h 308396"/>
                  <a:gd name="csX15" fmla="*/ 21267 w 216403"/>
                  <a:gd name="csY15" fmla="*/ 225678 h 308396"/>
                  <a:gd name="csX16" fmla="*/ 33293 w 216403"/>
                  <a:gd name="csY16" fmla="*/ 228277 h 308396"/>
                  <a:gd name="csX17" fmla="*/ 67977 w 216403"/>
                  <a:gd name="csY17" fmla="*/ 210957 h 308396"/>
                  <a:gd name="csX18" fmla="*/ 149674 w 216403"/>
                  <a:gd name="csY18" fmla="*/ 161589 h 308396"/>
                  <a:gd name="csX19" fmla="*/ 147870 w 216403"/>
                  <a:gd name="csY19" fmla="*/ 111845 h 308396"/>
                  <a:gd name="csX20" fmla="*/ 147862 w 216403"/>
                  <a:gd name="csY20" fmla="*/ 111830 h 308396"/>
                  <a:gd name="csX21" fmla="*/ 146728 w 216403"/>
                  <a:gd name="csY21" fmla="*/ 107633 h 308396"/>
                  <a:gd name="csX22" fmla="*/ 146684 w 216403"/>
                  <a:gd name="csY22" fmla="*/ 107478 h 308396"/>
                  <a:gd name="csX23" fmla="*/ 146640 w 216403"/>
                  <a:gd name="csY23" fmla="*/ 107316 h 308396"/>
                  <a:gd name="csX24" fmla="*/ 146522 w 216403"/>
                  <a:gd name="csY24" fmla="*/ 106881 h 308396"/>
                  <a:gd name="csX25" fmla="*/ 117979 w 216403"/>
                  <a:gd name="csY25" fmla="*/ 39515 h 308396"/>
                  <a:gd name="csX26" fmla="*/ 68508 w 216403"/>
                  <a:gd name="csY26" fmla="*/ 68191 h 308396"/>
                  <a:gd name="csX27" fmla="*/ 40723 w 216403"/>
                  <a:gd name="csY27" fmla="*/ 86807 h 308396"/>
                  <a:gd name="csX28" fmla="*/ 0 w 216403"/>
                  <a:gd name="csY28" fmla="*/ 65422 h 3083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216403" h="308396">
                    <a:moveTo>
                      <a:pt x="92529" y="0"/>
                    </a:moveTo>
                    <a:cubicBezTo>
                      <a:pt x="3697" y="0"/>
                      <a:pt x="265" y="54626"/>
                      <a:pt x="15" y="64273"/>
                    </a:cubicBezTo>
                    <a:cubicBezTo>
                      <a:pt x="545" y="60046"/>
                      <a:pt x="4985" y="56821"/>
                      <a:pt x="60179" y="29640"/>
                    </a:cubicBezTo>
                    <a:cubicBezTo>
                      <a:pt x="125387" y="-2474"/>
                      <a:pt x="150374" y="87926"/>
                      <a:pt x="150374" y="87926"/>
                    </a:cubicBezTo>
                    <a:cubicBezTo>
                      <a:pt x="150374" y="87926"/>
                      <a:pt x="214308" y="107191"/>
                      <a:pt x="213159" y="81998"/>
                    </a:cubicBezTo>
                    <a:cubicBezTo>
                      <a:pt x="212408" y="65429"/>
                      <a:pt x="201863" y="35193"/>
                      <a:pt x="167517" y="16429"/>
                    </a:cubicBezTo>
                    <a:cubicBezTo>
                      <a:pt x="181059" y="17386"/>
                      <a:pt x="201774" y="27254"/>
                      <a:pt x="212607" y="74627"/>
                    </a:cubicBezTo>
                    <a:cubicBezTo>
                      <a:pt x="229552" y="148753"/>
                      <a:pt x="184285" y="241599"/>
                      <a:pt x="184285" y="241599"/>
                    </a:cubicBezTo>
                    <a:lnTo>
                      <a:pt x="178165" y="242711"/>
                    </a:lnTo>
                    <a:cubicBezTo>
                      <a:pt x="181509" y="232092"/>
                      <a:pt x="182451" y="219838"/>
                      <a:pt x="182459" y="205441"/>
                    </a:cubicBezTo>
                    <a:cubicBezTo>
                      <a:pt x="182459" y="205441"/>
                      <a:pt x="228756" y="161353"/>
                      <a:pt x="196296" y="124342"/>
                    </a:cubicBezTo>
                    <a:cubicBezTo>
                      <a:pt x="177893" y="103361"/>
                      <a:pt x="167171" y="130233"/>
                      <a:pt x="163231" y="143628"/>
                    </a:cubicBezTo>
                    <a:cubicBezTo>
                      <a:pt x="163938" y="149276"/>
                      <a:pt x="164763" y="154946"/>
                      <a:pt x="165661" y="159372"/>
                    </a:cubicBezTo>
                    <a:cubicBezTo>
                      <a:pt x="168437" y="173113"/>
                      <a:pt x="184631" y="205972"/>
                      <a:pt x="170897" y="214242"/>
                    </a:cubicBezTo>
                    <a:cubicBezTo>
                      <a:pt x="170897" y="214242"/>
                      <a:pt x="181744" y="268883"/>
                      <a:pt x="136860" y="293913"/>
                    </a:cubicBezTo>
                    <a:cubicBezTo>
                      <a:pt x="56504" y="338730"/>
                      <a:pt x="22983" y="269177"/>
                      <a:pt x="21267" y="225678"/>
                    </a:cubicBezTo>
                    <a:cubicBezTo>
                      <a:pt x="21267" y="225678"/>
                      <a:pt x="26422" y="232416"/>
                      <a:pt x="33293" y="228277"/>
                    </a:cubicBezTo>
                    <a:cubicBezTo>
                      <a:pt x="40163" y="224139"/>
                      <a:pt x="38448" y="215501"/>
                      <a:pt x="67977" y="210957"/>
                    </a:cubicBezTo>
                    <a:cubicBezTo>
                      <a:pt x="85695" y="208225"/>
                      <a:pt x="130756" y="222909"/>
                      <a:pt x="149674" y="161589"/>
                    </a:cubicBezTo>
                    <a:cubicBezTo>
                      <a:pt x="154939" y="144519"/>
                      <a:pt x="150366" y="121764"/>
                      <a:pt x="147870" y="111845"/>
                    </a:cubicBezTo>
                    <a:cubicBezTo>
                      <a:pt x="147870" y="111837"/>
                      <a:pt x="147862" y="111830"/>
                      <a:pt x="147862" y="111830"/>
                    </a:cubicBezTo>
                    <a:cubicBezTo>
                      <a:pt x="147376" y="109893"/>
                      <a:pt x="146971" y="108457"/>
                      <a:pt x="146728" y="107633"/>
                    </a:cubicBezTo>
                    <a:cubicBezTo>
                      <a:pt x="146714" y="107581"/>
                      <a:pt x="146699" y="107529"/>
                      <a:pt x="146684" y="107478"/>
                    </a:cubicBezTo>
                    <a:cubicBezTo>
                      <a:pt x="146669" y="107419"/>
                      <a:pt x="146655" y="107367"/>
                      <a:pt x="146640" y="107316"/>
                    </a:cubicBezTo>
                    <a:cubicBezTo>
                      <a:pt x="146603" y="107169"/>
                      <a:pt x="146566" y="107021"/>
                      <a:pt x="146522" y="106881"/>
                    </a:cubicBezTo>
                    <a:cubicBezTo>
                      <a:pt x="137663" y="73567"/>
                      <a:pt x="145130" y="48949"/>
                      <a:pt x="117979" y="39515"/>
                    </a:cubicBezTo>
                    <a:cubicBezTo>
                      <a:pt x="100998" y="33617"/>
                      <a:pt x="74414" y="55348"/>
                      <a:pt x="68508" y="68191"/>
                    </a:cubicBezTo>
                    <a:cubicBezTo>
                      <a:pt x="63485" y="79097"/>
                      <a:pt x="52719" y="86225"/>
                      <a:pt x="40723" y="86807"/>
                    </a:cubicBezTo>
                    <a:cubicBezTo>
                      <a:pt x="16959" y="87956"/>
                      <a:pt x="5656" y="78979"/>
                      <a:pt x="0" y="65422"/>
                    </a:cubicBezTo>
                  </a:path>
                </a:pathLst>
              </a:custGeom>
              <a:solidFill>
                <a:srgbClr val="161616"/>
              </a:solidFill>
              <a:ln w="735" cap="flat">
                <a:noFill/>
                <a:prstDash val="solid"/>
                <a:miter/>
              </a:ln>
            </p:spPr>
            <p:txBody>
              <a:bodyPr/>
              <a:lstStyle/>
              <a:p>
                <a:endParaRPr lang="en-US"/>
              </a:p>
            </p:txBody>
          </p:sp>
          <p:sp>
            <p:nvSpPr>
              <p:cNvPr id="1309" name="Freeform: Shape 1308">
                <a:extLst>
                  <a:ext uri="{FF2B5EF4-FFF2-40B4-BE49-F238E27FC236}">
                    <a16:creationId xmlns:a16="http://schemas.microsoft.com/office/drawing/2014/main" id="{00AF858D-3EFA-AFFD-3203-4C87B82ECCED}"/>
                  </a:ext>
                </a:extLst>
              </p:cNvPr>
              <p:cNvSpPr/>
              <p:nvPr/>
            </p:nvSpPr>
            <p:spPr>
              <a:xfrm>
                <a:off x="13260888" y="5023660"/>
                <a:ext cx="139" cy="456"/>
              </a:xfrm>
              <a:custGeom>
                <a:avLst/>
                <a:gdLst>
                  <a:gd name="csX0" fmla="*/ 140 w 139"/>
                  <a:gd name="csY0" fmla="*/ 457 h 456"/>
                  <a:gd name="csX1" fmla="*/ 0 w 139"/>
                  <a:gd name="csY1" fmla="*/ 0 h 456"/>
                  <a:gd name="csX2" fmla="*/ 22 w 139"/>
                  <a:gd name="csY2" fmla="*/ 22 h 456"/>
                  <a:gd name="csX3" fmla="*/ 140 w 139"/>
                  <a:gd name="csY3" fmla="*/ 457 h 456"/>
                </a:gdLst>
                <a:ahLst/>
                <a:cxnLst>
                  <a:cxn ang="0">
                    <a:pos x="csX0" y="csY0"/>
                  </a:cxn>
                  <a:cxn ang="0">
                    <a:pos x="csX1" y="csY1"/>
                  </a:cxn>
                  <a:cxn ang="0">
                    <a:pos x="csX2" y="csY2"/>
                  </a:cxn>
                  <a:cxn ang="0">
                    <a:pos x="csX3" y="csY3"/>
                  </a:cxn>
                </a:cxnLst>
                <a:rect l="l" t="t" r="r" b="b"/>
                <a:pathLst>
                  <a:path w="139" h="456">
                    <a:moveTo>
                      <a:pt x="140" y="457"/>
                    </a:moveTo>
                    <a:cubicBezTo>
                      <a:pt x="52" y="155"/>
                      <a:pt x="0" y="0"/>
                      <a:pt x="0" y="0"/>
                    </a:cubicBezTo>
                    <a:lnTo>
                      <a:pt x="22" y="22"/>
                    </a:lnTo>
                    <a:cubicBezTo>
                      <a:pt x="66" y="162"/>
                      <a:pt x="103" y="309"/>
                      <a:pt x="140" y="457"/>
                    </a:cubicBezTo>
                    <a:close/>
                  </a:path>
                </a:pathLst>
              </a:custGeom>
              <a:solidFill>
                <a:srgbClr val="084D91"/>
              </a:solidFill>
              <a:ln w="735" cap="flat">
                <a:noFill/>
                <a:prstDash val="solid"/>
                <a:miter/>
              </a:ln>
            </p:spPr>
            <p:txBody>
              <a:bodyPr/>
              <a:lstStyle/>
              <a:p>
                <a:endParaRPr lang="en-US"/>
              </a:p>
            </p:txBody>
          </p:sp>
        </p:grpSp>
        <p:sp>
          <p:nvSpPr>
            <p:cNvPr id="1290" name="Freeform: Shape 1289">
              <a:extLst>
                <a:ext uri="{FF2B5EF4-FFF2-40B4-BE49-F238E27FC236}">
                  <a16:creationId xmlns:a16="http://schemas.microsoft.com/office/drawing/2014/main" id="{8B35949F-CF19-47D9-EAAE-A3E9C2DAD1E9}"/>
                </a:ext>
              </a:extLst>
            </p:cNvPr>
            <p:cNvSpPr/>
            <p:nvPr/>
          </p:nvSpPr>
          <p:spPr>
            <a:xfrm>
              <a:off x="5261248" y="2525995"/>
              <a:ext cx="33442" cy="20172"/>
            </a:xfrm>
            <a:custGeom>
              <a:avLst/>
              <a:gdLst>
                <a:gd name="csX0" fmla="*/ 9640 w 43366"/>
                <a:gd name="csY0" fmla="*/ 6745 h 26159"/>
                <a:gd name="csX1" fmla="*/ 43367 w 43366"/>
                <a:gd name="csY1" fmla="*/ 0 h 26159"/>
                <a:gd name="csX2" fmla="*/ 20236 w 43366"/>
                <a:gd name="csY2" fmla="*/ 26017 h 26159"/>
                <a:gd name="csX3" fmla="*/ 0 w 43366"/>
                <a:gd name="csY3" fmla="*/ 9632 h 26159"/>
                <a:gd name="csX4" fmla="*/ 9640 w 43366"/>
                <a:gd name="csY4" fmla="*/ 6738 h 26159"/>
              </a:gdLst>
              <a:ahLst/>
              <a:cxnLst>
                <a:cxn ang="0">
                  <a:pos x="csX0" y="csY0"/>
                </a:cxn>
                <a:cxn ang="0">
                  <a:pos x="csX1" y="csY1"/>
                </a:cxn>
                <a:cxn ang="0">
                  <a:pos x="csX2" y="csY2"/>
                </a:cxn>
                <a:cxn ang="0">
                  <a:pos x="csX3" y="csY3"/>
                </a:cxn>
                <a:cxn ang="0">
                  <a:pos x="csX4" y="csY4"/>
                </a:cxn>
              </a:cxnLst>
              <a:rect l="l" t="t" r="r" b="b"/>
              <a:pathLst>
                <a:path w="43366" h="26159">
                  <a:moveTo>
                    <a:pt x="9640" y="6745"/>
                  </a:moveTo>
                  <a:lnTo>
                    <a:pt x="43367" y="0"/>
                  </a:lnTo>
                  <a:cubicBezTo>
                    <a:pt x="43367" y="0"/>
                    <a:pt x="34692" y="24095"/>
                    <a:pt x="20236" y="26017"/>
                  </a:cubicBezTo>
                  <a:cubicBezTo>
                    <a:pt x="5781" y="27946"/>
                    <a:pt x="0" y="9632"/>
                    <a:pt x="0" y="9632"/>
                  </a:cubicBezTo>
                  <a:lnTo>
                    <a:pt x="9640" y="6738"/>
                  </a:lnTo>
                  <a:close/>
                </a:path>
              </a:pathLst>
            </a:custGeom>
            <a:solidFill>
              <a:srgbClr val="FFFFFF"/>
            </a:solidFill>
            <a:ln w="735" cap="flat">
              <a:noFill/>
              <a:prstDash val="solid"/>
              <a:miter/>
            </a:ln>
          </p:spPr>
          <p:txBody>
            <a:bodyPr/>
            <a:lstStyle/>
            <a:p>
              <a:endParaRPr lang="en-US"/>
            </a:p>
          </p:txBody>
        </p:sp>
        <p:sp>
          <p:nvSpPr>
            <p:cNvPr id="1291" name="Freeform: Shape 1290">
              <a:extLst>
                <a:ext uri="{FF2B5EF4-FFF2-40B4-BE49-F238E27FC236}">
                  <a16:creationId xmlns:a16="http://schemas.microsoft.com/office/drawing/2014/main" id="{56F1EFD5-38C5-4906-C13C-C3F4FC89BF2B}"/>
                </a:ext>
              </a:extLst>
            </p:cNvPr>
            <p:cNvSpPr/>
            <p:nvPr/>
          </p:nvSpPr>
          <p:spPr>
            <a:xfrm>
              <a:off x="5293799" y="2455862"/>
              <a:ext cx="13925" cy="13470"/>
            </a:xfrm>
            <a:custGeom>
              <a:avLst/>
              <a:gdLst>
                <a:gd name="csX0" fmla="*/ 13970 w 18057"/>
                <a:gd name="csY0" fmla="*/ 1643 h 17468"/>
                <a:gd name="csX1" fmla="*/ 17961 w 18057"/>
                <a:gd name="csY1" fmla="*/ 8116 h 17468"/>
                <a:gd name="csX2" fmla="*/ 14743 w 18057"/>
                <a:gd name="csY2" fmla="*/ 15804 h 17468"/>
                <a:gd name="csX3" fmla="*/ 6392 w 18057"/>
                <a:gd name="csY3" fmla="*/ 16931 h 17468"/>
                <a:gd name="csX4" fmla="*/ 898 w 18057"/>
                <a:gd name="csY4" fmla="*/ 4088 h 17468"/>
                <a:gd name="csX5" fmla="*/ 6289 w 18057"/>
                <a:gd name="csY5" fmla="*/ 185 h 17468"/>
                <a:gd name="csX6" fmla="*/ 12998 w 18057"/>
                <a:gd name="csY6" fmla="*/ 1105 h 17468"/>
                <a:gd name="csX7" fmla="*/ 13970 w 18057"/>
                <a:gd name="csY7" fmla="*/ 1643 h 174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057" h="17468">
                  <a:moveTo>
                    <a:pt x="13970" y="1643"/>
                  </a:moveTo>
                  <a:cubicBezTo>
                    <a:pt x="16135" y="3057"/>
                    <a:pt x="17534" y="5553"/>
                    <a:pt x="17961" y="8116"/>
                  </a:cubicBezTo>
                  <a:cubicBezTo>
                    <a:pt x="18439" y="11003"/>
                    <a:pt x="17099" y="14073"/>
                    <a:pt x="14743" y="15804"/>
                  </a:cubicBezTo>
                  <a:cubicBezTo>
                    <a:pt x="12386" y="17535"/>
                    <a:pt x="9146" y="17925"/>
                    <a:pt x="6392" y="16931"/>
                  </a:cubicBezTo>
                  <a:cubicBezTo>
                    <a:pt x="1480" y="15163"/>
                    <a:pt x="-1627" y="9000"/>
                    <a:pt x="898" y="4088"/>
                  </a:cubicBezTo>
                  <a:cubicBezTo>
                    <a:pt x="1944" y="2048"/>
                    <a:pt x="4043" y="649"/>
                    <a:pt x="6289" y="185"/>
                  </a:cubicBezTo>
                  <a:cubicBezTo>
                    <a:pt x="8535" y="-272"/>
                    <a:pt x="10906" y="148"/>
                    <a:pt x="12998" y="1105"/>
                  </a:cubicBezTo>
                  <a:cubicBezTo>
                    <a:pt x="13336" y="1260"/>
                    <a:pt x="13660" y="1437"/>
                    <a:pt x="13970" y="1643"/>
                  </a:cubicBezTo>
                  <a:close/>
                </a:path>
              </a:pathLst>
            </a:custGeom>
            <a:solidFill>
              <a:srgbClr val="1A1A1A"/>
            </a:solidFill>
            <a:ln w="735" cap="flat">
              <a:noFill/>
              <a:prstDash val="solid"/>
              <a:miter/>
            </a:ln>
          </p:spPr>
          <p:txBody>
            <a:bodyPr/>
            <a:lstStyle/>
            <a:p>
              <a:endParaRPr lang="en-US"/>
            </a:p>
          </p:txBody>
        </p:sp>
        <p:sp>
          <p:nvSpPr>
            <p:cNvPr id="1292" name="Freeform: Shape 1291">
              <a:extLst>
                <a:ext uri="{FF2B5EF4-FFF2-40B4-BE49-F238E27FC236}">
                  <a16:creationId xmlns:a16="http://schemas.microsoft.com/office/drawing/2014/main" id="{556BB486-8259-6BB4-B779-F86FA08C54AB}"/>
                </a:ext>
              </a:extLst>
            </p:cNvPr>
            <p:cNvSpPr/>
            <p:nvPr/>
          </p:nvSpPr>
          <p:spPr>
            <a:xfrm>
              <a:off x="5339295" y="2565128"/>
              <a:ext cx="88525" cy="76643"/>
            </a:xfrm>
            <a:custGeom>
              <a:avLst/>
              <a:gdLst>
                <a:gd name="csX0" fmla="*/ 114660 w 114796"/>
                <a:gd name="csY0" fmla="*/ 6111 h 99388"/>
                <a:gd name="csX1" fmla="*/ 111950 w 114796"/>
                <a:gd name="csY1" fmla="*/ 43 h 99388"/>
                <a:gd name="csX2" fmla="*/ 106030 w 114796"/>
                <a:gd name="csY2" fmla="*/ 3909 h 99388"/>
                <a:gd name="csX3" fmla="*/ 80741 w 114796"/>
                <a:gd name="csY3" fmla="*/ 47850 h 99388"/>
                <a:gd name="csX4" fmla="*/ 63443 w 114796"/>
                <a:gd name="csY4" fmla="*/ 84346 h 99388"/>
                <a:gd name="csX5" fmla="*/ 31498 w 114796"/>
                <a:gd name="csY5" fmla="*/ 58594 h 99388"/>
                <a:gd name="csX6" fmla="*/ 341 w 114796"/>
                <a:gd name="csY6" fmla="*/ 47983 h 99388"/>
                <a:gd name="csX7" fmla="*/ 3817 w 114796"/>
                <a:gd name="csY7" fmla="*/ 50663 h 99388"/>
                <a:gd name="csX8" fmla="*/ 18884 w 114796"/>
                <a:gd name="csY8" fmla="*/ 60597 h 99388"/>
                <a:gd name="csX9" fmla="*/ 33207 w 114796"/>
                <a:gd name="csY9" fmla="*/ 74545 h 99388"/>
                <a:gd name="csX10" fmla="*/ 64563 w 114796"/>
                <a:gd name="csY10" fmla="*/ 98566 h 99388"/>
                <a:gd name="csX11" fmla="*/ 73193 w 114796"/>
                <a:gd name="csY11" fmla="*/ 93618 h 99388"/>
                <a:gd name="csX12" fmla="*/ 94107 w 114796"/>
                <a:gd name="csY12" fmla="*/ 48623 h 99388"/>
                <a:gd name="csX13" fmla="*/ 105985 w 114796"/>
                <a:gd name="csY13" fmla="*/ 30206 h 99388"/>
                <a:gd name="csX14" fmla="*/ 114660 w 114796"/>
                <a:gd name="csY14" fmla="*/ 6111 h 99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4796" h="99388">
                  <a:moveTo>
                    <a:pt x="114660" y="6111"/>
                  </a:moveTo>
                  <a:cubicBezTo>
                    <a:pt x="114307" y="3408"/>
                    <a:pt x="114844" y="433"/>
                    <a:pt x="111950" y="43"/>
                  </a:cubicBezTo>
                  <a:cubicBezTo>
                    <a:pt x="109579" y="-281"/>
                    <a:pt x="106398" y="1251"/>
                    <a:pt x="106030" y="3909"/>
                  </a:cubicBezTo>
                  <a:cubicBezTo>
                    <a:pt x="103651" y="20920"/>
                    <a:pt x="90094" y="34065"/>
                    <a:pt x="80741" y="47850"/>
                  </a:cubicBezTo>
                  <a:cubicBezTo>
                    <a:pt x="73053" y="59191"/>
                    <a:pt x="66684" y="71179"/>
                    <a:pt x="63443" y="84346"/>
                  </a:cubicBezTo>
                  <a:cubicBezTo>
                    <a:pt x="52022" y="76776"/>
                    <a:pt x="41734" y="67748"/>
                    <a:pt x="31498" y="58594"/>
                  </a:cubicBezTo>
                  <a:cubicBezTo>
                    <a:pt x="24524" y="52350"/>
                    <a:pt x="9274" y="34727"/>
                    <a:pt x="341" y="47983"/>
                  </a:cubicBezTo>
                  <a:cubicBezTo>
                    <a:pt x="-1051" y="50052"/>
                    <a:pt x="2160" y="52563"/>
                    <a:pt x="3817" y="50663"/>
                  </a:cubicBezTo>
                  <a:cubicBezTo>
                    <a:pt x="7587" y="46326"/>
                    <a:pt x="16417" y="58160"/>
                    <a:pt x="18884" y="60597"/>
                  </a:cubicBezTo>
                  <a:cubicBezTo>
                    <a:pt x="23619" y="65281"/>
                    <a:pt x="28324" y="70016"/>
                    <a:pt x="33207" y="74545"/>
                  </a:cubicBezTo>
                  <a:cubicBezTo>
                    <a:pt x="42861" y="83499"/>
                    <a:pt x="53163" y="91924"/>
                    <a:pt x="64563" y="98566"/>
                  </a:cubicBezTo>
                  <a:cubicBezTo>
                    <a:pt x="68679" y="100959"/>
                    <a:pt x="72678" y="97771"/>
                    <a:pt x="73193" y="93618"/>
                  </a:cubicBezTo>
                  <a:cubicBezTo>
                    <a:pt x="75270" y="76864"/>
                    <a:pt x="84556" y="62114"/>
                    <a:pt x="94107" y="48623"/>
                  </a:cubicBezTo>
                  <a:cubicBezTo>
                    <a:pt x="98960" y="41767"/>
                    <a:pt x="101339" y="37202"/>
                    <a:pt x="105985" y="30206"/>
                  </a:cubicBezTo>
                  <a:cubicBezTo>
                    <a:pt x="110315" y="23689"/>
                    <a:pt x="115728" y="14226"/>
                    <a:pt x="114660" y="6111"/>
                  </a:cubicBezTo>
                  <a:close/>
                </a:path>
              </a:pathLst>
            </a:custGeom>
            <a:solidFill>
              <a:srgbClr val="084D91"/>
            </a:solidFill>
            <a:ln w="735" cap="flat">
              <a:noFill/>
              <a:prstDash val="solid"/>
              <a:miter/>
            </a:ln>
          </p:spPr>
          <p:txBody>
            <a:bodyPr/>
            <a:lstStyle/>
            <a:p>
              <a:endParaRPr lang="en-US"/>
            </a:p>
          </p:txBody>
        </p:sp>
        <p:sp>
          <p:nvSpPr>
            <p:cNvPr id="1293" name="Freeform: Shape 1292">
              <a:extLst>
                <a:ext uri="{FF2B5EF4-FFF2-40B4-BE49-F238E27FC236}">
                  <a16:creationId xmlns:a16="http://schemas.microsoft.com/office/drawing/2014/main" id="{E1FB153E-5A82-B61A-51BF-00F4A24E98EA}"/>
                </a:ext>
              </a:extLst>
            </p:cNvPr>
            <p:cNvSpPr/>
            <p:nvPr/>
          </p:nvSpPr>
          <p:spPr>
            <a:xfrm>
              <a:off x="4890719" y="2924432"/>
              <a:ext cx="424011" cy="11093"/>
            </a:xfrm>
            <a:custGeom>
              <a:avLst/>
              <a:gdLst>
                <a:gd name="csX0" fmla="*/ 60 w 549843"/>
                <a:gd name="csY0" fmla="*/ 965 h 14385"/>
                <a:gd name="csX1" fmla="*/ 4891 w 549843"/>
                <a:gd name="csY1" fmla="*/ 13528 h 14385"/>
                <a:gd name="csX2" fmla="*/ 549844 w 549843"/>
                <a:gd name="csY2" fmla="*/ 13528 h 14385"/>
                <a:gd name="csX3" fmla="*/ 542112 w 549843"/>
                <a:gd name="csY3" fmla="*/ 2901 h 14385"/>
                <a:gd name="csX4" fmla="*/ 281234 w 549843"/>
                <a:gd name="csY4" fmla="*/ 0 h 14385"/>
                <a:gd name="csX5" fmla="*/ 60 w 549843"/>
                <a:gd name="csY5" fmla="*/ 965 h 14385"/>
              </a:gdLst>
              <a:ahLst/>
              <a:cxnLst>
                <a:cxn ang="0">
                  <a:pos x="csX0" y="csY0"/>
                </a:cxn>
                <a:cxn ang="0">
                  <a:pos x="csX1" y="csY1"/>
                </a:cxn>
                <a:cxn ang="0">
                  <a:pos x="csX2" y="csY2"/>
                </a:cxn>
                <a:cxn ang="0">
                  <a:pos x="csX3" y="csY3"/>
                </a:cxn>
                <a:cxn ang="0">
                  <a:pos x="csX4" y="csY4"/>
                </a:cxn>
                <a:cxn ang="0">
                  <a:pos x="csX5" y="csY5"/>
                </a:cxn>
              </a:cxnLst>
              <a:rect l="l" t="t" r="r" b="b"/>
              <a:pathLst>
                <a:path w="549843" h="14385">
                  <a:moveTo>
                    <a:pt x="60" y="965"/>
                  </a:moveTo>
                  <a:cubicBezTo>
                    <a:pt x="60" y="965"/>
                    <a:pt x="-905" y="11591"/>
                    <a:pt x="4891" y="13528"/>
                  </a:cubicBezTo>
                  <a:cubicBezTo>
                    <a:pt x="10686" y="15457"/>
                    <a:pt x="549844" y="13528"/>
                    <a:pt x="549844" y="13528"/>
                  </a:cubicBezTo>
                  <a:cubicBezTo>
                    <a:pt x="549844" y="13528"/>
                    <a:pt x="546943" y="2901"/>
                    <a:pt x="542112" y="2901"/>
                  </a:cubicBezTo>
                  <a:cubicBezTo>
                    <a:pt x="537281" y="2901"/>
                    <a:pt x="281234" y="0"/>
                    <a:pt x="281234" y="0"/>
                  </a:cubicBezTo>
                  <a:lnTo>
                    <a:pt x="60" y="965"/>
                  </a:lnTo>
                  <a:close/>
                </a:path>
              </a:pathLst>
            </a:custGeom>
            <a:solidFill>
              <a:srgbClr val="00A9F4"/>
            </a:solidFill>
            <a:ln w="735" cap="flat">
              <a:noFill/>
              <a:prstDash val="solid"/>
              <a:miter/>
            </a:ln>
          </p:spPr>
          <p:txBody>
            <a:bodyPr/>
            <a:lstStyle/>
            <a:p>
              <a:endParaRPr lang="en-US"/>
            </a:p>
          </p:txBody>
        </p:sp>
        <p:sp>
          <p:nvSpPr>
            <p:cNvPr id="1294" name="Freeform: Shape 1293">
              <a:extLst>
                <a:ext uri="{FF2B5EF4-FFF2-40B4-BE49-F238E27FC236}">
                  <a16:creationId xmlns:a16="http://schemas.microsoft.com/office/drawing/2014/main" id="{89E18CD1-5981-1EB7-CF49-732FE62D3FB9}"/>
                </a:ext>
              </a:extLst>
            </p:cNvPr>
            <p:cNvSpPr/>
            <p:nvPr/>
          </p:nvSpPr>
          <p:spPr>
            <a:xfrm>
              <a:off x="4890725" y="2924432"/>
              <a:ext cx="261951" cy="11094"/>
            </a:xfrm>
            <a:custGeom>
              <a:avLst/>
              <a:gdLst>
                <a:gd name="csX0" fmla="*/ 328577 w 339689"/>
                <a:gd name="csY0" fmla="*/ 1929 h 14387"/>
                <a:gd name="csX1" fmla="*/ 328275 w 339689"/>
                <a:gd name="csY1" fmla="*/ 346 h 14387"/>
                <a:gd name="csX2" fmla="*/ 281234 w 339689"/>
                <a:gd name="csY2" fmla="*/ 0 h 14387"/>
                <a:gd name="csX3" fmla="*/ 60 w 339689"/>
                <a:gd name="csY3" fmla="*/ 965 h 14387"/>
                <a:gd name="csX4" fmla="*/ 4891 w 339689"/>
                <a:gd name="csY4" fmla="*/ 13528 h 14387"/>
                <a:gd name="csX5" fmla="*/ 339689 w 339689"/>
                <a:gd name="csY5" fmla="*/ 14168 h 14387"/>
                <a:gd name="csX6" fmla="*/ 328577 w 339689"/>
                <a:gd name="csY6" fmla="*/ 1937 h 143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89" h="14387">
                  <a:moveTo>
                    <a:pt x="328577" y="1929"/>
                  </a:moveTo>
                  <a:cubicBezTo>
                    <a:pt x="328496" y="1384"/>
                    <a:pt x="328385" y="862"/>
                    <a:pt x="328275" y="346"/>
                  </a:cubicBezTo>
                  <a:cubicBezTo>
                    <a:pt x="309563" y="133"/>
                    <a:pt x="281234" y="0"/>
                    <a:pt x="281234" y="0"/>
                  </a:cubicBezTo>
                  <a:lnTo>
                    <a:pt x="60" y="965"/>
                  </a:lnTo>
                  <a:cubicBezTo>
                    <a:pt x="60" y="965"/>
                    <a:pt x="-905" y="11591"/>
                    <a:pt x="4891" y="13528"/>
                  </a:cubicBezTo>
                  <a:cubicBezTo>
                    <a:pt x="8102" y="14595"/>
                    <a:pt x="191444" y="14485"/>
                    <a:pt x="339689" y="14168"/>
                  </a:cubicBezTo>
                  <a:cubicBezTo>
                    <a:pt x="336000" y="13299"/>
                    <a:pt x="329910" y="10560"/>
                    <a:pt x="328577" y="1937"/>
                  </a:cubicBezTo>
                  <a:close/>
                </a:path>
              </a:pathLst>
            </a:custGeom>
            <a:solidFill>
              <a:srgbClr val="0291DC"/>
            </a:solidFill>
            <a:ln w="735" cap="flat">
              <a:noFill/>
              <a:prstDash val="solid"/>
              <a:miter/>
            </a:ln>
          </p:spPr>
          <p:txBody>
            <a:bodyPr/>
            <a:lstStyle/>
            <a:p>
              <a:endParaRPr lang="en-US"/>
            </a:p>
          </p:txBody>
        </p:sp>
        <p:sp>
          <p:nvSpPr>
            <p:cNvPr id="1295" name="Freeform: Shape 1294">
              <a:extLst>
                <a:ext uri="{FF2B5EF4-FFF2-40B4-BE49-F238E27FC236}">
                  <a16:creationId xmlns:a16="http://schemas.microsoft.com/office/drawing/2014/main" id="{19B3BECE-E881-DDB6-4D21-62002A5B94FB}"/>
                </a:ext>
              </a:extLst>
            </p:cNvPr>
            <p:cNvSpPr/>
            <p:nvPr/>
          </p:nvSpPr>
          <p:spPr>
            <a:xfrm>
              <a:off x="4816781" y="2711442"/>
              <a:ext cx="330301" cy="217667"/>
            </a:xfrm>
            <a:custGeom>
              <a:avLst/>
              <a:gdLst>
                <a:gd name="csX0" fmla="*/ 86279 w 428323"/>
                <a:gd name="csY0" fmla="*/ 281030 h 282265"/>
                <a:gd name="csX1" fmla="*/ 419627 w 428323"/>
                <a:gd name="csY1" fmla="*/ 281995 h 282265"/>
                <a:gd name="csX2" fmla="*/ 428324 w 428323"/>
                <a:gd name="csY2" fmla="*/ 273298 h 282265"/>
                <a:gd name="csX3" fmla="*/ 344263 w 428323"/>
                <a:gd name="csY3" fmla="*/ 1787 h 282265"/>
                <a:gd name="csX4" fmla="*/ 289 w 428323"/>
                <a:gd name="csY4" fmla="*/ 11448 h 282265"/>
                <a:gd name="csX5" fmla="*/ 86286 w 428323"/>
                <a:gd name="csY5" fmla="*/ 281023 h 282265"/>
              </a:gdLst>
              <a:ahLst/>
              <a:cxnLst>
                <a:cxn ang="0">
                  <a:pos x="csX0" y="csY0"/>
                </a:cxn>
                <a:cxn ang="0">
                  <a:pos x="csX1" y="csY1"/>
                </a:cxn>
                <a:cxn ang="0">
                  <a:pos x="csX2" y="csY2"/>
                </a:cxn>
                <a:cxn ang="0">
                  <a:pos x="csX3" y="csY3"/>
                </a:cxn>
                <a:cxn ang="0">
                  <a:pos x="csX4" y="csY4"/>
                </a:cxn>
                <a:cxn ang="0">
                  <a:pos x="csX5" y="csY5"/>
                </a:cxn>
              </a:cxnLst>
              <a:rect l="l" t="t" r="r" b="b"/>
              <a:pathLst>
                <a:path w="428323" h="282265">
                  <a:moveTo>
                    <a:pt x="86279" y="281030"/>
                  </a:moveTo>
                  <a:cubicBezTo>
                    <a:pt x="86279" y="281030"/>
                    <a:pt x="414796" y="282960"/>
                    <a:pt x="419627" y="281995"/>
                  </a:cubicBezTo>
                  <a:cubicBezTo>
                    <a:pt x="424457" y="281030"/>
                    <a:pt x="428324" y="273298"/>
                    <a:pt x="428324" y="273298"/>
                  </a:cubicBezTo>
                  <a:cubicBezTo>
                    <a:pt x="428324" y="273298"/>
                    <a:pt x="350059" y="7582"/>
                    <a:pt x="344263" y="1787"/>
                  </a:cubicBezTo>
                  <a:cubicBezTo>
                    <a:pt x="338468" y="-4009"/>
                    <a:pt x="6085" y="5653"/>
                    <a:pt x="289" y="11448"/>
                  </a:cubicBezTo>
                  <a:cubicBezTo>
                    <a:pt x="-5506" y="17244"/>
                    <a:pt x="77590" y="277164"/>
                    <a:pt x="86286" y="281023"/>
                  </a:cubicBezTo>
                  <a:close/>
                </a:path>
              </a:pathLst>
            </a:custGeom>
            <a:solidFill>
              <a:srgbClr val="0291DC"/>
            </a:solidFill>
            <a:ln w="735" cap="flat">
              <a:noFill/>
              <a:prstDash val="solid"/>
              <a:miter/>
            </a:ln>
          </p:spPr>
          <p:txBody>
            <a:bodyPr/>
            <a:lstStyle/>
            <a:p>
              <a:endParaRPr lang="en-US"/>
            </a:p>
          </p:txBody>
        </p:sp>
        <p:sp>
          <p:nvSpPr>
            <p:cNvPr id="1296" name="Freeform: Shape 1295">
              <a:extLst>
                <a:ext uri="{FF2B5EF4-FFF2-40B4-BE49-F238E27FC236}">
                  <a16:creationId xmlns:a16="http://schemas.microsoft.com/office/drawing/2014/main" id="{63A1C2F8-E6D5-C2B5-A7FB-6A698FE868CF}"/>
                </a:ext>
              </a:extLst>
            </p:cNvPr>
            <p:cNvSpPr/>
            <p:nvPr/>
          </p:nvSpPr>
          <p:spPr>
            <a:xfrm>
              <a:off x="4816783" y="2711442"/>
              <a:ext cx="330299" cy="216465"/>
            </a:xfrm>
            <a:custGeom>
              <a:avLst/>
              <a:gdLst>
                <a:gd name="csX0" fmla="*/ 428322 w 428321"/>
                <a:gd name="csY0" fmla="*/ 273298 h 280706"/>
                <a:gd name="csX1" fmla="*/ 344261 w 428321"/>
                <a:gd name="csY1" fmla="*/ 1787 h 280706"/>
                <a:gd name="csX2" fmla="*/ 287 w 428321"/>
                <a:gd name="csY2" fmla="*/ 11448 h 280706"/>
                <a:gd name="csX3" fmla="*/ 125 w 428321"/>
                <a:gd name="csY3" fmla="*/ 14740 h 280706"/>
                <a:gd name="csX4" fmla="*/ 337501 w 428321"/>
                <a:gd name="csY4" fmla="*/ 6618 h 280706"/>
                <a:gd name="csX5" fmla="*/ 422386 w 428321"/>
                <a:gd name="csY5" fmla="*/ 280706 h 280706"/>
                <a:gd name="csX6" fmla="*/ 428322 w 428321"/>
                <a:gd name="csY6" fmla="*/ 273291 h 2807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28321" h="280706">
                  <a:moveTo>
                    <a:pt x="428322" y="273298"/>
                  </a:moveTo>
                  <a:cubicBezTo>
                    <a:pt x="428322" y="273298"/>
                    <a:pt x="350057" y="7582"/>
                    <a:pt x="344261" y="1787"/>
                  </a:cubicBezTo>
                  <a:cubicBezTo>
                    <a:pt x="338466" y="-4009"/>
                    <a:pt x="6083" y="5653"/>
                    <a:pt x="287" y="11448"/>
                  </a:cubicBezTo>
                  <a:cubicBezTo>
                    <a:pt x="-37" y="11772"/>
                    <a:pt x="-81" y="12906"/>
                    <a:pt x="125" y="14740"/>
                  </a:cubicBezTo>
                  <a:cubicBezTo>
                    <a:pt x="38153" y="10579"/>
                    <a:pt x="329209" y="2015"/>
                    <a:pt x="337501" y="6618"/>
                  </a:cubicBezTo>
                  <a:cubicBezTo>
                    <a:pt x="345756" y="11205"/>
                    <a:pt x="415324" y="255809"/>
                    <a:pt x="422386" y="280706"/>
                  </a:cubicBezTo>
                  <a:cubicBezTo>
                    <a:pt x="425847" y="278232"/>
                    <a:pt x="428322" y="273291"/>
                    <a:pt x="428322" y="273291"/>
                  </a:cubicBezTo>
                  <a:close/>
                </a:path>
              </a:pathLst>
            </a:custGeom>
            <a:solidFill>
              <a:srgbClr val="00A9F4"/>
            </a:solidFill>
            <a:ln w="735" cap="flat">
              <a:noFill/>
              <a:prstDash val="solid"/>
              <a:miter/>
            </a:ln>
          </p:spPr>
          <p:txBody>
            <a:bodyPr/>
            <a:lstStyle/>
            <a:p>
              <a:endParaRPr lang="en-US"/>
            </a:p>
          </p:txBody>
        </p:sp>
        <p:sp>
          <p:nvSpPr>
            <p:cNvPr id="1297" name="Freeform: Shape 1296">
              <a:extLst>
                <a:ext uri="{FF2B5EF4-FFF2-40B4-BE49-F238E27FC236}">
                  <a16:creationId xmlns:a16="http://schemas.microsoft.com/office/drawing/2014/main" id="{0E8B98D6-77AA-76E8-CC38-C299041CBC44}"/>
                </a:ext>
              </a:extLst>
            </p:cNvPr>
            <p:cNvSpPr/>
            <p:nvPr/>
          </p:nvSpPr>
          <p:spPr>
            <a:xfrm>
              <a:off x="5155330" y="2928231"/>
              <a:ext cx="14219" cy="4321"/>
            </a:xfrm>
            <a:custGeom>
              <a:avLst/>
              <a:gdLst>
                <a:gd name="csX0" fmla="*/ 15896 w 18439"/>
                <a:gd name="csY0" fmla="*/ 162 h 5603"/>
                <a:gd name="csX1" fmla="*/ 2427 w 18439"/>
                <a:gd name="csY1" fmla="*/ 287 h 5603"/>
                <a:gd name="csX2" fmla="*/ 2427 w 18439"/>
                <a:gd name="csY2" fmla="*/ 5317 h 5603"/>
                <a:gd name="csX3" fmla="*/ 15896 w 18439"/>
                <a:gd name="csY3" fmla="*/ 5442 h 5603"/>
                <a:gd name="csX4" fmla="*/ 15896 w 18439"/>
                <a:gd name="csY4" fmla="*/ 162 h 5603"/>
              </a:gdLst>
              <a:ahLst/>
              <a:cxnLst>
                <a:cxn ang="0">
                  <a:pos x="csX0" y="csY0"/>
                </a:cxn>
                <a:cxn ang="0">
                  <a:pos x="csX1" y="csY1"/>
                </a:cxn>
                <a:cxn ang="0">
                  <a:pos x="csX2" y="csY2"/>
                </a:cxn>
                <a:cxn ang="0">
                  <a:pos x="csX3" y="csY3"/>
                </a:cxn>
                <a:cxn ang="0">
                  <a:pos x="csX4" y="csY4"/>
                </a:cxn>
              </a:cxnLst>
              <a:rect l="l" t="t" r="r" b="b"/>
              <a:pathLst>
                <a:path w="18439" h="5603">
                  <a:moveTo>
                    <a:pt x="15896" y="162"/>
                  </a:moveTo>
                  <a:cubicBezTo>
                    <a:pt x="11470" y="-229"/>
                    <a:pt x="6868" y="199"/>
                    <a:pt x="2427" y="287"/>
                  </a:cubicBezTo>
                  <a:cubicBezTo>
                    <a:pt x="-805" y="346"/>
                    <a:pt x="-813" y="5250"/>
                    <a:pt x="2427" y="5317"/>
                  </a:cubicBezTo>
                  <a:cubicBezTo>
                    <a:pt x="6868" y="5405"/>
                    <a:pt x="11470" y="5832"/>
                    <a:pt x="15896" y="5442"/>
                  </a:cubicBezTo>
                  <a:cubicBezTo>
                    <a:pt x="19284" y="5140"/>
                    <a:pt x="19291" y="464"/>
                    <a:pt x="15896" y="162"/>
                  </a:cubicBezTo>
                  <a:close/>
                </a:path>
              </a:pathLst>
            </a:custGeom>
            <a:solidFill>
              <a:srgbClr val="0679C3"/>
            </a:solidFill>
            <a:ln w="735" cap="flat">
              <a:noFill/>
              <a:prstDash val="solid"/>
              <a:miter/>
            </a:ln>
          </p:spPr>
          <p:txBody>
            <a:bodyPr/>
            <a:lstStyle/>
            <a:p>
              <a:endParaRPr lang="en-US"/>
            </a:p>
          </p:txBody>
        </p:sp>
        <p:sp>
          <p:nvSpPr>
            <p:cNvPr id="1298" name="Freeform: Shape 1297">
              <a:extLst>
                <a:ext uri="{FF2B5EF4-FFF2-40B4-BE49-F238E27FC236}">
                  <a16:creationId xmlns:a16="http://schemas.microsoft.com/office/drawing/2014/main" id="{61E5F65B-A3D9-ADF0-A11C-B1B0509372C2}"/>
                </a:ext>
              </a:extLst>
            </p:cNvPr>
            <p:cNvSpPr/>
            <p:nvPr/>
          </p:nvSpPr>
          <p:spPr>
            <a:xfrm>
              <a:off x="5171125" y="2928253"/>
              <a:ext cx="3729" cy="3861"/>
            </a:xfrm>
            <a:custGeom>
              <a:avLst/>
              <a:gdLst>
                <a:gd name="csX0" fmla="*/ 2416 w 4835"/>
                <a:gd name="csY0" fmla="*/ 0 h 5007"/>
                <a:gd name="csX1" fmla="*/ 2416 w 4835"/>
                <a:gd name="csY1" fmla="*/ 5008 h 5007"/>
                <a:gd name="csX2" fmla="*/ 2416 w 4835"/>
                <a:gd name="csY2" fmla="*/ 0 h 5007"/>
              </a:gdLst>
              <a:ahLst/>
              <a:cxnLst>
                <a:cxn ang="0">
                  <a:pos x="csX0" y="csY0"/>
                </a:cxn>
                <a:cxn ang="0">
                  <a:pos x="csX1" y="csY1"/>
                </a:cxn>
                <a:cxn ang="0">
                  <a:pos x="csX2" y="csY2"/>
                </a:cxn>
              </a:cxnLst>
              <a:rect l="l" t="t" r="r" b="b"/>
              <a:pathLst>
                <a:path w="4835" h="5007">
                  <a:moveTo>
                    <a:pt x="2416" y="0"/>
                  </a:moveTo>
                  <a:cubicBezTo>
                    <a:pt x="-802" y="0"/>
                    <a:pt x="-809" y="5008"/>
                    <a:pt x="2416" y="5008"/>
                  </a:cubicBezTo>
                  <a:cubicBezTo>
                    <a:pt x="5642" y="5008"/>
                    <a:pt x="5642" y="0"/>
                    <a:pt x="2416" y="0"/>
                  </a:cubicBezTo>
                  <a:close/>
                </a:path>
              </a:pathLst>
            </a:custGeom>
            <a:solidFill>
              <a:srgbClr val="0679C3"/>
            </a:solidFill>
            <a:ln w="735" cap="flat">
              <a:noFill/>
              <a:prstDash val="solid"/>
              <a:miter/>
            </a:ln>
          </p:spPr>
          <p:txBody>
            <a:bodyPr/>
            <a:lstStyle/>
            <a:p>
              <a:endParaRPr lang="en-US"/>
            </a:p>
          </p:txBody>
        </p:sp>
        <p:sp>
          <p:nvSpPr>
            <p:cNvPr id="1299" name="Freeform: Shape 1298">
              <a:extLst>
                <a:ext uri="{FF2B5EF4-FFF2-40B4-BE49-F238E27FC236}">
                  <a16:creationId xmlns:a16="http://schemas.microsoft.com/office/drawing/2014/main" id="{DA48779D-8A68-D9FB-0954-13C5539F5095}"/>
                </a:ext>
              </a:extLst>
            </p:cNvPr>
            <p:cNvSpPr/>
            <p:nvPr/>
          </p:nvSpPr>
          <p:spPr>
            <a:xfrm>
              <a:off x="5176290" y="2928640"/>
              <a:ext cx="3779" cy="3912"/>
            </a:xfrm>
            <a:custGeom>
              <a:avLst/>
              <a:gdLst>
                <a:gd name="csX0" fmla="*/ 2449 w 4901"/>
                <a:gd name="csY0" fmla="*/ 0 h 5073"/>
                <a:gd name="csX1" fmla="*/ 2449 w 4901"/>
                <a:gd name="csY1" fmla="*/ 5074 h 5073"/>
                <a:gd name="csX2" fmla="*/ 2449 w 4901"/>
                <a:gd name="csY2" fmla="*/ 0 h 5073"/>
              </a:gdLst>
              <a:ahLst/>
              <a:cxnLst>
                <a:cxn ang="0">
                  <a:pos x="csX0" y="csY0"/>
                </a:cxn>
                <a:cxn ang="0">
                  <a:pos x="csX1" y="csY1"/>
                </a:cxn>
                <a:cxn ang="0">
                  <a:pos x="csX2" y="csY2"/>
                </a:cxn>
              </a:cxnLst>
              <a:rect l="l" t="t" r="r" b="b"/>
              <a:pathLst>
                <a:path w="4901" h="5073">
                  <a:moveTo>
                    <a:pt x="2449" y="0"/>
                  </a:moveTo>
                  <a:cubicBezTo>
                    <a:pt x="-813" y="0"/>
                    <a:pt x="-820" y="5074"/>
                    <a:pt x="2449" y="5074"/>
                  </a:cubicBezTo>
                  <a:cubicBezTo>
                    <a:pt x="5719" y="5074"/>
                    <a:pt x="5719" y="0"/>
                    <a:pt x="2449" y="0"/>
                  </a:cubicBezTo>
                  <a:close/>
                </a:path>
              </a:pathLst>
            </a:custGeom>
            <a:solidFill>
              <a:srgbClr val="0679C3"/>
            </a:solidFill>
            <a:ln w="735" cap="flat">
              <a:noFill/>
              <a:prstDash val="solid"/>
              <a:miter/>
            </a:ln>
          </p:spPr>
          <p:txBody>
            <a:bodyPr/>
            <a:lstStyle/>
            <a:p>
              <a:endParaRPr lang="en-US"/>
            </a:p>
          </p:txBody>
        </p:sp>
        <p:sp>
          <p:nvSpPr>
            <p:cNvPr id="1300" name="Freeform: Shape 1299">
              <a:extLst>
                <a:ext uri="{FF2B5EF4-FFF2-40B4-BE49-F238E27FC236}">
                  <a16:creationId xmlns:a16="http://schemas.microsoft.com/office/drawing/2014/main" id="{1492A8BC-1925-7DA9-328A-2EDE957A1A14}"/>
                </a:ext>
              </a:extLst>
            </p:cNvPr>
            <p:cNvSpPr/>
            <p:nvPr/>
          </p:nvSpPr>
          <p:spPr>
            <a:xfrm>
              <a:off x="5182534" y="2928681"/>
              <a:ext cx="13460" cy="4246"/>
            </a:xfrm>
            <a:custGeom>
              <a:avLst/>
              <a:gdLst>
                <a:gd name="csX0" fmla="*/ 15738 w 17455"/>
                <a:gd name="csY0" fmla="*/ 440 h 5506"/>
                <a:gd name="csX1" fmla="*/ 2438 w 17455"/>
                <a:gd name="csY1" fmla="*/ 226 h 5506"/>
                <a:gd name="csX2" fmla="*/ 2438 w 17455"/>
                <a:gd name="csY2" fmla="*/ 5278 h 5506"/>
                <a:gd name="csX3" fmla="*/ 15738 w 17455"/>
                <a:gd name="csY3" fmla="*/ 5064 h 5506"/>
                <a:gd name="csX4" fmla="*/ 15738 w 17455"/>
                <a:gd name="csY4" fmla="*/ 432 h 5506"/>
              </a:gdLst>
              <a:ahLst/>
              <a:cxnLst>
                <a:cxn ang="0">
                  <a:pos x="csX0" y="csY0"/>
                </a:cxn>
                <a:cxn ang="0">
                  <a:pos x="csX1" y="csY1"/>
                </a:cxn>
                <a:cxn ang="0">
                  <a:pos x="csX2" y="csY2"/>
                </a:cxn>
                <a:cxn ang="0">
                  <a:pos x="csX3" y="csY3"/>
                </a:cxn>
                <a:cxn ang="0">
                  <a:pos x="csX4" y="csY4"/>
                </a:cxn>
              </a:cxnLst>
              <a:rect l="l" t="t" r="r" b="b"/>
              <a:pathLst>
                <a:path w="17455" h="5506">
                  <a:moveTo>
                    <a:pt x="15738" y="440"/>
                  </a:moveTo>
                  <a:cubicBezTo>
                    <a:pt x="11430" y="-341"/>
                    <a:pt x="6798" y="138"/>
                    <a:pt x="2438" y="226"/>
                  </a:cubicBezTo>
                  <a:cubicBezTo>
                    <a:pt x="-809" y="300"/>
                    <a:pt x="-816" y="5204"/>
                    <a:pt x="2438" y="5278"/>
                  </a:cubicBezTo>
                  <a:cubicBezTo>
                    <a:pt x="6798" y="5373"/>
                    <a:pt x="11430" y="5845"/>
                    <a:pt x="15738" y="5064"/>
                  </a:cubicBezTo>
                  <a:cubicBezTo>
                    <a:pt x="18028" y="4652"/>
                    <a:pt x="18028" y="852"/>
                    <a:pt x="15738" y="432"/>
                  </a:cubicBezTo>
                  <a:close/>
                </a:path>
              </a:pathLst>
            </a:custGeom>
            <a:solidFill>
              <a:srgbClr val="0679C3"/>
            </a:solidFill>
            <a:ln w="735" cap="flat">
              <a:noFill/>
              <a:prstDash val="solid"/>
              <a:miter/>
            </a:ln>
          </p:spPr>
          <p:txBody>
            <a:bodyPr/>
            <a:lstStyle/>
            <a:p>
              <a:endParaRPr lang="en-US"/>
            </a:p>
          </p:txBody>
        </p:sp>
        <p:sp>
          <p:nvSpPr>
            <p:cNvPr id="1301" name="Freeform: Shape 1300">
              <a:extLst>
                <a:ext uri="{FF2B5EF4-FFF2-40B4-BE49-F238E27FC236}">
                  <a16:creationId xmlns:a16="http://schemas.microsoft.com/office/drawing/2014/main" id="{7D9A7AB9-F6A6-93F0-7C1B-5ECC2D9730DB}"/>
                </a:ext>
              </a:extLst>
            </p:cNvPr>
            <p:cNvSpPr/>
            <p:nvPr/>
          </p:nvSpPr>
          <p:spPr>
            <a:xfrm>
              <a:off x="5223233" y="2346286"/>
              <a:ext cx="164492" cy="76830"/>
            </a:xfrm>
            <a:custGeom>
              <a:avLst/>
              <a:gdLst>
                <a:gd name="csX0" fmla="*/ 150508 w 213308"/>
                <a:gd name="csY0" fmla="*/ 92588 h 99631"/>
                <a:gd name="csX1" fmla="*/ 60313 w 213308"/>
                <a:gd name="csY1" fmla="*/ 34302 h 99631"/>
                <a:gd name="csX2" fmla="*/ 2705 w 213308"/>
                <a:gd name="csY2" fmla="*/ 75224 h 99631"/>
                <a:gd name="csX3" fmla="*/ 92340 w 213308"/>
                <a:gd name="csY3" fmla="*/ 148 h 99631"/>
                <a:gd name="csX4" fmla="*/ 151811 w 213308"/>
                <a:gd name="csY4" fmla="*/ 10097 h 99631"/>
                <a:gd name="csX5" fmla="*/ 167651 w 213308"/>
                <a:gd name="csY5" fmla="*/ 21091 h 99631"/>
                <a:gd name="csX6" fmla="*/ 213294 w 213308"/>
                <a:gd name="csY6" fmla="*/ 86660 h 99631"/>
                <a:gd name="csX7" fmla="*/ 150508 w 213308"/>
                <a:gd name="csY7" fmla="*/ 92588 h 996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3308" h="99631">
                  <a:moveTo>
                    <a:pt x="150508" y="92588"/>
                  </a:moveTo>
                  <a:cubicBezTo>
                    <a:pt x="150508" y="92588"/>
                    <a:pt x="125522" y="2188"/>
                    <a:pt x="60313" y="34302"/>
                  </a:cubicBezTo>
                  <a:cubicBezTo>
                    <a:pt x="5120" y="61483"/>
                    <a:pt x="3235" y="70997"/>
                    <a:pt x="2705" y="75224"/>
                  </a:cubicBezTo>
                  <a:cubicBezTo>
                    <a:pt x="-6375" y="72175"/>
                    <a:pt x="3603" y="4250"/>
                    <a:pt x="92340" y="148"/>
                  </a:cubicBezTo>
                  <a:cubicBezTo>
                    <a:pt x="126509" y="-1428"/>
                    <a:pt x="151826" y="10111"/>
                    <a:pt x="151811" y="10097"/>
                  </a:cubicBezTo>
                  <a:cubicBezTo>
                    <a:pt x="159713" y="13388"/>
                    <a:pt x="162637" y="18352"/>
                    <a:pt x="167651" y="21091"/>
                  </a:cubicBezTo>
                  <a:cubicBezTo>
                    <a:pt x="201997" y="39855"/>
                    <a:pt x="212543" y="70091"/>
                    <a:pt x="213294" y="86660"/>
                  </a:cubicBezTo>
                  <a:cubicBezTo>
                    <a:pt x="214443" y="111853"/>
                    <a:pt x="150508" y="92588"/>
                    <a:pt x="150508" y="92588"/>
                  </a:cubicBezTo>
                  <a:close/>
                </a:path>
              </a:pathLst>
            </a:custGeom>
            <a:solidFill>
              <a:srgbClr val="161616"/>
            </a:solidFill>
            <a:ln w="735" cap="flat">
              <a:noFill/>
              <a:prstDash val="solid"/>
              <a:miter/>
            </a:ln>
          </p:spPr>
          <p:txBody>
            <a:bodyPr/>
            <a:lstStyle/>
            <a:p>
              <a:endParaRPr lang="en-US"/>
            </a:p>
          </p:txBody>
        </p:sp>
        <p:sp>
          <p:nvSpPr>
            <p:cNvPr id="1302" name="Freeform: Shape 1301">
              <a:extLst>
                <a:ext uri="{FF2B5EF4-FFF2-40B4-BE49-F238E27FC236}">
                  <a16:creationId xmlns:a16="http://schemas.microsoft.com/office/drawing/2014/main" id="{FE231E86-F864-5A67-A6BD-1D1AF339B570}"/>
                </a:ext>
              </a:extLst>
            </p:cNvPr>
            <p:cNvSpPr/>
            <p:nvPr/>
          </p:nvSpPr>
          <p:spPr>
            <a:xfrm>
              <a:off x="5328786" y="2353600"/>
              <a:ext cx="56" cy="39"/>
            </a:xfrm>
            <a:custGeom>
              <a:avLst/>
              <a:gdLst>
                <a:gd name="csX0" fmla="*/ 74 w 73"/>
                <a:gd name="csY0" fmla="*/ 52 h 51"/>
                <a:gd name="csX1" fmla="*/ 0 w 73"/>
                <a:gd name="csY1" fmla="*/ 0 h 51"/>
                <a:gd name="csX2" fmla="*/ 37 w 73"/>
                <a:gd name="csY2" fmla="*/ 15 h 51"/>
                <a:gd name="csX3" fmla="*/ 74 w 73"/>
                <a:gd name="csY3" fmla="*/ 52 h 51"/>
              </a:gdLst>
              <a:ahLst/>
              <a:cxnLst>
                <a:cxn ang="0">
                  <a:pos x="csX0" y="csY0"/>
                </a:cxn>
                <a:cxn ang="0">
                  <a:pos x="csX1" y="csY1"/>
                </a:cxn>
                <a:cxn ang="0">
                  <a:pos x="csX2" y="csY2"/>
                </a:cxn>
                <a:cxn ang="0">
                  <a:pos x="csX3" y="csY3"/>
                </a:cxn>
              </a:cxnLst>
              <a:rect l="l" t="t" r="r" b="b"/>
              <a:pathLst>
                <a:path w="73" h="51">
                  <a:moveTo>
                    <a:pt x="74" y="52"/>
                  </a:moveTo>
                  <a:cubicBezTo>
                    <a:pt x="74" y="52"/>
                    <a:pt x="22" y="22"/>
                    <a:pt x="0" y="0"/>
                  </a:cubicBezTo>
                  <a:cubicBezTo>
                    <a:pt x="15" y="0"/>
                    <a:pt x="22" y="7"/>
                    <a:pt x="37" y="15"/>
                  </a:cubicBezTo>
                  <a:cubicBezTo>
                    <a:pt x="52" y="29"/>
                    <a:pt x="59" y="37"/>
                    <a:pt x="74" y="52"/>
                  </a:cubicBezTo>
                  <a:close/>
                </a:path>
              </a:pathLst>
            </a:custGeom>
            <a:solidFill>
              <a:srgbClr val="757575"/>
            </a:solidFill>
            <a:ln w="735" cap="flat">
              <a:noFill/>
              <a:prstDash val="solid"/>
              <a:miter/>
            </a:ln>
          </p:spPr>
          <p:txBody>
            <a:bodyPr/>
            <a:lstStyle/>
            <a:p>
              <a:endParaRPr lang="en-US"/>
            </a:p>
          </p:txBody>
        </p:sp>
        <p:sp>
          <p:nvSpPr>
            <p:cNvPr id="1303" name="Freeform: Shape 1302">
              <a:extLst>
                <a:ext uri="{FF2B5EF4-FFF2-40B4-BE49-F238E27FC236}">
                  <a16:creationId xmlns:a16="http://schemas.microsoft.com/office/drawing/2014/main" id="{71AF0E58-A349-4A60-B8DB-2C4A048B0DDE}"/>
                </a:ext>
              </a:extLst>
            </p:cNvPr>
            <p:cNvSpPr/>
            <p:nvPr/>
          </p:nvSpPr>
          <p:spPr>
            <a:xfrm flipH="1">
              <a:off x="5275530" y="2826667"/>
              <a:ext cx="38099" cy="26830"/>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p>
              <a:endParaRPr lang="en-US"/>
            </a:p>
          </p:txBody>
        </p:sp>
        <p:sp>
          <p:nvSpPr>
            <p:cNvPr id="1304" name="Freeform: Shape 1303">
              <a:extLst>
                <a:ext uri="{FF2B5EF4-FFF2-40B4-BE49-F238E27FC236}">
                  <a16:creationId xmlns:a16="http://schemas.microsoft.com/office/drawing/2014/main" id="{0FA49DCB-AE90-9DA1-3A26-7E0903C727D0}"/>
                </a:ext>
              </a:extLst>
            </p:cNvPr>
            <p:cNvSpPr/>
            <p:nvPr/>
          </p:nvSpPr>
          <p:spPr>
            <a:xfrm flipH="1">
              <a:off x="5157827" y="2831164"/>
              <a:ext cx="163508" cy="93113"/>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p>
              <a:endParaRPr lang="en-US"/>
            </a:p>
          </p:txBody>
        </p:sp>
        <p:sp>
          <p:nvSpPr>
            <p:cNvPr id="1305" name="Freeform: Shape 1304">
              <a:extLst>
                <a:ext uri="{FF2B5EF4-FFF2-40B4-BE49-F238E27FC236}">
                  <a16:creationId xmlns:a16="http://schemas.microsoft.com/office/drawing/2014/main" id="{E20BB202-057A-7EEF-4AB2-0E2D68B6E1FD}"/>
                </a:ext>
              </a:extLst>
            </p:cNvPr>
            <p:cNvSpPr/>
            <p:nvPr/>
          </p:nvSpPr>
          <p:spPr>
            <a:xfrm flipH="1">
              <a:off x="5217823" y="2834174"/>
              <a:ext cx="17976" cy="839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p>
              <a:endParaRPr lang="en-US"/>
            </a:p>
          </p:txBody>
        </p:sp>
        <p:sp>
          <p:nvSpPr>
            <p:cNvPr id="1306" name="Freeform: Shape 1305">
              <a:extLst>
                <a:ext uri="{FF2B5EF4-FFF2-40B4-BE49-F238E27FC236}">
                  <a16:creationId xmlns:a16="http://schemas.microsoft.com/office/drawing/2014/main" id="{250A5E32-3719-87DF-A0A6-D89CFAF59556}"/>
                </a:ext>
              </a:extLst>
            </p:cNvPr>
            <p:cNvSpPr/>
            <p:nvPr/>
          </p:nvSpPr>
          <p:spPr>
            <a:xfrm flipH="1">
              <a:off x="5258535" y="2846377"/>
              <a:ext cx="42991" cy="22672"/>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p>
              <a:endParaRPr lang="en-US"/>
            </a:p>
          </p:txBody>
        </p:sp>
        <p:sp>
          <p:nvSpPr>
            <p:cNvPr id="1307" name="Rectangle 1306">
              <a:extLst>
                <a:ext uri="{FF2B5EF4-FFF2-40B4-BE49-F238E27FC236}">
                  <a16:creationId xmlns:a16="http://schemas.microsoft.com/office/drawing/2014/main" id="{25053E84-7680-4A3F-31A9-DD926DD3D431}"/>
                </a:ext>
              </a:extLst>
            </p:cNvPr>
            <p:cNvSpPr>
              <a:spLocks/>
            </p:cNvSpPr>
            <p:nvPr/>
          </p:nvSpPr>
          <p:spPr>
            <a:xfrm>
              <a:off x="4813301" y="2934487"/>
              <a:ext cx="843735" cy="45719"/>
            </a:xfrm>
            <a:prstGeom prst="rect">
              <a:avLst/>
            </a:prstGeom>
            <a:solidFill>
              <a:srgbClr val="CCCCCC"/>
            </a:solidFill>
            <a:ln w="735" cap="flat">
              <a:noFill/>
              <a:prstDash val="solid"/>
              <a:miter/>
            </a:ln>
          </p:spPr>
          <p:txBody>
            <a:bodyPr>
              <a:noAutofit/>
            </a:bodyPr>
            <a:lstStyle/>
            <a:p>
              <a:endParaRPr lang="en-US"/>
            </a:p>
          </p:txBody>
        </p:sp>
      </p:grpSp>
      <p:grpSp>
        <p:nvGrpSpPr>
          <p:cNvPr id="1868" name="Group 1867">
            <a:extLst>
              <a:ext uri="{FF2B5EF4-FFF2-40B4-BE49-F238E27FC236}">
                <a16:creationId xmlns:a16="http://schemas.microsoft.com/office/drawing/2014/main" id="{30F42BA8-4FE5-4FFC-3F12-E947580C7320}"/>
              </a:ext>
            </a:extLst>
          </p:cNvPr>
          <p:cNvGrpSpPr/>
          <p:nvPr/>
        </p:nvGrpSpPr>
        <p:grpSpPr>
          <a:xfrm>
            <a:off x="9190580" y="2217162"/>
            <a:ext cx="622642" cy="402844"/>
            <a:chOff x="13848016" y="1506537"/>
            <a:chExt cx="3385470" cy="2190369"/>
          </a:xfrm>
        </p:grpSpPr>
        <p:sp>
          <p:nvSpPr>
            <p:cNvPr id="1763" name="Rectangle 1762">
              <a:extLst>
                <a:ext uri="{FF2B5EF4-FFF2-40B4-BE49-F238E27FC236}">
                  <a16:creationId xmlns:a16="http://schemas.microsoft.com/office/drawing/2014/main" id="{ADBFD17D-3333-4FB7-1462-67F638ACE9B4}"/>
                </a:ext>
              </a:extLst>
            </p:cNvPr>
            <p:cNvSpPr/>
            <p:nvPr/>
          </p:nvSpPr>
          <p:spPr>
            <a:xfrm>
              <a:off x="13848016" y="1506537"/>
              <a:ext cx="3385470" cy="2190369"/>
            </a:xfrm>
            <a:prstGeom prst="rect">
              <a:avLst/>
            </a:prstGeom>
            <a:solidFill>
              <a:srgbClr val="CCCCCC"/>
            </a:solidFill>
            <a:ln w="9525" cap="flat">
              <a:noFill/>
              <a:prstDash val="solid"/>
              <a:miter/>
            </a:ln>
          </p:spPr>
          <p:txBody>
            <a:bodyPr/>
            <a:lstStyle/>
            <a:p>
              <a:endParaRPr lang="en-US"/>
            </a:p>
          </p:txBody>
        </p:sp>
        <p:sp>
          <p:nvSpPr>
            <p:cNvPr id="1764" name="Rectangle 1763">
              <a:extLst>
                <a:ext uri="{FF2B5EF4-FFF2-40B4-BE49-F238E27FC236}">
                  <a16:creationId xmlns:a16="http://schemas.microsoft.com/office/drawing/2014/main" id="{36EAF77C-2183-C253-4B6E-2077A1466B5E}"/>
                </a:ext>
              </a:extLst>
            </p:cNvPr>
            <p:cNvSpPr/>
            <p:nvPr/>
          </p:nvSpPr>
          <p:spPr>
            <a:xfrm>
              <a:off x="13848016" y="1506537"/>
              <a:ext cx="3385470" cy="137255"/>
            </a:xfrm>
            <a:prstGeom prst="rect">
              <a:avLst/>
            </a:prstGeom>
            <a:solidFill>
              <a:srgbClr val="757575"/>
            </a:solidFill>
            <a:ln w="9525" cap="flat">
              <a:noFill/>
              <a:prstDash val="solid"/>
              <a:miter/>
            </a:ln>
          </p:spPr>
          <p:txBody>
            <a:bodyPr/>
            <a:lstStyle/>
            <a:p>
              <a:endParaRPr lang="en-US"/>
            </a:p>
          </p:txBody>
        </p:sp>
        <p:sp>
          <p:nvSpPr>
            <p:cNvPr id="1765" name="Rectangle 1764">
              <a:extLst>
                <a:ext uri="{FF2B5EF4-FFF2-40B4-BE49-F238E27FC236}">
                  <a16:creationId xmlns:a16="http://schemas.microsoft.com/office/drawing/2014/main" id="{DB4AF057-21C9-287A-D710-378EA53F4CDB}"/>
                </a:ext>
              </a:extLst>
            </p:cNvPr>
            <p:cNvSpPr/>
            <p:nvPr/>
          </p:nvSpPr>
          <p:spPr>
            <a:xfrm>
              <a:off x="14035278" y="1764188"/>
              <a:ext cx="3113817" cy="13144"/>
            </a:xfrm>
            <a:prstGeom prst="rect">
              <a:avLst/>
            </a:prstGeom>
            <a:solidFill>
              <a:srgbClr val="FFFFFF"/>
            </a:solidFill>
            <a:ln w="9525" cap="flat">
              <a:noFill/>
              <a:prstDash val="solid"/>
              <a:miter/>
            </a:ln>
          </p:spPr>
          <p:txBody>
            <a:bodyPr/>
            <a:lstStyle/>
            <a:p>
              <a:endParaRPr lang="en-US"/>
            </a:p>
          </p:txBody>
        </p:sp>
        <p:sp>
          <p:nvSpPr>
            <p:cNvPr id="1766" name="Rectangle 1765">
              <a:extLst>
                <a:ext uri="{FF2B5EF4-FFF2-40B4-BE49-F238E27FC236}">
                  <a16:creationId xmlns:a16="http://schemas.microsoft.com/office/drawing/2014/main" id="{B630B55D-630E-5689-A57B-8B0E6B333A9D}"/>
                </a:ext>
              </a:extLst>
            </p:cNvPr>
            <p:cNvSpPr/>
            <p:nvPr/>
          </p:nvSpPr>
          <p:spPr>
            <a:xfrm>
              <a:off x="14044517" y="2040508"/>
              <a:ext cx="3113817" cy="13144"/>
            </a:xfrm>
            <a:prstGeom prst="rect">
              <a:avLst/>
            </a:prstGeom>
            <a:solidFill>
              <a:srgbClr val="FFFFFF"/>
            </a:solidFill>
            <a:ln w="9525" cap="flat">
              <a:noFill/>
              <a:prstDash val="solid"/>
              <a:miter/>
            </a:ln>
          </p:spPr>
          <p:txBody>
            <a:bodyPr/>
            <a:lstStyle/>
            <a:p>
              <a:endParaRPr lang="en-US"/>
            </a:p>
          </p:txBody>
        </p:sp>
        <p:sp>
          <p:nvSpPr>
            <p:cNvPr id="1767" name="Rectangle 1766">
              <a:extLst>
                <a:ext uri="{FF2B5EF4-FFF2-40B4-BE49-F238E27FC236}">
                  <a16:creationId xmlns:a16="http://schemas.microsoft.com/office/drawing/2014/main" id="{8C804BA4-DE6B-B090-708D-723126476EC2}"/>
                </a:ext>
              </a:extLst>
            </p:cNvPr>
            <p:cNvSpPr/>
            <p:nvPr/>
          </p:nvSpPr>
          <p:spPr>
            <a:xfrm>
              <a:off x="14044517" y="2331497"/>
              <a:ext cx="3113817" cy="13144"/>
            </a:xfrm>
            <a:prstGeom prst="rect">
              <a:avLst/>
            </a:prstGeom>
            <a:solidFill>
              <a:srgbClr val="FFFFFF"/>
            </a:solidFill>
            <a:ln w="9525" cap="flat">
              <a:noFill/>
              <a:prstDash val="solid"/>
              <a:miter/>
            </a:ln>
          </p:spPr>
          <p:txBody>
            <a:bodyPr/>
            <a:lstStyle/>
            <a:p>
              <a:endParaRPr lang="en-US"/>
            </a:p>
          </p:txBody>
        </p:sp>
        <p:sp>
          <p:nvSpPr>
            <p:cNvPr id="1768" name="Rectangle 1767">
              <a:extLst>
                <a:ext uri="{FF2B5EF4-FFF2-40B4-BE49-F238E27FC236}">
                  <a16:creationId xmlns:a16="http://schemas.microsoft.com/office/drawing/2014/main" id="{0F05FD6B-5040-7BD5-DD62-470AF7E5639F}"/>
                </a:ext>
              </a:extLst>
            </p:cNvPr>
            <p:cNvSpPr/>
            <p:nvPr/>
          </p:nvSpPr>
          <p:spPr>
            <a:xfrm>
              <a:off x="16071056" y="2245677"/>
              <a:ext cx="290226" cy="1326261"/>
            </a:xfrm>
            <a:prstGeom prst="rect">
              <a:avLst/>
            </a:prstGeom>
            <a:solidFill>
              <a:srgbClr val="00A9F4"/>
            </a:solidFill>
            <a:ln w="9525" cap="flat">
              <a:noFill/>
              <a:prstDash val="solid"/>
              <a:miter/>
            </a:ln>
          </p:spPr>
          <p:txBody>
            <a:bodyPr/>
            <a:lstStyle/>
            <a:p>
              <a:endParaRPr lang="en-US"/>
            </a:p>
          </p:txBody>
        </p:sp>
        <p:sp>
          <p:nvSpPr>
            <p:cNvPr id="1769" name="Rectangle 1768">
              <a:extLst>
                <a:ext uri="{FF2B5EF4-FFF2-40B4-BE49-F238E27FC236}">
                  <a16:creationId xmlns:a16="http://schemas.microsoft.com/office/drawing/2014/main" id="{40B27D66-6459-0BD2-E623-53333D277293}"/>
                </a:ext>
              </a:extLst>
            </p:cNvPr>
            <p:cNvSpPr/>
            <p:nvPr/>
          </p:nvSpPr>
          <p:spPr>
            <a:xfrm>
              <a:off x="14635067" y="2066988"/>
              <a:ext cx="290226" cy="1504950"/>
            </a:xfrm>
            <a:prstGeom prst="rect">
              <a:avLst/>
            </a:prstGeom>
            <a:solidFill>
              <a:srgbClr val="00A9F4"/>
            </a:solidFill>
            <a:ln w="9525" cap="flat">
              <a:noFill/>
              <a:prstDash val="solid"/>
              <a:miter/>
            </a:ln>
          </p:spPr>
          <p:txBody>
            <a:bodyPr/>
            <a:lstStyle/>
            <a:p>
              <a:endParaRPr lang="en-US"/>
            </a:p>
          </p:txBody>
        </p:sp>
        <p:sp>
          <p:nvSpPr>
            <p:cNvPr id="1770" name="Rectangle 1769">
              <a:extLst>
                <a:ext uri="{FF2B5EF4-FFF2-40B4-BE49-F238E27FC236}">
                  <a16:creationId xmlns:a16="http://schemas.microsoft.com/office/drawing/2014/main" id="{65267446-1962-A8C0-75BB-26EFB758F08F}"/>
                </a:ext>
              </a:extLst>
            </p:cNvPr>
            <p:cNvSpPr/>
            <p:nvPr/>
          </p:nvSpPr>
          <p:spPr>
            <a:xfrm>
              <a:off x="16584072" y="1965927"/>
              <a:ext cx="290226" cy="1587722"/>
            </a:xfrm>
            <a:prstGeom prst="rect">
              <a:avLst/>
            </a:prstGeom>
            <a:solidFill>
              <a:srgbClr val="00A9F4"/>
            </a:solidFill>
            <a:ln w="9525" cap="flat">
              <a:noFill/>
              <a:prstDash val="solid"/>
              <a:miter/>
            </a:ln>
          </p:spPr>
          <p:txBody>
            <a:bodyPr/>
            <a:lstStyle/>
            <a:p>
              <a:endParaRPr lang="en-US"/>
            </a:p>
          </p:txBody>
        </p:sp>
        <p:sp>
          <p:nvSpPr>
            <p:cNvPr id="1771" name="Rectangle 1770">
              <a:extLst>
                <a:ext uri="{FF2B5EF4-FFF2-40B4-BE49-F238E27FC236}">
                  <a16:creationId xmlns:a16="http://schemas.microsoft.com/office/drawing/2014/main" id="{483E1FCA-B3F1-0CD6-16A9-7490DF64AEE1}"/>
                </a:ext>
              </a:extLst>
            </p:cNvPr>
            <p:cNvSpPr/>
            <p:nvPr/>
          </p:nvSpPr>
          <p:spPr>
            <a:xfrm>
              <a:off x="14176152" y="2457417"/>
              <a:ext cx="290226" cy="1114520"/>
            </a:xfrm>
            <a:prstGeom prst="rect">
              <a:avLst/>
            </a:prstGeom>
            <a:solidFill>
              <a:srgbClr val="00A9F4"/>
            </a:solidFill>
            <a:ln w="9525" cap="flat">
              <a:noFill/>
              <a:prstDash val="solid"/>
              <a:miter/>
            </a:ln>
          </p:spPr>
          <p:txBody>
            <a:bodyPr/>
            <a:lstStyle/>
            <a:p>
              <a:endParaRPr lang="en-US"/>
            </a:p>
          </p:txBody>
        </p:sp>
        <p:sp>
          <p:nvSpPr>
            <p:cNvPr id="1772" name="Rectangle 1771">
              <a:extLst>
                <a:ext uri="{FF2B5EF4-FFF2-40B4-BE49-F238E27FC236}">
                  <a16:creationId xmlns:a16="http://schemas.microsoft.com/office/drawing/2014/main" id="{411864FB-420E-6BBC-90A2-201B8A25433C}"/>
                </a:ext>
              </a:extLst>
            </p:cNvPr>
            <p:cNvSpPr/>
            <p:nvPr/>
          </p:nvSpPr>
          <p:spPr>
            <a:xfrm>
              <a:off x="15110269" y="2000694"/>
              <a:ext cx="290226" cy="1571244"/>
            </a:xfrm>
            <a:prstGeom prst="rect">
              <a:avLst/>
            </a:prstGeom>
            <a:solidFill>
              <a:srgbClr val="00A9F4"/>
            </a:solidFill>
            <a:ln w="9525" cap="flat">
              <a:noFill/>
              <a:prstDash val="solid"/>
              <a:miter/>
            </a:ln>
          </p:spPr>
          <p:txBody>
            <a:bodyPr/>
            <a:lstStyle/>
            <a:p>
              <a:endParaRPr lang="en-US"/>
            </a:p>
          </p:txBody>
        </p:sp>
        <p:sp>
          <p:nvSpPr>
            <p:cNvPr id="1773" name="Rectangle 1772">
              <a:extLst>
                <a:ext uri="{FF2B5EF4-FFF2-40B4-BE49-F238E27FC236}">
                  <a16:creationId xmlns:a16="http://schemas.microsoft.com/office/drawing/2014/main" id="{967B68FC-701F-D74C-F4D8-90BF40321194}"/>
                </a:ext>
              </a:extLst>
            </p:cNvPr>
            <p:cNvSpPr/>
            <p:nvPr/>
          </p:nvSpPr>
          <p:spPr>
            <a:xfrm>
              <a:off x="15585567" y="2151284"/>
              <a:ext cx="290226" cy="1420653"/>
            </a:xfrm>
            <a:prstGeom prst="rect">
              <a:avLst/>
            </a:prstGeom>
            <a:solidFill>
              <a:srgbClr val="00A9F4"/>
            </a:solidFill>
            <a:ln w="9525" cap="flat">
              <a:noFill/>
              <a:prstDash val="solid"/>
              <a:miter/>
            </a:ln>
          </p:spPr>
          <p:txBody>
            <a:bodyPr/>
            <a:lstStyle/>
            <a:p>
              <a:endParaRPr lang="en-US"/>
            </a:p>
          </p:txBody>
        </p:sp>
        <p:sp>
          <p:nvSpPr>
            <p:cNvPr id="1774" name="Freeform: Shape 1773">
              <a:extLst>
                <a:ext uri="{FF2B5EF4-FFF2-40B4-BE49-F238E27FC236}">
                  <a16:creationId xmlns:a16="http://schemas.microsoft.com/office/drawing/2014/main" id="{2ED0DD50-B488-018A-B3C8-AD01935F0466}"/>
                </a:ext>
              </a:extLst>
            </p:cNvPr>
            <p:cNvSpPr/>
            <p:nvPr/>
          </p:nvSpPr>
          <p:spPr>
            <a:xfrm>
              <a:off x="13863935" y="2563051"/>
              <a:ext cx="3272696" cy="357756"/>
            </a:xfrm>
            <a:custGeom>
              <a:avLst/>
              <a:gdLst>
                <a:gd name="csX0" fmla="*/ 4083 w 3272696"/>
                <a:gd name="csY0" fmla="*/ 250030 h 357756"/>
                <a:gd name="csX1" fmla="*/ 684073 w 3272696"/>
                <a:gd name="csY1" fmla="*/ 88581 h 357756"/>
                <a:gd name="csX2" fmla="*/ 873716 w 3272696"/>
                <a:gd name="csY2" fmla="*/ 86866 h 357756"/>
                <a:gd name="csX3" fmla="*/ 1026687 w 3272696"/>
                <a:gd name="csY3" fmla="*/ 166876 h 357756"/>
                <a:gd name="csX4" fmla="*/ 1166324 w 3272696"/>
                <a:gd name="csY4" fmla="*/ 260317 h 357756"/>
                <a:gd name="csX5" fmla="*/ 1323391 w 3272696"/>
                <a:gd name="csY5" fmla="*/ 308894 h 357756"/>
                <a:gd name="csX6" fmla="*/ 1960328 w 3272696"/>
                <a:gd name="csY6" fmla="*/ 90010 h 357756"/>
                <a:gd name="csX7" fmla="*/ 2324088 w 3272696"/>
                <a:gd name="csY7" fmla="*/ 16286 h 357756"/>
                <a:gd name="csX8" fmla="*/ 2607456 w 3272696"/>
                <a:gd name="csY8" fmla="*/ 167448 h 357756"/>
                <a:gd name="csX9" fmla="*/ 2908446 w 3272696"/>
                <a:gd name="csY9" fmla="*/ 338136 h 357756"/>
                <a:gd name="csX10" fmla="*/ 3268872 w 3272696"/>
                <a:gd name="csY10" fmla="*/ 321276 h 357756"/>
                <a:gd name="csX11" fmla="*/ 3265824 w 3272696"/>
                <a:gd name="csY11" fmla="*/ 310418 h 357756"/>
                <a:gd name="csX12" fmla="*/ 2925591 w 3272696"/>
                <a:gd name="csY12" fmla="*/ 330801 h 357756"/>
                <a:gd name="csX13" fmla="*/ 2634317 w 3272696"/>
                <a:gd name="csY13" fmla="*/ 174306 h 357756"/>
                <a:gd name="csX14" fmla="*/ 2384667 w 3272696"/>
                <a:gd name="csY14" fmla="*/ 19525 h 357756"/>
                <a:gd name="csX15" fmla="*/ 2055863 w 3272696"/>
                <a:gd name="csY15" fmla="*/ 38098 h 357756"/>
                <a:gd name="csX16" fmla="*/ 1409021 w 3272696"/>
                <a:gd name="csY16" fmla="*/ 301274 h 357756"/>
                <a:gd name="csX17" fmla="*/ 1079075 w 3272696"/>
                <a:gd name="csY17" fmla="*/ 191355 h 357756"/>
                <a:gd name="csX18" fmla="*/ 940962 w 3272696"/>
                <a:gd name="csY18" fmla="*/ 99820 h 357756"/>
                <a:gd name="csX19" fmla="*/ 791039 w 3272696"/>
                <a:gd name="csY19" fmla="*/ 65054 h 357756"/>
                <a:gd name="csX20" fmla="*/ 415754 w 3272696"/>
                <a:gd name="csY20" fmla="*/ 176401 h 357756"/>
                <a:gd name="csX21" fmla="*/ 6941 w 3272696"/>
                <a:gd name="csY21" fmla="*/ 238980 h 357756"/>
                <a:gd name="csX22" fmla="*/ 3893 w 3272696"/>
                <a:gd name="csY22" fmla="*/ 249839 h 357756"/>
                <a:gd name="csX23" fmla="*/ 3893 w 3272696"/>
                <a:gd name="csY23" fmla="*/ 249839 h 3577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3272696" h="357756">
                  <a:moveTo>
                    <a:pt x="4083" y="250030"/>
                  </a:moveTo>
                  <a:cubicBezTo>
                    <a:pt x="242970" y="327944"/>
                    <a:pt x="460902" y="137635"/>
                    <a:pt x="684073" y="88581"/>
                  </a:cubicBezTo>
                  <a:cubicBezTo>
                    <a:pt x="746271" y="74865"/>
                    <a:pt x="811517" y="70960"/>
                    <a:pt x="873716" y="86866"/>
                  </a:cubicBezTo>
                  <a:cubicBezTo>
                    <a:pt x="930485" y="101440"/>
                    <a:pt x="979729" y="132872"/>
                    <a:pt x="1026687" y="166876"/>
                  </a:cubicBezTo>
                  <a:cubicBezTo>
                    <a:pt x="1072121" y="199738"/>
                    <a:pt x="1116127" y="234885"/>
                    <a:pt x="1166324" y="260317"/>
                  </a:cubicBezTo>
                  <a:cubicBezTo>
                    <a:pt x="1215473" y="285272"/>
                    <a:pt x="1268717" y="301655"/>
                    <a:pt x="1323391" y="308894"/>
                  </a:cubicBezTo>
                  <a:cubicBezTo>
                    <a:pt x="1560373" y="340231"/>
                    <a:pt x="1757921" y="185259"/>
                    <a:pt x="1960328" y="90010"/>
                  </a:cubicBezTo>
                  <a:cubicBezTo>
                    <a:pt x="2072437" y="37241"/>
                    <a:pt x="2198929" y="-4383"/>
                    <a:pt x="2324088" y="16286"/>
                  </a:cubicBezTo>
                  <a:cubicBezTo>
                    <a:pt x="2433149" y="34288"/>
                    <a:pt x="2522493" y="101154"/>
                    <a:pt x="2607456" y="167448"/>
                  </a:cubicBezTo>
                  <a:cubicBezTo>
                    <a:pt x="2700135" y="239742"/>
                    <a:pt x="2792813" y="307942"/>
                    <a:pt x="2908446" y="338136"/>
                  </a:cubicBezTo>
                  <a:cubicBezTo>
                    <a:pt x="3027032" y="369092"/>
                    <a:pt x="3153810" y="363377"/>
                    <a:pt x="3268872" y="321276"/>
                  </a:cubicBezTo>
                  <a:cubicBezTo>
                    <a:pt x="3275635" y="318800"/>
                    <a:pt x="3272682" y="307846"/>
                    <a:pt x="3265824" y="310418"/>
                  </a:cubicBezTo>
                  <a:cubicBezTo>
                    <a:pt x="3157144" y="350137"/>
                    <a:pt x="3038272" y="357281"/>
                    <a:pt x="2925591" y="330801"/>
                  </a:cubicBezTo>
                  <a:cubicBezTo>
                    <a:pt x="2814244" y="304608"/>
                    <a:pt x="2723280" y="243648"/>
                    <a:pt x="2634317" y="174306"/>
                  </a:cubicBezTo>
                  <a:cubicBezTo>
                    <a:pt x="2557164" y="114108"/>
                    <a:pt x="2478964" y="50386"/>
                    <a:pt x="2384667" y="19525"/>
                  </a:cubicBezTo>
                  <a:cubicBezTo>
                    <a:pt x="2276558" y="-15908"/>
                    <a:pt x="2161020" y="856"/>
                    <a:pt x="2055863" y="38098"/>
                  </a:cubicBezTo>
                  <a:cubicBezTo>
                    <a:pt x="1837646" y="115251"/>
                    <a:pt x="1648289" y="289939"/>
                    <a:pt x="1409021" y="301274"/>
                  </a:cubicBezTo>
                  <a:cubicBezTo>
                    <a:pt x="1286148" y="307084"/>
                    <a:pt x="1176896" y="262603"/>
                    <a:pt x="1079075" y="191355"/>
                  </a:cubicBezTo>
                  <a:cubicBezTo>
                    <a:pt x="1034402" y="158875"/>
                    <a:pt x="990778" y="124109"/>
                    <a:pt x="940962" y="99820"/>
                  </a:cubicBezTo>
                  <a:cubicBezTo>
                    <a:pt x="894099" y="76960"/>
                    <a:pt x="843140" y="65530"/>
                    <a:pt x="791039" y="65054"/>
                  </a:cubicBezTo>
                  <a:cubicBezTo>
                    <a:pt x="658070" y="63911"/>
                    <a:pt x="534816" y="124490"/>
                    <a:pt x="415754" y="176401"/>
                  </a:cubicBezTo>
                  <a:cubicBezTo>
                    <a:pt x="288595" y="231837"/>
                    <a:pt x="145339" y="284129"/>
                    <a:pt x="6941" y="238980"/>
                  </a:cubicBezTo>
                  <a:cubicBezTo>
                    <a:pt x="-13" y="236695"/>
                    <a:pt x="-2965" y="247648"/>
                    <a:pt x="3893" y="249839"/>
                  </a:cubicBezTo>
                  <a:lnTo>
                    <a:pt x="3893" y="249839"/>
                  </a:lnTo>
                  <a:close/>
                </a:path>
              </a:pathLst>
            </a:custGeom>
            <a:solidFill>
              <a:srgbClr val="2251FF"/>
            </a:solidFill>
            <a:ln w="9525" cap="flat">
              <a:noFill/>
              <a:prstDash val="solid"/>
              <a:miter/>
            </a:ln>
          </p:spPr>
          <p:txBody>
            <a:bodyPr/>
            <a:lstStyle/>
            <a:p>
              <a:endParaRPr lang="en-US"/>
            </a:p>
          </p:txBody>
        </p:sp>
        <p:sp>
          <p:nvSpPr>
            <p:cNvPr id="1792" name="Freeform: Shape 1791">
              <a:extLst>
                <a:ext uri="{FF2B5EF4-FFF2-40B4-BE49-F238E27FC236}">
                  <a16:creationId xmlns:a16="http://schemas.microsoft.com/office/drawing/2014/main" id="{5108ADC7-715B-F4F6-3B8D-498817876EE8}"/>
                </a:ext>
              </a:extLst>
            </p:cNvPr>
            <p:cNvSpPr/>
            <p:nvPr/>
          </p:nvSpPr>
          <p:spPr>
            <a:xfrm>
              <a:off x="16045331" y="2693050"/>
              <a:ext cx="51607" cy="101123"/>
            </a:xfrm>
            <a:custGeom>
              <a:avLst/>
              <a:gdLst>
                <a:gd name="csX0" fmla="*/ 48203 w 51607"/>
                <a:gd name="csY0" fmla="*/ 587 h 101123"/>
                <a:gd name="csX1" fmla="*/ 7 w 51607"/>
                <a:gd name="csY1" fmla="*/ 99266 h 101123"/>
                <a:gd name="csX2" fmla="*/ 3912 w 51607"/>
                <a:gd name="csY2" fmla="*/ 99266 h 101123"/>
                <a:gd name="csX3" fmla="*/ 50966 w 51607"/>
                <a:gd name="csY3" fmla="*/ 3254 h 101123"/>
                <a:gd name="csX4" fmla="*/ 48203 w 51607"/>
                <a:gd name="csY4" fmla="*/ 492 h 101123"/>
                <a:gd name="csX5" fmla="*/ 48203 w 51607"/>
                <a:gd name="csY5" fmla="*/ 492 h 101123"/>
              </a:gdLst>
              <a:ahLst/>
              <a:cxnLst>
                <a:cxn ang="0">
                  <a:pos x="csX0" y="csY0"/>
                </a:cxn>
                <a:cxn ang="0">
                  <a:pos x="csX1" y="csY1"/>
                </a:cxn>
                <a:cxn ang="0">
                  <a:pos x="csX2" y="csY2"/>
                </a:cxn>
                <a:cxn ang="0">
                  <a:pos x="csX3" y="csY3"/>
                </a:cxn>
                <a:cxn ang="0">
                  <a:pos x="csX4" y="csY4"/>
                </a:cxn>
                <a:cxn ang="0">
                  <a:pos x="csX5" y="csY5"/>
                </a:cxn>
              </a:cxnLst>
              <a:rect l="l" t="t" r="r" b="b"/>
              <a:pathLst>
                <a:path w="51607" h="101123">
                  <a:moveTo>
                    <a:pt x="48203" y="587"/>
                  </a:moveTo>
                  <a:cubicBezTo>
                    <a:pt x="19819" y="25638"/>
                    <a:pt x="2388" y="61547"/>
                    <a:pt x="7" y="99266"/>
                  </a:cubicBezTo>
                  <a:cubicBezTo>
                    <a:pt x="-184" y="101742"/>
                    <a:pt x="3722" y="101742"/>
                    <a:pt x="3912" y="99266"/>
                  </a:cubicBezTo>
                  <a:cubicBezTo>
                    <a:pt x="6198" y="62500"/>
                    <a:pt x="23343" y="27638"/>
                    <a:pt x="50966" y="3254"/>
                  </a:cubicBezTo>
                  <a:cubicBezTo>
                    <a:pt x="52871" y="1635"/>
                    <a:pt x="50108" y="-1128"/>
                    <a:pt x="48203" y="492"/>
                  </a:cubicBezTo>
                  <a:lnTo>
                    <a:pt x="48203" y="492"/>
                  </a:lnTo>
                  <a:close/>
                </a:path>
              </a:pathLst>
            </a:custGeom>
            <a:solidFill>
              <a:srgbClr val="0679C3"/>
            </a:solidFill>
            <a:ln w="9525" cap="flat">
              <a:noFill/>
              <a:prstDash val="solid"/>
              <a:miter/>
            </a:ln>
          </p:spPr>
          <p:txBody>
            <a:bodyPr/>
            <a:lstStyle/>
            <a:p>
              <a:endParaRPr lang="en-US"/>
            </a:p>
          </p:txBody>
        </p:sp>
        <p:sp>
          <p:nvSpPr>
            <p:cNvPr id="1793" name="Freeform: Shape 1792">
              <a:extLst>
                <a:ext uri="{FF2B5EF4-FFF2-40B4-BE49-F238E27FC236}">
                  <a16:creationId xmlns:a16="http://schemas.microsoft.com/office/drawing/2014/main" id="{3CE264DE-DDCC-1208-B545-9DB5A9F7201B}"/>
                </a:ext>
              </a:extLst>
            </p:cNvPr>
            <p:cNvSpPr/>
            <p:nvPr/>
          </p:nvSpPr>
          <p:spPr>
            <a:xfrm>
              <a:off x="15803005" y="2446271"/>
              <a:ext cx="205043" cy="46909"/>
            </a:xfrm>
            <a:custGeom>
              <a:avLst/>
              <a:gdLst>
                <a:gd name="csX0" fmla="*/ 2971 w 205043"/>
                <a:gd name="csY0" fmla="*/ 46674 h 46909"/>
                <a:gd name="csX1" fmla="*/ 99268 w 205043"/>
                <a:gd name="csY1" fmla="*/ 16670 h 46909"/>
                <a:gd name="csX2" fmla="*/ 203186 w 205043"/>
                <a:gd name="csY2" fmla="*/ 3812 h 46909"/>
                <a:gd name="csX3" fmla="*/ 203186 w 205043"/>
                <a:gd name="csY3" fmla="*/ 2 h 46909"/>
                <a:gd name="csX4" fmla="*/ 98221 w 205043"/>
                <a:gd name="csY4" fmla="*/ 12956 h 46909"/>
                <a:gd name="csX5" fmla="*/ 970 w 205043"/>
                <a:gd name="csY5" fmla="*/ 43340 h 46909"/>
                <a:gd name="csX6" fmla="*/ 2875 w 205043"/>
                <a:gd name="csY6" fmla="*/ 46674 h 46909"/>
                <a:gd name="csX7" fmla="*/ 2875 w 205043"/>
                <a:gd name="csY7" fmla="*/ 46674 h 46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5043" h="46909">
                  <a:moveTo>
                    <a:pt x="2971" y="46674"/>
                  </a:moveTo>
                  <a:cubicBezTo>
                    <a:pt x="32593" y="30863"/>
                    <a:pt x="66693" y="23624"/>
                    <a:pt x="99268" y="16670"/>
                  </a:cubicBezTo>
                  <a:cubicBezTo>
                    <a:pt x="133463" y="9336"/>
                    <a:pt x="168229" y="4669"/>
                    <a:pt x="203186" y="3812"/>
                  </a:cubicBezTo>
                  <a:cubicBezTo>
                    <a:pt x="205663" y="3812"/>
                    <a:pt x="205663" y="-94"/>
                    <a:pt x="203186" y="2"/>
                  </a:cubicBezTo>
                  <a:cubicBezTo>
                    <a:pt x="167848" y="764"/>
                    <a:pt x="132796" y="5621"/>
                    <a:pt x="98221" y="12956"/>
                  </a:cubicBezTo>
                  <a:cubicBezTo>
                    <a:pt x="65264" y="20004"/>
                    <a:pt x="30879" y="27338"/>
                    <a:pt x="970" y="43340"/>
                  </a:cubicBezTo>
                  <a:cubicBezTo>
                    <a:pt x="-1221" y="44483"/>
                    <a:pt x="684" y="47817"/>
                    <a:pt x="2875" y="46674"/>
                  </a:cubicBezTo>
                  <a:lnTo>
                    <a:pt x="2875" y="46674"/>
                  </a:lnTo>
                  <a:close/>
                </a:path>
              </a:pathLst>
            </a:custGeom>
            <a:solidFill>
              <a:srgbClr val="0679C3"/>
            </a:solidFill>
            <a:ln w="9525" cap="flat">
              <a:noFill/>
              <a:prstDash val="solid"/>
              <a:miter/>
            </a:ln>
          </p:spPr>
          <p:txBody>
            <a:bodyPr/>
            <a:lstStyle/>
            <a:p>
              <a:endParaRPr lang="en-US"/>
            </a:p>
          </p:txBody>
        </p:sp>
        <p:sp>
          <p:nvSpPr>
            <p:cNvPr id="1795" name="Freeform: Shape 1794">
              <a:extLst>
                <a:ext uri="{FF2B5EF4-FFF2-40B4-BE49-F238E27FC236}">
                  <a16:creationId xmlns:a16="http://schemas.microsoft.com/office/drawing/2014/main" id="{C616A961-6686-2CE7-FF25-53BD11417F7C}"/>
                </a:ext>
              </a:extLst>
            </p:cNvPr>
            <p:cNvSpPr/>
            <p:nvPr/>
          </p:nvSpPr>
          <p:spPr>
            <a:xfrm>
              <a:off x="16542019" y="2708647"/>
              <a:ext cx="222602" cy="284272"/>
            </a:xfrm>
            <a:custGeom>
              <a:avLst/>
              <a:gdLst>
                <a:gd name="csX0" fmla="*/ 1857 w 222602"/>
                <a:gd name="csY0" fmla="*/ 284170 h 284272"/>
                <a:gd name="csX1" fmla="*/ 113776 w 222602"/>
                <a:gd name="csY1" fmla="*/ 261406 h 284272"/>
                <a:gd name="csX2" fmla="*/ 185118 w 222602"/>
                <a:gd name="csY2" fmla="*/ 190444 h 284272"/>
                <a:gd name="csX3" fmla="*/ 216170 w 222602"/>
                <a:gd name="csY3" fmla="*/ 1373 h 284272"/>
                <a:gd name="csX4" fmla="*/ 212455 w 222602"/>
                <a:gd name="csY4" fmla="*/ 2421 h 284272"/>
                <a:gd name="csX5" fmla="*/ 183975 w 222602"/>
                <a:gd name="csY5" fmla="*/ 184920 h 284272"/>
                <a:gd name="csX6" fmla="*/ 116062 w 222602"/>
                <a:gd name="csY6" fmla="*/ 256072 h 284272"/>
                <a:gd name="csX7" fmla="*/ 1857 w 222602"/>
                <a:gd name="csY7" fmla="*/ 280456 h 284272"/>
                <a:gd name="csX8" fmla="*/ 1857 w 222602"/>
                <a:gd name="csY8" fmla="*/ 284266 h 284272"/>
                <a:gd name="csX9" fmla="*/ 1857 w 222602"/>
                <a:gd name="csY9" fmla="*/ 284266 h 284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22602" h="284272">
                  <a:moveTo>
                    <a:pt x="1857" y="284170"/>
                  </a:moveTo>
                  <a:cubicBezTo>
                    <a:pt x="38814" y="281694"/>
                    <a:pt x="79772" y="277122"/>
                    <a:pt x="113776" y="261406"/>
                  </a:cubicBezTo>
                  <a:cubicBezTo>
                    <a:pt x="143970" y="247404"/>
                    <a:pt x="167973" y="218353"/>
                    <a:pt x="185118" y="190444"/>
                  </a:cubicBezTo>
                  <a:cubicBezTo>
                    <a:pt x="219694" y="134247"/>
                    <a:pt x="231124" y="65572"/>
                    <a:pt x="216170" y="1373"/>
                  </a:cubicBezTo>
                  <a:cubicBezTo>
                    <a:pt x="215598" y="-1008"/>
                    <a:pt x="211884" y="-56"/>
                    <a:pt x="212455" y="2421"/>
                  </a:cubicBezTo>
                  <a:cubicBezTo>
                    <a:pt x="226933" y="64238"/>
                    <a:pt x="216360" y="130246"/>
                    <a:pt x="183975" y="184920"/>
                  </a:cubicBezTo>
                  <a:cubicBezTo>
                    <a:pt x="167783" y="212257"/>
                    <a:pt x="144732" y="241117"/>
                    <a:pt x="116062" y="256072"/>
                  </a:cubicBezTo>
                  <a:cubicBezTo>
                    <a:pt x="82439" y="273598"/>
                    <a:pt x="39005" y="277979"/>
                    <a:pt x="1857" y="280456"/>
                  </a:cubicBezTo>
                  <a:cubicBezTo>
                    <a:pt x="-619" y="280646"/>
                    <a:pt x="-619" y="284456"/>
                    <a:pt x="1857" y="284266"/>
                  </a:cubicBezTo>
                  <a:lnTo>
                    <a:pt x="1857" y="284266"/>
                  </a:lnTo>
                  <a:close/>
                </a:path>
              </a:pathLst>
            </a:custGeom>
            <a:solidFill>
              <a:srgbClr val="0679C3"/>
            </a:solidFill>
            <a:ln w="9525" cap="flat">
              <a:noFill/>
              <a:prstDash val="solid"/>
              <a:miter/>
            </a:ln>
          </p:spPr>
          <p:txBody>
            <a:bodyPr/>
            <a:lstStyle/>
            <a:p>
              <a:endParaRPr lang="en-US"/>
            </a:p>
          </p:txBody>
        </p:sp>
        <p:sp>
          <p:nvSpPr>
            <p:cNvPr id="1818" name="Freeform: Shape 1817">
              <a:extLst>
                <a:ext uri="{FF2B5EF4-FFF2-40B4-BE49-F238E27FC236}">
                  <a16:creationId xmlns:a16="http://schemas.microsoft.com/office/drawing/2014/main" id="{72424A54-A8B5-2F8B-8BE7-6B1A1AA4478E}"/>
                </a:ext>
              </a:extLst>
            </p:cNvPr>
            <p:cNvSpPr/>
            <p:nvPr/>
          </p:nvSpPr>
          <p:spPr>
            <a:xfrm>
              <a:off x="14702786" y="2129631"/>
              <a:ext cx="154832" cy="117790"/>
            </a:xfrm>
            <a:custGeom>
              <a:avLst/>
              <a:gdLst>
                <a:gd name="csX0" fmla="*/ 149832 w 154832"/>
                <a:gd name="csY0" fmla="*/ 2126 h 117790"/>
                <a:gd name="csX1" fmla="*/ 127258 w 154832"/>
                <a:gd name="csY1" fmla="*/ 47751 h 117790"/>
                <a:gd name="csX2" fmla="*/ 94301 w 154832"/>
                <a:gd name="csY2" fmla="*/ 81374 h 117790"/>
                <a:gd name="csX3" fmla="*/ 49534 w 154832"/>
                <a:gd name="csY3" fmla="*/ 102996 h 117790"/>
                <a:gd name="csX4" fmla="*/ 1242 w 154832"/>
                <a:gd name="csY4" fmla="*/ 114426 h 117790"/>
                <a:gd name="csX5" fmla="*/ 2195 w 154832"/>
                <a:gd name="csY5" fmla="*/ 117760 h 117790"/>
                <a:gd name="csX6" fmla="*/ 100683 w 154832"/>
                <a:gd name="csY6" fmla="*/ 80517 h 117790"/>
                <a:gd name="csX7" fmla="*/ 138116 w 154832"/>
                <a:gd name="csY7" fmla="*/ 40417 h 117790"/>
                <a:gd name="csX8" fmla="*/ 153261 w 154832"/>
                <a:gd name="csY8" fmla="*/ 1174 h 117790"/>
                <a:gd name="csX9" fmla="*/ 149927 w 154832"/>
                <a:gd name="csY9" fmla="*/ 2126 h 117790"/>
                <a:gd name="csX10" fmla="*/ 149927 w 154832"/>
                <a:gd name="csY10" fmla="*/ 2126 h 1177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832" h="117790">
                  <a:moveTo>
                    <a:pt x="149832" y="2126"/>
                  </a:moveTo>
                  <a:cubicBezTo>
                    <a:pt x="156404" y="19271"/>
                    <a:pt x="137354" y="36131"/>
                    <a:pt x="127258" y="47751"/>
                  </a:cubicBezTo>
                  <a:cubicBezTo>
                    <a:pt x="116971" y="59562"/>
                    <a:pt x="106398" y="71564"/>
                    <a:pt x="94301" y="81374"/>
                  </a:cubicBezTo>
                  <a:cubicBezTo>
                    <a:pt x="81157" y="92042"/>
                    <a:pt x="65536" y="98043"/>
                    <a:pt x="49534" y="102996"/>
                  </a:cubicBezTo>
                  <a:cubicBezTo>
                    <a:pt x="33722" y="107949"/>
                    <a:pt x="17530" y="111664"/>
                    <a:pt x="1242" y="114426"/>
                  </a:cubicBezTo>
                  <a:cubicBezTo>
                    <a:pt x="-949" y="114807"/>
                    <a:pt x="4" y="118141"/>
                    <a:pt x="2195" y="117760"/>
                  </a:cubicBezTo>
                  <a:cubicBezTo>
                    <a:pt x="36104" y="112140"/>
                    <a:pt x="74299" y="103853"/>
                    <a:pt x="100683" y="80517"/>
                  </a:cubicBezTo>
                  <a:cubicBezTo>
                    <a:pt x="114304" y="68420"/>
                    <a:pt x="126496" y="54419"/>
                    <a:pt x="138116" y="40417"/>
                  </a:cubicBezTo>
                  <a:cubicBezTo>
                    <a:pt x="147165" y="29463"/>
                    <a:pt x="159167" y="16414"/>
                    <a:pt x="153261" y="1174"/>
                  </a:cubicBezTo>
                  <a:cubicBezTo>
                    <a:pt x="152499" y="-922"/>
                    <a:pt x="149070" y="31"/>
                    <a:pt x="149927" y="2126"/>
                  </a:cubicBezTo>
                  <a:lnTo>
                    <a:pt x="149927" y="2126"/>
                  </a:lnTo>
                  <a:close/>
                </a:path>
              </a:pathLst>
            </a:custGeom>
            <a:solidFill>
              <a:srgbClr val="C9A167"/>
            </a:solidFill>
            <a:ln w="9525" cap="flat">
              <a:noFill/>
              <a:prstDash val="solid"/>
              <a:miter/>
            </a:ln>
          </p:spPr>
          <p:txBody>
            <a:bodyPr/>
            <a:lstStyle/>
            <a:p>
              <a:endParaRPr lang="en-US"/>
            </a:p>
          </p:txBody>
        </p:sp>
        <p:sp>
          <p:nvSpPr>
            <p:cNvPr id="1819" name="Freeform: Shape 1818">
              <a:extLst>
                <a:ext uri="{FF2B5EF4-FFF2-40B4-BE49-F238E27FC236}">
                  <a16:creationId xmlns:a16="http://schemas.microsoft.com/office/drawing/2014/main" id="{6447982B-5661-F5DA-0EA4-C3402D557C32}"/>
                </a:ext>
              </a:extLst>
            </p:cNvPr>
            <p:cNvSpPr/>
            <p:nvPr/>
          </p:nvSpPr>
          <p:spPr>
            <a:xfrm>
              <a:off x="14755364" y="2135959"/>
              <a:ext cx="124349" cy="126909"/>
            </a:xfrm>
            <a:custGeom>
              <a:avLst/>
              <a:gdLst>
                <a:gd name="csX0" fmla="*/ 120876 w 124349"/>
                <a:gd name="csY0" fmla="*/ 1228 h 126909"/>
                <a:gd name="csX1" fmla="*/ 73537 w 124349"/>
                <a:gd name="csY1" fmla="*/ 77999 h 126909"/>
                <a:gd name="csX2" fmla="*/ 41723 w 124349"/>
                <a:gd name="csY2" fmla="*/ 108956 h 126909"/>
                <a:gd name="csX3" fmla="*/ 1242 w 124349"/>
                <a:gd name="csY3" fmla="*/ 123529 h 126909"/>
                <a:gd name="csX4" fmla="*/ 2195 w 124349"/>
                <a:gd name="csY4" fmla="*/ 126863 h 126909"/>
                <a:gd name="csX5" fmla="*/ 43438 w 124349"/>
                <a:gd name="csY5" fmla="*/ 111908 h 126909"/>
                <a:gd name="csX6" fmla="*/ 75918 w 124349"/>
                <a:gd name="csY6" fmla="*/ 80381 h 126909"/>
                <a:gd name="csX7" fmla="*/ 124210 w 124349"/>
                <a:gd name="csY7" fmla="*/ 2085 h 126909"/>
                <a:gd name="csX8" fmla="*/ 120876 w 124349"/>
                <a:gd name="csY8" fmla="*/ 1133 h 126909"/>
                <a:gd name="csX9" fmla="*/ 120876 w 124349"/>
                <a:gd name="csY9" fmla="*/ 1133 h 126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4349" h="126909">
                  <a:moveTo>
                    <a:pt x="120876" y="1228"/>
                  </a:moveTo>
                  <a:cubicBezTo>
                    <a:pt x="109256" y="29327"/>
                    <a:pt x="93158" y="54854"/>
                    <a:pt x="73537" y="77999"/>
                  </a:cubicBezTo>
                  <a:cubicBezTo>
                    <a:pt x="64012" y="89239"/>
                    <a:pt x="54392" y="101145"/>
                    <a:pt x="41723" y="108956"/>
                  </a:cubicBezTo>
                  <a:cubicBezTo>
                    <a:pt x="29436" y="116576"/>
                    <a:pt x="15244" y="120290"/>
                    <a:pt x="1242" y="123529"/>
                  </a:cubicBezTo>
                  <a:cubicBezTo>
                    <a:pt x="-949" y="124005"/>
                    <a:pt x="4" y="127339"/>
                    <a:pt x="2195" y="126863"/>
                  </a:cubicBezTo>
                  <a:cubicBezTo>
                    <a:pt x="16482" y="123529"/>
                    <a:pt x="30865" y="119719"/>
                    <a:pt x="43438" y="111908"/>
                  </a:cubicBezTo>
                  <a:cubicBezTo>
                    <a:pt x="56392" y="103907"/>
                    <a:pt x="66203" y="91811"/>
                    <a:pt x="75918" y="80381"/>
                  </a:cubicBezTo>
                  <a:cubicBezTo>
                    <a:pt x="96016" y="56854"/>
                    <a:pt x="112304" y="30755"/>
                    <a:pt x="124210" y="2085"/>
                  </a:cubicBezTo>
                  <a:cubicBezTo>
                    <a:pt x="125067" y="-10"/>
                    <a:pt x="121733" y="-868"/>
                    <a:pt x="120876" y="1133"/>
                  </a:cubicBezTo>
                  <a:lnTo>
                    <a:pt x="120876" y="1133"/>
                  </a:lnTo>
                  <a:close/>
                </a:path>
              </a:pathLst>
            </a:custGeom>
            <a:solidFill>
              <a:srgbClr val="C9A167"/>
            </a:solidFill>
            <a:ln w="9525" cap="flat">
              <a:noFill/>
              <a:prstDash val="solid"/>
              <a:miter/>
            </a:ln>
          </p:spPr>
          <p:txBody>
            <a:bodyPr/>
            <a:lstStyle/>
            <a:p>
              <a:endParaRPr lang="en-US"/>
            </a:p>
          </p:txBody>
        </p:sp>
        <p:sp>
          <p:nvSpPr>
            <p:cNvPr id="1865" name="Oval 1864">
              <a:extLst>
                <a:ext uri="{FF2B5EF4-FFF2-40B4-BE49-F238E27FC236}">
                  <a16:creationId xmlns:a16="http://schemas.microsoft.com/office/drawing/2014/main" id="{7B224462-CF73-7535-FB3C-1DF39E69313C}"/>
                </a:ext>
              </a:extLst>
            </p:cNvPr>
            <p:cNvSpPr/>
            <p:nvPr/>
          </p:nvSpPr>
          <p:spPr>
            <a:xfrm>
              <a:off x="17076134" y="1540446"/>
              <a:ext cx="72961" cy="68961"/>
            </a:xfrm>
            <a:prstGeom prst="ellipse">
              <a:avLst/>
            </a:prstGeom>
            <a:solidFill>
              <a:srgbClr val="FFFFFF"/>
            </a:solidFill>
            <a:ln w="9525" cap="flat">
              <a:noFill/>
              <a:prstDash val="solid"/>
              <a:miter/>
            </a:ln>
          </p:spPr>
          <p:txBody>
            <a:bodyPr/>
            <a:lstStyle/>
            <a:p>
              <a:endParaRPr lang="en-US"/>
            </a:p>
          </p:txBody>
        </p:sp>
        <p:sp>
          <p:nvSpPr>
            <p:cNvPr id="1866" name="Oval 1865">
              <a:extLst>
                <a:ext uri="{FF2B5EF4-FFF2-40B4-BE49-F238E27FC236}">
                  <a16:creationId xmlns:a16="http://schemas.microsoft.com/office/drawing/2014/main" id="{DFE4C87E-3101-3512-1698-8F0736BC8572}"/>
                </a:ext>
              </a:extLst>
            </p:cNvPr>
            <p:cNvSpPr/>
            <p:nvPr/>
          </p:nvSpPr>
          <p:spPr>
            <a:xfrm>
              <a:off x="16958024" y="1540922"/>
              <a:ext cx="72961" cy="68961"/>
            </a:xfrm>
            <a:prstGeom prst="ellipse">
              <a:avLst/>
            </a:prstGeom>
            <a:solidFill>
              <a:srgbClr val="FFFFFF"/>
            </a:solidFill>
            <a:ln w="9525" cap="flat">
              <a:noFill/>
              <a:prstDash val="solid"/>
              <a:miter/>
            </a:ln>
          </p:spPr>
          <p:txBody>
            <a:bodyPr/>
            <a:lstStyle/>
            <a:p>
              <a:endParaRPr lang="en-US"/>
            </a:p>
          </p:txBody>
        </p:sp>
        <p:sp>
          <p:nvSpPr>
            <p:cNvPr id="1867" name="Freeform: Shape 1866">
              <a:extLst>
                <a:ext uri="{FF2B5EF4-FFF2-40B4-BE49-F238E27FC236}">
                  <a16:creationId xmlns:a16="http://schemas.microsoft.com/office/drawing/2014/main" id="{F2A72B28-A925-ABBC-7EB1-E2131BDD4B08}"/>
                </a:ext>
              </a:extLst>
            </p:cNvPr>
            <p:cNvSpPr/>
            <p:nvPr/>
          </p:nvSpPr>
          <p:spPr>
            <a:xfrm>
              <a:off x="16834675" y="1540922"/>
              <a:ext cx="72961" cy="68961"/>
            </a:xfrm>
            <a:custGeom>
              <a:avLst/>
              <a:gdLst>
                <a:gd name="csX0" fmla="*/ 72961 w 72961"/>
                <a:gd name="csY0" fmla="*/ 34481 h 68961"/>
                <a:gd name="csX1" fmla="*/ 36481 w 72961"/>
                <a:gd name="csY1" fmla="*/ 68961 h 68961"/>
                <a:gd name="csX2" fmla="*/ 0 w 72961"/>
                <a:gd name="csY2" fmla="*/ 34481 h 68961"/>
                <a:gd name="csX3" fmla="*/ 36481 w 72961"/>
                <a:gd name="csY3" fmla="*/ 0 h 68961"/>
                <a:gd name="csX4" fmla="*/ 72961 w 72961"/>
                <a:gd name="csY4" fmla="*/ 34481 h 68961"/>
              </a:gdLst>
              <a:ahLst/>
              <a:cxnLst>
                <a:cxn ang="0">
                  <a:pos x="csX0" y="csY0"/>
                </a:cxn>
                <a:cxn ang="0">
                  <a:pos x="csX1" y="csY1"/>
                </a:cxn>
                <a:cxn ang="0">
                  <a:pos x="csX2" y="csY2"/>
                </a:cxn>
                <a:cxn ang="0">
                  <a:pos x="csX3" y="csY3"/>
                </a:cxn>
                <a:cxn ang="0">
                  <a:pos x="csX4" y="csY4"/>
                </a:cxn>
              </a:cxnLst>
              <a:rect l="l" t="t" r="r" b="b"/>
              <a:pathLst>
                <a:path w="72961" h="68961">
                  <a:moveTo>
                    <a:pt x="72961" y="34481"/>
                  </a:moveTo>
                  <a:cubicBezTo>
                    <a:pt x="72961" y="53530"/>
                    <a:pt x="56578" y="68961"/>
                    <a:pt x="36481" y="68961"/>
                  </a:cubicBezTo>
                  <a:cubicBezTo>
                    <a:pt x="16383" y="68961"/>
                    <a:pt x="0" y="53530"/>
                    <a:pt x="0" y="34481"/>
                  </a:cubicBezTo>
                  <a:cubicBezTo>
                    <a:pt x="0" y="15431"/>
                    <a:pt x="16383" y="0"/>
                    <a:pt x="36481" y="0"/>
                  </a:cubicBezTo>
                  <a:cubicBezTo>
                    <a:pt x="56578" y="0"/>
                    <a:pt x="72961" y="15431"/>
                    <a:pt x="72961" y="34481"/>
                  </a:cubicBezTo>
                  <a:close/>
                </a:path>
              </a:pathLst>
            </a:custGeom>
            <a:solidFill>
              <a:srgbClr val="FFFFFF"/>
            </a:solidFill>
            <a:ln w="9525" cap="flat">
              <a:noFill/>
              <a:prstDash val="solid"/>
              <a:miter/>
            </a:ln>
          </p:spPr>
          <p:txBody>
            <a:bodyPr/>
            <a:lstStyle/>
            <a:p>
              <a:endParaRPr lang="en-US"/>
            </a:p>
          </p:txBody>
        </p:sp>
      </p:grpSp>
      <p:grpSp>
        <p:nvGrpSpPr>
          <p:cNvPr id="30" name="Group 29">
            <a:extLst>
              <a:ext uri="{FF2B5EF4-FFF2-40B4-BE49-F238E27FC236}">
                <a16:creationId xmlns:a16="http://schemas.microsoft.com/office/drawing/2014/main" id="{6F3C29E0-EE33-2955-665A-50A3212520D1}"/>
              </a:ext>
            </a:extLst>
          </p:cNvPr>
          <p:cNvGrpSpPr/>
          <p:nvPr/>
        </p:nvGrpSpPr>
        <p:grpSpPr>
          <a:xfrm>
            <a:off x="9069704" y="4782290"/>
            <a:ext cx="664773" cy="532062"/>
            <a:chOff x="9344314" y="2588000"/>
            <a:chExt cx="1857104" cy="1102914"/>
          </a:xfrm>
        </p:grpSpPr>
        <p:sp>
          <p:nvSpPr>
            <p:cNvPr id="31" name="Oval 30">
              <a:extLst>
                <a:ext uri="{FF2B5EF4-FFF2-40B4-BE49-F238E27FC236}">
                  <a16:creationId xmlns:a16="http://schemas.microsoft.com/office/drawing/2014/main" id="{3D89AB1D-F420-A567-EAB6-F53E3A34D44B}"/>
                </a:ext>
              </a:extLst>
            </p:cNvPr>
            <p:cNvSpPr/>
            <p:nvPr/>
          </p:nvSpPr>
          <p:spPr>
            <a:xfrm>
              <a:off x="9344314" y="2788188"/>
              <a:ext cx="740664" cy="740664"/>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sp>
          <p:nvSpPr>
            <p:cNvPr id="37" name="Freeform: Shape 36">
              <a:extLst>
                <a:ext uri="{FF2B5EF4-FFF2-40B4-BE49-F238E27FC236}">
                  <a16:creationId xmlns:a16="http://schemas.microsoft.com/office/drawing/2014/main" id="{9AA90FB2-0D7B-612C-3C5A-8388E145D92A}"/>
                </a:ext>
              </a:extLst>
            </p:cNvPr>
            <p:cNvSpPr/>
            <p:nvPr/>
          </p:nvSpPr>
          <p:spPr>
            <a:xfrm>
              <a:off x="10588289" y="2588000"/>
              <a:ext cx="455005" cy="687461"/>
            </a:xfrm>
            <a:custGeom>
              <a:avLst/>
              <a:gdLst>
                <a:gd name="csX0" fmla="*/ 336916 w 432198"/>
                <a:gd name="csY0" fmla="*/ 652444 h 653003"/>
                <a:gd name="csX1" fmla="*/ 64698 w 432198"/>
                <a:gd name="csY1" fmla="*/ 624832 h 653003"/>
                <a:gd name="csX2" fmla="*/ -3522 w 432198"/>
                <a:gd name="csY2" fmla="*/ 545006 h 653003"/>
                <a:gd name="csX3" fmla="*/ 14454 w 432198"/>
                <a:gd name="csY3" fmla="*/ 65600 h 653003"/>
                <a:gd name="csX4" fmla="*/ 88131 w 432198"/>
                <a:gd name="csY4" fmla="*/ 163 h 653003"/>
                <a:gd name="csX5" fmla="*/ 360349 w 432198"/>
                <a:gd name="csY5" fmla="*/ 27775 h 653003"/>
                <a:gd name="csX6" fmla="*/ 428570 w 432198"/>
                <a:gd name="csY6" fmla="*/ 107601 h 653003"/>
                <a:gd name="csX7" fmla="*/ 410594 w 432198"/>
                <a:gd name="csY7" fmla="*/ 587010 h 653003"/>
                <a:gd name="csX8" fmla="*/ 336916 w 432198"/>
                <a:gd name="csY8" fmla="*/ 652444 h 653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198" h="653003">
                  <a:moveTo>
                    <a:pt x="336916" y="652444"/>
                  </a:moveTo>
                  <a:lnTo>
                    <a:pt x="64698" y="624832"/>
                  </a:lnTo>
                  <a:cubicBezTo>
                    <a:pt x="25506" y="620860"/>
                    <a:pt x="-5018" y="585118"/>
                    <a:pt x="-3522" y="545006"/>
                  </a:cubicBezTo>
                  <a:lnTo>
                    <a:pt x="14454" y="65600"/>
                  </a:lnTo>
                  <a:cubicBezTo>
                    <a:pt x="15950" y="25485"/>
                    <a:pt x="48938" y="-3812"/>
                    <a:pt x="88131" y="163"/>
                  </a:cubicBezTo>
                  <a:lnTo>
                    <a:pt x="360349" y="27775"/>
                  </a:lnTo>
                  <a:cubicBezTo>
                    <a:pt x="399542" y="31750"/>
                    <a:pt x="430093" y="67489"/>
                    <a:pt x="428570" y="107601"/>
                  </a:cubicBezTo>
                  <a:lnTo>
                    <a:pt x="410594" y="587010"/>
                  </a:lnTo>
                  <a:cubicBezTo>
                    <a:pt x="409098" y="627122"/>
                    <a:pt x="376109" y="656419"/>
                    <a:pt x="336916" y="652444"/>
                  </a:cubicBezTo>
                  <a:close/>
                </a:path>
              </a:pathLst>
            </a:custGeom>
            <a:solidFill>
              <a:schemeClr val="accent2">
                <a:lumMod val="40000"/>
                <a:lumOff val="60000"/>
              </a:schemeClr>
            </a:solidFill>
            <a:ln w="2756" cap="rnd">
              <a:noFill/>
              <a:prstDash val="solid"/>
              <a:round/>
            </a:ln>
          </p:spPr>
          <p:txBody>
            <a:bodyPr/>
            <a:lstStyle/>
            <a:p>
              <a:endParaRPr lang="en-US" b="1"/>
            </a:p>
          </p:txBody>
        </p:sp>
        <p:sp>
          <p:nvSpPr>
            <p:cNvPr id="38" name="Freeform: Shape 37">
              <a:extLst>
                <a:ext uri="{FF2B5EF4-FFF2-40B4-BE49-F238E27FC236}">
                  <a16:creationId xmlns:a16="http://schemas.microsoft.com/office/drawing/2014/main" id="{EE99AF57-C3EC-697B-2ECD-C08D82A0B44A}"/>
                </a:ext>
              </a:extLst>
            </p:cNvPr>
            <p:cNvSpPr/>
            <p:nvPr/>
          </p:nvSpPr>
          <p:spPr>
            <a:xfrm>
              <a:off x="10588289" y="2588000"/>
              <a:ext cx="455005" cy="687461"/>
            </a:xfrm>
            <a:custGeom>
              <a:avLst/>
              <a:gdLst>
                <a:gd name="csX0" fmla="*/ 336916 w 432198"/>
                <a:gd name="csY0" fmla="*/ 652444 h 653003"/>
                <a:gd name="csX1" fmla="*/ 64698 w 432198"/>
                <a:gd name="csY1" fmla="*/ 624832 h 653003"/>
                <a:gd name="csX2" fmla="*/ -3522 w 432198"/>
                <a:gd name="csY2" fmla="*/ 545006 h 653003"/>
                <a:gd name="csX3" fmla="*/ 14454 w 432198"/>
                <a:gd name="csY3" fmla="*/ 65600 h 653003"/>
                <a:gd name="csX4" fmla="*/ 88131 w 432198"/>
                <a:gd name="csY4" fmla="*/ 163 h 653003"/>
                <a:gd name="csX5" fmla="*/ 360349 w 432198"/>
                <a:gd name="csY5" fmla="*/ 27775 h 653003"/>
                <a:gd name="csX6" fmla="*/ 428570 w 432198"/>
                <a:gd name="csY6" fmla="*/ 107601 h 653003"/>
                <a:gd name="csX7" fmla="*/ 410594 w 432198"/>
                <a:gd name="csY7" fmla="*/ 587010 h 653003"/>
                <a:gd name="csX8" fmla="*/ 336916 w 432198"/>
                <a:gd name="csY8" fmla="*/ 652444 h 653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198" h="653003">
                  <a:moveTo>
                    <a:pt x="336916" y="652444"/>
                  </a:moveTo>
                  <a:lnTo>
                    <a:pt x="64698" y="624832"/>
                  </a:lnTo>
                  <a:cubicBezTo>
                    <a:pt x="25506" y="620860"/>
                    <a:pt x="-5018" y="585118"/>
                    <a:pt x="-3522" y="545006"/>
                  </a:cubicBezTo>
                  <a:lnTo>
                    <a:pt x="14454" y="65600"/>
                  </a:lnTo>
                  <a:cubicBezTo>
                    <a:pt x="15950" y="25485"/>
                    <a:pt x="48938" y="-3812"/>
                    <a:pt x="88131" y="163"/>
                  </a:cubicBezTo>
                  <a:lnTo>
                    <a:pt x="360349" y="27775"/>
                  </a:lnTo>
                  <a:cubicBezTo>
                    <a:pt x="399542" y="31750"/>
                    <a:pt x="430093" y="67489"/>
                    <a:pt x="428570" y="107601"/>
                  </a:cubicBezTo>
                  <a:lnTo>
                    <a:pt x="410594" y="587010"/>
                  </a:lnTo>
                  <a:cubicBezTo>
                    <a:pt x="409098" y="627122"/>
                    <a:pt x="376109" y="656419"/>
                    <a:pt x="336916" y="652444"/>
                  </a:cubicBezTo>
                  <a:close/>
                </a:path>
              </a:pathLst>
            </a:custGeom>
            <a:noFill/>
            <a:ln w="8874" cap="rnd">
              <a:solidFill>
                <a:srgbClr val="0E0F29"/>
              </a:solidFill>
              <a:prstDash val="solid"/>
              <a:round/>
            </a:ln>
          </p:spPr>
          <p:txBody>
            <a:bodyPr/>
            <a:lstStyle/>
            <a:p>
              <a:endParaRPr lang="en-US" b="1"/>
            </a:p>
          </p:txBody>
        </p:sp>
        <p:sp>
          <p:nvSpPr>
            <p:cNvPr id="39" name="Freeform: Shape 38">
              <a:extLst>
                <a:ext uri="{FF2B5EF4-FFF2-40B4-BE49-F238E27FC236}">
                  <a16:creationId xmlns:a16="http://schemas.microsoft.com/office/drawing/2014/main" id="{D4AC587F-2CC0-69D1-ECE8-28BE1B259F8B}"/>
                </a:ext>
              </a:extLst>
            </p:cNvPr>
            <p:cNvSpPr/>
            <p:nvPr/>
          </p:nvSpPr>
          <p:spPr>
            <a:xfrm>
              <a:off x="10708833" y="2733155"/>
              <a:ext cx="61352" cy="6779"/>
            </a:xfrm>
            <a:custGeom>
              <a:avLst/>
              <a:gdLst>
                <a:gd name="csX0" fmla="*/ -3575 w 58277"/>
                <a:gd name="csY0" fmla="*/ -198 h 6439"/>
                <a:gd name="csX1" fmla="*/ 54703 w 58277"/>
                <a:gd name="csY1" fmla="*/ 6242 h 6439"/>
              </a:gdLst>
              <a:ahLst/>
              <a:cxnLst>
                <a:cxn ang="0">
                  <a:pos x="csX0" y="csY0"/>
                </a:cxn>
                <a:cxn ang="0">
                  <a:pos x="csX1" y="csY1"/>
                </a:cxn>
              </a:cxnLst>
              <a:rect l="l" t="t" r="r" b="b"/>
              <a:pathLst>
                <a:path w="58277" h="6439">
                  <a:moveTo>
                    <a:pt x="-3575" y="-198"/>
                  </a:moveTo>
                  <a:lnTo>
                    <a:pt x="54703" y="6242"/>
                  </a:lnTo>
                </a:path>
              </a:pathLst>
            </a:custGeom>
            <a:noFill/>
            <a:ln w="8874" cap="rnd">
              <a:solidFill>
                <a:srgbClr val="0E0F29"/>
              </a:solidFill>
              <a:prstDash val="solid"/>
              <a:round/>
            </a:ln>
          </p:spPr>
          <p:txBody>
            <a:bodyPr/>
            <a:lstStyle/>
            <a:p>
              <a:endParaRPr lang="en-US" b="1"/>
            </a:p>
          </p:txBody>
        </p:sp>
        <p:sp>
          <p:nvSpPr>
            <p:cNvPr id="40" name="Freeform: Shape 39">
              <a:extLst>
                <a:ext uri="{FF2B5EF4-FFF2-40B4-BE49-F238E27FC236}">
                  <a16:creationId xmlns:a16="http://schemas.microsoft.com/office/drawing/2014/main" id="{017CE4F2-A6F3-256C-8774-55DF4A89A9B3}"/>
                </a:ext>
              </a:extLst>
            </p:cNvPr>
            <p:cNvSpPr/>
            <p:nvPr/>
          </p:nvSpPr>
          <p:spPr>
            <a:xfrm>
              <a:off x="10696439" y="3088779"/>
              <a:ext cx="61352" cy="6779"/>
            </a:xfrm>
            <a:custGeom>
              <a:avLst/>
              <a:gdLst>
                <a:gd name="csX0" fmla="*/ -3575 w 58277"/>
                <a:gd name="csY0" fmla="*/ -198 h 6439"/>
                <a:gd name="csX1" fmla="*/ 54703 w 58277"/>
                <a:gd name="csY1" fmla="*/ 6242 h 6439"/>
              </a:gdLst>
              <a:ahLst/>
              <a:cxnLst>
                <a:cxn ang="0">
                  <a:pos x="csX0" y="csY0"/>
                </a:cxn>
                <a:cxn ang="0">
                  <a:pos x="csX1" y="csY1"/>
                </a:cxn>
              </a:cxnLst>
              <a:rect l="l" t="t" r="r" b="b"/>
              <a:pathLst>
                <a:path w="58277" h="6439">
                  <a:moveTo>
                    <a:pt x="-3575" y="-198"/>
                  </a:moveTo>
                  <a:lnTo>
                    <a:pt x="54703" y="6242"/>
                  </a:lnTo>
                </a:path>
              </a:pathLst>
            </a:custGeom>
            <a:noFill/>
            <a:ln w="8874" cap="rnd">
              <a:solidFill>
                <a:srgbClr val="0E0F29"/>
              </a:solidFill>
              <a:prstDash val="solid"/>
              <a:round/>
            </a:ln>
          </p:spPr>
          <p:txBody>
            <a:bodyPr/>
            <a:lstStyle/>
            <a:p>
              <a:endParaRPr lang="en-US" b="1"/>
            </a:p>
          </p:txBody>
        </p:sp>
        <p:sp>
          <p:nvSpPr>
            <p:cNvPr id="41" name="Freeform: Shape 40">
              <a:extLst>
                <a:ext uri="{FF2B5EF4-FFF2-40B4-BE49-F238E27FC236}">
                  <a16:creationId xmlns:a16="http://schemas.microsoft.com/office/drawing/2014/main" id="{B6D7021D-6FA5-598B-D6A3-9FDAC44C7DAE}"/>
                </a:ext>
              </a:extLst>
            </p:cNvPr>
            <p:cNvSpPr/>
            <p:nvPr/>
          </p:nvSpPr>
          <p:spPr>
            <a:xfrm>
              <a:off x="10832208" y="2850193"/>
              <a:ext cx="130694" cy="13629"/>
            </a:xfrm>
            <a:custGeom>
              <a:avLst/>
              <a:gdLst>
                <a:gd name="csX0" fmla="*/ -3575 w 124143"/>
                <a:gd name="csY0" fmla="*/ -198 h 12946"/>
                <a:gd name="csX1" fmla="*/ 120569 w 124143"/>
                <a:gd name="csY1" fmla="*/ 12748 h 12946"/>
              </a:gdLst>
              <a:ahLst/>
              <a:cxnLst>
                <a:cxn ang="0">
                  <a:pos x="csX0" y="csY0"/>
                </a:cxn>
                <a:cxn ang="0">
                  <a:pos x="csX1" y="csY1"/>
                </a:cxn>
              </a:cxnLst>
              <a:rect l="l" t="t" r="r" b="b"/>
              <a:pathLst>
                <a:path w="124143" h="12946">
                  <a:moveTo>
                    <a:pt x="-3575" y="-198"/>
                  </a:moveTo>
                  <a:lnTo>
                    <a:pt x="120569" y="12748"/>
                  </a:lnTo>
                </a:path>
              </a:pathLst>
            </a:custGeom>
            <a:noFill/>
            <a:ln w="8874" cap="rnd">
              <a:solidFill>
                <a:schemeClr val="accent1"/>
              </a:solidFill>
              <a:prstDash val="solid"/>
              <a:round/>
            </a:ln>
          </p:spPr>
          <p:txBody>
            <a:bodyPr/>
            <a:lstStyle/>
            <a:p>
              <a:endParaRPr lang="en-US" b="1"/>
            </a:p>
          </p:txBody>
        </p:sp>
        <p:sp>
          <p:nvSpPr>
            <p:cNvPr id="48" name="Freeform: Shape 47">
              <a:extLst>
                <a:ext uri="{FF2B5EF4-FFF2-40B4-BE49-F238E27FC236}">
                  <a16:creationId xmlns:a16="http://schemas.microsoft.com/office/drawing/2014/main" id="{F93F8934-51A9-BB17-3628-F6E63FD8F147}"/>
                </a:ext>
              </a:extLst>
            </p:cNvPr>
            <p:cNvSpPr/>
            <p:nvPr/>
          </p:nvSpPr>
          <p:spPr>
            <a:xfrm>
              <a:off x="10735484" y="2840381"/>
              <a:ext cx="65317" cy="7004"/>
            </a:xfrm>
            <a:custGeom>
              <a:avLst/>
              <a:gdLst>
                <a:gd name="csX0" fmla="*/ -3575 w 62043"/>
                <a:gd name="csY0" fmla="*/ -198 h 6653"/>
                <a:gd name="csX1" fmla="*/ 58469 w 62043"/>
                <a:gd name="csY1" fmla="*/ 6455 h 6653"/>
              </a:gdLst>
              <a:ahLst/>
              <a:cxnLst>
                <a:cxn ang="0">
                  <a:pos x="csX0" y="csY0"/>
                </a:cxn>
                <a:cxn ang="0">
                  <a:pos x="csX1" y="csY1"/>
                </a:cxn>
              </a:cxnLst>
              <a:rect l="l" t="t" r="r" b="b"/>
              <a:pathLst>
                <a:path w="62043" h="6653">
                  <a:moveTo>
                    <a:pt x="-3575" y="-198"/>
                  </a:moveTo>
                  <a:lnTo>
                    <a:pt x="58469" y="6455"/>
                  </a:lnTo>
                </a:path>
              </a:pathLst>
            </a:custGeom>
            <a:noFill/>
            <a:ln w="8874" cap="rnd">
              <a:solidFill>
                <a:schemeClr val="accent1"/>
              </a:solidFill>
              <a:prstDash val="solid"/>
              <a:round/>
            </a:ln>
          </p:spPr>
          <p:txBody>
            <a:bodyPr/>
            <a:lstStyle/>
            <a:p>
              <a:endParaRPr lang="en-US" b="1"/>
            </a:p>
          </p:txBody>
        </p:sp>
        <p:sp>
          <p:nvSpPr>
            <p:cNvPr id="51" name="Freeform: Shape 50">
              <a:extLst>
                <a:ext uri="{FF2B5EF4-FFF2-40B4-BE49-F238E27FC236}">
                  <a16:creationId xmlns:a16="http://schemas.microsoft.com/office/drawing/2014/main" id="{571AC1CC-9B8D-C94B-972D-B3892167AC1E}"/>
                </a:ext>
              </a:extLst>
            </p:cNvPr>
            <p:cNvSpPr/>
            <p:nvPr/>
          </p:nvSpPr>
          <p:spPr>
            <a:xfrm>
              <a:off x="10829845" y="2913438"/>
              <a:ext cx="130664" cy="13629"/>
            </a:xfrm>
            <a:custGeom>
              <a:avLst/>
              <a:gdLst>
                <a:gd name="csX0" fmla="*/ -3575 w 124115"/>
                <a:gd name="csY0" fmla="*/ -198 h 12946"/>
                <a:gd name="csX1" fmla="*/ 120541 w 124115"/>
                <a:gd name="csY1" fmla="*/ 12748 h 12946"/>
              </a:gdLst>
              <a:ahLst/>
              <a:cxnLst>
                <a:cxn ang="0">
                  <a:pos x="csX0" y="csY0"/>
                </a:cxn>
                <a:cxn ang="0">
                  <a:pos x="csX1" y="csY1"/>
                </a:cxn>
              </a:cxnLst>
              <a:rect l="l" t="t" r="r" b="b"/>
              <a:pathLst>
                <a:path w="124115" h="12946">
                  <a:moveTo>
                    <a:pt x="-3575" y="-198"/>
                  </a:moveTo>
                  <a:lnTo>
                    <a:pt x="120541" y="12748"/>
                  </a:lnTo>
                </a:path>
              </a:pathLst>
            </a:custGeom>
            <a:noFill/>
            <a:ln w="8874" cap="rnd">
              <a:solidFill>
                <a:schemeClr val="accent1"/>
              </a:solidFill>
              <a:prstDash val="solid"/>
              <a:round/>
            </a:ln>
          </p:spPr>
          <p:txBody>
            <a:bodyPr/>
            <a:lstStyle/>
            <a:p>
              <a:endParaRPr lang="en-US" b="1"/>
            </a:p>
          </p:txBody>
        </p:sp>
        <p:sp>
          <p:nvSpPr>
            <p:cNvPr id="52" name="Freeform: Shape 51">
              <a:extLst>
                <a:ext uri="{FF2B5EF4-FFF2-40B4-BE49-F238E27FC236}">
                  <a16:creationId xmlns:a16="http://schemas.microsoft.com/office/drawing/2014/main" id="{A0C9D84C-C875-B8E0-BFF2-F31E223F53F0}"/>
                </a:ext>
              </a:extLst>
            </p:cNvPr>
            <p:cNvSpPr/>
            <p:nvPr/>
          </p:nvSpPr>
          <p:spPr>
            <a:xfrm>
              <a:off x="10827309" y="2981007"/>
              <a:ext cx="130664" cy="13629"/>
            </a:xfrm>
            <a:custGeom>
              <a:avLst/>
              <a:gdLst>
                <a:gd name="csX0" fmla="*/ -3575 w 124115"/>
                <a:gd name="csY0" fmla="*/ -198 h 12946"/>
                <a:gd name="csX1" fmla="*/ 120541 w 124115"/>
                <a:gd name="csY1" fmla="*/ 12748 h 12946"/>
              </a:gdLst>
              <a:ahLst/>
              <a:cxnLst>
                <a:cxn ang="0">
                  <a:pos x="csX0" y="csY0"/>
                </a:cxn>
                <a:cxn ang="0">
                  <a:pos x="csX1" y="csY1"/>
                </a:cxn>
              </a:cxnLst>
              <a:rect l="l" t="t" r="r" b="b"/>
              <a:pathLst>
                <a:path w="124115" h="12946">
                  <a:moveTo>
                    <a:pt x="-3575" y="-198"/>
                  </a:moveTo>
                  <a:lnTo>
                    <a:pt x="120541" y="12748"/>
                  </a:lnTo>
                </a:path>
              </a:pathLst>
            </a:custGeom>
            <a:noFill/>
            <a:ln w="8874" cap="rnd">
              <a:solidFill>
                <a:schemeClr val="accent1"/>
              </a:solidFill>
              <a:prstDash val="solid"/>
              <a:round/>
            </a:ln>
          </p:spPr>
          <p:txBody>
            <a:bodyPr/>
            <a:lstStyle/>
            <a:p>
              <a:endParaRPr lang="en-US" b="1"/>
            </a:p>
          </p:txBody>
        </p:sp>
        <p:sp>
          <p:nvSpPr>
            <p:cNvPr id="53" name="Freeform: Shape 52">
              <a:extLst>
                <a:ext uri="{FF2B5EF4-FFF2-40B4-BE49-F238E27FC236}">
                  <a16:creationId xmlns:a16="http://schemas.microsoft.com/office/drawing/2014/main" id="{702AE28C-B194-0A6B-4074-6269BFBB4CF6}"/>
                </a:ext>
              </a:extLst>
            </p:cNvPr>
            <p:cNvSpPr/>
            <p:nvPr/>
          </p:nvSpPr>
          <p:spPr>
            <a:xfrm>
              <a:off x="10651126" y="2670117"/>
              <a:ext cx="33824" cy="116779"/>
            </a:xfrm>
            <a:custGeom>
              <a:avLst/>
              <a:gdLst>
                <a:gd name="csX0" fmla="*/ 7892 w 32129"/>
                <a:gd name="csY0" fmla="*/ 105449 h 110926"/>
                <a:gd name="csX1" fmla="*/ 4762 w 32129"/>
                <a:gd name="csY1" fmla="*/ 91625 h 110926"/>
                <a:gd name="csX2" fmla="*/ 5206 w 32129"/>
                <a:gd name="csY2" fmla="*/ 85044 h 110926"/>
                <a:gd name="csX3" fmla="*/ 5815 w 32129"/>
                <a:gd name="csY3" fmla="*/ 78995 h 110926"/>
                <a:gd name="csX4" fmla="*/ 6396 w 32129"/>
                <a:gd name="csY4" fmla="*/ 73136 h 110926"/>
                <a:gd name="csX5" fmla="*/ 6812 w 32129"/>
                <a:gd name="csY5" fmla="*/ 67007 h 110926"/>
                <a:gd name="csX6" fmla="*/ 6452 w 32129"/>
                <a:gd name="csY6" fmla="*/ 63304 h 110926"/>
                <a:gd name="csX7" fmla="*/ 4901 w 32129"/>
                <a:gd name="csY7" fmla="*/ 59991 h 110926"/>
                <a:gd name="csX8" fmla="*/ 1660 w 32129"/>
                <a:gd name="csY8" fmla="*/ 57348 h 110926"/>
                <a:gd name="csX9" fmla="*/ -3575 w 32129"/>
                <a:gd name="csY9" fmla="*/ 55919 h 110926"/>
                <a:gd name="csX10" fmla="*/ -3326 w 32129"/>
                <a:gd name="csY10" fmla="*/ 49255 h 110926"/>
                <a:gd name="csX11" fmla="*/ 1965 w 32129"/>
                <a:gd name="csY11" fmla="*/ 48892 h 110926"/>
                <a:gd name="csX12" fmla="*/ 5372 w 32129"/>
                <a:gd name="csY12" fmla="*/ 46984 h 110926"/>
                <a:gd name="csX13" fmla="*/ 7172 w 32129"/>
                <a:gd name="csY13" fmla="*/ 44015 h 110926"/>
                <a:gd name="csX14" fmla="*/ 7809 w 32129"/>
                <a:gd name="csY14" fmla="*/ 40478 h 110926"/>
                <a:gd name="csX15" fmla="*/ 7698 w 32129"/>
                <a:gd name="csY15" fmla="*/ 28246 h 110926"/>
                <a:gd name="csX16" fmla="*/ 7615 w 32129"/>
                <a:gd name="csY16" fmla="*/ 15502 h 110926"/>
                <a:gd name="csX17" fmla="*/ 11770 w 32129"/>
                <a:gd name="csY17" fmla="*/ 2415 h 110926"/>
                <a:gd name="csX18" fmla="*/ 22904 w 32129"/>
                <a:gd name="csY18" fmla="*/ -56 h 110926"/>
                <a:gd name="csX19" fmla="*/ 28555 w 32129"/>
                <a:gd name="csY19" fmla="*/ 515 h 110926"/>
                <a:gd name="csX20" fmla="*/ 28305 w 32129"/>
                <a:gd name="csY20" fmla="*/ 6539 h 110926"/>
                <a:gd name="csX21" fmla="*/ 24926 w 32129"/>
                <a:gd name="csY21" fmla="*/ 6195 h 110926"/>
                <a:gd name="csX22" fmla="*/ 18002 w 32129"/>
                <a:gd name="csY22" fmla="*/ 8193 h 110926"/>
                <a:gd name="csX23" fmla="*/ 15980 w 32129"/>
                <a:gd name="csY23" fmla="*/ 16995 h 110926"/>
                <a:gd name="csX24" fmla="*/ 15952 w 32129"/>
                <a:gd name="csY24" fmla="*/ 28310 h 110926"/>
                <a:gd name="csX25" fmla="*/ 15869 w 32129"/>
                <a:gd name="csY25" fmla="*/ 40267 h 110926"/>
                <a:gd name="csX26" fmla="*/ 13764 w 32129"/>
                <a:gd name="csY26" fmla="*/ 49635 h 110926"/>
                <a:gd name="csX27" fmla="*/ 7837 w 32129"/>
                <a:gd name="csY27" fmla="*/ 53471 h 110926"/>
                <a:gd name="csX28" fmla="*/ 7809 w 32129"/>
                <a:gd name="csY28" fmla="*/ 53983 h 110926"/>
                <a:gd name="csX29" fmla="*/ 13404 w 32129"/>
                <a:gd name="csY29" fmla="*/ 59055 h 110926"/>
                <a:gd name="csX30" fmla="*/ 14789 w 32129"/>
                <a:gd name="csY30" fmla="*/ 68716 h 110926"/>
                <a:gd name="csX31" fmla="*/ 13986 w 32129"/>
                <a:gd name="csY31" fmla="*/ 80596 h 110926"/>
                <a:gd name="csX32" fmla="*/ 13182 w 32129"/>
                <a:gd name="csY32" fmla="*/ 91835 h 110926"/>
                <a:gd name="csX33" fmla="*/ 14539 w 32129"/>
                <a:gd name="csY33" fmla="*/ 100976 h 110926"/>
                <a:gd name="csX34" fmla="*/ 21243 w 32129"/>
                <a:gd name="csY34" fmla="*/ 104358 h 110926"/>
                <a:gd name="csX35" fmla="*/ 24622 w 32129"/>
                <a:gd name="csY35" fmla="*/ 104701 h 110926"/>
                <a:gd name="csX36" fmla="*/ 24400 w 32129"/>
                <a:gd name="csY36" fmla="*/ 110728 h 110926"/>
                <a:gd name="csX37" fmla="*/ 18777 w 32129"/>
                <a:gd name="csY37" fmla="*/ 110155 h 110926"/>
                <a:gd name="csX38" fmla="*/ 7892 w 32129"/>
                <a:gd name="csY38" fmla="*/ 105449 h 1109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2129" h="110926">
                  <a:moveTo>
                    <a:pt x="7892" y="105449"/>
                  </a:moveTo>
                  <a:cubicBezTo>
                    <a:pt x="5565" y="102810"/>
                    <a:pt x="4513" y="98203"/>
                    <a:pt x="4762" y="91625"/>
                  </a:cubicBezTo>
                  <a:cubicBezTo>
                    <a:pt x="4845" y="89318"/>
                    <a:pt x="5011" y="87127"/>
                    <a:pt x="5206" y="85044"/>
                  </a:cubicBezTo>
                  <a:cubicBezTo>
                    <a:pt x="5400" y="82964"/>
                    <a:pt x="5621" y="80950"/>
                    <a:pt x="5815" y="78995"/>
                  </a:cubicBezTo>
                  <a:cubicBezTo>
                    <a:pt x="6009" y="77042"/>
                    <a:pt x="6202" y="75092"/>
                    <a:pt x="6396" y="73136"/>
                  </a:cubicBezTo>
                  <a:cubicBezTo>
                    <a:pt x="6590" y="71186"/>
                    <a:pt x="6757" y="69142"/>
                    <a:pt x="6812" y="67007"/>
                  </a:cubicBezTo>
                  <a:cubicBezTo>
                    <a:pt x="6867" y="65724"/>
                    <a:pt x="6757" y="64489"/>
                    <a:pt x="6452" y="63304"/>
                  </a:cubicBezTo>
                  <a:cubicBezTo>
                    <a:pt x="6175" y="62115"/>
                    <a:pt x="5648" y="61013"/>
                    <a:pt x="4901" y="59991"/>
                  </a:cubicBezTo>
                  <a:cubicBezTo>
                    <a:pt x="4125" y="58972"/>
                    <a:pt x="3045" y="58091"/>
                    <a:pt x="1660" y="57348"/>
                  </a:cubicBezTo>
                  <a:cubicBezTo>
                    <a:pt x="247" y="56606"/>
                    <a:pt x="-1470" y="56130"/>
                    <a:pt x="-3575" y="55919"/>
                  </a:cubicBezTo>
                  <a:lnTo>
                    <a:pt x="-3326" y="49255"/>
                  </a:lnTo>
                  <a:cubicBezTo>
                    <a:pt x="-1221" y="49466"/>
                    <a:pt x="525" y="49344"/>
                    <a:pt x="1965" y="48892"/>
                  </a:cubicBezTo>
                  <a:cubicBezTo>
                    <a:pt x="3405" y="48438"/>
                    <a:pt x="4541" y="47801"/>
                    <a:pt x="5372" y="46984"/>
                  </a:cubicBezTo>
                  <a:cubicBezTo>
                    <a:pt x="6202" y="46167"/>
                    <a:pt x="6812" y="45178"/>
                    <a:pt x="7172" y="44015"/>
                  </a:cubicBezTo>
                  <a:cubicBezTo>
                    <a:pt x="7560" y="42854"/>
                    <a:pt x="7781" y="41677"/>
                    <a:pt x="7809" y="40478"/>
                  </a:cubicBezTo>
                  <a:cubicBezTo>
                    <a:pt x="7975" y="36121"/>
                    <a:pt x="7948" y="32046"/>
                    <a:pt x="7698" y="28246"/>
                  </a:cubicBezTo>
                  <a:cubicBezTo>
                    <a:pt x="7477" y="24451"/>
                    <a:pt x="7449" y="20202"/>
                    <a:pt x="7615" y="15502"/>
                  </a:cubicBezTo>
                  <a:cubicBezTo>
                    <a:pt x="7864" y="8924"/>
                    <a:pt x="9249" y="4561"/>
                    <a:pt x="11770" y="2415"/>
                  </a:cubicBezTo>
                  <a:cubicBezTo>
                    <a:pt x="14263" y="268"/>
                    <a:pt x="17974" y="-557"/>
                    <a:pt x="22904" y="-56"/>
                  </a:cubicBezTo>
                  <a:lnTo>
                    <a:pt x="28555" y="515"/>
                  </a:lnTo>
                  <a:lnTo>
                    <a:pt x="28305" y="6539"/>
                  </a:lnTo>
                  <a:lnTo>
                    <a:pt x="24926" y="6195"/>
                  </a:lnTo>
                  <a:cubicBezTo>
                    <a:pt x="21519" y="5846"/>
                    <a:pt x="19193" y="6517"/>
                    <a:pt x="18002" y="8193"/>
                  </a:cubicBezTo>
                  <a:cubicBezTo>
                    <a:pt x="16811" y="9874"/>
                    <a:pt x="16146" y="12810"/>
                    <a:pt x="15980" y="16995"/>
                  </a:cubicBezTo>
                  <a:cubicBezTo>
                    <a:pt x="15841" y="20925"/>
                    <a:pt x="15814" y="24695"/>
                    <a:pt x="15952" y="28310"/>
                  </a:cubicBezTo>
                  <a:cubicBezTo>
                    <a:pt x="16063" y="31924"/>
                    <a:pt x="16035" y="35910"/>
                    <a:pt x="15869" y="40267"/>
                  </a:cubicBezTo>
                  <a:cubicBezTo>
                    <a:pt x="15703" y="44452"/>
                    <a:pt x="15011" y="47574"/>
                    <a:pt x="13764" y="49635"/>
                  </a:cubicBezTo>
                  <a:cubicBezTo>
                    <a:pt x="12518" y="51695"/>
                    <a:pt x="10523" y="52975"/>
                    <a:pt x="7837" y="53471"/>
                  </a:cubicBezTo>
                  <a:lnTo>
                    <a:pt x="7809" y="53983"/>
                  </a:lnTo>
                  <a:cubicBezTo>
                    <a:pt x="10468" y="55025"/>
                    <a:pt x="12324" y="56714"/>
                    <a:pt x="13404" y="59055"/>
                  </a:cubicBezTo>
                  <a:cubicBezTo>
                    <a:pt x="14484" y="61395"/>
                    <a:pt x="14955" y="64614"/>
                    <a:pt x="14789" y="68716"/>
                  </a:cubicBezTo>
                  <a:cubicBezTo>
                    <a:pt x="14650" y="73073"/>
                    <a:pt x="14374" y="77034"/>
                    <a:pt x="13986" y="80596"/>
                  </a:cubicBezTo>
                  <a:cubicBezTo>
                    <a:pt x="13598" y="84160"/>
                    <a:pt x="13321" y="87908"/>
                    <a:pt x="13182" y="91835"/>
                  </a:cubicBezTo>
                  <a:cubicBezTo>
                    <a:pt x="13017" y="96021"/>
                    <a:pt x="13487" y="99070"/>
                    <a:pt x="14539" y="100976"/>
                  </a:cubicBezTo>
                  <a:cubicBezTo>
                    <a:pt x="15592" y="102884"/>
                    <a:pt x="17836" y="104012"/>
                    <a:pt x="21243" y="104358"/>
                  </a:cubicBezTo>
                  <a:lnTo>
                    <a:pt x="24622" y="104701"/>
                  </a:lnTo>
                  <a:lnTo>
                    <a:pt x="24400" y="110728"/>
                  </a:lnTo>
                  <a:lnTo>
                    <a:pt x="18777" y="110155"/>
                  </a:lnTo>
                  <a:cubicBezTo>
                    <a:pt x="13847" y="109656"/>
                    <a:pt x="10219" y="108086"/>
                    <a:pt x="7892" y="105449"/>
                  </a:cubicBezTo>
                  <a:close/>
                </a:path>
              </a:pathLst>
            </a:custGeom>
            <a:solidFill>
              <a:schemeClr val="accent1"/>
            </a:solidFill>
            <a:ln w="2756" cap="rnd">
              <a:noFill/>
              <a:prstDash val="solid"/>
              <a:round/>
            </a:ln>
          </p:spPr>
          <p:txBody>
            <a:bodyPr/>
            <a:lstStyle/>
            <a:p>
              <a:endParaRPr lang="en-US" b="1"/>
            </a:p>
          </p:txBody>
        </p:sp>
        <p:sp>
          <p:nvSpPr>
            <p:cNvPr id="54" name="Freeform: Shape 53">
              <a:extLst>
                <a:ext uri="{FF2B5EF4-FFF2-40B4-BE49-F238E27FC236}">
                  <a16:creationId xmlns:a16="http://schemas.microsoft.com/office/drawing/2014/main" id="{A88B5152-79DE-BD2B-1D1B-91750CA38444}"/>
                </a:ext>
              </a:extLst>
            </p:cNvPr>
            <p:cNvSpPr/>
            <p:nvPr/>
          </p:nvSpPr>
          <p:spPr>
            <a:xfrm>
              <a:off x="10781003" y="3031480"/>
              <a:ext cx="33679" cy="116778"/>
            </a:xfrm>
            <a:custGeom>
              <a:avLst/>
              <a:gdLst>
                <a:gd name="csX0" fmla="*/ -3353 w 31991"/>
                <a:gd name="csY0" fmla="*/ 103989 h 110925"/>
                <a:gd name="csX1" fmla="*/ -85 w 31991"/>
                <a:gd name="csY1" fmla="*/ 104318 h 110925"/>
                <a:gd name="csX2" fmla="*/ 6840 w 31991"/>
                <a:gd name="csY2" fmla="*/ 102318 h 110925"/>
                <a:gd name="csX3" fmla="*/ 8862 w 31991"/>
                <a:gd name="csY3" fmla="*/ 93521 h 110925"/>
                <a:gd name="csX4" fmla="*/ 8973 w 31991"/>
                <a:gd name="csY4" fmla="*/ 82212 h 110925"/>
                <a:gd name="csX5" fmla="*/ 9111 w 31991"/>
                <a:gd name="csY5" fmla="*/ 70263 h 110925"/>
                <a:gd name="csX6" fmla="*/ 11161 w 31991"/>
                <a:gd name="csY6" fmla="*/ 60951 h 110925"/>
                <a:gd name="csX7" fmla="*/ 17006 w 31991"/>
                <a:gd name="csY7" fmla="*/ 57043 h 110925"/>
                <a:gd name="csX8" fmla="*/ 17033 w 31991"/>
                <a:gd name="csY8" fmla="*/ 56530 h 110925"/>
                <a:gd name="csX9" fmla="*/ 11494 w 31991"/>
                <a:gd name="csY9" fmla="*/ 51531 h 110925"/>
                <a:gd name="csX10" fmla="*/ 10164 w 31991"/>
                <a:gd name="csY10" fmla="*/ 41812 h 110925"/>
                <a:gd name="csX11" fmla="*/ 10939 w 31991"/>
                <a:gd name="csY11" fmla="*/ 29924 h 110925"/>
                <a:gd name="csX12" fmla="*/ 11659 w 31991"/>
                <a:gd name="csY12" fmla="*/ 18681 h 110925"/>
                <a:gd name="csX13" fmla="*/ 10302 w 31991"/>
                <a:gd name="csY13" fmla="*/ 9538 h 110925"/>
                <a:gd name="csX14" fmla="*/ 3600 w 31991"/>
                <a:gd name="csY14" fmla="*/ 6153 h 110925"/>
                <a:gd name="csX15" fmla="*/ 331 w 31991"/>
                <a:gd name="csY15" fmla="*/ 5823 h 110925"/>
                <a:gd name="csX16" fmla="*/ 552 w 31991"/>
                <a:gd name="csY16" fmla="*/ -198 h 110925"/>
                <a:gd name="csX17" fmla="*/ 6064 w 31991"/>
                <a:gd name="csY17" fmla="*/ 359 h 110925"/>
                <a:gd name="csX18" fmla="*/ 12546 w 31991"/>
                <a:gd name="csY18" fmla="*/ 1854 h 110925"/>
                <a:gd name="csX19" fmla="*/ 17006 w 31991"/>
                <a:gd name="csY19" fmla="*/ 5073 h 110925"/>
                <a:gd name="csX20" fmla="*/ 19498 w 31991"/>
                <a:gd name="csY20" fmla="*/ 10535 h 110925"/>
                <a:gd name="csX21" fmla="*/ 20080 w 31991"/>
                <a:gd name="csY21" fmla="*/ 18889 h 110925"/>
                <a:gd name="csX22" fmla="*/ 19028 w 31991"/>
                <a:gd name="csY22" fmla="*/ 31519 h 110925"/>
                <a:gd name="csX23" fmla="*/ 18030 w 31991"/>
                <a:gd name="csY23" fmla="*/ 43637 h 110925"/>
                <a:gd name="csX24" fmla="*/ 20024 w 31991"/>
                <a:gd name="csY24" fmla="*/ 50595 h 110925"/>
                <a:gd name="csX25" fmla="*/ 28417 w 31991"/>
                <a:gd name="csY25" fmla="*/ 54597 h 110925"/>
                <a:gd name="csX26" fmla="*/ 28168 w 31991"/>
                <a:gd name="csY26" fmla="*/ 61261 h 110925"/>
                <a:gd name="csX27" fmla="*/ 22933 w 31991"/>
                <a:gd name="csY27" fmla="*/ 61630 h 110925"/>
                <a:gd name="csX28" fmla="*/ 19526 w 31991"/>
                <a:gd name="csY28" fmla="*/ 63602 h 110925"/>
                <a:gd name="csX29" fmla="*/ 17670 w 31991"/>
                <a:gd name="csY29" fmla="*/ 66563 h 110925"/>
                <a:gd name="csX30" fmla="*/ 17033 w 31991"/>
                <a:gd name="csY30" fmla="*/ 70166 h 110925"/>
                <a:gd name="csX31" fmla="*/ 16978 w 31991"/>
                <a:gd name="csY31" fmla="*/ 76335 h 110925"/>
                <a:gd name="csX32" fmla="*/ 17144 w 31991"/>
                <a:gd name="csY32" fmla="*/ 82270 h 110925"/>
                <a:gd name="csX33" fmla="*/ 17282 w 31991"/>
                <a:gd name="csY33" fmla="*/ 88394 h 110925"/>
                <a:gd name="csX34" fmla="*/ 17227 w 31991"/>
                <a:gd name="csY34" fmla="*/ 95014 h 110925"/>
                <a:gd name="csX35" fmla="*/ 16036 w 31991"/>
                <a:gd name="csY35" fmla="*/ 103191 h 110925"/>
                <a:gd name="csX36" fmla="*/ 13155 w 31991"/>
                <a:gd name="csY36" fmla="*/ 108107 h 110925"/>
                <a:gd name="csX37" fmla="*/ 8474 w 31991"/>
                <a:gd name="csY37" fmla="*/ 110398 h 110925"/>
                <a:gd name="csX38" fmla="*/ 1937 w 31991"/>
                <a:gd name="csY38" fmla="*/ 110572 h 110925"/>
                <a:gd name="csX39" fmla="*/ -3575 w 31991"/>
                <a:gd name="csY39" fmla="*/ 110013 h 110925"/>
                <a:gd name="csX40" fmla="*/ -3353 w 31991"/>
                <a:gd name="csY40" fmla="*/ 103989 h 1109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31991" h="110925">
                  <a:moveTo>
                    <a:pt x="-3353" y="103989"/>
                  </a:moveTo>
                  <a:lnTo>
                    <a:pt x="-85" y="104318"/>
                  </a:lnTo>
                  <a:cubicBezTo>
                    <a:pt x="3322" y="104664"/>
                    <a:pt x="5649" y="104000"/>
                    <a:pt x="6840" y="102318"/>
                  </a:cubicBezTo>
                  <a:cubicBezTo>
                    <a:pt x="8032" y="100643"/>
                    <a:pt x="8696" y="97707"/>
                    <a:pt x="8862" y="93521"/>
                  </a:cubicBezTo>
                  <a:cubicBezTo>
                    <a:pt x="9001" y="89594"/>
                    <a:pt x="9056" y="85821"/>
                    <a:pt x="8973" y="82212"/>
                  </a:cubicBezTo>
                  <a:cubicBezTo>
                    <a:pt x="8890" y="78603"/>
                    <a:pt x="8945" y="74620"/>
                    <a:pt x="9111" y="70263"/>
                  </a:cubicBezTo>
                  <a:cubicBezTo>
                    <a:pt x="9250" y="66161"/>
                    <a:pt x="9943" y="63059"/>
                    <a:pt x="11161" y="60951"/>
                  </a:cubicBezTo>
                  <a:cubicBezTo>
                    <a:pt x="12352" y="58843"/>
                    <a:pt x="14319" y="57542"/>
                    <a:pt x="17006" y="57043"/>
                  </a:cubicBezTo>
                  <a:lnTo>
                    <a:pt x="17033" y="56530"/>
                  </a:lnTo>
                  <a:cubicBezTo>
                    <a:pt x="14402" y="55492"/>
                    <a:pt x="12546" y="53822"/>
                    <a:pt x="11494" y="51531"/>
                  </a:cubicBezTo>
                  <a:cubicBezTo>
                    <a:pt x="10469" y="49238"/>
                    <a:pt x="10026" y="46000"/>
                    <a:pt x="10164" y="41812"/>
                  </a:cubicBezTo>
                  <a:cubicBezTo>
                    <a:pt x="10330" y="37455"/>
                    <a:pt x="10580" y="33494"/>
                    <a:pt x="10939" y="29924"/>
                  </a:cubicBezTo>
                  <a:cubicBezTo>
                    <a:pt x="11272" y="26359"/>
                    <a:pt x="11522" y="22611"/>
                    <a:pt x="11659" y="18681"/>
                  </a:cubicBezTo>
                  <a:cubicBezTo>
                    <a:pt x="11826" y="14496"/>
                    <a:pt x="11383" y="11446"/>
                    <a:pt x="10302" y="9538"/>
                  </a:cubicBezTo>
                  <a:cubicBezTo>
                    <a:pt x="9250" y="7629"/>
                    <a:pt x="7006" y="6502"/>
                    <a:pt x="3600" y="6153"/>
                  </a:cubicBezTo>
                  <a:lnTo>
                    <a:pt x="331" y="5823"/>
                  </a:lnTo>
                  <a:lnTo>
                    <a:pt x="552" y="-198"/>
                  </a:lnTo>
                  <a:lnTo>
                    <a:pt x="6064" y="359"/>
                  </a:lnTo>
                  <a:cubicBezTo>
                    <a:pt x="8585" y="613"/>
                    <a:pt x="10746" y="1112"/>
                    <a:pt x="12546" y="1854"/>
                  </a:cubicBezTo>
                  <a:cubicBezTo>
                    <a:pt x="14374" y="2597"/>
                    <a:pt x="15842" y="3669"/>
                    <a:pt x="17006" y="5073"/>
                  </a:cubicBezTo>
                  <a:cubicBezTo>
                    <a:pt x="18169" y="6474"/>
                    <a:pt x="19000" y="8297"/>
                    <a:pt x="19498" y="10535"/>
                  </a:cubicBezTo>
                  <a:cubicBezTo>
                    <a:pt x="20024" y="12773"/>
                    <a:pt x="20191" y="15557"/>
                    <a:pt x="20080" y="18889"/>
                  </a:cubicBezTo>
                  <a:cubicBezTo>
                    <a:pt x="19913" y="23592"/>
                    <a:pt x="19554" y="27799"/>
                    <a:pt x="19028" y="31519"/>
                  </a:cubicBezTo>
                  <a:cubicBezTo>
                    <a:pt x="18529" y="35242"/>
                    <a:pt x="18169" y="39280"/>
                    <a:pt x="18030" y="43637"/>
                  </a:cubicBezTo>
                  <a:cubicBezTo>
                    <a:pt x="17919" y="46116"/>
                    <a:pt x="18584" y="48434"/>
                    <a:pt x="20024" y="50595"/>
                  </a:cubicBezTo>
                  <a:cubicBezTo>
                    <a:pt x="21437" y="52755"/>
                    <a:pt x="24235" y="54090"/>
                    <a:pt x="28417" y="54597"/>
                  </a:cubicBezTo>
                  <a:lnTo>
                    <a:pt x="28168" y="61261"/>
                  </a:lnTo>
                  <a:cubicBezTo>
                    <a:pt x="26063" y="61051"/>
                    <a:pt x="24345" y="61173"/>
                    <a:pt x="22933" y="61630"/>
                  </a:cubicBezTo>
                  <a:cubicBezTo>
                    <a:pt x="21548" y="62090"/>
                    <a:pt x="20413" y="62749"/>
                    <a:pt x="19526" y="63602"/>
                  </a:cubicBezTo>
                  <a:cubicBezTo>
                    <a:pt x="18667" y="64458"/>
                    <a:pt x="18030" y="65444"/>
                    <a:pt x="17670" y="66563"/>
                  </a:cubicBezTo>
                  <a:cubicBezTo>
                    <a:pt x="17282" y="67682"/>
                    <a:pt x="17061" y="68884"/>
                    <a:pt x="17033" y="70166"/>
                  </a:cubicBezTo>
                  <a:cubicBezTo>
                    <a:pt x="16950" y="72302"/>
                    <a:pt x="16923" y="74357"/>
                    <a:pt x="16978" y="76335"/>
                  </a:cubicBezTo>
                  <a:cubicBezTo>
                    <a:pt x="17033" y="78315"/>
                    <a:pt x="17089" y="80290"/>
                    <a:pt x="17144" y="82270"/>
                  </a:cubicBezTo>
                  <a:cubicBezTo>
                    <a:pt x="17199" y="84248"/>
                    <a:pt x="17227" y="86287"/>
                    <a:pt x="17282" y="88394"/>
                  </a:cubicBezTo>
                  <a:cubicBezTo>
                    <a:pt x="17338" y="90502"/>
                    <a:pt x="17310" y="92707"/>
                    <a:pt x="17227" y="95014"/>
                  </a:cubicBezTo>
                  <a:cubicBezTo>
                    <a:pt x="17089" y="98344"/>
                    <a:pt x="16701" y="101069"/>
                    <a:pt x="16036" y="103191"/>
                  </a:cubicBezTo>
                  <a:cubicBezTo>
                    <a:pt x="15371" y="105310"/>
                    <a:pt x="14402" y="106947"/>
                    <a:pt x="13155" y="108107"/>
                  </a:cubicBezTo>
                  <a:cubicBezTo>
                    <a:pt x="11881" y="109265"/>
                    <a:pt x="10330" y="110027"/>
                    <a:pt x="8474" y="110398"/>
                  </a:cubicBezTo>
                  <a:cubicBezTo>
                    <a:pt x="6619" y="110766"/>
                    <a:pt x="4431" y="110827"/>
                    <a:pt x="1937" y="110572"/>
                  </a:cubicBezTo>
                  <a:lnTo>
                    <a:pt x="-3575" y="110013"/>
                  </a:lnTo>
                  <a:lnTo>
                    <a:pt x="-3353" y="103989"/>
                  </a:lnTo>
                  <a:close/>
                </a:path>
              </a:pathLst>
            </a:custGeom>
            <a:solidFill>
              <a:schemeClr val="accent1"/>
            </a:solidFill>
            <a:ln w="2756" cap="rnd">
              <a:noFill/>
              <a:prstDash val="solid"/>
              <a:round/>
            </a:ln>
          </p:spPr>
          <p:txBody>
            <a:bodyPr/>
            <a:lstStyle/>
            <a:p>
              <a:endParaRPr lang="en-US" b="1"/>
            </a:p>
          </p:txBody>
        </p:sp>
        <p:sp>
          <p:nvSpPr>
            <p:cNvPr id="56" name="Freeform: Shape 55">
              <a:extLst>
                <a:ext uri="{FF2B5EF4-FFF2-40B4-BE49-F238E27FC236}">
                  <a16:creationId xmlns:a16="http://schemas.microsoft.com/office/drawing/2014/main" id="{D75EA52F-3B2D-5A09-0436-82661A34C83F}"/>
                </a:ext>
              </a:extLst>
            </p:cNvPr>
            <p:cNvSpPr/>
            <p:nvPr/>
          </p:nvSpPr>
          <p:spPr>
            <a:xfrm>
              <a:off x="10977104" y="2864100"/>
              <a:ext cx="197054" cy="204519"/>
            </a:xfrm>
            <a:custGeom>
              <a:avLst/>
              <a:gdLst>
                <a:gd name="csX0" fmla="*/ 297620 w 301199"/>
                <a:gd name="csY0" fmla="*/ 172032 h 312610"/>
                <a:gd name="csX1" fmla="*/ 148217 w 301199"/>
                <a:gd name="csY1" fmla="*/ 311587 h 312610"/>
                <a:gd name="csX2" fmla="*/ -3570 w 301199"/>
                <a:gd name="csY2" fmla="*/ 140180 h 312610"/>
                <a:gd name="csX3" fmla="*/ 145862 w 301199"/>
                <a:gd name="csY3" fmla="*/ 628 h 312610"/>
                <a:gd name="csX4" fmla="*/ 297620 w 301199"/>
                <a:gd name="csY4" fmla="*/ 172032 h 312610"/>
              </a:gdLst>
              <a:ahLst/>
              <a:cxnLst>
                <a:cxn ang="0">
                  <a:pos x="csX0" y="csY0"/>
                </a:cxn>
                <a:cxn ang="0">
                  <a:pos x="csX1" y="csY1"/>
                </a:cxn>
                <a:cxn ang="0">
                  <a:pos x="csX2" y="csY2"/>
                </a:cxn>
                <a:cxn ang="0">
                  <a:pos x="csX3" y="csY3"/>
                </a:cxn>
                <a:cxn ang="0">
                  <a:pos x="csX4" y="csY4"/>
                </a:cxn>
              </a:cxnLst>
              <a:rect l="l" t="t" r="r" b="b"/>
              <a:pathLst>
                <a:path w="301199" h="312610">
                  <a:moveTo>
                    <a:pt x="297620" y="172032"/>
                  </a:moveTo>
                  <a:cubicBezTo>
                    <a:pt x="298285" y="257902"/>
                    <a:pt x="231394" y="320381"/>
                    <a:pt x="148217" y="311587"/>
                  </a:cubicBezTo>
                  <a:cubicBezTo>
                    <a:pt x="65039" y="302790"/>
                    <a:pt x="-2933" y="226049"/>
                    <a:pt x="-3570" y="140180"/>
                  </a:cubicBezTo>
                  <a:cubicBezTo>
                    <a:pt x="-4234" y="54312"/>
                    <a:pt x="62684" y="-8169"/>
                    <a:pt x="145862" y="628"/>
                  </a:cubicBezTo>
                  <a:cubicBezTo>
                    <a:pt x="229012" y="9425"/>
                    <a:pt x="296983" y="86165"/>
                    <a:pt x="297620" y="172032"/>
                  </a:cubicBezTo>
                  <a:close/>
                </a:path>
              </a:pathLst>
            </a:custGeom>
            <a:solidFill>
              <a:schemeClr val="accent2"/>
            </a:solidFill>
            <a:ln w="2756" cap="rnd">
              <a:noFill/>
              <a:prstDash val="solid"/>
              <a:round/>
            </a:ln>
          </p:spPr>
          <p:txBody>
            <a:bodyPr/>
            <a:lstStyle/>
            <a:p>
              <a:endParaRPr lang="en-US" b="1"/>
            </a:p>
          </p:txBody>
        </p:sp>
        <p:sp>
          <p:nvSpPr>
            <p:cNvPr id="57" name="Freeform: Shape 56">
              <a:extLst>
                <a:ext uri="{FF2B5EF4-FFF2-40B4-BE49-F238E27FC236}">
                  <a16:creationId xmlns:a16="http://schemas.microsoft.com/office/drawing/2014/main" id="{693F3D92-DAB8-8C4E-B061-79F12A0CFCAF}"/>
                </a:ext>
              </a:extLst>
            </p:cNvPr>
            <p:cNvSpPr/>
            <p:nvPr/>
          </p:nvSpPr>
          <p:spPr>
            <a:xfrm>
              <a:off x="11097369" y="2947983"/>
              <a:ext cx="42942" cy="42737"/>
            </a:xfrm>
            <a:custGeom>
              <a:avLst/>
              <a:gdLst>
                <a:gd name="csX0" fmla="*/ -3533 w 65638"/>
                <a:gd name="csY0" fmla="*/ 55965 h 65325"/>
                <a:gd name="csX1" fmla="*/ 1009 w 65638"/>
                <a:gd name="csY1" fmla="*/ 50304 h 65325"/>
                <a:gd name="csX2" fmla="*/ 25494 w 65638"/>
                <a:gd name="csY2" fmla="*/ 42953 h 65325"/>
                <a:gd name="csX3" fmla="*/ 45493 w 65638"/>
                <a:gd name="csY3" fmla="*/ 36884 h 65325"/>
                <a:gd name="csX4" fmla="*/ 45575 w 65638"/>
                <a:gd name="csY4" fmla="*/ 36211 h 65325"/>
                <a:gd name="csX5" fmla="*/ 27350 w 65638"/>
                <a:gd name="csY5" fmla="*/ 26101 h 65325"/>
                <a:gd name="csX6" fmla="*/ 6299 w 65638"/>
                <a:gd name="csY6" fmla="*/ 14504 h 65325"/>
                <a:gd name="csX7" fmla="*/ 1895 w 65638"/>
                <a:gd name="csY7" fmla="*/ 6267 h 65325"/>
                <a:gd name="csX8" fmla="*/ 1978 w 65638"/>
                <a:gd name="csY8" fmla="*/ 5696 h 65325"/>
                <a:gd name="csX9" fmla="*/ 12282 w 65638"/>
                <a:gd name="csY9" fmla="*/ 918 h 65325"/>
                <a:gd name="csX10" fmla="*/ 55796 w 65638"/>
                <a:gd name="csY10" fmla="*/ 26993 h 65325"/>
                <a:gd name="csX11" fmla="*/ 62001 w 65638"/>
                <a:gd name="csY11" fmla="*/ 39114 h 65325"/>
                <a:gd name="csX12" fmla="*/ 55658 w 65638"/>
                <a:gd name="csY12" fmla="*/ 47376 h 65325"/>
                <a:gd name="csX13" fmla="*/ 6715 w 65638"/>
                <a:gd name="csY13" fmla="*/ 64743 h 65325"/>
                <a:gd name="csX14" fmla="*/ -3533 w 65638"/>
                <a:gd name="csY14" fmla="*/ 55965 h 6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5638" h="65325">
                  <a:moveTo>
                    <a:pt x="-3533" y="55965"/>
                  </a:moveTo>
                  <a:cubicBezTo>
                    <a:pt x="-3229" y="53234"/>
                    <a:pt x="-1512" y="51055"/>
                    <a:pt x="1009" y="50304"/>
                  </a:cubicBezTo>
                  <a:lnTo>
                    <a:pt x="25494" y="42953"/>
                  </a:lnTo>
                  <a:lnTo>
                    <a:pt x="45493" y="36884"/>
                  </a:lnTo>
                  <a:lnTo>
                    <a:pt x="45575" y="36211"/>
                  </a:lnTo>
                  <a:lnTo>
                    <a:pt x="27350" y="26101"/>
                  </a:lnTo>
                  <a:lnTo>
                    <a:pt x="6299" y="14504"/>
                  </a:lnTo>
                  <a:cubicBezTo>
                    <a:pt x="3336" y="12873"/>
                    <a:pt x="1535" y="9524"/>
                    <a:pt x="1895" y="6267"/>
                  </a:cubicBezTo>
                  <a:lnTo>
                    <a:pt x="1978" y="5696"/>
                  </a:lnTo>
                  <a:cubicBezTo>
                    <a:pt x="2533" y="652"/>
                    <a:pt x="7768" y="-1782"/>
                    <a:pt x="12282" y="918"/>
                  </a:cubicBezTo>
                  <a:lnTo>
                    <a:pt x="55796" y="26993"/>
                  </a:lnTo>
                  <a:cubicBezTo>
                    <a:pt x="60007" y="29522"/>
                    <a:pt x="62499" y="34394"/>
                    <a:pt x="62001" y="39114"/>
                  </a:cubicBezTo>
                  <a:cubicBezTo>
                    <a:pt x="61557" y="42997"/>
                    <a:pt x="59148" y="46135"/>
                    <a:pt x="55658" y="47376"/>
                  </a:cubicBezTo>
                  <a:lnTo>
                    <a:pt x="6715" y="64743"/>
                  </a:lnTo>
                  <a:cubicBezTo>
                    <a:pt x="1591" y="66557"/>
                    <a:pt x="-4115" y="61666"/>
                    <a:pt x="-3533" y="55965"/>
                  </a:cubicBezTo>
                  <a:close/>
                </a:path>
              </a:pathLst>
            </a:custGeom>
            <a:solidFill>
              <a:srgbClr val="FFFFFF"/>
            </a:solidFill>
            <a:ln w="2756" cap="rnd">
              <a:noFill/>
              <a:prstDash val="solid"/>
              <a:round/>
            </a:ln>
          </p:spPr>
          <p:txBody>
            <a:bodyPr/>
            <a:lstStyle/>
            <a:p>
              <a:endParaRPr lang="en-US" b="1"/>
            </a:p>
          </p:txBody>
        </p:sp>
        <p:sp>
          <p:nvSpPr>
            <p:cNvPr id="58" name="Freeform: Shape 57">
              <a:extLst>
                <a:ext uri="{FF2B5EF4-FFF2-40B4-BE49-F238E27FC236}">
                  <a16:creationId xmlns:a16="http://schemas.microsoft.com/office/drawing/2014/main" id="{1E434474-43A4-A8B9-33D5-858F9565CE24}"/>
                </a:ext>
              </a:extLst>
            </p:cNvPr>
            <p:cNvSpPr/>
            <p:nvPr/>
          </p:nvSpPr>
          <p:spPr>
            <a:xfrm>
              <a:off x="11019103" y="2941523"/>
              <a:ext cx="42931" cy="42737"/>
            </a:xfrm>
            <a:custGeom>
              <a:avLst/>
              <a:gdLst>
                <a:gd name="csX0" fmla="*/ 62001 w 65620"/>
                <a:gd name="csY0" fmla="*/ 8964 h 65325"/>
                <a:gd name="csX1" fmla="*/ 57487 w 65620"/>
                <a:gd name="csY1" fmla="*/ 14625 h 65325"/>
                <a:gd name="csX2" fmla="*/ 32973 w 65620"/>
                <a:gd name="csY2" fmla="*/ 21976 h 65325"/>
                <a:gd name="csX3" fmla="*/ 13003 w 65620"/>
                <a:gd name="csY3" fmla="*/ 28045 h 65325"/>
                <a:gd name="csX4" fmla="*/ 12920 w 65620"/>
                <a:gd name="csY4" fmla="*/ 28718 h 65325"/>
                <a:gd name="csX5" fmla="*/ 31146 w 65620"/>
                <a:gd name="csY5" fmla="*/ 38828 h 65325"/>
                <a:gd name="csX6" fmla="*/ 52196 w 65620"/>
                <a:gd name="csY6" fmla="*/ 50425 h 65325"/>
                <a:gd name="csX7" fmla="*/ 56572 w 65620"/>
                <a:gd name="csY7" fmla="*/ 58662 h 65325"/>
                <a:gd name="csX8" fmla="*/ 56517 w 65620"/>
                <a:gd name="csY8" fmla="*/ 59233 h 65325"/>
                <a:gd name="csX9" fmla="*/ 46185 w 65620"/>
                <a:gd name="csY9" fmla="*/ 64011 h 65325"/>
                <a:gd name="csX10" fmla="*/ 2672 w 65620"/>
                <a:gd name="csY10" fmla="*/ 37936 h 65325"/>
                <a:gd name="csX11" fmla="*/ -3505 w 65620"/>
                <a:gd name="csY11" fmla="*/ 25818 h 65325"/>
                <a:gd name="csX12" fmla="*/ 2810 w 65620"/>
                <a:gd name="csY12" fmla="*/ 17556 h 65325"/>
                <a:gd name="csX13" fmla="*/ 51781 w 65620"/>
                <a:gd name="csY13" fmla="*/ 186 h 65325"/>
                <a:gd name="csX14" fmla="*/ 62001 w 65620"/>
                <a:gd name="csY14" fmla="*/ 8964 h 6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5620" h="65325">
                  <a:moveTo>
                    <a:pt x="62001" y="8964"/>
                  </a:moveTo>
                  <a:cubicBezTo>
                    <a:pt x="61724" y="11695"/>
                    <a:pt x="59979" y="13874"/>
                    <a:pt x="57487" y="14625"/>
                  </a:cubicBezTo>
                  <a:lnTo>
                    <a:pt x="32973" y="21976"/>
                  </a:lnTo>
                  <a:lnTo>
                    <a:pt x="13003" y="28045"/>
                  </a:lnTo>
                  <a:lnTo>
                    <a:pt x="12920" y="28718"/>
                  </a:lnTo>
                  <a:lnTo>
                    <a:pt x="31146" y="38828"/>
                  </a:lnTo>
                  <a:lnTo>
                    <a:pt x="52196" y="50425"/>
                  </a:lnTo>
                  <a:cubicBezTo>
                    <a:pt x="55160" y="52056"/>
                    <a:pt x="56933" y="55405"/>
                    <a:pt x="56572" y="58662"/>
                  </a:cubicBezTo>
                  <a:lnTo>
                    <a:pt x="56517" y="59233"/>
                  </a:lnTo>
                  <a:cubicBezTo>
                    <a:pt x="55963" y="64280"/>
                    <a:pt x="50701" y="66712"/>
                    <a:pt x="46185" y="64011"/>
                  </a:cubicBezTo>
                  <a:lnTo>
                    <a:pt x="2672" y="37936"/>
                  </a:lnTo>
                  <a:cubicBezTo>
                    <a:pt x="-1538" y="35410"/>
                    <a:pt x="-4031" y="30538"/>
                    <a:pt x="-3505" y="25818"/>
                  </a:cubicBezTo>
                  <a:cubicBezTo>
                    <a:pt x="-3090" y="21932"/>
                    <a:pt x="-680" y="18794"/>
                    <a:pt x="2810" y="17556"/>
                  </a:cubicBezTo>
                  <a:lnTo>
                    <a:pt x="51781" y="186"/>
                  </a:lnTo>
                  <a:cubicBezTo>
                    <a:pt x="56905" y="-1628"/>
                    <a:pt x="62611" y="3263"/>
                    <a:pt x="62001" y="8964"/>
                  </a:cubicBezTo>
                  <a:close/>
                </a:path>
              </a:pathLst>
            </a:custGeom>
            <a:solidFill>
              <a:srgbClr val="FFFFFF"/>
            </a:solidFill>
            <a:ln w="2756" cap="rnd">
              <a:noFill/>
              <a:prstDash val="solid"/>
              <a:round/>
            </a:ln>
          </p:spPr>
          <p:txBody>
            <a:bodyPr/>
            <a:lstStyle/>
            <a:p>
              <a:endParaRPr lang="en-US" b="1"/>
            </a:p>
          </p:txBody>
        </p:sp>
        <p:sp>
          <p:nvSpPr>
            <p:cNvPr id="61" name="Freeform: Shape 60">
              <a:extLst>
                <a:ext uri="{FF2B5EF4-FFF2-40B4-BE49-F238E27FC236}">
                  <a16:creationId xmlns:a16="http://schemas.microsoft.com/office/drawing/2014/main" id="{20435BB4-E947-8B2D-7E78-8D4956A0431A}"/>
                </a:ext>
              </a:extLst>
            </p:cNvPr>
            <p:cNvSpPr/>
            <p:nvPr/>
          </p:nvSpPr>
          <p:spPr>
            <a:xfrm>
              <a:off x="11062441" y="2921011"/>
              <a:ext cx="36712" cy="85377"/>
            </a:xfrm>
            <a:custGeom>
              <a:avLst/>
              <a:gdLst>
                <a:gd name="csX0" fmla="*/ 2518 w 56115"/>
                <a:gd name="csY0" fmla="*/ 129727 h 130501"/>
                <a:gd name="csX1" fmla="*/ -3133 w 56115"/>
                <a:gd name="csY1" fmla="*/ 118352 h 130501"/>
                <a:gd name="csX2" fmla="*/ 35229 w 56115"/>
                <a:gd name="csY2" fmla="*/ 5471 h 130501"/>
                <a:gd name="csX3" fmla="*/ 46447 w 56115"/>
                <a:gd name="csY3" fmla="*/ 377 h 130501"/>
                <a:gd name="csX4" fmla="*/ 52097 w 56115"/>
                <a:gd name="csY4" fmla="*/ 11753 h 130501"/>
                <a:gd name="csX5" fmla="*/ 13763 w 56115"/>
                <a:gd name="csY5" fmla="*/ 124634 h 130501"/>
                <a:gd name="csX6" fmla="*/ 2518 w 56115"/>
                <a:gd name="csY6" fmla="*/ 129727 h 13050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6115" h="130501">
                  <a:moveTo>
                    <a:pt x="2518" y="129727"/>
                  </a:moveTo>
                  <a:cubicBezTo>
                    <a:pt x="-2108" y="128002"/>
                    <a:pt x="-4656" y="122880"/>
                    <a:pt x="-3133" y="118352"/>
                  </a:cubicBezTo>
                  <a:lnTo>
                    <a:pt x="35229" y="5471"/>
                  </a:lnTo>
                  <a:cubicBezTo>
                    <a:pt x="36752" y="942"/>
                    <a:pt x="41821" y="-1349"/>
                    <a:pt x="46447" y="377"/>
                  </a:cubicBezTo>
                  <a:cubicBezTo>
                    <a:pt x="51100" y="2105"/>
                    <a:pt x="53621" y="7224"/>
                    <a:pt x="52097" y="11753"/>
                  </a:cubicBezTo>
                  <a:lnTo>
                    <a:pt x="13763" y="124634"/>
                  </a:lnTo>
                  <a:cubicBezTo>
                    <a:pt x="12212" y="129162"/>
                    <a:pt x="7143" y="131456"/>
                    <a:pt x="2518" y="129727"/>
                  </a:cubicBezTo>
                  <a:close/>
                </a:path>
              </a:pathLst>
            </a:custGeom>
            <a:solidFill>
              <a:srgbClr val="FFFFFF"/>
            </a:solidFill>
            <a:ln w="2756" cap="rnd">
              <a:noFill/>
              <a:prstDash val="solid"/>
              <a:round/>
            </a:ln>
          </p:spPr>
          <p:txBody>
            <a:bodyPr/>
            <a:lstStyle/>
            <a:p>
              <a:endParaRPr lang="en-US" b="1"/>
            </a:p>
          </p:txBody>
        </p:sp>
        <p:sp>
          <p:nvSpPr>
            <p:cNvPr id="62" name="Freeform: Shape 61">
              <a:extLst>
                <a:ext uri="{FF2B5EF4-FFF2-40B4-BE49-F238E27FC236}">
                  <a16:creationId xmlns:a16="http://schemas.microsoft.com/office/drawing/2014/main" id="{F9E65A8C-B440-98F6-4109-7DAEE866C565}"/>
                </a:ext>
              </a:extLst>
            </p:cNvPr>
            <p:cNvSpPr/>
            <p:nvPr/>
          </p:nvSpPr>
          <p:spPr>
            <a:xfrm>
              <a:off x="10985888" y="3302004"/>
              <a:ext cx="90221" cy="116913"/>
            </a:xfrm>
            <a:custGeom>
              <a:avLst/>
              <a:gdLst>
                <a:gd name="csX0" fmla="*/ 113776 w 115598"/>
                <a:gd name="csY0" fmla="*/ 101151 h 149797"/>
                <a:gd name="csX1" fmla="*/ 87494 w 115598"/>
                <a:gd name="csY1" fmla="*/ 148991 h 149797"/>
                <a:gd name="csX2" fmla="*/ -1823 w 115598"/>
                <a:gd name="csY2" fmla="*/ 36858 h 149797"/>
                <a:gd name="csX3" fmla="*/ 32565 w 115598"/>
                <a:gd name="csY3" fmla="*/ -807 h 149797"/>
                <a:gd name="csX4" fmla="*/ 113776 w 115598"/>
                <a:gd name="csY4" fmla="*/ 101151 h 149797"/>
              </a:gdLst>
              <a:ahLst/>
              <a:cxnLst>
                <a:cxn ang="0">
                  <a:pos x="csX0" y="csY0"/>
                </a:cxn>
                <a:cxn ang="0">
                  <a:pos x="csX1" y="csY1"/>
                </a:cxn>
                <a:cxn ang="0">
                  <a:pos x="csX2" y="csY2"/>
                </a:cxn>
                <a:cxn ang="0">
                  <a:pos x="csX3" y="csY3"/>
                </a:cxn>
                <a:cxn ang="0">
                  <a:pos x="csX4" y="csY4"/>
                </a:cxn>
              </a:cxnLst>
              <a:rect l="l" t="t" r="r" b="b"/>
              <a:pathLst>
                <a:path w="115598" h="149797">
                  <a:moveTo>
                    <a:pt x="113776" y="101151"/>
                  </a:moveTo>
                  <a:lnTo>
                    <a:pt x="87494" y="148991"/>
                  </a:lnTo>
                  <a:lnTo>
                    <a:pt x="-1823" y="36858"/>
                  </a:lnTo>
                  <a:lnTo>
                    <a:pt x="32565" y="-807"/>
                  </a:lnTo>
                  <a:lnTo>
                    <a:pt x="113776" y="101151"/>
                  </a:lnTo>
                  <a:close/>
                </a:path>
              </a:pathLst>
            </a:custGeom>
            <a:solidFill>
              <a:srgbClr val="FFFFFF"/>
            </a:solidFill>
            <a:ln w="1711" cap="rnd">
              <a:noFill/>
              <a:prstDash val="solid"/>
              <a:round/>
            </a:ln>
          </p:spPr>
          <p:txBody>
            <a:bodyPr/>
            <a:lstStyle/>
            <a:p>
              <a:endParaRPr lang="en-US" b="1"/>
            </a:p>
          </p:txBody>
        </p:sp>
        <p:sp>
          <p:nvSpPr>
            <p:cNvPr id="1856" name="Freeform: Shape 1855">
              <a:extLst>
                <a:ext uri="{FF2B5EF4-FFF2-40B4-BE49-F238E27FC236}">
                  <a16:creationId xmlns:a16="http://schemas.microsoft.com/office/drawing/2014/main" id="{4DD52AD6-F191-D206-A969-4B368B68A40F}"/>
                </a:ext>
              </a:extLst>
            </p:cNvPr>
            <p:cNvSpPr/>
            <p:nvPr/>
          </p:nvSpPr>
          <p:spPr>
            <a:xfrm>
              <a:off x="10985888" y="3302004"/>
              <a:ext cx="90221" cy="116913"/>
            </a:xfrm>
            <a:custGeom>
              <a:avLst/>
              <a:gdLst>
                <a:gd name="csX0" fmla="*/ 113776 w 115598"/>
                <a:gd name="csY0" fmla="*/ 101151 h 149797"/>
                <a:gd name="csX1" fmla="*/ 87494 w 115598"/>
                <a:gd name="csY1" fmla="*/ 148991 h 149797"/>
                <a:gd name="csX2" fmla="*/ -1823 w 115598"/>
                <a:gd name="csY2" fmla="*/ 36858 h 149797"/>
                <a:gd name="csX3" fmla="*/ 32565 w 115598"/>
                <a:gd name="csY3" fmla="*/ -807 h 149797"/>
                <a:gd name="csX4" fmla="*/ 113776 w 115598"/>
                <a:gd name="csY4" fmla="*/ 101151 h 149797"/>
              </a:gdLst>
              <a:ahLst/>
              <a:cxnLst>
                <a:cxn ang="0">
                  <a:pos x="csX0" y="csY0"/>
                </a:cxn>
                <a:cxn ang="0">
                  <a:pos x="csX1" y="csY1"/>
                </a:cxn>
                <a:cxn ang="0">
                  <a:pos x="csX2" y="csY2"/>
                </a:cxn>
                <a:cxn ang="0">
                  <a:pos x="csX3" y="csY3"/>
                </a:cxn>
                <a:cxn ang="0">
                  <a:pos x="csX4" y="csY4"/>
                </a:cxn>
              </a:cxnLst>
              <a:rect l="l" t="t" r="r" b="b"/>
              <a:pathLst>
                <a:path w="115598" h="149797">
                  <a:moveTo>
                    <a:pt x="113776" y="101151"/>
                  </a:moveTo>
                  <a:lnTo>
                    <a:pt x="87494" y="148991"/>
                  </a:lnTo>
                  <a:lnTo>
                    <a:pt x="-1823" y="36858"/>
                  </a:lnTo>
                  <a:lnTo>
                    <a:pt x="32565" y="-807"/>
                  </a:lnTo>
                  <a:lnTo>
                    <a:pt x="113776" y="101151"/>
                  </a:lnTo>
                  <a:close/>
                </a:path>
              </a:pathLst>
            </a:custGeom>
            <a:noFill/>
            <a:ln w="4021" cap="rnd">
              <a:solidFill>
                <a:srgbClr val="0E0F29"/>
              </a:solidFill>
              <a:prstDash val="solid"/>
              <a:round/>
            </a:ln>
          </p:spPr>
          <p:txBody>
            <a:bodyPr/>
            <a:lstStyle/>
            <a:p>
              <a:endParaRPr lang="en-US" b="1"/>
            </a:p>
          </p:txBody>
        </p:sp>
        <p:sp>
          <p:nvSpPr>
            <p:cNvPr id="1857" name="Freeform: Shape 1856">
              <a:extLst>
                <a:ext uri="{FF2B5EF4-FFF2-40B4-BE49-F238E27FC236}">
                  <a16:creationId xmlns:a16="http://schemas.microsoft.com/office/drawing/2014/main" id="{E12D68CB-55D0-5A50-7070-D1EB8E71E14E}"/>
                </a:ext>
              </a:extLst>
            </p:cNvPr>
            <p:cNvSpPr/>
            <p:nvPr/>
          </p:nvSpPr>
          <p:spPr>
            <a:xfrm>
              <a:off x="11027247" y="3360209"/>
              <a:ext cx="174171" cy="189828"/>
            </a:xfrm>
            <a:custGeom>
              <a:avLst/>
              <a:gdLst>
                <a:gd name="csX0" fmla="*/ 219360 w 223160"/>
                <a:gd name="csY0" fmla="*/ 167731 h 243220"/>
                <a:gd name="csX1" fmla="*/ 219809 w 223160"/>
                <a:gd name="csY1" fmla="*/ 167352 h 243220"/>
                <a:gd name="csX2" fmla="*/ 194095 w 223160"/>
                <a:gd name="csY2" fmla="*/ 136482 h 243220"/>
                <a:gd name="csX3" fmla="*/ 194147 w 223160"/>
                <a:gd name="csY3" fmla="*/ 136447 h 243220"/>
                <a:gd name="csX4" fmla="*/ 84446 w 223160"/>
                <a:gd name="csY4" fmla="*/ 4706 h 243220"/>
                <a:gd name="csX5" fmla="*/ 59560 w 223160"/>
                <a:gd name="csY5" fmla="*/ 1912 h 243220"/>
                <a:gd name="csX6" fmla="*/ 1804 w 223160"/>
                <a:gd name="csY6" fmla="*/ 53909 h 243220"/>
                <a:gd name="csX7" fmla="*/ 1718 w 223160"/>
                <a:gd name="csY7" fmla="*/ 76518 h 243220"/>
                <a:gd name="csX8" fmla="*/ 27379 w 223160"/>
                <a:gd name="csY8" fmla="*/ 107423 h 243220"/>
                <a:gd name="csX9" fmla="*/ 27362 w 223160"/>
                <a:gd name="csY9" fmla="*/ 107423 h 243220"/>
                <a:gd name="csX10" fmla="*/ 136235 w 223160"/>
                <a:gd name="csY10" fmla="*/ 238474 h 243220"/>
                <a:gd name="csX11" fmla="*/ 137115 w 223160"/>
                <a:gd name="csY11" fmla="*/ 237732 h 243220"/>
                <a:gd name="csX12" fmla="*/ 156671 w 223160"/>
                <a:gd name="csY12" fmla="*/ 239181 h 243220"/>
                <a:gd name="csX13" fmla="*/ 214876 w 223160"/>
                <a:gd name="csY13" fmla="*/ 188926 h 243220"/>
                <a:gd name="csX14" fmla="*/ 219360 w 223160"/>
                <a:gd name="csY14" fmla="*/ 167731 h 243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3160" h="243220">
                  <a:moveTo>
                    <a:pt x="219360" y="167731"/>
                  </a:moveTo>
                  <a:lnTo>
                    <a:pt x="219809" y="167352"/>
                  </a:lnTo>
                  <a:lnTo>
                    <a:pt x="194095" y="136482"/>
                  </a:lnTo>
                  <a:lnTo>
                    <a:pt x="194147" y="136447"/>
                  </a:lnTo>
                  <a:lnTo>
                    <a:pt x="84446" y="4706"/>
                  </a:lnTo>
                  <a:cubicBezTo>
                    <a:pt x="81100" y="-1244"/>
                    <a:pt x="72322" y="-2692"/>
                    <a:pt x="59560" y="1912"/>
                  </a:cubicBezTo>
                  <a:cubicBezTo>
                    <a:pt x="37330" y="9949"/>
                    <a:pt x="11462" y="33231"/>
                    <a:pt x="1804" y="53909"/>
                  </a:cubicBezTo>
                  <a:cubicBezTo>
                    <a:pt x="-3197" y="64601"/>
                    <a:pt x="-2835" y="72482"/>
                    <a:pt x="1718" y="76518"/>
                  </a:cubicBezTo>
                  <a:lnTo>
                    <a:pt x="27379" y="107423"/>
                  </a:lnTo>
                  <a:lnTo>
                    <a:pt x="27362" y="107423"/>
                  </a:lnTo>
                  <a:lnTo>
                    <a:pt x="136235" y="238474"/>
                  </a:lnTo>
                  <a:lnTo>
                    <a:pt x="137115" y="237732"/>
                  </a:lnTo>
                  <a:cubicBezTo>
                    <a:pt x="138322" y="243199"/>
                    <a:pt x="145151" y="244130"/>
                    <a:pt x="156671" y="239181"/>
                  </a:cubicBezTo>
                  <a:cubicBezTo>
                    <a:pt x="176418" y="230713"/>
                    <a:pt x="202476" y="208207"/>
                    <a:pt x="214876" y="188926"/>
                  </a:cubicBezTo>
                  <a:cubicBezTo>
                    <a:pt x="221740" y="178251"/>
                    <a:pt x="222965" y="170818"/>
                    <a:pt x="219360" y="167731"/>
                  </a:cubicBezTo>
                  <a:close/>
                </a:path>
              </a:pathLst>
            </a:custGeom>
            <a:solidFill>
              <a:schemeClr val="accent3"/>
            </a:solidFill>
            <a:ln w="1711" cap="rnd">
              <a:noFill/>
              <a:prstDash val="solid"/>
              <a:round/>
            </a:ln>
          </p:spPr>
          <p:txBody>
            <a:bodyPr/>
            <a:lstStyle/>
            <a:p>
              <a:endParaRPr lang="en-US" b="1"/>
            </a:p>
          </p:txBody>
        </p:sp>
        <p:sp>
          <p:nvSpPr>
            <p:cNvPr id="1858" name="Freeform: Shape 1857">
              <a:extLst>
                <a:ext uri="{FF2B5EF4-FFF2-40B4-BE49-F238E27FC236}">
                  <a16:creationId xmlns:a16="http://schemas.microsoft.com/office/drawing/2014/main" id="{86FF70BF-DFBA-A753-7697-6FF76D0E7685}"/>
                </a:ext>
              </a:extLst>
            </p:cNvPr>
            <p:cNvSpPr/>
            <p:nvPr/>
          </p:nvSpPr>
          <p:spPr>
            <a:xfrm>
              <a:off x="11027247" y="3360209"/>
              <a:ext cx="174171" cy="189828"/>
            </a:xfrm>
            <a:custGeom>
              <a:avLst/>
              <a:gdLst>
                <a:gd name="csX0" fmla="*/ 219360 w 223160"/>
                <a:gd name="csY0" fmla="*/ 167731 h 243220"/>
                <a:gd name="csX1" fmla="*/ 219809 w 223160"/>
                <a:gd name="csY1" fmla="*/ 167352 h 243220"/>
                <a:gd name="csX2" fmla="*/ 194095 w 223160"/>
                <a:gd name="csY2" fmla="*/ 136482 h 243220"/>
                <a:gd name="csX3" fmla="*/ 194147 w 223160"/>
                <a:gd name="csY3" fmla="*/ 136447 h 243220"/>
                <a:gd name="csX4" fmla="*/ 84446 w 223160"/>
                <a:gd name="csY4" fmla="*/ 4706 h 243220"/>
                <a:gd name="csX5" fmla="*/ 59560 w 223160"/>
                <a:gd name="csY5" fmla="*/ 1912 h 243220"/>
                <a:gd name="csX6" fmla="*/ 1804 w 223160"/>
                <a:gd name="csY6" fmla="*/ 53909 h 243220"/>
                <a:gd name="csX7" fmla="*/ 1718 w 223160"/>
                <a:gd name="csY7" fmla="*/ 76518 h 243220"/>
                <a:gd name="csX8" fmla="*/ 27379 w 223160"/>
                <a:gd name="csY8" fmla="*/ 107423 h 243220"/>
                <a:gd name="csX9" fmla="*/ 27362 w 223160"/>
                <a:gd name="csY9" fmla="*/ 107423 h 243220"/>
                <a:gd name="csX10" fmla="*/ 136235 w 223160"/>
                <a:gd name="csY10" fmla="*/ 238474 h 243220"/>
                <a:gd name="csX11" fmla="*/ 137115 w 223160"/>
                <a:gd name="csY11" fmla="*/ 237732 h 243220"/>
                <a:gd name="csX12" fmla="*/ 156671 w 223160"/>
                <a:gd name="csY12" fmla="*/ 239181 h 243220"/>
                <a:gd name="csX13" fmla="*/ 214876 w 223160"/>
                <a:gd name="csY13" fmla="*/ 188926 h 243220"/>
                <a:gd name="csX14" fmla="*/ 219360 w 223160"/>
                <a:gd name="csY14" fmla="*/ 167731 h 243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3160" h="243220">
                  <a:moveTo>
                    <a:pt x="219360" y="167731"/>
                  </a:moveTo>
                  <a:lnTo>
                    <a:pt x="219809" y="167352"/>
                  </a:lnTo>
                  <a:lnTo>
                    <a:pt x="194095" y="136482"/>
                  </a:lnTo>
                  <a:lnTo>
                    <a:pt x="194147" y="136447"/>
                  </a:lnTo>
                  <a:lnTo>
                    <a:pt x="84446" y="4706"/>
                  </a:lnTo>
                  <a:cubicBezTo>
                    <a:pt x="81100" y="-1244"/>
                    <a:pt x="72322" y="-2692"/>
                    <a:pt x="59560" y="1912"/>
                  </a:cubicBezTo>
                  <a:cubicBezTo>
                    <a:pt x="37330" y="9949"/>
                    <a:pt x="11462" y="33231"/>
                    <a:pt x="1804" y="53909"/>
                  </a:cubicBezTo>
                  <a:cubicBezTo>
                    <a:pt x="-3197" y="64601"/>
                    <a:pt x="-2835" y="72482"/>
                    <a:pt x="1718" y="76518"/>
                  </a:cubicBezTo>
                  <a:lnTo>
                    <a:pt x="27379" y="107423"/>
                  </a:lnTo>
                  <a:lnTo>
                    <a:pt x="27362" y="107423"/>
                  </a:lnTo>
                  <a:lnTo>
                    <a:pt x="136235" y="238474"/>
                  </a:lnTo>
                  <a:lnTo>
                    <a:pt x="137115" y="237732"/>
                  </a:lnTo>
                  <a:cubicBezTo>
                    <a:pt x="138322" y="243199"/>
                    <a:pt x="145151" y="244130"/>
                    <a:pt x="156671" y="239181"/>
                  </a:cubicBezTo>
                  <a:cubicBezTo>
                    <a:pt x="176418" y="230713"/>
                    <a:pt x="202476" y="208207"/>
                    <a:pt x="214876" y="188926"/>
                  </a:cubicBezTo>
                  <a:cubicBezTo>
                    <a:pt x="221740" y="178251"/>
                    <a:pt x="222965" y="170818"/>
                    <a:pt x="219360" y="167731"/>
                  </a:cubicBezTo>
                  <a:close/>
                </a:path>
              </a:pathLst>
            </a:custGeom>
            <a:noFill/>
            <a:ln w="4021" cap="rnd">
              <a:solidFill>
                <a:srgbClr val="0E0F29"/>
              </a:solidFill>
              <a:prstDash val="solid"/>
              <a:round/>
            </a:ln>
          </p:spPr>
          <p:txBody>
            <a:bodyPr/>
            <a:lstStyle/>
            <a:p>
              <a:endParaRPr lang="en-US" b="1"/>
            </a:p>
          </p:txBody>
        </p:sp>
        <p:sp>
          <p:nvSpPr>
            <p:cNvPr id="1859" name="Freeform: Shape 1858">
              <a:extLst>
                <a:ext uri="{FF2B5EF4-FFF2-40B4-BE49-F238E27FC236}">
                  <a16:creationId xmlns:a16="http://schemas.microsoft.com/office/drawing/2014/main" id="{C5BFDDF1-7410-40F8-A2D2-2D5D01E0F20D}"/>
                </a:ext>
              </a:extLst>
            </p:cNvPr>
            <p:cNvSpPr/>
            <p:nvPr/>
          </p:nvSpPr>
          <p:spPr>
            <a:xfrm>
              <a:off x="10785849" y="3073027"/>
              <a:ext cx="262032" cy="288440"/>
            </a:xfrm>
            <a:custGeom>
              <a:avLst/>
              <a:gdLst>
                <a:gd name="csX0" fmla="*/ 320463 w 335732"/>
                <a:gd name="csY0" fmla="*/ 220296 h 369568"/>
                <a:gd name="csX1" fmla="*/ 144348 w 335732"/>
                <a:gd name="csY1" fmla="*/ 336464 h 369568"/>
                <a:gd name="csX2" fmla="*/ 25145 w 335732"/>
                <a:gd name="csY2" fmla="*/ 146915 h 369568"/>
                <a:gd name="csX3" fmla="*/ 192826 w 335732"/>
                <a:gd name="csY3" fmla="*/ 19190 h 369568"/>
                <a:gd name="csX4" fmla="*/ 320463 w 335732"/>
                <a:gd name="csY4" fmla="*/ 220296 h 369568"/>
                <a:gd name="csX5" fmla="*/ 191602 w 335732"/>
                <a:gd name="csY5" fmla="*/ 4462 h 369568"/>
                <a:gd name="csX6" fmla="*/ 156 w 335732"/>
                <a:gd name="csY6" fmla="*/ 140344 h 369568"/>
                <a:gd name="csX7" fmla="*/ 140502 w 335732"/>
                <a:gd name="csY7" fmla="*/ 363488 h 369568"/>
                <a:gd name="csX8" fmla="*/ 331931 w 335732"/>
                <a:gd name="csY8" fmla="*/ 227608 h 369568"/>
                <a:gd name="csX9" fmla="*/ 191602 w 335732"/>
                <a:gd name="csY9" fmla="*/ 4462 h 369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35732" h="369568">
                  <a:moveTo>
                    <a:pt x="320463" y="220296"/>
                  </a:moveTo>
                  <a:cubicBezTo>
                    <a:pt x="308477" y="304507"/>
                    <a:pt x="222179" y="356917"/>
                    <a:pt x="144348" y="336464"/>
                  </a:cubicBezTo>
                  <a:cubicBezTo>
                    <a:pt x="66535" y="315993"/>
                    <a:pt x="13159" y="231126"/>
                    <a:pt x="25145" y="146915"/>
                  </a:cubicBezTo>
                  <a:cubicBezTo>
                    <a:pt x="37131" y="62703"/>
                    <a:pt x="114996" y="-1277"/>
                    <a:pt x="192826" y="19190"/>
                  </a:cubicBezTo>
                  <a:cubicBezTo>
                    <a:pt x="270639" y="39658"/>
                    <a:pt x="332448" y="136084"/>
                    <a:pt x="320463" y="220296"/>
                  </a:cubicBezTo>
                  <a:close/>
                  <a:moveTo>
                    <a:pt x="191602" y="4462"/>
                  </a:moveTo>
                  <a:cubicBezTo>
                    <a:pt x="99975" y="-19635"/>
                    <a:pt x="14263" y="41203"/>
                    <a:pt x="156" y="140344"/>
                  </a:cubicBezTo>
                  <a:cubicBezTo>
                    <a:pt x="-13951" y="239490"/>
                    <a:pt x="48892" y="339396"/>
                    <a:pt x="140502" y="363488"/>
                  </a:cubicBezTo>
                  <a:cubicBezTo>
                    <a:pt x="232129" y="387598"/>
                    <a:pt x="317824" y="326754"/>
                    <a:pt x="331931" y="227608"/>
                  </a:cubicBezTo>
                  <a:cubicBezTo>
                    <a:pt x="346038" y="128462"/>
                    <a:pt x="283212" y="28558"/>
                    <a:pt x="191602" y="4462"/>
                  </a:cubicBezTo>
                  <a:close/>
                </a:path>
              </a:pathLst>
            </a:custGeom>
            <a:solidFill>
              <a:srgbClr val="0E0F29"/>
            </a:solidFill>
            <a:ln w="1711" cap="rnd">
              <a:noFill/>
              <a:prstDash val="solid"/>
              <a:round/>
            </a:ln>
          </p:spPr>
          <p:txBody>
            <a:bodyPr/>
            <a:lstStyle/>
            <a:p>
              <a:endParaRPr lang="en-US" b="1"/>
            </a:p>
          </p:txBody>
        </p:sp>
        <p:sp>
          <p:nvSpPr>
            <p:cNvPr id="1860" name="Freeform: Shape 1859">
              <a:extLst>
                <a:ext uri="{FF2B5EF4-FFF2-40B4-BE49-F238E27FC236}">
                  <a16:creationId xmlns:a16="http://schemas.microsoft.com/office/drawing/2014/main" id="{5D9829C7-BCB3-2BF3-3912-BD4868C1E8E5}"/>
                </a:ext>
              </a:extLst>
            </p:cNvPr>
            <p:cNvSpPr/>
            <p:nvPr/>
          </p:nvSpPr>
          <p:spPr>
            <a:xfrm>
              <a:off x="10826992" y="3058080"/>
              <a:ext cx="238605" cy="288261"/>
            </a:xfrm>
            <a:custGeom>
              <a:avLst/>
              <a:gdLst>
                <a:gd name="csX0" fmla="*/ 303618 w 305716"/>
                <a:gd name="csY0" fmla="*/ 189589 h 369338"/>
                <a:gd name="csX1" fmla="*/ 303239 w 305716"/>
                <a:gd name="csY1" fmla="*/ 183346 h 369338"/>
                <a:gd name="csX2" fmla="*/ 303135 w 305716"/>
                <a:gd name="csY2" fmla="*/ 182242 h 369338"/>
                <a:gd name="csX3" fmla="*/ 302842 w 305716"/>
                <a:gd name="csY3" fmla="*/ 179293 h 369338"/>
                <a:gd name="csX4" fmla="*/ 302480 w 305716"/>
                <a:gd name="csY4" fmla="*/ 175706 h 369338"/>
                <a:gd name="csX5" fmla="*/ 302221 w 305716"/>
                <a:gd name="csY5" fmla="*/ 173723 h 369338"/>
                <a:gd name="csX6" fmla="*/ 301773 w 305716"/>
                <a:gd name="csY6" fmla="*/ 170550 h 369338"/>
                <a:gd name="csX7" fmla="*/ 301445 w 305716"/>
                <a:gd name="csY7" fmla="*/ 168101 h 369338"/>
                <a:gd name="csX8" fmla="*/ 300928 w 305716"/>
                <a:gd name="csY8" fmla="*/ 165186 h 369338"/>
                <a:gd name="csX9" fmla="*/ 300376 w 305716"/>
                <a:gd name="csY9" fmla="*/ 162030 h 369338"/>
                <a:gd name="csX10" fmla="*/ 300117 w 305716"/>
                <a:gd name="csY10" fmla="*/ 160461 h 369338"/>
                <a:gd name="csX11" fmla="*/ 299238 w 305716"/>
                <a:gd name="csY11" fmla="*/ 156356 h 369338"/>
                <a:gd name="csX12" fmla="*/ 298669 w 305716"/>
                <a:gd name="csY12" fmla="*/ 153683 h 369338"/>
                <a:gd name="csX13" fmla="*/ 298496 w 305716"/>
                <a:gd name="csY13" fmla="*/ 152942 h 369338"/>
                <a:gd name="csX14" fmla="*/ 296668 w 305716"/>
                <a:gd name="csY14" fmla="*/ 145629 h 369338"/>
                <a:gd name="csX15" fmla="*/ 296651 w 305716"/>
                <a:gd name="csY15" fmla="*/ 145543 h 369338"/>
                <a:gd name="csX16" fmla="*/ 296461 w 305716"/>
                <a:gd name="csY16" fmla="*/ 144888 h 369338"/>
                <a:gd name="csX17" fmla="*/ 294616 w 305716"/>
                <a:gd name="csY17" fmla="*/ 138507 h 369338"/>
                <a:gd name="csX18" fmla="*/ 294288 w 305716"/>
                <a:gd name="csY18" fmla="*/ 137507 h 369338"/>
                <a:gd name="csX19" fmla="*/ 293495 w 305716"/>
                <a:gd name="csY19" fmla="*/ 135127 h 369338"/>
                <a:gd name="csX20" fmla="*/ 292391 w 305716"/>
                <a:gd name="csY20" fmla="*/ 131712 h 369338"/>
                <a:gd name="csX21" fmla="*/ 291615 w 305716"/>
                <a:gd name="csY21" fmla="*/ 129574 h 369338"/>
                <a:gd name="csX22" fmla="*/ 290650 w 305716"/>
                <a:gd name="csY22" fmla="*/ 126952 h 369338"/>
                <a:gd name="csX23" fmla="*/ 289959 w 305716"/>
                <a:gd name="csY23" fmla="*/ 125038 h 369338"/>
                <a:gd name="csX24" fmla="*/ 288442 w 305716"/>
                <a:gd name="csY24" fmla="*/ 121278 h 369338"/>
                <a:gd name="csX25" fmla="*/ 287632 w 305716"/>
                <a:gd name="csY25" fmla="*/ 119261 h 369338"/>
                <a:gd name="csX26" fmla="*/ 287355 w 305716"/>
                <a:gd name="csY26" fmla="*/ 118553 h 369338"/>
                <a:gd name="csX27" fmla="*/ 284475 w 305716"/>
                <a:gd name="csY27" fmla="*/ 112034 h 369338"/>
                <a:gd name="csX28" fmla="*/ 284337 w 305716"/>
                <a:gd name="csY28" fmla="*/ 111776 h 369338"/>
                <a:gd name="csX29" fmla="*/ 283458 w 305716"/>
                <a:gd name="csY29" fmla="*/ 109930 h 369338"/>
                <a:gd name="csX30" fmla="*/ 281061 w 305716"/>
                <a:gd name="csY30" fmla="*/ 104998 h 369338"/>
                <a:gd name="csX31" fmla="*/ 280664 w 305716"/>
                <a:gd name="csY31" fmla="*/ 104222 h 369338"/>
                <a:gd name="csX32" fmla="*/ 278543 w 305716"/>
                <a:gd name="csY32" fmla="*/ 100256 h 369338"/>
                <a:gd name="csX33" fmla="*/ 276836 w 305716"/>
                <a:gd name="csY33" fmla="*/ 97065 h 369338"/>
                <a:gd name="csX34" fmla="*/ 276491 w 305716"/>
                <a:gd name="csY34" fmla="*/ 96496 h 369338"/>
                <a:gd name="csX35" fmla="*/ 270455 w 305716"/>
                <a:gd name="csY35" fmla="*/ 86493 h 369338"/>
                <a:gd name="csX36" fmla="*/ 269955 w 305716"/>
                <a:gd name="csY36" fmla="*/ 85631 h 369338"/>
                <a:gd name="csX37" fmla="*/ 268282 w 305716"/>
                <a:gd name="csY37" fmla="*/ 83199 h 369338"/>
                <a:gd name="csX38" fmla="*/ 265591 w 305716"/>
                <a:gd name="csY38" fmla="*/ 79198 h 369338"/>
                <a:gd name="csX39" fmla="*/ 263091 w 305716"/>
                <a:gd name="csY39" fmla="*/ 75749 h 369338"/>
                <a:gd name="csX40" fmla="*/ 260228 w 305716"/>
                <a:gd name="csY40" fmla="*/ 71907 h 369338"/>
                <a:gd name="csX41" fmla="*/ 259279 w 305716"/>
                <a:gd name="csY41" fmla="*/ 70643 h 369338"/>
                <a:gd name="csX42" fmla="*/ 256917 w 305716"/>
                <a:gd name="csY42" fmla="*/ 67709 h 369338"/>
                <a:gd name="csX43" fmla="*/ 255296 w 305716"/>
                <a:gd name="csY43" fmla="*/ 65698 h 369338"/>
                <a:gd name="csX44" fmla="*/ 250001 w 305716"/>
                <a:gd name="csY44" fmla="*/ 59564 h 369338"/>
                <a:gd name="csX45" fmla="*/ 249949 w 305716"/>
                <a:gd name="csY45" fmla="*/ 59509 h 369338"/>
                <a:gd name="csX46" fmla="*/ 249949 w 305716"/>
                <a:gd name="csY46" fmla="*/ 59505 h 369338"/>
                <a:gd name="csX47" fmla="*/ 249898 w 305716"/>
                <a:gd name="csY47" fmla="*/ 59457 h 369338"/>
                <a:gd name="csX48" fmla="*/ 243568 w 305716"/>
                <a:gd name="csY48" fmla="*/ 52760 h 369338"/>
                <a:gd name="csX49" fmla="*/ 243292 w 305716"/>
                <a:gd name="csY49" fmla="*/ 52464 h 369338"/>
                <a:gd name="csX50" fmla="*/ 238464 w 305716"/>
                <a:gd name="csY50" fmla="*/ 47809 h 369338"/>
                <a:gd name="csX51" fmla="*/ 237498 w 305716"/>
                <a:gd name="csY51" fmla="*/ 46873 h 369338"/>
                <a:gd name="csX52" fmla="*/ 237446 w 305716"/>
                <a:gd name="csY52" fmla="*/ 46818 h 369338"/>
                <a:gd name="csX53" fmla="*/ 231531 w 305716"/>
                <a:gd name="csY53" fmla="*/ 41556 h 369338"/>
                <a:gd name="csX54" fmla="*/ 231220 w 305716"/>
                <a:gd name="csY54" fmla="*/ 41308 h 369338"/>
                <a:gd name="csX55" fmla="*/ 229358 w 305716"/>
                <a:gd name="csY55" fmla="*/ 39780 h 369338"/>
                <a:gd name="csX56" fmla="*/ 225529 w 305716"/>
                <a:gd name="csY56" fmla="*/ 36636 h 369338"/>
                <a:gd name="csX57" fmla="*/ 224788 w 305716"/>
                <a:gd name="csY57" fmla="*/ 36075 h 369338"/>
                <a:gd name="csX58" fmla="*/ 222114 w 305716"/>
                <a:gd name="csY58" fmla="*/ 34066 h 369338"/>
                <a:gd name="csX59" fmla="*/ 219148 w 305716"/>
                <a:gd name="csY59" fmla="*/ 31845 h 369338"/>
                <a:gd name="csX60" fmla="*/ 218027 w 305716"/>
                <a:gd name="csY60" fmla="*/ 31070 h 369338"/>
                <a:gd name="csX61" fmla="*/ 215078 w 305716"/>
                <a:gd name="csY61" fmla="*/ 29042 h 369338"/>
                <a:gd name="csX62" fmla="*/ 212543 w 305716"/>
                <a:gd name="csY62" fmla="*/ 27297 h 369338"/>
                <a:gd name="csX63" fmla="*/ 211060 w 305716"/>
                <a:gd name="csY63" fmla="*/ 26376 h 369338"/>
                <a:gd name="csX64" fmla="*/ 207835 w 305716"/>
                <a:gd name="csY64" fmla="*/ 24362 h 369338"/>
                <a:gd name="csX65" fmla="*/ 205593 w 305716"/>
                <a:gd name="csY65" fmla="*/ 22961 h 369338"/>
                <a:gd name="csX66" fmla="*/ 203782 w 305716"/>
                <a:gd name="csY66" fmla="*/ 21947 h 369338"/>
                <a:gd name="csX67" fmla="*/ 200488 w 305716"/>
                <a:gd name="csY67" fmla="*/ 20099 h 369338"/>
                <a:gd name="csX68" fmla="*/ 198505 w 305716"/>
                <a:gd name="csY68" fmla="*/ 18976 h 369338"/>
                <a:gd name="csX69" fmla="*/ 196297 w 305716"/>
                <a:gd name="csY69" fmla="*/ 17864 h 369338"/>
                <a:gd name="csX70" fmla="*/ 193021 w 305716"/>
                <a:gd name="csY70" fmla="*/ 16220 h 369338"/>
                <a:gd name="csX71" fmla="*/ 191348 w 305716"/>
                <a:gd name="csY71" fmla="*/ 15373 h 369338"/>
                <a:gd name="csX72" fmla="*/ 188554 w 305716"/>
                <a:gd name="csY72" fmla="*/ 14121 h 369338"/>
                <a:gd name="csX73" fmla="*/ 185484 w 305716"/>
                <a:gd name="csY73" fmla="*/ 12741 h 369338"/>
                <a:gd name="csX74" fmla="*/ 184243 w 305716"/>
                <a:gd name="csY74" fmla="*/ 12186 h 369338"/>
                <a:gd name="csX75" fmla="*/ 180431 w 305716"/>
                <a:gd name="csY75" fmla="*/ 10682 h 369338"/>
                <a:gd name="csX76" fmla="*/ 177827 w 305716"/>
                <a:gd name="csY76" fmla="*/ 9649 h 369338"/>
                <a:gd name="csX77" fmla="*/ 177155 w 305716"/>
                <a:gd name="csY77" fmla="*/ 9384 h 369338"/>
                <a:gd name="csX78" fmla="*/ 170187 w 305716"/>
                <a:gd name="csY78" fmla="*/ 6976 h 369338"/>
                <a:gd name="csX79" fmla="*/ 170118 w 305716"/>
                <a:gd name="csY79" fmla="*/ 6959 h 369338"/>
                <a:gd name="csX80" fmla="*/ 169601 w 305716"/>
                <a:gd name="csY80" fmla="*/ 6804 h 369338"/>
                <a:gd name="csX81" fmla="*/ 163203 w 305716"/>
                <a:gd name="csY81" fmla="*/ 4898 h 369338"/>
                <a:gd name="csX82" fmla="*/ 161564 w 305716"/>
                <a:gd name="csY82" fmla="*/ 4462 h 369338"/>
                <a:gd name="csX83" fmla="*/ 156287 w 305716"/>
                <a:gd name="csY83" fmla="*/ 3163 h 369338"/>
                <a:gd name="csX84" fmla="*/ 154269 w 305716"/>
                <a:gd name="csY84" fmla="*/ 2751 h 369338"/>
                <a:gd name="csX85" fmla="*/ 151545 w 305716"/>
                <a:gd name="csY85" fmla="*/ 2189 h 369338"/>
                <a:gd name="csX86" fmla="*/ 149423 w 305716"/>
                <a:gd name="csY86" fmla="*/ 1754 h 369338"/>
                <a:gd name="csX87" fmla="*/ 146043 w 305716"/>
                <a:gd name="csY87" fmla="*/ 1209 h 369338"/>
                <a:gd name="csX88" fmla="*/ 143612 w 305716"/>
                <a:gd name="csY88" fmla="*/ 819 h 369338"/>
                <a:gd name="csX89" fmla="*/ 142611 w 305716"/>
                <a:gd name="csY89" fmla="*/ 659 h 369338"/>
                <a:gd name="csX90" fmla="*/ 135868 w 305716"/>
                <a:gd name="csY90" fmla="*/ -127 h 369338"/>
                <a:gd name="csX91" fmla="*/ 135834 w 305716"/>
                <a:gd name="csY91" fmla="*/ -133 h 369338"/>
                <a:gd name="csX92" fmla="*/ 128970 w 305716"/>
                <a:gd name="csY92" fmla="*/ -624 h 369338"/>
                <a:gd name="csX93" fmla="*/ 128090 w 305716"/>
                <a:gd name="csY93" fmla="*/ -648 h 369338"/>
                <a:gd name="csX94" fmla="*/ 125624 w 305716"/>
                <a:gd name="csY94" fmla="*/ -714 h 369338"/>
                <a:gd name="csX95" fmla="*/ 122106 w 305716"/>
                <a:gd name="csY95" fmla="*/ -807 h 369338"/>
                <a:gd name="csX96" fmla="*/ 120381 w 305716"/>
                <a:gd name="csY96" fmla="*/ -772 h 369338"/>
                <a:gd name="csX97" fmla="*/ 117329 w 305716"/>
                <a:gd name="csY97" fmla="*/ -712 h 369338"/>
                <a:gd name="csX98" fmla="*/ 114983 w 305716"/>
                <a:gd name="csY98" fmla="*/ -665 h 369338"/>
                <a:gd name="csX99" fmla="*/ 112552 w 305716"/>
                <a:gd name="csY99" fmla="*/ -498 h 369338"/>
                <a:gd name="csX100" fmla="*/ 109482 w 305716"/>
                <a:gd name="csY100" fmla="*/ -291 h 369338"/>
                <a:gd name="csX101" fmla="*/ 107878 w 305716"/>
                <a:gd name="csY101" fmla="*/ -181 h 369338"/>
                <a:gd name="csX102" fmla="*/ 105015 w 305716"/>
                <a:gd name="csY102" fmla="*/ 157 h 369338"/>
                <a:gd name="csX103" fmla="*/ 101463 w 305716"/>
                <a:gd name="csY103" fmla="*/ 580 h 369338"/>
                <a:gd name="csX104" fmla="*/ 100221 w 305716"/>
                <a:gd name="csY104" fmla="*/ 728 h 369338"/>
                <a:gd name="csX105" fmla="*/ 97306 w 305716"/>
                <a:gd name="csY105" fmla="*/ 1233 h 369338"/>
                <a:gd name="csX106" fmla="*/ 93495 w 305716"/>
                <a:gd name="csY106" fmla="*/ 1892 h 369338"/>
                <a:gd name="csX107" fmla="*/ 92374 w 305716"/>
                <a:gd name="csY107" fmla="*/ 2087 h 369338"/>
                <a:gd name="csX108" fmla="*/ 89822 w 305716"/>
                <a:gd name="csY108" fmla="*/ 2684 h 369338"/>
                <a:gd name="csX109" fmla="*/ 85303 w 305716"/>
                <a:gd name="csY109" fmla="*/ 3734 h 369338"/>
                <a:gd name="csX110" fmla="*/ 84027 w 305716"/>
                <a:gd name="csY110" fmla="*/ 4029 h 369338"/>
                <a:gd name="csX111" fmla="*/ 79078 w 305716"/>
                <a:gd name="csY111" fmla="*/ 5434 h 369338"/>
                <a:gd name="csX112" fmla="*/ 78457 w 305716"/>
                <a:gd name="csY112" fmla="*/ 5636 h 369338"/>
                <a:gd name="csX113" fmla="*/ 74732 w 305716"/>
                <a:gd name="csY113" fmla="*/ 6823 h 369338"/>
                <a:gd name="csX114" fmla="*/ 72386 w 305716"/>
                <a:gd name="csY114" fmla="*/ 7663 h 369338"/>
                <a:gd name="csX115" fmla="*/ 70627 w 305716"/>
                <a:gd name="csY115" fmla="*/ 8294 h 369338"/>
                <a:gd name="csX116" fmla="*/ 64263 w 305716"/>
                <a:gd name="csY116" fmla="*/ 10807 h 369338"/>
                <a:gd name="csX117" fmla="*/ 64074 w 305716"/>
                <a:gd name="csY117" fmla="*/ 10896 h 369338"/>
                <a:gd name="csX118" fmla="*/ 62366 w 305716"/>
                <a:gd name="csY118" fmla="*/ 11667 h 369338"/>
                <a:gd name="csX119" fmla="*/ 57158 w 305716"/>
                <a:gd name="csY119" fmla="*/ 14073 h 369338"/>
                <a:gd name="csX120" fmla="*/ 54675 w 305716"/>
                <a:gd name="csY120" fmla="*/ 15356 h 369338"/>
                <a:gd name="csX121" fmla="*/ 51381 w 305716"/>
                <a:gd name="csY121" fmla="*/ 17058 h 369338"/>
                <a:gd name="csX122" fmla="*/ 50570 w 305716"/>
                <a:gd name="csY122" fmla="*/ 17536 h 369338"/>
                <a:gd name="csX123" fmla="*/ 45603 w 305716"/>
                <a:gd name="csY123" fmla="*/ 20447 h 369338"/>
                <a:gd name="csX124" fmla="*/ 43206 w 305716"/>
                <a:gd name="csY124" fmla="*/ 21890 h 369338"/>
                <a:gd name="csX125" fmla="*/ 36118 w 305716"/>
                <a:gd name="csY125" fmla="*/ 26666 h 369338"/>
                <a:gd name="csX126" fmla="*/ -1823 w 305716"/>
                <a:gd name="csY126" fmla="*/ 53913 h 369338"/>
                <a:gd name="csX127" fmla="*/ 5265 w 305716"/>
                <a:gd name="csY127" fmla="*/ 49137 h 369338"/>
                <a:gd name="csX128" fmla="*/ 7662 w 305716"/>
                <a:gd name="csY128" fmla="*/ 47695 h 369338"/>
                <a:gd name="csX129" fmla="*/ 12629 w 305716"/>
                <a:gd name="csY129" fmla="*/ 44783 h 369338"/>
                <a:gd name="csX130" fmla="*/ 16734 w 305716"/>
                <a:gd name="csY130" fmla="*/ 42606 h 369338"/>
                <a:gd name="csX131" fmla="*/ 19217 w 305716"/>
                <a:gd name="csY131" fmla="*/ 41320 h 369338"/>
                <a:gd name="csX132" fmla="*/ 24425 w 305716"/>
                <a:gd name="csY132" fmla="*/ 38915 h 369338"/>
                <a:gd name="csX133" fmla="*/ 26133 w 305716"/>
                <a:gd name="csY133" fmla="*/ 38143 h 369338"/>
                <a:gd name="csX134" fmla="*/ 32686 w 305716"/>
                <a:gd name="csY134" fmla="*/ 35544 h 369338"/>
                <a:gd name="csX135" fmla="*/ 34445 w 305716"/>
                <a:gd name="csY135" fmla="*/ 34908 h 369338"/>
                <a:gd name="csX136" fmla="*/ 40516 w 305716"/>
                <a:gd name="csY136" fmla="*/ 32883 h 369338"/>
                <a:gd name="csX137" fmla="*/ 41137 w 305716"/>
                <a:gd name="csY137" fmla="*/ 32683 h 369338"/>
                <a:gd name="csX138" fmla="*/ 47362 w 305716"/>
                <a:gd name="csY138" fmla="*/ 30981 h 369338"/>
                <a:gd name="csX139" fmla="*/ 51881 w 305716"/>
                <a:gd name="csY139" fmla="*/ 29930 h 369338"/>
                <a:gd name="csX140" fmla="*/ 55554 w 305716"/>
                <a:gd name="csY140" fmla="*/ 29141 h 369338"/>
                <a:gd name="csX141" fmla="*/ 59365 w 305716"/>
                <a:gd name="csY141" fmla="*/ 28482 h 369338"/>
                <a:gd name="csX142" fmla="*/ 63539 w 305716"/>
                <a:gd name="csY142" fmla="*/ 27826 h 369338"/>
                <a:gd name="csX143" fmla="*/ 67057 w 305716"/>
                <a:gd name="csY143" fmla="*/ 27406 h 369338"/>
                <a:gd name="csX144" fmla="*/ 71558 w 305716"/>
                <a:gd name="csY144" fmla="*/ 26955 h 369338"/>
                <a:gd name="csX145" fmla="*/ 74594 w 305716"/>
                <a:gd name="csY145" fmla="*/ 26749 h 369338"/>
                <a:gd name="csX146" fmla="*/ 79388 w 305716"/>
                <a:gd name="csY146" fmla="*/ 26536 h 369338"/>
                <a:gd name="csX147" fmla="*/ 82440 w 305716"/>
                <a:gd name="csY147" fmla="*/ 26476 h 369338"/>
                <a:gd name="csX148" fmla="*/ 87666 w 305716"/>
                <a:gd name="csY148" fmla="*/ 26535 h 369338"/>
                <a:gd name="csX149" fmla="*/ 90149 w 305716"/>
                <a:gd name="csY149" fmla="*/ 26600 h 369338"/>
                <a:gd name="csX150" fmla="*/ 97893 w 305716"/>
                <a:gd name="csY150" fmla="*/ 27116 h 369338"/>
                <a:gd name="csX151" fmla="*/ 97910 w 305716"/>
                <a:gd name="csY151" fmla="*/ 27118 h 369338"/>
                <a:gd name="csX152" fmla="*/ 97927 w 305716"/>
                <a:gd name="csY152" fmla="*/ 27119 h 369338"/>
                <a:gd name="csX153" fmla="*/ 105671 w 305716"/>
                <a:gd name="csY153" fmla="*/ 28066 h 369338"/>
                <a:gd name="csX154" fmla="*/ 108102 w 305716"/>
                <a:gd name="csY154" fmla="*/ 28456 h 369338"/>
                <a:gd name="csX155" fmla="*/ 113604 w 305716"/>
                <a:gd name="csY155" fmla="*/ 29437 h 369338"/>
                <a:gd name="csX156" fmla="*/ 116328 w 305716"/>
                <a:gd name="csY156" fmla="*/ 29996 h 369338"/>
                <a:gd name="csX157" fmla="*/ 123623 w 305716"/>
                <a:gd name="csY157" fmla="*/ 31709 h 369338"/>
                <a:gd name="csX158" fmla="*/ 131695 w 305716"/>
                <a:gd name="csY158" fmla="*/ 34061 h 369338"/>
                <a:gd name="csX159" fmla="*/ 132178 w 305716"/>
                <a:gd name="csY159" fmla="*/ 34204 h 369338"/>
                <a:gd name="csX160" fmla="*/ 139886 w 305716"/>
                <a:gd name="csY160" fmla="*/ 36898 h 369338"/>
                <a:gd name="csX161" fmla="*/ 142473 w 305716"/>
                <a:gd name="csY161" fmla="*/ 37924 h 369338"/>
                <a:gd name="csX162" fmla="*/ 147543 w 305716"/>
                <a:gd name="csY162" fmla="*/ 39992 h 369338"/>
                <a:gd name="csX163" fmla="*/ 150613 w 305716"/>
                <a:gd name="csY163" fmla="*/ 41364 h 369338"/>
                <a:gd name="csX164" fmla="*/ 155097 w 305716"/>
                <a:gd name="csY164" fmla="*/ 43468 h 369338"/>
                <a:gd name="csX165" fmla="*/ 158339 w 305716"/>
                <a:gd name="csY165" fmla="*/ 45110 h 369338"/>
                <a:gd name="csX166" fmla="*/ 162547 w 305716"/>
                <a:gd name="csY166" fmla="*/ 47345 h 369338"/>
                <a:gd name="csX167" fmla="*/ 165841 w 305716"/>
                <a:gd name="csY167" fmla="*/ 49196 h 369338"/>
                <a:gd name="csX168" fmla="*/ 169894 w 305716"/>
                <a:gd name="csY168" fmla="*/ 51610 h 369338"/>
                <a:gd name="csX169" fmla="*/ 173119 w 305716"/>
                <a:gd name="csY169" fmla="*/ 53621 h 369338"/>
                <a:gd name="csX170" fmla="*/ 177137 w 305716"/>
                <a:gd name="csY170" fmla="*/ 56287 h 369338"/>
                <a:gd name="csX171" fmla="*/ 180086 w 305716"/>
                <a:gd name="csY171" fmla="*/ 58322 h 369338"/>
                <a:gd name="csX172" fmla="*/ 184156 w 305716"/>
                <a:gd name="csY172" fmla="*/ 61306 h 369338"/>
                <a:gd name="csX173" fmla="*/ 186847 w 305716"/>
                <a:gd name="csY173" fmla="*/ 63324 h 369338"/>
                <a:gd name="csX174" fmla="*/ 191417 w 305716"/>
                <a:gd name="csY174" fmla="*/ 67026 h 369338"/>
                <a:gd name="csX175" fmla="*/ 193279 w 305716"/>
                <a:gd name="csY175" fmla="*/ 68556 h 369338"/>
                <a:gd name="csX176" fmla="*/ 199557 w 305716"/>
                <a:gd name="csY176" fmla="*/ 74128 h 369338"/>
                <a:gd name="csX177" fmla="*/ 200506 w 305716"/>
                <a:gd name="csY177" fmla="*/ 75025 h 369338"/>
                <a:gd name="csX178" fmla="*/ 205627 w 305716"/>
                <a:gd name="csY178" fmla="*/ 80009 h 369338"/>
                <a:gd name="csX179" fmla="*/ 211905 w 305716"/>
                <a:gd name="csY179" fmla="*/ 86649 h 369338"/>
                <a:gd name="csX180" fmla="*/ 212008 w 305716"/>
                <a:gd name="csY180" fmla="*/ 86752 h 369338"/>
                <a:gd name="csX181" fmla="*/ 212026 w 305716"/>
                <a:gd name="csY181" fmla="*/ 86769 h 369338"/>
                <a:gd name="csX182" fmla="*/ 217355 w 305716"/>
                <a:gd name="csY182" fmla="*/ 92943 h 369338"/>
                <a:gd name="csX183" fmla="*/ 218976 w 305716"/>
                <a:gd name="csY183" fmla="*/ 94961 h 369338"/>
                <a:gd name="csX184" fmla="*/ 222287 w 305716"/>
                <a:gd name="csY184" fmla="*/ 99152 h 369338"/>
                <a:gd name="csX185" fmla="*/ 225150 w 305716"/>
                <a:gd name="csY185" fmla="*/ 102998 h 369338"/>
                <a:gd name="csX186" fmla="*/ 227650 w 305716"/>
                <a:gd name="csY186" fmla="*/ 106447 h 369338"/>
                <a:gd name="csX187" fmla="*/ 230341 w 305716"/>
                <a:gd name="csY187" fmla="*/ 110431 h 369338"/>
                <a:gd name="csX188" fmla="*/ 232514 w 305716"/>
                <a:gd name="csY188" fmla="*/ 113742 h 369338"/>
                <a:gd name="csX189" fmla="*/ 238550 w 305716"/>
                <a:gd name="csY189" fmla="*/ 123744 h 369338"/>
                <a:gd name="csX190" fmla="*/ 240602 w 305716"/>
                <a:gd name="csY190" fmla="*/ 127504 h 369338"/>
                <a:gd name="csX191" fmla="*/ 242723 w 305716"/>
                <a:gd name="csY191" fmla="*/ 131488 h 369338"/>
                <a:gd name="csX192" fmla="*/ 245500 w 305716"/>
                <a:gd name="csY192" fmla="*/ 137144 h 369338"/>
                <a:gd name="csX193" fmla="*/ 246397 w 305716"/>
                <a:gd name="csY193" fmla="*/ 139024 h 369338"/>
                <a:gd name="csX194" fmla="*/ 249691 w 305716"/>
                <a:gd name="csY194" fmla="*/ 146509 h 369338"/>
                <a:gd name="csX195" fmla="*/ 250501 w 305716"/>
                <a:gd name="csY195" fmla="*/ 148527 h 369338"/>
                <a:gd name="csX196" fmla="*/ 252709 w 305716"/>
                <a:gd name="csY196" fmla="*/ 154201 h 369338"/>
                <a:gd name="csX197" fmla="*/ 253657 w 305716"/>
                <a:gd name="csY197" fmla="*/ 156822 h 369338"/>
                <a:gd name="csX198" fmla="*/ 255554 w 305716"/>
                <a:gd name="csY198" fmla="*/ 162375 h 369338"/>
                <a:gd name="csX199" fmla="*/ 256348 w 305716"/>
                <a:gd name="csY199" fmla="*/ 164755 h 369338"/>
                <a:gd name="csX200" fmla="*/ 258521 w 305716"/>
                <a:gd name="csY200" fmla="*/ 172171 h 369338"/>
                <a:gd name="csX201" fmla="*/ 258710 w 305716"/>
                <a:gd name="csY201" fmla="*/ 172792 h 369338"/>
                <a:gd name="csX202" fmla="*/ 260728 w 305716"/>
                <a:gd name="csY202" fmla="*/ 180932 h 369338"/>
                <a:gd name="csX203" fmla="*/ 261297 w 305716"/>
                <a:gd name="csY203" fmla="*/ 183605 h 369338"/>
                <a:gd name="csX204" fmla="*/ 262435 w 305716"/>
                <a:gd name="csY204" fmla="*/ 189261 h 369338"/>
                <a:gd name="csX205" fmla="*/ 262987 w 305716"/>
                <a:gd name="csY205" fmla="*/ 192435 h 369338"/>
                <a:gd name="csX206" fmla="*/ 263832 w 305716"/>
                <a:gd name="csY206" fmla="*/ 197781 h 369338"/>
                <a:gd name="csX207" fmla="*/ 264281 w 305716"/>
                <a:gd name="csY207" fmla="*/ 200971 h 369338"/>
                <a:gd name="csX208" fmla="*/ 264901 w 305716"/>
                <a:gd name="csY208" fmla="*/ 206559 h 369338"/>
                <a:gd name="csX209" fmla="*/ 265195 w 305716"/>
                <a:gd name="csY209" fmla="*/ 209491 h 369338"/>
                <a:gd name="csX210" fmla="*/ 265678 w 305716"/>
                <a:gd name="csY210" fmla="*/ 216837 h 369338"/>
                <a:gd name="csX211" fmla="*/ 265747 w 305716"/>
                <a:gd name="csY211" fmla="*/ 217924 h 369338"/>
                <a:gd name="csX212" fmla="*/ 265936 w 305716"/>
                <a:gd name="csY212" fmla="*/ 226392 h 369338"/>
                <a:gd name="csX213" fmla="*/ 265902 w 305716"/>
                <a:gd name="csY213" fmla="*/ 228806 h 369338"/>
                <a:gd name="csX214" fmla="*/ 265763 w 305716"/>
                <a:gd name="csY214" fmla="*/ 234928 h 369338"/>
                <a:gd name="csX215" fmla="*/ 265609 w 305716"/>
                <a:gd name="csY215" fmla="*/ 237877 h 369338"/>
                <a:gd name="csX216" fmla="*/ 265195 w 305716"/>
                <a:gd name="csY216" fmla="*/ 243706 h 369338"/>
                <a:gd name="csX217" fmla="*/ 264953 w 305716"/>
                <a:gd name="csY217" fmla="*/ 246517 h 369338"/>
                <a:gd name="csX218" fmla="*/ 263970 w 305716"/>
                <a:gd name="csY218" fmla="*/ 254847 h 369338"/>
                <a:gd name="csX219" fmla="*/ 262539 w 305716"/>
                <a:gd name="csY219" fmla="*/ 263488 h 369338"/>
                <a:gd name="csX220" fmla="*/ 262039 w 305716"/>
                <a:gd name="csY220" fmla="*/ 265902 h 369338"/>
                <a:gd name="csX221" fmla="*/ 260780 w 305716"/>
                <a:gd name="csY221" fmla="*/ 271731 h 369338"/>
                <a:gd name="csX222" fmla="*/ 259952 w 305716"/>
                <a:gd name="csY222" fmla="*/ 275059 h 369338"/>
                <a:gd name="csX223" fmla="*/ 258641 w 305716"/>
                <a:gd name="csY223" fmla="*/ 279957 h 369338"/>
                <a:gd name="csX224" fmla="*/ 257589 w 305716"/>
                <a:gd name="csY224" fmla="*/ 283510 h 369338"/>
                <a:gd name="csX225" fmla="*/ 256158 w 305716"/>
                <a:gd name="csY225" fmla="*/ 287977 h 369338"/>
                <a:gd name="csX226" fmla="*/ 254778 w 305716"/>
                <a:gd name="csY226" fmla="*/ 291926 h 369338"/>
                <a:gd name="csX227" fmla="*/ 253278 w 305716"/>
                <a:gd name="csY227" fmla="*/ 295910 h 369338"/>
                <a:gd name="csX228" fmla="*/ 251415 w 305716"/>
                <a:gd name="csY228" fmla="*/ 300514 h 369338"/>
                <a:gd name="csX229" fmla="*/ 249880 w 305716"/>
                <a:gd name="csY229" fmla="*/ 304067 h 369338"/>
                <a:gd name="csX230" fmla="*/ 247311 w 305716"/>
                <a:gd name="csY230" fmla="*/ 309517 h 369338"/>
                <a:gd name="csX231" fmla="*/ 245655 w 305716"/>
                <a:gd name="csY231" fmla="*/ 312879 h 369338"/>
                <a:gd name="csX232" fmla="*/ 244775 w 305716"/>
                <a:gd name="csY232" fmla="*/ 314552 h 369338"/>
                <a:gd name="csX233" fmla="*/ 241654 w 305716"/>
                <a:gd name="csY233" fmla="*/ 320123 h 369338"/>
                <a:gd name="csX234" fmla="*/ 241033 w 305716"/>
                <a:gd name="csY234" fmla="*/ 321209 h 369338"/>
                <a:gd name="csX235" fmla="*/ 236825 w 305716"/>
                <a:gd name="csY235" fmla="*/ 327953 h 369338"/>
                <a:gd name="csX236" fmla="*/ 236791 w 305716"/>
                <a:gd name="csY236" fmla="*/ 328004 h 369338"/>
                <a:gd name="csX237" fmla="*/ 232289 w 305716"/>
                <a:gd name="csY237" fmla="*/ 334454 h 369338"/>
                <a:gd name="csX238" fmla="*/ 231324 w 305716"/>
                <a:gd name="csY238" fmla="*/ 335696 h 369338"/>
                <a:gd name="csX239" fmla="*/ 227737 w 305716"/>
                <a:gd name="csY239" fmla="*/ 340335 h 369338"/>
                <a:gd name="csX240" fmla="*/ 226236 w 305716"/>
                <a:gd name="csY240" fmla="*/ 342146 h 369338"/>
                <a:gd name="csX241" fmla="*/ 222718 w 305716"/>
                <a:gd name="csY241" fmla="*/ 346233 h 369338"/>
                <a:gd name="csX242" fmla="*/ 221338 w 305716"/>
                <a:gd name="csY242" fmla="*/ 347768 h 369338"/>
                <a:gd name="csX243" fmla="*/ 216337 w 305716"/>
                <a:gd name="csY243" fmla="*/ 352993 h 369338"/>
                <a:gd name="csX244" fmla="*/ 215596 w 305716"/>
                <a:gd name="csY244" fmla="*/ 353700 h 369338"/>
                <a:gd name="csX245" fmla="*/ 211060 w 305716"/>
                <a:gd name="csY245" fmla="*/ 357977 h 369338"/>
                <a:gd name="csX246" fmla="*/ 209353 w 305716"/>
                <a:gd name="csY246" fmla="*/ 359461 h 369338"/>
                <a:gd name="csX247" fmla="*/ 205369 w 305716"/>
                <a:gd name="csY247" fmla="*/ 362841 h 369338"/>
                <a:gd name="csX248" fmla="*/ 203696 w 305716"/>
                <a:gd name="csY248" fmla="*/ 364203 h 369338"/>
                <a:gd name="csX249" fmla="*/ 197987 w 305716"/>
                <a:gd name="csY249" fmla="*/ 368532 h 369338"/>
                <a:gd name="csX250" fmla="*/ 235928 w 305716"/>
                <a:gd name="csY250" fmla="*/ 341284 h 369338"/>
                <a:gd name="csX251" fmla="*/ 241637 w 305716"/>
                <a:gd name="csY251" fmla="*/ 336955 h 369338"/>
                <a:gd name="csX252" fmla="*/ 243310 w 305716"/>
                <a:gd name="csY252" fmla="*/ 335592 h 369338"/>
                <a:gd name="csX253" fmla="*/ 247293 w 305716"/>
                <a:gd name="csY253" fmla="*/ 332229 h 369338"/>
                <a:gd name="csX254" fmla="*/ 249001 w 305716"/>
                <a:gd name="csY254" fmla="*/ 330729 h 369338"/>
                <a:gd name="csX255" fmla="*/ 253536 w 305716"/>
                <a:gd name="csY255" fmla="*/ 326452 h 369338"/>
                <a:gd name="csX256" fmla="*/ 254278 w 305716"/>
                <a:gd name="csY256" fmla="*/ 325745 h 369338"/>
                <a:gd name="csX257" fmla="*/ 259279 w 305716"/>
                <a:gd name="csY257" fmla="*/ 320519 h 369338"/>
                <a:gd name="csX258" fmla="*/ 260659 w 305716"/>
                <a:gd name="csY258" fmla="*/ 318985 h 369338"/>
                <a:gd name="csX259" fmla="*/ 264177 w 305716"/>
                <a:gd name="csY259" fmla="*/ 314897 h 369338"/>
                <a:gd name="csX260" fmla="*/ 265678 w 305716"/>
                <a:gd name="csY260" fmla="*/ 313086 h 369338"/>
                <a:gd name="csX261" fmla="*/ 269282 w 305716"/>
                <a:gd name="csY261" fmla="*/ 308465 h 369338"/>
                <a:gd name="csX262" fmla="*/ 270230 w 305716"/>
                <a:gd name="csY262" fmla="*/ 307206 h 369338"/>
                <a:gd name="csX263" fmla="*/ 270506 w 305716"/>
                <a:gd name="csY263" fmla="*/ 306826 h 369338"/>
                <a:gd name="csX264" fmla="*/ 274732 w 305716"/>
                <a:gd name="csY264" fmla="*/ 300756 h 369338"/>
                <a:gd name="csX265" fmla="*/ 274766 w 305716"/>
                <a:gd name="csY265" fmla="*/ 300704 h 369338"/>
                <a:gd name="csX266" fmla="*/ 278732 w 305716"/>
                <a:gd name="csY266" fmla="*/ 294392 h 369338"/>
                <a:gd name="csX267" fmla="*/ 278974 w 305716"/>
                <a:gd name="csY267" fmla="*/ 293961 h 369338"/>
                <a:gd name="csX268" fmla="*/ 279595 w 305716"/>
                <a:gd name="csY268" fmla="*/ 292874 h 369338"/>
                <a:gd name="csX269" fmla="*/ 282716 w 305716"/>
                <a:gd name="csY269" fmla="*/ 287304 h 369338"/>
                <a:gd name="csX270" fmla="*/ 283596 w 305716"/>
                <a:gd name="csY270" fmla="*/ 285631 h 369338"/>
                <a:gd name="csX271" fmla="*/ 284234 w 305716"/>
                <a:gd name="csY271" fmla="*/ 284407 h 369338"/>
                <a:gd name="csX272" fmla="*/ 285251 w 305716"/>
                <a:gd name="csY272" fmla="*/ 282268 h 369338"/>
                <a:gd name="csX273" fmla="*/ 287821 w 305716"/>
                <a:gd name="csY273" fmla="*/ 276819 h 369338"/>
                <a:gd name="csX274" fmla="*/ 288511 w 305716"/>
                <a:gd name="csY274" fmla="*/ 275370 h 369338"/>
                <a:gd name="csX275" fmla="*/ 289356 w 305716"/>
                <a:gd name="csY275" fmla="*/ 273283 h 369338"/>
                <a:gd name="csX276" fmla="*/ 291218 w 305716"/>
                <a:gd name="csY276" fmla="*/ 268661 h 369338"/>
                <a:gd name="csX277" fmla="*/ 291995 w 305716"/>
                <a:gd name="csY277" fmla="*/ 266781 h 369338"/>
                <a:gd name="csX278" fmla="*/ 292719 w 305716"/>
                <a:gd name="csY278" fmla="*/ 264677 h 369338"/>
                <a:gd name="csX279" fmla="*/ 294099 w 305716"/>
                <a:gd name="csY279" fmla="*/ 260728 h 369338"/>
                <a:gd name="csX280" fmla="*/ 294806 w 305716"/>
                <a:gd name="csY280" fmla="*/ 258693 h 369338"/>
                <a:gd name="csX281" fmla="*/ 295530 w 305716"/>
                <a:gd name="csY281" fmla="*/ 256261 h 369338"/>
                <a:gd name="csX282" fmla="*/ 296582 w 305716"/>
                <a:gd name="csY282" fmla="*/ 252709 h 369338"/>
                <a:gd name="csX283" fmla="*/ 297117 w 305716"/>
                <a:gd name="csY283" fmla="*/ 250898 h 369338"/>
                <a:gd name="csX284" fmla="*/ 297893 w 305716"/>
                <a:gd name="csY284" fmla="*/ 247811 h 369338"/>
                <a:gd name="csX285" fmla="*/ 298720 w 305716"/>
                <a:gd name="csY285" fmla="*/ 244483 h 369338"/>
                <a:gd name="csX286" fmla="*/ 299048 w 305716"/>
                <a:gd name="csY286" fmla="*/ 243155 h 369338"/>
                <a:gd name="csX287" fmla="*/ 299979 w 305716"/>
                <a:gd name="csY287" fmla="*/ 238653 h 369338"/>
                <a:gd name="csX288" fmla="*/ 300480 w 305716"/>
                <a:gd name="csY288" fmla="*/ 236239 h 369338"/>
                <a:gd name="csX289" fmla="*/ 300600 w 305716"/>
                <a:gd name="csY289" fmla="*/ 235653 h 369338"/>
                <a:gd name="csX290" fmla="*/ 301842 w 305716"/>
                <a:gd name="csY290" fmla="*/ 228065 h 369338"/>
                <a:gd name="csX291" fmla="*/ 301911 w 305716"/>
                <a:gd name="csY291" fmla="*/ 227599 h 369338"/>
                <a:gd name="csX292" fmla="*/ 302773 w 305716"/>
                <a:gd name="csY292" fmla="*/ 220597 h 369338"/>
                <a:gd name="csX293" fmla="*/ 302894 w 305716"/>
                <a:gd name="csY293" fmla="*/ 219269 h 369338"/>
                <a:gd name="csX294" fmla="*/ 303135 w 305716"/>
                <a:gd name="csY294" fmla="*/ 216458 h 369338"/>
                <a:gd name="csX295" fmla="*/ 303429 w 305716"/>
                <a:gd name="csY295" fmla="*/ 213147 h 369338"/>
                <a:gd name="csX296" fmla="*/ 303549 w 305716"/>
                <a:gd name="csY296" fmla="*/ 210629 h 369338"/>
                <a:gd name="csX297" fmla="*/ 303704 w 305716"/>
                <a:gd name="csY297" fmla="*/ 207680 h 369338"/>
                <a:gd name="csX298" fmla="*/ 303791 w 305716"/>
                <a:gd name="csY298" fmla="*/ 205731 h 369338"/>
                <a:gd name="csX299" fmla="*/ 303842 w 305716"/>
                <a:gd name="csY299" fmla="*/ 201558 h 369338"/>
                <a:gd name="csX300" fmla="*/ 303877 w 305716"/>
                <a:gd name="csY300" fmla="*/ 199143 h 369338"/>
                <a:gd name="csX301" fmla="*/ 303894 w 305716"/>
                <a:gd name="csY301" fmla="*/ 198350 h 369338"/>
                <a:gd name="csX302" fmla="*/ 303704 w 305716"/>
                <a:gd name="csY302" fmla="*/ 190831 h 369338"/>
                <a:gd name="csX303" fmla="*/ 303687 w 305716"/>
                <a:gd name="csY303" fmla="*/ 190675 h 369338"/>
                <a:gd name="csX304" fmla="*/ 303618 w 305716"/>
                <a:gd name="csY304" fmla="*/ 189589 h 369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Lst>
              <a:rect l="l" t="t" r="r" b="b"/>
              <a:pathLst>
                <a:path w="305716" h="369338">
                  <a:moveTo>
                    <a:pt x="303618" y="189589"/>
                  </a:moveTo>
                  <a:cubicBezTo>
                    <a:pt x="303515" y="187520"/>
                    <a:pt x="303411" y="185433"/>
                    <a:pt x="303239" y="183346"/>
                  </a:cubicBezTo>
                  <a:cubicBezTo>
                    <a:pt x="303205" y="182984"/>
                    <a:pt x="303170" y="182622"/>
                    <a:pt x="303135" y="182242"/>
                  </a:cubicBezTo>
                  <a:cubicBezTo>
                    <a:pt x="303049" y="181259"/>
                    <a:pt x="302946" y="180276"/>
                    <a:pt x="302842" y="179293"/>
                  </a:cubicBezTo>
                  <a:cubicBezTo>
                    <a:pt x="302722" y="178103"/>
                    <a:pt x="302618" y="176896"/>
                    <a:pt x="302480" y="175706"/>
                  </a:cubicBezTo>
                  <a:cubicBezTo>
                    <a:pt x="302411" y="175051"/>
                    <a:pt x="302290" y="174378"/>
                    <a:pt x="302221" y="173723"/>
                  </a:cubicBezTo>
                  <a:cubicBezTo>
                    <a:pt x="302083" y="172654"/>
                    <a:pt x="301928" y="171602"/>
                    <a:pt x="301773" y="170550"/>
                  </a:cubicBezTo>
                  <a:cubicBezTo>
                    <a:pt x="301669" y="169722"/>
                    <a:pt x="301566" y="168911"/>
                    <a:pt x="301445" y="168101"/>
                  </a:cubicBezTo>
                  <a:cubicBezTo>
                    <a:pt x="301290" y="167118"/>
                    <a:pt x="301101" y="166152"/>
                    <a:pt x="300928" y="165186"/>
                  </a:cubicBezTo>
                  <a:cubicBezTo>
                    <a:pt x="300755" y="164117"/>
                    <a:pt x="300583" y="163065"/>
                    <a:pt x="300376" y="162030"/>
                  </a:cubicBezTo>
                  <a:cubicBezTo>
                    <a:pt x="300290" y="161496"/>
                    <a:pt x="300204" y="160978"/>
                    <a:pt x="300117" y="160461"/>
                  </a:cubicBezTo>
                  <a:cubicBezTo>
                    <a:pt x="299841" y="159081"/>
                    <a:pt x="299531" y="157719"/>
                    <a:pt x="299238" y="156356"/>
                  </a:cubicBezTo>
                  <a:cubicBezTo>
                    <a:pt x="299048" y="155460"/>
                    <a:pt x="298876" y="154563"/>
                    <a:pt x="298669" y="153683"/>
                  </a:cubicBezTo>
                  <a:cubicBezTo>
                    <a:pt x="298600" y="153442"/>
                    <a:pt x="298565" y="153183"/>
                    <a:pt x="298496" y="152942"/>
                  </a:cubicBezTo>
                  <a:cubicBezTo>
                    <a:pt x="297944" y="150493"/>
                    <a:pt x="297323" y="148061"/>
                    <a:pt x="296668" y="145629"/>
                  </a:cubicBezTo>
                  <a:cubicBezTo>
                    <a:pt x="296668" y="145612"/>
                    <a:pt x="296651" y="145578"/>
                    <a:pt x="296651" y="145543"/>
                  </a:cubicBezTo>
                  <a:cubicBezTo>
                    <a:pt x="296582" y="145336"/>
                    <a:pt x="296513" y="145112"/>
                    <a:pt x="296461" y="144888"/>
                  </a:cubicBezTo>
                  <a:cubicBezTo>
                    <a:pt x="295875" y="142749"/>
                    <a:pt x="295254" y="140628"/>
                    <a:pt x="294616" y="138507"/>
                  </a:cubicBezTo>
                  <a:cubicBezTo>
                    <a:pt x="294513" y="138179"/>
                    <a:pt x="294392" y="137851"/>
                    <a:pt x="294288" y="137507"/>
                  </a:cubicBezTo>
                  <a:cubicBezTo>
                    <a:pt x="294030" y="136713"/>
                    <a:pt x="293754" y="135920"/>
                    <a:pt x="293495" y="135127"/>
                  </a:cubicBezTo>
                  <a:cubicBezTo>
                    <a:pt x="293133" y="133988"/>
                    <a:pt x="292771" y="132850"/>
                    <a:pt x="292391" y="131712"/>
                  </a:cubicBezTo>
                  <a:cubicBezTo>
                    <a:pt x="292132" y="131005"/>
                    <a:pt x="291857" y="130280"/>
                    <a:pt x="291615" y="129574"/>
                  </a:cubicBezTo>
                  <a:cubicBezTo>
                    <a:pt x="291287" y="128694"/>
                    <a:pt x="290977" y="127832"/>
                    <a:pt x="290650" y="126952"/>
                  </a:cubicBezTo>
                  <a:cubicBezTo>
                    <a:pt x="290425" y="126314"/>
                    <a:pt x="290201" y="125676"/>
                    <a:pt x="289959" y="125038"/>
                  </a:cubicBezTo>
                  <a:cubicBezTo>
                    <a:pt x="289477" y="123779"/>
                    <a:pt x="288959" y="122537"/>
                    <a:pt x="288442" y="121278"/>
                  </a:cubicBezTo>
                  <a:cubicBezTo>
                    <a:pt x="288166" y="120606"/>
                    <a:pt x="287907" y="119933"/>
                    <a:pt x="287632" y="119261"/>
                  </a:cubicBezTo>
                  <a:cubicBezTo>
                    <a:pt x="287545" y="119036"/>
                    <a:pt x="287442" y="118795"/>
                    <a:pt x="287355" y="118553"/>
                  </a:cubicBezTo>
                  <a:cubicBezTo>
                    <a:pt x="286424" y="116363"/>
                    <a:pt x="285476" y="114190"/>
                    <a:pt x="284475" y="112034"/>
                  </a:cubicBezTo>
                  <a:cubicBezTo>
                    <a:pt x="284441" y="111948"/>
                    <a:pt x="284389" y="111862"/>
                    <a:pt x="284337" y="111776"/>
                  </a:cubicBezTo>
                  <a:cubicBezTo>
                    <a:pt x="284061" y="111155"/>
                    <a:pt x="283751" y="110551"/>
                    <a:pt x="283458" y="109930"/>
                  </a:cubicBezTo>
                  <a:cubicBezTo>
                    <a:pt x="282664" y="108275"/>
                    <a:pt x="281889" y="106619"/>
                    <a:pt x="281061" y="104998"/>
                  </a:cubicBezTo>
                  <a:cubicBezTo>
                    <a:pt x="280940" y="104739"/>
                    <a:pt x="280785" y="104481"/>
                    <a:pt x="280664" y="104222"/>
                  </a:cubicBezTo>
                  <a:cubicBezTo>
                    <a:pt x="279974" y="102894"/>
                    <a:pt x="279250" y="101583"/>
                    <a:pt x="278543" y="100256"/>
                  </a:cubicBezTo>
                  <a:cubicBezTo>
                    <a:pt x="277974" y="99186"/>
                    <a:pt x="277422" y="98117"/>
                    <a:pt x="276836" y="97065"/>
                  </a:cubicBezTo>
                  <a:cubicBezTo>
                    <a:pt x="276732" y="96875"/>
                    <a:pt x="276611" y="96686"/>
                    <a:pt x="276491" y="96496"/>
                  </a:cubicBezTo>
                  <a:cubicBezTo>
                    <a:pt x="274576" y="93099"/>
                    <a:pt x="272559" y="89770"/>
                    <a:pt x="270455" y="86493"/>
                  </a:cubicBezTo>
                  <a:cubicBezTo>
                    <a:pt x="270282" y="86217"/>
                    <a:pt x="270127" y="85907"/>
                    <a:pt x="269955" y="85631"/>
                  </a:cubicBezTo>
                  <a:cubicBezTo>
                    <a:pt x="269420" y="84803"/>
                    <a:pt x="268833" y="84010"/>
                    <a:pt x="268282" y="83199"/>
                  </a:cubicBezTo>
                  <a:cubicBezTo>
                    <a:pt x="267402" y="81854"/>
                    <a:pt x="266505" y="80509"/>
                    <a:pt x="265591" y="79198"/>
                  </a:cubicBezTo>
                  <a:cubicBezTo>
                    <a:pt x="264764" y="78043"/>
                    <a:pt x="263936" y="76887"/>
                    <a:pt x="263091" y="75749"/>
                  </a:cubicBezTo>
                  <a:cubicBezTo>
                    <a:pt x="262142" y="74456"/>
                    <a:pt x="261193" y="73180"/>
                    <a:pt x="260228" y="71907"/>
                  </a:cubicBezTo>
                  <a:cubicBezTo>
                    <a:pt x="259917" y="71491"/>
                    <a:pt x="259607" y="71057"/>
                    <a:pt x="259279" y="70643"/>
                  </a:cubicBezTo>
                  <a:cubicBezTo>
                    <a:pt x="258521" y="69649"/>
                    <a:pt x="257710" y="68685"/>
                    <a:pt x="256917" y="67709"/>
                  </a:cubicBezTo>
                  <a:cubicBezTo>
                    <a:pt x="256365" y="67038"/>
                    <a:pt x="255847" y="66361"/>
                    <a:pt x="255296" y="65698"/>
                  </a:cubicBezTo>
                  <a:cubicBezTo>
                    <a:pt x="253554" y="63618"/>
                    <a:pt x="251795" y="61568"/>
                    <a:pt x="250001" y="59564"/>
                  </a:cubicBezTo>
                  <a:cubicBezTo>
                    <a:pt x="249984" y="59545"/>
                    <a:pt x="249966" y="59526"/>
                    <a:pt x="249949" y="59509"/>
                  </a:cubicBezTo>
                  <a:lnTo>
                    <a:pt x="249949" y="59505"/>
                  </a:lnTo>
                  <a:cubicBezTo>
                    <a:pt x="249932" y="59488"/>
                    <a:pt x="249915" y="59473"/>
                    <a:pt x="249898" y="59457"/>
                  </a:cubicBezTo>
                  <a:cubicBezTo>
                    <a:pt x="247845" y="57172"/>
                    <a:pt x="245724" y="54942"/>
                    <a:pt x="243568" y="52760"/>
                  </a:cubicBezTo>
                  <a:cubicBezTo>
                    <a:pt x="243465" y="52664"/>
                    <a:pt x="243379" y="52560"/>
                    <a:pt x="243292" y="52464"/>
                  </a:cubicBezTo>
                  <a:cubicBezTo>
                    <a:pt x="241706" y="50879"/>
                    <a:pt x="240102" y="49339"/>
                    <a:pt x="238464" y="47809"/>
                  </a:cubicBezTo>
                  <a:cubicBezTo>
                    <a:pt x="238136" y="47502"/>
                    <a:pt x="237826" y="47178"/>
                    <a:pt x="237498" y="46873"/>
                  </a:cubicBezTo>
                  <a:cubicBezTo>
                    <a:pt x="237480" y="46855"/>
                    <a:pt x="237463" y="46837"/>
                    <a:pt x="237446" y="46818"/>
                  </a:cubicBezTo>
                  <a:cubicBezTo>
                    <a:pt x="235497" y="45022"/>
                    <a:pt x="233531" y="43268"/>
                    <a:pt x="231531" y="41556"/>
                  </a:cubicBezTo>
                  <a:cubicBezTo>
                    <a:pt x="231427" y="41471"/>
                    <a:pt x="231324" y="41392"/>
                    <a:pt x="231220" y="41308"/>
                  </a:cubicBezTo>
                  <a:cubicBezTo>
                    <a:pt x="230617" y="40787"/>
                    <a:pt x="229979" y="40293"/>
                    <a:pt x="229358" y="39780"/>
                  </a:cubicBezTo>
                  <a:cubicBezTo>
                    <a:pt x="228082" y="38724"/>
                    <a:pt x="226823" y="37657"/>
                    <a:pt x="225529" y="36636"/>
                  </a:cubicBezTo>
                  <a:cubicBezTo>
                    <a:pt x="225288" y="36444"/>
                    <a:pt x="225029" y="36267"/>
                    <a:pt x="224788" y="36075"/>
                  </a:cubicBezTo>
                  <a:cubicBezTo>
                    <a:pt x="223908" y="35391"/>
                    <a:pt x="222994" y="34735"/>
                    <a:pt x="222114" y="34066"/>
                  </a:cubicBezTo>
                  <a:cubicBezTo>
                    <a:pt x="221131" y="33326"/>
                    <a:pt x="220149" y="32564"/>
                    <a:pt x="219148" y="31845"/>
                  </a:cubicBezTo>
                  <a:cubicBezTo>
                    <a:pt x="218786" y="31577"/>
                    <a:pt x="218407" y="31334"/>
                    <a:pt x="218027" y="31070"/>
                  </a:cubicBezTo>
                  <a:cubicBezTo>
                    <a:pt x="217061" y="30381"/>
                    <a:pt x="216061" y="29713"/>
                    <a:pt x="215078" y="29042"/>
                  </a:cubicBezTo>
                  <a:cubicBezTo>
                    <a:pt x="214233" y="28464"/>
                    <a:pt x="213388" y="27861"/>
                    <a:pt x="212543" y="27297"/>
                  </a:cubicBezTo>
                  <a:cubicBezTo>
                    <a:pt x="212043" y="26980"/>
                    <a:pt x="211543" y="26690"/>
                    <a:pt x="211060" y="26376"/>
                  </a:cubicBezTo>
                  <a:cubicBezTo>
                    <a:pt x="209991" y="25690"/>
                    <a:pt x="208904" y="25024"/>
                    <a:pt x="207835" y="24362"/>
                  </a:cubicBezTo>
                  <a:cubicBezTo>
                    <a:pt x="207076" y="23900"/>
                    <a:pt x="206352" y="23411"/>
                    <a:pt x="205593" y="22961"/>
                  </a:cubicBezTo>
                  <a:cubicBezTo>
                    <a:pt x="204989" y="22610"/>
                    <a:pt x="204386" y="22292"/>
                    <a:pt x="203782" y="21947"/>
                  </a:cubicBezTo>
                  <a:cubicBezTo>
                    <a:pt x="202696" y="21320"/>
                    <a:pt x="201592" y="20704"/>
                    <a:pt x="200488" y="20099"/>
                  </a:cubicBezTo>
                  <a:cubicBezTo>
                    <a:pt x="199833" y="19729"/>
                    <a:pt x="199178" y="19335"/>
                    <a:pt x="198505" y="18976"/>
                  </a:cubicBezTo>
                  <a:cubicBezTo>
                    <a:pt x="197763" y="18588"/>
                    <a:pt x="197022" y="18241"/>
                    <a:pt x="196297" y="17864"/>
                  </a:cubicBezTo>
                  <a:cubicBezTo>
                    <a:pt x="195211" y="17306"/>
                    <a:pt x="194124" y="16755"/>
                    <a:pt x="193021" y="16220"/>
                  </a:cubicBezTo>
                  <a:cubicBezTo>
                    <a:pt x="192469" y="15944"/>
                    <a:pt x="191917" y="15642"/>
                    <a:pt x="191348" y="15373"/>
                  </a:cubicBezTo>
                  <a:cubicBezTo>
                    <a:pt x="190434" y="14935"/>
                    <a:pt x="189485" y="14542"/>
                    <a:pt x="188554" y="14121"/>
                  </a:cubicBezTo>
                  <a:cubicBezTo>
                    <a:pt x="187537" y="13656"/>
                    <a:pt x="186519" y="13186"/>
                    <a:pt x="185484" y="12741"/>
                  </a:cubicBezTo>
                  <a:cubicBezTo>
                    <a:pt x="185070" y="12562"/>
                    <a:pt x="184656" y="12362"/>
                    <a:pt x="184243" y="12186"/>
                  </a:cubicBezTo>
                  <a:cubicBezTo>
                    <a:pt x="182984" y="11658"/>
                    <a:pt x="181708" y="11182"/>
                    <a:pt x="180431" y="10682"/>
                  </a:cubicBezTo>
                  <a:cubicBezTo>
                    <a:pt x="179569" y="10339"/>
                    <a:pt x="178707" y="9977"/>
                    <a:pt x="177827" y="9649"/>
                  </a:cubicBezTo>
                  <a:cubicBezTo>
                    <a:pt x="177603" y="9565"/>
                    <a:pt x="177379" y="9466"/>
                    <a:pt x="177155" y="9384"/>
                  </a:cubicBezTo>
                  <a:cubicBezTo>
                    <a:pt x="174844" y="8532"/>
                    <a:pt x="172533" y="7730"/>
                    <a:pt x="170187" y="6976"/>
                  </a:cubicBezTo>
                  <a:cubicBezTo>
                    <a:pt x="170170" y="6969"/>
                    <a:pt x="170136" y="6964"/>
                    <a:pt x="170118" y="6959"/>
                  </a:cubicBezTo>
                  <a:cubicBezTo>
                    <a:pt x="169946" y="6904"/>
                    <a:pt x="169773" y="6859"/>
                    <a:pt x="169601" y="6804"/>
                  </a:cubicBezTo>
                  <a:cubicBezTo>
                    <a:pt x="167480" y="6131"/>
                    <a:pt x="165358" y="5488"/>
                    <a:pt x="163203" y="4898"/>
                  </a:cubicBezTo>
                  <a:cubicBezTo>
                    <a:pt x="162651" y="4750"/>
                    <a:pt x="162116" y="4605"/>
                    <a:pt x="161564" y="4462"/>
                  </a:cubicBezTo>
                  <a:cubicBezTo>
                    <a:pt x="159805" y="3998"/>
                    <a:pt x="158046" y="3565"/>
                    <a:pt x="156287" y="3163"/>
                  </a:cubicBezTo>
                  <a:cubicBezTo>
                    <a:pt x="155615" y="3010"/>
                    <a:pt x="154942" y="2894"/>
                    <a:pt x="154269" y="2751"/>
                  </a:cubicBezTo>
                  <a:cubicBezTo>
                    <a:pt x="153355" y="2554"/>
                    <a:pt x="152459" y="2368"/>
                    <a:pt x="151545" y="2189"/>
                  </a:cubicBezTo>
                  <a:cubicBezTo>
                    <a:pt x="150837" y="2051"/>
                    <a:pt x="150130" y="1884"/>
                    <a:pt x="149423" y="1754"/>
                  </a:cubicBezTo>
                  <a:cubicBezTo>
                    <a:pt x="148302" y="1547"/>
                    <a:pt x="147181" y="1392"/>
                    <a:pt x="146043" y="1209"/>
                  </a:cubicBezTo>
                  <a:cubicBezTo>
                    <a:pt x="145233" y="1080"/>
                    <a:pt x="144422" y="937"/>
                    <a:pt x="143612" y="819"/>
                  </a:cubicBezTo>
                  <a:cubicBezTo>
                    <a:pt x="143284" y="771"/>
                    <a:pt x="142956" y="704"/>
                    <a:pt x="142611" y="659"/>
                  </a:cubicBezTo>
                  <a:cubicBezTo>
                    <a:pt x="140352" y="345"/>
                    <a:pt x="138110" y="85"/>
                    <a:pt x="135868" y="-127"/>
                  </a:cubicBezTo>
                  <a:cubicBezTo>
                    <a:pt x="135851" y="-129"/>
                    <a:pt x="135834" y="-131"/>
                    <a:pt x="135834" y="-133"/>
                  </a:cubicBezTo>
                  <a:cubicBezTo>
                    <a:pt x="133540" y="-348"/>
                    <a:pt x="131246" y="-512"/>
                    <a:pt x="128970" y="-624"/>
                  </a:cubicBezTo>
                  <a:cubicBezTo>
                    <a:pt x="128677" y="-638"/>
                    <a:pt x="128383" y="-634"/>
                    <a:pt x="128090" y="-648"/>
                  </a:cubicBezTo>
                  <a:cubicBezTo>
                    <a:pt x="127262" y="-683"/>
                    <a:pt x="126435" y="-691"/>
                    <a:pt x="125624" y="-714"/>
                  </a:cubicBezTo>
                  <a:cubicBezTo>
                    <a:pt x="124451" y="-745"/>
                    <a:pt x="123279" y="-802"/>
                    <a:pt x="122106" y="-807"/>
                  </a:cubicBezTo>
                  <a:cubicBezTo>
                    <a:pt x="121537" y="-809"/>
                    <a:pt x="120950" y="-776"/>
                    <a:pt x="120381" y="-772"/>
                  </a:cubicBezTo>
                  <a:cubicBezTo>
                    <a:pt x="119364" y="-764"/>
                    <a:pt x="118346" y="-740"/>
                    <a:pt x="117329" y="-712"/>
                  </a:cubicBezTo>
                  <a:cubicBezTo>
                    <a:pt x="116553" y="-690"/>
                    <a:pt x="115759" y="-698"/>
                    <a:pt x="114983" y="-665"/>
                  </a:cubicBezTo>
                  <a:cubicBezTo>
                    <a:pt x="114173" y="-629"/>
                    <a:pt x="113362" y="-548"/>
                    <a:pt x="112552" y="-498"/>
                  </a:cubicBezTo>
                  <a:cubicBezTo>
                    <a:pt x="111517" y="-438"/>
                    <a:pt x="110499" y="-374"/>
                    <a:pt x="109482" y="-291"/>
                  </a:cubicBezTo>
                  <a:cubicBezTo>
                    <a:pt x="108947" y="-248"/>
                    <a:pt x="108413" y="-231"/>
                    <a:pt x="107878" y="-181"/>
                  </a:cubicBezTo>
                  <a:cubicBezTo>
                    <a:pt x="106912" y="-93"/>
                    <a:pt x="105964" y="50"/>
                    <a:pt x="105015" y="157"/>
                  </a:cubicBezTo>
                  <a:cubicBezTo>
                    <a:pt x="103825" y="290"/>
                    <a:pt x="102653" y="418"/>
                    <a:pt x="101463" y="580"/>
                  </a:cubicBezTo>
                  <a:cubicBezTo>
                    <a:pt x="101049" y="637"/>
                    <a:pt x="100635" y="668"/>
                    <a:pt x="100221" y="728"/>
                  </a:cubicBezTo>
                  <a:cubicBezTo>
                    <a:pt x="99238" y="869"/>
                    <a:pt x="98272" y="1071"/>
                    <a:pt x="97306" y="1233"/>
                  </a:cubicBezTo>
                  <a:cubicBezTo>
                    <a:pt x="96030" y="1445"/>
                    <a:pt x="94754" y="1649"/>
                    <a:pt x="93495" y="1892"/>
                  </a:cubicBezTo>
                  <a:cubicBezTo>
                    <a:pt x="93133" y="1965"/>
                    <a:pt x="92754" y="2013"/>
                    <a:pt x="92374" y="2087"/>
                  </a:cubicBezTo>
                  <a:cubicBezTo>
                    <a:pt x="91512" y="2261"/>
                    <a:pt x="90667" y="2494"/>
                    <a:pt x="89822" y="2684"/>
                  </a:cubicBezTo>
                  <a:cubicBezTo>
                    <a:pt x="88304" y="3017"/>
                    <a:pt x="86786" y="3355"/>
                    <a:pt x="85303" y="3734"/>
                  </a:cubicBezTo>
                  <a:cubicBezTo>
                    <a:pt x="84872" y="3841"/>
                    <a:pt x="84458" y="3919"/>
                    <a:pt x="84027" y="4029"/>
                  </a:cubicBezTo>
                  <a:cubicBezTo>
                    <a:pt x="82372" y="4467"/>
                    <a:pt x="80716" y="4939"/>
                    <a:pt x="79078" y="5434"/>
                  </a:cubicBezTo>
                  <a:cubicBezTo>
                    <a:pt x="78871" y="5498"/>
                    <a:pt x="78664" y="5571"/>
                    <a:pt x="78457" y="5636"/>
                  </a:cubicBezTo>
                  <a:cubicBezTo>
                    <a:pt x="77215" y="6019"/>
                    <a:pt x="75956" y="6407"/>
                    <a:pt x="74732" y="6823"/>
                  </a:cubicBezTo>
                  <a:cubicBezTo>
                    <a:pt x="73938" y="7088"/>
                    <a:pt x="73162" y="7383"/>
                    <a:pt x="72386" y="7663"/>
                  </a:cubicBezTo>
                  <a:cubicBezTo>
                    <a:pt x="71800" y="7871"/>
                    <a:pt x="71213" y="8077"/>
                    <a:pt x="70627" y="8294"/>
                  </a:cubicBezTo>
                  <a:cubicBezTo>
                    <a:pt x="68489" y="9089"/>
                    <a:pt x="66367" y="9915"/>
                    <a:pt x="64263" y="10807"/>
                  </a:cubicBezTo>
                  <a:cubicBezTo>
                    <a:pt x="64194" y="10836"/>
                    <a:pt x="64125" y="10869"/>
                    <a:pt x="64074" y="10896"/>
                  </a:cubicBezTo>
                  <a:cubicBezTo>
                    <a:pt x="63504" y="11141"/>
                    <a:pt x="62935" y="11417"/>
                    <a:pt x="62366" y="11667"/>
                  </a:cubicBezTo>
                  <a:cubicBezTo>
                    <a:pt x="60625" y="12441"/>
                    <a:pt x="58883" y="13231"/>
                    <a:pt x="57158" y="14073"/>
                  </a:cubicBezTo>
                  <a:cubicBezTo>
                    <a:pt x="56330" y="14483"/>
                    <a:pt x="55502" y="14928"/>
                    <a:pt x="54675" y="15356"/>
                  </a:cubicBezTo>
                  <a:cubicBezTo>
                    <a:pt x="53571" y="15923"/>
                    <a:pt x="52467" y="16463"/>
                    <a:pt x="51381" y="17058"/>
                  </a:cubicBezTo>
                  <a:cubicBezTo>
                    <a:pt x="51105" y="17208"/>
                    <a:pt x="50846" y="17384"/>
                    <a:pt x="50570" y="17536"/>
                  </a:cubicBezTo>
                  <a:cubicBezTo>
                    <a:pt x="48897" y="18465"/>
                    <a:pt x="47242" y="19452"/>
                    <a:pt x="45603" y="20447"/>
                  </a:cubicBezTo>
                  <a:cubicBezTo>
                    <a:pt x="44810" y="20932"/>
                    <a:pt x="44000" y="21390"/>
                    <a:pt x="43206" y="21890"/>
                  </a:cubicBezTo>
                  <a:cubicBezTo>
                    <a:pt x="40809" y="23415"/>
                    <a:pt x="38446" y="25000"/>
                    <a:pt x="36118" y="26666"/>
                  </a:cubicBezTo>
                  <a:lnTo>
                    <a:pt x="-1823" y="53913"/>
                  </a:lnTo>
                  <a:cubicBezTo>
                    <a:pt x="488" y="52247"/>
                    <a:pt x="2868" y="50662"/>
                    <a:pt x="5265" y="49137"/>
                  </a:cubicBezTo>
                  <a:cubicBezTo>
                    <a:pt x="6059" y="48637"/>
                    <a:pt x="6869" y="48180"/>
                    <a:pt x="7662" y="47695"/>
                  </a:cubicBezTo>
                  <a:cubicBezTo>
                    <a:pt x="9301" y="46699"/>
                    <a:pt x="10956" y="45712"/>
                    <a:pt x="12629" y="44783"/>
                  </a:cubicBezTo>
                  <a:cubicBezTo>
                    <a:pt x="13975" y="44029"/>
                    <a:pt x="15354" y="43315"/>
                    <a:pt x="16734" y="42606"/>
                  </a:cubicBezTo>
                  <a:cubicBezTo>
                    <a:pt x="17562" y="42178"/>
                    <a:pt x="18389" y="41732"/>
                    <a:pt x="19217" y="41320"/>
                  </a:cubicBezTo>
                  <a:cubicBezTo>
                    <a:pt x="20942" y="40478"/>
                    <a:pt x="22684" y="39690"/>
                    <a:pt x="24425" y="38915"/>
                  </a:cubicBezTo>
                  <a:cubicBezTo>
                    <a:pt x="24995" y="38664"/>
                    <a:pt x="25564" y="38388"/>
                    <a:pt x="26133" y="38143"/>
                  </a:cubicBezTo>
                  <a:cubicBezTo>
                    <a:pt x="28289" y="37220"/>
                    <a:pt x="30479" y="36361"/>
                    <a:pt x="32686" y="35544"/>
                  </a:cubicBezTo>
                  <a:cubicBezTo>
                    <a:pt x="33273" y="35325"/>
                    <a:pt x="33859" y="35118"/>
                    <a:pt x="34445" y="34908"/>
                  </a:cubicBezTo>
                  <a:cubicBezTo>
                    <a:pt x="36463" y="34194"/>
                    <a:pt x="38464" y="33511"/>
                    <a:pt x="40516" y="32883"/>
                  </a:cubicBezTo>
                  <a:cubicBezTo>
                    <a:pt x="40723" y="32819"/>
                    <a:pt x="40930" y="32747"/>
                    <a:pt x="41137" y="32683"/>
                  </a:cubicBezTo>
                  <a:cubicBezTo>
                    <a:pt x="43189" y="32062"/>
                    <a:pt x="45276" y="31512"/>
                    <a:pt x="47362" y="30981"/>
                  </a:cubicBezTo>
                  <a:cubicBezTo>
                    <a:pt x="48863" y="30601"/>
                    <a:pt x="50363" y="30263"/>
                    <a:pt x="51881" y="29930"/>
                  </a:cubicBezTo>
                  <a:cubicBezTo>
                    <a:pt x="53105" y="29660"/>
                    <a:pt x="54330" y="29380"/>
                    <a:pt x="55554" y="29141"/>
                  </a:cubicBezTo>
                  <a:cubicBezTo>
                    <a:pt x="56813" y="28896"/>
                    <a:pt x="58089" y="28692"/>
                    <a:pt x="59365" y="28482"/>
                  </a:cubicBezTo>
                  <a:cubicBezTo>
                    <a:pt x="60745" y="28251"/>
                    <a:pt x="62125" y="28018"/>
                    <a:pt x="63539" y="27826"/>
                  </a:cubicBezTo>
                  <a:cubicBezTo>
                    <a:pt x="64695" y="27666"/>
                    <a:pt x="65884" y="27538"/>
                    <a:pt x="67057" y="27406"/>
                  </a:cubicBezTo>
                  <a:cubicBezTo>
                    <a:pt x="68558" y="27238"/>
                    <a:pt x="70058" y="27078"/>
                    <a:pt x="71558" y="26955"/>
                  </a:cubicBezTo>
                  <a:cubicBezTo>
                    <a:pt x="72559" y="26874"/>
                    <a:pt x="73576" y="26811"/>
                    <a:pt x="74594" y="26749"/>
                  </a:cubicBezTo>
                  <a:cubicBezTo>
                    <a:pt x="76197" y="26654"/>
                    <a:pt x="77784" y="26581"/>
                    <a:pt x="79388" y="26536"/>
                  </a:cubicBezTo>
                  <a:cubicBezTo>
                    <a:pt x="80405" y="26507"/>
                    <a:pt x="81423" y="26483"/>
                    <a:pt x="82440" y="26476"/>
                  </a:cubicBezTo>
                  <a:cubicBezTo>
                    <a:pt x="84182" y="26462"/>
                    <a:pt x="85924" y="26486"/>
                    <a:pt x="87666" y="26535"/>
                  </a:cubicBezTo>
                  <a:cubicBezTo>
                    <a:pt x="88494" y="26557"/>
                    <a:pt x="89321" y="26564"/>
                    <a:pt x="90149" y="26600"/>
                  </a:cubicBezTo>
                  <a:cubicBezTo>
                    <a:pt x="92719" y="26711"/>
                    <a:pt x="95289" y="26871"/>
                    <a:pt x="97893" y="27116"/>
                  </a:cubicBezTo>
                  <a:lnTo>
                    <a:pt x="97910" y="27118"/>
                  </a:lnTo>
                  <a:cubicBezTo>
                    <a:pt x="97910" y="27118"/>
                    <a:pt x="97910" y="27119"/>
                    <a:pt x="97927" y="27119"/>
                  </a:cubicBezTo>
                  <a:cubicBezTo>
                    <a:pt x="100497" y="27363"/>
                    <a:pt x="103084" y="27690"/>
                    <a:pt x="105671" y="28066"/>
                  </a:cubicBezTo>
                  <a:cubicBezTo>
                    <a:pt x="106481" y="28183"/>
                    <a:pt x="107292" y="28327"/>
                    <a:pt x="108102" y="28456"/>
                  </a:cubicBezTo>
                  <a:cubicBezTo>
                    <a:pt x="109930" y="28751"/>
                    <a:pt x="111776" y="29075"/>
                    <a:pt x="113604" y="29437"/>
                  </a:cubicBezTo>
                  <a:cubicBezTo>
                    <a:pt x="114518" y="29617"/>
                    <a:pt x="115414" y="29801"/>
                    <a:pt x="116328" y="29996"/>
                  </a:cubicBezTo>
                  <a:cubicBezTo>
                    <a:pt x="118760" y="30519"/>
                    <a:pt x="121192" y="31067"/>
                    <a:pt x="123623" y="31709"/>
                  </a:cubicBezTo>
                  <a:cubicBezTo>
                    <a:pt x="126348" y="32422"/>
                    <a:pt x="129021" y="33214"/>
                    <a:pt x="131695" y="34061"/>
                  </a:cubicBezTo>
                  <a:cubicBezTo>
                    <a:pt x="131850" y="34111"/>
                    <a:pt x="132022" y="34152"/>
                    <a:pt x="132178" y="34204"/>
                  </a:cubicBezTo>
                  <a:cubicBezTo>
                    <a:pt x="134782" y="35037"/>
                    <a:pt x="137334" y="35944"/>
                    <a:pt x="139886" y="36898"/>
                  </a:cubicBezTo>
                  <a:cubicBezTo>
                    <a:pt x="140766" y="37224"/>
                    <a:pt x="141611" y="37582"/>
                    <a:pt x="142473" y="37924"/>
                  </a:cubicBezTo>
                  <a:cubicBezTo>
                    <a:pt x="144181" y="38591"/>
                    <a:pt x="145871" y="39271"/>
                    <a:pt x="147543" y="39992"/>
                  </a:cubicBezTo>
                  <a:cubicBezTo>
                    <a:pt x="148578" y="40433"/>
                    <a:pt x="149579" y="40902"/>
                    <a:pt x="150613" y="41364"/>
                  </a:cubicBezTo>
                  <a:cubicBezTo>
                    <a:pt x="152114" y="42047"/>
                    <a:pt x="153614" y="42744"/>
                    <a:pt x="155097" y="43468"/>
                  </a:cubicBezTo>
                  <a:cubicBezTo>
                    <a:pt x="156184" y="44003"/>
                    <a:pt x="157270" y="44553"/>
                    <a:pt x="158339" y="45110"/>
                  </a:cubicBezTo>
                  <a:cubicBezTo>
                    <a:pt x="159754" y="45836"/>
                    <a:pt x="161168" y="46581"/>
                    <a:pt x="162547" y="47345"/>
                  </a:cubicBezTo>
                  <a:cubicBezTo>
                    <a:pt x="163651" y="47951"/>
                    <a:pt x="164755" y="48566"/>
                    <a:pt x="165841" y="49196"/>
                  </a:cubicBezTo>
                  <a:cubicBezTo>
                    <a:pt x="167204" y="49980"/>
                    <a:pt x="168549" y="50789"/>
                    <a:pt x="169894" y="51610"/>
                  </a:cubicBezTo>
                  <a:cubicBezTo>
                    <a:pt x="170963" y="52272"/>
                    <a:pt x="172050" y="52936"/>
                    <a:pt x="173119" y="53621"/>
                  </a:cubicBezTo>
                  <a:cubicBezTo>
                    <a:pt x="174464" y="54489"/>
                    <a:pt x="175809" y="55384"/>
                    <a:pt x="177137" y="56287"/>
                  </a:cubicBezTo>
                  <a:cubicBezTo>
                    <a:pt x="178120" y="56962"/>
                    <a:pt x="179121" y="57629"/>
                    <a:pt x="180086" y="58322"/>
                  </a:cubicBezTo>
                  <a:cubicBezTo>
                    <a:pt x="181466" y="59293"/>
                    <a:pt x="182811" y="60297"/>
                    <a:pt x="184156" y="61306"/>
                  </a:cubicBezTo>
                  <a:cubicBezTo>
                    <a:pt x="185053" y="61977"/>
                    <a:pt x="185950" y="62635"/>
                    <a:pt x="186847" y="63324"/>
                  </a:cubicBezTo>
                  <a:cubicBezTo>
                    <a:pt x="188382" y="64527"/>
                    <a:pt x="189917" y="65772"/>
                    <a:pt x="191417" y="67026"/>
                  </a:cubicBezTo>
                  <a:cubicBezTo>
                    <a:pt x="192038" y="67540"/>
                    <a:pt x="192676" y="68033"/>
                    <a:pt x="193279" y="68556"/>
                  </a:cubicBezTo>
                  <a:cubicBezTo>
                    <a:pt x="195418" y="70365"/>
                    <a:pt x="197505" y="72219"/>
                    <a:pt x="199557" y="74128"/>
                  </a:cubicBezTo>
                  <a:cubicBezTo>
                    <a:pt x="199885" y="74421"/>
                    <a:pt x="200178" y="74732"/>
                    <a:pt x="200506" y="75025"/>
                  </a:cubicBezTo>
                  <a:cubicBezTo>
                    <a:pt x="202230" y="76663"/>
                    <a:pt x="203955" y="78319"/>
                    <a:pt x="205627" y="80009"/>
                  </a:cubicBezTo>
                  <a:cubicBezTo>
                    <a:pt x="207766" y="82165"/>
                    <a:pt x="209853" y="84372"/>
                    <a:pt x="211905" y="86649"/>
                  </a:cubicBezTo>
                  <a:cubicBezTo>
                    <a:pt x="211940" y="86683"/>
                    <a:pt x="211974" y="86718"/>
                    <a:pt x="212008" y="86752"/>
                  </a:cubicBezTo>
                  <a:cubicBezTo>
                    <a:pt x="212008" y="86769"/>
                    <a:pt x="212026" y="86769"/>
                    <a:pt x="212026" y="86769"/>
                  </a:cubicBezTo>
                  <a:cubicBezTo>
                    <a:pt x="213837" y="88787"/>
                    <a:pt x="215613" y="90857"/>
                    <a:pt x="217355" y="92943"/>
                  </a:cubicBezTo>
                  <a:cubicBezTo>
                    <a:pt x="217889" y="93616"/>
                    <a:pt x="218441" y="94288"/>
                    <a:pt x="218976" y="94961"/>
                  </a:cubicBezTo>
                  <a:cubicBezTo>
                    <a:pt x="220097" y="96341"/>
                    <a:pt x="221201" y="97738"/>
                    <a:pt x="222287" y="99152"/>
                  </a:cubicBezTo>
                  <a:cubicBezTo>
                    <a:pt x="223253" y="100411"/>
                    <a:pt x="224201" y="101704"/>
                    <a:pt x="225150" y="102998"/>
                  </a:cubicBezTo>
                  <a:cubicBezTo>
                    <a:pt x="225978" y="104136"/>
                    <a:pt x="226823" y="105291"/>
                    <a:pt x="227650" y="106447"/>
                  </a:cubicBezTo>
                  <a:cubicBezTo>
                    <a:pt x="228565" y="107757"/>
                    <a:pt x="229461" y="109103"/>
                    <a:pt x="230341" y="110431"/>
                  </a:cubicBezTo>
                  <a:cubicBezTo>
                    <a:pt x="231082" y="111534"/>
                    <a:pt x="231807" y="112621"/>
                    <a:pt x="232514" y="113742"/>
                  </a:cubicBezTo>
                  <a:cubicBezTo>
                    <a:pt x="234618" y="117018"/>
                    <a:pt x="236635" y="120347"/>
                    <a:pt x="238550" y="123744"/>
                  </a:cubicBezTo>
                  <a:cubicBezTo>
                    <a:pt x="239257" y="124986"/>
                    <a:pt x="239929" y="126245"/>
                    <a:pt x="240602" y="127504"/>
                  </a:cubicBezTo>
                  <a:cubicBezTo>
                    <a:pt x="241309" y="128815"/>
                    <a:pt x="242033" y="130143"/>
                    <a:pt x="242723" y="131488"/>
                  </a:cubicBezTo>
                  <a:cubicBezTo>
                    <a:pt x="243672" y="133350"/>
                    <a:pt x="244603" y="135247"/>
                    <a:pt x="245500" y="137144"/>
                  </a:cubicBezTo>
                  <a:cubicBezTo>
                    <a:pt x="245793" y="137783"/>
                    <a:pt x="246121" y="138386"/>
                    <a:pt x="246397" y="139024"/>
                  </a:cubicBezTo>
                  <a:cubicBezTo>
                    <a:pt x="247552" y="141490"/>
                    <a:pt x="248638" y="143991"/>
                    <a:pt x="249691" y="146509"/>
                  </a:cubicBezTo>
                  <a:cubicBezTo>
                    <a:pt x="249966" y="147181"/>
                    <a:pt x="250225" y="147854"/>
                    <a:pt x="250501" y="148527"/>
                  </a:cubicBezTo>
                  <a:cubicBezTo>
                    <a:pt x="251260" y="150406"/>
                    <a:pt x="252002" y="152303"/>
                    <a:pt x="252709" y="154201"/>
                  </a:cubicBezTo>
                  <a:cubicBezTo>
                    <a:pt x="253036" y="155080"/>
                    <a:pt x="253347" y="155942"/>
                    <a:pt x="253657" y="156822"/>
                  </a:cubicBezTo>
                  <a:cubicBezTo>
                    <a:pt x="254330" y="158650"/>
                    <a:pt x="254951" y="160512"/>
                    <a:pt x="255554" y="162375"/>
                  </a:cubicBezTo>
                  <a:cubicBezTo>
                    <a:pt x="255813" y="163168"/>
                    <a:pt x="256089" y="163962"/>
                    <a:pt x="256348" y="164755"/>
                  </a:cubicBezTo>
                  <a:cubicBezTo>
                    <a:pt x="257106" y="167221"/>
                    <a:pt x="257848" y="169687"/>
                    <a:pt x="258521" y="172171"/>
                  </a:cubicBezTo>
                  <a:cubicBezTo>
                    <a:pt x="258589" y="172378"/>
                    <a:pt x="258641" y="172585"/>
                    <a:pt x="258710" y="172792"/>
                  </a:cubicBezTo>
                  <a:cubicBezTo>
                    <a:pt x="259434" y="175482"/>
                    <a:pt x="260107" y="178207"/>
                    <a:pt x="260728" y="180932"/>
                  </a:cubicBezTo>
                  <a:cubicBezTo>
                    <a:pt x="260935" y="181828"/>
                    <a:pt x="261107" y="182708"/>
                    <a:pt x="261297" y="183605"/>
                  </a:cubicBezTo>
                  <a:cubicBezTo>
                    <a:pt x="261694" y="185484"/>
                    <a:pt x="262090" y="187364"/>
                    <a:pt x="262435" y="189261"/>
                  </a:cubicBezTo>
                  <a:cubicBezTo>
                    <a:pt x="262642" y="190313"/>
                    <a:pt x="262815" y="191383"/>
                    <a:pt x="262987" y="192435"/>
                  </a:cubicBezTo>
                  <a:cubicBezTo>
                    <a:pt x="263297" y="194211"/>
                    <a:pt x="263574" y="196005"/>
                    <a:pt x="263832" y="197781"/>
                  </a:cubicBezTo>
                  <a:cubicBezTo>
                    <a:pt x="263988" y="198850"/>
                    <a:pt x="264142" y="199902"/>
                    <a:pt x="264281" y="200971"/>
                  </a:cubicBezTo>
                  <a:cubicBezTo>
                    <a:pt x="264505" y="202834"/>
                    <a:pt x="264712" y="204696"/>
                    <a:pt x="264901" y="206559"/>
                  </a:cubicBezTo>
                  <a:cubicBezTo>
                    <a:pt x="265005" y="207525"/>
                    <a:pt x="265108" y="208508"/>
                    <a:pt x="265195" y="209491"/>
                  </a:cubicBezTo>
                  <a:cubicBezTo>
                    <a:pt x="265401" y="211940"/>
                    <a:pt x="265557" y="214388"/>
                    <a:pt x="265678" y="216837"/>
                  </a:cubicBezTo>
                  <a:cubicBezTo>
                    <a:pt x="265695" y="217200"/>
                    <a:pt x="265729" y="217562"/>
                    <a:pt x="265747" y="217924"/>
                  </a:cubicBezTo>
                  <a:cubicBezTo>
                    <a:pt x="265867" y="220735"/>
                    <a:pt x="265936" y="223563"/>
                    <a:pt x="265936" y="226392"/>
                  </a:cubicBezTo>
                  <a:cubicBezTo>
                    <a:pt x="265936" y="227202"/>
                    <a:pt x="265919" y="228013"/>
                    <a:pt x="265902" y="228806"/>
                  </a:cubicBezTo>
                  <a:cubicBezTo>
                    <a:pt x="265884" y="230841"/>
                    <a:pt x="265833" y="232876"/>
                    <a:pt x="265763" y="234928"/>
                  </a:cubicBezTo>
                  <a:cubicBezTo>
                    <a:pt x="265712" y="235911"/>
                    <a:pt x="265660" y="236894"/>
                    <a:pt x="265609" y="237877"/>
                  </a:cubicBezTo>
                  <a:cubicBezTo>
                    <a:pt x="265505" y="239826"/>
                    <a:pt x="265367" y="241758"/>
                    <a:pt x="265195" y="243706"/>
                  </a:cubicBezTo>
                  <a:cubicBezTo>
                    <a:pt x="265126" y="244638"/>
                    <a:pt x="265057" y="245586"/>
                    <a:pt x="264953" y="246517"/>
                  </a:cubicBezTo>
                  <a:cubicBezTo>
                    <a:pt x="264677" y="249294"/>
                    <a:pt x="264367" y="252071"/>
                    <a:pt x="263970" y="254847"/>
                  </a:cubicBezTo>
                  <a:cubicBezTo>
                    <a:pt x="263556" y="257762"/>
                    <a:pt x="263073" y="260642"/>
                    <a:pt x="262539" y="263488"/>
                  </a:cubicBezTo>
                  <a:cubicBezTo>
                    <a:pt x="262383" y="264298"/>
                    <a:pt x="262194" y="265091"/>
                    <a:pt x="262039" y="265902"/>
                  </a:cubicBezTo>
                  <a:cubicBezTo>
                    <a:pt x="261642" y="267868"/>
                    <a:pt x="261228" y="269817"/>
                    <a:pt x="260780" y="271731"/>
                  </a:cubicBezTo>
                  <a:cubicBezTo>
                    <a:pt x="260504" y="272852"/>
                    <a:pt x="260228" y="273956"/>
                    <a:pt x="259952" y="275059"/>
                  </a:cubicBezTo>
                  <a:cubicBezTo>
                    <a:pt x="259521" y="276715"/>
                    <a:pt x="259090" y="278336"/>
                    <a:pt x="258641" y="279957"/>
                  </a:cubicBezTo>
                  <a:cubicBezTo>
                    <a:pt x="258296" y="281147"/>
                    <a:pt x="257934" y="282337"/>
                    <a:pt x="257589" y="283510"/>
                  </a:cubicBezTo>
                  <a:cubicBezTo>
                    <a:pt x="257124" y="285010"/>
                    <a:pt x="256641" y="286493"/>
                    <a:pt x="256158" y="287977"/>
                  </a:cubicBezTo>
                  <a:cubicBezTo>
                    <a:pt x="255709" y="289305"/>
                    <a:pt x="255244" y="290615"/>
                    <a:pt x="254778" y="291926"/>
                  </a:cubicBezTo>
                  <a:cubicBezTo>
                    <a:pt x="254295" y="293271"/>
                    <a:pt x="253795" y="294599"/>
                    <a:pt x="253278" y="295910"/>
                  </a:cubicBezTo>
                  <a:cubicBezTo>
                    <a:pt x="252674" y="297462"/>
                    <a:pt x="252053" y="298997"/>
                    <a:pt x="251415" y="300514"/>
                  </a:cubicBezTo>
                  <a:cubicBezTo>
                    <a:pt x="250915" y="301704"/>
                    <a:pt x="250398" y="302894"/>
                    <a:pt x="249880" y="304067"/>
                  </a:cubicBezTo>
                  <a:cubicBezTo>
                    <a:pt x="249052" y="305912"/>
                    <a:pt x="248190" y="307723"/>
                    <a:pt x="247311" y="309517"/>
                  </a:cubicBezTo>
                  <a:cubicBezTo>
                    <a:pt x="246759" y="310638"/>
                    <a:pt x="246224" y="311776"/>
                    <a:pt x="245655" y="312879"/>
                  </a:cubicBezTo>
                  <a:cubicBezTo>
                    <a:pt x="245362" y="313449"/>
                    <a:pt x="245069" y="314000"/>
                    <a:pt x="244775" y="314552"/>
                  </a:cubicBezTo>
                  <a:cubicBezTo>
                    <a:pt x="243758" y="316432"/>
                    <a:pt x="242723" y="318295"/>
                    <a:pt x="241654" y="320123"/>
                  </a:cubicBezTo>
                  <a:cubicBezTo>
                    <a:pt x="241447" y="320485"/>
                    <a:pt x="241257" y="320847"/>
                    <a:pt x="241033" y="321209"/>
                  </a:cubicBezTo>
                  <a:cubicBezTo>
                    <a:pt x="239688" y="323503"/>
                    <a:pt x="238274" y="325745"/>
                    <a:pt x="236825" y="327953"/>
                  </a:cubicBezTo>
                  <a:cubicBezTo>
                    <a:pt x="236808" y="327970"/>
                    <a:pt x="236808" y="327987"/>
                    <a:pt x="236791" y="328004"/>
                  </a:cubicBezTo>
                  <a:cubicBezTo>
                    <a:pt x="235342" y="330194"/>
                    <a:pt x="233824" y="332350"/>
                    <a:pt x="232289" y="334454"/>
                  </a:cubicBezTo>
                  <a:cubicBezTo>
                    <a:pt x="231979" y="334868"/>
                    <a:pt x="231651" y="335282"/>
                    <a:pt x="231324" y="335696"/>
                  </a:cubicBezTo>
                  <a:cubicBezTo>
                    <a:pt x="230151" y="337265"/>
                    <a:pt x="228961" y="338817"/>
                    <a:pt x="227737" y="340335"/>
                  </a:cubicBezTo>
                  <a:cubicBezTo>
                    <a:pt x="227237" y="340939"/>
                    <a:pt x="226736" y="341542"/>
                    <a:pt x="226236" y="342146"/>
                  </a:cubicBezTo>
                  <a:cubicBezTo>
                    <a:pt x="225081" y="343525"/>
                    <a:pt x="223908" y="344888"/>
                    <a:pt x="222718" y="346233"/>
                  </a:cubicBezTo>
                  <a:cubicBezTo>
                    <a:pt x="222252" y="346750"/>
                    <a:pt x="221804" y="347268"/>
                    <a:pt x="221338" y="347768"/>
                  </a:cubicBezTo>
                  <a:cubicBezTo>
                    <a:pt x="219700" y="349544"/>
                    <a:pt x="218044" y="351303"/>
                    <a:pt x="216337" y="352993"/>
                  </a:cubicBezTo>
                  <a:cubicBezTo>
                    <a:pt x="216096" y="353235"/>
                    <a:pt x="215837" y="353459"/>
                    <a:pt x="215596" y="353700"/>
                  </a:cubicBezTo>
                  <a:cubicBezTo>
                    <a:pt x="214113" y="355149"/>
                    <a:pt x="212595" y="356581"/>
                    <a:pt x="211060" y="357977"/>
                  </a:cubicBezTo>
                  <a:cubicBezTo>
                    <a:pt x="210491" y="358478"/>
                    <a:pt x="209922" y="358978"/>
                    <a:pt x="209353" y="359461"/>
                  </a:cubicBezTo>
                  <a:cubicBezTo>
                    <a:pt x="208042" y="360616"/>
                    <a:pt x="206714" y="361737"/>
                    <a:pt x="205369" y="362841"/>
                  </a:cubicBezTo>
                  <a:cubicBezTo>
                    <a:pt x="204817" y="363307"/>
                    <a:pt x="204248" y="363755"/>
                    <a:pt x="203696" y="364203"/>
                  </a:cubicBezTo>
                  <a:cubicBezTo>
                    <a:pt x="201816" y="365686"/>
                    <a:pt x="199919" y="367152"/>
                    <a:pt x="197987" y="368532"/>
                  </a:cubicBezTo>
                  <a:lnTo>
                    <a:pt x="235928" y="341284"/>
                  </a:lnTo>
                  <a:cubicBezTo>
                    <a:pt x="237860" y="339904"/>
                    <a:pt x="239757" y="338438"/>
                    <a:pt x="241637" y="336955"/>
                  </a:cubicBezTo>
                  <a:cubicBezTo>
                    <a:pt x="242189" y="336506"/>
                    <a:pt x="242758" y="336058"/>
                    <a:pt x="243310" y="335592"/>
                  </a:cubicBezTo>
                  <a:cubicBezTo>
                    <a:pt x="244655" y="334489"/>
                    <a:pt x="245983" y="333368"/>
                    <a:pt x="247293" y="332229"/>
                  </a:cubicBezTo>
                  <a:cubicBezTo>
                    <a:pt x="247863" y="331729"/>
                    <a:pt x="248432" y="331229"/>
                    <a:pt x="249001" y="330729"/>
                  </a:cubicBezTo>
                  <a:cubicBezTo>
                    <a:pt x="250536" y="329332"/>
                    <a:pt x="252053" y="327918"/>
                    <a:pt x="253536" y="326452"/>
                  </a:cubicBezTo>
                  <a:cubicBezTo>
                    <a:pt x="253778" y="326211"/>
                    <a:pt x="254036" y="325986"/>
                    <a:pt x="254278" y="325745"/>
                  </a:cubicBezTo>
                  <a:cubicBezTo>
                    <a:pt x="255985" y="324055"/>
                    <a:pt x="257641" y="322296"/>
                    <a:pt x="259279" y="320519"/>
                  </a:cubicBezTo>
                  <a:cubicBezTo>
                    <a:pt x="259745" y="320019"/>
                    <a:pt x="260193" y="319502"/>
                    <a:pt x="260659" y="318985"/>
                  </a:cubicBezTo>
                  <a:cubicBezTo>
                    <a:pt x="261849" y="317639"/>
                    <a:pt x="263022" y="316277"/>
                    <a:pt x="264177" y="314897"/>
                  </a:cubicBezTo>
                  <a:cubicBezTo>
                    <a:pt x="264677" y="314294"/>
                    <a:pt x="265177" y="313690"/>
                    <a:pt x="265678" y="313086"/>
                  </a:cubicBezTo>
                  <a:cubicBezTo>
                    <a:pt x="266902" y="311569"/>
                    <a:pt x="268092" y="310034"/>
                    <a:pt x="269282" y="308465"/>
                  </a:cubicBezTo>
                  <a:cubicBezTo>
                    <a:pt x="269592" y="308034"/>
                    <a:pt x="269920" y="307620"/>
                    <a:pt x="270230" y="307206"/>
                  </a:cubicBezTo>
                  <a:cubicBezTo>
                    <a:pt x="270317" y="307068"/>
                    <a:pt x="270420" y="306947"/>
                    <a:pt x="270506" y="306826"/>
                  </a:cubicBezTo>
                  <a:cubicBezTo>
                    <a:pt x="271955" y="304843"/>
                    <a:pt x="273369" y="302825"/>
                    <a:pt x="274732" y="300756"/>
                  </a:cubicBezTo>
                  <a:cubicBezTo>
                    <a:pt x="274749" y="300739"/>
                    <a:pt x="274749" y="300721"/>
                    <a:pt x="274766" y="300704"/>
                  </a:cubicBezTo>
                  <a:cubicBezTo>
                    <a:pt x="276128" y="298635"/>
                    <a:pt x="277456" y="296530"/>
                    <a:pt x="278732" y="294392"/>
                  </a:cubicBezTo>
                  <a:cubicBezTo>
                    <a:pt x="278819" y="294254"/>
                    <a:pt x="278888" y="294099"/>
                    <a:pt x="278974" y="293961"/>
                  </a:cubicBezTo>
                  <a:cubicBezTo>
                    <a:pt x="279198" y="293599"/>
                    <a:pt x="279388" y="293237"/>
                    <a:pt x="279595" y="292874"/>
                  </a:cubicBezTo>
                  <a:cubicBezTo>
                    <a:pt x="280664" y="291046"/>
                    <a:pt x="281699" y="289184"/>
                    <a:pt x="282716" y="287304"/>
                  </a:cubicBezTo>
                  <a:cubicBezTo>
                    <a:pt x="283009" y="286752"/>
                    <a:pt x="283303" y="286200"/>
                    <a:pt x="283596" y="285631"/>
                  </a:cubicBezTo>
                  <a:cubicBezTo>
                    <a:pt x="283803" y="285217"/>
                    <a:pt x="284027" y="284821"/>
                    <a:pt x="284234" y="284407"/>
                  </a:cubicBezTo>
                  <a:cubicBezTo>
                    <a:pt x="284596" y="283717"/>
                    <a:pt x="284907" y="282975"/>
                    <a:pt x="285251" y="282268"/>
                  </a:cubicBezTo>
                  <a:cubicBezTo>
                    <a:pt x="286131" y="280475"/>
                    <a:pt x="286993" y="278664"/>
                    <a:pt x="287821" y="276819"/>
                  </a:cubicBezTo>
                  <a:cubicBezTo>
                    <a:pt x="288045" y="276336"/>
                    <a:pt x="288287" y="275870"/>
                    <a:pt x="288511" y="275370"/>
                  </a:cubicBezTo>
                  <a:cubicBezTo>
                    <a:pt x="288804" y="274697"/>
                    <a:pt x="289063" y="273973"/>
                    <a:pt x="289356" y="273283"/>
                  </a:cubicBezTo>
                  <a:cubicBezTo>
                    <a:pt x="289994" y="271748"/>
                    <a:pt x="290615" y="270213"/>
                    <a:pt x="291218" y="268661"/>
                  </a:cubicBezTo>
                  <a:cubicBezTo>
                    <a:pt x="291477" y="268040"/>
                    <a:pt x="291753" y="267419"/>
                    <a:pt x="291995" y="266781"/>
                  </a:cubicBezTo>
                  <a:cubicBezTo>
                    <a:pt x="292253" y="266091"/>
                    <a:pt x="292460" y="265385"/>
                    <a:pt x="292719" y="264677"/>
                  </a:cubicBezTo>
                  <a:cubicBezTo>
                    <a:pt x="293185" y="263367"/>
                    <a:pt x="293650" y="262056"/>
                    <a:pt x="294099" y="260728"/>
                  </a:cubicBezTo>
                  <a:cubicBezTo>
                    <a:pt x="294323" y="260038"/>
                    <a:pt x="294582" y="259383"/>
                    <a:pt x="294806" y="258693"/>
                  </a:cubicBezTo>
                  <a:cubicBezTo>
                    <a:pt x="295065" y="257900"/>
                    <a:pt x="295271" y="257072"/>
                    <a:pt x="295530" y="256261"/>
                  </a:cubicBezTo>
                  <a:cubicBezTo>
                    <a:pt x="295875" y="255089"/>
                    <a:pt x="296237" y="253899"/>
                    <a:pt x="296582" y="252709"/>
                  </a:cubicBezTo>
                  <a:cubicBezTo>
                    <a:pt x="296755" y="252105"/>
                    <a:pt x="296944" y="251519"/>
                    <a:pt x="297117" y="250898"/>
                  </a:cubicBezTo>
                  <a:cubicBezTo>
                    <a:pt x="297392" y="249881"/>
                    <a:pt x="297617" y="248846"/>
                    <a:pt x="297893" y="247811"/>
                  </a:cubicBezTo>
                  <a:cubicBezTo>
                    <a:pt x="298168" y="246707"/>
                    <a:pt x="298445" y="245604"/>
                    <a:pt x="298720" y="244483"/>
                  </a:cubicBezTo>
                  <a:cubicBezTo>
                    <a:pt x="298824" y="244034"/>
                    <a:pt x="298945" y="243603"/>
                    <a:pt x="299048" y="243155"/>
                  </a:cubicBezTo>
                  <a:cubicBezTo>
                    <a:pt x="299393" y="241672"/>
                    <a:pt x="299669" y="240154"/>
                    <a:pt x="299979" y="238653"/>
                  </a:cubicBezTo>
                  <a:cubicBezTo>
                    <a:pt x="300135" y="237843"/>
                    <a:pt x="300324" y="237050"/>
                    <a:pt x="300480" y="236239"/>
                  </a:cubicBezTo>
                  <a:cubicBezTo>
                    <a:pt x="300514" y="236049"/>
                    <a:pt x="300566" y="235860"/>
                    <a:pt x="300600" y="235653"/>
                  </a:cubicBezTo>
                  <a:cubicBezTo>
                    <a:pt x="301066" y="233152"/>
                    <a:pt x="301480" y="230617"/>
                    <a:pt x="301842" y="228065"/>
                  </a:cubicBezTo>
                  <a:cubicBezTo>
                    <a:pt x="301877" y="227909"/>
                    <a:pt x="301894" y="227754"/>
                    <a:pt x="301911" y="227599"/>
                  </a:cubicBezTo>
                  <a:cubicBezTo>
                    <a:pt x="302239" y="225271"/>
                    <a:pt x="302532" y="222925"/>
                    <a:pt x="302773" y="220597"/>
                  </a:cubicBezTo>
                  <a:cubicBezTo>
                    <a:pt x="302825" y="220149"/>
                    <a:pt x="302859" y="219718"/>
                    <a:pt x="302894" y="219269"/>
                  </a:cubicBezTo>
                  <a:cubicBezTo>
                    <a:pt x="302997" y="218338"/>
                    <a:pt x="303066" y="217406"/>
                    <a:pt x="303135" y="216458"/>
                  </a:cubicBezTo>
                  <a:cubicBezTo>
                    <a:pt x="303239" y="215354"/>
                    <a:pt x="303359" y="214251"/>
                    <a:pt x="303429" y="213147"/>
                  </a:cubicBezTo>
                  <a:cubicBezTo>
                    <a:pt x="303480" y="212302"/>
                    <a:pt x="303515" y="211474"/>
                    <a:pt x="303549" y="210629"/>
                  </a:cubicBezTo>
                  <a:cubicBezTo>
                    <a:pt x="303601" y="209646"/>
                    <a:pt x="303653" y="208663"/>
                    <a:pt x="303704" y="207680"/>
                  </a:cubicBezTo>
                  <a:cubicBezTo>
                    <a:pt x="303722" y="207024"/>
                    <a:pt x="303773" y="206386"/>
                    <a:pt x="303791" y="205731"/>
                  </a:cubicBezTo>
                  <a:cubicBezTo>
                    <a:pt x="303842" y="204334"/>
                    <a:pt x="303825" y="202954"/>
                    <a:pt x="303842" y="201558"/>
                  </a:cubicBezTo>
                  <a:cubicBezTo>
                    <a:pt x="303860" y="200747"/>
                    <a:pt x="303877" y="199954"/>
                    <a:pt x="303877" y="199143"/>
                  </a:cubicBezTo>
                  <a:cubicBezTo>
                    <a:pt x="303877" y="198884"/>
                    <a:pt x="303894" y="198609"/>
                    <a:pt x="303894" y="198350"/>
                  </a:cubicBezTo>
                  <a:cubicBezTo>
                    <a:pt x="303877" y="195832"/>
                    <a:pt x="303808" y="193331"/>
                    <a:pt x="303704" y="190831"/>
                  </a:cubicBezTo>
                  <a:cubicBezTo>
                    <a:pt x="303704" y="190779"/>
                    <a:pt x="303687" y="190727"/>
                    <a:pt x="303687" y="190675"/>
                  </a:cubicBezTo>
                  <a:cubicBezTo>
                    <a:pt x="303670" y="190313"/>
                    <a:pt x="303636" y="189951"/>
                    <a:pt x="303618" y="189589"/>
                  </a:cubicBezTo>
                  <a:close/>
                </a:path>
              </a:pathLst>
            </a:custGeom>
            <a:solidFill>
              <a:schemeClr val="accent3">
                <a:lumMod val="50000"/>
              </a:schemeClr>
            </a:solidFill>
            <a:ln w="1711" cap="rnd">
              <a:noFill/>
              <a:prstDash val="solid"/>
              <a:round/>
            </a:ln>
          </p:spPr>
          <p:txBody>
            <a:bodyPr/>
            <a:lstStyle/>
            <a:p>
              <a:endParaRPr lang="en-US" b="1"/>
            </a:p>
          </p:txBody>
        </p:sp>
        <p:sp>
          <p:nvSpPr>
            <p:cNvPr id="1861" name="Freeform: Shape 1860">
              <a:extLst>
                <a:ext uri="{FF2B5EF4-FFF2-40B4-BE49-F238E27FC236}">
                  <a16:creationId xmlns:a16="http://schemas.microsoft.com/office/drawing/2014/main" id="{29A33F9F-D7BA-4A37-843F-97E1684CAC0B}"/>
                </a:ext>
              </a:extLst>
            </p:cNvPr>
            <p:cNvSpPr/>
            <p:nvPr/>
          </p:nvSpPr>
          <p:spPr>
            <a:xfrm>
              <a:off x="10775082" y="3068226"/>
              <a:ext cx="272675" cy="298052"/>
            </a:xfrm>
            <a:custGeom>
              <a:avLst/>
              <a:gdLst>
                <a:gd name="csX0" fmla="*/ 324444 w 349369"/>
                <a:gd name="csY0" fmla="*/ 231104 h 381883"/>
                <a:gd name="csX1" fmla="*/ 259134 w 349369"/>
                <a:gd name="csY1" fmla="*/ 338632 h 381883"/>
                <a:gd name="csX2" fmla="*/ 218124 w 349369"/>
                <a:gd name="csY2" fmla="*/ 357016 h 381883"/>
                <a:gd name="csX3" fmla="*/ 147105 w 349369"/>
                <a:gd name="csY3" fmla="*/ 356568 h 381883"/>
                <a:gd name="csX4" fmla="*/ 20590 w 349369"/>
                <a:gd name="csY4" fmla="*/ 155671 h 381883"/>
                <a:gd name="csX5" fmla="*/ 85900 w 349369"/>
                <a:gd name="csY5" fmla="*/ 48133 h 381883"/>
                <a:gd name="csX6" fmla="*/ 197929 w 349369"/>
                <a:gd name="csY6" fmla="*/ 30197 h 381883"/>
                <a:gd name="csX7" fmla="*/ 324444 w 349369"/>
                <a:gd name="csY7" fmla="*/ 231104 h 381883"/>
                <a:gd name="csX8" fmla="*/ 201740 w 349369"/>
                <a:gd name="csY8" fmla="*/ 4671 h 381883"/>
                <a:gd name="csX9" fmla="*/ 74431 w 349369"/>
                <a:gd name="csY9" fmla="*/ 25056 h 381883"/>
                <a:gd name="csX10" fmla="*/ 188 w 349369"/>
                <a:gd name="csY10" fmla="*/ 147272 h 381883"/>
                <a:gd name="csX11" fmla="*/ 143984 w 349369"/>
                <a:gd name="csY11" fmla="*/ 375590 h 381883"/>
                <a:gd name="csX12" fmla="*/ 224694 w 349369"/>
                <a:gd name="csY12" fmla="*/ 376107 h 381883"/>
                <a:gd name="csX13" fmla="*/ 271293 w 349369"/>
                <a:gd name="csY13" fmla="*/ 355205 h 381883"/>
                <a:gd name="csX14" fmla="*/ 345536 w 349369"/>
                <a:gd name="csY14" fmla="*/ 233001 h 381883"/>
                <a:gd name="csX15" fmla="*/ 201740 w 349369"/>
                <a:gd name="csY15" fmla="*/ 4671 h 381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9369" h="381883">
                  <a:moveTo>
                    <a:pt x="324444" y="231104"/>
                  </a:moveTo>
                  <a:cubicBezTo>
                    <a:pt x="317942" y="276823"/>
                    <a:pt x="294747" y="315005"/>
                    <a:pt x="259134" y="338632"/>
                  </a:cubicBezTo>
                  <a:cubicBezTo>
                    <a:pt x="246338" y="347117"/>
                    <a:pt x="232524" y="353274"/>
                    <a:pt x="218124" y="357016"/>
                  </a:cubicBezTo>
                  <a:cubicBezTo>
                    <a:pt x="195376" y="362949"/>
                    <a:pt x="171146" y="362897"/>
                    <a:pt x="147105" y="356568"/>
                  </a:cubicBezTo>
                  <a:cubicBezTo>
                    <a:pt x="64670" y="334890"/>
                    <a:pt x="7914" y="244763"/>
                    <a:pt x="20590" y="155671"/>
                  </a:cubicBezTo>
                  <a:cubicBezTo>
                    <a:pt x="27092" y="109952"/>
                    <a:pt x="50287" y="71753"/>
                    <a:pt x="85900" y="48133"/>
                  </a:cubicBezTo>
                  <a:cubicBezTo>
                    <a:pt x="118908" y="26255"/>
                    <a:pt x="158694" y="19877"/>
                    <a:pt x="197929" y="30197"/>
                  </a:cubicBezTo>
                  <a:cubicBezTo>
                    <a:pt x="280364" y="51879"/>
                    <a:pt x="337120" y="141995"/>
                    <a:pt x="324444" y="231104"/>
                  </a:cubicBezTo>
                  <a:close/>
                  <a:moveTo>
                    <a:pt x="201740" y="4671"/>
                  </a:moveTo>
                  <a:cubicBezTo>
                    <a:pt x="157142" y="-7059"/>
                    <a:pt x="111924" y="191"/>
                    <a:pt x="74431" y="25056"/>
                  </a:cubicBezTo>
                  <a:cubicBezTo>
                    <a:pt x="33955" y="51904"/>
                    <a:pt x="7586" y="95310"/>
                    <a:pt x="188" y="147272"/>
                  </a:cubicBezTo>
                  <a:cubicBezTo>
                    <a:pt x="-14212" y="248523"/>
                    <a:pt x="50287" y="350946"/>
                    <a:pt x="143984" y="375590"/>
                  </a:cubicBezTo>
                  <a:cubicBezTo>
                    <a:pt x="171284" y="382781"/>
                    <a:pt x="198826" y="382851"/>
                    <a:pt x="224694" y="376107"/>
                  </a:cubicBezTo>
                  <a:cubicBezTo>
                    <a:pt x="241061" y="371848"/>
                    <a:pt x="256754" y="364846"/>
                    <a:pt x="271293" y="355205"/>
                  </a:cubicBezTo>
                  <a:cubicBezTo>
                    <a:pt x="311769" y="328371"/>
                    <a:pt x="338137" y="284963"/>
                    <a:pt x="345536" y="233001"/>
                  </a:cubicBezTo>
                  <a:cubicBezTo>
                    <a:pt x="359936" y="131734"/>
                    <a:pt x="295437" y="29311"/>
                    <a:pt x="201740" y="4671"/>
                  </a:cubicBezTo>
                  <a:close/>
                </a:path>
              </a:pathLst>
            </a:custGeom>
            <a:solidFill>
              <a:srgbClr val="8A89F5"/>
            </a:solidFill>
            <a:ln w="1711" cap="rnd">
              <a:noFill/>
              <a:prstDash val="solid"/>
              <a:round/>
            </a:ln>
          </p:spPr>
          <p:txBody>
            <a:bodyPr/>
            <a:lstStyle/>
            <a:p>
              <a:endParaRPr lang="en-US" b="1"/>
            </a:p>
          </p:txBody>
        </p:sp>
        <p:sp>
          <p:nvSpPr>
            <p:cNvPr id="1862" name="Freeform: Shape 1861">
              <a:extLst>
                <a:ext uri="{FF2B5EF4-FFF2-40B4-BE49-F238E27FC236}">
                  <a16:creationId xmlns:a16="http://schemas.microsoft.com/office/drawing/2014/main" id="{885ED67C-E38F-B1E9-BF81-CCDDB4A45E02}"/>
                </a:ext>
              </a:extLst>
            </p:cNvPr>
            <p:cNvSpPr/>
            <p:nvPr/>
          </p:nvSpPr>
          <p:spPr>
            <a:xfrm>
              <a:off x="10775082" y="3068226"/>
              <a:ext cx="272675" cy="298052"/>
            </a:xfrm>
            <a:custGeom>
              <a:avLst/>
              <a:gdLst>
                <a:gd name="csX0" fmla="*/ 324444 w 349369"/>
                <a:gd name="csY0" fmla="*/ 231104 h 381883"/>
                <a:gd name="csX1" fmla="*/ 259134 w 349369"/>
                <a:gd name="csY1" fmla="*/ 338632 h 381883"/>
                <a:gd name="csX2" fmla="*/ 218124 w 349369"/>
                <a:gd name="csY2" fmla="*/ 357016 h 381883"/>
                <a:gd name="csX3" fmla="*/ 147105 w 349369"/>
                <a:gd name="csY3" fmla="*/ 356568 h 381883"/>
                <a:gd name="csX4" fmla="*/ 20590 w 349369"/>
                <a:gd name="csY4" fmla="*/ 155671 h 381883"/>
                <a:gd name="csX5" fmla="*/ 85900 w 349369"/>
                <a:gd name="csY5" fmla="*/ 48133 h 381883"/>
                <a:gd name="csX6" fmla="*/ 197929 w 349369"/>
                <a:gd name="csY6" fmla="*/ 30197 h 381883"/>
                <a:gd name="csX7" fmla="*/ 324444 w 349369"/>
                <a:gd name="csY7" fmla="*/ 231104 h 381883"/>
                <a:gd name="csX8" fmla="*/ 201740 w 349369"/>
                <a:gd name="csY8" fmla="*/ 4671 h 381883"/>
                <a:gd name="csX9" fmla="*/ 74431 w 349369"/>
                <a:gd name="csY9" fmla="*/ 25056 h 381883"/>
                <a:gd name="csX10" fmla="*/ 188 w 349369"/>
                <a:gd name="csY10" fmla="*/ 147272 h 381883"/>
                <a:gd name="csX11" fmla="*/ 143984 w 349369"/>
                <a:gd name="csY11" fmla="*/ 375590 h 381883"/>
                <a:gd name="csX12" fmla="*/ 224694 w 349369"/>
                <a:gd name="csY12" fmla="*/ 376107 h 381883"/>
                <a:gd name="csX13" fmla="*/ 271293 w 349369"/>
                <a:gd name="csY13" fmla="*/ 355205 h 381883"/>
                <a:gd name="csX14" fmla="*/ 345536 w 349369"/>
                <a:gd name="csY14" fmla="*/ 233001 h 381883"/>
                <a:gd name="csX15" fmla="*/ 201740 w 349369"/>
                <a:gd name="csY15" fmla="*/ 4671 h 381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9369" h="381883">
                  <a:moveTo>
                    <a:pt x="324444" y="231104"/>
                  </a:moveTo>
                  <a:cubicBezTo>
                    <a:pt x="317942" y="276823"/>
                    <a:pt x="294747" y="315005"/>
                    <a:pt x="259134" y="338632"/>
                  </a:cubicBezTo>
                  <a:cubicBezTo>
                    <a:pt x="246338" y="347117"/>
                    <a:pt x="232524" y="353274"/>
                    <a:pt x="218124" y="357016"/>
                  </a:cubicBezTo>
                  <a:cubicBezTo>
                    <a:pt x="195376" y="362949"/>
                    <a:pt x="171146" y="362897"/>
                    <a:pt x="147105" y="356568"/>
                  </a:cubicBezTo>
                  <a:cubicBezTo>
                    <a:pt x="64670" y="334890"/>
                    <a:pt x="7914" y="244763"/>
                    <a:pt x="20590" y="155671"/>
                  </a:cubicBezTo>
                  <a:cubicBezTo>
                    <a:pt x="27092" y="109952"/>
                    <a:pt x="50287" y="71753"/>
                    <a:pt x="85900" y="48133"/>
                  </a:cubicBezTo>
                  <a:cubicBezTo>
                    <a:pt x="118908" y="26255"/>
                    <a:pt x="158694" y="19877"/>
                    <a:pt x="197929" y="30197"/>
                  </a:cubicBezTo>
                  <a:cubicBezTo>
                    <a:pt x="280364" y="51879"/>
                    <a:pt x="337120" y="141995"/>
                    <a:pt x="324444" y="231104"/>
                  </a:cubicBezTo>
                  <a:close/>
                  <a:moveTo>
                    <a:pt x="201740" y="4671"/>
                  </a:moveTo>
                  <a:cubicBezTo>
                    <a:pt x="157142" y="-7059"/>
                    <a:pt x="111924" y="191"/>
                    <a:pt x="74431" y="25056"/>
                  </a:cubicBezTo>
                  <a:cubicBezTo>
                    <a:pt x="33955" y="51904"/>
                    <a:pt x="7586" y="95310"/>
                    <a:pt x="188" y="147272"/>
                  </a:cubicBezTo>
                  <a:cubicBezTo>
                    <a:pt x="-14212" y="248523"/>
                    <a:pt x="50287" y="350946"/>
                    <a:pt x="143984" y="375590"/>
                  </a:cubicBezTo>
                  <a:cubicBezTo>
                    <a:pt x="171284" y="382781"/>
                    <a:pt x="198826" y="382851"/>
                    <a:pt x="224694" y="376107"/>
                  </a:cubicBezTo>
                  <a:cubicBezTo>
                    <a:pt x="241061" y="371848"/>
                    <a:pt x="256754" y="364846"/>
                    <a:pt x="271293" y="355205"/>
                  </a:cubicBezTo>
                  <a:cubicBezTo>
                    <a:pt x="311769" y="328371"/>
                    <a:pt x="338137" y="284963"/>
                    <a:pt x="345536" y="233001"/>
                  </a:cubicBezTo>
                  <a:cubicBezTo>
                    <a:pt x="359936" y="131734"/>
                    <a:pt x="295437" y="29311"/>
                    <a:pt x="201740" y="4671"/>
                  </a:cubicBezTo>
                  <a:close/>
                </a:path>
              </a:pathLst>
            </a:custGeom>
            <a:solidFill>
              <a:schemeClr val="accent3"/>
            </a:solidFill>
            <a:ln w="4021" cap="rnd">
              <a:solidFill>
                <a:srgbClr val="0E0F29"/>
              </a:solidFill>
              <a:prstDash val="solid"/>
              <a:round/>
            </a:ln>
          </p:spPr>
          <p:txBody>
            <a:bodyPr/>
            <a:lstStyle/>
            <a:p>
              <a:endParaRPr lang="en-US" b="1"/>
            </a:p>
          </p:txBody>
        </p:sp>
        <p:sp>
          <p:nvSpPr>
            <p:cNvPr id="1863" name="Freeform: Shape 1862">
              <a:extLst>
                <a:ext uri="{FF2B5EF4-FFF2-40B4-BE49-F238E27FC236}">
                  <a16:creationId xmlns:a16="http://schemas.microsoft.com/office/drawing/2014/main" id="{F66509CE-DBDC-64FE-4449-D36E1D2E8849}"/>
                </a:ext>
              </a:extLst>
            </p:cNvPr>
            <p:cNvSpPr/>
            <p:nvPr/>
          </p:nvSpPr>
          <p:spPr>
            <a:xfrm>
              <a:off x="10817844" y="3117561"/>
              <a:ext cx="85345" cy="89926"/>
            </a:xfrm>
            <a:custGeom>
              <a:avLst/>
              <a:gdLst>
                <a:gd name="csX0" fmla="*/ 105890 w 109350"/>
                <a:gd name="csY0" fmla="*/ -203 h 115220"/>
                <a:gd name="csX1" fmla="*/ -1810 w 109350"/>
                <a:gd name="csY1" fmla="*/ 102703 h 115220"/>
                <a:gd name="csX2" fmla="*/ 107528 w 109350"/>
                <a:gd name="csY2" fmla="*/ 114413 h 115220"/>
                <a:gd name="csX3" fmla="*/ 105890 w 109350"/>
                <a:gd name="csY3" fmla="*/ -203 h 115220"/>
              </a:gdLst>
              <a:ahLst/>
              <a:cxnLst>
                <a:cxn ang="0">
                  <a:pos x="csX0" y="csY0"/>
                </a:cxn>
                <a:cxn ang="0">
                  <a:pos x="csX1" y="csY1"/>
                </a:cxn>
                <a:cxn ang="0">
                  <a:pos x="csX2" y="csY2"/>
                </a:cxn>
                <a:cxn ang="0">
                  <a:pos x="csX3" y="csY3"/>
                </a:cxn>
              </a:cxnLst>
              <a:rect l="l" t="t" r="r" b="b"/>
              <a:pathLst>
                <a:path w="109350" h="115220">
                  <a:moveTo>
                    <a:pt x="105890" y="-203"/>
                  </a:moveTo>
                  <a:cubicBezTo>
                    <a:pt x="45495" y="-6661"/>
                    <a:pt x="-2707" y="39411"/>
                    <a:pt x="-1810" y="102703"/>
                  </a:cubicBezTo>
                  <a:lnTo>
                    <a:pt x="107528" y="114413"/>
                  </a:lnTo>
                  <a:lnTo>
                    <a:pt x="105890" y="-203"/>
                  </a:lnTo>
                  <a:close/>
                </a:path>
              </a:pathLst>
            </a:custGeom>
            <a:solidFill>
              <a:schemeClr val="accent3">
                <a:lumMod val="50000"/>
              </a:schemeClr>
            </a:solidFill>
            <a:ln w="1711" cap="rnd">
              <a:noFill/>
              <a:prstDash val="solid"/>
              <a:round/>
            </a:ln>
          </p:spPr>
          <p:txBody>
            <a:bodyPr/>
            <a:lstStyle/>
            <a:p>
              <a:endParaRPr lang="en-US" b="1"/>
            </a:p>
          </p:txBody>
        </p:sp>
        <p:sp>
          <p:nvSpPr>
            <p:cNvPr id="1864" name="Freeform: Shape 1863">
              <a:extLst>
                <a:ext uri="{FF2B5EF4-FFF2-40B4-BE49-F238E27FC236}">
                  <a16:creationId xmlns:a16="http://schemas.microsoft.com/office/drawing/2014/main" id="{F07B4A42-E663-3310-E382-ADB6EA0B2462}"/>
                </a:ext>
              </a:extLst>
            </p:cNvPr>
            <p:cNvSpPr/>
            <p:nvPr/>
          </p:nvSpPr>
          <p:spPr>
            <a:xfrm>
              <a:off x="10832995" y="3128289"/>
              <a:ext cx="169485" cy="178519"/>
            </a:xfrm>
            <a:custGeom>
              <a:avLst/>
              <a:gdLst>
                <a:gd name="csX0" fmla="*/ 105067 w 217155"/>
                <a:gd name="csY0" fmla="*/ -410 h 228730"/>
                <a:gd name="csX1" fmla="*/ 99841 w 217155"/>
                <a:gd name="csY1" fmla="*/ -807 h 228730"/>
                <a:gd name="csX2" fmla="*/ 100566 w 217155"/>
                <a:gd name="csY2" fmla="*/ 115672 h 228730"/>
                <a:gd name="csX3" fmla="*/ -1823 w 217155"/>
                <a:gd name="csY3" fmla="*/ 104703 h 228730"/>
                <a:gd name="csX4" fmla="*/ 108344 w 217155"/>
                <a:gd name="csY4" fmla="*/ 227321 h 228730"/>
                <a:gd name="csX5" fmla="*/ 215319 w 217155"/>
                <a:gd name="csY5" fmla="*/ 125088 h 228730"/>
                <a:gd name="csX6" fmla="*/ 105067 w 217155"/>
                <a:gd name="csY6" fmla="*/ -410 h 2287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155" h="228730">
                  <a:moveTo>
                    <a:pt x="105067" y="-410"/>
                  </a:moveTo>
                  <a:cubicBezTo>
                    <a:pt x="103308" y="-600"/>
                    <a:pt x="101566" y="-721"/>
                    <a:pt x="99841" y="-807"/>
                  </a:cubicBezTo>
                  <a:lnTo>
                    <a:pt x="100566" y="115672"/>
                  </a:lnTo>
                  <a:lnTo>
                    <a:pt x="-1823" y="104703"/>
                  </a:lnTo>
                  <a:cubicBezTo>
                    <a:pt x="523" y="166426"/>
                    <a:pt x="49259" y="221009"/>
                    <a:pt x="108344" y="227321"/>
                  </a:cubicBezTo>
                  <a:cubicBezTo>
                    <a:pt x="168342" y="233754"/>
                    <a:pt x="216233" y="187983"/>
                    <a:pt x="215319" y="125088"/>
                  </a:cubicBezTo>
                  <a:cubicBezTo>
                    <a:pt x="214423" y="62209"/>
                    <a:pt x="165048" y="6022"/>
                    <a:pt x="105067" y="-410"/>
                  </a:cubicBezTo>
                  <a:close/>
                </a:path>
              </a:pathLst>
            </a:custGeom>
            <a:solidFill>
              <a:schemeClr val="accent2"/>
            </a:solidFill>
            <a:ln w="1711" cap="rnd">
              <a:noFill/>
              <a:prstDash val="solid"/>
              <a:round/>
            </a:ln>
          </p:spPr>
          <p:txBody>
            <a:bodyPr/>
            <a:lstStyle/>
            <a:p>
              <a:endParaRPr lang="en-US" b="1"/>
            </a:p>
          </p:txBody>
        </p:sp>
        <p:sp>
          <p:nvSpPr>
            <p:cNvPr id="1870" name="Freeform: Shape 1869">
              <a:extLst>
                <a:ext uri="{FF2B5EF4-FFF2-40B4-BE49-F238E27FC236}">
                  <a16:creationId xmlns:a16="http://schemas.microsoft.com/office/drawing/2014/main" id="{9CBA44C7-A71A-97DC-AD94-3A49F3635FC8}"/>
                </a:ext>
              </a:extLst>
            </p:cNvPr>
            <p:cNvSpPr/>
            <p:nvPr/>
          </p:nvSpPr>
          <p:spPr>
            <a:xfrm>
              <a:off x="10832995" y="3128289"/>
              <a:ext cx="169485" cy="178519"/>
            </a:xfrm>
            <a:custGeom>
              <a:avLst/>
              <a:gdLst>
                <a:gd name="csX0" fmla="*/ 105067 w 217155"/>
                <a:gd name="csY0" fmla="*/ -410 h 228730"/>
                <a:gd name="csX1" fmla="*/ 99841 w 217155"/>
                <a:gd name="csY1" fmla="*/ -807 h 228730"/>
                <a:gd name="csX2" fmla="*/ 100566 w 217155"/>
                <a:gd name="csY2" fmla="*/ 115672 h 228730"/>
                <a:gd name="csX3" fmla="*/ -1823 w 217155"/>
                <a:gd name="csY3" fmla="*/ 104703 h 228730"/>
                <a:gd name="csX4" fmla="*/ 108344 w 217155"/>
                <a:gd name="csY4" fmla="*/ 227321 h 228730"/>
                <a:gd name="csX5" fmla="*/ 215319 w 217155"/>
                <a:gd name="csY5" fmla="*/ 125088 h 228730"/>
                <a:gd name="csX6" fmla="*/ 105067 w 217155"/>
                <a:gd name="csY6" fmla="*/ -410 h 2287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155" h="228730">
                  <a:moveTo>
                    <a:pt x="105067" y="-410"/>
                  </a:moveTo>
                  <a:cubicBezTo>
                    <a:pt x="103308" y="-600"/>
                    <a:pt x="101566" y="-721"/>
                    <a:pt x="99841" y="-807"/>
                  </a:cubicBezTo>
                  <a:lnTo>
                    <a:pt x="100566" y="115672"/>
                  </a:lnTo>
                  <a:lnTo>
                    <a:pt x="-1823" y="104703"/>
                  </a:lnTo>
                  <a:cubicBezTo>
                    <a:pt x="523" y="166426"/>
                    <a:pt x="49259" y="221009"/>
                    <a:pt x="108344" y="227321"/>
                  </a:cubicBezTo>
                  <a:cubicBezTo>
                    <a:pt x="168342" y="233754"/>
                    <a:pt x="216233" y="187983"/>
                    <a:pt x="215319" y="125088"/>
                  </a:cubicBezTo>
                  <a:cubicBezTo>
                    <a:pt x="214423" y="62209"/>
                    <a:pt x="165048" y="6022"/>
                    <a:pt x="105067" y="-410"/>
                  </a:cubicBezTo>
                  <a:close/>
                </a:path>
              </a:pathLst>
            </a:custGeom>
            <a:noFill/>
            <a:ln w="4021" cap="rnd">
              <a:solidFill>
                <a:srgbClr val="0E0F29"/>
              </a:solidFill>
              <a:prstDash val="solid"/>
              <a:round/>
            </a:ln>
          </p:spPr>
          <p:txBody>
            <a:bodyPr/>
            <a:lstStyle/>
            <a:p>
              <a:endParaRPr lang="en-US" b="1"/>
            </a:p>
          </p:txBody>
        </p:sp>
        <p:sp>
          <p:nvSpPr>
            <p:cNvPr id="1871" name="Freeform: Shape 1870">
              <a:extLst>
                <a:ext uri="{FF2B5EF4-FFF2-40B4-BE49-F238E27FC236}">
                  <a16:creationId xmlns:a16="http://schemas.microsoft.com/office/drawing/2014/main" id="{E45B8F7A-C767-7005-A854-25C5B5E2B709}"/>
                </a:ext>
              </a:extLst>
            </p:cNvPr>
            <p:cNvSpPr/>
            <p:nvPr/>
          </p:nvSpPr>
          <p:spPr>
            <a:xfrm>
              <a:off x="9717127" y="2705766"/>
              <a:ext cx="437732" cy="438039"/>
            </a:xfrm>
            <a:custGeom>
              <a:avLst/>
              <a:gdLst>
                <a:gd name="csX0" fmla="*/ 392453 w 394577"/>
                <a:gd name="csY0" fmla="*/ 392873 h 394854"/>
                <a:gd name="csX1" fmla="*/ 144738 w 394577"/>
                <a:gd name="csY1" fmla="*/ 392873 h 394854"/>
                <a:gd name="csX2" fmla="*/ -2125 w 394577"/>
                <a:gd name="csY2" fmla="*/ 238490 h 394854"/>
                <a:gd name="csX3" fmla="*/ -2125 w 394577"/>
                <a:gd name="csY3" fmla="*/ 152401 h 394854"/>
                <a:gd name="csX4" fmla="*/ 144738 w 394577"/>
                <a:gd name="csY4" fmla="*/ -1982 h 394854"/>
                <a:gd name="csX5" fmla="*/ 392453 w 394577"/>
                <a:gd name="csY5" fmla="*/ -1982 h 394854"/>
                <a:gd name="csX6" fmla="*/ 392453 w 394577"/>
                <a:gd name="csY6" fmla="*/ 8571 h 394854"/>
                <a:gd name="csX7" fmla="*/ 144738 w 394577"/>
                <a:gd name="csY7" fmla="*/ 8571 h 394854"/>
                <a:gd name="csX8" fmla="*/ 8428 w 394577"/>
                <a:gd name="csY8" fmla="*/ 152401 h 394854"/>
                <a:gd name="csX9" fmla="*/ 8428 w 394577"/>
                <a:gd name="csY9" fmla="*/ 238490 h 394854"/>
                <a:gd name="csX10" fmla="*/ 144738 w 394577"/>
                <a:gd name="csY10" fmla="*/ 382319 h 394854"/>
                <a:gd name="csX11" fmla="*/ 392453 w 394577"/>
                <a:gd name="csY11" fmla="*/ 382319 h 394854"/>
                <a:gd name="csX12" fmla="*/ 392453 w 394577"/>
                <a:gd name="csY12" fmla="*/ 392873 h 3948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94577" h="394854">
                  <a:moveTo>
                    <a:pt x="392453" y="392873"/>
                  </a:moveTo>
                  <a:lnTo>
                    <a:pt x="144738" y="392873"/>
                  </a:lnTo>
                  <a:cubicBezTo>
                    <a:pt x="63754" y="392873"/>
                    <a:pt x="-2125" y="323616"/>
                    <a:pt x="-2125" y="238490"/>
                  </a:cubicBezTo>
                  <a:lnTo>
                    <a:pt x="-2125" y="152401"/>
                  </a:lnTo>
                  <a:cubicBezTo>
                    <a:pt x="-2125" y="67275"/>
                    <a:pt x="63754" y="-1982"/>
                    <a:pt x="144738" y="-1982"/>
                  </a:cubicBezTo>
                  <a:lnTo>
                    <a:pt x="392453" y="-1982"/>
                  </a:lnTo>
                  <a:lnTo>
                    <a:pt x="392453" y="8571"/>
                  </a:lnTo>
                  <a:lnTo>
                    <a:pt x="144738" y="8571"/>
                  </a:lnTo>
                  <a:cubicBezTo>
                    <a:pt x="69572" y="8571"/>
                    <a:pt x="8428" y="73092"/>
                    <a:pt x="8428" y="152401"/>
                  </a:cubicBezTo>
                  <a:lnTo>
                    <a:pt x="8428" y="238490"/>
                  </a:lnTo>
                  <a:cubicBezTo>
                    <a:pt x="8428" y="317798"/>
                    <a:pt x="69572" y="382319"/>
                    <a:pt x="144738" y="382319"/>
                  </a:cubicBezTo>
                  <a:lnTo>
                    <a:pt x="392453" y="382319"/>
                  </a:lnTo>
                  <a:lnTo>
                    <a:pt x="392453" y="392873"/>
                  </a:lnTo>
                  <a:close/>
                </a:path>
              </a:pathLst>
            </a:custGeom>
            <a:solidFill>
              <a:srgbClr val="002163"/>
            </a:solidFill>
            <a:ln w="1313" cap="flat">
              <a:noFill/>
              <a:prstDash val="solid"/>
              <a:round/>
            </a:ln>
          </p:spPr>
          <p:txBody>
            <a:bodyPr/>
            <a:lstStyle/>
            <a:p>
              <a:endParaRPr lang="en-US" b="1"/>
            </a:p>
          </p:txBody>
        </p:sp>
        <p:sp>
          <p:nvSpPr>
            <p:cNvPr id="1872" name="Freeform: Shape 1871">
              <a:extLst>
                <a:ext uri="{FF2B5EF4-FFF2-40B4-BE49-F238E27FC236}">
                  <a16:creationId xmlns:a16="http://schemas.microsoft.com/office/drawing/2014/main" id="{F8B64DAA-427F-2088-A87C-F15490338A6B}"/>
                </a:ext>
              </a:extLst>
            </p:cNvPr>
            <p:cNvSpPr/>
            <p:nvPr/>
          </p:nvSpPr>
          <p:spPr>
            <a:xfrm>
              <a:off x="10232076" y="3163704"/>
              <a:ext cx="130033" cy="143001"/>
            </a:xfrm>
            <a:custGeom>
              <a:avLst/>
              <a:gdLst>
                <a:gd name="csX0" fmla="*/ 7870 w 117213"/>
                <a:gd name="csY0" fmla="*/ 8047 h 128903"/>
                <a:gd name="csX1" fmla="*/ 96796 w 117213"/>
                <a:gd name="csY1" fmla="*/ 29338 h 128903"/>
                <a:gd name="csX2" fmla="*/ 96545 w 117213"/>
                <a:gd name="csY2" fmla="*/ 120770 h 128903"/>
                <a:gd name="csX3" fmla="*/ 33396 w 117213"/>
                <a:gd name="csY3" fmla="*/ 79216 h 128903"/>
                <a:gd name="csX4" fmla="*/ 7870 w 117213"/>
                <a:gd name="csY4" fmla="*/ 8047 h 128903"/>
              </a:gdLst>
              <a:ahLst/>
              <a:cxnLst>
                <a:cxn ang="0">
                  <a:pos x="csX0" y="csY0"/>
                </a:cxn>
                <a:cxn ang="0">
                  <a:pos x="csX1" y="csY1"/>
                </a:cxn>
                <a:cxn ang="0">
                  <a:pos x="csX2" y="csY2"/>
                </a:cxn>
                <a:cxn ang="0">
                  <a:pos x="csX3" y="csY3"/>
                </a:cxn>
                <a:cxn ang="0">
                  <a:pos x="csX4" y="csY4"/>
                </a:cxn>
              </a:cxnLst>
              <a:rect l="l" t="t" r="r" b="b"/>
              <a:pathLst>
                <a:path w="117213" h="128903">
                  <a:moveTo>
                    <a:pt x="7870" y="8047"/>
                  </a:moveTo>
                  <a:cubicBezTo>
                    <a:pt x="32486" y="-11318"/>
                    <a:pt x="72299" y="-1794"/>
                    <a:pt x="96796" y="29338"/>
                  </a:cubicBezTo>
                  <a:cubicBezTo>
                    <a:pt x="121279" y="60458"/>
                    <a:pt x="121174" y="101391"/>
                    <a:pt x="96545" y="120770"/>
                  </a:cubicBezTo>
                  <a:cubicBezTo>
                    <a:pt x="71929" y="140135"/>
                    <a:pt x="57880" y="110336"/>
                    <a:pt x="33396" y="79216"/>
                  </a:cubicBezTo>
                  <a:cubicBezTo>
                    <a:pt x="8899" y="48084"/>
                    <a:pt x="-16759" y="27425"/>
                    <a:pt x="7870" y="8047"/>
                  </a:cubicBezTo>
                  <a:close/>
                </a:path>
              </a:pathLst>
            </a:custGeom>
            <a:solidFill>
              <a:srgbClr val="2060FF"/>
            </a:solidFill>
            <a:ln w="1313" cap="flat">
              <a:noFill/>
              <a:prstDash val="solid"/>
              <a:round/>
            </a:ln>
          </p:spPr>
          <p:txBody>
            <a:bodyPr/>
            <a:lstStyle/>
            <a:p>
              <a:endParaRPr lang="en-US" b="1"/>
            </a:p>
          </p:txBody>
        </p:sp>
        <p:sp>
          <p:nvSpPr>
            <p:cNvPr id="1873" name="Freeform: Shape 1872">
              <a:extLst>
                <a:ext uri="{FF2B5EF4-FFF2-40B4-BE49-F238E27FC236}">
                  <a16:creationId xmlns:a16="http://schemas.microsoft.com/office/drawing/2014/main" id="{FFE5CE8A-4D4B-81DA-B123-B9C8CC77C217}"/>
                </a:ext>
              </a:extLst>
            </p:cNvPr>
            <p:cNvSpPr/>
            <p:nvPr/>
          </p:nvSpPr>
          <p:spPr>
            <a:xfrm rot="18398793">
              <a:off x="10520255" y="3449985"/>
              <a:ext cx="98871" cy="49435"/>
            </a:xfrm>
            <a:custGeom>
              <a:avLst/>
              <a:gdLst>
                <a:gd name="csX0" fmla="*/ 86998 w 89123"/>
                <a:gd name="csY0" fmla="*/ -1982 h 44561"/>
                <a:gd name="csX1" fmla="*/ 42437 w 89123"/>
                <a:gd name="csY1" fmla="*/ 42580 h 44561"/>
                <a:gd name="csX2" fmla="*/ -2125 w 89123"/>
                <a:gd name="csY2" fmla="*/ -1982 h 44561"/>
                <a:gd name="csX3" fmla="*/ 86998 w 89123"/>
                <a:gd name="csY3" fmla="*/ -1982 h 44561"/>
              </a:gdLst>
              <a:ahLst/>
              <a:cxnLst>
                <a:cxn ang="0">
                  <a:pos x="csX0" y="csY0"/>
                </a:cxn>
                <a:cxn ang="0">
                  <a:pos x="csX1" y="csY1"/>
                </a:cxn>
                <a:cxn ang="0">
                  <a:pos x="csX2" y="csY2"/>
                </a:cxn>
                <a:cxn ang="0">
                  <a:pos x="csX3" y="csY3"/>
                </a:cxn>
              </a:cxnLst>
              <a:rect l="l" t="t" r="r" b="b"/>
              <a:pathLst>
                <a:path w="89123" h="44561">
                  <a:moveTo>
                    <a:pt x="86998" y="-1982"/>
                  </a:moveTo>
                  <a:cubicBezTo>
                    <a:pt x="86998" y="22621"/>
                    <a:pt x="67052" y="42580"/>
                    <a:pt x="42437" y="42580"/>
                  </a:cubicBezTo>
                  <a:cubicBezTo>
                    <a:pt x="17821" y="42580"/>
                    <a:pt x="-2125" y="22621"/>
                    <a:pt x="-2125" y="-1982"/>
                  </a:cubicBezTo>
                  <a:lnTo>
                    <a:pt x="86998" y="-1982"/>
                  </a:lnTo>
                  <a:close/>
                </a:path>
              </a:pathLst>
            </a:custGeom>
            <a:solidFill>
              <a:srgbClr val="2060FF"/>
            </a:solidFill>
            <a:ln w="1313" cap="flat">
              <a:noFill/>
              <a:prstDash val="solid"/>
              <a:round/>
            </a:ln>
          </p:spPr>
          <p:txBody>
            <a:bodyPr/>
            <a:lstStyle/>
            <a:p>
              <a:endParaRPr lang="en-US" b="1"/>
            </a:p>
          </p:txBody>
        </p:sp>
        <p:sp>
          <p:nvSpPr>
            <p:cNvPr id="1874" name="Freeform: Shape 1873">
              <a:extLst>
                <a:ext uri="{FF2B5EF4-FFF2-40B4-BE49-F238E27FC236}">
                  <a16:creationId xmlns:a16="http://schemas.microsoft.com/office/drawing/2014/main" id="{EF60AE5F-0E3A-70CC-2C11-5818033C9B96}"/>
                </a:ext>
              </a:extLst>
            </p:cNvPr>
            <p:cNvSpPr/>
            <p:nvPr/>
          </p:nvSpPr>
          <p:spPr>
            <a:xfrm>
              <a:off x="9816730" y="2705766"/>
              <a:ext cx="600672" cy="438024"/>
            </a:xfrm>
            <a:custGeom>
              <a:avLst/>
              <a:gdLst>
                <a:gd name="csX0" fmla="*/ 392452 w 541454"/>
                <a:gd name="csY0" fmla="*/ -1982 h 394841"/>
                <a:gd name="csX1" fmla="*/ 144751 w 541454"/>
                <a:gd name="csY1" fmla="*/ -1982 h 394841"/>
                <a:gd name="csX2" fmla="*/ -2125 w 541454"/>
                <a:gd name="csY2" fmla="*/ 152388 h 394841"/>
                <a:gd name="csX3" fmla="*/ -2125 w 541454"/>
                <a:gd name="csY3" fmla="*/ 238490 h 394841"/>
                <a:gd name="csX4" fmla="*/ 144751 w 541454"/>
                <a:gd name="csY4" fmla="*/ 392859 h 394841"/>
                <a:gd name="csX5" fmla="*/ 392452 w 541454"/>
                <a:gd name="csY5" fmla="*/ 392859 h 394841"/>
                <a:gd name="csX6" fmla="*/ 539329 w 541454"/>
                <a:gd name="csY6" fmla="*/ 238490 h 394841"/>
                <a:gd name="csX7" fmla="*/ 539329 w 541454"/>
                <a:gd name="csY7" fmla="*/ 152388 h 394841"/>
                <a:gd name="csX8" fmla="*/ 392452 w 541454"/>
                <a:gd name="csY8" fmla="*/ -1982 h 3948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1454" h="394841">
                  <a:moveTo>
                    <a:pt x="392452" y="-1982"/>
                  </a:moveTo>
                  <a:lnTo>
                    <a:pt x="144751" y="-1982"/>
                  </a:lnTo>
                  <a:cubicBezTo>
                    <a:pt x="63754" y="-1982"/>
                    <a:pt x="-2125" y="67275"/>
                    <a:pt x="-2125" y="152388"/>
                  </a:cubicBezTo>
                  <a:lnTo>
                    <a:pt x="-2125" y="238490"/>
                  </a:lnTo>
                  <a:cubicBezTo>
                    <a:pt x="-2125" y="323603"/>
                    <a:pt x="63754" y="392859"/>
                    <a:pt x="144751" y="392859"/>
                  </a:cubicBezTo>
                  <a:lnTo>
                    <a:pt x="392452" y="392859"/>
                  </a:lnTo>
                  <a:cubicBezTo>
                    <a:pt x="473436" y="392859"/>
                    <a:pt x="539329" y="323603"/>
                    <a:pt x="539329" y="238490"/>
                  </a:cubicBezTo>
                  <a:lnTo>
                    <a:pt x="539329" y="152388"/>
                  </a:lnTo>
                  <a:cubicBezTo>
                    <a:pt x="539329" y="67275"/>
                    <a:pt x="473436" y="-1982"/>
                    <a:pt x="392452" y="-1982"/>
                  </a:cubicBezTo>
                  <a:close/>
                </a:path>
              </a:pathLst>
            </a:custGeom>
            <a:solidFill>
              <a:srgbClr val="B8D4FF"/>
            </a:solidFill>
            <a:ln w="1313" cap="flat">
              <a:noFill/>
              <a:prstDash val="solid"/>
              <a:round/>
            </a:ln>
          </p:spPr>
          <p:txBody>
            <a:bodyPr/>
            <a:lstStyle/>
            <a:p>
              <a:endParaRPr lang="en-US" b="1"/>
            </a:p>
          </p:txBody>
        </p:sp>
        <p:sp>
          <p:nvSpPr>
            <p:cNvPr id="1875" name="Freeform: Shape 1874">
              <a:extLst>
                <a:ext uri="{FF2B5EF4-FFF2-40B4-BE49-F238E27FC236}">
                  <a16:creationId xmlns:a16="http://schemas.microsoft.com/office/drawing/2014/main" id="{1F84435F-E9D1-B927-30C3-02383D529EDC}"/>
                </a:ext>
              </a:extLst>
            </p:cNvPr>
            <p:cNvSpPr/>
            <p:nvPr/>
          </p:nvSpPr>
          <p:spPr>
            <a:xfrm>
              <a:off x="9889755" y="2782362"/>
              <a:ext cx="454591" cy="284831"/>
            </a:xfrm>
            <a:custGeom>
              <a:avLst/>
              <a:gdLst>
                <a:gd name="csX0" fmla="*/ 326626 w 409774"/>
                <a:gd name="csY0" fmla="*/ 254768 h 256750"/>
                <a:gd name="csX1" fmla="*/ 407649 w 409774"/>
                <a:gd name="csY1" fmla="*/ 169444 h 256750"/>
                <a:gd name="csX2" fmla="*/ 407649 w 409774"/>
                <a:gd name="csY2" fmla="*/ 83355 h 256750"/>
                <a:gd name="csX3" fmla="*/ 326626 w 409774"/>
                <a:gd name="csY3" fmla="*/ -1982 h 256750"/>
                <a:gd name="csX4" fmla="*/ 78925 w 409774"/>
                <a:gd name="csY4" fmla="*/ -1982 h 256750"/>
                <a:gd name="csX5" fmla="*/ -2125 w 409774"/>
                <a:gd name="csY5" fmla="*/ 83355 h 256750"/>
                <a:gd name="csX6" fmla="*/ -2125 w 409774"/>
                <a:gd name="csY6" fmla="*/ 169444 h 256750"/>
                <a:gd name="csX7" fmla="*/ 78925 w 409774"/>
                <a:gd name="csY7" fmla="*/ 254768 h 256750"/>
                <a:gd name="csX8" fmla="*/ 326626 w 409774"/>
                <a:gd name="csY8" fmla="*/ 254768 h 256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09774" h="256750">
                  <a:moveTo>
                    <a:pt x="326626" y="254768"/>
                  </a:moveTo>
                  <a:cubicBezTo>
                    <a:pt x="371306" y="254768"/>
                    <a:pt x="407649" y="216499"/>
                    <a:pt x="407649" y="169444"/>
                  </a:cubicBezTo>
                  <a:lnTo>
                    <a:pt x="407649" y="83355"/>
                  </a:lnTo>
                  <a:cubicBezTo>
                    <a:pt x="407649" y="36300"/>
                    <a:pt x="371306" y="-1982"/>
                    <a:pt x="326626" y="-1982"/>
                  </a:cubicBezTo>
                  <a:lnTo>
                    <a:pt x="78925" y="-1982"/>
                  </a:lnTo>
                  <a:cubicBezTo>
                    <a:pt x="34231" y="-1982"/>
                    <a:pt x="-2125" y="36300"/>
                    <a:pt x="-2125" y="83355"/>
                  </a:cubicBezTo>
                  <a:lnTo>
                    <a:pt x="-2125" y="169444"/>
                  </a:lnTo>
                  <a:cubicBezTo>
                    <a:pt x="-2125" y="216499"/>
                    <a:pt x="34231" y="254768"/>
                    <a:pt x="78925" y="254768"/>
                  </a:cubicBezTo>
                  <a:lnTo>
                    <a:pt x="326626" y="254768"/>
                  </a:lnTo>
                  <a:close/>
                </a:path>
              </a:pathLst>
            </a:custGeom>
            <a:solidFill>
              <a:srgbClr val="002163"/>
            </a:solidFill>
            <a:ln w="1313" cap="flat">
              <a:noFill/>
              <a:prstDash val="solid"/>
              <a:round/>
            </a:ln>
          </p:spPr>
          <p:txBody>
            <a:bodyPr/>
            <a:lstStyle/>
            <a:p>
              <a:endParaRPr lang="en-US" b="1"/>
            </a:p>
          </p:txBody>
        </p:sp>
        <p:sp>
          <p:nvSpPr>
            <p:cNvPr id="1876" name="Freeform: Shape 1875">
              <a:extLst>
                <a:ext uri="{FF2B5EF4-FFF2-40B4-BE49-F238E27FC236}">
                  <a16:creationId xmlns:a16="http://schemas.microsoft.com/office/drawing/2014/main" id="{5C9E24F2-DF3E-03FA-6209-89D56CFECBDA}"/>
                </a:ext>
              </a:extLst>
            </p:cNvPr>
            <p:cNvSpPr/>
            <p:nvPr/>
          </p:nvSpPr>
          <p:spPr>
            <a:xfrm>
              <a:off x="9825451" y="3167395"/>
              <a:ext cx="490964" cy="523519"/>
            </a:xfrm>
            <a:custGeom>
              <a:avLst/>
              <a:gdLst>
                <a:gd name="csX0" fmla="*/ 216396 w 442562"/>
                <a:gd name="csY0" fmla="*/ 469925 h 471907"/>
                <a:gd name="csX1" fmla="*/ 436909 w 442562"/>
                <a:gd name="csY1" fmla="*/ 195867 h 471907"/>
                <a:gd name="csX2" fmla="*/ 438953 w 442562"/>
                <a:gd name="csY2" fmla="*/ 129566 h 471907"/>
                <a:gd name="csX3" fmla="*/ 219430 w 442562"/>
                <a:gd name="csY3" fmla="*/ -1982 h 471907"/>
                <a:gd name="csX4" fmla="*/ -2125 w 442562"/>
                <a:gd name="csY4" fmla="*/ 164999 h 471907"/>
                <a:gd name="csX5" fmla="*/ 216396 w 442562"/>
                <a:gd name="csY5" fmla="*/ 469925 h 471907"/>
              </a:gdLst>
              <a:ahLst/>
              <a:cxnLst>
                <a:cxn ang="0">
                  <a:pos x="csX0" y="csY0"/>
                </a:cxn>
                <a:cxn ang="0">
                  <a:pos x="csX1" y="csY1"/>
                </a:cxn>
                <a:cxn ang="0">
                  <a:pos x="csX2" y="csY2"/>
                </a:cxn>
                <a:cxn ang="0">
                  <a:pos x="csX3" y="csY3"/>
                </a:cxn>
                <a:cxn ang="0">
                  <a:pos x="csX4" y="csY4"/>
                </a:cxn>
                <a:cxn ang="0">
                  <a:pos x="csX5" y="csY5"/>
                </a:cxn>
              </a:cxnLst>
              <a:rect l="l" t="t" r="r" b="b"/>
              <a:pathLst>
                <a:path w="442562" h="471907">
                  <a:moveTo>
                    <a:pt x="216396" y="469925"/>
                  </a:moveTo>
                  <a:cubicBezTo>
                    <a:pt x="376530" y="469925"/>
                    <a:pt x="424297" y="273369"/>
                    <a:pt x="436909" y="195867"/>
                  </a:cubicBezTo>
                  <a:cubicBezTo>
                    <a:pt x="440484" y="173930"/>
                    <a:pt x="441657" y="151622"/>
                    <a:pt x="438953" y="129566"/>
                  </a:cubicBezTo>
                  <a:cubicBezTo>
                    <a:pt x="424284" y="9746"/>
                    <a:pt x="331599" y="-1982"/>
                    <a:pt x="219430" y="-1982"/>
                  </a:cubicBezTo>
                  <a:cubicBezTo>
                    <a:pt x="97063" y="-1982"/>
                    <a:pt x="-2125" y="1936"/>
                    <a:pt x="-2125" y="164999"/>
                  </a:cubicBezTo>
                  <a:cubicBezTo>
                    <a:pt x="-2125" y="164999"/>
                    <a:pt x="-2125" y="469925"/>
                    <a:pt x="216396" y="469925"/>
                  </a:cubicBezTo>
                  <a:close/>
                </a:path>
              </a:pathLst>
            </a:custGeom>
            <a:solidFill>
              <a:srgbClr val="B8D4FF"/>
            </a:solidFill>
            <a:ln w="1313" cap="flat">
              <a:noFill/>
              <a:prstDash val="solid"/>
              <a:round/>
            </a:ln>
          </p:spPr>
          <p:txBody>
            <a:bodyPr/>
            <a:lstStyle/>
            <a:p>
              <a:endParaRPr lang="en-US" b="1"/>
            </a:p>
          </p:txBody>
        </p:sp>
        <p:sp>
          <p:nvSpPr>
            <p:cNvPr id="1877" name="Freeform: Shape 1876">
              <a:extLst>
                <a:ext uri="{FF2B5EF4-FFF2-40B4-BE49-F238E27FC236}">
                  <a16:creationId xmlns:a16="http://schemas.microsoft.com/office/drawing/2014/main" id="{BFE7BF50-88C7-26EE-3E02-232C3C579308}"/>
                </a:ext>
              </a:extLst>
            </p:cNvPr>
            <p:cNvSpPr/>
            <p:nvPr/>
          </p:nvSpPr>
          <p:spPr>
            <a:xfrm>
              <a:off x="9953965" y="3181397"/>
              <a:ext cx="265496" cy="126634"/>
            </a:xfrm>
            <a:custGeom>
              <a:avLst/>
              <a:gdLst>
                <a:gd name="csX0" fmla="*/ 183318 w 239321"/>
                <a:gd name="csY0" fmla="*/ 112169 h 114150"/>
                <a:gd name="csX1" fmla="*/ 70423 w 239321"/>
                <a:gd name="csY1" fmla="*/ 112169 h 114150"/>
                <a:gd name="csX2" fmla="*/ 44844 w 239321"/>
                <a:gd name="csY2" fmla="*/ 96510 h 114150"/>
                <a:gd name="csX3" fmla="*/ -1551 w 239321"/>
                <a:gd name="csY3" fmla="*/ 5698 h 114150"/>
                <a:gd name="csX4" fmla="*/ 758 w 239321"/>
                <a:gd name="csY4" fmla="*/ -1399 h 114150"/>
                <a:gd name="csX5" fmla="*/ 7855 w 239321"/>
                <a:gd name="csY5" fmla="*/ 896 h 114150"/>
                <a:gd name="csX6" fmla="*/ 54237 w 239321"/>
                <a:gd name="csY6" fmla="*/ 91708 h 114150"/>
                <a:gd name="csX7" fmla="*/ 70423 w 239321"/>
                <a:gd name="csY7" fmla="*/ 101615 h 114150"/>
                <a:gd name="csX8" fmla="*/ 183318 w 239321"/>
                <a:gd name="csY8" fmla="*/ 101615 h 114150"/>
                <a:gd name="csX9" fmla="*/ 200705 w 239321"/>
                <a:gd name="csY9" fmla="*/ 88727 h 114150"/>
                <a:gd name="csX10" fmla="*/ 200757 w 239321"/>
                <a:gd name="csY10" fmla="*/ 88568 h 114150"/>
                <a:gd name="csX11" fmla="*/ 226917 w 239321"/>
                <a:gd name="csY11" fmla="*/ 10988 h 114150"/>
                <a:gd name="csX12" fmla="*/ 233605 w 239321"/>
                <a:gd name="csY12" fmla="*/ 7677 h 114150"/>
                <a:gd name="csX13" fmla="*/ 236916 w 239321"/>
                <a:gd name="csY13" fmla="*/ 14365 h 114150"/>
                <a:gd name="csX14" fmla="*/ 210783 w 239321"/>
                <a:gd name="csY14" fmla="*/ 91880 h 114150"/>
                <a:gd name="csX15" fmla="*/ 183318 w 239321"/>
                <a:gd name="csY15" fmla="*/ 112169 h 114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39321" h="114150">
                  <a:moveTo>
                    <a:pt x="183318" y="112169"/>
                  </a:moveTo>
                  <a:lnTo>
                    <a:pt x="70423" y="112169"/>
                  </a:lnTo>
                  <a:cubicBezTo>
                    <a:pt x="59580" y="112169"/>
                    <a:pt x="49778" y="106166"/>
                    <a:pt x="44844" y="96510"/>
                  </a:cubicBezTo>
                  <a:lnTo>
                    <a:pt x="-1551" y="5698"/>
                  </a:lnTo>
                  <a:cubicBezTo>
                    <a:pt x="-2870" y="3100"/>
                    <a:pt x="-1841" y="-80"/>
                    <a:pt x="758" y="-1399"/>
                  </a:cubicBezTo>
                  <a:cubicBezTo>
                    <a:pt x="3343" y="-2731"/>
                    <a:pt x="6522" y="-1702"/>
                    <a:pt x="7855" y="896"/>
                  </a:cubicBezTo>
                  <a:lnTo>
                    <a:pt x="54237" y="91708"/>
                  </a:lnTo>
                  <a:cubicBezTo>
                    <a:pt x="57363" y="97816"/>
                    <a:pt x="63563" y="101615"/>
                    <a:pt x="70423" y="101615"/>
                  </a:cubicBezTo>
                  <a:lnTo>
                    <a:pt x="183318" y="101615"/>
                  </a:lnTo>
                  <a:cubicBezTo>
                    <a:pt x="191378" y="101615"/>
                    <a:pt x="198370" y="96431"/>
                    <a:pt x="200705" y="88727"/>
                  </a:cubicBezTo>
                  <a:cubicBezTo>
                    <a:pt x="200718" y="88674"/>
                    <a:pt x="200744" y="88621"/>
                    <a:pt x="200757" y="88568"/>
                  </a:cubicBezTo>
                  <a:lnTo>
                    <a:pt x="226917" y="10988"/>
                  </a:lnTo>
                  <a:cubicBezTo>
                    <a:pt x="227840" y="8231"/>
                    <a:pt x="230835" y="6740"/>
                    <a:pt x="233605" y="7677"/>
                  </a:cubicBezTo>
                  <a:cubicBezTo>
                    <a:pt x="236362" y="8614"/>
                    <a:pt x="237853" y="11608"/>
                    <a:pt x="236916" y="14365"/>
                  </a:cubicBezTo>
                  <a:lnTo>
                    <a:pt x="210783" y="91880"/>
                  </a:lnTo>
                  <a:cubicBezTo>
                    <a:pt x="207050" y="104016"/>
                    <a:pt x="196035" y="112169"/>
                    <a:pt x="183318" y="112169"/>
                  </a:cubicBezTo>
                  <a:close/>
                </a:path>
              </a:pathLst>
            </a:custGeom>
            <a:solidFill>
              <a:srgbClr val="002163"/>
            </a:solidFill>
            <a:ln w="1313" cap="flat">
              <a:noFill/>
              <a:prstDash val="solid"/>
              <a:round/>
            </a:ln>
          </p:spPr>
          <p:txBody>
            <a:bodyPr/>
            <a:lstStyle/>
            <a:p>
              <a:endParaRPr lang="en-US" b="1"/>
            </a:p>
          </p:txBody>
        </p:sp>
        <p:sp>
          <p:nvSpPr>
            <p:cNvPr id="1878" name="Freeform: Shape 1877">
              <a:extLst>
                <a:ext uri="{FF2B5EF4-FFF2-40B4-BE49-F238E27FC236}">
                  <a16:creationId xmlns:a16="http://schemas.microsoft.com/office/drawing/2014/main" id="{26C20E20-FD0D-5572-A8B0-40FCF4786FC0}"/>
                </a:ext>
              </a:extLst>
            </p:cNvPr>
            <p:cNvSpPr/>
            <p:nvPr/>
          </p:nvSpPr>
          <p:spPr>
            <a:xfrm>
              <a:off x="10063564" y="3296325"/>
              <a:ext cx="52594" cy="385268"/>
            </a:xfrm>
            <a:custGeom>
              <a:avLst/>
              <a:gdLst>
                <a:gd name="csX0" fmla="*/ 3156 w 47409"/>
                <a:gd name="csY0" fmla="*/ 345304 h 347286"/>
                <a:gd name="csX1" fmla="*/ 1178 w 47409"/>
                <a:gd name="csY1" fmla="*/ 344922 h 347286"/>
                <a:gd name="csX2" fmla="*/ -1738 w 47409"/>
                <a:gd name="csY2" fmla="*/ 338049 h 347286"/>
                <a:gd name="csX3" fmla="*/ 32363 w 47409"/>
                <a:gd name="csY3" fmla="*/ 3691 h 347286"/>
                <a:gd name="csX4" fmla="*/ 37231 w 47409"/>
                <a:gd name="csY4" fmla="*/ -1968 h 347286"/>
                <a:gd name="csX5" fmla="*/ 42890 w 47409"/>
                <a:gd name="csY5" fmla="*/ 2900 h 347286"/>
                <a:gd name="csX6" fmla="*/ 44565 w 47409"/>
                <a:gd name="csY6" fmla="*/ 125187 h 347286"/>
                <a:gd name="csX7" fmla="*/ 8050 w 47409"/>
                <a:gd name="csY7" fmla="*/ 342006 h 347286"/>
                <a:gd name="csX8" fmla="*/ 3156 w 47409"/>
                <a:gd name="csY8" fmla="*/ 345304 h 3472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409" h="347286">
                  <a:moveTo>
                    <a:pt x="3156" y="345304"/>
                  </a:moveTo>
                  <a:cubicBezTo>
                    <a:pt x="2497" y="345304"/>
                    <a:pt x="1824" y="345185"/>
                    <a:pt x="1178" y="344922"/>
                  </a:cubicBezTo>
                  <a:cubicBezTo>
                    <a:pt x="-1527" y="343827"/>
                    <a:pt x="-2833" y="340740"/>
                    <a:pt x="-1738" y="338049"/>
                  </a:cubicBezTo>
                  <a:cubicBezTo>
                    <a:pt x="47612" y="216249"/>
                    <a:pt x="32521" y="5802"/>
                    <a:pt x="32363" y="3691"/>
                  </a:cubicBezTo>
                  <a:cubicBezTo>
                    <a:pt x="32138" y="789"/>
                    <a:pt x="34329" y="-1744"/>
                    <a:pt x="37231" y="-1968"/>
                  </a:cubicBezTo>
                  <a:cubicBezTo>
                    <a:pt x="40159" y="-2179"/>
                    <a:pt x="42665" y="-2"/>
                    <a:pt x="42890" y="2900"/>
                  </a:cubicBezTo>
                  <a:cubicBezTo>
                    <a:pt x="42929" y="3441"/>
                    <a:pt x="46861" y="57065"/>
                    <a:pt x="44565" y="125187"/>
                  </a:cubicBezTo>
                  <a:cubicBezTo>
                    <a:pt x="42428" y="188243"/>
                    <a:pt x="34368" y="277037"/>
                    <a:pt x="8050" y="342006"/>
                  </a:cubicBezTo>
                  <a:cubicBezTo>
                    <a:pt x="7219" y="344064"/>
                    <a:pt x="5241" y="345304"/>
                    <a:pt x="3156" y="345304"/>
                  </a:cubicBezTo>
                  <a:close/>
                </a:path>
              </a:pathLst>
            </a:custGeom>
            <a:solidFill>
              <a:srgbClr val="002163"/>
            </a:solidFill>
            <a:ln w="1313" cap="flat">
              <a:noFill/>
              <a:prstDash val="solid"/>
              <a:round/>
            </a:ln>
          </p:spPr>
          <p:txBody>
            <a:bodyPr/>
            <a:lstStyle/>
            <a:p>
              <a:endParaRPr lang="en-US" b="1"/>
            </a:p>
          </p:txBody>
        </p:sp>
        <p:sp>
          <p:nvSpPr>
            <p:cNvPr id="1879" name="Freeform: Shape 1878">
              <a:extLst>
                <a:ext uri="{FF2B5EF4-FFF2-40B4-BE49-F238E27FC236}">
                  <a16:creationId xmlns:a16="http://schemas.microsoft.com/office/drawing/2014/main" id="{08CDB867-8E41-02AB-39CD-15AF781FC578}"/>
                </a:ext>
              </a:extLst>
            </p:cNvPr>
            <p:cNvSpPr/>
            <p:nvPr/>
          </p:nvSpPr>
          <p:spPr>
            <a:xfrm>
              <a:off x="9987251" y="2900228"/>
              <a:ext cx="49097" cy="49098"/>
            </a:xfrm>
            <a:custGeom>
              <a:avLst/>
              <a:gdLst>
                <a:gd name="csX0" fmla="*/ -2125 w 44257"/>
                <a:gd name="csY0" fmla="*/ 20154 h 44258"/>
                <a:gd name="csX1" fmla="*/ 19997 w 44257"/>
                <a:gd name="csY1" fmla="*/ -1982 h 44258"/>
                <a:gd name="csX2" fmla="*/ 42133 w 44257"/>
                <a:gd name="csY2" fmla="*/ 20154 h 44258"/>
                <a:gd name="csX3" fmla="*/ 19997 w 44257"/>
                <a:gd name="csY3" fmla="*/ 42276 h 44258"/>
                <a:gd name="csX4" fmla="*/ -2125 w 44257"/>
                <a:gd name="csY4" fmla="*/ 20154 h 44258"/>
              </a:gdLst>
              <a:ahLst/>
              <a:cxnLst>
                <a:cxn ang="0">
                  <a:pos x="csX0" y="csY0"/>
                </a:cxn>
                <a:cxn ang="0">
                  <a:pos x="csX1" y="csY1"/>
                </a:cxn>
                <a:cxn ang="0">
                  <a:pos x="csX2" y="csY2"/>
                </a:cxn>
                <a:cxn ang="0">
                  <a:pos x="csX3" y="csY3"/>
                </a:cxn>
                <a:cxn ang="0">
                  <a:pos x="csX4" y="csY4"/>
                </a:cxn>
              </a:cxnLst>
              <a:rect l="l" t="t" r="r" b="b"/>
              <a:pathLst>
                <a:path w="44257" h="44258">
                  <a:moveTo>
                    <a:pt x="-2125" y="20154"/>
                  </a:moveTo>
                  <a:cubicBezTo>
                    <a:pt x="-2125" y="7925"/>
                    <a:pt x="7782" y="-1982"/>
                    <a:pt x="19997" y="-1982"/>
                  </a:cubicBezTo>
                  <a:cubicBezTo>
                    <a:pt x="32226" y="-1982"/>
                    <a:pt x="42133" y="7925"/>
                    <a:pt x="42133" y="20154"/>
                  </a:cubicBezTo>
                  <a:cubicBezTo>
                    <a:pt x="42133" y="32369"/>
                    <a:pt x="32226" y="42276"/>
                    <a:pt x="19997" y="42276"/>
                  </a:cubicBezTo>
                  <a:cubicBezTo>
                    <a:pt x="7782" y="42276"/>
                    <a:pt x="-2125" y="32369"/>
                    <a:pt x="-2125" y="20154"/>
                  </a:cubicBezTo>
                  <a:close/>
                </a:path>
              </a:pathLst>
            </a:custGeom>
            <a:solidFill>
              <a:srgbClr val="FFFFFF"/>
            </a:solidFill>
            <a:ln w="1313" cap="flat">
              <a:noFill/>
              <a:prstDash val="solid"/>
              <a:round/>
            </a:ln>
          </p:spPr>
          <p:txBody>
            <a:bodyPr/>
            <a:lstStyle/>
            <a:p>
              <a:endParaRPr lang="en-US" b="1"/>
            </a:p>
          </p:txBody>
        </p:sp>
        <p:sp>
          <p:nvSpPr>
            <p:cNvPr id="1880" name="Freeform: Shape 1879">
              <a:extLst>
                <a:ext uri="{FF2B5EF4-FFF2-40B4-BE49-F238E27FC236}">
                  <a16:creationId xmlns:a16="http://schemas.microsoft.com/office/drawing/2014/main" id="{CF0AEC05-15A1-DF04-AA85-B89BECB4DACC}"/>
                </a:ext>
              </a:extLst>
            </p:cNvPr>
            <p:cNvSpPr/>
            <p:nvPr/>
          </p:nvSpPr>
          <p:spPr>
            <a:xfrm>
              <a:off x="10207250" y="2900228"/>
              <a:ext cx="49098" cy="49098"/>
            </a:xfrm>
            <a:custGeom>
              <a:avLst/>
              <a:gdLst>
                <a:gd name="csX0" fmla="*/ -2125 w 44258"/>
                <a:gd name="csY0" fmla="*/ 20154 h 44258"/>
                <a:gd name="csX1" fmla="*/ 19997 w 44258"/>
                <a:gd name="csY1" fmla="*/ -1982 h 44258"/>
                <a:gd name="csX2" fmla="*/ 42133 w 44258"/>
                <a:gd name="csY2" fmla="*/ 20154 h 44258"/>
                <a:gd name="csX3" fmla="*/ 19997 w 44258"/>
                <a:gd name="csY3" fmla="*/ 42276 h 44258"/>
                <a:gd name="csX4" fmla="*/ -2125 w 44258"/>
                <a:gd name="csY4" fmla="*/ 20154 h 44258"/>
              </a:gdLst>
              <a:ahLst/>
              <a:cxnLst>
                <a:cxn ang="0">
                  <a:pos x="csX0" y="csY0"/>
                </a:cxn>
                <a:cxn ang="0">
                  <a:pos x="csX1" y="csY1"/>
                </a:cxn>
                <a:cxn ang="0">
                  <a:pos x="csX2" y="csY2"/>
                </a:cxn>
                <a:cxn ang="0">
                  <a:pos x="csX3" y="csY3"/>
                </a:cxn>
                <a:cxn ang="0">
                  <a:pos x="csX4" y="csY4"/>
                </a:cxn>
              </a:cxnLst>
              <a:rect l="l" t="t" r="r" b="b"/>
              <a:pathLst>
                <a:path w="44258" h="44258">
                  <a:moveTo>
                    <a:pt x="-2125" y="20154"/>
                  </a:moveTo>
                  <a:cubicBezTo>
                    <a:pt x="-2125" y="7925"/>
                    <a:pt x="7782" y="-1982"/>
                    <a:pt x="19997" y="-1982"/>
                  </a:cubicBezTo>
                  <a:cubicBezTo>
                    <a:pt x="32226" y="-1982"/>
                    <a:pt x="42133" y="7925"/>
                    <a:pt x="42133" y="20154"/>
                  </a:cubicBezTo>
                  <a:cubicBezTo>
                    <a:pt x="42133" y="32369"/>
                    <a:pt x="32226" y="42276"/>
                    <a:pt x="19997" y="42276"/>
                  </a:cubicBezTo>
                  <a:cubicBezTo>
                    <a:pt x="7782" y="42276"/>
                    <a:pt x="-2125" y="32369"/>
                    <a:pt x="-2125" y="20154"/>
                  </a:cubicBezTo>
                  <a:close/>
                </a:path>
              </a:pathLst>
            </a:custGeom>
            <a:solidFill>
              <a:srgbClr val="FFFFFF"/>
            </a:solidFill>
            <a:ln w="1313" cap="flat">
              <a:noFill/>
              <a:prstDash val="solid"/>
              <a:round/>
            </a:ln>
          </p:spPr>
          <p:txBody>
            <a:bodyPr/>
            <a:lstStyle/>
            <a:p>
              <a:endParaRPr lang="en-US" b="1"/>
            </a:p>
          </p:txBody>
        </p:sp>
        <p:sp>
          <p:nvSpPr>
            <p:cNvPr id="1881" name="Freeform: Shape 1880">
              <a:extLst>
                <a:ext uri="{FF2B5EF4-FFF2-40B4-BE49-F238E27FC236}">
                  <a16:creationId xmlns:a16="http://schemas.microsoft.com/office/drawing/2014/main" id="{A38D8F7E-A1B0-ADC5-67FB-9E6F49AC0A1D}"/>
                </a:ext>
              </a:extLst>
            </p:cNvPr>
            <p:cNvSpPr/>
            <p:nvPr/>
          </p:nvSpPr>
          <p:spPr>
            <a:xfrm>
              <a:off x="9449916" y="3201406"/>
              <a:ext cx="362948" cy="188697"/>
            </a:xfrm>
            <a:custGeom>
              <a:avLst/>
              <a:gdLst>
                <a:gd name="csX0" fmla="*/ 145781 w 327167"/>
                <a:gd name="csY0" fmla="*/ 168112 h 170094"/>
                <a:gd name="csX1" fmla="*/ 120914 w 327167"/>
                <a:gd name="csY1" fmla="*/ 165909 h 170094"/>
                <a:gd name="csX2" fmla="*/ 26791 w 327167"/>
                <a:gd name="csY2" fmla="*/ 95505 h 170094"/>
                <a:gd name="csX3" fmla="*/ -2125 w 327167"/>
                <a:gd name="csY3" fmla="*/ 3295 h 170094"/>
                <a:gd name="csX4" fmla="*/ 3152 w 327167"/>
                <a:gd name="csY4" fmla="*/ -1982 h 170094"/>
                <a:gd name="csX5" fmla="*/ 8428 w 327167"/>
                <a:gd name="csY5" fmla="*/ 3295 h 170094"/>
                <a:gd name="csX6" fmla="*/ 35827 w 327167"/>
                <a:gd name="csY6" fmla="*/ 90057 h 170094"/>
                <a:gd name="csX7" fmla="*/ 122814 w 327167"/>
                <a:gd name="csY7" fmla="*/ 155514 h 170094"/>
                <a:gd name="csX8" fmla="*/ 256169 w 327167"/>
                <a:gd name="csY8" fmla="*/ 118617 h 170094"/>
                <a:gd name="csX9" fmla="*/ 315795 w 327167"/>
                <a:gd name="csY9" fmla="*/ 67459 h 170094"/>
                <a:gd name="csX10" fmla="*/ 323249 w 327167"/>
                <a:gd name="csY10" fmla="*/ 66971 h 170094"/>
                <a:gd name="csX11" fmla="*/ 323737 w 327167"/>
                <a:gd name="csY11" fmla="*/ 74411 h 170094"/>
                <a:gd name="csX12" fmla="*/ 262290 w 327167"/>
                <a:gd name="csY12" fmla="*/ 127218 h 170094"/>
                <a:gd name="csX13" fmla="*/ 145781 w 327167"/>
                <a:gd name="csY13" fmla="*/ 168112 h 170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27167" h="170094">
                  <a:moveTo>
                    <a:pt x="145781" y="168112"/>
                  </a:moveTo>
                  <a:cubicBezTo>
                    <a:pt x="137324" y="168112"/>
                    <a:pt x="129027" y="167387"/>
                    <a:pt x="120914" y="165909"/>
                  </a:cubicBezTo>
                  <a:cubicBezTo>
                    <a:pt x="72936" y="157163"/>
                    <a:pt x="43255" y="122799"/>
                    <a:pt x="26791" y="95505"/>
                  </a:cubicBezTo>
                  <a:cubicBezTo>
                    <a:pt x="5447" y="60111"/>
                    <a:pt x="-2125" y="23702"/>
                    <a:pt x="-2125" y="3295"/>
                  </a:cubicBezTo>
                  <a:cubicBezTo>
                    <a:pt x="-2125" y="379"/>
                    <a:pt x="236" y="-1982"/>
                    <a:pt x="3152" y="-1982"/>
                  </a:cubicBezTo>
                  <a:cubicBezTo>
                    <a:pt x="6067" y="-1982"/>
                    <a:pt x="8428" y="379"/>
                    <a:pt x="8428" y="3295"/>
                  </a:cubicBezTo>
                  <a:cubicBezTo>
                    <a:pt x="8428" y="23861"/>
                    <a:pt x="16898" y="58660"/>
                    <a:pt x="35827" y="90057"/>
                  </a:cubicBezTo>
                  <a:cubicBezTo>
                    <a:pt x="51170" y="115490"/>
                    <a:pt x="78701" y="147480"/>
                    <a:pt x="122814" y="155514"/>
                  </a:cubicBezTo>
                  <a:cubicBezTo>
                    <a:pt x="174037" y="164854"/>
                    <a:pt x="223612" y="140594"/>
                    <a:pt x="256169" y="118617"/>
                  </a:cubicBezTo>
                  <a:cubicBezTo>
                    <a:pt x="291879" y="94502"/>
                    <a:pt x="315571" y="67723"/>
                    <a:pt x="315795" y="67459"/>
                  </a:cubicBezTo>
                  <a:cubicBezTo>
                    <a:pt x="317721" y="65269"/>
                    <a:pt x="321059" y="65058"/>
                    <a:pt x="323249" y="66971"/>
                  </a:cubicBezTo>
                  <a:cubicBezTo>
                    <a:pt x="325439" y="68897"/>
                    <a:pt x="325650" y="72221"/>
                    <a:pt x="323737" y="74411"/>
                  </a:cubicBezTo>
                  <a:cubicBezTo>
                    <a:pt x="322747" y="75546"/>
                    <a:pt x="299068" y="102338"/>
                    <a:pt x="262290" y="127218"/>
                  </a:cubicBezTo>
                  <a:cubicBezTo>
                    <a:pt x="222359" y="154221"/>
                    <a:pt x="182585" y="168112"/>
                    <a:pt x="145781" y="168112"/>
                  </a:cubicBezTo>
                  <a:close/>
                </a:path>
              </a:pathLst>
            </a:custGeom>
            <a:solidFill>
              <a:srgbClr val="002163"/>
            </a:solidFill>
            <a:ln w="1313" cap="flat">
              <a:noFill/>
              <a:prstDash val="solid"/>
              <a:round/>
            </a:ln>
          </p:spPr>
          <p:txBody>
            <a:bodyPr/>
            <a:lstStyle/>
            <a:p>
              <a:endParaRPr lang="en-US" b="1"/>
            </a:p>
          </p:txBody>
        </p:sp>
        <p:sp>
          <p:nvSpPr>
            <p:cNvPr id="1882" name="Freeform: Shape 1881">
              <a:extLst>
                <a:ext uri="{FF2B5EF4-FFF2-40B4-BE49-F238E27FC236}">
                  <a16:creationId xmlns:a16="http://schemas.microsoft.com/office/drawing/2014/main" id="{09AAA4C5-F6A5-E559-40C8-461B561F7214}"/>
                </a:ext>
              </a:extLst>
            </p:cNvPr>
            <p:cNvSpPr/>
            <p:nvPr/>
          </p:nvSpPr>
          <p:spPr>
            <a:xfrm>
              <a:off x="9431139" y="3187811"/>
              <a:ext cx="48161" cy="24923"/>
            </a:xfrm>
            <a:custGeom>
              <a:avLst/>
              <a:gdLst>
                <a:gd name="csX0" fmla="*/ -2125 w 43413"/>
                <a:gd name="csY0" fmla="*/ -465 h 22466"/>
                <a:gd name="csX1" fmla="*/ 20327 w 43413"/>
                <a:gd name="csY1" fmla="*/ 20470 h 22466"/>
                <a:gd name="csX2" fmla="*/ 41275 w 43413"/>
                <a:gd name="csY2" fmla="*/ -1982 h 22466"/>
                <a:gd name="csX3" fmla="*/ -2125 w 43413"/>
                <a:gd name="csY3" fmla="*/ -465 h 22466"/>
              </a:gdLst>
              <a:ahLst/>
              <a:cxnLst>
                <a:cxn ang="0">
                  <a:pos x="csX0" y="csY0"/>
                </a:cxn>
                <a:cxn ang="0">
                  <a:pos x="csX1" y="csY1"/>
                </a:cxn>
                <a:cxn ang="0">
                  <a:pos x="csX2" y="csY2"/>
                </a:cxn>
                <a:cxn ang="0">
                  <a:pos x="csX3" y="csY3"/>
                </a:cxn>
              </a:cxnLst>
              <a:rect l="l" t="t" r="r" b="b"/>
              <a:pathLst>
                <a:path w="43413" h="22466">
                  <a:moveTo>
                    <a:pt x="-2125" y="-465"/>
                  </a:moveTo>
                  <a:cubicBezTo>
                    <a:pt x="-1716" y="11513"/>
                    <a:pt x="8336" y="20893"/>
                    <a:pt x="20327" y="20470"/>
                  </a:cubicBezTo>
                  <a:cubicBezTo>
                    <a:pt x="32305" y="20062"/>
                    <a:pt x="41684" y="10009"/>
                    <a:pt x="41275" y="-1982"/>
                  </a:cubicBezTo>
                  <a:lnTo>
                    <a:pt x="-2125" y="-465"/>
                  </a:lnTo>
                  <a:close/>
                </a:path>
              </a:pathLst>
            </a:custGeom>
            <a:solidFill>
              <a:srgbClr val="002163"/>
            </a:solidFill>
            <a:ln w="1313" cap="flat">
              <a:noFill/>
              <a:prstDash val="solid"/>
              <a:round/>
            </a:ln>
          </p:spPr>
          <p:txBody>
            <a:bodyPr/>
            <a:lstStyle/>
            <a:p>
              <a:endParaRPr lang="en-US" b="1"/>
            </a:p>
          </p:txBody>
        </p:sp>
        <p:sp>
          <p:nvSpPr>
            <p:cNvPr id="1883" name="Freeform: Shape 1882">
              <a:extLst>
                <a:ext uri="{FF2B5EF4-FFF2-40B4-BE49-F238E27FC236}">
                  <a16:creationId xmlns:a16="http://schemas.microsoft.com/office/drawing/2014/main" id="{40A4FC46-D399-93AD-AED5-4B179D6C8B34}"/>
                </a:ext>
              </a:extLst>
            </p:cNvPr>
            <p:cNvSpPr/>
            <p:nvPr/>
          </p:nvSpPr>
          <p:spPr>
            <a:xfrm>
              <a:off x="9553062" y="3329810"/>
              <a:ext cx="95407" cy="95407"/>
            </a:xfrm>
            <a:custGeom>
              <a:avLst/>
              <a:gdLst>
                <a:gd name="csX0" fmla="*/ 58727 w 86001"/>
                <a:gd name="csY0" fmla="*/ 1908 h 86001"/>
                <a:gd name="csX1" fmla="*/ 79979 w 86001"/>
                <a:gd name="csY1" fmla="*/ 58870 h 86001"/>
                <a:gd name="csX2" fmla="*/ 23017 w 86001"/>
                <a:gd name="csY2" fmla="*/ 80122 h 86001"/>
                <a:gd name="csX3" fmla="*/ 1765 w 86001"/>
                <a:gd name="csY3" fmla="*/ 23160 h 86001"/>
                <a:gd name="csX4" fmla="*/ 58727 w 86001"/>
                <a:gd name="csY4" fmla="*/ 1908 h 86001"/>
              </a:gdLst>
              <a:ahLst/>
              <a:cxnLst>
                <a:cxn ang="0">
                  <a:pos x="csX0" y="csY0"/>
                </a:cxn>
                <a:cxn ang="0">
                  <a:pos x="csX1" y="csY1"/>
                </a:cxn>
                <a:cxn ang="0">
                  <a:pos x="csX2" y="csY2"/>
                </a:cxn>
                <a:cxn ang="0">
                  <a:pos x="csX3" y="csY3"/>
                </a:cxn>
                <a:cxn ang="0">
                  <a:pos x="csX4" y="csY4"/>
                </a:cxn>
              </a:cxnLst>
              <a:rect l="l" t="t" r="r" b="b"/>
              <a:pathLst>
                <a:path w="86001" h="86001">
                  <a:moveTo>
                    <a:pt x="58727" y="1908"/>
                  </a:moveTo>
                  <a:cubicBezTo>
                    <a:pt x="80335" y="11776"/>
                    <a:pt x="89846" y="37275"/>
                    <a:pt x="79979" y="58870"/>
                  </a:cubicBezTo>
                  <a:cubicBezTo>
                    <a:pt x="70124" y="80478"/>
                    <a:pt x="44612" y="89989"/>
                    <a:pt x="23017" y="80122"/>
                  </a:cubicBezTo>
                  <a:cubicBezTo>
                    <a:pt x="1422" y="70268"/>
                    <a:pt x="-8089" y="44755"/>
                    <a:pt x="1765" y="23160"/>
                  </a:cubicBezTo>
                  <a:cubicBezTo>
                    <a:pt x="11633" y="1565"/>
                    <a:pt x="37132" y="-7946"/>
                    <a:pt x="58727" y="1908"/>
                  </a:cubicBezTo>
                  <a:close/>
                </a:path>
              </a:pathLst>
            </a:custGeom>
            <a:solidFill>
              <a:srgbClr val="B8D4FF"/>
            </a:solidFill>
            <a:ln w="1313" cap="flat">
              <a:noFill/>
              <a:prstDash val="solid"/>
              <a:round/>
            </a:ln>
          </p:spPr>
          <p:txBody>
            <a:bodyPr/>
            <a:lstStyle/>
            <a:p>
              <a:endParaRPr lang="en-US" b="1"/>
            </a:p>
          </p:txBody>
        </p:sp>
        <p:sp>
          <p:nvSpPr>
            <p:cNvPr id="1884" name="Freeform: Shape 1883">
              <a:extLst>
                <a:ext uri="{FF2B5EF4-FFF2-40B4-BE49-F238E27FC236}">
                  <a16:creationId xmlns:a16="http://schemas.microsoft.com/office/drawing/2014/main" id="{3E31D560-30B4-655D-6748-FF2DFABD5D3A}"/>
                </a:ext>
              </a:extLst>
            </p:cNvPr>
            <p:cNvSpPr/>
            <p:nvPr/>
          </p:nvSpPr>
          <p:spPr>
            <a:xfrm>
              <a:off x="9386782" y="3061222"/>
              <a:ext cx="136842" cy="133364"/>
            </a:xfrm>
            <a:custGeom>
              <a:avLst/>
              <a:gdLst>
                <a:gd name="csX0" fmla="*/ 118988 w 123351"/>
                <a:gd name="csY0" fmla="*/ 14653 h 120216"/>
                <a:gd name="csX1" fmla="*/ 117986 w 123351"/>
                <a:gd name="csY1" fmla="*/ 3295 h 120216"/>
                <a:gd name="csX2" fmla="*/ 117880 w 123351"/>
                <a:gd name="csY2" fmla="*/ -1982 h 120216"/>
                <a:gd name="csX3" fmla="*/ 81814 w 123351"/>
                <a:gd name="csY3" fmla="*/ -1217 h 120216"/>
                <a:gd name="csX4" fmla="*/ 81932 w 123351"/>
                <a:gd name="csY4" fmla="*/ 4060 h 120216"/>
                <a:gd name="csX5" fmla="*/ 83225 w 123351"/>
                <a:gd name="csY5" fmla="*/ 19349 h 120216"/>
                <a:gd name="csX6" fmla="*/ 78081 w 123351"/>
                <a:gd name="csY6" fmla="*/ 76008 h 120216"/>
                <a:gd name="csX7" fmla="*/ 60905 w 123351"/>
                <a:gd name="csY7" fmla="*/ 82155 h 120216"/>
                <a:gd name="csX8" fmla="*/ 41170 w 123351"/>
                <a:gd name="csY8" fmla="*/ 76258 h 120216"/>
                <a:gd name="csX9" fmla="*/ 35458 w 123351"/>
                <a:gd name="csY9" fmla="*/ 22475 h 120216"/>
                <a:gd name="csX10" fmla="*/ 36566 w 123351"/>
                <a:gd name="csY10" fmla="*/ 5023 h 120216"/>
                <a:gd name="csX11" fmla="*/ 36447 w 123351"/>
                <a:gd name="csY11" fmla="*/ -254 h 120216"/>
                <a:gd name="csX12" fmla="*/ 408 w 123351"/>
                <a:gd name="csY12" fmla="*/ 525 h 120216"/>
                <a:gd name="csX13" fmla="*/ 513 w 123351"/>
                <a:gd name="csY13" fmla="*/ 5775 h 120216"/>
                <a:gd name="csX14" fmla="*/ -423 w 123351"/>
                <a:gd name="csY14" fmla="*/ 19072 h 120216"/>
                <a:gd name="csX15" fmla="*/ 14760 w 123351"/>
                <a:gd name="csY15" fmla="*/ 100795 h 120216"/>
                <a:gd name="csX16" fmla="*/ 59652 w 123351"/>
                <a:gd name="csY16" fmla="*/ 118234 h 120216"/>
                <a:gd name="csX17" fmla="*/ 61670 w 123351"/>
                <a:gd name="csY17" fmla="*/ 118208 h 120216"/>
                <a:gd name="csX18" fmla="*/ 105176 w 123351"/>
                <a:gd name="csY18" fmla="*/ 99819 h 120216"/>
                <a:gd name="csX19" fmla="*/ 118988 w 123351"/>
                <a:gd name="csY19" fmla="*/ 14653 h 120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3351" h="120216">
                  <a:moveTo>
                    <a:pt x="118988" y="14653"/>
                  </a:moveTo>
                  <a:cubicBezTo>
                    <a:pt x="118487" y="10115"/>
                    <a:pt x="118051" y="6224"/>
                    <a:pt x="117986" y="3295"/>
                  </a:cubicBezTo>
                  <a:lnTo>
                    <a:pt x="117880" y="-1982"/>
                  </a:lnTo>
                  <a:lnTo>
                    <a:pt x="81814" y="-1217"/>
                  </a:lnTo>
                  <a:lnTo>
                    <a:pt x="81932" y="4060"/>
                  </a:lnTo>
                  <a:cubicBezTo>
                    <a:pt x="82025" y="7951"/>
                    <a:pt x="82552" y="13228"/>
                    <a:pt x="83225" y="19349"/>
                  </a:cubicBezTo>
                  <a:cubicBezTo>
                    <a:pt x="84940" y="35140"/>
                    <a:pt x="88133" y="64531"/>
                    <a:pt x="78081" y="76008"/>
                  </a:cubicBezTo>
                  <a:cubicBezTo>
                    <a:pt x="74585" y="79978"/>
                    <a:pt x="68978" y="81983"/>
                    <a:pt x="60905" y="82155"/>
                  </a:cubicBezTo>
                  <a:cubicBezTo>
                    <a:pt x="51565" y="82458"/>
                    <a:pt x="45062" y="80440"/>
                    <a:pt x="41170" y="76258"/>
                  </a:cubicBezTo>
                  <a:cubicBezTo>
                    <a:pt x="31355" y="65692"/>
                    <a:pt x="33928" y="38662"/>
                    <a:pt x="35458" y="22475"/>
                  </a:cubicBezTo>
                  <a:cubicBezTo>
                    <a:pt x="36118" y="15774"/>
                    <a:pt x="36672" y="9970"/>
                    <a:pt x="36566" y="5023"/>
                  </a:cubicBezTo>
                  <a:lnTo>
                    <a:pt x="36447" y="-254"/>
                  </a:lnTo>
                  <a:lnTo>
                    <a:pt x="408" y="525"/>
                  </a:lnTo>
                  <a:lnTo>
                    <a:pt x="513" y="5775"/>
                  </a:lnTo>
                  <a:cubicBezTo>
                    <a:pt x="566" y="8558"/>
                    <a:pt x="65" y="13835"/>
                    <a:pt x="-423" y="19072"/>
                  </a:cubicBezTo>
                  <a:cubicBezTo>
                    <a:pt x="-2679" y="42685"/>
                    <a:pt x="-6083" y="78369"/>
                    <a:pt x="14760" y="100795"/>
                  </a:cubicBezTo>
                  <a:cubicBezTo>
                    <a:pt x="25498" y="112364"/>
                    <a:pt x="40603" y="118234"/>
                    <a:pt x="59652" y="118234"/>
                  </a:cubicBezTo>
                  <a:cubicBezTo>
                    <a:pt x="60325" y="118234"/>
                    <a:pt x="60997" y="118221"/>
                    <a:pt x="61670" y="118208"/>
                  </a:cubicBezTo>
                  <a:cubicBezTo>
                    <a:pt x="80165" y="117812"/>
                    <a:pt x="94794" y="111625"/>
                    <a:pt x="105176" y="99819"/>
                  </a:cubicBezTo>
                  <a:cubicBezTo>
                    <a:pt x="125689" y="76430"/>
                    <a:pt x="121719" y="39770"/>
                    <a:pt x="118988" y="14653"/>
                  </a:cubicBezTo>
                  <a:close/>
                </a:path>
              </a:pathLst>
            </a:custGeom>
            <a:solidFill>
              <a:srgbClr val="2060FF"/>
            </a:solidFill>
            <a:ln w="1313" cap="flat">
              <a:noFill/>
              <a:prstDash val="solid"/>
              <a:round/>
            </a:ln>
          </p:spPr>
          <p:txBody>
            <a:bodyPr/>
            <a:lstStyle/>
            <a:p>
              <a:endParaRPr lang="en-US" b="1"/>
            </a:p>
          </p:txBody>
        </p:sp>
        <p:sp>
          <p:nvSpPr>
            <p:cNvPr id="1885" name="Freeform: Shape 1884">
              <a:extLst>
                <a:ext uri="{FF2B5EF4-FFF2-40B4-BE49-F238E27FC236}">
                  <a16:creationId xmlns:a16="http://schemas.microsoft.com/office/drawing/2014/main" id="{2875C8CD-F5C1-46B4-16DF-46983DAF10E0}"/>
                </a:ext>
              </a:extLst>
            </p:cNvPr>
            <p:cNvSpPr/>
            <p:nvPr/>
          </p:nvSpPr>
          <p:spPr>
            <a:xfrm>
              <a:off x="9783161" y="3163704"/>
              <a:ext cx="130032" cy="143001"/>
            </a:xfrm>
            <a:custGeom>
              <a:avLst/>
              <a:gdLst>
                <a:gd name="csX0" fmla="*/ 105094 w 117212"/>
                <a:gd name="csY0" fmla="*/ 8047 h 128903"/>
                <a:gd name="csX1" fmla="*/ 16169 w 117212"/>
                <a:gd name="csY1" fmla="*/ 29338 h 128903"/>
                <a:gd name="csX2" fmla="*/ 16406 w 117212"/>
                <a:gd name="csY2" fmla="*/ 120770 h 128903"/>
                <a:gd name="csX3" fmla="*/ 79568 w 117212"/>
                <a:gd name="csY3" fmla="*/ 79216 h 128903"/>
                <a:gd name="csX4" fmla="*/ 105094 w 117212"/>
                <a:gd name="csY4" fmla="*/ 8047 h 128903"/>
              </a:gdLst>
              <a:ahLst/>
              <a:cxnLst>
                <a:cxn ang="0">
                  <a:pos x="csX0" y="csY0"/>
                </a:cxn>
                <a:cxn ang="0">
                  <a:pos x="csX1" y="csY1"/>
                </a:cxn>
                <a:cxn ang="0">
                  <a:pos x="csX2" y="csY2"/>
                </a:cxn>
                <a:cxn ang="0">
                  <a:pos x="csX3" y="csY3"/>
                </a:cxn>
                <a:cxn ang="0">
                  <a:pos x="csX4" y="csY4"/>
                </a:cxn>
              </a:cxnLst>
              <a:rect l="l" t="t" r="r" b="b"/>
              <a:pathLst>
                <a:path w="117212" h="128903">
                  <a:moveTo>
                    <a:pt x="105094" y="8047"/>
                  </a:moveTo>
                  <a:cubicBezTo>
                    <a:pt x="80465" y="-11318"/>
                    <a:pt x="40653" y="-1794"/>
                    <a:pt x="16169" y="29338"/>
                  </a:cubicBezTo>
                  <a:cubicBezTo>
                    <a:pt x="-8315" y="60458"/>
                    <a:pt x="-8210" y="101391"/>
                    <a:pt x="16406" y="120770"/>
                  </a:cubicBezTo>
                  <a:cubicBezTo>
                    <a:pt x="41035" y="140135"/>
                    <a:pt x="55071" y="110336"/>
                    <a:pt x="79568" y="79216"/>
                  </a:cubicBezTo>
                  <a:cubicBezTo>
                    <a:pt x="104052" y="48084"/>
                    <a:pt x="129723" y="27425"/>
                    <a:pt x="105094" y="8047"/>
                  </a:cubicBezTo>
                  <a:close/>
                </a:path>
              </a:pathLst>
            </a:custGeom>
            <a:solidFill>
              <a:srgbClr val="2060FF"/>
            </a:solidFill>
            <a:ln w="1313" cap="flat">
              <a:noFill/>
              <a:prstDash val="solid"/>
              <a:round/>
            </a:ln>
          </p:spPr>
          <p:txBody>
            <a:bodyPr/>
            <a:lstStyle/>
            <a:p>
              <a:endParaRPr lang="en-US" b="1"/>
            </a:p>
          </p:txBody>
        </p:sp>
        <p:sp>
          <p:nvSpPr>
            <p:cNvPr id="1886" name="Freeform: Shape 1885">
              <a:extLst>
                <a:ext uri="{FF2B5EF4-FFF2-40B4-BE49-F238E27FC236}">
                  <a16:creationId xmlns:a16="http://schemas.microsoft.com/office/drawing/2014/main" id="{E953CA34-C625-1A1D-E063-1788FD804225}"/>
                </a:ext>
              </a:extLst>
            </p:cNvPr>
            <p:cNvSpPr/>
            <p:nvPr/>
          </p:nvSpPr>
          <p:spPr>
            <a:xfrm>
              <a:off x="9722117" y="2826969"/>
              <a:ext cx="80357" cy="169628"/>
            </a:xfrm>
            <a:custGeom>
              <a:avLst/>
              <a:gdLst>
                <a:gd name="csX0" fmla="*/ 28401 w 72435"/>
                <a:gd name="csY0" fmla="*/ 150923 h 152905"/>
                <a:gd name="csX1" fmla="*/ -2125 w 72435"/>
                <a:gd name="csY1" fmla="*/ 150923 h 152905"/>
                <a:gd name="csX2" fmla="*/ -2125 w 72435"/>
                <a:gd name="csY2" fmla="*/ 140370 h 152905"/>
                <a:gd name="csX3" fmla="*/ 28401 w 72435"/>
                <a:gd name="csY3" fmla="*/ 140370 h 152905"/>
                <a:gd name="csX4" fmla="*/ 59757 w 72435"/>
                <a:gd name="csY4" fmla="*/ 74464 h 152905"/>
                <a:gd name="csX5" fmla="*/ 28401 w 72435"/>
                <a:gd name="csY5" fmla="*/ 8571 h 152905"/>
                <a:gd name="csX6" fmla="*/ -2125 w 72435"/>
                <a:gd name="csY6" fmla="*/ 8571 h 152905"/>
                <a:gd name="csX7" fmla="*/ -2125 w 72435"/>
                <a:gd name="csY7" fmla="*/ -1982 h 152905"/>
                <a:gd name="csX8" fmla="*/ 28401 w 72435"/>
                <a:gd name="csY8" fmla="*/ -1982 h 152905"/>
                <a:gd name="csX9" fmla="*/ 70311 w 72435"/>
                <a:gd name="csY9" fmla="*/ 74464 h 152905"/>
                <a:gd name="csX10" fmla="*/ 28401 w 72435"/>
                <a:gd name="csY10" fmla="*/ 150923 h 1529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2435" h="152905">
                  <a:moveTo>
                    <a:pt x="28401" y="150923"/>
                  </a:moveTo>
                  <a:lnTo>
                    <a:pt x="-2125" y="150923"/>
                  </a:lnTo>
                  <a:lnTo>
                    <a:pt x="-2125" y="140370"/>
                  </a:lnTo>
                  <a:lnTo>
                    <a:pt x="28401" y="140370"/>
                  </a:lnTo>
                  <a:cubicBezTo>
                    <a:pt x="45391" y="140370"/>
                    <a:pt x="59757" y="110187"/>
                    <a:pt x="59757" y="74464"/>
                  </a:cubicBezTo>
                  <a:cubicBezTo>
                    <a:pt x="59757" y="38754"/>
                    <a:pt x="45391" y="8571"/>
                    <a:pt x="28401" y="8571"/>
                  </a:cubicBezTo>
                  <a:lnTo>
                    <a:pt x="-2125" y="8571"/>
                  </a:lnTo>
                  <a:lnTo>
                    <a:pt x="-2125" y="-1982"/>
                  </a:lnTo>
                  <a:lnTo>
                    <a:pt x="28401" y="-1982"/>
                  </a:lnTo>
                  <a:cubicBezTo>
                    <a:pt x="51895" y="-1982"/>
                    <a:pt x="70311" y="31604"/>
                    <a:pt x="70311" y="74464"/>
                  </a:cubicBezTo>
                  <a:cubicBezTo>
                    <a:pt x="70311" y="117337"/>
                    <a:pt x="51895" y="150923"/>
                    <a:pt x="28401" y="150923"/>
                  </a:cubicBezTo>
                  <a:close/>
                </a:path>
              </a:pathLst>
            </a:custGeom>
            <a:solidFill>
              <a:srgbClr val="002163"/>
            </a:solidFill>
            <a:ln w="1313" cap="flat">
              <a:noFill/>
              <a:prstDash val="solid"/>
              <a:round/>
            </a:ln>
          </p:spPr>
          <p:txBody>
            <a:bodyPr/>
            <a:lstStyle/>
            <a:p>
              <a:endParaRPr lang="en-US" b="1"/>
            </a:p>
          </p:txBody>
        </p:sp>
        <p:sp>
          <p:nvSpPr>
            <p:cNvPr id="1887" name="Freeform: Shape 1886">
              <a:extLst>
                <a:ext uri="{FF2B5EF4-FFF2-40B4-BE49-F238E27FC236}">
                  <a16:creationId xmlns:a16="http://schemas.microsoft.com/office/drawing/2014/main" id="{F7F84695-93BE-6041-17FB-B47BCFEBEF21}"/>
                </a:ext>
              </a:extLst>
            </p:cNvPr>
            <p:cNvSpPr/>
            <p:nvPr/>
          </p:nvSpPr>
          <p:spPr>
            <a:xfrm>
              <a:off x="9675623" y="2826954"/>
              <a:ext cx="92973" cy="169642"/>
            </a:xfrm>
            <a:custGeom>
              <a:avLst/>
              <a:gdLst>
                <a:gd name="csX0" fmla="*/ 39785 w 83807"/>
                <a:gd name="csY0" fmla="*/ -1982 h 152918"/>
                <a:gd name="csX1" fmla="*/ -2125 w 83807"/>
                <a:gd name="csY1" fmla="*/ 74477 h 152918"/>
                <a:gd name="csX2" fmla="*/ 39785 w 83807"/>
                <a:gd name="csY2" fmla="*/ 150936 h 152918"/>
                <a:gd name="csX3" fmla="*/ 81682 w 83807"/>
                <a:gd name="csY3" fmla="*/ 74477 h 152918"/>
                <a:gd name="csX4" fmla="*/ 39785 w 83807"/>
                <a:gd name="csY4" fmla="*/ -1982 h 152918"/>
              </a:gdLst>
              <a:ahLst/>
              <a:cxnLst>
                <a:cxn ang="0">
                  <a:pos x="csX0" y="csY0"/>
                </a:cxn>
                <a:cxn ang="0">
                  <a:pos x="csX1" y="csY1"/>
                </a:cxn>
                <a:cxn ang="0">
                  <a:pos x="csX2" y="csY2"/>
                </a:cxn>
                <a:cxn ang="0">
                  <a:pos x="csX3" y="csY3"/>
                </a:cxn>
                <a:cxn ang="0">
                  <a:pos x="csX4" y="csY4"/>
                </a:cxn>
              </a:cxnLst>
              <a:rect l="l" t="t" r="r" b="b"/>
              <a:pathLst>
                <a:path w="83807" h="152918">
                  <a:moveTo>
                    <a:pt x="39785" y="-1982"/>
                  </a:moveTo>
                  <a:cubicBezTo>
                    <a:pt x="16278" y="-1982"/>
                    <a:pt x="-2125" y="31604"/>
                    <a:pt x="-2125" y="74477"/>
                  </a:cubicBezTo>
                  <a:cubicBezTo>
                    <a:pt x="-2125" y="117350"/>
                    <a:pt x="16278" y="150936"/>
                    <a:pt x="39785" y="150936"/>
                  </a:cubicBezTo>
                  <a:cubicBezTo>
                    <a:pt x="63279" y="150936"/>
                    <a:pt x="81682" y="117350"/>
                    <a:pt x="81682" y="74477"/>
                  </a:cubicBezTo>
                  <a:cubicBezTo>
                    <a:pt x="81682" y="31604"/>
                    <a:pt x="63279" y="-1982"/>
                    <a:pt x="39785" y="-1982"/>
                  </a:cubicBezTo>
                  <a:close/>
                </a:path>
              </a:pathLst>
            </a:custGeom>
            <a:solidFill>
              <a:srgbClr val="2060FF"/>
            </a:solidFill>
            <a:ln w="1313" cap="flat">
              <a:noFill/>
              <a:prstDash val="solid"/>
              <a:round/>
            </a:ln>
          </p:spPr>
          <p:txBody>
            <a:bodyPr/>
            <a:lstStyle/>
            <a:p>
              <a:endParaRPr lang="en-US" b="1"/>
            </a:p>
          </p:txBody>
        </p:sp>
        <p:sp>
          <p:nvSpPr>
            <p:cNvPr id="1888" name="Freeform: Shape 1887">
              <a:extLst>
                <a:ext uri="{FF2B5EF4-FFF2-40B4-BE49-F238E27FC236}">
                  <a16:creationId xmlns:a16="http://schemas.microsoft.com/office/drawing/2014/main" id="{59CFCBFA-B145-8799-7750-612C049A45A9}"/>
                </a:ext>
              </a:extLst>
            </p:cNvPr>
            <p:cNvSpPr/>
            <p:nvPr/>
          </p:nvSpPr>
          <p:spPr>
            <a:xfrm flipH="1">
              <a:off x="10202312" y="3078455"/>
              <a:ext cx="560034" cy="481443"/>
            </a:xfrm>
            <a:custGeom>
              <a:avLst/>
              <a:gdLst>
                <a:gd name="csX0" fmla="*/ 209112 w 336358"/>
                <a:gd name="csY0" fmla="*/ 48002 h 289156"/>
                <a:gd name="csX1" fmla="*/ -544 w 336358"/>
                <a:gd name="csY1" fmla="*/ 479 h 289156"/>
                <a:gd name="csX2" fmla="*/ 143421 w 336358"/>
                <a:gd name="csY2" fmla="*/ 250678 h 289156"/>
                <a:gd name="csX3" fmla="*/ 334916 w 336358"/>
                <a:gd name="csY3" fmla="*/ 287015 h 289156"/>
                <a:gd name="csX4" fmla="*/ 209112 w 336358"/>
                <a:gd name="csY4" fmla="*/ 48002 h 289156"/>
              </a:gdLst>
              <a:ahLst/>
              <a:cxnLst>
                <a:cxn ang="0">
                  <a:pos x="csX0" y="csY0"/>
                </a:cxn>
                <a:cxn ang="0">
                  <a:pos x="csX1" y="csY1"/>
                </a:cxn>
                <a:cxn ang="0">
                  <a:pos x="csX2" y="csY2"/>
                </a:cxn>
                <a:cxn ang="0">
                  <a:pos x="csX3" y="csY3"/>
                </a:cxn>
                <a:cxn ang="0">
                  <a:pos x="csX4" y="csY4"/>
                </a:cxn>
              </a:cxnLst>
              <a:rect l="l" t="t" r="r" b="b"/>
              <a:pathLst>
                <a:path w="336358" h="289156">
                  <a:moveTo>
                    <a:pt x="209112" y="48002"/>
                  </a:moveTo>
                  <a:cubicBezTo>
                    <a:pt x="209112" y="48002"/>
                    <a:pt x="7843" y="-7908"/>
                    <a:pt x="-544" y="479"/>
                  </a:cubicBezTo>
                  <a:cubicBezTo>
                    <a:pt x="-8930" y="8865"/>
                    <a:pt x="126655" y="238089"/>
                    <a:pt x="143421" y="250678"/>
                  </a:cubicBezTo>
                  <a:cubicBezTo>
                    <a:pt x="160197" y="263258"/>
                    <a:pt x="325131" y="296800"/>
                    <a:pt x="334916" y="287015"/>
                  </a:cubicBezTo>
                  <a:cubicBezTo>
                    <a:pt x="344701" y="277230"/>
                    <a:pt x="214711" y="49400"/>
                    <a:pt x="209112" y="48002"/>
                  </a:cubicBezTo>
                  <a:close/>
                </a:path>
              </a:pathLst>
            </a:custGeom>
            <a:solidFill>
              <a:srgbClr val="0291DC"/>
            </a:solidFill>
            <a:ln w="950" cap="flat">
              <a:noFill/>
              <a:prstDash val="solid"/>
              <a:round/>
            </a:ln>
          </p:spPr>
          <p:txBody>
            <a:bodyPr/>
            <a:lstStyle/>
            <a:p>
              <a:endParaRPr lang="en-US" b="1"/>
            </a:p>
          </p:txBody>
        </p:sp>
        <p:sp>
          <p:nvSpPr>
            <p:cNvPr id="1889" name="Freeform: Shape 1888">
              <a:extLst>
                <a:ext uri="{FF2B5EF4-FFF2-40B4-BE49-F238E27FC236}">
                  <a16:creationId xmlns:a16="http://schemas.microsoft.com/office/drawing/2014/main" id="{16D8614F-52D2-F22B-0666-CF7661B044E1}"/>
                </a:ext>
              </a:extLst>
            </p:cNvPr>
            <p:cNvSpPr/>
            <p:nvPr/>
          </p:nvSpPr>
          <p:spPr>
            <a:xfrm flipH="1">
              <a:off x="10202312" y="3078455"/>
              <a:ext cx="560029" cy="481269"/>
            </a:xfrm>
            <a:custGeom>
              <a:avLst/>
              <a:gdLst>
                <a:gd name="csX0" fmla="*/ 209110 w 336355"/>
                <a:gd name="csY0" fmla="*/ 48002 h 289052"/>
                <a:gd name="csX1" fmla="*/ -546 w 336355"/>
                <a:gd name="csY1" fmla="*/ 479 h 289052"/>
                <a:gd name="csX2" fmla="*/ -565 w 336355"/>
                <a:gd name="csY2" fmla="*/ 4236 h 289052"/>
                <a:gd name="csX3" fmla="*/ 207717 w 336355"/>
                <a:gd name="csY3" fmla="*/ 54991 h 289052"/>
                <a:gd name="csX4" fmla="*/ 328295 w 336355"/>
                <a:gd name="csY4" fmla="*/ 288674 h 289052"/>
                <a:gd name="csX5" fmla="*/ 334914 w 336355"/>
                <a:gd name="csY5" fmla="*/ 287015 h 289052"/>
                <a:gd name="csX6" fmla="*/ 209110 w 336355"/>
                <a:gd name="csY6" fmla="*/ 48002 h 28905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6355" h="289052">
                  <a:moveTo>
                    <a:pt x="209110" y="48002"/>
                  </a:moveTo>
                  <a:cubicBezTo>
                    <a:pt x="209110" y="48002"/>
                    <a:pt x="7841" y="-7908"/>
                    <a:pt x="-546" y="479"/>
                  </a:cubicBezTo>
                  <a:cubicBezTo>
                    <a:pt x="-1045" y="978"/>
                    <a:pt x="-1029" y="2267"/>
                    <a:pt x="-565" y="4236"/>
                  </a:cubicBezTo>
                  <a:cubicBezTo>
                    <a:pt x="28656" y="10967"/>
                    <a:pt x="202596" y="51150"/>
                    <a:pt x="207717" y="54991"/>
                  </a:cubicBezTo>
                  <a:cubicBezTo>
                    <a:pt x="213058" y="58997"/>
                    <a:pt x="316631" y="253091"/>
                    <a:pt x="328295" y="288674"/>
                  </a:cubicBezTo>
                  <a:cubicBezTo>
                    <a:pt x="331700" y="288474"/>
                    <a:pt x="333988" y="287930"/>
                    <a:pt x="334914" y="287015"/>
                  </a:cubicBezTo>
                  <a:cubicBezTo>
                    <a:pt x="344699" y="277230"/>
                    <a:pt x="214708" y="49400"/>
                    <a:pt x="209110" y="48002"/>
                  </a:cubicBezTo>
                  <a:close/>
                </a:path>
              </a:pathLst>
            </a:custGeom>
            <a:solidFill>
              <a:schemeClr val="accent5">
                <a:lumMod val="75000"/>
              </a:schemeClr>
            </a:solidFill>
            <a:ln w="950" cap="flat">
              <a:noFill/>
              <a:prstDash val="solid"/>
              <a:round/>
            </a:ln>
          </p:spPr>
          <p:txBody>
            <a:bodyPr/>
            <a:lstStyle/>
            <a:p>
              <a:endParaRPr lang="en-US" b="1"/>
            </a:p>
          </p:txBody>
        </p:sp>
        <p:sp>
          <p:nvSpPr>
            <p:cNvPr id="1890" name="Freeform: Shape 1889">
              <a:extLst>
                <a:ext uri="{FF2B5EF4-FFF2-40B4-BE49-F238E27FC236}">
                  <a16:creationId xmlns:a16="http://schemas.microsoft.com/office/drawing/2014/main" id="{40117BC1-3C4B-5417-A8ED-12F33C5148C2}"/>
                </a:ext>
              </a:extLst>
            </p:cNvPr>
            <p:cNvSpPr/>
            <p:nvPr/>
          </p:nvSpPr>
          <p:spPr>
            <a:xfrm flipH="1">
              <a:off x="10517169" y="3072901"/>
              <a:ext cx="173767" cy="105126"/>
            </a:xfrm>
            <a:custGeom>
              <a:avLst/>
              <a:gdLst>
                <a:gd name="csX0" fmla="*/ 16671 w 104365"/>
                <a:gd name="csY0" fmla="*/ 42952 h 63139"/>
                <a:gd name="csX1" fmla="*/ -764 w 104365"/>
                <a:gd name="csY1" fmla="*/ 7371 h 63139"/>
                <a:gd name="csX2" fmla="*/ 8285 w 104365"/>
                <a:gd name="csY2" fmla="*/ -378 h 63139"/>
                <a:gd name="csX3" fmla="*/ 92149 w 104365"/>
                <a:gd name="csY3" fmla="*/ 23384 h 63139"/>
                <a:gd name="csX4" fmla="*/ 97061 w 104365"/>
                <a:gd name="csY4" fmla="*/ 32823 h 63139"/>
                <a:gd name="csX5" fmla="*/ 93885 w 104365"/>
                <a:gd name="csY5" fmla="*/ 39583 h 63139"/>
                <a:gd name="csX6" fmla="*/ 103327 w 104365"/>
                <a:gd name="csY6" fmla="*/ 62520 h 63139"/>
                <a:gd name="csX7" fmla="*/ 16671 w 104365"/>
                <a:gd name="csY7" fmla="*/ 42952 h 631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04365" h="63139">
                  <a:moveTo>
                    <a:pt x="16671" y="42952"/>
                  </a:moveTo>
                  <a:cubicBezTo>
                    <a:pt x="16671" y="42952"/>
                    <a:pt x="-2825" y="15120"/>
                    <a:pt x="-764" y="7371"/>
                  </a:cubicBezTo>
                  <a:cubicBezTo>
                    <a:pt x="1296" y="-378"/>
                    <a:pt x="8285" y="-378"/>
                    <a:pt x="8285" y="-378"/>
                  </a:cubicBezTo>
                  <a:cubicBezTo>
                    <a:pt x="8285" y="-378"/>
                    <a:pt x="87953" y="17793"/>
                    <a:pt x="92149" y="23384"/>
                  </a:cubicBezTo>
                  <a:cubicBezTo>
                    <a:pt x="96346" y="28974"/>
                    <a:pt x="97061" y="32823"/>
                    <a:pt x="97061" y="32823"/>
                  </a:cubicBezTo>
                  <a:cubicBezTo>
                    <a:pt x="97061" y="32823"/>
                    <a:pt x="94219" y="37612"/>
                    <a:pt x="93885" y="39583"/>
                  </a:cubicBezTo>
                  <a:cubicBezTo>
                    <a:pt x="93542" y="41554"/>
                    <a:pt x="104729" y="59725"/>
                    <a:pt x="103327" y="62520"/>
                  </a:cubicBezTo>
                  <a:cubicBezTo>
                    <a:pt x="101934" y="65315"/>
                    <a:pt x="16671" y="42952"/>
                    <a:pt x="16671" y="42952"/>
                  </a:cubicBezTo>
                  <a:close/>
                </a:path>
              </a:pathLst>
            </a:custGeom>
            <a:solidFill>
              <a:srgbClr val="2D2D2D"/>
            </a:solidFill>
            <a:ln w="950" cap="flat">
              <a:noFill/>
              <a:prstDash val="solid"/>
              <a:round/>
            </a:ln>
          </p:spPr>
          <p:txBody>
            <a:bodyPr/>
            <a:lstStyle/>
            <a:p>
              <a:endParaRPr lang="en-US" b="1"/>
            </a:p>
          </p:txBody>
        </p:sp>
      </p:grpSp>
      <p:grpSp>
        <p:nvGrpSpPr>
          <p:cNvPr id="1891" name="Group 1890">
            <a:extLst>
              <a:ext uri="{FF2B5EF4-FFF2-40B4-BE49-F238E27FC236}">
                <a16:creationId xmlns:a16="http://schemas.microsoft.com/office/drawing/2014/main" id="{32D3D275-C24B-BD30-4599-E1071229D592}"/>
              </a:ext>
            </a:extLst>
          </p:cNvPr>
          <p:cNvGrpSpPr/>
          <p:nvPr/>
        </p:nvGrpSpPr>
        <p:grpSpPr>
          <a:xfrm>
            <a:off x="6225843" y="4812278"/>
            <a:ext cx="486784" cy="289096"/>
            <a:chOff x="9344314" y="2588000"/>
            <a:chExt cx="1857104" cy="1102914"/>
          </a:xfrm>
        </p:grpSpPr>
        <p:sp>
          <p:nvSpPr>
            <p:cNvPr id="1892" name="Oval 1891">
              <a:extLst>
                <a:ext uri="{FF2B5EF4-FFF2-40B4-BE49-F238E27FC236}">
                  <a16:creationId xmlns:a16="http://schemas.microsoft.com/office/drawing/2014/main" id="{C4E1FF73-FD09-FD4B-3ED0-FCE8867FDE16}"/>
                </a:ext>
              </a:extLst>
            </p:cNvPr>
            <p:cNvSpPr/>
            <p:nvPr/>
          </p:nvSpPr>
          <p:spPr>
            <a:xfrm>
              <a:off x="9344314" y="2788188"/>
              <a:ext cx="740664" cy="740664"/>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sp>
          <p:nvSpPr>
            <p:cNvPr id="1893" name="Freeform: Shape 1892">
              <a:extLst>
                <a:ext uri="{FF2B5EF4-FFF2-40B4-BE49-F238E27FC236}">
                  <a16:creationId xmlns:a16="http://schemas.microsoft.com/office/drawing/2014/main" id="{D44DB5E4-A800-FDD9-7627-2917A304CC97}"/>
                </a:ext>
              </a:extLst>
            </p:cNvPr>
            <p:cNvSpPr/>
            <p:nvPr/>
          </p:nvSpPr>
          <p:spPr>
            <a:xfrm>
              <a:off x="10588289" y="2588000"/>
              <a:ext cx="455005" cy="687461"/>
            </a:xfrm>
            <a:custGeom>
              <a:avLst/>
              <a:gdLst>
                <a:gd name="csX0" fmla="*/ 336916 w 432198"/>
                <a:gd name="csY0" fmla="*/ 652444 h 653003"/>
                <a:gd name="csX1" fmla="*/ 64698 w 432198"/>
                <a:gd name="csY1" fmla="*/ 624832 h 653003"/>
                <a:gd name="csX2" fmla="*/ -3522 w 432198"/>
                <a:gd name="csY2" fmla="*/ 545006 h 653003"/>
                <a:gd name="csX3" fmla="*/ 14454 w 432198"/>
                <a:gd name="csY3" fmla="*/ 65600 h 653003"/>
                <a:gd name="csX4" fmla="*/ 88131 w 432198"/>
                <a:gd name="csY4" fmla="*/ 163 h 653003"/>
                <a:gd name="csX5" fmla="*/ 360349 w 432198"/>
                <a:gd name="csY5" fmla="*/ 27775 h 653003"/>
                <a:gd name="csX6" fmla="*/ 428570 w 432198"/>
                <a:gd name="csY6" fmla="*/ 107601 h 653003"/>
                <a:gd name="csX7" fmla="*/ 410594 w 432198"/>
                <a:gd name="csY7" fmla="*/ 587010 h 653003"/>
                <a:gd name="csX8" fmla="*/ 336916 w 432198"/>
                <a:gd name="csY8" fmla="*/ 652444 h 653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198" h="653003">
                  <a:moveTo>
                    <a:pt x="336916" y="652444"/>
                  </a:moveTo>
                  <a:lnTo>
                    <a:pt x="64698" y="624832"/>
                  </a:lnTo>
                  <a:cubicBezTo>
                    <a:pt x="25506" y="620860"/>
                    <a:pt x="-5018" y="585118"/>
                    <a:pt x="-3522" y="545006"/>
                  </a:cubicBezTo>
                  <a:lnTo>
                    <a:pt x="14454" y="65600"/>
                  </a:lnTo>
                  <a:cubicBezTo>
                    <a:pt x="15950" y="25485"/>
                    <a:pt x="48938" y="-3812"/>
                    <a:pt x="88131" y="163"/>
                  </a:cubicBezTo>
                  <a:lnTo>
                    <a:pt x="360349" y="27775"/>
                  </a:lnTo>
                  <a:cubicBezTo>
                    <a:pt x="399542" y="31750"/>
                    <a:pt x="430093" y="67489"/>
                    <a:pt x="428570" y="107601"/>
                  </a:cubicBezTo>
                  <a:lnTo>
                    <a:pt x="410594" y="587010"/>
                  </a:lnTo>
                  <a:cubicBezTo>
                    <a:pt x="409098" y="627122"/>
                    <a:pt x="376109" y="656419"/>
                    <a:pt x="336916" y="652444"/>
                  </a:cubicBezTo>
                  <a:close/>
                </a:path>
              </a:pathLst>
            </a:custGeom>
            <a:solidFill>
              <a:schemeClr val="accent2">
                <a:lumMod val="40000"/>
                <a:lumOff val="60000"/>
              </a:schemeClr>
            </a:solidFill>
            <a:ln w="2756" cap="rnd">
              <a:noFill/>
              <a:prstDash val="solid"/>
              <a:round/>
            </a:ln>
          </p:spPr>
          <p:txBody>
            <a:bodyPr/>
            <a:lstStyle/>
            <a:p>
              <a:endParaRPr lang="en-US" b="1"/>
            </a:p>
          </p:txBody>
        </p:sp>
        <p:sp>
          <p:nvSpPr>
            <p:cNvPr id="1894" name="Freeform: Shape 1893">
              <a:extLst>
                <a:ext uri="{FF2B5EF4-FFF2-40B4-BE49-F238E27FC236}">
                  <a16:creationId xmlns:a16="http://schemas.microsoft.com/office/drawing/2014/main" id="{535C8514-65BD-84B4-8B06-51315591ACC1}"/>
                </a:ext>
              </a:extLst>
            </p:cNvPr>
            <p:cNvSpPr/>
            <p:nvPr/>
          </p:nvSpPr>
          <p:spPr>
            <a:xfrm>
              <a:off x="10588289" y="2588000"/>
              <a:ext cx="455005" cy="687461"/>
            </a:xfrm>
            <a:custGeom>
              <a:avLst/>
              <a:gdLst>
                <a:gd name="csX0" fmla="*/ 336916 w 432198"/>
                <a:gd name="csY0" fmla="*/ 652444 h 653003"/>
                <a:gd name="csX1" fmla="*/ 64698 w 432198"/>
                <a:gd name="csY1" fmla="*/ 624832 h 653003"/>
                <a:gd name="csX2" fmla="*/ -3522 w 432198"/>
                <a:gd name="csY2" fmla="*/ 545006 h 653003"/>
                <a:gd name="csX3" fmla="*/ 14454 w 432198"/>
                <a:gd name="csY3" fmla="*/ 65600 h 653003"/>
                <a:gd name="csX4" fmla="*/ 88131 w 432198"/>
                <a:gd name="csY4" fmla="*/ 163 h 653003"/>
                <a:gd name="csX5" fmla="*/ 360349 w 432198"/>
                <a:gd name="csY5" fmla="*/ 27775 h 653003"/>
                <a:gd name="csX6" fmla="*/ 428570 w 432198"/>
                <a:gd name="csY6" fmla="*/ 107601 h 653003"/>
                <a:gd name="csX7" fmla="*/ 410594 w 432198"/>
                <a:gd name="csY7" fmla="*/ 587010 h 653003"/>
                <a:gd name="csX8" fmla="*/ 336916 w 432198"/>
                <a:gd name="csY8" fmla="*/ 652444 h 653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198" h="653003">
                  <a:moveTo>
                    <a:pt x="336916" y="652444"/>
                  </a:moveTo>
                  <a:lnTo>
                    <a:pt x="64698" y="624832"/>
                  </a:lnTo>
                  <a:cubicBezTo>
                    <a:pt x="25506" y="620860"/>
                    <a:pt x="-5018" y="585118"/>
                    <a:pt x="-3522" y="545006"/>
                  </a:cubicBezTo>
                  <a:lnTo>
                    <a:pt x="14454" y="65600"/>
                  </a:lnTo>
                  <a:cubicBezTo>
                    <a:pt x="15950" y="25485"/>
                    <a:pt x="48938" y="-3812"/>
                    <a:pt x="88131" y="163"/>
                  </a:cubicBezTo>
                  <a:lnTo>
                    <a:pt x="360349" y="27775"/>
                  </a:lnTo>
                  <a:cubicBezTo>
                    <a:pt x="399542" y="31750"/>
                    <a:pt x="430093" y="67489"/>
                    <a:pt x="428570" y="107601"/>
                  </a:cubicBezTo>
                  <a:lnTo>
                    <a:pt x="410594" y="587010"/>
                  </a:lnTo>
                  <a:cubicBezTo>
                    <a:pt x="409098" y="627122"/>
                    <a:pt x="376109" y="656419"/>
                    <a:pt x="336916" y="652444"/>
                  </a:cubicBezTo>
                  <a:close/>
                </a:path>
              </a:pathLst>
            </a:custGeom>
            <a:noFill/>
            <a:ln w="8874" cap="rnd">
              <a:solidFill>
                <a:srgbClr val="0E0F29"/>
              </a:solidFill>
              <a:prstDash val="solid"/>
              <a:round/>
            </a:ln>
          </p:spPr>
          <p:txBody>
            <a:bodyPr/>
            <a:lstStyle/>
            <a:p>
              <a:endParaRPr lang="en-US" b="1"/>
            </a:p>
          </p:txBody>
        </p:sp>
        <p:sp>
          <p:nvSpPr>
            <p:cNvPr id="1895" name="Freeform: Shape 1894">
              <a:extLst>
                <a:ext uri="{FF2B5EF4-FFF2-40B4-BE49-F238E27FC236}">
                  <a16:creationId xmlns:a16="http://schemas.microsoft.com/office/drawing/2014/main" id="{0C03509C-0272-6956-D96B-44DCC6C9AE52}"/>
                </a:ext>
              </a:extLst>
            </p:cNvPr>
            <p:cNvSpPr/>
            <p:nvPr/>
          </p:nvSpPr>
          <p:spPr>
            <a:xfrm>
              <a:off x="10708833" y="2733155"/>
              <a:ext cx="61352" cy="6779"/>
            </a:xfrm>
            <a:custGeom>
              <a:avLst/>
              <a:gdLst>
                <a:gd name="csX0" fmla="*/ -3575 w 58277"/>
                <a:gd name="csY0" fmla="*/ -198 h 6439"/>
                <a:gd name="csX1" fmla="*/ 54703 w 58277"/>
                <a:gd name="csY1" fmla="*/ 6242 h 6439"/>
              </a:gdLst>
              <a:ahLst/>
              <a:cxnLst>
                <a:cxn ang="0">
                  <a:pos x="csX0" y="csY0"/>
                </a:cxn>
                <a:cxn ang="0">
                  <a:pos x="csX1" y="csY1"/>
                </a:cxn>
              </a:cxnLst>
              <a:rect l="l" t="t" r="r" b="b"/>
              <a:pathLst>
                <a:path w="58277" h="6439">
                  <a:moveTo>
                    <a:pt x="-3575" y="-198"/>
                  </a:moveTo>
                  <a:lnTo>
                    <a:pt x="54703" y="6242"/>
                  </a:lnTo>
                </a:path>
              </a:pathLst>
            </a:custGeom>
            <a:noFill/>
            <a:ln w="8874" cap="rnd">
              <a:solidFill>
                <a:srgbClr val="0E0F29"/>
              </a:solidFill>
              <a:prstDash val="solid"/>
              <a:round/>
            </a:ln>
          </p:spPr>
          <p:txBody>
            <a:bodyPr/>
            <a:lstStyle/>
            <a:p>
              <a:endParaRPr lang="en-US" b="1"/>
            </a:p>
          </p:txBody>
        </p:sp>
        <p:sp>
          <p:nvSpPr>
            <p:cNvPr id="1896" name="Freeform: Shape 1895">
              <a:extLst>
                <a:ext uri="{FF2B5EF4-FFF2-40B4-BE49-F238E27FC236}">
                  <a16:creationId xmlns:a16="http://schemas.microsoft.com/office/drawing/2014/main" id="{7C1AFDC6-D10B-469D-A698-BCC998443F00}"/>
                </a:ext>
              </a:extLst>
            </p:cNvPr>
            <p:cNvSpPr/>
            <p:nvPr/>
          </p:nvSpPr>
          <p:spPr>
            <a:xfrm>
              <a:off x="10696439" y="3088779"/>
              <a:ext cx="61352" cy="6779"/>
            </a:xfrm>
            <a:custGeom>
              <a:avLst/>
              <a:gdLst>
                <a:gd name="csX0" fmla="*/ -3575 w 58277"/>
                <a:gd name="csY0" fmla="*/ -198 h 6439"/>
                <a:gd name="csX1" fmla="*/ 54703 w 58277"/>
                <a:gd name="csY1" fmla="*/ 6242 h 6439"/>
              </a:gdLst>
              <a:ahLst/>
              <a:cxnLst>
                <a:cxn ang="0">
                  <a:pos x="csX0" y="csY0"/>
                </a:cxn>
                <a:cxn ang="0">
                  <a:pos x="csX1" y="csY1"/>
                </a:cxn>
              </a:cxnLst>
              <a:rect l="l" t="t" r="r" b="b"/>
              <a:pathLst>
                <a:path w="58277" h="6439">
                  <a:moveTo>
                    <a:pt x="-3575" y="-198"/>
                  </a:moveTo>
                  <a:lnTo>
                    <a:pt x="54703" y="6242"/>
                  </a:lnTo>
                </a:path>
              </a:pathLst>
            </a:custGeom>
            <a:noFill/>
            <a:ln w="8874" cap="rnd">
              <a:solidFill>
                <a:srgbClr val="0E0F29"/>
              </a:solidFill>
              <a:prstDash val="solid"/>
              <a:round/>
            </a:ln>
          </p:spPr>
          <p:txBody>
            <a:bodyPr/>
            <a:lstStyle/>
            <a:p>
              <a:endParaRPr lang="en-US" b="1"/>
            </a:p>
          </p:txBody>
        </p:sp>
        <p:sp>
          <p:nvSpPr>
            <p:cNvPr id="1897" name="Freeform: Shape 1896">
              <a:extLst>
                <a:ext uri="{FF2B5EF4-FFF2-40B4-BE49-F238E27FC236}">
                  <a16:creationId xmlns:a16="http://schemas.microsoft.com/office/drawing/2014/main" id="{BDBA5BB0-B708-0A5B-2106-9A7FC23429D1}"/>
                </a:ext>
              </a:extLst>
            </p:cNvPr>
            <p:cNvSpPr/>
            <p:nvPr/>
          </p:nvSpPr>
          <p:spPr>
            <a:xfrm>
              <a:off x="10832208" y="2850193"/>
              <a:ext cx="130694" cy="13629"/>
            </a:xfrm>
            <a:custGeom>
              <a:avLst/>
              <a:gdLst>
                <a:gd name="csX0" fmla="*/ -3575 w 124143"/>
                <a:gd name="csY0" fmla="*/ -198 h 12946"/>
                <a:gd name="csX1" fmla="*/ 120569 w 124143"/>
                <a:gd name="csY1" fmla="*/ 12748 h 12946"/>
              </a:gdLst>
              <a:ahLst/>
              <a:cxnLst>
                <a:cxn ang="0">
                  <a:pos x="csX0" y="csY0"/>
                </a:cxn>
                <a:cxn ang="0">
                  <a:pos x="csX1" y="csY1"/>
                </a:cxn>
              </a:cxnLst>
              <a:rect l="l" t="t" r="r" b="b"/>
              <a:pathLst>
                <a:path w="124143" h="12946">
                  <a:moveTo>
                    <a:pt x="-3575" y="-198"/>
                  </a:moveTo>
                  <a:lnTo>
                    <a:pt x="120569" y="12748"/>
                  </a:lnTo>
                </a:path>
              </a:pathLst>
            </a:custGeom>
            <a:noFill/>
            <a:ln w="8874" cap="rnd">
              <a:solidFill>
                <a:schemeClr val="accent1"/>
              </a:solidFill>
              <a:prstDash val="solid"/>
              <a:round/>
            </a:ln>
          </p:spPr>
          <p:txBody>
            <a:bodyPr/>
            <a:lstStyle/>
            <a:p>
              <a:endParaRPr lang="en-US" b="1"/>
            </a:p>
          </p:txBody>
        </p:sp>
        <p:sp>
          <p:nvSpPr>
            <p:cNvPr id="1898" name="Freeform: Shape 1897">
              <a:extLst>
                <a:ext uri="{FF2B5EF4-FFF2-40B4-BE49-F238E27FC236}">
                  <a16:creationId xmlns:a16="http://schemas.microsoft.com/office/drawing/2014/main" id="{6B43E1C6-AF60-4E08-887D-FD8B6FFB536D}"/>
                </a:ext>
              </a:extLst>
            </p:cNvPr>
            <p:cNvSpPr/>
            <p:nvPr/>
          </p:nvSpPr>
          <p:spPr>
            <a:xfrm>
              <a:off x="10735484" y="2840381"/>
              <a:ext cx="65317" cy="7004"/>
            </a:xfrm>
            <a:custGeom>
              <a:avLst/>
              <a:gdLst>
                <a:gd name="csX0" fmla="*/ -3575 w 62043"/>
                <a:gd name="csY0" fmla="*/ -198 h 6653"/>
                <a:gd name="csX1" fmla="*/ 58469 w 62043"/>
                <a:gd name="csY1" fmla="*/ 6455 h 6653"/>
              </a:gdLst>
              <a:ahLst/>
              <a:cxnLst>
                <a:cxn ang="0">
                  <a:pos x="csX0" y="csY0"/>
                </a:cxn>
                <a:cxn ang="0">
                  <a:pos x="csX1" y="csY1"/>
                </a:cxn>
              </a:cxnLst>
              <a:rect l="l" t="t" r="r" b="b"/>
              <a:pathLst>
                <a:path w="62043" h="6653">
                  <a:moveTo>
                    <a:pt x="-3575" y="-198"/>
                  </a:moveTo>
                  <a:lnTo>
                    <a:pt x="58469" y="6455"/>
                  </a:lnTo>
                </a:path>
              </a:pathLst>
            </a:custGeom>
            <a:noFill/>
            <a:ln w="8874" cap="rnd">
              <a:solidFill>
                <a:schemeClr val="accent1"/>
              </a:solidFill>
              <a:prstDash val="solid"/>
              <a:round/>
            </a:ln>
          </p:spPr>
          <p:txBody>
            <a:bodyPr/>
            <a:lstStyle/>
            <a:p>
              <a:endParaRPr lang="en-US" b="1"/>
            </a:p>
          </p:txBody>
        </p:sp>
        <p:sp>
          <p:nvSpPr>
            <p:cNvPr id="1899" name="Freeform: Shape 1898">
              <a:extLst>
                <a:ext uri="{FF2B5EF4-FFF2-40B4-BE49-F238E27FC236}">
                  <a16:creationId xmlns:a16="http://schemas.microsoft.com/office/drawing/2014/main" id="{66BB7F6C-421B-43F4-B05F-07D30422AB10}"/>
                </a:ext>
              </a:extLst>
            </p:cNvPr>
            <p:cNvSpPr/>
            <p:nvPr/>
          </p:nvSpPr>
          <p:spPr>
            <a:xfrm>
              <a:off x="10829845" y="2913438"/>
              <a:ext cx="130664" cy="13629"/>
            </a:xfrm>
            <a:custGeom>
              <a:avLst/>
              <a:gdLst>
                <a:gd name="csX0" fmla="*/ -3575 w 124115"/>
                <a:gd name="csY0" fmla="*/ -198 h 12946"/>
                <a:gd name="csX1" fmla="*/ 120541 w 124115"/>
                <a:gd name="csY1" fmla="*/ 12748 h 12946"/>
              </a:gdLst>
              <a:ahLst/>
              <a:cxnLst>
                <a:cxn ang="0">
                  <a:pos x="csX0" y="csY0"/>
                </a:cxn>
                <a:cxn ang="0">
                  <a:pos x="csX1" y="csY1"/>
                </a:cxn>
              </a:cxnLst>
              <a:rect l="l" t="t" r="r" b="b"/>
              <a:pathLst>
                <a:path w="124115" h="12946">
                  <a:moveTo>
                    <a:pt x="-3575" y="-198"/>
                  </a:moveTo>
                  <a:lnTo>
                    <a:pt x="120541" y="12748"/>
                  </a:lnTo>
                </a:path>
              </a:pathLst>
            </a:custGeom>
            <a:noFill/>
            <a:ln w="8874" cap="rnd">
              <a:solidFill>
                <a:schemeClr val="accent1"/>
              </a:solidFill>
              <a:prstDash val="solid"/>
              <a:round/>
            </a:ln>
          </p:spPr>
          <p:txBody>
            <a:bodyPr/>
            <a:lstStyle/>
            <a:p>
              <a:endParaRPr lang="en-US" b="1"/>
            </a:p>
          </p:txBody>
        </p:sp>
        <p:sp>
          <p:nvSpPr>
            <p:cNvPr id="1900" name="Freeform: Shape 1899">
              <a:extLst>
                <a:ext uri="{FF2B5EF4-FFF2-40B4-BE49-F238E27FC236}">
                  <a16:creationId xmlns:a16="http://schemas.microsoft.com/office/drawing/2014/main" id="{92229274-2BDE-1468-DFFB-BF2B6140026B}"/>
                </a:ext>
              </a:extLst>
            </p:cNvPr>
            <p:cNvSpPr/>
            <p:nvPr/>
          </p:nvSpPr>
          <p:spPr>
            <a:xfrm>
              <a:off x="10827309" y="2981007"/>
              <a:ext cx="130664" cy="13629"/>
            </a:xfrm>
            <a:custGeom>
              <a:avLst/>
              <a:gdLst>
                <a:gd name="csX0" fmla="*/ -3575 w 124115"/>
                <a:gd name="csY0" fmla="*/ -198 h 12946"/>
                <a:gd name="csX1" fmla="*/ 120541 w 124115"/>
                <a:gd name="csY1" fmla="*/ 12748 h 12946"/>
              </a:gdLst>
              <a:ahLst/>
              <a:cxnLst>
                <a:cxn ang="0">
                  <a:pos x="csX0" y="csY0"/>
                </a:cxn>
                <a:cxn ang="0">
                  <a:pos x="csX1" y="csY1"/>
                </a:cxn>
              </a:cxnLst>
              <a:rect l="l" t="t" r="r" b="b"/>
              <a:pathLst>
                <a:path w="124115" h="12946">
                  <a:moveTo>
                    <a:pt x="-3575" y="-198"/>
                  </a:moveTo>
                  <a:lnTo>
                    <a:pt x="120541" y="12748"/>
                  </a:lnTo>
                </a:path>
              </a:pathLst>
            </a:custGeom>
            <a:noFill/>
            <a:ln w="8874" cap="rnd">
              <a:solidFill>
                <a:schemeClr val="accent1"/>
              </a:solidFill>
              <a:prstDash val="solid"/>
              <a:round/>
            </a:ln>
          </p:spPr>
          <p:txBody>
            <a:bodyPr/>
            <a:lstStyle/>
            <a:p>
              <a:endParaRPr lang="en-US" b="1"/>
            </a:p>
          </p:txBody>
        </p:sp>
        <p:sp>
          <p:nvSpPr>
            <p:cNvPr id="1901" name="Freeform: Shape 1900">
              <a:extLst>
                <a:ext uri="{FF2B5EF4-FFF2-40B4-BE49-F238E27FC236}">
                  <a16:creationId xmlns:a16="http://schemas.microsoft.com/office/drawing/2014/main" id="{3F91FA65-1A1F-7C6F-539C-BD04A75D0619}"/>
                </a:ext>
              </a:extLst>
            </p:cNvPr>
            <p:cNvSpPr/>
            <p:nvPr/>
          </p:nvSpPr>
          <p:spPr>
            <a:xfrm>
              <a:off x="10651126" y="2670117"/>
              <a:ext cx="33824" cy="116779"/>
            </a:xfrm>
            <a:custGeom>
              <a:avLst/>
              <a:gdLst>
                <a:gd name="csX0" fmla="*/ 7892 w 32129"/>
                <a:gd name="csY0" fmla="*/ 105449 h 110926"/>
                <a:gd name="csX1" fmla="*/ 4762 w 32129"/>
                <a:gd name="csY1" fmla="*/ 91625 h 110926"/>
                <a:gd name="csX2" fmla="*/ 5206 w 32129"/>
                <a:gd name="csY2" fmla="*/ 85044 h 110926"/>
                <a:gd name="csX3" fmla="*/ 5815 w 32129"/>
                <a:gd name="csY3" fmla="*/ 78995 h 110926"/>
                <a:gd name="csX4" fmla="*/ 6396 w 32129"/>
                <a:gd name="csY4" fmla="*/ 73136 h 110926"/>
                <a:gd name="csX5" fmla="*/ 6812 w 32129"/>
                <a:gd name="csY5" fmla="*/ 67007 h 110926"/>
                <a:gd name="csX6" fmla="*/ 6452 w 32129"/>
                <a:gd name="csY6" fmla="*/ 63304 h 110926"/>
                <a:gd name="csX7" fmla="*/ 4901 w 32129"/>
                <a:gd name="csY7" fmla="*/ 59991 h 110926"/>
                <a:gd name="csX8" fmla="*/ 1660 w 32129"/>
                <a:gd name="csY8" fmla="*/ 57348 h 110926"/>
                <a:gd name="csX9" fmla="*/ -3575 w 32129"/>
                <a:gd name="csY9" fmla="*/ 55919 h 110926"/>
                <a:gd name="csX10" fmla="*/ -3326 w 32129"/>
                <a:gd name="csY10" fmla="*/ 49255 h 110926"/>
                <a:gd name="csX11" fmla="*/ 1965 w 32129"/>
                <a:gd name="csY11" fmla="*/ 48892 h 110926"/>
                <a:gd name="csX12" fmla="*/ 5372 w 32129"/>
                <a:gd name="csY12" fmla="*/ 46984 h 110926"/>
                <a:gd name="csX13" fmla="*/ 7172 w 32129"/>
                <a:gd name="csY13" fmla="*/ 44015 h 110926"/>
                <a:gd name="csX14" fmla="*/ 7809 w 32129"/>
                <a:gd name="csY14" fmla="*/ 40478 h 110926"/>
                <a:gd name="csX15" fmla="*/ 7698 w 32129"/>
                <a:gd name="csY15" fmla="*/ 28246 h 110926"/>
                <a:gd name="csX16" fmla="*/ 7615 w 32129"/>
                <a:gd name="csY16" fmla="*/ 15502 h 110926"/>
                <a:gd name="csX17" fmla="*/ 11770 w 32129"/>
                <a:gd name="csY17" fmla="*/ 2415 h 110926"/>
                <a:gd name="csX18" fmla="*/ 22904 w 32129"/>
                <a:gd name="csY18" fmla="*/ -56 h 110926"/>
                <a:gd name="csX19" fmla="*/ 28555 w 32129"/>
                <a:gd name="csY19" fmla="*/ 515 h 110926"/>
                <a:gd name="csX20" fmla="*/ 28305 w 32129"/>
                <a:gd name="csY20" fmla="*/ 6539 h 110926"/>
                <a:gd name="csX21" fmla="*/ 24926 w 32129"/>
                <a:gd name="csY21" fmla="*/ 6195 h 110926"/>
                <a:gd name="csX22" fmla="*/ 18002 w 32129"/>
                <a:gd name="csY22" fmla="*/ 8193 h 110926"/>
                <a:gd name="csX23" fmla="*/ 15980 w 32129"/>
                <a:gd name="csY23" fmla="*/ 16995 h 110926"/>
                <a:gd name="csX24" fmla="*/ 15952 w 32129"/>
                <a:gd name="csY24" fmla="*/ 28310 h 110926"/>
                <a:gd name="csX25" fmla="*/ 15869 w 32129"/>
                <a:gd name="csY25" fmla="*/ 40267 h 110926"/>
                <a:gd name="csX26" fmla="*/ 13764 w 32129"/>
                <a:gd name="csY26" fmla="*/ 49635 h 110926"/>
                <a:gd name="csX27" fmla="*/ 7837 w 32129"/>
                <a:gd name="csY27" fmla="*/ 53471 h 110926"/>
                <a:gd name="csX28" fmla="*/ 7809 w 32129"/>
                <a:gd name="csY28" fmla="*/ 53983 h 110926"/>
                <a:gd name="csX29" fmla="*/ 13404 w 32129"/>
                <a:gd name="csY29" fmla="*/ 59055 h 110926"/>
                <a:gd name="csX30" fmla="*/ 14789 w 32129"/>
                <a:gd name="csY30" fmla="*/ 68716 h 110926"/>
                <a:gd name="csX31" fmla="*/ 13986 w 32129"/>
                <a:gd name="csY31" fmla="*/ 80596 h 110926"/>
                <a:gd name="csX32" fmla="*/ 13182 w 32129"/>
                <a:gd name="csY32" fmla="*/ 91835 h 110926"/>
                <a:gd name="csX33" fmla="*/ 14539 w 32129"/>
                <a:gd name="csY33" fmla="*/ 100976 h 110926"/>
                <a:gd name="csX34" fmla="*/ 21243 w 32129"/>
                <a:gd name="csY34" fmla="*/ 104358 h 110926"/>
                <a:gd name="csX35" fmla="*/ 24622 w 32129"/>
                <a:gd name="csY35" fmla="*/ 104701 h 110926"/>
                <a:gd name="csX36" fmla="*/ 24400 w 32129"/>
                <a:gd name="csY36" fmla="*/ 110728 h 110926"/>
                <a:gd name="csX37" fmla="*/ 18777 w 32129"/>
                <a:gd name="csY37" fmla="*/ 110155 h 110926"/>
                <a:gd name="csX38" fmla="*/ 7892 w 32129"/>
                <a:gd name="csY38" fmla="*/ 105449 h 1109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2129" h="110926">
                  <a:moveTo>
                    <a:pt x="7892" y="105449"/>
                  </a:moveTo>
                  <a:cubicBezTo>
                    <a:pt x="5565" y="102810"/>
                    <a:pt x="4513" y="98203"/>
                    <a:pt x="4762" y="91625"/>
                  </a:cubicBezTo>
                  <a:cubicBezTo>
                    <a:pt x="4845" y="89318"/>
                    <a:pt x="5011" y="87127"/>
                    <a:pt x="5206" y="85044"/>
                  </a:cubicBezTo>
                  <a:cubicBezTo>
                    <a:pt x="5400" y="82964"/>
                    <a:pt x="5621" y="80950"/>
                    <a:pt x="5815" y="78995"/>
                  </a:cubicBezTo>
                  <a:cubicBezTo>
                    <a:pt x="6009" y="77042"/>
                    <a:pt x="6202" y="75092"/>
                    <a:pt x="6396" y="73136"/>
                  </a:cubicBezTo>
                  <a:cubicBezTo>
                    <a:pt x="6590" y="71186"/>
                    <a:pt x="6757" y="69142"/>
                    <a:pt x="6812" y="67007"/>
                  </a:cubicBezTo>
                  <a:cubicBezTo>
                    <a:pt x="6867" y="65724"/>
                    <a:pt x="6757" y="64489"/>
                    <a:pt x="6452" y="63304"/>
                  </a:cubicBezTo>
                  <a:cubicBezTo>
                    <a:pt x="6175" y="62115"/>
                    <a:pt x="5648" y="61013"/>
                    <a:pt x="4901" y="59991"/>
                  </a:cubicBezTo>
                  <a:cubicBezTo>
                    <a:pt x="4125" y="58972"/>
                    <a:pt x="3045" y="58091"/>
                    <a:pt x="1660" y="57348"/>
                  </a:cubicBezTo>
                  <a:cubicBezTo>
                    <a:pt x="247" y="56606"/>
                    <a:pt x="-1470" y="56130"/>
                    <a:pt x="-3575" y="55919"/>
                  </a:cubicBezTo>
                  <a:lnTo>
                    <a:pt x="-3326" y="49255"/>
                  </a:lnTo>
                  <a:cubicBezTo>
                    <a:pt x="-1221" y="49466"/>
                    <a:pt x="525" y="49344"/>
                    <a:pt x="1965" y="48892"/>
                  </a:cubicBezTo>
                  <a:cubicBezTo>
                    <a:pt x="3405" y="48438"/>
                    <a:pt x="4541" y="47801"/>
                    <a:pt x="5372" y="46984"/>
                  </a:cubicBezTo>
                  <a:cubicBezTo>
                    <a:pt x="6202" y="46167"/>
                    <a:pt x="6812" y="45178"/>
                    <a:pt x="7172" y="44015"/>
                  </a:cubicBezTo>
                  <a:cubicBezTo>
                    <a:pt x="7560" y="42854"/>
                    <a:pt x="7781" y="41677"/>
                    <a:pt x="7809" y="40478"/>
                  </a:cubicBezTo>
                  <a:cubicBezTo>
                    <a:pt x="7975" y="36121"/>
                    <a:pt x="7948" y="32046"/>
                    <a:pt x="7698" y="28246"/>
                  </a:cubicBezTo>
                  <a:cubicBezTo>
                    <a:pt x="7477" y="24451"/>
                    <a:pt x="7449" y="20202"/>
                    <a:pt x="7615" y="15502"/>
                  </a:cubicBezTo>
                  <a:cubicBezTo>
                    <a:pt x="7864" y="8924"/>
                    <a:pt x="9249" y="4561"/>
                    <a:pt x="11770" y="2415"/>
                  </a:cubicBezTo>
                  <a:cubicBezTo>
                    <a:pt x="14263" y="268"/>
                    <a:pt x="17974" y="-557"/>
                    <a:pt x="22904" y="-56"/>
                  </a:cubicBezTo>
                  <a:lnTo>
                    <a:pt x="28555" y="515"/>
                  </a:lnTo>
                  <a:lnTo>
                    <a:pt x="28305" y="6539"/>
                  </a:lnTo>
                  <a:lnTo>
                    <a:pt x="24926" y="6195"/>
                  </a:lnTo>
                  <a:cubicBezTo>
                    <a:pt x="21519" y="5846"/>
                    <a:pt x="19193" y="6517"/>
                    <a:pt x="18002" y="8193"/>
                  </a:cubicBezTo>
                  <a:cubicBezTo>
                    <a:pt x="16811" y="9874"/>
                    <a:pt x="16146" y="12810"/>
                    <a:pt x="15980" y="16995"/>
                  </a:cubicBezTo>
                  <a:cubicBezTo>
                    <a:pt x="15841" y="20925"/>
                    <a:pt x="15814" y="24695"/>
                    <a:pt x="15952" y="28310"/>
                  </a:cubicBezTo>
                  <a:cubicBezTo>
                    <a:pt x="16063" y="31924"/>
                    <a:pt x="16035" y="35910"/>
                    <a:pt x="15869" y="40267"/>
                  </a:cubicBezTo>
                  <a:cubicBezTo>
                    <a:pt x="15703" y="44452"/>
                    <a:pt x="15011" y="47574"/>
                    <a:pt x="13764" y="49635"/>
                  </a:cubicBezTo>
                  <a:cubicBezTo>
                    <a:pt x="12518" y="51695"/>
                    <a:pt x="10523" y="52975"/>
                    <a:pt x="7837" y="53471"/>
                  </a:cubicBezTo>
                  <a:lnTo>
                    <a:pt x="7809" y="53983"/>
                  </a:lnTo>
                  <a:cubicBezTo>
                    <a:pt x="10468" y="55025"/>
                    <a:pt x="12324" y="56714"/>
                    <a:pt x="13404" y="59055"/>
                  </a:cubicBezTo>
                  <a:cubicBezTo>
                    <a:pt x="14484" y="61395"/>
                    <a:pt x="14955" y="64614"/>
                    <a:pt x="14789" y="68716"/>
                  </a:cubicBezTo>
                  <a:cubicBezTo>
                    <a:pt x="14650" y="73073"/>
                    <a:pt x="14374" y="77034"/>
                    <a:pt x="13986" y="80596"/>
                  </a:cubicBezTo>
                  <a:cubicBezTo>
                    <a:pt x="13598" y="84160"/>
                    <a:pt x="13321" y="87908"/>
                    <a:pt x="13182" y="91835"/>
                  </a:cubicBezTo>
                  <a:cubicBezTo>
                    <a:pt x="13017" y="96021"/>
                    <a:pt x="13487" y="99070"/>
                    <a:pt x="14539" y="100976"/>
                  </a:cubicBezTo>
                  <a:cubicBezTo>
                    <a:pt x="15592" y="102884"/>
                    <a:pt x="17836" y="104012"/>
                    <a:pt x="21243" y="104358"/>
                  </a:cubicBezTo>
                  <a:lnTo>
                    <a:pt x="24622" y="104701"/>
                  </a:lnTo>
                  <a:lnTo>
                    <a:pt x="24400" y="110728"/>
                  </a:lnTo>
                  <a:lnTo>
                    <a:pt x="18777" y="110155"/>
                  </a:lnTo>
                  <a:cubicBezTo>
                    <a:pt x="13847" y="109656"/>
                    <a:pt x="10219" y="108086"/>
                    <a:pt x="7892" y="105449"/>
                  </a:cubicBezTo>
                  <a:close/>
                </a:path>
              </a:pathLst>
            </a:custGeom>
            <a:solidFill>
              <a:schemeClr val="accent1"/>
            </a:solidFill>
            <a:ln w="2756" cap="rnd">
              <a:noFill/>
              <a:prstDash val="solid"/>
              <a:round/>
            </a:ln>
          </p:spPr>
          <p:txBody>
            <a:bodyPr/>
            <a:lstStyle/>
            <a:p>
              <a:endParaRPr lang="en-US" b="1"/>
            </a:p>
          </p:txBody>
        </p:sp>
        <p:sp>
          <p:nvSpPr>
            <p:cNvPr id="1902" name="Freeform: Shape 1901">
              <a:extLst>
                <a:ext uri="{FF2B5EF4-FFF2-40B4-BE49-F238E27FC236}">
                  <a16:creationId xmlns:a16="http://schemas.microsoft.com/office/drawing/2014/main" id="{77B76F20-8AF6-EC80-8A44-90546612269C}"/>
                </a:ext>
              </a:extLst>
            </p:cNvPr>
            <p:cNvSpPr/>
            <p:nvPr/>
          </p:nvSpPr>
          <p:spPr>
            <a:xfrm>
              <a:off x="10781003" y="3031480"/>
              <a:ext cx="33679" cy="116778"/>
            </a:xfrm>
            <a:custGeom>
              <a:avLst/>
              <a:gdLst>
                <a:gd name="csX0" fmla="*/ -3353 w 31991"/>
                <a:gd name="csY0" fmla="*/ 103989 h 110925"/>
                <a:gd name="csX1" fmla="*/ -85 w 31991"/>
                <a:gd name="csY1" fmla="*/ 104318 h 110925"/>
                <a:gd name="csX2" fmla="*/ 6840 w 31991"/>
                <a:gd name="csY2" fmla="*/ 102318 h 110925"/>
                <a:gd name="csX3" fmla="*/ 8862 w 31991"/>
                <a:gd name="csY3" fmla="*/ 93521 h 110925"/>
                <a:gd name="csX4" fmla="*/ 8973 w 31991"/>
                <a:gd name="csY4" fmla="*/ 82212 h 110925"/>
                <a:gd name="csX5" fmla="*/ 9111 w 31991"/>
                <a:gd name="csY5" fmla="*/ 70263 h 110925"/>
                <a:gd name="csX6" fmla="*/ 11161 w 31991"/>
                <a:gd name="csY6" fmla="*/ 60951 h 110925"/>
                <a:gd name="csX7" fmla="*/ 17006 w 31991"/>
                <a:gd name="csY7" fmla="*/ 57043 h 110925"/>
                <a:gd name="csX8" fmla="*/ 17033 w 31991"/>
                <a:gd name="csY8" fmla="*/ 56530 h 110925"/>
                <a:gd name="csX9" fmla="*/ 11494 w 31991"/>
                <a:gd name="csY9" fmla="*/ 51531 h 110925"/>
                <a:gd name="csX10" fmla="*/ 10164 w 31991"/>
                <a:gd name="csY10" fmla="*/ 41812 h 110925"/>
                <a:gd name="csX11" fmla="*/ 10939 w 31991"/>
                <a:gd name="csY11" fmla="*/ 29924 h 110925"/>
                <a:gd name="csX12" fmla="*/ 11659 w 31991"/>
                <a:gd name="csY12" fmla="*/ 18681 h 110925"/>
                <a:gd name="csX13" fmla="*/ 10302 w 31991"/>
                <a:gd name="csY13" fmla="*/ 9538 h 110925"/>
                <a:gd name="csX14" fmla="*/ 3600 w 31991"/>
                <a:gd name="csY14" fmla="*/ 6153 h 110925"/>
                <a:gd name="csX15" fmla="*/ 331 w 31991"/>
                <a:gd name="csY15" fmla="*/ 5823 h 110925"/>
                <a:gd name="csX16" fmla="*/ 552 w 31991"/>
                <a:gd name="csY16" fmla="*/ -198 h 110925"/>
                <a:gd name="csX17" fmla="*/ 6064 w 31991"/>
                <a:gd name="csY17" fmla="*/ 359 h 110925"/>
                <a:gd name="csX18" fmla="*/ 12546 w 31991"/>
                <a:gd name="csY18" fmla="*/ 1854 h 110925"/>
                <a:gd name="csX19" fmla="*/ 17006 w 31991"/>
                <a:gd name="csY19" fmla="*/ 5073 h 110925"/>
                <a:gd name="csX20" fmla="*/ 19498 w 31991"/>
                <a:gd name="csY20" fmla="*/ 10535 h 110925"/>
                <a:gd name="csX21" fmla="*/ 20080 w 31991"/>
                <a:gd name="csY21" fmla="*/ 18889 h 110925"/>
                <a:gd name="csX22" fmla="*/ 19028 w 31991"/>
                <a:gd name="csY22" fmla="*/ 31519 h 110925"/>
                <a:gd name="csX23" fmla="*/ 18030 w 31991"/>
                <a:gd name="csY23" fmla="*/ 43637 h 110925"/>
                <a:gd name="csX24" fmla="*/ 20024 w 31991"/>
                <a:gd name="csY24" fmla="*/ 50595 h 110925"/>
                <a:gd name="csX25" fmla="*/ 28417 w 31991"/>
                <a:gd name="csY25" fmla="*/ 54597 h 110925"/>
                <a:gd name="csX26" fmla="*/ 28168 w 31991"/>
                <a:gd name="csY26" fmla="*/ 61261 h 110925"/>
                <a:gd name="csX27" fmla="*/ 22933 w 31991"/>
                <a:gd name="csY27" fmla="*/ 61630 h 110925"/>
                <a:gd name="csX28" fmla="*/ 19526 w 31991"/>
                <a:gd name="csY28" fmla="*/ 63602 h 110925"/>
                <a:gd name="csX29" fmla="*/ 17670 w 31991"/>
                <a:gd name="csY29" fmla="*/ 66563 h 110925"/>
                <a:gd name="csX30" fmla="*/ 17033 w 31991"/>
                <a:gd name="csY30" fmla="*/ 70166 h 110925"/>
                <a:gd name="csX31" fmla="*/ 16978 w 31991"/>
                <a:gd name="csY31" fmla="*/ 76335 h 110925"/>
                <a:gd name="csX32" fmla="*/ 17144 w 31991"/>
                <a:gd name="csY32" fmla="*/ 82270 h 110925"/>
                <a:gd name="csX33" fmla="*/ 17282 w 31991"/>
                <a:gd name="csY33" fmla="*/ 88394 h 110925"/>
                <a:gd name="csX34" fmla="*/ 17227 w 31991"/>
                <a:gd name="csY34" fmla="*/ 95014 h 110925"/>
                <a:gd name="csX35" fmla="*/ 16036 w 31991"/>
                <a:gd name="csY35" fmla="*/ 103191 h 110925"/>
                <a:gd name="csX36" fmla="*/ 13155 w 31991"/>
                <a:gd name="csY36" fmla="*/ 108107 h 110925"/>
                <a:gd name="csX37" fmla="*/ 8474 w 31991"/>
                <a:gd name="csY37" fmla="*/ 110398 h 110925"/>
                <a:gd name="csX38" fmla="*/ 1937 w 31991"/>
                <a:gd name="csY38" fmla="*/ 110572 h 110925"/>
                <a:gd name="csX39" fmla="*/ -3575 w 31991"/>
                <a:gd name="csY39" fmla="*/ 110013 h 110925"/>
                <a:gd name="csX40" fmla="*/ -3353 w 31991"/>
                <a:gd name="csY40" fmla="*/ 103989 h 1109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31991" h="110925">
                  <a:moveTo>
                    <a:pt x="-3353" y="103989"/>
                  </a:moveTo>
                  <a:lnTo>
                    <a:pt x="-85" y="104318"/>
                  </a:lnTo>
                  <a:cubicBezTo>
                    <a:pt x="3322" y="104664"/>
                    <a:pt x="5649" y="104000"/>
                    <a:pt x="6840" y="102318"/>
                  </a:cubicBezTo>
                  <a:cubicBezTo>
                    <a:pt x="8032" y="100643"/>
                    <a:pt x="8696" y="97707"/>
                    <a:pt x="8862" y="93521"/>
                  </a:cubicBezTo>
                  <a:cubicBezTo>
                    <a:pt x="9001" y="89594"/>
                    <a:pt x="9056" y="85821"/>
                    <a:pt x="8973" y="82212"/>
                  </a:cubicBezTo>
                  <a:cubicBezTo>
                    <a:pt x="8890" y="78603"/>
                    <a:pt x="8945" y="74620"/>
                    <a:pt x="9111" y="70263"/>
                  </a:cubicBezTo>
                  <a:cubicBezTo>
                    <a:pt x="9250" y="66161"/>
                    <a:pt x="9943" y="63059"/>
                    <a:pt x="11161" y="60951"/>
                  </a:cubicBezTo>
                  <a:cubicBezTo>
                    <a:pt x="12352" y="58843"/>
                    <a:pt x="14319" y="57542"/>
                    <a:pt x="17006" y="57043"/>
                  </a:cubicBezTo>
                  <a:lnTo>
                    <a:pt x="17033" y="56530"/>
                  </a:lnTo>
                  <a:cubicBezTo>
                    <a:pt x="14402" y="55492"/>
                    <a:pt x="12546" y="53822"/>
                    <a:pt x="11494" y="51531"/>
                  </a:cubicBezTo>
                  <a:cubicBezTo>
                    <a:pt x="10469" y="49238"/>
                    <a:pt x="10026" y="46000"/>
                    <a:pt x="10164" y="41812"/>
                  </a:cubicBezTo>
                  <a:cubicBezTo>
                    <a:pt x="10330" y="37455"/>
                    <a:pt x="10580" y="33494"/>
                    <a:pt x="10939" y="29924"/>
                  </a:cubicBezTo>
                  <a:cubicBezTo>
                    <a:pt x="11272" y="26359"/>
                    <a:pt x="11522" y="22611"/>
                    <a:pt x="11659" y="18681"/>
                  </a:cubicBezTo>
                  <a:cubicBezTo>
                    <a:pt x="11826" y="14496"/>
                    <a:pt x="11383" y="11446"/>
                    <a:pt x="10302" y="9538"/>
                  </a:cubicBezTo>
                  <a:cubicBezTo>
                    <a:pt x="9250" y="7629"/>
                    <a:pt x="7006" y="6502"/>
                    <a:pt x="3600" y="6153"/>
                  </a:cubicBezTo>
                  <a:lnTo>
                    <a:pt x="331" y="5823"/>
                  </a:lnTo>
                  <a:lnTo>
                    <a:pt x="552" y="-198"/>
                  </a:lnTo>
                  <a:lnTo>
                    <a:pt x="6064" y="359"/>
                  </a:lnTo>
                  <a:cubicBezTo>
                    <a:pt x="8585" y="613"/>
                    <a:pt x="10746" y="1112"/>
                    <a:pt x="12546" y="1854"/>
                  </a:cubicBezTo>
                  <a:cubicBezTo>
                    <a:pt x="14374" y="2597"/>
                    <a:pt x="15842" y="3669"/>
                    <a:pt x="17006" y="5073"/>
                  </a:cubicBezTo>
                  <a:cubicBezTo>
                    <a:pt x="18169" y="6474"/>
                    <a:pt x="19000" y="8297"/>
                    <a:pt x="19498" y="10535"/>
                  </a:cubicBezTo>
                  <a:cubicBezTo>
                    <a:pt x="20024" y="12773"/>
                    <a:pt x="20191" y="15557"/>
                    <a:pt x="20080" y="18889"/>
                  </a:cubicBezTo>
                  <a:cubicBezTo>
                    <a:pt x="19913" y="23592"/>
                    <a:pt x="19554" y="27799"/>
                    <a:pt x="19028" y="31519"/>
                  </a:cubicBezTo>
                  <a:cubicBezTo>
                    <a:pt x="18529" y="35242"/>
                    <a:pt x="18169" y="39280"/>
                    <a:pt x="18030" y="43637"/>
                  </a:cubicBezTo>
                  <a:cubicBezTo>
                    <a:pt x="17919" y="46116"/>
                    <a:pt x="18584" y="48434"/>
                    <a:pt x="20024" y="50595"/>
                  </a:cubicBezTo>
                  <a:cubicBezTo>
                    <a:pt x="21437" y="52755"/>
                    <a:pt x="24235" y="54090"/>
                    <a:pt x="28417" y="54597"/>
                  </a:cubicBezTo>
                  <a:lnTo>
                    <a:pt x="28168" y="61261"/>
                  </a:lnTo>
                  <a:cubicBezTo>
                    <a:pt x="26063" y="61051"/>
                    <a:pt x="24345" y="61173"/>
                    <a:pt x="22933" y="61630"/>
                  </a:cubicBezTo>
                  <a:cubicBezTo>
                    <a:pt x="21548" y="62090"/>
                    <a:pt x="20413" y="62749"/>
                    <a:pt x="19526" y="63602"/>
                  </a:cubicBezTo>
                  <a:cubicBezTo>
                    <a:pt x="18667" y="64458"/>
                    <a:pt x="18030" y="65444"/>
                    <a:pt x="17670" y="66563"/>
                  </a:cubicBezTo>
                  <a:cubicBezTo>
                    <a:pt x="17282" y="67682"/>
                    <a:pt x="17061" y="68884"/>
                    <a:pt x="17033" y="70166"/>
                  </a:cubicBezTo>
                  <a:cubicBezTo>
                    <a:pt x="16950" y="72302"/>
                    <a:pt x="16923" y="74357"/>
                    <a:pt x="16978" y="76335"/>
                  </a:cubicBezTo>
                  <a:cubicBezTo>
                    <a:pt x="17033" y="78315"/>
                    <a:pt x="17089" y="80290"/>
                    <a:pt x="17144" y="82270"/>
                  </a:cubicBezTo>
                  <a:cubicBezTo>
                    <a:pt x="17199" y="84248"/>
                    <a:pt x="17227" y="86287"/>
                    <a:pt x="17282" y="88394"/>
                  </a:cubicBezTo>
                  <a:cubicBezTo>
                    <a:pt x="17338" y="90502"/>
                    <a:pt x="17310" y="92707"/>
                    <a:pt x="17227" y="95014"/>
                  </a:cubicBezTo>
                  <a:cubicBezTo>
                    <a:pt x="17089" y="98344"/>
                    <a:pt x="16701" y="101069"/>
                    <a:pt x="16036" y="103191"/>
                  </a:cubicBezTo>
                  <a:cubicBezTo>
                    <a:pt x="15371" y="105310"/>
                    <a:pt x="14402" y="106947"/>
                    <a:pt x="13155" y="108107"/>
                  </a:cubicBezTo>
                  <a:cubicBezTo>
                    <a:pt x="11881" y="109265"/>
                    <a:pt x="10330" y="110027"/>
                    <a:pt x="8474" y="110398"/>
                  </a:cubicBezTo>
                  <a:cubicBezTo>
                    <a:pt x="6619" y="110766"/>
                    <a:pt x="4431" y="110827"/>
                    <a:pt x="1937" y="110572"/>
                  </a:cubicBezTo>
                  <a:lnTo>
                    <a:pt x="-3575" y="110013"/>
                  </a:lnTo>
                  <a:lnTo>
                    <a:pt x="-3353" y="103989"/>
                  </a:lnTo>
                  <a:close/>
                </a:path>
              </a:pathLst>
            </a:custGeom>
            <a:solidFill>
              <a:schemeClr val="accent1"/>
            </a:solidFill>
            <a:ln w="2756" cap="rnd">
              <a:noFill/>
              <a:prstDash val="solid"/>
              <a:round/>
            </a:ln>
          </p:spPr>
          <p:txBody>
            <a:bodyPr/>
            <a:lstStyle/>
            <a:p>
              <a:endParaRPr lang="en-US" b="1"/>
            </a:p>
          </p:txBody>
        </p:sp>
        <p:sp>
          <p:nvSpPr>
            <p:cNvPr id="1903" name="Freeform: Shape 1902">
              <a:extLst>
                <a:ext uri="{FF2B5EF4-FFF2-40B4-BE49-F238E27FC236}">
                  <a16:creationId xmlns:a16="http://schemas.microsoft.com/office/drawing/2014/main" id="{719E3132-0934-FF90-DE1C-C7F9A4E0EB50}"/>
                </a:ext>
              </a:extLst>
            </p:cNvPr>
            <p:cNvSpPr/>
            <p:nvPr/>
          </p:nvSpPr>
          <p:spPr>
            <a:xfrm>
              <a:off x="10977104" y="2864100"/>
              <a:ext cx="197054" cy="204519"/>
            </a:xfrm>
            <a:custGeom>
              <a:avLst/>
              <a:gdLst>
                <a:gd name="csX0" fmla="*/ 297620 w 301199"/>
                <a:gd name="csY0" fmla="*/ 172032 h 312610"/>
                <a:gd name="csX1" fmla="*/ 148217 w 301199"/>
                <a:gd name="csY1" fmla="*/ 311587 h 312610"/>
                <a:gd name="csX2" fmla="*/ -3570 w 301199"/>
                <a:gd name="csY2" fmla="*/ 140180 h 312610"/>
                <a:gd name="csX3" fmla="*/ 145862 w 301199"/>
                <a:gd name="csY3" fmla="*/ 628 h 312610"/>
                <a:gd name="csX4" fmla="*/ 297620 w 301199"/>
                <a:gd name="csY4" fmla="*/ 172032 h 312610"/>
              </a:gdLst>
              <a:ahLst/>
              <a:cxnLst>
                <a:cxn ang="0">
                  <a:pos x="csX0" y="csY0"/>
                </a:cxn>
                <a:cxn ang="0">
                  <a:pos x="csX1" y="csY1"/>
                </a:cxn>
                <a:cxn ang="0">
                  <a:pos x="csX2" y="csY2"/>
                </a:cxn>
                <a:cxn ang="0">
                  <a:pos x="csX3" y="csY3"/>
                </a:cxn>
                <a:cxn ang="0">
                  <a:pos x="csX4" y="csY4"/>
                </a:cxn>
              </a:cxnLst>
              <a:rect l="l" t="t" r="r" b="b"/>
              <a:pathLst>
                <a:path w="301199" h="312610">
                  <a:moveTo>
                    <a:pt x="297620" y="172032"/>
                  </a:moveTo>
                  <a:cubicBezTo>
                    <a:pt x="298285" y="257902"/>
                    <a:pt x="231394" y="320381"/>
                    <a:pt x="148217" y="311587"/>
                  </a:cubicBezTo>
                  <a:cubicBezTo>
                    <a:pt x="65039" y="302790"/>
                    <a:pt x="-2933" y="226049"/>
                    <a:pt x="-3570" y="140180"/>
                  </a:cubicBezTo>
                  <a:cubicBezTo>
                    <a:pt x="-4234" y="54312"/>
                    <a:pt x="62684" y="-8169"/>
                    <a:pt x="145862" y="628"/>
                  </a:cubicBezTo>
                  <a:cubicBezTo>
                    <a:pt x="229012" y="9425"/>
                    <a:pt x="296983" y="86165"/>
                    <a:pt x="297620" y="172032"/>
                  </a:cubicBezTo>
                  <a:close/>
                </a:path>
              </a:pathLst>
            </a:custGeom>
            <a:solidFill>
              <a:schemeClr val="accent2"/>
            </a:solidFill>
            <a:ln w="2756" cap="rnd">
              <a:noFill/>
              <a:prstDash val="solid"/>
              <a:round/>
            </a:ln>
          </p:spPr>
          <p:txBody>
            <a:bodyPr/>
            <a:lstStyle/>
            <a:p>
              <a:endParaRPr lang="en-US" b="1"/>
            </a:p>
          </p:txBody>
        </p:sp>
        <p:sp>
          <p:nvSpPr>
            <p:cNvPr id="1904" name="Freeform: Shape 1903">
              <a:extLst>
                <a:ext uri="{FF2B5EF4-FFF2-40B4-BE49-F238E27FC236}">
                  <a16:creationId xmlns:a16="http://schemas.microsoft.com/office/drawing/2014/main" id="{8A02551C-6DA4-82A1-136D-F653D8C7AC37}"/>
                </a:ext>
              </a:extLst>
            </p:cNvPr>
            <p:cNvSpPr/>
            <p:nvPr/>
          </p:nvSpPr>
          <p:spPr>
            <a:xfrm>
              <a:off x="11097369" y="2947983"/>
              <a:ext cx="42942" cy="42737"/>
            </a:xfrm>
            <a:custGeom>
              <a:avLst/>
              <a:gdLst>
                <a:gd name="csX0" fmla="*/ -3533 w 65638"/>
                <a:gd name="csY0" fmla="*/ 55965 h 65325"/>
                <a:gd name="csX1" fmla="*/ 1009 w 65638"/>
                <a:gd name="csY1" fmla="*/ 50304 h 65325"/>
                <a:gd name="csX2" fmla="*/ 25494 w 65638"/>
                <a:gd name="csY2" fmla="*/ 42953 h 65325"/>
                <a:gd name="csX3" fmla="*/ 45493 w 65638"/>
                <a:gd name="csY3" fmla="*/ 36884 h 65325"/>
                <a:gd name="csX4" fmla="*/ 45575 w 65638"/>
                <a:gd name="csY4" fmla="*/ 36211 h 65325"/>
                <a:gd name="csX5" fmla="*/ 27350 w 65638"/>
                <a:gd name="csY5" fmla="*/ 26101 h 65325"/>
                <a:gd name="csX6" fmla="*/ 6299 w 65638"/>
                <a:gd name="csY6" fmla="*/ 14504 h 65325"/>
                <a:gd name="csX7" fmla="*/ 1895 w 65638"/>
                <a:gd name="csY7" fmla="*/ 6267 h 65325"/>
                <a:gd name="csX8" fmla="*/ 1978 w 65638"/>
                <a:gd name="csY8" fmla="*/ 5696 h 65325"/>
                <a:gd name="csX9" fmla="*/ 12282 w 65638"/>
                <a:gd name="csY9" fmla="*/ 918 h 65325"/>
                <a:gd name="csX10" fmla="*/ 55796 w 65638"/>
                <a:gd name="csY10" fmla="*/ 26993 h 65325"/>
                <a:gd name="csX11" fmla="*/ 62001 w 65638"/>
                <a:gd name="csY11" fmla="*/ 39114 h 65325"/>
                <a:gd name="csX12" fmla="*/ 55658 w 65638"/>
                <a:gd name="csY12" fmla="*/ 47376 h 65325"/>
                <a:gd name="csX13" fmla="*/ 6715 w 65638"/>
                <a:gd name="csY13" fmla="*/ 64743 h 65325"/>
                <a:gd name="csX14" fmla="*/ -3533 w 65638"/>
                <a:gd name="csY14" fmla="*/ 55965 h 6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5638" h="65325">
                  <a:moveTo>
                    <a:pt x="-3533" y="55965"/>
                  </a:moveTo>
                  <a:cubicBezTo>
                    <a:pt x="-3229" y="53234"/>
                    <a:pt x="-1512" y="51055"/>
                    <a:pt x="1009" y="50304"/>
                  </a:cubicBezTo>
                  <a:lnTo>
                    <a:pt x="25494" y="42953"/>
                  </a:lnTo>
                  <a:lnTo>
                    <a:pt x="45493" y="36884"/>
                  </a:lnTo>
                  <a:lnTo>
                    <a:pt x="45575" y="36211"/>
                  </a:lnTo>
                  <a:lnTo>
                    <a:pt x="27350" y="26101"/>
                  </a:lnTo>
                  <a:lnTo>
                    <a:pt x="6299" y="14504"/>
                  </a:lnTo>
                  <a:cubicBezTo>
                    <a:pt x="3336" y="12873"/>
                    <a:pt x="1535" y="9524"/>
                    <a:pt x="1895" y="6267"/>
                  </a:cubicBezTo>
                  <a:lnTo>
                    <a:pt x="1978" y="5696"/>
                  </a:lnTo>
                  <a:cubicBezTo>
                    <a:pt x="2533" y="652"/>
                    <a:pt x="7768" y="-1782"/>
                    <a:pt x="12282" y="918"/>
                  </a:cubicBezTo>
                  <a:lnTo>
                    <a:pt x="55796" y="26993"/>
                  </a:lnTo>
                  <a:cubicBezTo>
                    <a:pt x="60007" y="29522"/>
                    <a:pt x="62499" y="34394"/>
                    <a:pt x="62001" y="39114"/>
                  </a:cubicBezTo>
                  <a:cubicBezTo>
                    <a:pt x="61557" y="42997"/>
                    <a:pt x="59148" y="46135"/>
                    <a:pt x="55658" y="47376"/>
                  </a:cubicBezTo>
                  <a:lnTo>
                    <a:pt x="6715" y="64743"/>
                  </a:lnTo>
                  <a:cubicBezTo>
                    <a:pt x="1591" y="66557"/>
                    <a:pt x="-4115" y="61666"/>
                    <a:pt x="-3533" y="55965"/>
                  </a:cubicBezTo>
                  <a:close/>
                </a:path>
              </a:pathLst>
            </a:custGeom>
            <a:solidFill>
              <a:srgbClr val="FFFFFF"/>
            </a:solidFill>
            <a:ln w="2756" cap="rnd">
              <a:noFill/>
              <a:prstDash val="solid"/>
              <a:round/>
            </a:ln>
          </p:spPr>
          <p:txBody>
            <a:bodyPr/>
            <a:lstStyle/>
            <a:p>
              <a:endParaRPr lang="en-US" b="1"/>
            </a:p>
          </p:txBody>
        </p:sp>
        <p:sp>
          <p:nvSpPr>
            <p:cNvPr id="1905" name="Freeform: Shape 1904">
              <a:extLst>
                <a:ext uri="{FF2B5EF4-FFF2-40B4-BE49-F238E27FC236}">
                  <a16:creationId xmlns:a16="http://schemas.microsoft.com/office/drawing/2014/main" id="{0303D908-22B7-0E92-5E39-13767AF4B37B}"/>
                </a:ext>
              </a:extLst>
            </p:cNvPr>
            <p:cNvSpPr/>
            <p:nvPr/>
          </p:nvSpPr>
          <p:spPr>
            <a:xfrm>
              <a:off x="11019103" y="2941523"/>
              <a:ext cx="42931" cy="42737"/>
            </a:xfrm>
            <a:custGeom>
              <a:avLst/>
              <a:gdLst>
                <a:gd name="csX0" fmla="*/ 62001 w 65620"/>
                <a:gd name="csY0" fmla="*/ 8964 h 65325"/>
                <a:gd name="csX1" fmla="*/ 57487 w 65620"/>
                <a:gd name="csY1" fmla="*/ 14625 h 65325"/>
                <a:gd name="csX2" fmla="*/ 32973 w 65620"/>
                <a:gd name="csY2" fmla="*/ 21976 h 65325"/>
                <a:gd name="csX3" fmla="*/ 13003 w 65620"/>
                <a:gd name="csY3" fmla="*/ 28045 h 65325"/>
                <a:gd name="csX4" fmla="*/ 12920 w 65620"/>
                <a:gd name="csY4" fmla="*/ 28718 h 65325"/>
                <a:gd name="csX5" fmla="*/ 31146 w 65620"/>
                <a:gd name="csY5" fmla="*/ 38828 h 65325"/>
                <a:gd name="csX6" fmla="*/ 52196 w 65620"/>
                <a:gd name="csY6" fmla="*/ 50425 h 65325"/>
                <a:gd name="csX7" fmla="*/ 56572 w 65620"/>
                <a:gd name="csY7" fmla="*/ 58662 h 65325"/>
                <a:gd name="csX8" fmla="*/ 56517 w 65620"/>
                <a:gd name="csY8" fmla="*/ 59233 h 65325"/>
                <a:gd name="csX9" fmla="*/ 46185 w 65620"/>
                <a:gd name="csY9" fmla="*/ 64011 h 65325"/>
                <a:gd name="csX10" fmla="*/ 2672 w 65620"/>
                <a:gd name="csY10" fmla="*/ 37936 h 65325"/>
                <a:gd name="csX11" fmla="*/ -3505 w 65620"/>
                <a:gd name="csY11" fmla="*/ 25818 h 65325"/>
                <a:gd name="csX12" fmla="*/ 2810 w 65620"/>
                <a:gd name="csY12" fmla="*/ 17556 h 65325"/>
                <a:gd name="csX13" fmla="*/ 51781 w 65620"/>
                <a:gd name="csY13" fmla="*/ 186 h 65325"/>
                <a:gd name="csX14" fmla="*/ 62001 w 65620"/>
                <a:gd name="csY14" fmla="*/ 8964 h 6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5620" h="65325">
                  <a:moveTo>
                    <a:pt x="62001" y="8964"/>
                  </a:moveTo>
                  <a:cubicBezTo>
                    <a:pt x="61724" y="11695"/>
                    <a:pt x="59979" y="13874"/>
                    <a:pt x="57487" y="14625"/>
                  </a:cubicBezTo>
                  <a:lnTo>
                    <a:pt x="32973" y="21976"/>
                  </a:lnTo>
                  <a:lnTo>
                    <a:pt x="13003" y="28045"/>
                  </a:lnTo>
                  <a:lnTo>
                    <a:pt x="12920" y="28718"/>
                  </a:lnTo>
                  <a:lnTo>
                    <a:pt x="31146" y="38828"/>
                  </a:lnTo>
                  <a:lnTo>
                    <a:pt x="52196" y="50425"/>
                  </a:lnTo>
                  <a:cubicBezTo>
                    <a:pt x="55160" y="52056"/>
                    <a:pt x="56933" y="55405"/>
                    <a:pt x="56572" y="58662"/>
                  </a:cubicBezTo>
                  <a:lnTo>
                    <a:pt x="56517" y="59233"/>
                  </a:lnTo>
                  <a:cubicBezTo>
                    <a:pt x="55963" y="64280"/>
                    <a:pt x="50701" y="66712"/>
                    <a:pt x="46185" y="64011"/>
                  </a:cubicBezTo>
                  <a:lnTo>
                    <a:pt x="2672" y="37936"/>
                  </a:lnTo>
                  <a:cubicBezTo>
                    <a:pt x="-1538" y="35410"/>
                    <a:pt x="-4031" y="30538"/>
                    <a:pt x="-3505" y="25818"/>
                  </a:cubicBezTo>
                  <a:cubicBezTo>
                    <a:pt x="-3090" y="21932"/>
                    <a:pt x="-680" y="18794"/>
                    <a:pt x="2810" y="17556"/>
                  </a:cubicBezTo>
                  <a:lnTo>
                    <a:pt x="51781" y="186"/>
                  </a:lnTo>
                  <a:cubicBezTo>
                    <a:pt x="56905" y="-1628"/>
                    <a:pt x="62611" y="3263"/>
                    <a:pt x="62001" y="8964"/>
                  </a:cubicBezTo>
                  <a:close/>
                </a:path>
              </a:pathLst>
            </a:custGeom>
            <a:solidFill>
              <a:srgbClr val="FFFFFF"/>
            </a:solidFill>
            <a:ln w="2756" cap="rnd">
              <a:noFill/>
              <a:prstDash val="solid"/>
              <a:round/>
            </a:ln>
          </p:spPr>
          <p:txBody>
            <a:bodyPr/>
            <a:lstStyle/>
            <a:p>
              <a:endParaRPr lang="en-US" b="1"/>
            </a:p>
          </p:txBody>
        </p:sp>
        <p:sp>
          <p:nvSpPr>
            <p:cNvPr id="1906" name="Freeform: Shape 1905">
              <a:extLst>
                <a:ext uri="{FF2B5EF4-FFF2-40B4-BE49-F238E27FC236}">
                  <a16:creationId xmlns:a16="http://schemas.microsoft.com/office/drawing/2014/main" id="{62DE828F-ADA6-67EF-6CE6-A750FB8D5B05}"/>
                </a:ext>
              </a:extLst>
            </p:cNvPr>
            <p:cNvSpPr/>
            <p:nvPr/>
          </p:nvSpPr>
          <p:spPr>
            <a:xfrm>
              <a:off x="11062441" y="2921011"/>
              <a:ext cx="36712" cy="85377"/>
            </a:xfrm>
            <a:custGeom>
              <a:avLst/>
              <a:gdLst>
                <a:gd name="csX0" fmla="*/ 2518 w 56115"/>
                <a:gd name="csY0" fmla="*/ 129727 h 130501"/>
                <a:gd name="csX1" fmla="*/ -3133 w 56115"/>
                <a:gd name="csY1" fmla="*/ 118352 h 130501"/>
                <a:gd name="csX2" fmla="*/ 35229 w 56115"/>
                <a:gd name="csY2" fmla="*/ 5471 h 130501"/>
                <a:gd name="csX3" fmla="*/ 46447 w 56115"/>
                <a:gd name="csY3" fmla="*/ 377 h 130501"/>
                <a:gd name="csX4" fmla="*/ 52097 w 56115"/>
                <a:gd name="csY4" fmla="*/ 11753 h 130501"/>
                <a:gd name="csX5" fmla="*/ 13763 w 56115"/>
                <a:gd name="csY5" fmla="*/ 124634 h 130501"/>
                <a:gd name="csX6" fmla="*/ 2518 w 56115"/>
                <a:gd name="csY6" fmla="*/ 129727 h 13050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6115" h="130501">
                  <a:moveTo>
                    <a:pt x="2518" y="129727"/>
                  </a:moveTo>
                  <a:cubicBezTo>
                    <a:pt x="-2108" y="128002"/>
                    <a:pt x="-4656" y="122880"/>
                    <a:pt x="-3133" y="118352"/>
                  </a:cubicBezTo>
                  <a:lnTo>
                    <a:pt x="35229" y="5471"/>
                  </a:lnTo>
                  <a:cubicBezTo>
                    <a:pt x="36752" y="942"/>
                    <a:pt x="41821" y="-1349"/>
                    <a:pt x="46447" y="377"/>
                  </a:cubicBezTo>
                  <a:cubicBezTo>
                    <a:pt x="51100" y="2105"/>
                    <a:pt x="53621" y="7224"/>
                    <a:pt x="52097" y="11753"/>
                  </a:cubicBezTo>
                  <a:lnTo>
                    <a:pt x="13763" y="124634"/>
                  </a:lnTo>
                  <a:cubicBezTo>
                    <a:pt x="12212" y="129162"/>
                    <a:pt x="7143" y="131456"/>
                    <a:pt x="2518" y="129727"/>
                  </a:cubicBezTo>
                  <a:close/>
                </a:path>
              </a:pathLst>
            </a:custGeom>
            <a:solidFill>
              <a:srgbClr val="FFFFFF"/>
            </a:solidFill>
            <a:ln w="2756" cap="rnd">
              <a:noFill/>
              <a:prstDash val="solid"/>
              <a:round/>
            </a:ln>
          </p:spPr>
          <p:txBody>
            <a:bodyPr/>
            <a:lstStyle/>
            <a:p>
              <a:endParaRPr lang="en-US" b="1"/>
            </a:p>
          </p:txBody>
        </p:sp>
        <p:sp>
          <p:nvSpPr>
            <p:cNvPr id="1907" name="Freeform: Shape 1906">
              <a:extLst>
                <a:ext uri="{FF2B5EF4-FFF2-40B4-BE49-F238E27FC236}">
                  <a16:creationId xmlns:a16="http://schemas.microsoft.com/office/drawing/2014/main" id="{6BE069BA-3717-1DD2-60FC-03CA761D572E}"/>
                </a:ext>
              </a:extLst>
            </p:cNvPr>
            <p:cNvSpPr/>
            <p:nvPr/>
          </p:nvSpPr>
          <p:spPr>
            <a:xfrm>
              <a:off x="10985888" y="3302004"/>
              <a:ext cx="90221" cy="116913"/>
            </a:xfrm>
            <a:custGeom>
              <a:avLst/>
              <a:gdLst>
                <a:gd name="csX0" fmla="*/ 113776 w 115598"/>
                <a:gd name="csY0" fmla="*/ 101151 h 149797"/>
                <a:gd name="csX1" fmla="*/ 87494 w 115598"/>
                <a:gd name="csY1" fmla="*/ 148991 h 149797"/>
                <a:gd name="csX2" fmla="*/ -1823 w 115598"/>
                <a:gd name="csY2" fmla="*/ 36858 h 149797"/>
                <a:gd name="csX3" fmla="*/ 32565 w 115598"/>
                <a:gd name="csY3" fmla="*/ -807 h 149797"/>
                <a:gd name="csX4" fmla="*/ 113776 w 115598"/>
                <a:gd name="csY4" fmla="*/ 101151 h 149797"/>
              </a:gdLst>
              <a:ahLst/>
              <a:cxnLst>
                <a:cxn ang="0">
                  <a:pos x="csX0" y="csY0"/>
                </a:cxn>
                <a:cxn ang="0">
                  <a:pos x="csX1" y="csY1"/>
                </a:cxn>
                <a:cxn ang="0">
                  <a:pos x="csX2" y="csY2"/>
                </a:cxn>
                <a:cxn ang="0">
                  <a:pos x="csX3" y="csY3"/>
                </a:cxn>
                <a:cxn ang="0">
                  <a:pos x="csX4" y="csY4"/>
                </a:cxn>
              </a:cxnLst>
              <a:rect l="l" t="t" r="r" b="b"/>
              <a:pathLst>
                <a:path w="115598" h="149797">
                  <a:moveTo>
                    <a:pt x="113776" y="101151"/>
                  </a:moveTo>
                  <a:lnTo>
                    <a:pt x="87494" y="148991"/>
                  </a:lnTo>
                  <a:lnTo>
                    <a:pt x="-1823" y="36858"/>
                  </a:lnTo>
                  <a:lnTo>
                    <a:pt x="32565" y="-807"/>
                  </a:lnTo>
                  <a:lnTo>
                    <a:pt x="113776" y="101151"/>
                  </a:lnTo>
                  <a:close/>
                </a:path>
              </a:pathLst>
            </a:custGeom>
            <a:solidFill>
              <a:srgbClr val="FFFFFF"/>
            </a:solidFill>
            <a:ln w="1711" cap="rnd">
              <a:noFill/>
              <a:prstDash val="solid"/>
              <a:round/>
            </a:ln>
          </p:spPr>
          <p:txBody>
            <a:bodyPr/>
            <a:lstStyle/>
            <a:p>
              <a:endParaRPr lang="en-US" b="1"/>
            </a:p>
          </p:txBody>
        </p:sp>
        <p:sp>
          <p:nvSpPr>
            <p:cNvPr id="1908" name="Freeform: Shape 1907">
              <a:extLst>
                <a:ext uri="{FF2B5EF4-FFF2-40B4-BE49-F238E27FC236}">
                  <a16:creationId xmlns:a16="http://schemas.microsoft.com/office/drawing/2014/main" id="{07B10E6A-3112-1EA8-A7E0-3E41734FFA24}"/>
                </a:ext>
              </a:extLst>
            </p:cNvPr>
            <p:cNvSpPr/>
            <p:nvPr/>
          </p:nvSpPr>
          <p:spPr>
            <a:xfrm>
              <a:off x="10985888" y="3302004"/>
              <a:ext cx="90221" cy="116913"/>
            </a:xfrm>
            <a:custGeom>
              <a:avLst/>
              <a:gdLst>
                <a:gd name="csX0" fmla="*/ 113776 w 115598"/>
                <a:gd name="csY0" fmla="*/ 101151 h 149797"/>
                <a:gd name="csX1" fmla="*/ 87494 w 115598"/>
                <a:gd name="csY1" fmla="*/ 148991 h 149797"/>
                <a:gd name="csX2" fmla="*/ -1823 w 115598"/>
                <a:gd name="csY2" fmla="*/ 36858 h 149797"/>
                <a:gd name="csX3" fmla="*/ 32565 w 115598"/>
                <a:gd name="csY3" fmla="*/ -807 h 149797"/>
                <a:gd name="csX4" fmla="*/ 113776 w 115598"/>
                <a:gd name="csY4" fmla="*/ 101151 h 149797"/>
              </a:gdLst>
              <a:ahLst/>
              <a:cxnLst>
                <a:cxn ang="0">
                  <a:pos x="csX0" y="csY0"/>
                </a:cxn>
                <a:cxn ang="0">
                  <a:pos x="csX1" y="csY1"/>
                </a:cxn>
                <a:cxn ang="0">
                  <a:pos x="csX2" y="csY2"/>
                </a:cxn>
                <a:cxn ang="0">
                  <a:pos x="csX3" y="csY3"/>
                </a:cxn>
                <a:cxn ang="0">
                  <a:pos x="csX4" y="csY4"/>
                </a:cxn>
              </a:cxnLst>
              <a:rect l="l" t="t" r="r" b="b"/>
              <a:pathLst>
                <a:path w="115598" h="149797">
                  <a:moveTo>
                    <a:pt x="113776" y="101151"/>
                  </a:moveTo>
                  <a:lnTo>
                    <a:pt x="87494" y="148991"/>
                  </a:lnTo>
                  <a:lnTo>
                    <a:pt x="-1823" y="36858"/>
                  </a:lnTo>
                  <a:lnTo>
                    <a:pt x="32565" y="-807"/>
                  </a:lnTo>
                  <a:lnTo>
                    <a:pt x="113776" y="101151"/>
                  </a:lnTo>
                  <a:close/>
                </a:path>
              </a:pathLst>
            </a:custGeom>
            <a:noFill/>
            <a:ln w="4021" cap="rnd">
              <a:solidFill>
                <a:srgbClr val="0E0F29"/>
              </a:solidFill>
              <a:prstDash val="solid"/>
              <a:round/>
            </a:ln>
          </p:spPr>
          <p:txBody>
            <a:bodyPr/>
            <a:lstStyle/>
            <a:p>
              <a:endParaRPr lang="en-US" b="1"/>
            </a:p>
          </p:txBody>
        </p:sp>
        <p:sp>
          <p:nvSpPr>
            <p:cNvPr id="1909" name="Freeform: Shape 1908">
              <a:extLst>
                <a:ext uri="{FF2B5EF4-FFF2-40B4-BE49-F238E27FC236}">
                  <a16:creationId xmlns:a16="http://schemas.microsoft.com/office/drawing/2014/main" id="{29F5E6B5-7063-566C-E34F-F97FACB192D5}"/>
                </a:ext>
              </a:extLst>
            </p:cNvPr>
            <p:cNvSpPr/>
            <p:nvPr/>
          </p:nvSpPr>
          <p:spPr>
            <a:xfrm>
              <a:off x="11027247" y="3360209"/>
              <a:ext cx="174171" cy="189828"/>
            </a:xfrm>
            <a:custGeom>
              <a:avLst/>
              <a:gdLst>
                <a:gd name="csX0" fmla="*/ 219360 w 223160"/>
                <a:gd name="csY0" fmla="*/ 167731 h 243220"/>
                <a:gd name="csX1" fmla="*/ 219809 w 223160"/>
                <a:gd name="csY1" fmla="*/ 167352 h 243220"/>
                <a:gd name="csX2" fmla="*/ 194095 w 223160"/>
                <a:gd name="csY2" fmla="*/ 136482 h 243220"/>
                <a:gd name="csX3" fmla="*/ 194147 w 223160"/>
                <a:gd name="csY3" fmla="*/ 136447 h 243220"/>
                <a:gd name="csX4" fmla="*/ 84446 w 223160"/>
                <a:gd name="csY4" fmla="*/ 4706 h 243220"/>
                <a:gd name="csX5" fmla="*/ 59560 w 223160"/>
                <a:gd name="csY5" fmla="*/ 1912 h 243220"/>
                <a:gd name="csX6" fmla="*/ 1804 w 223160"/>
                <a:gd name="csY6" fmla="*/ 53909 h 243220"/>
                <a:gd name="csX7" fmla="*/ 1718 w 223160"/>
                <a:gd name="csY7" fmla="*/ 76518 h 243220"/>
                <a:gd name="csX8" fmla="*/ 27379 w 223160"/>
                <a:gd name="csY8" fmla="*/ 107423 h 243220"/>
                <a:gd name="csX9" fmla="*/ 27362 w 223160"/>
                <a:gd name="csY9" fmla="*/ 107423 h 243220"/>
                <a:gd name="csX10" fmla="*/ 136235 w 223160"/>
                <a:gd name="csY10" fmla="*/ 238474 h 243220"/>
                <a:gd name="csX11" fmla="*/ 137115 w 223160"/>
                <a:gd name="csY11" fmla="*/ 237732 h 243220"/>
                <a:gd name="csX12" fmla="*/ 156671 w 223160"/>
                <a:gd name="csY12" fmla="*/ 239181 h 243220"/>
                <a:gd name="csX13" fmla="*/ 214876 w 223160"/>
                <a:gd name="csY13" fmla="*/ 188926 h 243220"/>
                <a:gd name="csX14" fmla="*/ 219360 w 223160"/>
                <a:gd name="csY14" fmla="*/ 167731 h 243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3160" h="243220">
                  <a:moveTo>
                    <a:pt x="219360" y="167731"/>
                  </a:moveTo>
                  <a:lnTo>
                    <a:pt x="219809" y="167352"/>
                  </a:lnTo>
                  <a:lnTo>
                    <a:pt x="194095" y="136482"/>
                  </a:lnTo>
                  <a:lnTo>
                    <a:pt x="194147" y="136447"/>
                  </a:lnTo>
                  <a:lnTo>
                    <a:pt x="84446" y="4706"/>
                  </a:lnTo>
                  <a:cubicBezTo>
                    <a:pt x="81100" y="-1244"/>
                    <a:pt x="72322" y="-2692"/>
                    <a:pt x="59560" y="1912"/>
                  </a:cubicBezTo>
                  <a:cubicBezTo>
                    <a:pt x="37330" y="9949"/>
                    <a:pt x="11462" y="33231"/>
                    <a:pt x="1804" y="53909"/>
                  </a:cubicBezTo>
                  <a:cubicBezTo>
                    <a:pt x="-3197" y="64601"/>
                    <a:pt x="-2835" y="72482"/>
                    <a:pt x="1718" y="76518"/>
                  </a:cubicBezTo>
                  <a:lnTo>
                    <a:pt x="27379" y="107423"/>
                  </a:lnTo>
                  <a:lnTo>
                    <a:pt x="27362" y="107423"/>
                  </a:lnTo>
                  <a:lnTo>
                    <a:pt x="136235" y="238474"/>
                  </a:lnTo>
                  <a:lnTo>
                    <a:pt x="137115" y="237732"/>
                  </a:lnTo>
                  <a:cubicBezTo>
                    <a:pt x="138322" y="243199"/>
                    <a:pt x="145151" y="244130"/>
                    <a:pt x="156671" y="239181"/>
                  </a:cubicBezTo>
                  <a:cubicBezTo>
                    <a:pt x="176418" y="230713"/>
                    <a:pt x="202476" y="208207"/>
                    <a:pt x="214876" y="188926"/>
                  </a:cubicBezTo>
                  <a:cubicBezTo>
                    <a:pt x="221740" y="178251"/>
                    <a:pt x="222965" y="170818"/>
                    <a:pt x="219360" y="167731"/>
                  </a:cubicBezTo>
                  <a:close/>
                </a:path>
              </a:pathLst>
            </a:custGeom>
            <a:solidFill>
              <a:schemeClr val="accent3"/>
            </a:solidFill>
            <a:ln w="1711" cap="rnd">
              <a:noFill/>
              <a:prstDash val="solid"/>
              <a:round/>
            </a:ln>
          </p:spPr>
          <p:txBody>
            <a:bodyPr/>
            <a:lstStyle/>
            <a:p>
              <a:endParaRPr lang="en-US" b="1"/>
            </a:p>
          </p:txBody>
        </p:sp>
        <p:sp>
          <p:nvSpPr>
            <p:cNvPr id="1910" name="Freeform: Shape 1909">
              <a:extLst>
                <a:ext uri="{FF2B5EF4-FFF2-40B4-BE49-F238E27FC236}">
                  <a16:creationId xmlns:a16="http://schemas.microsoft.com/office/drawing/2014/main" id="{C9FA3D67-1B52-A5B3-B704-6A0CEABBA5A7}"/>
                </a:ext>
              </a:extLst>
            </p:cNvPr>
            <p:cNvSpPr/>
            <p:nvPr/>
          </p:nvSpPr>
          <p:spPr>
            <a:xfrm>
              <a:off x="11027247" y="3360209"/>
              <a:ext cx="174171" cy="189828"/>
            </a:xfrm>
            <a:custGeom>
              <a:avLst/>
              <a:gdLst>
                <a:gd name="csX0" fmla="*/ 219360 w 223160"/>
                <a:gd name="csY0" fmla="*/ 167731 h 243220"/>
                <a:gd name="csX1" fmla="*/ 219809 w 223160"/>
                <a:gd name="csY1" fmla="*/ 167352 h 243220"/>
                <a:gd name="csX2" fmla="*/ 194095 w 223160"/>
                <a:gd name="csY2" fmla="*/ 136482 h 243220"/>
                <a:gd name="csX3" fmla="*/ 194147 w 223160"/>
                <a:gd name="csY3" fmla="*/ 136447 h 243220"/>
                <a:gd name="csX4" fmla="*/ 84446 w 223160"/>
                <a:gd name="csY4" fmla="*/ 4706 h 243220"/>
                <a:gd name="csX5" fmla="*/ 59560 w 223160"/>
                <a:gd name="csY5" fmla="*/ 1912 h 243220"/>
                <a:gd name="csX6" fmla="*/ 1804 w 223160"/>
                <a:gd name="csY6" fmla="*/ 53909 h 243220"/>
                <a:gd name="csX7" fmla="*/ 1718 w 223160"/>
                <a:gd name="csY7" fmla="*/ 76518 h 243220"/>
                <a:gd name="csX8" fmla="*/ 27379 w 223160"/>
                <a:gd name="csY8" fmla="*/ 107423 h 243220"/>
                <a:gd name="csX9" fmla="*/ 27362 w 223160"/>
                <a:gd name="csY9" fmla="*/ 107423 h 243220"/>
                <a:gd name="csX10" fmla="*/ 136235 w 223160"/>
                <a:gd name="csY10" fmla="*/ 238474 h 243220"/>
                <a:gd name="csX11" fmla="*/ 137115 w 223160"/>
                <a:gd name="csY11" fmla="*/ 237732 h 243220"/>
                <a:gd name="csX12" fmla="*/ 156671 w 223160"/>
                <a:gd name="csY12" fmla="*/ 239181 h 243220"/>
                <a:gd name="csX13" fmla="*/ 214876 w 223160"/>
                <a:gd name="csY13" fmla="*/ 188926 h 243220"/>
                <a:gd name="csX14" fmla="*/ 219360 w 223160"/>
                <a:gd name="csY14" fmla="*/ 167731 h 243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3160" h="243220">
                  <a:moveTo>
                    <a:pt x="219360" y="167731"/>
                  </a:moveTo>
                  <a:lnTo>
                    <a:pt x="219809" y="167352"/>
                  </a:lnTo>
                  <a:lnTo>
                    <a:pt x="194095" y="136482"/>
                  </a:lnTo>
                  <a:lnTo>
                    <a:pt x="194147" y="136447"/>
                  </a:lnTo>
                  <a:lnTo>
                    <a:pt x="84446" y="4706"/>
                  </a:lnTo>
                  <a:cubicBezTo>
                    <a:pt x="81100" y="-1244"/>
                    <a:pt x="72322" y="-2692"/>
                    <a:pt x="59560" y="1912"/>
                  </a:cubicBezTo>
                  <a:cubicBezTo>
                    <a:pt x="37330" y="9949"/>
                    <a:pt x="11462" y="33231"/>
                    <a:pt x="1804" y="53909"/>
                  </a:cubicBezTo>
                  <a:cubicBezTo>
                    <a:pt x="-3197" y="64601"/>
                    <a:pt x="-2835" y="72482"/>
                    <a:pt x="1718" y="76518"/>
                  </a:cubicBezTo>
                  <a:lnTo>
                    <a:pt x="27379" y="107423"/>
                  </a:lnTo>
                  <a:lnTo>
                    <a:pt x="27362" y="107423"/>
                  </a:lnTo>
                  <a:lnTo>
                    <a:pt x="136235" y="238474"/>
                  </a:lnTo>
                  <a:lnTo>
                    <a:pt x="137115" y="237732"/>
                  </a:lnTo>
                  <a:cubicBezTo>
                    <a:pt x="138322" y="243199"/>
                    <a:pt x="145151" y="244130"/>
                    <a:pt x="156671" y="239181"/>
                  </a:cubicBezTo>
                  <a:cubicBezTo>
                    <a:pt x="176418" y="230713"/>
                    <a:pt x="202476" y="208207"/>
                    <a:pt x="214876" y="188926"/>
                  </a:cubicBezTo>
                  <a:cubicBezTo>
                    <a:pt x="221740" y="178251"/>
                    <a:pt x="222965" y="170818"/>
                    <a:pt x="219360" y="167731"/>
                  </a:cubicBezTo>
                  <a:close/>
                </a:path>
              </a:pathLst>
            </a:custGeom>
            <a:noFill/>
            <a:ln w="4021" cap="rnd">
              <a:solidFill>
                <a:srgbClr val="0E0F29"/>
              </a:solidFill>
              <a:prstDash val="solid"/>
              <a:round/>
            </a:ln>
          </p:spPr>
          <p:txBody>
            <a:bodyPr/>
            <a:lstStyle/>
            <a:p>
              <a:endParaRPr lang="en-US" b="1"/>
            </a:p>
          </p:txBody>
        </p:sp>
        <p:sp>
          <p:nvSpPr>
            <p:cNvPr id="1911" name="Freeform: Shape 1910">
              <a:extLst>
                <a:ext uri="{FF2B5EF4-FFF2-40B4-BE49-F238E27FC236}">
                  <a16:creationId xmlns:a16="http://schemas.microsoft.com/office/drawing/2014/main" id="{1D08C592-23CB-828A-5AF1-2B013EB2F1D2}"/>
                </a:ext>
              </a:extLst>
            </p:cNvPr>
            <p:cNvSpPr/>
            <p:nvPr/>
          </p:nvSpPr>
          <p:spPr>
            <a:xfrm>
              <a:off x="10785849" y="3073027"/>
              <a:ext cx="262032" cy="288440"/>
            </a:xfrm>
            <a:custGeom>
              <a:avLst/>
              <a:gdLst>
                <a:gd name="csX0" fmla="*/ 320463 w 335732"/>
                <a:gd name="csY0" fmla="*/ 220296 h 369568"/>
                <a:gd name="csX1" fmla="*/ 144348 w 335732"/>
                <a:gd name="csY1" fmla="*/ 336464 h 369568"/>
                <a:gd name="csX2" fmla="*/ 25145 w 335732"/>
                <a:gd name="csY2" fmla="*/ 146915 h 369568"/>
                <a:gd name="csX3" fmla="*/ 192826 w 335732"/>
                <a:gd name="csY3" fmla="*/ 19190 h 369568"/>
                <a:gd name="csX4" fmla="*/ 320463 w 335732"/>
                <a:gd name="csY4" fmla="*/ 220296 h 369568"/>
                <a:gd name="csX5" fmla="*/ 191602 w 335732"/>
                <a:gd name="csY5" fmla="*/ 4462 h 369568"/>
                <a:gd name="csX6" fmla="*/ 156 w 335732"/>
                <a:gd name="csY6" fmla="*/ 140344 h 369568"/>
                <a:gd name="csX7" fmla="*/ 140502 w 335732"/>
                <a:gd name="csY7" fmla="*/ 363488 h 369568"/>
                <a:gd name="csX8" fmla="*/ 331931 w 335732"/>
                <a:gd name="csY8" fmla="*/ 227608 h 369568"/>
                <a:gd name="csX9" fmla="*/ 191602 w 335732"/>
                <a:gd name="csY9" fmla="*/ 4462 h 369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35732" h="369568">
                  <a:moveTo>
                    <a:pt x="320463" y="220296"/>
                  </a:moveTo>
                  <a:cubicBezTo>
                    <a:pt x="308477" y="304507"/>
                    <a:pt x="222179" y="356917"/>
                    <a:pt x="144348" y="336464"/>
                  </a:cubicBezTo>
                  <a:cubicBezTo>
                    <a:pt x="66535" y="315993"/>
                    <a:pt x="13159" y="231126"/>
                    <a:pt x="25145" y="146915"/>
                  </a:cubicBezTo>
                  <a:cubicBezTo>
                    <a:pt x="37131" y="62703"/>
                    <a:pt x="114996" y="-1277"/>
                    <a:pt x="192826" y="19190"/>
                  </a:cubicBezTo>
                  <a:cubicBezTo>
                    <a:pt x="270639" y="39658"/>
                    <a:pt x="332448" y="136084"/>
                    <a:pt x="320463" y="220296"/>
                  </a:cubicBezTo>
                  <a:close/>
                  <a:moveTo>
                    <a:pt x="191602" y="4462"/>
                  </a:moveTo>
                  <a:cubicBezTo>
                    <a:pt x="99975" y="-19635"/>
                    <a:pt x="14263" y="41203"/>
                    <a:pt x="156" y="140344"/>
                  </a:cubicBezTo>
                  <a:cubicBezTo>
                    <a:pt x="-13951" y="239490"/>
                    <a:pt x="48892" y="339396"/>
                    <a:pt x="140502" y="363488"/>
                  </a:cubicBezTo>
                  <a:cubicBezTo>
                    <a:pt x="232129" y="387598"/>
                    <a:pt x="317824" y="326754"/>
                    <a:pt x="331931" y="227608"/>
                  </a:cubicBezTo>
                  <a:cubicBezTo>
                    <a:pt x="346038" y="128462"/>
                    <a:pt x="283212" y="28558"/>
                    <a:pt x="191602" y="4462"/>
                  </a:cubicBezTo>
                  <a:close/>
                </a:path>
              </a:pathLst>
            </a:custGeom>
            <a:solidFill>
              <a:srgbClr val="0E0F29"/>
            </a:solidFill>
            <a:ln w="1711" cap="rnd">
              <a:noFill/>
              <a:prstDash val="solid"/>
              <a:round/>
            </a:ln>
          </p:spPr>
          <p:txBody>
            <a:bodyPr/>
            <a:lstStyle/>
            <a:p>
              <a:endParaRPr lang="en-US" b="1"/>
            </a:p>
          </p:txBody>
        </p:sp>
        <p:sp>
          <p:nvSpPr>
            <p:cNvPr id="1912" name="Freeform: Shape 1911">
              <a:extLst>
                <a:ext uri="{FF2B5EF4-FFF2-40B4-BE49-F238E27FC236}">
                  <a16:creationId xmlns:a16="http://schemas.microsoft.com/office/drawing/2014/main" id="{65289E2F-8E3F-E162-F926-27A7E715D029}"/>
                </a:ext>
              </a:extLst>
            </p:cNvPr>
            <p:cNvSpPr/>
            <p:nvPr/>
          </p:nvSpPr>
          <p:spPr>
            <a:xfrm>
              <a:off x="10826992" y="3058080"/>
              <a:ext cx="238605" cy="288261"/>
            </a:xfrm>
            <a:custGeom>
              <a:avLst/>
              <a:gdLst>
                <a:gd name="csX0" fmla="*/ 303618 w 305716"/>
                <a:gd name="csY0" fmla="*/ 189589 h 369338"/>
                <a:gd name="csX1" fmla="*/ 303239 w 305716"/>
                <a:gd name="csY1" fmla="*/ 183346 h 369338"/>
                <a:gd name="csX2" fmla="*/ 303135 w 305716"/>
                <a:gd name="csY2" fmla="*/ 182242 h 369338"/>
                <a:gd name="csX3" fmla="*/ 302842 w 305716"/>
                <a:gd name="csY3" fmla="*/ 179293 h 369338"/>
                <a:gd name="csX4" fmla="*/ 302480 w 305716"/>
                <a:gd name="csY4" fmla="*/ 175706 h 369338"/>
                <a:gd name="csX5" fmla="*/ 302221 w 305716"/>
                <a:gd name="csY5" fmla="*/ 173723 h 369338"/>
                <a:gd name="csX6" fmla="*/ 301773 w 305716"/>
                <a:gd name="csY6" fmla="*/ 170550 h 369338"/>
                <a:gd name="csX7" fmla="*/ 301445 w 305716"/>
                <a:gd name="csY7" fmla="*/ 168101 h 369338"/>
                <a:gd name="csX8" fmla="*/ 300928 w 305716"/>
                <a:gd name="csY8" fmla="*/ 165186 h 369338"/>
                <a:gd name="csX9" fmla="*/ 300376 w 305716"/>
                <a:gd name="csY9" fmla="*/ 162030 h 369338"/>
                <a:gd name="csX10" fmla="*/ 300117 w 305716"/>
                <a:gd name="csY10" fmla="*/ 160461 h 369338"/>
                <a:gd name="csX11" fmla="*/ 299238 w 305716"/>
                <a:gd name="csY11" fmla="*/ 156356 h 369338"/>
                <a:gd name="csX12" fmla="*/ 298669 w 305716"/>
                <a:gd name="csY12" fmla="*/ 153683 h 369338"/>
                <a:gd name="csX13" fmla="*/ 298496 w 305716"/>
                <a:gd name="csY13" fmla="*/ 152942 h 369338"/>
                <a:gd name="csX14" fmla="*/ 296668 w 305716"/>
                <a:gd name="csY14" fmla="*/ 145629 h 369338"/>
                <a:gd name="csX15" fmla="*/ 296651 w 305716"/>
                <a:gd name="csY15" fmla="*/ 145543 h 369338"/>
                <a:gd name="csX16" fmla="*/ 296461 w 305716"/>
                <a:gd name="csY16" fmla="*/ 144888 h 369338"/>
                <a:gd name="csX17" fmla="*/ 294616 w 305716"/>
                <a:gd name="csY17" fmla="*/ 138507 h 369338"/>
                <a:gd name="csX18" fmla="*/ 294288 w 305716"/>
                <a:gd name="csY18" fmla="*/ 137507 h 369338"/>
                <a:gd name="csX19" fmla="*/ 293495 w 305716"/>
                <a:gd name="csY19" fmla="*/ 135127 h 369338"/>
                <a:gd name="csX20" fmla="*/ 292391 w 305716"/>
                <a:gd name="csY20" fmla="*/ 131712 h 369338"/>
                <a:gd name="csX21" fmla="*/ 291615 w 305716"/>
                <a:gd name="csY21" fmla="*/ 129574 h 369338"/>
                <a:gd name="csX22" fmla="*/ 290650 w 305716"/>
                <a:gd name="csY22" fmla="*/ 126952 h 369338"/>
                <a:gd name="csX23" fmla="*/ 289959 w 305716"/>
                <a:gd name="csY23" fmla="*/ 125038 h 369338"/>
                <a:gd name="csX24" fmla="*/ 288442 w 305716"/>
                <a:gd name="csY24" fmla="*/ 121278 h 369338"/>
                <a:gd name="csX25" fmla="*/ 287632 w 305716"/>
                <a:gd name="csY25" fmla="*/ 119261 h 369338"/>
                <a:gd name="csX26" fmla="*/ 287355 w 305716"/>
                <a:gd name="csY26" fmla="*/ 118553 h 369338"/>
                <a:gd name="csX27" fmla="*/ 284475 w 305716"/>
                <a:gd name="csY27" fmla="*/ 112034 h 369338"/>
                <a:gd name="csX28" fmla="*/ 284337 w 305716"/>
                <a:gd name="csY28" fmla="*/ 111776 h 369338"/>
                <a:gd name="csX29" fmla="*/ 283458 w 305716"/>
                <a:gd name="csY29" fmla="*/ 109930 h 369338"/>
                <a:gd name="csX30" fmla="*/ 281061 w 305716"/>
                <a:gd name="csY30" fmla="*/ 104998 h 369338"/>
                <a:gd name="csX31" fmla="*/ 280664 w 305716"/>
                <a:gd name="csY31" fmla="*/ 104222 h 369338"/>
                <a:gd name="csX32" fmla="*/ 278543 w 305716"/>
                <a:gd name="csY32" fmla="*/ 100256 h 369338"/>
                <a:gd name="csX33" fmla="*/ 276836 w 305716"/>
                <a:gd name="csY33" fmla="*/ 97065 h 369338"/>
                <a:gd name="csX34" fmla="*/ 276491 w 305716"/>
                <a:gd name="csY34" fmla="*/ 96496 h 369338"/>
                <a:gd name="csX35" fmla="*/ 270455 w 305716"/>
                <a:gd name="csY35" fmla="*/ 86493 h 369338"/>
                <a:gd name="csX36" fmla="*/ 269955 w 305716"/>
                <a:gd name="csY36" fmla="*/ 85631 h 369338"/>
                <a:gd name="csX37" fmla="*/ 268282 w 305716"/>
                <a:gd name="csY37" fmla="*/ 83199 h 369338"/>
                <a:gd name="csX38" fmla="*/ 265591 w 305716"/>
                <a:gd name="csY38" fmla="*/ 79198 h 369338"/>
                <a:gd name="csX39" fmla="*/ 263091 w 305716"/>
                <a:gd name="csY39" fmla="*/ 75749 h 369338"/>
                <a:gd name="csX40" fmla="*/ 260228 w 305716"/>
                <a:gd name="csY40" fmla="*/ 71907 h 369338"/>
                <a:gd name="csX41" fmla="*/ 259279 w 305716"/>
                <a:gd name="csY41" fmla="*/ 70643 h 369338"/>
                <a:gd name="csX42" fmla="*/ 256917 w 305716"/>
                <a:gd name="csY42" fmla="*/ 67709 h 369338"/>
                <a:gd name="csX43" fmla="*/ 255296 w 305716"/>
                <a:gd name="csY43" fmla="*/ 65698 h 369338"/>
                <a:gd name="csX44" fmla="*/ 250001 w 305716"/>
                <a:gd name="csY44" fmla="*/ 59564 h 369338"/>
                <a:gd name="csX45" fmla="*/ 249949 w 305716"/>
                <a:gd name="csY45" fmla="*/ 59509 h 369338"/>
                <a:gd name="csX46" fmla="*/ 249949 w 305716"/>
                <a:gd name="csY46" fmla="*/ 59505 h 369338"/>
                <a:gd name="csX47" fmla="*/ 249898 w 305716"/>
                <a:gd name="csY47" fmla="*/ 59457 h 369338"/>
                <a:gd name="csX48" fmla="*/ 243568 w 305716"/>
                <a:gd name="csY48" fmla="*/ 52760 h 369338"/>
                <a:gd name="csX49" fmla="*/ 243292 w 305716"/>
                <a:gd name="csY49" fmla="*/ 52464 h 369338"/>
                <a:gd name="csX50" fmla="*/ 238464 w 305716"/>
                <a:gd name="csY50" fmla="*/ 47809 h 369338"/>
                <a:gd name="csX51" fmla="*/ 237498 w 305716"/>
                <a:gd name="csY51" fmla="*/ 46873 h 369338"/>
                <a:gd name="csX52" fmla="*/ 237446 w 305716"/>
                <a:gd name="csY52" fmla="*/ 46818 h 369338"/>
                <a:gd name="csX53" fmla="*/ 231531 w 305716"/>
                <a:gd name="csY53" fmla="*/ 41556 h 369338"/>
                <a:gd name="csX54" fmla="*/ 231220 w 305716"/>
                <a:gd name="csY54" fmla="*/ 41308 h 369338"/>
                <a:gd name="csX55" fmla="*/ 229358 w 305716"/>
                <a:gd name="csY55" fmla="*/ 39780 h 369338"/>
                <a:gd name="csX56" fmla="*/ 225529 w 305716"/>
                <a:gd name="csY56" fmla="*/ 36636 h 369338"/>
                <a:gd name="csX57" fmla="*/ 224788 w 305716"/>
                <a:gd name="csY57" fmla="*/ 36075 h 369338"/>
                <a:gd name="csX58" fmla="*/ 222114 w 305716"/>
                <a:gd name="csY58" fmla="*/ 34066 h 369338"/>
                <a:gd name="csX59" fmla="*/ 219148 w 305716"/>
                <a:gd name="csY59" fmla="*/ 31845 h 369338"/>
                <a:gd name="csX60" fmla="*/ 218027 w 305716"/>
                <a:gd name="csY60" fmla="*/ 31070 h 369338"/>
                <a:gd name="csX61" fmla="*/ 215078 w 305716"/>
                <a:gd name="csY61" fmla="*/ 29042 h 369338"/>
                <a:gd name="csX62" fmla="*/ 212543 w 305716"/>
                <a:gd name="csY62" fmla="*/ 27297 h 369338"/>
                <a:gd name="csX63" fmla="*/ 211060 w 305716"/>
                <a:gd name="csY63" fmla="*/ 26376 h 369338"/>
                <a:gd name="csX64" fmla="*/ 207835 w 305716"/>
                <a:gd name="csY64" fmla="*/ 24362 h 369338"/>
                <a:gd name="csX65" fmla="*/ 205593 w 305716"/>
                <a:gd name="csY65" fmla="*/ 22961 h 369338"/>
                <a:gd name="csX66" fmla="*/ 203782 w 305716"/>
                <a:gd name="csY66" fmla="*/ 21947 h 369338"/>
                <a:gd name="csX67" fmla="*/ 200488 w 305716"/>
                <a:gd name="csY67" fmla="*/ 20099 h 369338"/>
                <a:gd name="csX68" fmla="*/ 198505 w 305716"/>
                <a:gd name="csY68" fmla="*/ 18976 h 369338"/>
                <a:gd name="csX69" fmla="*/ 196297 w 305716"/>
                <a:gd name="csY69" fmla="*/ 17864 h 369338"/>
                <a:gd name="csX70" fmla="*/ 193021 w 305716"/>
                <a:gd name="csY70" fmla="*/ 16220 h 369338"/>
                <a:gd name="csX71" fmla="*/ 191348 w 305716"/>
                <a:gd name="csY71" fmla="*/ 15373 h 369338"/>
                <a:gd name="csX72" fmla="*/ 188554 w 305716"/>
                <a:gd name="csY72" fmla="*/ 14121 h 369338"/>
                <a:gd name="csX73" fmla="*/ 185484 w 305716"/>
                <a:gd name="csY73" fmla="*/ 12741 h 369338"/>
                <a:gd name="csX74" fmla="*/ 184243 w 305716"/>
                <a:gd name="csY74" fmla="*/ 12186 h 369338"/>
                <a:gd name="csX75" fmla="*/ 180431 w 305716"/>
                <a:gd name="csY75" fmla="*/ 10682 h 369338"/>
                <a:gd name="csX76" fmla="*/ 177827 w 305716"/>
                <a:gd name="csY76" fmla="*/ 9649 h 369338"/>
                <a:gd name="csX77" fmla="*/ 177155 w 305716"/>
                <a:gd name="csY77" fmla="*/ 9384 h 369338"/>
                <a:gd name="csX78" fmla="*/ 170187 w 305716"/>
                <a:gd name="csY78" fmla="*/ 6976 h 369338"/>
                <a:gd name="csX79" fmla="*/ 170118 w 305716"/>
                <a:gd name="csY79" fmla="*/ 6959 h 369338"/>
                <a:gd name="csX80" fmla="*/ 169601 w 305716"/>
                <a:gd name="csY80" fmla="*/ 6804 h 369338"/>
                <a:gd name="csX81" fmla="*/ 163203 w 305716"/>
                <a:gd name="csY81" fmla="*/ 4898 h 369338"/>
                <a:gd name="csX82" fmla="*/ 161564 w 305716"/>
                <a:gd name="csY82" fmla="*/ 4462 h 369338"/>
                <a:gd name="csX83" fmla="*/ 156287 w 305716"/>
                <a:gd name="csY83" fmla="*/ 3163 h 369338"/>
                <a:gd name="csX84" fmla="*/ 154269 w 305716"/>
                <a:gd name="csY84" fmla="*/ 2751 h 369338"/>
                <a:gd name="csX85" fmla="*/ 151545 w 305716"/>
                <a:gd name="csY85" fmla="*/ 2189 h 369338"/>
                <a:gd name="csX86" fmla="*/ 149423 w 305716"/>
                <a:gd name="csY86" fmla="*/ 1754 h 369338"/>
                <a:gd name="csX87" fmla="*/ 146043 w 305716"/>
                <a:gd name="csY87" fmla="*/ 1209 h 369338"/>
                <a:gd name="csX88" fmla="*/ 143612 w 305716"/>
                <a:gd name="csY88" fmla="*/ 819 h 369338"/>
                <a:gd name="csX89" fmla="*/ 142611 w 305716"/>
                <a:gd name="csY89" fmla="*/ 659 h 369338"/>
                <a:gd name="csX90" fmla="*/ 135868 w 305716"/>
                <a:gd name="csY90" fmla="*/ -127 h 369338"/>
                <a:gd name="csX91" fmla="*/ 135834 w 305716"/>
                <a:gd name="csY91" fmla="*/ -133 h 369338"/>
                <a:gd name="csX92" fmla="*/ 128970 w 305716"/>
                <a:gd name="csY92" fmla="*/ -624 h 369338"/>
                <a:gd name="csX93" fmla="*/ 128090 w 305716"/>
                <a:gd name="csY93" fmla="*/ -648 h 369338"/>
                <a:gd name="csX94" fmla="*/ 125624 w 305716"/>
                <a:gd name="csY94" fmla="*/ -714 h 369338"/>
                <a:gd name="csX95" fmla="*/ 122106 w 305716"/>
                <a:gd name="csY95" fmla="*/ -807 h 369338"/>
                <a:gd name="csX96" fmla="*/ 120381 w 305716"/>
                <a:gd name="csY96" fmla="*/ -772 h 369338"/>
                <a:gd name="csX97" fmla="*/ 117329 w 305716"/>
                <a:gd name="csY97" fmla="*/ -712 h 369338"/>
                <a:gd name="csX98" fmla="*/ 114983 w 305716"/>
                <a:gd name="csY98" fmla="*/ -665 h 369338"/>
                <a:gd name="csX99" fmla="*/ 112552 w 305716"/>
                <a:gd name="csY99" fmla="*/ -498 h 369338"/>
                <a:gd name="csX100" fmla="*/ 109482 w 305716"/>
                <a:gd name="csY100" fmla="*/ -291 h 369338"/>
                <a:gd name="csX101" fmla="*/ 107878 w 305716"/>
                <a:gd name="csY101" fmla="*/ -181 h 369338"/>
                <a:gd name="csX102" fmla="*/ 105015 w 305716"/>
                <a:gd name="csY102" fmla="*/ 157 h 369338"/>
                <a:gd name="csX103" fmla="*/ 101463 w 305716"/>
                <a:gd name="csY103" fmla="*/ 580 h 369338"/>
                <a:gd name="csX104" fmla="*/ 100221 w 305716"/>
                <a:gd name="csY104" fmla="*/ 728 h 369338"/>
                <a:gd name="csX105" fmla="*/ 97306 w 305716"/>
                <a:gd name="csY105" fmla="*/ 1233 h 369338"/>
                <a:gd name="csX106" fmla="*/ 93495 w 305716"/>
                <a:gd name="csY106" fmla="*/ 1892 h 369338"/>
                <a:gd name="csX107" fmla="*/ 92374 w 305716"/>
                <a:gd name="csY107" fmla="*/ 2087 h 369338"/>
                <a:gd name="csX108" fmla="*/ 89822 w 305716"/>
                <a:gd name="csY108" fmla="*/ 2684 h 369338"/>
                <a:gd name="csX109" fmla="*/ 85303 w 305716"/>
                <a:gd name="csY109" fmla="*/ 3734 h 369338"/>
                <a:gd name="csX110" fmla="*/ 84027 w 305716"/>
                <a:gd name="csY110" fmla="*/ 4029 h 369338"/>
                <a:gd name="csX111" fmla="*/ 79078 w 305716"/>
                <a:gd name="csY111" fmla="*/ 5434 h 369338"/>
                <a:gd name="csX112" fmla="*/ 78457 w 305716"/>
                <a:gd name="csY112" fmla="*/ 5636 h 369338"/>
                <a:gd name="csX113" fmla="*/ 74732 w 305716"/>
                <a:gd name="csY113" fmla="*/ 6823 h 369338"/>
                <a:gd name="csX114" fmla="*/ 72386 w 305716"/>
                <a:gd name="csY114" fmla="*/ 7663 h 369338"/>
                <a:gd name="csX115" fmla="*/ 70627 w 305716"/>
                <a:gd name="csY115" fmla="*/ 8294 h 369338"/>
                <a:gd name="csX116" fmla="*/ 64263 w 305716"/>
                <a:gd name="csY116" fmla="*/ 10807 h 369338"/>
                <a:gd name="csX117" fmla="*/ 64074 w 305716"/>
                <a:gd name="csY117" fmla="*/ 10896 h 369338"/>
                <a:gd name="csX118" fmla="*/ 62366 w 305716"/>
                <a:gd name="csY118" fmla="*/ 11667 h 369338"/>
                <a:gd name="csX119" fmla="*/ 57158 w 305716"/>
                <a:gd name="csY119" fmla="*/ 14073 h 369338"/>
                <a:gd name="csX120" fmla="*/ 54675 w 305716"/>
                <a:gd name="csY120" fmla="*/ 15356 h 369338"/>
                <a:gd name="csX121" fmla="*/ 51381 w 305716"/>
                <a:gd name="csY121" fmla="*/ 17058 h 369338"/>
                <a:gd name="csX122" fmla="*/ 50570 w 305716"/>
                <a:gd name="csY122" fmla="*/ 17536 h 369338"/>
                <a:gd name="csX123" fmla="*/ 45603 w 305716"/>
                <a:gd name="csY123" fmla="*/ 20447 h 369338"/>
                <a:gd name="csX124" fmla="*/ 43206 w 305716"/>
                <a:gd name="csY124" fmla="*/ 21890 h 369338"/>
                <a:gd name="csX125" fmla="*/ 36118 w 305716"/>
                <a:gd name="csY125" fmla="*/ 26666 h 369338"/>
                <a:gd name="csX126" fmla="*/ -1823 w 305716"/>
                <a:gd name="csY126" fmla="*/ 53913 h 369338"/>
                <a:gd name="csX127" fmla="*/ 5265 w 305716"/>
                <a:gd name="csY127" fmla="*/ 49137 h 369338"/>
                <a:gd name="csX128" fmla="*/ 7662 w 305716"/>
                <a:gd name="csY128" fmla="*/ 47695 h 369338"/>
                <a:gd name="csX129" fmla="*/ 12629 w 305716"/>
                <a:gd name="csY129" fmla="*/ 44783 h 369338"/>
                <a:gd name="csX130" fmla="*/ 16734 w 305716"/>
                <a:gd name="csY130" fmla="*/ 42606 h 369338"/>
                <a:gd name="csX131" fmla="*/ 19217 w 305716"/>
                <a:gd name="csY131" fmla="*/ 41320 h 369338"/>
                <a:gd name="csX132" fmla="*/ 24425 w 305716"/>
                <a:gd name="csY132" fmla="*/ 38915 h 369338"/>
                <a:gd name="csX133" fmla="*/ 26133 w 305716"/>
                <a:gd name="csY133" fmla="*/ 38143 h 369338"/>
                <a:gd name="csX134" fmla="*/ 32686 w 305716"/>
                <a:gd name="csY134" fmla="*/ 35544 h 369338"/>
                <a:gd name="csX135" fmla="*/ 34445 w 305716"/>
                <a:gd name="csY135" fmla="*/ 34908 h 369338"/>
                <a:gd name="csX136" fmla="*/ 40516 w 305716"/>
                <a:gd name="csY136" fmla="*/ 32883 h 369338"/>
                <a:gd name="csX137" fmla="*/ 41137 w 305716"/>
                <a:gd name="csY137" fmla="*/ 32683 h 369338"/>
                <a:gd name="csX138" fmla="*/ 47362 w 305716"/>
                <a:gd name="csY138" fmla="*/ 30981 h 369338"/>
                <a:gd name="csX139" fmla="*/ 51881 w 305716"/>
                <a:gd name="csY139" fmla="*/ 29930 h 369338"/>
                <a:gd name="csX140" fmla="*/ 55554 w 305716"/>
                <a:gd name="csY140" fmla="*/ 29141 h 369338"/>
                <a:gd name="csX141" fmla="*/ 59365 w 305716"/>
                <a:gd name="csY141" fmla="*/ 28482 h 369338"/>
                <a:gd name="csX142" fmla="*/ 63539 w 305716"/>
                <a:gd name="csY142" fmla="*/ 27826 h 369338"/>
                <a:gd name="csX143" fmla="*/ 67057 w 305716"/>
                <a:gd name="csY143" fmla="*/ 27406 h 369338"/>
                <a:gd name="csX144" fmla="*/ 71558 w 305716"/>
                <a:gd name="csY144" fmla="*/ 26955 h 369338"/>
                <a:gd name="csX145" fmla="*/ 74594 w 305716"/>
                <a:gd name="csY145" fmla="*/ 26749 h 369338"/>
                <a:gd name="csX146" fmla="*/ 79388 w 305716"/>
                <a:gd name="csY146" fmla="*/ 26536 h 369338"/>
                <a:gd name="csX147" fmla="*/ 82440 w 305716"/>
                <a:gd name="csY147" fmla="*/ 26476 h 369338"/>
                <a:gd name="csX148" fmla="*/ 87666 w 305716"/>
                <a:gd name="csY148" fmla="*/ 26535 h 369338"/>
                <a:gd name="csX149" fmla="*/ 90149 w 305716"/>
                <a:gd name="csY149" fmla="*/ 26600 h 369338"/>
                <a:gd name="csX150" fmla="*/ 97893 w 305716"/>
                <a:gd name="csY150" fmla="*/ 27116 h 369338"/>
                <a:gd name="csX151" fmla="*/ 97910 w 305716"/>
                <a:gd name="csY151" fmla="*/ 27118 h 369338"/>
                <a:gd name="csX152" fmla="*/ 97927 w 305716"/>
                <a:gd name="csY152" fmla="*/ 27119 h 369338"/>
                <a:gd name="csX153" fmla="*/ 105671 w 305716"/>
                <a:gd name="csY153" fmla="*/ 28066 h 369338"/>
                <a:gd name="csX154" fmla="*/ 108102 w 305716"/>
                <a:gd name="csY154" fmla="*/ 28456 h 369338"/>
                <a:gd name="csX155" fmla="*/ 113604 w 305716"/>
                <a:gd name="csY155" fmla="*/ 29437 h 369338"/>
                <a:gd name="csX156" fmla="*/ 116328 w 305716"/>
                <a:gd name="csY156" fmla="*/ 29996 h 369338"/>
                <a:gd name="csX157" fmla="*/ 123623 w 305716"/>
                <a:gd name="csY157" fmla="*/ 31709 h 369338"/>
                <a:gd name="csX158" fmla="*/ 131695 w 305716"/>
                <a:gd name="csY158" fmla="*/ 34061 h 369338"/>
                <a:gd name="csX159" fmla="*/ 132178 w 305716"/>
                <a:gd name="csY159" fmla="*/ 34204 h 369338"/>
                <a:gd name="csX160" fmla="*/ 139886 w 305716"/>
                <a:gd name="csY160" fmla="*/ 36898 h 369338"/>
                <a:gd name="csX161" fmla="*/ 142473 w 305716"/>
                <a:gd name="csY161" fmla="*/ 37924 h 369338"/>
                <a:gd name="csX162" fmla="*/ 147543 w 305716"/>
                <a:gd name="csY162" fmla="*/ 39992 h 369338"/>
                <a:gd name="csX163" fmla="*/ 150613 w 305716"/>
                <a:gd name="csY163" fmla="*/ 41364 h 369338"/>
                <a:gd name="csX164" fmla="*/ 155097 w 305716"/>
                <a:gd name="csY164" fmla="*/ 43468 h 369338"/>
                <a:gd name="csX165" fmla="*/ 158339 w 305716"/>
                <a:gd name="csY165" fmla="*/ 45110 h 369338"/>
                <a:gd name="csX166" fmla="*/ 162547 w 305716"/>
                <a:gd name="csY166" fmla="*/ 47345 h 369338"/>
                <a:gd name="csX167" fmla="*/ 165841 w 305716"/>
                <a:gd name="csY167" fmla="*/ 49196 h 369338"/>
                <a:gd name="csX168" fmla="*/ 169894 w 305716"/>
                <a:gd name="csY168" fmla="*/ 51610 h 369338"/>
                <a:gd name="csX169" fmla="*/ 173119 w 305716"/>
                <a:gd name="csY169" fmla="*/ 53621 h 369338"/>
                <a:gd name="csX170" fmla="*/ 177137 w 305716"/>
                <a:gd name="csY170" fmla="*/ 56287 h 369338"/>
                <a:gd name="csX171" fmla="*/ 180086 w 305716"/>
                <a:gd name="csY171" fmla="*/ 58322 h 369338"/>
                <a:gd name="csX172" fmla="*/ 184156 w 305716"/>
                <a:gd name="csY172" fmla="*/ 61306 h 369338"/>
                <a:gd name="csX173" fmla="*/ 186847 w 305716"/>
                <a:gd name="csY173" fmla="*/ 63324 h 369338"/>
                <a:gd name="csX174" fmla="*/ 191417 w 305716"/>
                <a:gd name="csY174" fmla="*/ 67026 h 369338"/>
                <a:gd name="csX175" fmla="*/ 193279 w 305716"/>
                <a:gd name="csY175" fmla="*/ 68556 h 369338"/>
                <a:gd name="csX176" fmla="*/ 199557 w 305716"/>
                <a:gd name="csY176" fmla="*/ 74128 h 369338"/>
                <a:gd name="csX177" fmla="*/ 200506 w 305716"/>
                <a:gd name="csY177" fmla="*/ 75025 h 369338"/>
                <a:gd name="csX178" fmla="*/ 205627 w 305716"/>
                <a:gd name="csY178" fmla="*/ 80009 h 369338"/>
                <a:gd name="csX179" fmla="*/ 211905 w 305716"/>
                <a:gd name="csY179" fmla="*/ 86649 h 369338"/>
                <a:gd name="csX180" fmla="*/ 212008 w 305716"/>
                <a:gd name="csY180" fmla="*/ 86752 h 369338"/>
                <a:gd name="csX181" fmla="*/ 212026 w 305716"/>
                <a:gd name="csY181" fmla="*/ 86769 h 369338"/>
                <a:gd name="csX182" fmla="*/ 217355 w 305716"/>
                <a:gd name="csY182" fmla="*/ 92943 h 369338"/>
                <a:gd name="csX183" fmla="*/ 218976 w 305716"/>
                <a:gd name="csY183" fmla="*/ 94961 h 369338"/>
                <a:gd name="csX184" fmla="*/ 222287 w 305716"/>
                <a:gd name="csY184" fmla="*/ 99152 h 369338"/>
                <a:gd name="csX185" fmla="*/ 225150 w 305716"/>
                <a:gd name="csY185" fmla="*/ 102998 h 369338"/>
                <a:gd name="csX186" fmla="*/ 227650 w 305716"/>
                <a:gd name="csY186" fmla="*/ 106447 h 369338"/>
                <a:gd name="csX187" fmla="*/ 230341 w 305716"/>
                <a:gd name="csY187" fmla="*/ 110431 h 369338"/>
                <a:gd name="csX188" fmla="*/ 232514 w 305716"/>
                <a:gd name="csY188" fmla="*/ 113742 h 369338"/>
                <a:gd name="csX189" fmla="*/ 238550 w 305716"/>
                <a:gd name="csY189" fmla="*/ 123744 h 369338"/>
                <a:gd name="csX190" fmla="*/ 240602 w 305716"/>
                <a:gd name="csY190" fmla="*/ 127504 h 369338"/>
                <a:gd name="csX191" fmla="*/ 242723 w 305716"/>
                <a:gd name="csY191" fmla="*/ 131488 h 369338"/>
                <a:gd name="csX192" fmla="*/ 245500 w 305716"/>
                <a:gd name="csY192" fmla="*/ 137144 h 369338"/>
                <a:gd name="csX193" fmla="*/ 246397 w 305716"/>
                <a:gd name="csY193" fmla="*/ 139024 h 369338"/>
                <a:gd name="csX194" fmla="*/ 249691 w 305716"/>
                <a:gd name="csY194" fmla="*/ 146509 h 369338"/>
                <a:gd name="csX195" fmla="*/ 250501 w 305716"/>
                <a:gd name="csY195" fmla="*/ 148527 h 369338"/>
                <a:gd name="csX196" fmla="*/ 252709 w 305716"/>
                <a:gd name="csY196" fmla="*/ 154201 h 369338"/>
                <a:gd name="csX197" fmla="*/ 253657 w 305716"/>
                <a:gd name="csY197" fmla="*/ 156822 h 369338"/>
                <a:gd name="csX198" fmla="*/ 255554 w 305716"/>
                <a:gd name="csY198" fmla="*/ 162375 h 369338"/>
                <a:gd name="csX199" fmla="*/ 256348 w 305716"/>
                <a:gd name="csY199" fmla="*/ 164755 h 369338"/>
                <a:gd name="csX200" fmla="*/ 258521 w 305716"/>
                <a:gd name="csY200" fmla="*/ 172171 h 369338"/>
                <a:gd name="csX201" fmla="*/ 258710 w 305716"/>
                <a:gd name="csY201" fmla="*/ 172792 h 369338"/>
                <a:gd name="csX202" fmla="*/ 260728 w 305716"/>
                <a:gd name="csY202" fmla="*/ 180932 h 369338"/>
                <a:gd name="csX203" fmla="*/ 261297 w 305716"/>
                <a:gd name="csY203" fmla="*/ 183605 h 369338"/>
                <a:gd name="csX204" fmla="*/ 262435 w 305716"/>
                <a:gd name="csY204" fmla="*/ 189261 h 369338"/>
                <a:gd name="csX205" fmla="*/ 262987 w 305716"/>
                <a:gd name="csY205" fmla="*/ 192435 h 369338"/>
                <a:gd name="csX206" fmla="*/ 263832 w 305716"/>
                <a:gd name="csY206" fmla="*/ 197781 h 369338"/>
                <a:gd name="csX207" fmla="*/ 264281 w 305716"/>
                <a:gd name="csY207" fmla="*/ 200971 h 369338"/>
                <a:gd name="csX208" fmla="*/ 264901 w 305716"/>
                <a:gd name="csY208" fmla="*/ 206559 h 369338"/>
                <a:gd name="csX209" fmla="*/ 265195 w 305716"/>
                <a:gd name="csY209" fmla="*/ 209491 h 369338"/>
                <a:gd name="csX210" fmla="*/ 265678 w 305716"/>
                <a:gd name="csY210" fmla="*/ 216837 h 369338"/>
                <a:gd name="csX211" fmla="*/ 265747 w 305716"/>
                <a:gd name="csY211" fmla="*/ 217924 h 369338"/>
                <a:gd name="csX212" fmla="*/ 265936 w 305716"/>
                <a:gd name="csY212" fmla="*/ 226392 h 369338"/>
                <a:gd name="csX213" fmla="*/ 265902 w 305716"/>
                <a:gd name="csY213" fmla="*/ 228806 h 369338"/>
                <a:gd name="csX214" fmla="*/ 265763 w 305716"/>
                <a:gd name="csY214" fmla="*/ 234928 h 369338"/>
                <a:gd name="csX215" fmla="*/ 265609 w 305716"/>
                <a:gd name="csY215" fmla="*/ 237877 h 369338"/>
                <a:gd name="csX216" fmla="*/ 265195 w 305716"/>
                <a:gd name="csY216" fmla="*/ 243706 h 369338"/>
                <a:gd name="csX217" fmla="*/ 264953 w 305716"/>
                <a:gd name="csY217" fmla="*/ 246517 h 369338"/>
                <a:gd name="csX218" fmla="*/ 263970 w 305716"/>
                <a:gd name="csY218" fmla="*/ 254847 h 369338"/>
                <a:gd name="csX219" fmla="*/ 262539 w 305716"/>
                <a:gd name="csY219" fmla="*/ 263488 h 369338"/>
                <a:gd name="csX220" fmla="*/ 262039 w 305716"/>
                <a:gd name="csY220" fmla="*/ 265902 h 369338"/>
                <a:gd name="csX221" fmla="*/ 260780 w 305716"/>
                <a:gd name="csY221" fmla="*/ 271731 h 369338"/>
                <a:gd name="csX222" fmla="*/ 259952 w 305716"/>
                <a:gd name="csY222" fmla="*/ 275059 h 369338"/>
                <a:gd name="csX223" fmla="*/ 258641 w 305716"/>
                <a:gd name="csY223" fmla="*/ 279957 h 369338"/>
                <a:gd name="csX224" fmla="*/ 257589 w 305716"/>
                <a:gd name="csY224" fmla="*/ 283510 h 369338"/>
                <a:gd name="csX225" fmla="*/ 256158 w 305716"/>
                <a:gd name="csY225" fmla="*/ 287977 h 369338"/>
                <a:gd name="csX226" fmla="*/ 254778 w 305716"/>
                <a:gd name="csY226" fmla="*/ 291926 h 369338"/>
                <a:gd name="csX227" fmla="*/ 253278 w 305716"/>
                <a:gd name="csY227" fmla="*/ 295910 h 369338"/>
                <a:gd name="csX228" fmla="*/ 251415 w 305716"/>
                <a:gd name="csY228" fmla="*/ 300514 h 369338"/>
                <a:gd name="csX229" fmla="*/ 249880 w 305716"/>
                <a:gd name="csY229" fmla="*/ 304067 h 369338"/>
                <a:gd name="csX230" fmla="*/ 247311 w 305716"/>
                <a:gd name="csY230" fmla="*/ 309517 h 369338"/>
                <a:gd name="csX231" fmla="*/ 245655 w 305716"/>
                <a:gd name="csY231" fmla="*/ 312879 h 369338"/>
                <a:gd name="csX232" fmla="*/ 244775 w 305716"/>
                <a:gd name="csY232" fmla="*/ 314552 h 369338"/>
                <a:gd name="csX233" fmla="*/ 241654 w 305716"/>
                <a:gd name="csY233" fmla="*/ 320123 h 369338"/>
                <a:gd name="csX234" fmla="*/ 241033 w 305716"/>
                <a:gd name="csY234" fmla="*/ 321209 h 369338"/>
                <a:gd name="csX235" fmla="*/ 236825 w 305716"/>
                <a:gd name="csY235" fmla="*/ 327953 h 369338"/>
                <a:gd name="csX236" fmla="*/ 236791 w 305716"/>
                <a:gd name="csY236" fmla="*/ 328004 h 369338"/>
                <a:gd name="csX237" fmla="*/ 232289 w 305716"/>
                <a:gd name="csY237" fmla="*/ 334454 h 369338"/>
                <a:gd name="csX238" fmla="*/ 231324 w 305716"/>
                <a:gd name="csY238" fmla="*/ 335696 h 369338"/>
                <a:gd name="csX239" fmla="*/ 227737 w 305716"/>
                <a:gd name="csY239" fmla="*/ 340335 h 369338"/>
                <a:gd name="csX240" fmla="*/ 226236 w 305716"/>
                <a:gd name="csY240" fmla="*/ 342146 h 369338"/>
                <a:gd name="csX241" fmla="*/ 222718 w 305716"/>
                <a:gd name="csY241" fmla="*/ 346233 h 369338"/>
                <a:gd name="csX242" fmla="*/ 221338 w 305716"/>
                <a:gd name="csY242" fmla="*/ 347768 h 369338"/>
                <a:gd name="csX243" fmla="*/ 216337 w 305716"/>
                <a:gd name="csY243" fmla="*/ 352993 h 369338"/>
                <a:gd name="csX244" fmla="*/ 215596 w 305716"/>
                <a:gd name="csY244" fmla="*/ 353700 h 369338"/>
                <a:gd name="csX245" fmla="*/ 211060 w 305716"/>
                <a:gd name="csY245" fmla="*/ 357977 h 369338"/>
                <a:gd name="csX246" fmla="*/ 209353 w 305716"/>
                <a:gd name="csY246" fmla="*/ 359461 h 369338"/>
                <a:gd name="csX247" fmla="*/ 205369 w 305716"/>
                <a:gd name="csY247" fmla="*/ 362841 h 369338"/>
                <a:gd name="csX248" fmla="*/ 203696 w 305716"/>
                <a:gd name="csY248" fmla="*/ 364203 h 369338"/>
                <a:gd name="csX249" fmla="*/ 197987 w 305716"/>
                <a:gd name="csY249" fmla="*/ 368532 h 369338"/>
                <a:gd name="csX250" fmla="*/ 235928 w 305716"/>
                <a:gd name="csY250" fmla="*/ 341284 h 369338"/>
                <a:gd name="csX251" fmla="*/ 241637 w 305716"/>
                <a:gd name="csY251" fmla="*/ 336955 h 369338"/>
                <a:gd name="csX252" fmla="*/ 243310 w 305716"/>
                <a:gd name="csY252" fmla="*/ 335592 h 369338"/>
                <a:gd name="csX253" fmla="*/ 247293 w 305716"/>
                <a:gd name="csY253" fmla="*/ 332229 h 369338"/>
                <a:gd name="csX254" fmla="*/ 249001 w 305716"/>
                <a:gd name="csY254" fmla="*/ 330729 h 369338"/>
                <a:gd name="csX255" fmla="*/ 253536 w 305716"/>
                <a:gd name="csY255" fmla="*/ 326452 h 369338"/>
                <a:gd name="csX256" fmla="*/ 254278 w 305716"/>
                <a:gd name="csY256" fmla="*/ 325745 h 369338"/>
                <a:gd name="csX257" fmla="*/ 259279 w 305716"/>
                <a:gd name="csY257" fmla="*/ 320519 h 369338"/>
                <a:gd name="csX258" fmla="*/ 260659 w 305716"/>
                <a:gd name="csY258" fmla="*/ 318985 h 369338"/>
                <a:gd name="csX259" fmla="*/ 264177 w 305716"/>
                <a:gd name="csY259" fmla="*/ 314897 h 369338"/>
                <a:gd name="csX260" fmla="*/ 265678 w 305716"/>
                <a:gd name="csY260" fmla="*/ 313086 h 369338"/>
                <a:gd name="csX261" fmla="*/ 269282 w 305716"/>
                <a:gd name="csY261" fmla="*/ 308465 h 369338"/>
                <a:gd name="csX262" fmla="*/ 270230 w 305716"/>
                <a:gd name="csY262" fmla="*/ 307206 h 369338"/>
                <a:gd name="csX263" fmla="*/ 270506 w 305716"/>
                <a:gd name="csY263" fmla="*/ 306826 h 369338"/>
                <a:gd name="csX264" fmla="*/ 274732 w 305716"/>
                <a:gd name="csY264" fmla="*/ 300756 h 369338"/>
                <a:gd name="csX265" fmla="*/ 274766 w 305716"/>
                <a:gd name="csY265" fmla="*/ 300704 h 369338"/>
                <a:gd name="csX266" fmla="*/ 278732 w 305716"/>
                <a:gd name="csY266" fmla="*/ 294392 h 369338"/>
                <a:gd name="csX267" fmla="*/ 278974 w 305716"/>
                <a:gd name="csY267" fmla="*/ 293961 h 369338"/>
                <a:gd name="csX268" fmla="*/ 279595 w 305716"/>
                <a:gd name="csY268" fmla="*/ 292874 h 369338"/>
                <a:gd name="csX269" fmla="*/ 282716 w 305716"/>
                <a:gd name="csY269" fmla="*/ 287304 h 369338"/>
                <a:gd name="csX270" fmla="*/ 283596 w 305716"/>
                <a:gd name="csY270" fmla="*/ 285631 h 369338"/>
                <a:gd name="csX271" fmla="*/ 284234 w 305716"/>
                <a:gd name="csY271" fmla="*/ 284407 h 369338"/>
                <a:gd name="csX272" fmla="*/ 285251 w 305716"/>
                <a:gd name="csY272" fmla="*/ 282268 h 369338"/>
                <a:gd name="csX273" fmla="*/ 287821 w 305716"/>
                <a:gd name="csY273" fmla="*/ 276819 h 369338"/>
                <a:gd name="csX274" fmla="*/ 288511 w 305716"/>
                <a:gd name="csY274" fmla="*/ 275370 h 369338"/>
                <a:gd name="csX275" fmla="*/ 289356 w 305716"/>
                <a:gd name="csY275" fmla="*/ 273283 h 369338"/>
                <a:gd name="csX276" fmla="*/ 291218 w 305716"/>
                <a:gd name="csY276" fmla="*/ 268661 h 369338"/>
                <a:gd name="csX277" fmla="*/ 291995 w 305716"/>
                <a:gd name="csY277" fmla="*/ 266781 h 369338"/>
                <a:gd name="csX278" fmla="*/ 292719 w 305716"/>
                <a:gd name="csY278" fmla="*/ 264677 h 369338"/>
                <a:gd name="csX279" fmla="*/ 294099 w 305716"/>
                <a:gd name="csY279" fmla="*/ 260728 h 369338"/>
                <a:gd name="csX280" fmla="*/ 294806 w 305716"/>
                <a:gd name="csY280" fmla="*/ 258693 h 369338"/>
                <a:gd name="csX281" fmla="*/ 295530 w 305716"/>
                <a:gd name="csY281" fmla="*/ 256261 h 369338"/>
                <a:gd name="csX282" fmla="*/ 296582 w 305716"/>
                <a:gd name="csY282" fmla="*/ 252709 h 369338"/>
                <a:gd name="csX283" fmla="*/ 297117 w 305716"/>
                <a:gd name="csY283" fmla="*/ 250898 h 369338"/>
                <a:gd name="csX284" fmla="*/ 297893 w 305716"/>
                <a:gd name="csY284" fmla="*/ 247811 h 369338"/>
                <a:gd name="csX285" fmla="*/ 298720 w 305716"/>
                <a:gd name="csY285" fmla="*/ 244483 h 369338"/>
                <a:gd name="csX286" fmla="*/ 299048 w 305716"/>
                <a:gd name="csY286" fmla="*/ 243155 h 369338"/>
                <a:gd name="csX287" fmla="*/ 299979 w 305716"/>
                <a:gd name="csY287" fmla="*/ 238653 h 369338"/>
                <a:gd name="csX288" fmla="*/ 300480 w 305716"/>
                <a:gd name="csY288" fmla="*/ 236239 h 369338"/>
                <a:gd name="csX289" fmla="*/ 300600 w 305716"/>
                <a:gd name="csY289" fmla="*/ 235653 h 369338"/>
                <a:gd name="csX290" fmla="*/ 301842 w 305716"/>
                <a:gd name="csY290" fmla="*/ 228065 h 369338"/>
                <a:gd name="csX291" fmla="*/ 301911 w 305716"/>
                <a:gd name="csY291" fmla="*/ 227599 h 369338"/>
                <a:gd name="csX292" fmla="*/ 302773 w 305716"/>
                <a:gd name="csY292" fmla="*/ 220597 h 369338"/>
                <a:gd name="csX293" fmla="*/ 302894 w 305716"/>
                <a:gd name="csY293" fmla="*/ 219269 h 369338"/>
                <a:gd name="csX294" fmla="*/ 303135 w 305716"/>
                <a:gd name="csY294" fmla="*/ 216458 h 369338"/>
                <a:gd name="csX295" fmla="*/ 303429 w 305716"/>
                <a:gd name="csY295" fmla="*/ 213147 h 369338"/>
                <a:gd name="csX296" fmla="*/ 303549 w 305716"/>
                <a:gd name="csY296" fmla="*/ 210629 h 369338"/>
                <a:gd name="csX297" fmla="*/ 303704 w 305716"/>
                <a:gd name="csY297" fmla="*/ 207680 h 369338"/>
                <a:gd name="csX298" fmla="*/ 303791 w 305716"/>
                <a:gd name="csY298" fmla="*/ 205731 h 369338"/>
                <a:gd name="csX299" fmla="*/ 303842 w 305716"/>
                <a:gd name="csY299" fmla="*/ 201558 h 369338"/>
                <a:gd name="csX300" fmla="*/ 303877 w 305716"/>
                <a:gd name="csY300" fmla="*/ 199143 h 369338"/>
                <a:gd name="csX301" fmla="*/ 303894 w 305716"/>
                <a:gd name="csY301" fmla="*/ 198350 h 369338"/>
                <a:gd name="csX302" fmla="*/ 303704 w 305716"/>
                <a:gd name="csY302" fmla="*/ 190831 h 369338"/>
                <a:gd name="csX303" fmla="*/ 303687 w 305716"/>
                <a:gd name="csY303" fmla="*/ 190675 h 369338"/>
                <a:gd name="csX304" fmla="*/ 303618 w 305716"/>
                <a:gd name="csY304" fmla="*/ 189589 h 369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Lst>
              <a:rect l="l" t="t" r="r" b="b"/>
              <a:pathLst>
                <a:path w="305716" h="369338">
                  <a:moveTo>
                    <a:pt x="303618" y="189589"/>
                  </a:moveTo>
                  <a:cubicBezTo>
                    <a:pt x="303515" y="187520"/>
                    <a:pt x="303411" y="185433"/>
                    <a:pt x="303239" y="183346"/>
                  </a:cubicBezTo>
                  <a:cubicBezTo>
                    <a:pt x="303205" y="182984"/>
                    <a:pt x="303170" y="182622"/>
                    <a:pt x="303135" y="182242"/>
                  </a:cubicBezTo>
                  <a:cubicBezTo>
                    <a:pt x="303049" y="181259"/>
                    <a:pt x="302946" y="180276"/>
                    <a:pt x="302842" y="179293"/>
                  </a:cubicBezTo>
                  <a:cubicBezTo>
                    <a:pt x="302722" y="178103"/>
                    <a:pt x="302618" y="176896"/>
                    <a:pt x="302480" y="175706"/>
                  </a:cubicBezTo>
                  <a:cubicBezTo>
                    <a:pt x="302411" y="175051"/>
                    <a:pt x="302290" y="174378"/>
                    <a:pt x="302221" y="173723"/>
                  </a:cubicBezTo>
                  <a:cubicBezTo>
                    <a:pt x="302083" y="172654"/>
                    <a:pt x="301928" y="171602"/>
                    <a:pt x="301773" y="170550"/>
                  </a:cubicBezTo>
                  <a:cubicBezTo>
                    <a:pt x="301669" y="169722"/>
                    <a:pt x="301566" y="168911"/>
                    <a:pt x="301445" y="168101"/>
                  </a:cubicBezTo>
                  <a:cubicBezTo>
                    <a:pt x="301290" y="167118"/>
                    <a:pt x="301101" y="166152"/>
                    <a:pt x="300928" y="165186"/>
                  </a:cubicBezTo>
                  <a:cubicBezTo>
                    <a:pt x="300755" y="164117"/>
                    <a:pt x="300583" y="163065"/>
                    <a:pt x="300376" y="162030"/>
                  </a:cubicBezTo>
                  <a:cubicBezTo>
                    <a:pt x="300290" y="161496"/>
                    <a:pt x="300204" y="160978"/>
                    <a:pt x="300117" y="160461"/>
                  </a:cubicBezTo>
                  <a:cubicBezTo>
                    <a:pt x="299841" y="159081"/>
                    <a:pt x="299531" y="157719"/>
                    <a:pt x="299238" y="156356"/>
                  </a:cubicBezTo>
                  <a:cubicBezTo>
                    <a:pt x="299048" y="155460"/>
                    <a:pt x="298876" y="154563"/>
                    <a:pt x="298669" y="153683"/>
                  </a:cubicBezTo>
                  <a:cubicBezTo>
                    <a:pt x="298600" y="153442"/>
                    <a:pt x="298565" y="153183"/>
                    <a:pt x="298496" y="152942"/>
                  </a:cubicBezTo>
                  <a:cubicBezTo>
                    <a:pt x="297944" y="150493"/>
                    <a:pt x="297323" y="148061"/>
                    <a:pt x="296668" y="145629"/>
                  </a:cubicBezTo>
                  <a:cubicBezTo>
                    <a:pt x="296668" y="145612"/>
                    <a:pt x="296651" y="145578"/>
                    <a:pt x="296651" y="145543"/>
                  </a:cubicBezTo>
                  <a:cubicBezTo>
                    <a:pt x="296582" y="145336"/>
                    <a:pt x="296513" y="145112"/>
                    <a:pt x="296461" y="144888"/>
                  </a:cubicBezTo>
                  <a:cubicBezTo>
                    <a:pt x="295875" y="142749"/>
                    <a:pt x="295254" y="140628"/>
                    <a:pt x="294616" y="138507"/>
                  </a:cubicBezTo>
                  <a:cubicBezTo>
                    <a:pt x="294513" y="138179"/>
                    <a:pt x="294392" y="137851"/>
                    <a:pt x="294288" y="137507"/>
                  </a:cubicBezTo>
                  <a:cubicBezTo>
                    <a:pt x="294030" y="136713"/>
                    <a:pt x="293754" y="135920"/>
                    <a:pt x="293495" y="135127"/>
                  </a:cubicBezTo>
                  <a:cubicBezTo>
                    <a:pt x="293133" y="133988"/>
                    <a:pt x="292771" y="132850"/>
                    <a:pt x="292391" y="131712"/>
                  </a:cubicBezTo>
                  <a:cubicBezTo>
                    <a:pt x="292132" y="131005"/>
                    <a:pt x="291857" y="130280"/>
                    <a:pt x="291615" y="129574"/>
                  </a:cubicBezTo>
                  <a:cubicBezTo>
                    <a:pt x="291287" y="128694"/>
                    <a:pt x="290977" y="127832"/>
                    <a:pt x="290650" y="126952"/>
                  </a:cubicBezTo>
                  <a:cubicBezTo>
                    <a:pt x="290425" y="126314"/>
                    <a:pt x="290201" y="125676"/>
                    <a:pt x="289959" y="125038"/>
                  </a:cubicBezTo>
                  <a:cubicBezTo>
                    <a:pt x="289477" y="123779"/>
                    <a:pt x="288959" y="122537"/>
                    <a:pt x="288442" y="121278"/>
                  </a:cubicBezTo>
                  <a:cubicBezTo>
                    <a:pt x="288166" y="120606"/>
                    <a:pt x="287907" y="119933"/>
                    <a:pt x="287632" y="119261"/>
                  </a:cubicBezTo>
                  <a:cubicBezTo>
                    <a:pt x="287545" y="119036"/>
                    <a:pt x="287442" y="118795"/>
                    <a:pt x="287355" y="118553"/>
                  </a:cubicBezTo>
                  <a:cubicBezTo>
                    <a:pt x="286424" y="116363"/>
                    <a:pt x="285476" y="114190"/>
                    <a:pt x="284475" y="112034"/>
                  </a:cubicBezTo>
                  <a:cubicBezTo>
                    <a:pt x="284441" y="111948"/>
                    <a:pt x="284389" y="111862"/>
                    <a:pt x="284337" y="111776"/>
                  </a:cubicBezTo>
                  <a:cubicBezTo>
                    <a:pt x="284061" y="111155"/>
                    <a:pt x="283751" y="110551"/>
                    <a:pt x="283458" y="109930"/>
                  </a:cubicBezTo>
                  <a:cubicBezTo>
                    <a:pt x="282664" y="108275"/>
                    <a:pt x="281889" y="106619"/>
                    <a:pt x="281061" y="104998"/>
                  </a:cubicBezTo>
                  <a:cubicBezTo>
                    <a:pt x="280940" y="104739"/>
                    <a:pt x="280785" y="104481"/>
                    <a:pt x="280664" y="104222"/>
                  </a:cubicBezTo>
                  <a:cubicBezTo>
                    <a:pt x="279974" y="102894"/>
                    <a:pt x="279250" y="101583"/>
                    <a:pt x="278543" y="100256"/>
                  </a:cubicBezTo>
                  <a:cubicBezTo>
                    <a:pt x="277974" y="99186"/>
                    <a:pt x="277422" y="98117"/>
                    <a:pt x="276836" y="97065"/>
                  </a:cubicBezTo>
                  <a:cubicBezTo>
                    <a:pt x="276732" y="96875"/>
                    <a:pt x="276611" y="96686"/>
                    <a:pt x="276491" y="96496"/>
                  </a:cubicBezTo>
                  <a:cubicBezTo>
                    <a:pt x="274576" y="93099"/>
                    <a:pt x="272559" y="89770"/>
                    <a:pt x="270455" y="86493"/>
                  </a:cubicBezTo>
                  <a:cubicBezTo>
                    <a:pt x="270282" y="86217"/>
                    <a:pt x="270127" y="85907"/>
                    <a:pt x="269955" y="85631"/>
                  </a:cubicBezTo>
                  <a:cubicBezTo>
                    <a:pt x="269420" y="84803"/>
                    <a:pt x="268833" y="84010"/>
                    <a:pt x="268282" y="83199"/>
                  </a:cubicBezTo>
                  <a:cubicBezTo>
                    <a:pt x="267402" y="81854"/>
                    <a:pt x="266505" y="80509"/>
                    <a:pt x="265591" y="79198"/>
                  </a:cubicBezTo>
                  <a:cubicBezTo>
                    <a:pt x="264764" y="78043"/>
                    <a:pt x="263936" y="76887"/>
                    <a:pt x="263091" y="75749"/>
                  </a:cubicBezTo>
                  <a:cubicBezTo>
                    <a:pt x="262142" y="74456"/>
                    <a:pt x="261193" y="73180"/>
                    <a:pt x="260228" y="71907"/>
                  </a:cubicBezTo>
                  <a:cubicBezTo>
                    <a:pt x="259917" y="71491"/>
                    <a:pt x="259607" y="71057"/>
                    <a:pt x="259279" y="70643"/>
                  </a:cubicBezTo>
                  <a:cubicBezTo>
                    <a:pt x="258521" y="69649"/>
                    <a:pt x="257710" y="68685"/>
                    <a:pt x="256917" y="67709"/>
                  </a:cubicBezTo>
                  <a:cubicBezTo>
                    <a:pt x="256365" y="67038"/>
                    <a:pt x="255847" y="66361"/>
                    <a:pt x="255296" y="65698"/>
                  </a:cubicBezTo>
                  <a:cubicBezTo>
                    <a:pt x="253554" y="63618"/>
                    <a:pt x="251795" y="61568"/>
                    <a:pt x="250001" y="59564"/>
                  </a:cubicBezTo>
                  <a:cubicBezTo>
                    <a:pt x="249984" y="59545"/>
                    <a:pt x="249966" y="59526"/>
                    <a:pt x="249949" y="59509"/>
                  </a:cubicBezTo>
                  <a:lnTo>
                    <a:pt x="249949" y="59505"/>
                  </a:lnTo>
                  <a:cubicBezTo>
                    <a:pt x="249932" y="59488"/>
                    <a:pt x="249915" y="59473"/>
                    <a:pt x="249898" y="59457"/>
                  </a:cubicBezTo>
                  <a:cubicBezTo>
                    <a:pt x="247845" y="57172"/>
                    <a:pt x="245724" y="54942"/>
                    <a:pt x="243568" y="52760"/>
                  </a:cubicBezTo>
                  <a:cubicBezTo>
                    <a:pt x="243465" y="52664"/>
                    <a:pt x="243379" y="52560"/>
                    <a:pt x="243292" y="52464"/>
                  </a:cubicBezTo>
                  <a:cubicBezTo>
                    <a:pt x="241706" y="50879"/>
                    <a:pt x="240102" y="49339"/>
                    <a:pt x="238464" y="47809"/>
                  </a:cubicBezTo>
                  <a:cubicBezTo>
                    <a:pt x="238136" y="47502"/>
                    <a:pt x="237826" y="47178"/>
                    <a:pt x="237498" y="46873"/>
                  </a:cubicBezTo>
                  <a:cubicBezTo>
                    <a:pt x="237480" y="46855"/>
                    <a:pt x="237463" y="46837"/>
                    <a:pt x="237446" y="46818"/>
                  </a:cubicBezTo>
                  <a:cubicBezTo>
                    <a:pt x="235497" y="45022"/>
                    <a:pt x="233531" y="43268"/>
                    <a:pt x="231531" y="41556"/>
                  </a:cubicBezTo>
                  <a:cubicBezTo>
                    <a:pt x="231427" y="41471"/>
                    <a:pt x="231324" y="41392"/>
                    <a:pt x="231220" y="41308"/>
                  </a:cubicBezTo>
                  <a:cubicBezTo>
                    <a:pt x="230617" y="40787"/>
                    <a:pt x="229979" y="40293"/>
                    <a:pt x="229358" y="39780"/>
                  </a:cubicBezTo>
                  <a:cubicBezTo>
                    <a:pt x="228082" y="38724"/>
                    <a:pt x="226823" y="37657"/>
                    <a:pt x="225529" y="36636"/>
                  </a:cubicBezTo>
                  <a:cubicBezTo>
                    <a:pt x="225288" y="36444"/>
                    <a:pt x="225029" y="36267"/>
                    <a:pt x="224788" y="36075"/>
                  </a:cubicBezTo>
                  <a:cubicBezTo>
                    <a:pt x="223908" y="35391"/>
                    <a:pt x="222994" y="34735"/>
                    <a:pt x="222114" y="34066"/>
                  </a:cubicBezTo>
                  <a:cubicBezTo>
                    <a:pt x="221131" y="33326"/>
                    <a:pt x="220149" y="32564"/>
                    <a:pt x="219148" y="31845"/>
                  </a:cubicBezTo>
                  <a:cubicBezTo>
                    <a:pt x="218786" y="31577"/>
                    <a:pt x="218407" y="31334"/>
                    <a:pt x="218027" y="31070"/>
                  </a:cubicBezTo>
                  <a:cubicBezTo>
                    <a:pt x="217061" y="30381"/>
                    <a:pt x="216061" y="29713"/>
                    <a:pt x="215078" y="29042"/>
                  </a:cubicBezTo>
                  <a:cubicBezTo>
                    <a:pt x="214233" y="28464"/>
                    <a:pt x="213388" y="27861"/>
                    <a:pt x="212543" y="27297"/>
                  </a:cubicBezTo>
                  <a:cubicBezTo>
                    <a:pt x="212043" y="26980"/>
                    <a:pt x="211543" y="26690"/>
                    <a:pt x="211060" y="26376"/>
                  </a:cubicBezTo>
                  <a:cubicBezTo>
                    <a:pt x="209991" y="25690"/>
                    <a:pt x="208904" y="25024"/>
                    <a:pt x="207835" y="24362"/>
                  </a:cubicBezTo>
                  <a:cubicBezTo>
                    <a:pt x="207076" y="23900"/>
                    <a:pt x="206352" y="23411"/>
                    <a:pt x="205593" y="22961"/>
                  </a:cubicBezTo>
                  <a:cubicBezTo>
                    <a:pt x="204989" y="22610"/>
                    <a:pt x="204386" y="22292"/>
                    <a:pt x="203782" y="21947"/>
                  </a:cubicBezTo>
                  <a:cubicBezTo>
                    <a:pt x="202696" y="21320"/>
                    <a:pt x="201592" y="20704"/>
                    <a:pt x="200488" y="20099"/>
                  </a:cubicBezTo>
                  <a:cubicBezTo>
                    <a:pt x="199833" y="19729"/>
                    <a:pt x="199178" y="19335"/>
                    <a:pt x="198505" y="18976"/>
                  </a:cubicBezTo>
                  <a:cubicBezTo>
                    <a:pt x="197763" y="18588"/>
                    <a:pt x="197022" y="18241"/>
                    <a:pt x="196297" y="17864"/>
                  </a:cubicBezTo>
                  <a:cubicBezTo>
                    <a:pt x="195211" y="17306"/>
                    <a:pt x="194124" y="16755"/>
                    <a:pt x="193021" y="16220"/>
                  </a:cubicBezTo>
                  <a:cubicBezTo>
                    <a:pt x="192469" y="15944"/>
                    <a:pt x="191917" y="15642"/>
                    <a:pt x="191348" y="15373"/>
                  </a:cubicBezTo>
                  <a:cubicBezTo>
                    <a:pt x="190434" y="14935"/>
                    <a:pt x="189485" y="14542"/>
                    <a:pt x="188554" y="14121"/>
                  </a:cubicBezTo>
                  <a:cubicBezTo>
                    <a:pt x="187537" y="13656"/>
                    <a:pt x="186519" y="13186"/>
                    <a:pt x="185484" y="12741"/>
                  </a:cubicBezTo>
                  <a:cubicBezTo>
                    <a:pt x="185070" y="12562"/>
                    <a:pt x="184656" y="12362"/>
                    <a:pt x="184243" y="12186"/>
                  </a:cubicBezTo>
                  <a:cubicBezTo>
                    <a:pt x="182984" y="11658"/>
                    <a:pt x="181708" y="11182"/>
                    <a:pt x="180431" y="10682"/>
                  </a:cubicBezTo>
                  <a:cubicBezTo>
                    <a:pt x="179569" y="10339"/>
                    <a:pt x="178707" y="9977"/>
                    <a:pt x="177827" y="9649"/>
                  </a:cubicBezTo>
                  <a:cubicBezTo>
                    <a:pt x="177603" y="9565"/>
                    <a:pt x="177379" y="9466"/>
                    <a:pt x="177155" y="9384"/>
                  </a:cubicBezTo>
                  <a:cubicBezTo>
                    <a:pt x="174844" y="8532"/>
                    <a:pt x="172533" y="7730"/>
                    <a:pt x="170187" y="6976"/>
                  </a:cubicBezTo>
                  <a:cubicBezTo>
                    <a:pt x="170170" y="6969"/>
                    <a:pt x="170136" y="6964"/>
                    <a:pt x="170118" y="6959"/>
                  </a:cubicBezTo>
                  <a:cubicBezTo>
                    <a:pt x="169946" y="6904"/>
                    <a:pt x="169773" y="6859"/>
                    <a:pt x="169601" y="6804"/>
                  </a:cubicBezTo>
                  <a:cubicBezTo>
                    <a:pt x="167480" y="6131"/>
                    <a:pt x="165358" y="5488"/>
                    <a:pt x="163203" y="4898"/>
                  </a:cubicBezTo>
                  <a:cubicBezTo>
                    <a:pt x="162651" y="4750"/>
                    <a:pt x="162116" y="4605"/>
                    <a:pt x="161564" y="4462"/>
                  </a:cubicBezTo>
                  <a:cubicBezTo>
                    <a:pt x="159805" y="3998"/>
                    <a:pt x="158046" y="3565"/>
                    <a:pt x="156287" y="3163"/>
                  </a:cubicBezTo>
                  <a:cubicBezTo>
                    <a:pt x="155615" y="3010"/>
                    <a:pt x="154942" y="2894"/>
                    <a:pt x="154269" y="2751"/>
                  </a:cubicBezTo>
                  <a:cubicBezTo>
                    <a:pt x="153355" y="2554"/>
                    <a:pt x="152459" y="2368"/>
                    <a:pt x="151545" y="2189"/>
                  </a:cubicBezTo>
                  <a:cubicBezTo>
                    <a:pt x="150837" y="2051"/>
                    <a:pt x="150130" y="1884"/>
                    <a:pt x="149423" y="1754"/>
                  </a:cubicBezTo>
                  <a:cubicBezTo>
                    <a:pt x="148302" y="1547"/>
                    <a:pt x="147181" y="1392"/>
                    <a:pt x="146043" y="1209"/>
                  </a:cubicBezTo>
                  <a:cubicBezTo>
                    <a:pt x="145233" y="1080"/>
                    <a:pt x="144422" y="937"/>
                    <a:pt x="143612" y="819"/>
                  </a:cubicBezTo>
                  <a:cubicBezTo>
                    <a:pt x="143284" y="771"/>
                    <a:pt x="142956" y="704"/>
                    <a:pt x="142611" y="659"/>
                  </a:cubicBezTo>
                  <a:cubicBezTo>
                    <a:pt x="140352" y="345"/>
                    <a:pt x="138110" y="85"/>
                    <a:pt x="135868" y="-127"/>
                  </a:cubicBezTo>
                  <a:cubicBezTo>
                    <a:pt x="135851" y="-129"/>
                    <a:pt x="135834" y="-131"/>
                    <a:pt x="135834" y="-133"/>
                  </a:cubicBezTo>
                  <a:cubicBezTo>
                    <a:pt x="133540" y="-348"/>
                    <a:pt x="131246" y="-512"/>
                    <a:pt x="128970" y="-624"/>
                  </a:cubicBezTo>
                  <a:cubicBezTo>
                    <a:pt x="128677" y="-638"/>
                    <a:pt x="128383" y="-634"/>
                    <a:pt x="128090" y="-648"/>
                  </a:cubicBezTo>
                  <a:cubicBezTo>
                    <a:pt x="127262" y="-683"/>
                    <a:pt x="126435" y="-691"/>
                    <a:pt x="125624" y="-714"/>
                  </a:cubicBezTo>
                  <a:cubicBezTo>
                    <a:pt x="124451" y="-745"/>
                    <a:pt x="123279" y="-802"/>
                    <a:pt x="122106" y="-807"/>
                  </a:cubicBezTo>
                  <a:cubicBezTo>
                    <a:pt x="121537" y="-809"/>
                    <a:pt x="120950" y="-776"/>
                    <a:pt x="120381" y="-772"/>
                  </a:cubicBezTo>
                  <a:cubicBezTo>
                    <a:pt x="119364" y="-764"/>
                    <a:pt x="118346" y="-740"/>
                    <a:pt x="117329" y="-712"/>
                  </a:cubicBezTo>
                  <a:cubicBezTo>
                    <a:pt x="116553" y="-690"/>
                    <a:pt x="115759" y="-698"/>
                    <a:pt x="114983" y="-665"/>
                  </a:cubicBezTo>
                  <a:cubicBezTo>
                    <a:pt x="114173" y="-629"/>
                    <a:pt x="113362" y="-548"/>
                    <a:pt x="112552" y="-498"/>
                  </a:cubicBezTo>
                  <a:cubicBezTo>
                    <a:pt x="111517" y="-438"/>
                    <a:pt x="110499" y="-374"/>
                    <a:pt x="109482" y="-291"/>
                  </a:cubicBezTo>
                  <a:cubicBezTo>
                    <a:pt x="108947" y="-248"/>
                    <a:pt x="108413" y="-231"/>
                    <a:pt x="107878" y="-181"/>
                  </a:cubicBezTo>
                  <a:cubicBezTo>
                    <a:pt x="106912" y="-93"/>
                    <a:pt x="105964" y="50"/>
                    <a:pt x="105015" y="157"/>
                  </a:cubicBezTo>
                  <a:cubicBezTo>
                    <a:pt x="103825" y="290"/>
                    <a:pt x="102653" y="418"/>
                    <a:pt x="101463" y="580"/>
                  </a:cubicBezTo>
                  <a:cubicBezTo>
                    <a:pt x="101049" y="637"/>
                    <a:pt x="100635" y="668"/>
                    <a:pt x="100221" y="728"/>
                  </a:cubicBezTo>
                  <a:cubicBezTo>
                    <a:pt x="99238" y="869"/>
                    <a:pt x="98272" y="1071"/>
                    <a:pt x="97306" y="1233"/>
                  </a:cubicBezTo>
                  <a:cubicBezTo>
                    <a:pt x="96030" y="1445"/>
                    <a:pt x="94754" y="1649"/>
                    <a:pt x="93495" y="1892"/>
                  </a:cubicBezTo>
                  <a:cubicBezTo>
                    <a:pt x="93133" y="1965"/>
                    <a:pt x="92754" y="2013"/>
                    <a:pt x="92374" y="2087"/>
                  </a:cubicBezTo>
                  <a:cubicBezTo>
                    <a:pt x="91512" y="2261"/>
                    <a:pt x="90667" y="2494"/>
                    <a:pt x="89822" y="2684"/>
                  </a:cubicBezTo>
                  <a:cubicBezTo>
                    <a:pt x="88304" y="3017"/>
                    <a:pt x="86786" y="3355"/>
                    <a:pt x="85303" y="3734"/>
                  </a:cubicBezTo>
                  <a:cubicBezTo>
                    <a:pt x="84872" y="3841"/>
                    <a:pt x="84458" y="3919"/>
                    <a:pt x="84027" y="4029"/>
                  </a:cubicBezTo>
                  <a:cubicBezTo>
                    <a:pt x="82372" y="4467"/>
                    <a:pt x="80716" y="4939"/>
                    <a:pt x="79078" y="5434"/>
                  </a:cubicBezTo>
                  <a:cubicBezTo>
                    <a:pt x="78871" y="5498"/>
                    <a:pt x="78664" y="5571"/>
                    <a:pt x="78457" y="5636"/>
                  </a:cubicBezTo>
                  <a:cubicBezTo>
                    <a:pt x="77215" y="6019"/>
                    <a:pt x="75956" y="6407"/>
                    <a:pt x="74732" y="6823"/>
                  </a:cubicBezTo>
                  <a:cubicBezTo>
                    <a:pt x="73938" y="7088"/>
                    <a:pt x="73162" y="7383"/>
                    <a:pt x="72386" y="7663"/>
                  </a:cubicBezTo>
                  <a:cubicBezTo>
                    <a:pt x="71800" y="7871"/>
                    <a:pt x="71213" y="8077"/>
                    <a:pt x="70627" y="8294"/>
                  </a:cubicBezTo>
                  <a:cubicBezTo>
                    <a:pt x="68489" y="9089"/>
                    <a:pt x="66367" y="9915"/>
                    <a:pt x="64263" y="10807"/>
                  </a:cubicBezTo>
                  <a:cubicBezTo>
                    <a:pt x="64194" y="10836"/>
                    <a:pt x="64125" y="10869"/>
                    <a:pt x="64074" y="10896"/>
                  </a:cubicBezTo>
                  <a:cubicBezTo>
                    <a:pt x="63504" y="11141"/>
                    <a:pt x="62935" y="11417"/>
                    <a:pt x="62366" y="11667"/>
                  </a:cubicBezTo>
                  <a:cubicBezTo>
                    <a:pt x="60625" y="12441"/>
                    <a:pt x="58883" y="13231"/>
                    <a:pt x="57158" y="14073"/>
                  </a:cubicBezTo>
                  <a:cubicBezTo>
                    <a:pt x="56330" y="14483"/>
                    <a:pt x="55502" y="14928"/>
                    <a:pt x="54675" y="15356"/>
                  </a:cubicBezTo>
                  <a:cubicBezTo>
                    <a:pt x="53571" y="15923"/>
                    <a:pt x="52467" y="16463"/>
                    <a:pt x="51381" y="17058"/>
                  </a:cubicBezTo>
                  <a:cubicBezTo>
                    <a:pt x="51105" y="17208"/>
                    <a:pt x="50846" y="17384"/>
                    <a:pt x="50570" y="17536"/>
                  </a:cubicBezTo>
                  <a:cubicBezTo>
                    <a:pt x="48897" y="18465"/>
                    <a:pt x="47242" y="19452"/>
                    <a:pt x="45603" y="20447"/>
                  </a:cubicBezTo>
                  <a:cubicBezTo>
                    <a:pt x="44810" y="20932"/>
                    <a:pt x="44000" y="21390"/>
                    <a:pt x="43206" y="21890"/>
                  </a:cubicBezTo>
                  <a:cubicBezTo>
                    <a:pt x="40809" y="23415"/>
                    <a:pt x="38446" y="25000"/>
                    <a:pt x="36118" y="26666"/>
                  </a:cubicBezTo>
                  <a:lnTo>
                    <a:pt x="-1823" y="53913"/>
                  </a:lnTo>
                  <a:cubicBezTo>
                    <a:pt x="488" y="52247"/>
                    <a:pt x="2868" y="50662"/>
                    <a:pt x="5265" y="49137"/>
                  </a:cubicBezTo>
                  <a:cubicBezTo>
                    <a:pt x="6059" y="48637"/>
                    <a:pt x="6869" y="48180"/>
                    <a:pt x="7662" y="47695"/>
                  </a:cubicBezTo>
                  <a:cubicBezTo>
                    <a:pt x="9301" y="46699"/>
                    <a:pt x="10956" y="45712"/>
                    <a:pt x="12629" y="44783"/>
                  </a:cubicBezTo>
                  <a:cubicBezTo>
                    <a:pt x="13975" y="44029"/>
                    <a:pt x="15354" y="43315"/>
                    <a:pt x="16734" y="42606"/>
                  </a:cubicBezTo>
                  <a:cubicBezTo>
                    <a:pt x="17562" y="42178"/>
                    <a:pt x="18389" y="41732"/>
                    <a:pt x="19217" y="41320"/>
                  </a:cubicBezTo>
                  <a:cubicBezTo>
                    <a:pt x="20942" y="40478"/>
                    <a:pt x="22684" y="39690"/>
                    <a:pt x="24425" y="38915"/>
                  </a:cubicBezTo>
                  <a:cubicBezTo>
                    <a:pt x="24995" y="38664"/>
                    <a:pt x="25564" y="38388"/>
                    <a:pt x="26133" y="38143"/>
                  </a:cubicBezTo>
                  <a:cubicBezTo>
                    <a:pt x="28289" y="37220"/>
                    <a:pt x="30479" y="36361"/>
                    <a:pt x="32686" y="35544"/>
                  </a:cubicBezTo>
                  <a:cubicBezTo>
                    <a:pt x="33273" y="35325"/>
                    <a:pt x="33859" y="35118"/>
                    <a:pt x="34445" y="34908"/>
                  </a:cubicBezTo>
                  <a:cubicBezTo>
                    <a:pt x="36463" y="34194"/>
                    <a:pt x="38464" y="33511"/>
                    <a:pt x="40516" y="32883"/>
                  </a:cubicBezTo>
                  <a:cubicBezTo>
                    <a:pt x="40723" y="32819"/>
                    <a:pt x="40930" y="32747"/>
                    <a:pt x="41137" y="32683"/>
                  </a:cubicBezTo>
                  <a:cubicBezTo>
                    <a:pt x="43189" y="32062"/>
                    <a:pt x="45276" y="31512"/>
                    <a:pt x="47362" y="30981"/>
                  </a:cubicBezTo>
                  <a:cubicBezTo>
                    <a:pt x="48863" y="30601"/>
                    <a:pt x="50363" y="30263"/>
                    <a:pt x="51881" y="29930"/>
                  </a:cubicBezTo>
                  <a:cubicBezTo>
                    <a:pt x="53105" y="29660"/>
                    <a:pt x="54330" y="29380"/>
                    <a:pt x="55554" y="29141"/>
                  </a:cubicBezTo>
                  <a:cubicBezTo>
                    <a:pt x="56813" y="28896"/>
                    <a:pt x="58089" y="28692"/>
                    <a:pt x="59365" y="28482"/>
                  </a:cubicBezTo>
                  <a:cubicBezTo>
                    <a:pt x="60745" y="28251"/>
                    <a:pt x="62125" y="28018"/>
                    <a:pt x="63539" y="27826"/>
                  </a:cubicBezTo>
                  <a:cubicBezTo>
                    <a:pt x="64695" y="27666"/>
                    <a:pt x="65884" y="27538"/>
                    <a:pt x="67057" y="27406"/>
                  </a:cubicBezTo>
                  <a:cubicBezTo>
                    <a:pt x="68558" y="27238"/>
                    <a:pt x="70058" y="27078"/>
                    <a:pt x="71558" y="26955"/>
                  </a:cubicBezTo>
                  <a:cubicBezTo>
                    <a:pt x="72559" y="26874"/>
                    <a:pt x="73576" y="26811"/>
                    <a:pt x="74594" y="26749"/>
                  </a:cubicBezTo>
                  <a:cubicBezTo>
                    <a:pt x="76197" y="26654"/>
                    <a:pt x="77784" y="26581"/>
                    <a:pt x="79388" y="26536"/>
                  </a:cubicBezTo>
                  <a:cubicBezTo>
                    <a:pt x="80405" y="26507"/>
                    <a:pt x="81423" y="26483"/>
                    <a:pt x="82440" y="26476"/>
                  </a:cubicBezTo>
                  <a:cubicBezTo>
                    <a:pt x="84182" y="26462"/>
                    <a:pt x="85924" y="26486"/>
                    <a:pt x="87666" y="26535"/>
                  </a:cubicBezTo>
                  <a:cubicBezTo>
                    <a:pt x="88494" y="26557"/>
                    <a:pt x="89321" y="26564"/>
                    <a:pt x="90149" y="26600"/>
                  </a:cubicBezTo>
                  <a:cubicBezTo>
                    <a:pt x="92719" y="26711"/>
                    <a:pt x="95289" y="26871"/>
                    <a:pt x="97893" y="27116"/>
                  </a:cubicBezTo>
                  <a:lnTo>
                    <a:pt x="97910" y="27118"/>
                  </a:lnTo>
                  <a:cubicBezTo>
                    <a:pt x="97910" y="27118"/>
                    <a:pt x="97910" y="27119"/>
                    <a:pt x="97927" y="27119"/>
                  </a:cubicBezTo>
                  <a:cubicBezTo>
                    <a:pt x="100497" y="27363"/>
                    <a:pt x="103084" y="27690"/>
                    <a:pt x="105671" y="28066"/>
                  </a:cubicBezTo>
                  <a:cubicBezTo>
                    <a:pt x="106481" y="28183"/>
                    <a:pt x="107292" y="28327"/>
                    <a:pt x="108102" y="28456"/>
                  </a:cubicBezTo>
                  <a:cubicBezTo>
                    <a:pt x="109930" y="28751"/>
                    <a:pt x="111776" y="29075"/>
                    <a:pt x="113604" y="29437"/>
                  </a:cubicBezTo>
                  <a:cubicBezTo>
                    <a:pt x="114518" y="29617"/>
                    <a:pt x="115414" y="29801"/>
                    <a:pt x="116328" y="29996"/>
                  </a:cubicBezTo>
                  <a:cubicBezTo>
                    <a:pt x="118760" y="30519"/>
                    <a:pt x="121192" y="31067"/>
                    <a:pt x="123623" y="31709"/>
                  </a:cubicBezTo>
                  <a:cubicBezTo>
                    <a:pt x="126348" y="32422"/>
                    <a:pt x="129021" y="33214"/>
                    <a:pt x="131695" y="34061"/>
                  </a:cubicBezTo>
                  <a:cubicBezTo>
                    <a:pt x="131850" y="34111"/>
                    <a:pt x="132022" y="34152"/>
                    <a:pt x="132178" y="34204"/>
                  </a:cubicBezTo>
                  <a:cubicBezTo>
                    <a:pt x="134782" y="35037"/>
                    <a:pt x="137334" y="35944"/>
                    <a:pt x="139886" y="36898"/>
                  </a:cubicBezTo>
                  <a:cubicBezTo>
                    <a:pt x="140766" y="37224"/>
                    <a:pt x="141611" y="37582"/>
                    <a:pt x="142473" y="37924"/>
                  </a:cubicBezTo>
                  <a:cubicBezTo>
                    <a:pt x="144181" y="38591"/>
                    <a:pt x="145871" y="39271"/>
                    <a:pt x="147543" y="39992"/>
                  </a:cubicBezTo>
                  <a:cubicBezTo>
                    <a:pt x="148578" y="40433"/>
                    <a:pt x="149579" y="40902"/>
                    <a:pt x="150613" y="41364"/>
                  </a:cubicBezTo>
                  <a:cubicBezTo>
                    <a:pt x="152114" y="42047"/>
                    <a:pt x="153614" y="42744"/>
                    <a:pt x="155097" y="43468"/>
                  </a:cubicBezTo>
                  <a:cubicBezTo>
                    <a:pt x="156184" y="44003"/>
                    <a:pt x="157270" y="44553"/>
                    <a:pt x="158339" y="45110"/>
                  </a:cubicBezTo>
                  <a:cubicBezTo>
                    <a:pt x="159754" y="45836"/>
                    <a:pt x="161168" y="46581"/>
                    <a:pt x="162547" y="47345"/>
                  </a:cubicBezTo>
                  <a:cubicBezTo>
                    <a:pt x="163651" y="47951"/>
                    <a:pt x="164755" y="48566"/>
                    <a:pt x="165841" y="49196"/>
                  </a:cubicBezTo>
                  <a:cubicBezTo>
                    <a:pt x="167204" y="49980"/>
                    <a:pt x="168549" y="50789"/>
                    <a:pt x="169894" y="51610"/>
                  </a:cubicBezTo>
                  <a:cubicBezTo>
                    <a:pt x="170963" y="52272"/>
                    <a:pt x="172050" y="52936"/>
                    <a:pt x="173119" y="53621"/>
                  </a:cubicBezTo>
                  <a:cubicBezTo>
                    <a:pt x="174464" y="54489"/>
                    <a:pt x="175809" y="55384"/>
                    <a:pt x="177137" y="56287"/>
                  </a:cubicBezTo>
                  <a:cubicBezTo>
                    <a:pt x="178120" y="56962"/>
                    <a:pt x="179121" y="57629"/>
                    <a:pt x="180086" y="58322"/>
                  </a:cubicBezTo>
                  <a:cubicBezTo>
                    <a:pt x="181466" y="59293"/>
                    <a:pt x="182811" y="60297"/>
                    <a:pt x="184156" y="61306"/>
                  </a:cubicBezTo>
                  <a:cubicBezTo>
                    <a:pt x="185053" y="61977"/>
                    <a:pt x="185950" y="62635"/>
                    <a:pt x="186847" y="63324"/>
                  </a:cubicBezTo>
                  <a:cubicBezTo>
                    <a:pt x="188382" y="64527"/>
                    <a:pt x="189917" y="65772"/>
                    <a:pt x="191417" y="67026"/>
                  </a:cubicBezTo>
                  <a:cubicBezTo>
                    <a:pt x="192038" y="67540"/>
                    <a:pt x="192676" y="68033"/>
                    <a:pt x="193279" y="68556"/>
                  </a:cubicBezTo>
                  <a:cubicBezTo>
                    <a:pt x="195418" y="70365"/>
                    <a:pt x="197505" y="72219"/>
                    <a:pt x="199557" y="74128"/>
                  </a:cubicBezTo>
                  <a:cubicBezTo>
                    <a:pt x="199885" y="74421"/>
                    <a:pt x="200178" y="74732"/>
                    <a:pt x="200506" y="75025"/>
                  </a:cubicBezTo>
                  <a:cubicBezTo>
                    <a:pt x="202230" y="76663"/>
                    <a:pt x="203955" y="78319"/>
                    <a:pt x="205627" y="80009"/>
                  </a:cubicBezTo>
                  <a:cubicBezTo>
                    <a:pt x="207766" y="82165"/>
                    <a:pt x="209853" y="84372"/>
                    <a:pt x="211905" y="86649"/>
                  </a:cubicBezTo>
                  <a:cubicBezTo>
                    <a:pt x="211940" y="86683"/>
                    <a:pt x="211974" y="86718"/>
                    <a:pt x="212008" y="86752"/>
                  </a:cubicBezTo>
                  <a:cubicBezTo>
                    <a:pt x="212008" y="86769"/>
                    <a:pt x="212026" y="86769"/>
                    <a:pt x="212026" y="86769"/>
                  </a:cubicBezTo>
                  <a:cubicBezTo>
                    <a:pt x="213837" y="88787"/>
                    <a:pt x="215613" y="90857"/>
                    <a:pt x="217355" y="92943"/>
                  </a:cubicBezTo>
                  <a:cubicBezTo>
                    <a:pt x="217889" y="93616"/>
                    <a:pt x="218441" y="94288"/>
                    <a:pt x="218976" y="94961"/>
                  </a:cubicBezTo>
                  <a:cubicBezTo>
                    <a:pt x="220097" y="96341"/>
                    <a:pt x="221201" y="97738"/>
                    <a:pt x="222287" y="99152"/>
                  </a:cubicBezTo>
                  <a:cubicBezTo>
                    <a:pt x="223253" y="100411"/>
                    <a:pt x="224201" y="101704"/>
                    <a:pt x="225150" y="102998"/>
                  </a:cubicBezTo>
                  <a:cubicBezTo>
                    <a:pt x="225978" y="104136"/>
                    <a:pt x="226823" y="105291"/>
                    <a:pt x="227650" y="106447"/>
                  </a:cubicBezTo>
                  <a:cubicBezTo>
                    <a:pt x="228565" y="107757"/>
                    <a:pt x="229461" y="109103"/>
                    <a:pt x="230341" y="110431"/>
                  </a:cubicBezTo>
                  <a:cubicBezTo>
                    <a:pt x="231082" y="111534"/>
                    <a:pt x="231807" y="112621"/>
                    <a:pt x="232514" y="113742"/>
                  </a:cubicBezTo>
                  <a:cubicBezTo>
                    <a:pt x="234618" y="117018"/>
                    <a:pt x="236635" y="120347"/>
                    <a:pt x="238550" y="123744"/>
                  </a:cubicBezTo>
                  <a:cubicBezTo>
                    <a:pt x="239257" y="124986"/>
                    <a:pt x="239929" y="126245"/>
                    <a:pt x="240602" y="127504"/>
                  </a:cubicBezTo>
                  <a:cubicBezTo>
                    <a:pt x="241309" y="128815"/>
                    <a:pt x="242033" y="130143"/>
                    <a:pt x="242723" y="131488"/>
                  </a:cubicBezTo>
                  <a:cubicBezTo>
                    <a:pt x="243672" y="133350"/>
                    <a:pt x="244603" y="135247"/>
                    <a:pt x="245500" y="137144"/>
                  </a:cubicBezTo>
                  <a:cubicBezTo>
                    <a:pt x="245793" y="137783"/>
                    <a:pt x="246121" y="138386"/>
                    <a:pt x="246397" y="139024"/>
                  </a:cubicBezTo>
                  <a:cubicBezTo>
                    <a:pt x="247552" y="141490"/>
                    <a:pt x="248638" y="143991"/>
                    <a:pt x="249691" y="146509"/>
                  </a:cubicBezTo>
                  <a:cubicBezTo>
                    <a:pt x="249966" y="147181"/>
                    <a:pt x="250225" y="147854"/>
                    <a:pt x="250501" y="148527"/>
                  </a:cubicBezTo>
                  <a:cubicBezTo>
                    <a:pt x="251260" y="150406"/>
                    <a:pt x="252002" y="152303"/>
                    <a:pt x="252709" y="154201"/>
                  </a:cubicBezTo>
                  <a:cubicBezTo>
                    <a:pt x="253036" y="155080"/>
                    <a:pt x="253347" y="155942"/>
                    <a:pt x="253657" y="156822"/>
                  </a:cubicBezTo>
                  <a:cubicBezTo>
                    <a:pt x="254330" y="158650"/>
                    <a:pt x="254951" y="160512"/>
                    <a:pt x="255554" y="162375"/>
                  </a:cubicBezTo>
                  <a:cubicBezTo>
                    <a:pt x="255813" y="163168"/>
                    <a:pt x="256089" y="163962"/>
                    <a:pt x="256348" y="164755"/>
                  </a:cubicBezTo>
                  <a:cubicBezTo>
                    <a:pt x="257106" y="167221"/>
                    <a:pt x="257848" y="169687"/>
                    <a:pt x="258521" y="172171"/>
                  </a:cubicBezTo>
                  <a:cubicBezTo>
                    <a:pt x="258589" y="172378"/>
                    <a:pt x="258641" y="172585"/>
                    <a:pt x="258710" y="172792"/>
                  </a:cubicBezTo>
                  <a:cubicBezTo>
                    <a:pt x="259434" y="175482"/>
                    <a:pt x="260107" y="178207"/>
                    <a:pt x="260728" y="180932"/>
                  </a:cubicBezTo>
                  <a:cubicBezTo>
                    <a:pt x="260935" y="181828"/>
                    <a:pt x="261107" y="182708"/>
                    <a:pt x="261297" y="183605"/>
                  </a:cubicBezTo>
                  <a:cubicBezTo>
                    <a:pt x="261694" y="185484"/>
                    <a:pt x="262090" y="187364"/>
                    <a:pt x="262435" y="189261"/>
                  </a:cubicBezTo>
                  <a:cubicBezTo>
                    <a:pt x="262642" y="190313"/>
                    <a:pt x="262815" y="191383"/>
                    <a:pt x="262987" y="192435"/>
                  </a:cubicBezTo>
                  <a:cubicBezTo>
                    <a:pt x="263297" y="194211"/>
                    <a:pt x="263574" y="196005"/>
                    <a:pt x="263832" y="197781"/>
                  </a:cubicBezTo>
                  <a:cubicBezTo>
                    <a:pt x="263988" y="198850"/>
                    <a:pt x="264142" y="199902"/>
                    <a:pt x="264281" y="200971"/>
                  </a:cubicBezTo>
                  <a:cubicBezTo>
                    <a:pt x="264505" y="202834"/>
                    <a:pt x="264712" y="204696"/>
                    <a:pt x="264901" y="206559"/>
                  </a:cubicBezTo>
                  <a:cubicBezTo>
                    <a:pt x="265005" y="207525"/>
                    <a:pt x="265108" y="208508"/>
                    <a:pt x="265195" y="209491"/>
                  </a:cubicBezTo>
                  <a:cubicBezTo>
                    <a:pt x="265401" y="211940"/>
                    <a:pt x="265557" y="214388"/>
                    <a:pt x="265678" y="216837"/>
                  </a:cubicBezTo>
                  <a:cubicBezTo>
                    <a:pt x="265695" y="217200"/>
                    <a:pt x="265729" y="217562"/>
                    <a:pt x="265747" y="217924"/>
                  </a:cubicBezTo>
                  <a:cubicBezTo>
                    <a:pt x="265867" y="220735"/>
                    <a:pt x="265936" y="223563"/>
                    <a:pt x="265936" y="226392"/>
                  </a:cubicBezTo>
                  <a:cubicBezTo>
                    <a:pt x="265936" y="227202"/>
                    <a:pt x="265919" y="228013"/>
                    <a:pt x="265902" y="228806"/>
                  </a:cubicBezTo>
                  <a:cubicBezTo>
                    <a:pt x="265884" y="230841"/>
                    <a:pt x="265833" y="232876"/>
                    <a:pt x="265763" y="234928"/>
                  </a:cubicBezTo>
                  <a:cubicBezTo>
                    <a:pt x="265712" y="235911"/>
                    <a:pt x="265660" y="236894"/>
                    <a:pt x="265609" y="237877"/>
                  </a:cubicBezTo>
                  <a:cubicBezTo>
                    <a:pt x="265505" y="239826"/>
                    <a:pt x="265367" y="241758"/>
                    <a:pt x="265195" y="243706"/>
                  </a:cubicBezTo>
                  <a:cubicBezTo>
                    <a:pt x="265126" y="244638"/>
                    <a:pt x="265057" y="245586"/>
                    <a:pt x="264953" y="246517"/>
                  </a:cubicBezTo>
                  <a:cubicBezTo>
                    <a:pt x="264677" y="249294"/>
                    <a:pt x="264367" y="252071"/>
                    <a:pt x="263970" y="254847"/>
                  </a:cubicBezTo>
                  <a:cubicBezTo>
                    <a:pt x="263556" y="257762"/>
                    <a:pt x="263073" y="260642"/>
                    <a:pt x="262539" y="263488"/>
                  </a:cubicBezTo>
                  <a:cubicBezTo>
                    <a:pt x="262383" y="264298"/>
                    <a:pt x="262194" y="265091"/>
                    <a:pt x="262039" y="265902"/>
                  </a:cubicBezTo>
                  <a:cubicBezTo>
                    <a:pt x="261642" y="267868"/>
                    <a:pt x="261228" y="269817"/>
                    <a:pt x="260780" y="271731"/>
                  </a:cubicBezTo>
                  <a:cubicBezTo>
                    <a:pt x="260504" y="272852"/>
                    <a:pt x="260228" y="273956"/>
                    <a:pt x="259952" y="275059"/>
                  </a:cubicBezTo>
                  <a:cubicBezTo>
                    <a:pt x="259521" y="276715"/>
                    <a:pt x="259090" y="278336"/>
                    <a:pt x="258641" y="279957"/>
                  </a:cubicBezTo>
                  <a:cubicBezTo>
                    <a:pt x="258296" y="281147"/>
                    <a:pt x="257934" y="282337"/>
                    <a:pt x="257589" y="283510"/>
                  </a:cubicBezTo>
                  <a:cubicBezTo>
                    <a:pt x="257124" y="285010"/>
                    <a:pt x="256641" y="286493"/>
                    <a:pt x="256158" y="287977"/>
                  </a:cubicBezTo>
                  <a:cubicBezTo>
                    <a:pt x="255709" y="289305"/>
                    <a:pt x="255244" y="290615"/>
                    <a:pt x="254778" y="291926"/>
                  </a:cubicBezTo>
                  <a:cubicBezTo>
                    <a:pt x="254295" y="293271"/>
                    <a:pt x="253795" y="294599"/>
                    <a:pt x="253278" y="295910"/>
                  </a:cubicBezTo>
                  <a:cubicBezTo>
                    <a:pt x="252674" y="297462"/>
                    <a:pt x="252053" y="298997"/>
                    <a:pt x="251415" y="300514"/>
                  </a:cubicBezTo>
                  <a:cubicBezTo>
                    <a:pt x="250915" y="301704"/>
                    <a:pt x="250398" y="302894"/>
                    <a:pt x="249880" y="304067"/>
                  </a:cubicBezTo>
                  <a:cubicBezTo>
                    <a:pt x="249052" y="305912"/>
                    <a:pt x="248190" y="307723"/>
                    <a:pt x="247311" y="309517"/>
                  </a:cubicBezTo>
                  <a:cubicBezTo>
                    <a:pt x="246759" y="310638"/>
                    <a:pt x="246224" y="311776"/>
                    <a:pt x="245655" y="312879"/>
                  </a:cubicBezTo>
                  <a:cubicBezTo>
                    <a:pt x="245362" y="313449"/>
                    <a:pt x="245069" y="314000"/>
                    <a:pt x="244775" y="314552"/>
                  </a:cubicBezTo>
                  <a:cubicBezTo>
                    <a:pt x="243758" y="316432"/>
                    <a:pt x="242723" y="318295"/>
                    <a:pt x="241654" y="320123"/>
                  </a:cubicBezTo>
                  <a:cubicBezTo>
                    <a:pt x="241447" y="320485"/>
                    <a:pt x="241257" y="320847"/>
                    <a:pt x="241033" y="321209"/>
                  </a:cubicBezTo>
                  <a:cubicBezTo>
                    <a:pt x="239688" y="323503"/>
                    <a:pt x="238274" y="325745"/>
                    <a:pt x="236825" y="327953"/>
                  </a:cubicBezTo>
                  <a:cubicBezTo>
                    <a:pt x="236808" y="327970"/>
                    <a:pt x="236808" y="327987"/>
                    <a:pt x="236791" y="328004"/>
                  </a:cubicBezTo>
                  <a:cubicBezTo>
                    <a:pt x="235342" y="330194"/>
                    <a:pt x="233824" y="332350"/>
                    <a:pt x="232289" y="334454"/>
                  </a:cubicBezTo>
                  <a:cubicBezTo>
                    <a:pt x="231979" y="334868"/>
                    <a:pt x="231651" y="335282"/>
                    <a:pt x="231324" y="335696"/>
                  </a:cubicBezTo>
                  <a:cubicBezTo>
                    <a:pt x="230151" y="337265"/>
                    <a:pt x="228961" y="338817"/>
                    <a:pt x="227737" y="340335"/>
                  </a:cubicBezTo>
                  <a:cubicBezTo>
                    <a:pt x="227237" y="340939"/>
                    <a:pt x="226736" y="341542"/>
                    <a:pt x="226236" y="342146"/>
                  </a:cubicBezTo>
                  <a:cubicBezTo>
                    <a:pt x="225081" y="343525"/>
                    <a:pt x="223908" y="344888"/>
                    <a:pt x="222718" y="346233"/>
                  </a:cubicBezTo>
                  <a:cubicBezTo>
                    <a:pt x="222252" y="346750"/>
                    <a:pt x="221804" y="347268"/>
                    <a:pt x="221338" y="347768"/>
                  </a:cubicBezTo>
                  <a:cubicBezTo>
                    <a:pt x="219700" y="349544"/>
                    <a:pt x="218044" y="351303"/>
                    <a:pt x="216337" y="352993"/>
                  </a:cubicBezTo>
                  <a:cubicBezTo>
                    <a:pt x="216096" y="353235"/>
                    <a:pt x="215837" y="353459"/>
                    <a:pt x="215596" y="353700"/>
                  </a:cubicBezTo>
                  <a:cubicBezTo>
                    <a:pt x="214113" y="355149"/>
                    <a:pt x="212595" y="356581"/>
                    <a:pt x="211060" y="357977"/>
                  </a:cubicBezTo>
                  <a:cubicBezTo>
                    <a:pt x="210491" y="358478"/>
                    <a:pt x="209922" y="358978"/>
                    <a:pt x="209353" y="359461"/>
                  </a:cubicBezTo>
                  <a:cubicBezTo>
                    <a:pt x="208042" y="360616"/>
                    <a:pt x="206714" y="361737"/>
                    <a:pt x="205369" y="362841"/>
                  </a:cubicBezTo>
                  <a:cubicBezTo>
                    <a:pt x="204817" y="363307"/>
                    <a:pt x="204248" y="363755"/>
                    <a:pt x="203696" y="364203"/>
                  </a:cubicBezTo>
                  <a:cubicBezTo>
                    <a:pt x="201816" y="365686"/>
                    <a:pt x="199919" y="367152"/>
                    <a:pt x="197987" y="368532"/>
                  </a:cubicBezTo>
                  <a:lnTo>
                    <a:pt x="235928" y="341284"/>
                  </a:lnTo>
                  <a:cubicBezTo>
                    <a:pt x="237860" y="339904"/>
                    <a:pt x="239757" y="338438"/>
                    <a:pt x="241637" y="336955"/>
                  </a:cubicBezTo>
                  <a:cubicBezTo>
                    <a:pt x="242189" y="336506"/>
                    <a:pt x="242758" y="336058"/>
                    <a:pt x="243310" y="335592"/>
                  </a:cubicBezTo>
                  <a:cubicBezTo>
                    <a:pt x="244655" y="334489"/>
                    <a:pt x="245983" y="333368"/>
                    <a:pt x="247293" y="332229"/>
                  </a:cubicBezTo>
                  <a:cubicBezTo>
                    <a:pt x="247863" y="331729"/>
                    <a:pt x="248432" y="331229"/>
                    <a:pt x="249001" y="330729"/>
                  </a:cubicBezTo>
                  <a:cubicBezTo>
                    <a:pt x="250536" y="329332"/>
                    <a:pt x="252053" y="327918"/>
                    <a:pt x="253536" y="326452"/>
                  </a:cubicBezTo>
                  <a:cubicBezTo>
                    <a:pt x="253778" y="326211"/>
                    <a:pt x="254036" y="325986"/>
                    <a:pt x="254278" y="325745"/>
                  </a:cubicBezTo>
                  <a:cubicBezTo>
                    <a:pt x="255985" y="324055"/>
                    <a:pt x="257641" y="322296"/>
                    <a:pt x="259279" y="320519"/>
                  </a:cubicBezTo>
                  <a:cubicBezTo>
                    <a:pt x="259745" y="320019"/>
                    <a:pt x="260193" y="319502"/>
                    <a:pt x="260659" y="318985"/>
                  </a:cubicBezTo>
                  <a:cubicBezTo>
                    <a:pt x="261849" y="317639"/>
                    <a:pt x="263022" y="316277"/>
                    <a:pt x="264177" y="314897"/>
                  </a:cubicBezTo>
                  <a:cubicBezTo>
                    <a:pt x="264677" y="314294"/>
                    <a:pt x="265177" y="313690"/>
                    <a:pt x="265678" y="313086"/>
                  </a:cubicBezTo>
                  <a:cubicBezTo>
                    <a:pt x="266902" y="311569"/>
                    <a:pt x="268092" y="310034"/>
                    <a:pt x="269282" y="308465"/>
                  </a:cubicBezTo>
                  <a:cubicBezTo>
                    <a:pt x="269592" y="308034"/>
                    <a:pt x="269920" y="307620"/>
                    <a:pt x="270230" y="307206"/>
                  </a:cubicBezTo>
                  <a:cubicBezTo>
                    <a:pt x="270317" y="307068"/>
                    <a:pt x="270420" y="306947"/>
                    <a:pt x="270506" y="306826"/>
                  </a:cubicBezTo>
                  <a:cubicBezTo>
                    <a:pt x="271955" y="304843"/>
                    <a:pt x="273369" y="302825"/>
                    <a:pt x="274732" y="300756"/>
                  </a:cubicBezTo>
                  <a:cubicBezTo>
                    <a:pt x="274749" y="300739"/>
                    <a:pt x="274749" y="300721"/>
                    <a:pt x="274766" y="300704"/>
                  </a:cubicBezTo>
                  <a:cubicBezTo>
                    <a:pt x="276128" y="298635"/>
                    <a:pt x="277456" y="296530"/>
                    <a:pt x="278732" y="294392"/>
                  </a:cubicBezTo>
                  <a:cubicBezTo>
                    <a:pt x="278819" y="294254"/>
                    <a:pt x="278888" y="294099"/>
                    <a:pt x="278974" y="293961"/>
                  </a:cubicBezTo>
                  <a:cubicBezTo>
                    <a:pt x="279198" y="293599"/>
                    <a:pt x="279388" y="293237"/>
                    <a:pt x="279595" y="292874"/>
                  </a:cubicBezTo>
                  <a:cubicBezTo>
                    <a:pt x="280664" y="291046"/>
                    <a:pt x="281699" y="289184"/>
                    <a:pt x="282716" y="287304"/>
                  </a:cubicBezTo>
                  <a:cubicBezTo>
                    <a:pt x="283009" y="286752"/>
                    <a:pt x="283303" y="286200"/>
                    <a:pt x="283596" y="285631"/>
                  </a:cubicBezTo>
                  <a:cubicBezTo>
                    <a:pt x="283803" y="285217"/>
                    <a:pt x="284027" y="284821"/>
                    <a:pt x="284234" y="284407"/>
                  </a:cubicBezTo>
                  <a:cubicBezTo>
                    <a:pt x="284596" y="283717"/>
                    <a:pt x="284907" y="282975"/>
                    <a:pt x="285251" y="282268"/>
                  </a:cubicBezTo>
                  <a:cubicBezTo>
                    <a:pt x="286131" y="280475"/>
                    <a:pt x="286993" y="278664"/>
                    <a:pt x="287821" y="276819"/>
                  </a:cubicBezTo>
                  <a:cubicBezTo>
                    <a:pt x="288045" y="276336"/>
                    <a:pt x="288287" y="275870"/>
                    <a:pt x="288511" y="275370"/>
                  </a:cubicBezTo>
                  <a:cubicBezTo>
                    <a:pt x="288804" y="274697"/>
                    <a:pt x="289063" y="273973"/>
                    <a:pt x="289356" y="273283"/>
                  </a:cubicBezTo>
                  <a:cubicBezTo>
                    <a:pt x="289994" y="271748"/>
                    <a:pt x="290615" y="270213"/>
                    <a:pt x="291218" y="268661"/>
                  </a:cubicBezTo>
                  <a:cubicBezTo>
                    <a:pt x="291477" y="268040"/>
                    <a:pt x="291753" y="267419"/>
                    <a:pt x="291995" y="266781"/>
                  </a:cubicBezTo>
                  <a:cubicBezTo>
                    <a:pt x="292253" y="266091"/>
                    <a:pt x="292460" y="265385"/>
                    <a:pt x="292719" y="264677"/>
                  </a:cubicBezTo>
                  <a:cubicBezTo>
                    <a:pt x="293185" y="263367"/>
                    <a:pt x="293650" y="262056"/>
                    <a:pt x="294099" y="260728"/>
                  </a:cubicBezTo>
                  <a:cubicBezTo>
                    <a:pt x="294323" y="260038"/>
                    <a:pt x="294582" y="259383"/>
                    <a:pt x="294806" y="258693"/>
                  </a:cubicBezTo>
                  <a:cubicBezTo>
                    <a:pt x="295065" y="257900"/>
                    <a:pt x="295271" y="257072"/>
                    <a:pt x="295530" y="256261"/>
                  </a:cubicBezTo>
                  <a:cubicBezTo>
                    <a:pt x="295875" y="255089"/>
                    <a:pt x="296237" y="253899"/>
                    <a:pt x="296582" y="252709"/>
                  </a:cubicBezTo>
                  <a:cubicBezTo>
                    <a:pt x="296755" y="252105"/>
                    <a:pt x="296944" y="251519"/>
                    <a:pt x="297117" y="250898"/>
                  </a:cubicBezTo>
                  <a:cubicBezTo>
                    <a:pt x="297392" y="249881"/>
                    <a:pt x="297617" y="248846"/>
                    <a:pt x="297893" y="247811"/>
                  </a:cubicBezTo>
                  <a:cubicBezTo>
                    <a:pt x="298168" y="246707"/>
                    <a:pt x="298445" y="245604"/>
                    <a:pt x="298720" y="244483"/>
                  </a:cubicBezTo>
                  <a:cubicBezTo>
                    <a:pt x="298824" y="244034"/>
                    <a:pt x="298945" y="243603"/>
                    <a:pt x="299048" y="243155"/>
                  </a:cubicBezTo>
                  <a:cubicBezTo>
                    <a:pt x="299393" y="241672"/>
                    <a:pt x="299669" y="240154"/>
                    <a:pt x="299979" y="238653"/>
                  </a:cubicBezTo>
                  <a:cubicBezTo>
                    <a:pt x="300135" y="237843"/>
                    <a:pt x="300324" y="237050"/>
                    <a:pt x="300480" y="236239"/>
                  </a:cubicBezTo>
                  <a:cubicBezTo>
                    <a:pt x="300514" y="236049"/>
                    <a:pt x="300566" y="235860"/>
                    <a:pt x="300600" y="235653"/>
                  </a:cubicBezTo>
                  <a:cubicBezTo>
                    <a:pt x="301066" y="233152"/>
                    <a:pt x="301480" y="230617"/>
                    <a:pt x="301842" y="228065"/>
                  </a:cubicBezTo>
                  <a:cubicBezTo>
                    <a:pt x="301877" y="227909"/>
                    <a:pt x="301894" y="227754"/>
                    <a:pt x="301911" y="227599"/>
                  </a:cubicBezTo>
                  <a:cubicBezTo>
                    <a:pt x="302239" y="225271"/>
                    <a:pt x="302532" y="222925"/>
                    <a:pt x="302773" y="220597"/>
                  </a:cubicBezTo>
                  <a:cubicBezTo>
                    <a:pt x="302825" y="220149"/>
                    <a:pt x="302859" y="219718"/>
                    <a:pt x="302894" y="219269"/>
                  </a:cubicBezTo>
                  <a:cubicBezTo>
                    <a:pt x="302997" y="218338"/>
                    <a:pt x="303066" y="217406"/>
                    <a:pt x="303135" y="216458"/>
                  </a:cubicBezTo>
                  <a:cubicBezTo>
                    <a:pt x="303239" y="215354"/>
                    <a:pt x="303359" y="214251"/>
                    <a:pt x="303429" y="213147"/>
                  </a:cubicBezTo>
                  <a:cubicBezTo>
                    <a:pt x="303480" y="212302"/>
                    <a:pt x="303515" y="211474"/>
                    <a:pt x="303549" y="210629"/>
                  </a:cubicBezTo>
                  <a:cubicBezTo>
                    <a:pt x="303601" y="209646"/>
                    <a:pt x="303653" y="208663"/>
                    <a:pt x="303704" y="207680"/>
                  </a:cubicBezTo>
                  <a:cubicBezTo>
                    <a:pt x="303722" y="207024"/>
                    <a:pt x="303773" y="206386"/>
                    <a:pt x="303791" y="205731"/>
                  </a:cubicBezTo>
                  <a:cubicBezTo>
                    <a:pt x="303842" y="204334"/>
                    <a:pt x="303825" y="202954"/>
                    <a:pt x="303842" y="201558"/>
                  </a:cubicBezTo>
                  <a:cubicBezTo>
                    <a:pt x="303860" y="200747"/>
                    <a:pt x="303877" y="199954"/>
                    <a:pt x="303877" y="199143"/>
                  </a:cubicBezTo>
                  <a:cubicBezTo>
                    <a:pt x="303877" y="198884"/>
                    <a:pt x="303894" y="198609"/>
                    <a:pt x="303894" y="198350"/>
                  </a:cubicBezTo>
                  <a:cubicBezTo>
                    <a:pt x="303877" y="195832"/>
                    <a:pt x="303808" y="193331"/>
                    <a:pt x="303704" y="190831"/>
                  </a:cubicBezTo>
                  <a:cubicBezTo>
                    <a:pt x="303704" y="190779"/>
                    <a:pt x="303687" y="190727"/>
                    <a:pt x="303687" y="190675"/>
                  </a:cubicBezTo>
                  <a:cubicBezTo>
                    <a:pt x="303670" y="190313"/>
                    <a:pt x="303636" y="189951"/>
                    <a:pt x="303618" y="189589"/>
                  </a:cubicBezTo>
                  <a:close/>
                </a:path>
              </a:pathLst>
            </a:custGeom>
            <a:solidFill>
              <a:schemeClr val="accent3">
                <a:lumMod val="50000"/>
              </a:schemeClr>
            </a:solidFill>
            <a:ln w="1711" cap="rnd">
              <a:noFill/>
              <a:prstDash val="solid"/>
              <a:round/>
            </a:ln>
          </p:spPr>
          <p:txBody>
            <a:bodyPr/>
            <a:lstStyle/>
            <a:p>
              <a:endParaRPr lang="en-US" b="1"/>
            </a:p>
          </p:txBody>
        </p:sp>
        <p:sp>
          <p:nvSpPr>
            <p:cNvPr id="1913" name="Freeform: Shape 1912">
              <a:extLst>
                <a:ext uri="{FF2B5EF4-FFF2-40B4-BE49-F238E27FC236}">
                  <a16:creationId xmlns:a16="http://schemas.microsoft.com/office/drawing/2014/main" id="{311A4608-0642-6A3E-50CD-227B7C180BDB}"/>
                </a:ext>
              </a:extLst>
            </p:cNvPr>
            <p:cNvSpPr/>
            <p:nvPr/>
          </p:nvSpPr>
          <p:spPr>
            <a:xfrm>
              <a:off x="10775082" y="3068226"/>
              <a:ext cx="272675" cy="298052"/>
            </a:xfrm>
            <a:custGeom>
              <a:avLst/>
              <a:gdLst>
                <a:gd name="csX0" fmla="*/ 324444 w 349369"/>
                <a:gd name="csY0" fmla="*/ 231104 h 381883"/>
                <a:gd name="csX1" fmla="*/ 259134 w 349369"/>
                <a:gd name="csY1" fmla="*/ 338632 h 381883"/>
                <a:gd name="csX2" fmla="*/ 218124 w 349369"/>
                <a:gd name="csY2" fmla="*/ 357016 h 381883"/>
                <a:gd name="csX3" fmla="*/ 147105 w 349369"/>
                <a:gd name="csY3" fmla="*/ 356568 h 381883"/>
                <a:gd name="csX4" fmla="*/ 20590 w 349369"/>
                <a:gd name="csY4" fmla="*/ 155671 h 381883"/>
                <a:gd name="csX5" fmla="*/ 85900 w 349369"/>
                <a:gd name="csY5" fmla="*/ 48133 h 381883"/>
                <a:gd name="csX6" fmla="*/ 197929 w 349369"/>
                <a:gd name="csY6" fmla="*/ 30197 h 381883"/>
                <a:gd name="csX7" fmla="*/ 324444 w 349369"/>
                <a:gd name="csY7" fmla="*/ 231104 h 381883"/>
                <a:gd name="csX8" fmla="*/ 201740 w 349369"/>
                <a:gd name="csY8" fmla="*/ 4671 h 381883"/>
                <a:gd name="csX9" fmla="*/ 74431 w 349369"/>
                <a:gd name="csY9" fmla="*/ 25056 h 381883"/>
                <a:gd name="csX10" fmla="*/ 188 w 349369"/>
                <a:gd name="csY10" fmla="*/ 147272 h 381883"/>
                <a:gd name="csX11" fmla="*/ 143984 w 349369"/>
                <a:gd name="csY11" fmla="*/ 375590 h 381883"/>
                <a:gd name="csX12" fmla="*/ 224694 w 349369"/>
                <a:gd name="csY12" fmla="*/ 376107 h 381883"/>
                <a:gd name="csX13" fmla="*/ 271293 w 349369"/>
                <a:gd name="csY13" fmla="*/ 355205 h 381883"/>
                <a:gd name="csX14" fmla="*/ 345536 w 349369"/>
                <a:gd name="csY14" fmla="*/ 233001 h 381883"/>
                <a:gd name="csX15" fmla="*/ 201740 w 349369"/>
                <a:gd name="csY15" fmla="*/ 4671 h 381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9369" h="381883">
                  <a:moveTo>
                    <a:pt x="324444" y="231104"/>
                  </a:moveTo>
                  <a:cubicBezTo>
                    <a:pt x="317942" y="276823"/>
                    <a:pt x="294747" y="315005"/>
                    <a:pt x="259134" y="338632"/>
                  </a:cubicBezTo>
                  <a:cubicBezTo>
                    <a:pt x="246338" y="347117"/>
                    <a:pt x="232524" y="353274"/>
                    <a:pt x="218124" y="357016"/>
                  </a:cubicBezTo>
                  <a:cubicBezTo>
                    <a:pt x="195376" y="362949"/>
                    <a:pt x="171146" y="362897"/>
                    <a:pt x="147105" y="356568"/>
                  </a:cubicBezTo>
                  <a:cubicBezTo>
                    <a:pt x="64670" y="334890"/>
                    <a:pt x="7914" y="244763"/>
                    <a:pt x="20590" y="155671"/>
                  </a:cubicBezTo>
                  <a:cubicBezTo>
                    <a:pt x="27092" y="109952"/>
                    <a:pt x="50287" y="71753"/>
                    <a:pt x="85900" y="48133"/>
                  </a:cubicBezTo>
                  <a:cubicBezTo>
                    <a:pt x="118908" y="26255"/>
                    <a:pt x="158694" y="19877"/>
                    <a:pt x="197929" y="30197"/>
                  </a:cubicBezTo>
                  <a:cubicBezTo>
                    <a:pt x="280364" y="51879"/>
                    <a:pt x="337120" y="141995"/>
                    <a:pt x="324444" y="231104"/>
                  </a:cubicBezTo>
                  <a:close/>
                  <a:moveTo>
                    <a:pt x="201740" y="4671"/>
                  </a:moveTo>
                  <a:cubicBezTo>
                    <a:pt x="157142" y="-7059"/>
                    <a:pt x="111924" y="191"/>
                    <a:pt x="74431" y="25056"/>
                  </a:cubicBezTo>
                  <a:cubicBezTo>
                    <a:pt x="33955" y="51904"/>
                    <a:pt x="7586" y="95310"/>
                    <a:pt x="188" y="147272"/>
                  </a:cubicBezTo>
                  <a:cubicBezTo>
                    <a:pt x="-14212" y="248523"/>
                    <a:pt x="50287" y="350946"/>
                    <a:pt x="143984" y="375590"/>
                  </a:cubicBezTo>
                  <a:cubicBezTo>
                    <a:pt x="171284" y="382781"/>
                    <a:pt x="198826" y="382851"/>
                    <a:pt x="224694" y="376107"/>
                  </a:cubicBezTo>
                  <a:cubicBezTo>
                    <a:pt x="241061" y="371848"/>
                    <a:pt x="256754" y="364846"/>
                    <a:pt x="271293" y="355205"/>
                  </a:cubicBezTo>
                  <a:cubicBezTo>
                    <a:pt x="311769" y="328371"/>
                    <a:pt x="338137" y="284963"/>
                    <a:pt x="345536" y="233001"/>
                  </a:cubicBezTo>
                  <a:cubicBezTo>
                    <a:pt x="359936" y="131734"/>
                    <a:pt x="295437" y="29311"/>
                    <a:pt x="201740" y="4671"/>
                  </a:cubicBezTo>
                  <a:close/>
                </a:path>
              </a:pathLst>
            </a:custGeom>
            <a:solidFill>
              <a:srgbClr val="8A89F5"/>
            </a:solidFill>
            <a:ln w="1711" cap="rnd">
              <a:noFill/>
              <a:prstDash val="solid"/>
              <a:round/>
            </a:ln>
          </p:spPr>
          <p:txBody>
            <a:bodyPr/>
            <a:lstStyle/>
            <a:p>
              <a:endParaRPr lang="en-US" b="1"/>
            </a:p>
          </p:txBody>
        </p:sp>
        <p:sp>
          <p:nvSpPr>
            <p:cNvPr id="1914" name="Freeform: Shape 1913">
              <a:extLst>
                <a:ext uri="{FF2B5EF4-FFF2-40B4-BE49-F238E27FC236}">
                  <a16:creationId xmlns:a16="http://schemas.microsoft.com/office/drawing/2014/main" id="{6B14AC51-BB94-D52E-6810-FCCE2CBF8EA0}"/>
                </a:ext>
              </a:extLst>
            </p:cNvPr>
            <p:cNvSpPr/>
            <p:nvPr/>
          </p:nvSpPr>
          <p:spPr>
            <a:xfrm>
              <a:off x="10775082" y="3068226"/>
              <a:ext cx="272675" cy="298052"/>
            </a:xfrm>
            <a:custGeom>
              <a:avLst/>
              <a:gdLst>
                <a:gd name="csX0" fmla="*/ 324444 w 349369"/>
                <a:gd name="csY0" fmla="*/ 231104 h 381883"/>
                <a:gd name="csX1" fmla="*/ 259134 w 349369"/>
                <a:gd name="csY1" fmla="*/ 338632 h 381883"/>
                <a:gd name="csX2" fmla="*/ 218124 w 349369"/>
                <a:gd name="csY2" fmla="*/ 357016 h 381883"/>
                <a:gd name="csX3" fmla="*/ 147105 w 349369"/>
                <a:gd name="csY3" fmla="*/ 356568 h 381883"/>
                <a:gd name="csX4" fmla="*/ 20590 w 349369"/>
                <a:gd name="csY4" fmla="*/ 155671 h 381883"/>
                <a:gd name="csX5" fmla="*/ 85900 w 349369"/>
                <a:gd name="csY5" fmla="*/ 48133 h 381883"/>
                <a:gd name="csX6" fmla="*/ 197929 w 349369"/>
                <a:gd name="csY6" fmla="*/ 30197 h 381883"/>
                <a:gd name="csX7" fmla="*/ 324444 w 349369"/>
                <a:gd name="csY7" fmla="*/ 231104 h 381883"/>
                <a:gd name="csX8" fmla="*/ 201740 w 349369"/>
                <a:gd name="csY8" fmla="*/ 4671 h 381883"/>
                <a:gd name="csX9" fmla="*/ 74431 w 349369"/>
                <a:gd name="csY9" fmla="*/ 25056 h 381883"/>
                <a:gd name="csX10" fmla="*/ 188 w 349369"/>
                <a:gd name="csY10" fmla="*/ 147272 h 381883"/>
                <a:gd name="csX11" fmla="*/ 143984 w 349369"/>
                <a:gd name="csY11" fmla="*/ 375590 h 381883"/>
                <a:gd name="csX12" fmla="*/ 224694 w 349369"/>
                <a:gd name="csY12" fmla="*/ 376107 h 381883"/>
                <a:gd name="csX13" fmla="*/ 271293 w 349369"/>
                <a:gd name="csY13" fmla="*/ 355205 h 381883"/>
                <a:gd name="csX14" fmla="*/ 345536 w 349369"/>
                <a:gd name="csY14" fmla="*/ 233001 h 381883"/>
                <a:gd name="csX15" fmla="*/ 201740 w 349369"/>
                <a:gd name="csY15" fmla="*/ 4671 h 381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9369" h="381883">
                  <a:moveTo>
                    <a:pt x="324444" y="231104"/>
                  </a:moveTo>
                  <a:cubicBezTo>
                    <a:pt x="317942" y="276823"/>
                    <a:pt x="294747" y="315005"/>
                    <a:pt x="259134" y="338632"/>
                  </a:cubicBezTo>
                  <a:cubicBezTo>
                    <a:pt x="246338" y="347117"/>
                    <a:pt x="232524" y="353274"/>
                    <a:pt x="218124" y="357016"/>
                  </a:cubicBezTo>
                  <a:cubicBezTo>
                    <a:pt x="195376" y="362949"/>
                    <a:pt x="171146" y="362897"/>
                    <a:pt x="147105" y="356568"/>
                  </a:cubicBezTo>
                  <a:cubicBezTo>
                    <a:pt x="64670" y="334890"/>
                    <a:pt x="7914" y="244763"/>
                    <a:pt x="20590" y="155671"/>
                  </a:cubicBezTo>
                  <a:cubicBezTo>
                    <a:pt x="27092" y="109952"/>
                    <a:pt x="50287" y="71753"/>
                    <a:pt x="85900" y="48133"/>
                  </a:cubicBezTo>
                  <a:cubicBezTo>
                    <a:pt x="118908" y="26255"/>
                    <a:pt x="158694" y="19877"/>
                    <a:pt x="197929" y="30197"/>
                  </a:cubicBezTo>
                  <a:cubicBezTo>
                    <a:pt x="280364" y="51879"/>
                    <a:pt x="337120" y="141995"/>
                    <a:pt x="324444" y="231104"/>
                  </a:cubicBezTo>
                  <a:close/>
                  <a:moveTo>
                    <a:pt x="201740" y="4671"/>
                  </a:moveTo>
                  <a:cubicBezTo>
                    <a:pt x="157142" y="-7059"/>
                    <a:pt x="111924" y="191"/>
                    <a:pt x="74431" y="25056"/>
                  </a:cubicBezTo>
                  <a:cubicBezTo>
                    <a:pt x="33955" y="51904"/>
                    <a:pt x="7586" y="95310"/>
                    <a:pt x="188" y="147272"/>
                  </a:cubicBezTo>
                  <a:cubicBezTo>
                    <a:pt x="-14212" y="248523"/>
                    <a:pt x="50287" y="350946"/>
                    <a:pt x="143984" y="375590"/>
                  </a:cubicBezTo>
                  <a:cubicBezTo>
                    <a:pt x="171284" y="382781"/>
                    <a:pt x="198826" y="382851"/>
                    <a:pt x="224694" y="376107"/>
                  </a:cubicBezTo>
                  <a:cubicBezTo>
                    <a:pt x="241061" y="371848"/>
                    <a:pt x="256754" y="364846"/>
                    <a:pt x="271293" y="355205"/>
                  </a:cubicBezTo>
                  <a:cubicBezTo>
                    <a:pt x="311769" y="328371"/>
                    <a:pt x="338137" y="284963"/>
                    <a:pt x="345536" y="233001"/>
                  </a:cubicBezTo>
                  <a:cubicBezTo>
                    <a:pt x="359936" y="131734"/>
                    <a:pt x="295437" y="29311"/>
                    <a:pt x="201740" y="4671"/>
                  </a:cubicBezTo>
                  <a:close/>
                </a:path>
              </a:pathLst>
            </a:custGeom>
            <a:solidFill>
              <a:schemeClr val="accent3"/>
            </a:solidFill>
            <a:ln w="4021" cap="rnd">
              <a:solidFill>
                <a:srgbClr val="0E0F29"/>
              </a:solidFill>
              <a:prstDash val="solid"/>
              <a:round/>
            </a:ln>
          </p:spPr>
          <p:txBody>
            <a:bodyPr/>
            <a:lstStyle/>
            <a:p>
              <a:endParaRPr lang="en-US" b="1"/>
            </a:p>
          </p:txBody>
        </p:sp>
        <p:sp>
          <p:nvSpPr>
            <p:cNvPr id="1915" name="Freeform: Shape 1914">
              <a:extLst>
                <a:ext uri="{FF2B5EF4-FFF2-40B4-BE49-F238E27FC236}">
                  <a16:creationId xmlns:a16="http://schemas.microsoft.com/office/drawing/2014/main" id="{A548DE4C-9725-E380-42B8-BCC8D12C2657}"/>
                </a:ext>
              </a:extLst>
            </p:cNvPr>
            <p:cNvSpPr/>
            <p:nvPr/>
          </p:nvSpPr>
          <p:spPr>
            <a:xfrm>
              <a:off x="10817844" y="3117561"/>
              <a:ext cx="85345" cy="89926"/>
            </a:xfrm>
            <a:custGeom>
              <a:avLst/>
              <a:gdLst>
                <a:gd name="csX0" fmla="*/ 105890 w 109350"/>
                <a:gd name="csY0" fmla="*/ -203 h 115220"/>
                <a:gd name="csX1" fmla="*/ -1810 w 109350"/>
                <a:gd name="csY1" fmla="*/ 102703 h 115220"/>
                <a:gd name="csX2" fmla="*/ 107528 w 109350"/>
                <a:gd name="csY2" fmla="*/ 114413 h 115220"/>
                <a:gd name="csX3" fmla="*/ 105890 w 109350"/>
                <a:gd name="csY3" fmla="*/ -203 h 115220"/>
              </a:gdLst>
              <a:ahLst/>
              <a:cxnLst>
                <a:cxn ang="0">
                  <a:pos x="csX0" y="csY0"/>
                </a:cxn>
                <a:cxn ang="0">
                  <a:pos x="csX1" y="csY1"/>
                </a:cxn>
                <a:cxn ang="0">
                  <a:pos x="csX2" y="csY2"/>
                </a:cxn>
                <a:cxn ang="0">
                  <a:pos x="csX3" y="csY3"/>
                </a:cxn>
              </a:cxnLst>
              <a:rect l="l" t="t" r="r" b="b"/>
              <a:pathLst>
                <a:path w="109350" h="115220">
                  <a:moveTo>
                    <a:pt x="105890" y="-203"/>
                  </a:moveTo>
                  <a:cubicBezTo>
                    <a:pt x="45495" y="-6661"/>
                    <a:pt x="-2707" y="39411"/>
                    <a:pt x="-1810" y="102703"/>
                  </a:cubicBezTo>
                  <a:lnTo>
                    <a:pt x="107528" y="114413"/>
                  </a:lnTo>
                  <a:lnTo>
                    <a:pt x="105890" y="-203"/>
                  </a:lnTo>
                  <a:close/>
                </a:path>
              </a:pathLst>
            </a:custGeom>
            <a:solidFill>
              <a:schemeClr val="accent3">
                <a:lumMod val="50000"/>
              </a:schemeClr>
            </a:solidFill>
            <a:ln w="1711" cap="rnd">
              <a:noFill/>
              <a:prstDash val="solid"/>
              <a:round/>
            </a:ln>
          </p:spPr>
          <p:txBody>
            <a:bodyPr/>
            <a:lstStyle/>
            <a:p>
              <a:endParaRPr lang="en-US" b="1"/>
            </a:p>
          </p:txBody>
        </p:sp>
        <p:sp>
          <p:nvSpPr>
            <p:cNvPr id="1916" name="Freeform: Shape 1915">
              <a:extLst>
                <a:ext uri="{FF2B5EF4-FFF2-40B4-BE49-F238E27FC236}">
                  <a16:creationId xmlns:a16="http://schemas.microsoft.com/office/drawing/2014/main" id="{4A774C6A-3DA9-7D49-6DAB-C33E40A33CDE}"/>
                </a:ext>
              </a:extLst>
            </p:cNvPr>
            <p:cNvSpPr/>
            <p:nvPr/>
          </p:nvSpPr>
          <p:spPr>
            <a:xfrm>
              <a:off x="10832995" y="3128289"/>
              <a:ext cx="169485" cy="178519"/>
            </a:xfrm>
            <a:custGeom>
              <a:avLst/>
              <a:gdLst>
                <a:gd name="csX0" fmla="*/ 105067 w 217155"/>
                <a:gd name="csY0" fmla="*/ -410 h 228730"/>
                <a:gd name="csX1" fmla="*/ 99841 w 217155"/>
                <a:gd name="csY1" fmla="*/ -807 h 228730"/>
                <a:gd name="csX2" fmla="*/ 100566 w 217155"/>
                <a:gd name="csY2" fmla="*/ 115672 h 228730"/>
                <a:gd name="csX3" fmla="*/ -1823 w 217155"/>
                <a:gd name="csY3" fmla="*/ 104703 h 228730"/>
                <a:gd name="csX4" fmla="*/ 108344 w 217155"/>
                <a:gd name="csY4" fmla="*/ 227321 h 228730"/>
                <a:gd name="csX5" fmla="*/ 215319 w 217155"/>
                <a:gd name="csY5" fmla="*/ 125088 h 228730"/>
                <a:gd name="csX6" fmla="*/ 105067 w 217155"/>
                <a:gd name="csY6" fmla="*/ -410 h 2287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155" h="228730">
                  <a:moveTo>
                    <a:pt x="105067" y="-410"/>
                  </a:moveTo>
                  <a:cubicBezTo>
                    <a:pt x="103308" y="-600"/>
                    <a:pt x="101566" y="-721"/>
                    <a:pt x="99841" y="-807"/>
                  </a:cubicBezTo>
                  <a:lnTo>
                    <a:pt x="100566" y="115672"/>
                  </a:lnTo>
                  <a:lnTo>
                    <a:pt x="-1823" y="104703"/>
                  </a:lnTo>
                  <a:cubicBezTo>
                    <a:pt x="523" y="166426"/>
                    <a:pt x="49259" y="221009"/>
                    <a:pt x="108344" y="227321"/>
                  </a:cubicBezTo>
                  <a:cubicBezTo>
                    <a:pt x="168342" y="233754"/>
                    <a:pt x="216233" y="187983"/>
                    <a:pt x="215319" y="125088"/>
                  </a:cubicBezTo>
                  <a:cubicBezTo>
                    <a:pt x="214423" y="62209"/>
                    <a:pt x="165048" y="6022"/>
                    <a:pt x="105067" y="-410"/>
                  </a:cubicBezTo>
                  <a:close/>
                </a:path>
              </a:pathLst>
            </a:custGeom>
            <a:solidFill>
              <a:schemeClr val="accent2"/>
            </a:solidFill>
            <a:ln w="1711" cap="rnd">
              <a:noFill/>
              <a:prstDash val="solid"/>
              <a:round/>
            </a:ln>
          </p:spPr>
          <p:txBody>
            <a:bodyPr/>
            <a:lstStyle/>
            <a:p>
              <a:endParaRPr lang="en-US" b="1"/>
            </a:p>
          </p:txBody>
        </p:sp>
        <p:sp>
          <p:nvSpPr>
            <p:cNvPr id="1917" name="Freeform: Shape 1916">
              <a:extLst>
                <a:ext uri="{FF2B5EF4-FFF2-40B4-BE49-F238E27FC236}">
                  <a16:creationId xmlns:a16="http://schemas.microsoft.com/office/drawing/2014/main" id="{A1A2CB12-4720-4254-F5CD-9BDD99B6F4C5}"/>
                </a:ext>
              </a:extLst>
            </p:cNvPr>
            <p:cNvSpPr/>
            <p:nvPr/>
          </p:nvSpPr>
          <p:spPr>
            <a:xfrm>
              <a:off x="10832995" y="3128289"/>
              <a:ext cx="169485" cy="178519"/>
            </a:xfrm>
            <a:custGeom>
              <a:avLst/>
              <a:gdLst>
                <a:gd name="csX0" fmla="*/ 105067 w 217155"/>
                <a:gd name="csY0" fmla="*/ -410 h 228730"/>
                <a:gd name="csX1" fmla="*/ 99841 w 217155"/>
                <a:gd name="csY1" fmla="*/ -807 h 228730"/>
                <a:gd name="csX2" fmla="*/ 100566 w 217155"/>
                <a:gd name="csY2" fmla="*/ 115672 h 228730"/>
                <a:gd name="csX3" fmla="*/ -1823 w 217155"/>
                <a:gd name="csY3" fmla="*/ 104703 h 228730"/>
                <a:gd name="csX4" fmla="*/ 108344 w 217155"/>
                <a:gd name="csY4" fmla="*/ 227321 h 228730"/>
                <a:gd name="csX5" fmla="*/ 215319 w 217155"/>
                <a:gd name="csY5" fmla="*/ 125088 h 228730"/>
                <a:gd name="csX6" fmla="*/ 105067 w 217155"/>
                <a:gd name="csY6" fmla="*/ -410 h 2287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155" h="228730">
                  <a:moveTo>
                    <a:pt x="105067" y="-410"/>
                  </a:moveTo>
                  <a:cubicBezTo>
                    <a:pt x="103308" y="-600"/>
                    <a:pt x="101566" y="-721"/>
                    <a:pt x="99841" y="-807"/>
                  </a:cubicBezTo>
                  <a:lnTo>
                    <a:pt x="100566" y="115672"/>
                  </a:lnTo>
                  <a:lnTo>
                    <a:pt x="-1823" y="104703"/>
                  </a:lnTo>
                  <a:cubicBezTo>
                    <a:pt x="523" y="166426"/>
                    <a:pt x="49259" y="221009"/>
                    <a:pt x="108344" y="227321"/>
                  </a:cubicBezTo>
                  <a:cubicBezTo>
                    <a:pt x="168342" y="233754"/>
                    <a:pt x="216233" y="187983"/>
                    <a:pt x="215319" y="125088"/>
                  </a:cubicBezTo>
                  <a:cubicBezTo>
                    <a:pt x="214423" y="62209"/>
                    <a:pt x="165048" y="6022"/>
                    <a:pt x="105067" y="-410"/>
                  </a:cubicBezTo>
                  <a:close/>
                </a:path>
              </a:pathLst>
            </a:custGeom>
            <a:noFill/>
            <a:ln w="4021" cap="rnd">
              <a:solidFill>
                <a:srgbClr val="0E0F29"/>
              </a:solidFill>
              <a:prstDash val="solid"/>
              <a:round/>
            </a:ln>
          </p:spPr>
          <p:txBody>
            <a:bodyPr/>
            <a:lstStyle/>
            <a:p>
              <a:endParaRPr lang="en-US" b="1"/>
            </a:p>
          </p:txBody>
        </p:sp>
        <p:sp>
          <p:nvSpPr>
            <p:cNvPr id="1918" name="Freeform: Shape 1917">
              <a:extLst>
                <a:ext uri="{FF2B5EF4-FFF2-40B4-BE49-F238E27FC236}">
                  <a16:creationId xmlns:a16="http://schemas.microsoft.com/office/drawing/2014/main" id="{176A4939-A9FF-1318-2720-2AF8D443457B}"/>
                </a:ext>
              </a:extLst>
            </p:cNvPr>
            <p:cNvSpPr/>
            <p:nvPr/>
          </p:nvSpPr>
          <p:spPr>
            <a:xfrm>
              <a:off x="9717127" y="2705766"/>
              <a:ext cx="437732" cy="438039"/>
            </a:xfrm>
            <a:custGeom>
              <a:avLst/>
              <a:gdLst>
                <a:gd name="csX0" fmla="*/ 392453 w 394577"/>
                <a:gd name="csY0" fmla="*/ 392873 h 394854"/>
                <a:gd name="csX1" fmla="*/ 144738 w 394577"/>
                <a:gd name="csY1" fmla="*/ 392873 h 394854"/>
                <a:gd name="csX2" fmla="*/ -2125 w 394577"/>
                <a:gd name="csY2" fmla="*/ 238490 h 394854"/>
                <a:gd name="csX3" fmla="*/ -2125 w 394577"/>
                <a:gd name="csY3" fmla="*/ 152401 h 394854"/>
                <a:gd name="csX4" fmla="*/ 144738 w 394577"/>
                <a:gd name="csY4" fmla="*/ -1982 h 394854"/>
                <a:gd name="csX5" fmla="*/ 392453 w 394577"/>
                <a:gd name="csY5" fmla="*/ -1982 h 394854"/>
                <a:gd name="csX6" fmla="*/ 392453 w 394577"/>
                <a:gd name="csY6" fmla="*/ 8571 h 394854"/>
                <a:gd name="csX7" fmla="*/ 144738 w 394577"/>
                <a:gd name="csY7" fmla="*/ 8571 h 394854"/>
                <a:gd name="csX8" fmla="*/ 8428 w 394577"/>
                <a:gd name="csY8" fmla="*/ 152401 h 394854"/>
                <a:gd name="csX9" fmla="*/ 8428 w 394577"/>
                <a:gd name="csY9" fmla="*/ 238490 h 394854"/>
                <a:gd name="csX10" fmla="*/ 144738 w 394577"/>
                <a:gd name="csY10" fmla="*/ 382319 h 394854"/>
                <a:gd name="csX11" fmla="*/ 392453 w 394577"/>
                <a:gd name="csY11" fmla="*/ 382319 h 394854"/>
                <a:gd name="csX12" fmla="*/ 392453 w 394577"/>
                <a:gd name="csY12" fmla="*/ 392873 h 3948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94577" h="394854">
                  <a:moveTo>
                    <a:pt x="392453" y="392873"/>
                  </a:moveTo>
                  <a:lnTo>
                    <a:pt x="144738" y="392873"/>
                  </a:lnTo>
                  <a:cubicBezTo>
                    <a:pt x="63754" y="392873"/>
                    <a:pt x="-2125" y="323616"/>
                    <a:pt x="-2125" y="238490"/>
                  </a:cubicBezTo>
                  <a:lnTo>
                    <a:pt x="-2125" y="152401"/>
                  </a:lnTo>
                  <a:cubicBezTo>
                    <a:pt x="-2125" y="67275"/>
                    <a:pt x="63754" y="-1982"/>
                    <a:pt x="144738" y="-1982"/>
                  </a:cubicBezTo>
                  <a:lnTo>
                    <a:pt x="392453" y="-1982"/>
                  </a:lnTo>
                  <a:lnTo>
                    <a:pt x="392453" y="8571"/>
                  </a:lnTo>
                  <a:lnTo>
                    <a:pt x="144738" y="8571"/>
                  </a:lnTo>
                  <a:cubicBezTo>
                    <a:pt x="69572" y="8571"/>
                    <a:pt x="8428" y="73092"/>
                    <a:pt x="8428" y="152401"/>
                  </a:cubicBezTo>
                  <a:lnTo>
                    <a:pt x="8428" y="238490"/>
                  </a:lnTo>
                  <a:cubicBezTo>
                    <a:pt x="8428" y="317798"/>
                    <a:pt x="69572" y="382319"/>
                    <a:pt x="144738" y="382319"/>
                  </a:cubicBezTo>
                  <a:lnTo>
                    <a:pt x="392453" y="382319"/>
                  </a:lnTo>
                  <a:lnTo>
                    <a:pt x="392453" y="392873"/>
                  </a:lnTo>
                  <a:close/>
                </a:path>
              </a:pathLst>
            </a:custGeom>
            <a:solidFill>
              <a:srgbClr val="002163"/>
            </a:solidFill>
            <a:ln w="1313" cap="flat">
              <a:noFill/>
              <a:prstDash val="solid"/>
              <a:round/>
            </a:ln>
          </p:spPr>
          <p:txBody>
            <a:bodyPr/>
            <a:lstStyle/>
            <a:p>
              <a:endParaRPr lang="en-US" b="1"/>
            </a:p>
          </p:txBody>
        </p:sp>
        <p:sp>
          <p:nvSpPr>
            <p:cNvPr id="1919" name="Freeform: Shape 1918">
              <a:extLst>
                <a:ext uri="{FF2B5EF4-FFF2-40B4-BE49-F238E27FC236}">
                  <a16:creationId xmlns:a16="http://schemas.microsoft.com/office/drawing/2014/main" id="{5816D24A-3BAD-50B7-98E6-F5745A4CDE91}"/>
                </a:ext>
              </a:extLst>
            </p:cNvPr>
            <p:cNvSpPr/>
            <p:nvPr/>
          </p:nvSpPr>
          <p:spPr>
            <a:xfrm>
              <a:off x="10232076" y="3163704"/>
              <a:ext cx="130033" cy="143001"/>
            </a:xfrm>
            <a:custGeom>
              <a:avLst/>
              <a:gdLst>
                <a:gd name="csX0" fmla="*/ 7870 w 117213"/>
                <a:gd name="csY0" fmla="*/ 8047 h 128903"/>
                <a:gd name="csX1" fmla="*/ 96796 w 117213"/>
                <a:gd name="csY1" fmla="*/ 29338 h 128903"/>
                <a:gd name="csX2" fmla="*/ 96545 w 117213"/>
                <a:gd name="csY2" fmla="*/ 120770 h 128903"/>
                <a:gd name="csX3" fmla="*/ 33396 w 117213"/>
                <a:gd name="csY3" fmla="*/ 79216 h 128903"/>
                <a:gd name="csX4" fmla="*/ 7870 w 117213"/>
                <a:gd name="csY4" fmla="*/ 8047 h 128903"/>
              </a:gdLst>
              <a:ahLst/>
              <a:cxnLst>
                <a:cxn ang="0">
                  <a:pos x="csX0" y="csY0"/>
                </a:cxn>
                <a:cxn ang="0">
                  <a:pos x="csX1" y="csY1"/>
                </a:cxn>
                <a:cxn ang="0">
                  <a:pos x="csX2" y="csY2"/>
                </a:cxn>
                <a:cxn ang="0">
                  <a:pos x="csX3" y="csY3"/>
                </a:cxn>
                <a:cxn ang="0">
                  <a:pos x="csX4" y="csY4"/>
                </a:cxn>
              </a:cxnLst>
              <a:rect l="l" t="t" r="r" b="b"/>
              <a:pathLst>
                <a:path w="117213" h="128903">
                  <a:moveTo>
                    <a:pt x="7870" y="8047"/>
                  </a:moveTo>
                  <a:cubicBezTo>
                    <a:pt x="32486" y="-11318"/>
                    <a:pt x="72299" y="-1794"/>
                    <a:pt x="96796" y="29338"/>
                  </a:cubicBezTo>
                  <a:cubicBezTo>
                    <a:pt x="121279" y="60458"/>
                    <a:pt x="121174" y="101391"/>
                    <a:pt x="96545" y="120770"/>
                  </a:cubicBezTo>
                  <a:cubicBezTo>
                    <a:pt x="71929" y="140135"/>
                    <a:pt x="57880" y="110336"/>
                    <a:pt x="33396" y="79216"/>
                  </a:cubicBezTo>
                  <a:cubicBezTo>
                    <a:pt x="8899" y="48084"/>
                    <a:pt x="-16759" y="27425"/>
                    <a:pt x="7870" y="8047"/>
                  </a:cubicBezTo>
                  <a:close/>
                </a:path>
              </a:pathLst>
            </a:custGeom>
            <a:solidFill>
              <a:srgbClr val="2060FF"/>
            </a:solidFill>
            <a:ln w="1313" cap="flat">
              <a:noFill/>
              <a:prstDash val="solid"/>
              <a:round/>
            </a:ln>
          </p:spPr>
          <p:txBody>
            <a:bodyPr/>
            <a:lstStyle/>
            <a:p>
              <a:endParaRPr lang="en-US" b="1"/>
            </a:p>
          </p:txBody>
        </p:sp>
        <p:sp>
          <p:nvSpPr>
            <p:cNvPr id="64" name="Freeform: Shape 63">
              <a:extLst>
                <a:ext uri="{FF2B5EF4-FFF2-40B4-BE49-F238E27FC236}">
                  <a16:creationId xmlns:a16="http://schemas.microsoft.com/office/drawing/2014/main" id="{BAB66212-8FA5-2658-FA45-C557273B9BCD}"/>
                </a:ext>
              </a:extLst>
            </p:cNvPr>
            <p:cNvSpPr/>
            <p:nvPr/>
          </p:nvSpPr>
          <p:spPr>
            <a:xfrm rot="18398793">
              <a:off x="10520255" y="3449985"/>
              <a:ext cx="98871" cy="49435"/>
            </a:xfrm>
            <a:custGeom>
              <a:avLst/>
              <a:gdLst>
                <a:gd name="csX0" fmla="*/ 86998 w 89123"/>
                <a:gd name="csY0" fmla="*/ -1982 h 44561"/>
                <a:gd name="csX1" fmla="*/ 42437 w 89123"/>
                <a:gd name="csY1" fmla="*/ 42580 h 44561"/>
                <a:gd name="csX2" fmla="*/ -2125 w 89123"/>
                <a:gd name="csY2" fmla="*/ -1982 h 44561"/>
                <a:gd name="csX3" fmla="*/ 86998 w 89123"/>
                <a:gd name="csY3" fmla="*/ -1982 h 44561"/>
              </a:gdLst>
              <a:ahLst/>
              <a:cxnLst>
                <a:cxn ang="0">
                  <a:pos x="csX0" y="csY0"/>
                </a:cxn>
                <a:cxn ang="0">
                  <a:pos x="csX1" y="csY1"/>
                </a:cxn>
                <a:cxn ang="0">
                  <a:pos x="csX2" y="csY2"/>
                </a:cxn>
                <a:cxn ang="0">
                  <a:pos x="csX3" y="csY3"/>
                </a:cxn>
              </a:cxnLst>
              <a:rect l="l" t="t" r="r" b="b"/>
              <a:pathLst>
                <a:path w="89123" h="44561">
                  <a:moveTo>
                    <a:pt x="86998" y="-1982"/>
                  </a:moveTo>
                  <a:cubicBezTo>
                    <a:pt x="86998" y="22621"/>
                    <a:pt x="67052" y="42580"/>
                    <a:pt x="42437" y="42580"/>
                  </a:cubicBezTo>
                  <a:cubicBezTo>
                    <a:pt x="17821" y="42580"/>
                    <a:pt x="-2125" y="22621"/>
                    <a:pt x="-2125" y="-1982"/>
                  </a:cubicBezTo>
                  <a:lnTo>
                    <a:pt x="86998" y="-1982"/>
                  </a:lnTo>
                  <a:close/>
                </a:path>
              </a:pathLst>
            </a:custGeom>
            <a:solidFill>
              <a:srgbClr val="2060FF"/>
            </a:solidFill>
            <a:ln w="1313" cap="flat">
              <a:noFill/>
              <a:prstDash val="solid"/>
              <a:round/>
            </a:ln>
          </p:spPr>
          <p:txBody>
            <a:bodyPr/>
            <a:lstStyle/>
            <a:p>
              <a:endParaRPr lang="en-US" b="1"/>
            </a:p>
          </p:txBody>
        </p:sp>
        <p:sp>
          <p:nvSpPr>
            <p:cNvPr id="65" name="Freeform: Shape 64">
              <a:extLst>
                <a:ext uri="{FF2B5EF4-FFF2-40B4-BE49-F238E27FC236}">
                  <a16:creationId xmlns:a16="http://schemas.microsoft.com/office/drawing/2014/main" id="{F664EE60-0BBC-CA2D-F1D5-F9517CE0B750}"/>
                </a:ext>
              </a:extLst>
            </p:cNvPr>
            <p:cNvSpPr/>
            <p:nvPr/>
          </p:nvSpPr>
          <p:spPr>
            <a:xfrm>
              <a:off x="9816730" y="2705766"/>
              <a:ext cx="600672" cy="438024"/>
            </a:xfrm>
            <a:custGeom>
              <a:avLst/>
              <a:gdLst>
                <a:gd name="csX0" fmla="*/ 392452 w 541454"/>
                <a:gd name="csY0" fmla="*/ -1982 h 394841"/>
                <a:gd name="csX1" fmla="*/ 144751 w 541454"/>
                <a:gd name="csY1" fmla="*/ -1982 h 394841"/>
                <a:gd name="csX2" fmla="*/ -2125 w 541454"/>
                <a:gd name="csY2" fmla="*/ 152388 h 394841"/>
                <a:gd name="csX3" fmla="*/ -2125 w 541454"/>
                <a:gd name="csY3" fmla="*/ 238490 h 394841"/>
                <a:gd name="csX4" fmla="*/ 144751 w 541454"/>
                <a:gd name="csY4" fmla="*/ 392859 h 394841"/>
                <a:gd name="csX5" fmla="*/ 392452 w 541454"/>
                <a:gd name="csY5" fmla="*/ 392859 h 394841"/>
                <a:gd name="csX6" fmla="*/ 539329 w 541454"/>
                <a:gd name="csY6" fmla="*/ 238490 h 394841"/>
                <a:gd name="csX7" fmla="*/ 539329 w 541454"/>
                <a:gd name="csY7" fmla="*/ 152388 h 394841"/>
                <a:gd name="csX8" fmla="*/ 392452 w 541454"/>
                <a:gd name="csY8" fmla="*/ -1982 h 3948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1454" h="394841">
                  <a:moveTo>
                    <a:pt x="392452" y="-1982"/>
                  </a:moveTo>
                  <a:lnTo>
                    <a:pt x="144751" y="-1982"/>
                  </a:lnTo>
                  <a:cubicBezTo>
                    <a:pt x="63754" y="-1982"/>
                    <a:pt x="-2125" y="67275"/>
                    <a:pt x="-2125" y="152388"/>
                  </a:cubicBezTo>
                  <a:lnTo>
                    <a:pt x="-2125" y="238490"/>
                  </a:lnTo>
                  <a:cubicBezTo>
                    <a:pt x="-2125" y="323603"/>
                    <a:pt x="63754" y="392859"/>
                    <a:pt x="144751" y="392859"/>
                  </a:cubicBezTo>
                  <a:lnTo>
                    <a:pt x="392452" y="392859"/>
                  </a:lnTo>
                  <a:cubicBezTo>
                    <a:pt x="473436" y="392859"/>
                    <a:pt x="539329" y="323603"/>
                    <a:pt x="539329" y="238490"/>
                  </a:cubicBezTo>
                  <a:lnTo>
                    <a:pt x="539329" y="152388"/>
                  </a:lnTo>
                  <a:cubicBezTo>
                    <a:pt x="539329" y="67275"/>
                    <a:pt x="473436" y="-1982"/>
                    <a:pt x="392452" y="-1982"/>
                  </a:cubicBezTo>
                  <a:close/>
                </a:path>
              </a:pathLst>
            </a:custGeom>
            <a:solidFill>
              <a:srgbClr val="B8D4FF"/>
            </a:solidFill>
            <a:ln w="1313" cap="flat">
              <a:noFill/>
              <a:prstDash val="solid"/>
              <a:round/>
            </a:ln>
          </p:spPr>
          <p:txBody>
            <a:bodyPr/>
            <a:lstStyle/>
            <a:p>
              <a:endParaRPr lang="en-US" b="1"/>
            </a:p>
          </p:txBody>
        </p:sp>
        <p:sp>
          <p:nvSpPr>
            <p:cNvPr id="68" name="Freeform: Shape 67">
              <a:extLst>
                <a:ext uri="{FF2B5EF4-FFF2-40B4-BE49-F238E27FC236}">
                  <a16:creationId xmlns:a16="http://schemas.microsoft.com/office/drawing/2014/main" id="{8F8553EE-F8D5-926D-D222-51200F60CA7B}"/>
                </a:ext>
              </a:extLst>
            </p:cNvPr>
            <p:cNvSpPr/>
            <p:nvPr/>
          </p:nvSpPr>
          <p:spPr>
            <a:xfrm>
              <a:off x="9889755" y="2782362"/>
              <a:ext cx="454591" cy="284831"/>
            </a:xfrm>
            <a:custGeom>
              <a:avLst/>
              <a:gdLst>
                <a:gd name="csX0" fmla="*/ 326626 w 409774"/>
                <a:gd name="csY0" fmla="*/ 254768 h 256750"/>
                <a:gd name="csX1" fmla="*/ 407649 w 409774"/>
                <a:gd name="csY1" fmla="*/ 169444 h 256750"/>
                <a:gd name="csX2" fmla="*/ 407649 w 409774"/>
                <a:gd name="csY2" fmla="*/ 83355 h 256750"/>
                <a:gd name="csX3" fmla="*/ 326626 w 409774"/>
                <a:gd name="csY3" fmla="*/ -1982 h 256750"/>
                <a:gd name="csX4" fmla="*/ 78925 w 409774"/>
                <a:gd name="csY4" fmla="*/ -1982 h 256750"/>
                <a:gd name="csX5" fmla="*/ -2125 w 409774"/>
                <a:gd name="csY5" fmla="*/ 83355 h 256750"/>
                <a:gd name="csX6" fmla="*/ -2125 w 409774"/>
                <a:gd name="csY6" fmla="*/ 169444 h 256750"/>
                <a:gd name="csX7" fmla="*/ 78925 w 409774"/>
                <a:gd name="csY7" fmla="*/ 254768 h 256750"/>
                <a:gd name="csX8" fmla="*/ 326626 w 409774"/>
                <a:gd name="csY8" fmla="*/ 254768 h 2567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09774" h="256750">
                  <a:moveTo>
                    <a:pt x="326626" y="254768"/>
                  </a:moveTo>
                  <a:cubicBezTo>
                    <a:pt x="371306" y="254768"/>
                    <a:pt x="407649" y="216499"/>
                    <a:pt x="407649" y="169444"/>
                  </a:cubicBezTo>
                  <a:lnTo>
                    <a:pt x="407649" y="83355"/>
                  </a:lnTo>
                  <a:cubicBezTo>
                    <a:pt x="407649" y="36300"/>
                    <a:pt x="371306" y="-1982"/>
                    <a:pt x="326626" y="-1982"/>
                  </a:cubicBezTo>
                  <a:lnTo>
                    <a:pt x="78925" y="-1982"/>
                  </a:lnTo>
                  <a:cubicBezTo>
                    <a:pt x="34231" y="-1982"/>
                    <a:pt x="-2125" y="36300"/>
                    <a:pt x="-2125" y="83355"/>
                  </a:cubicBezTo>
                  <a:lnTo>
                    <a:pt x="-2125" y="169444"/>
                  </a:lnTo>
                  <a:cubicBezTo>
                    <a:pt x="-2125" y="216499"/>
                    <a:pt x="34231" y="254768"/>
                    <a:pt x="78925" y="254768"/>
                  </a:cubicBezTo>
                  <a:lnTo>
                    <a:pt x="326626" y="254768"/>
                  </a:lnTo>
                  <a:close/>
                </a:path>
              </a:pathLst>
            </a:custGeom>
            <a:solidFill>
              <a:srgbClr val="002163"/>
            </a:solidFill>
            <a:ln w="1313" cap="flat">
              <a:noFill/>
              <a:prstDash val="solid"/>
              <a:round/>
            </a:ln>
          </p:spPr>
          <p:txBody>
            <a:bodyPr/>
            <a:lstStyle/>
            <a:p>
              <a:endParaRPr lang="en-US" b="1"/>
            </a:p>
          </p:txBody>
        </p:sp>
        <p:sp>
          <p:nvSpPr>
            <p:cNvPr id="74" name="Freeform: Shape 73">
              <a:extLst>
                <a:ext uri="{FF2B5EF4-FFF2-40B4-BE49-F238E27FC236}">
                  <a16:creationId xmlns:a16="http://schemas.microsoft.com/office/drawing/2014/main" id="{DEDFA7E3-9537-DDEB-DE1B-02B4DE18B516}"/>
                </a:ext>
              </a:extLst>
            </p:cNvPr>
            <p:cNvSpPr/>
            <p:nvPr/>
          </p:nvSpPr>
          <p:spPr>
            <a:xfrm>
              <a:off x="9825451" y="3167395"/>
              <a:ext cx="490964" cy="523519"/>
            </a:xfrm>
            <a:custGeom>
              <a:avLst/>
              <a:gdLst>
                <a:gd name="csX0" fmla="*/ 216396 w 442562"/>
                <a:gd name="csY0" fmla="*/ 469925 h 471907"/>
                <a:gd name="csX1" fmla="*/ 436909 w 442562"/>
                <a:gd name="csY1" fmla="*/ 195867 h 471907"/>
                <a:gd name="csX2" fmla="*/ 438953 w 442562"/>
                <a:gd name="csY2" fmla="*/ 129566 h 471907"/>
                <a:gd name="csX3" fmla="*/ 219430 w 442562"/>
                <a:gd name="csY3" fmla="*/ -1982 h 471907"/>
                <a:gd name="csX4" fmla="*/ -2125 w 442562"/>
                <a:gd name="csY4" fmla="*/ 164999 h 471907"/>
                <a:gd name="csX5" fmla="*/ 216396 w 442562"/>
                <a:gd name="csY5" fmla="*/ 469925 h 471907"/>
              </a:gdLst>
              <a:ahLst/>
              <a:cxnLst>
                <a:cxn ang="0">
                  <a:pos x="csX0" y="csY0"/>
                </a:cxn>
                <a:cxn ang="0">
                  <a:pos x="csX1" y="csY1"/>
                </a:cxn>
                <a:cxn ang="0">
                  <a:pos x="csX2" y="csY2"/>
                </a:cxn>
                <a:cxn ang="0">
                  <a:pos x="csX3" y="csY3"/>
                </a:cxn>
                <a:cxn ang="0">
                  <a:pos x="csX4" y="csY4"/>
                </a:cxn>
                <a:cxn ang="0">
                  <a:pos x="csX5" y="csY5"/>
                </a:cxn>
              </a:cxnLst>
              <a:rect l="l" t="t" r="r" b="b"/>
              <a:pathLst>
                <a:path w="442562" h="471907">
                  <a:moveTo>
                    <a:pt x="216396" y="469925"/>
                  </a:moveTo>
                  <a:cubicBezTo>
                    <a:pt x="376530" y="469925"/>
                    <a:pt x="424297" y="273369"/>
                    <a:pt x="436909" y="195867"/>
                  </a:cubicBezTo>
                  <a:cubicBezTo>
                    <a:pt x="440484" y="173930"/>
                    <a:pt x="441657" y="151622"/>
                    <a:pt x="438953" y="129566"/>
                  </a:cubicBezTo>
                  <a:cubicBezTo>
                    <a:pt x="424284" y="9746"/>
                    <a:pt x="331599" y="-1982"/>
                    <a:pt x="219430" y="-1982"/>
                  </a:cubicBezTo>
                  <a:cubicBezTo>
                    <a:pt x="97063" y="-1982"/>
                    <a:pt x="-2125" y="1936"/>
                    <a:pt x="-2125" y="164999"/>
                  </a:cubicBezTo>
                  <a:cubicBezTo>
                    <a:pt x="-2125" y="164999"/>
                    <a:pt x="-2125" y="469925"/>
                    <a:pt x="216396" y="469925"/>
                  </a:cubicBezTo>
                  <a:close/>
                </a:path>
              </a:pathLst>
            </a:custGeom>
            <a:solidFill>
              <a:srgbClr val="B8D4FF"/>
            </a:solidFill>
            <a:ln w="1313" cap="flat">
              <a:noFill/>
              <a:prstDash val="solid"/>
              <a:round/>
            </a:ln>
          </p:spPr>
          <p:txBody>
            <a:bodyPr/>
            <a:lstStyle/>
            <a:p>
              <a:endParaRPr lang="en-US" b="1"/>
            </a:p>
          </p:txBody>
        </p:sp>
        <p:sp>
          <p:nvSpPr>
            <p:cNvPr id="75" name="Freeform: Shape 74">
              <a:extLst>
                <a:ext uri="{FF2B5EF4-FFF2-40B4-BE49-F238E27FC236}">
                  <a16:creationId xmlns:a16="http://schemas.microsoft.com/office/drawing/2014/main" id="{5758B8D2-7944-B3DB-6744-5978012539B1}"/>
                </a:ext>
              </a:extLst>
            </p:cNvPr>
            <p:cNvSpPr/>
            <p:nvPr/>
          </p:nvSpPr>
          <p:spPr>
            <a:xfrm>
              <a:off x="9953965" y="3181397"/>
              <a:ext cx="265496" cy="126634"/>
            </a:xfrm>
            <a:custGeom>
              <a:avLst/>
              <a:gdLst>
                <a:gd name="csX0" fmla="*/ 183318 w 239321"/>
                <a:gd name="csY0" fmla="*/ 112169 h 114150"/>
                <a:gd name="csX1" fmla="*/ 70423 w 239321"/>
                <a:gd name="csY1" fmla="*/ 112169 h 114150"/>
                <a:gd name="csX2" fmla="*/ 44844 w 239321"/>
                <a:gd name="csY2" fmla="*/ 96510 h 114150"/>
                <a:gd name="csX3" fmla="*/ -1551 w 239321"/>
                <a:gd name="csY3" fmla="*/ 5698 h 114150"/>
                <a:gd name="csX4" fmla="*/ 758 w 239321"/>
                <a:gd name="csY4" fmla="*/ -1399 h 114150"/>
                <a:gd name="csX5" fmla="*/ 7855 w 239321"/>
                <a:gd name="csY5" fmla="*/ 896 h 114150"/>
                <a:gd name="csX6" fmla="*/ 54237 w 239321"/>
                <a:gd name="csY6" fmla="*/ 91708 h 114150"/>
                <a:gd name="csX7" fmla="*/ 70423 w 239321"/>
                <a:gd name="csY7" fmla="*/ 101615 h 114150"/>
                <a:gd name="csX8" fmla="*/ 183318 w 239321"/>
                <a:gd name="csY8" fmla="*/ 101615 h 114150"/>
                <a:gd name="csX9" fmla="*/ 200705 w 239321"/>
                <a:gd name="csY9" fmla="*/ 88727 h 114150"/>
                <a:gd name="csX10" fmla="*/ 200757 w 239321"/>
                <a:gd name="csY10" fmla="*/ 88568 h 114150"/>
                <a:gd name="csX11" fmla="*/ 226917 w 239321"/>
                <a:gd name="csY11" fmla="*/ 10988 h 114150"/>
                <a:gd name="csX12" fmla="*/ 233605 w 239321"/>
                <a:gd name="csY12" fmla="*/ 7677 h 114150"/>
                <a:gd name="csX13" fmla="*/ 236916 w 239321"/>
                <a:gd name="csY13" fmla="*/ 14365 h 114150"/>
                <a:gd name="csX14" fmla="*/ 210783 w 239321"/>
                <a:gd name="csY14" fmla="*/ 91880 h 114150"/>
                <a:gd name="csX15" fmla="*/ 183318 w 239321"/>
                <a:gd name="csY15" fmla="*/ 112169 h 1141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39321" h="114150">
                  <a:moveTo>
                    <a:pt x="183318" y="112169"/>
                  </a:moveTo>
                  <a:lnTo>
                    <a:pt x="70423" y="112169"/>
                  </a:lnTo>
                  <a:cubicBezTo>
                    <a:pt x="59580" y="112169"/>
                    <a:pt x="49778" y="106166"/>
                    <a:pt x="44844" y="96510"/>
                  </a:cubicBezTo>
                  <a:lnTo>
                    <a:pt x="-1551" y="5698"/>
                  </a:lnTo>
                  <a:cubicBezTo>
                    <a:pt x="-2870" y="3100"/>
                    <a:pt x="-1841" y="-80"/>
                    <a:pt x="758" y="-1399"/>
                  </a:cubicBezTo>
                  <a:cubicBezTo>
                    <a:pt x="3343" y="-2731"/>
                    <a:pt x="6522" y="-1702"/>
                    <a:pt x="7855" y="896"/>
                  </a:cubicBezTo>
                  <a:lnTo>
                    <a:pt x="54237" y="91708"/>
                  </a:lnTo>
                  <a:cubicBezTo>
                    <a:pt x="57363" y="97816"/>
                    <a:pt x="63563" y="101615"/>
                    <a:pt x="70423" y="101615"/>
                  </a:cubicBezTo>
                  <a:lnTo>
                    <a:pt x="183318" y="101615"/>
                  </a:lnTo>
                  <a:cubicBezTo>
                    <a:pt x="191378" y="101615"/>
                    <a:pt x="198370" y="96431"/>
                    <a:pt x="200705" y="88727"/>
                  </a:cubicBezTo>
                  <a:cubicBezTo>
                    <a:pt x="200718" y="88674"/>
                    <a:pt x="200744" y="88621"/>
                    <a:pt x="200757" y="88568"/>
                  </a:cubicBezTo>
                  <a:lnTo>
                    <a:pt x="226917" y="10988"/>
                  </a:lnTo>
                  <a:cubicBezTo>
                    <a:pt x="227840" y="8231"/>
                    <a:pt x="230835" y="6740"/>
                    <a:pt x="233605" y="7677"/>
                  </a:cubicBezTo>
                  <a:cubicBezTo>
                    <a:pt x="236362" y="8614"/>
                    <a:pt x="237853" y="11608"/>
                    <a:pt x="236916" y="14365"/>
                  </a:cubicBezTo>
                  <a:lnTo>
                    <a:pt x="210783" y="91880"/>
                  </a:lnTo>
                  <a:cubicBezTo>
                    <a:pt x="207050" y="104016"/>
                    <a:pt x="196035" y="112169"/>
                    <a:pt x="183318" y="112169"/>
                  </a:cubicBezTo>
                  <a:close/>
                </a:path>
              </a:pathLst>
            </a:custGeom>
            <a:solidFill>
              <a:srgbClr val="002163"/>
            </a:solidFill>
            <a:ln w="1313" cap="flat">
              <a:noFill/>
              <a:prstDash val="solid"/>
              <a:round/>
            </a:ln>
          </p:spPr>
          <p:txBody>
            <a:bodyPr/>
            <a:lstStyle/>
            <a:p>
              <a:endParaRPr lang="en-US" b="1"/>
            </a:p>
          </p:txBody>
        </p:sp>
        <p:sp>
          <p:nvSpPr>
            <p:cNvPr id="76" name="Freeform: Shape 75">
              <a:extLst>
                <a:ext uri="{FF2B5EF4-FFF2-40B4-BE49-F238E27FC236}">
                  <a16:creationId xmlns:a16="http://schemas.microsoft.com/office/drawing/2014/main" id="{CE12BCF1-4296-0F68-81D2-ECA6CCC54348}"/>
                </a:ext>
              </a:extLst>
            </p:cNvPr>
            <p:cNvSpPr/>
            <p:nvPr/>
          </p:nvSpPr>
          <p:spPr>
            <a:xfrm>
              <a:off x="10063564" y="3296325"/>
              <a:ext cx="52594" cy="385268"/>
            </a:xfrm>
            <a:custGeom>
              <a:avLst/>
              <a:gdLst>
                <a:gd name="csX0" fmla="*/ 3156 w 47409"/>
                <a:gd name="csY0" fmla="*/ 345304 h 347286"/>
                <a:gd name="csX1" fmla="*/ 1178 w 47409"/>
                <a:gd name="csY1" fmla="*/ 344922 h 347286"/>
                <a:gd name="csX2" fmla="*/ -1738 w 47409"/>
                <a:gd name="csY2" fmla="*/ 338049 h 347286"/>
                <a:gd name="csX3" fmla="*/ 32363 w 47409"/>
                <a:gd name="csY3" fmla="*/ 3691 h 347286"/>
                <a:gd name="csX4" fmla="*/ 37231 w 47409"/>
                <a:gd name="csY4" fmla="*/ -1968 h 347286"/>
                <a:gd name="csX5" fmla="*/ 42890 w 47409"/>
                <a:gd name="csY5" fmla="*/ 2900 h 347286"/>
                <a:gd name="csX6" fmla="*/ 44565 w 47409"/>
                <a:gd name="csY6" fmla="*/ 125187 h 347286"/>
                <a:gd name="csX7" fmla="*/ 8050 w 47409"/>
                <a:gd name="csY7" fmla="*/ 342006 h 347286"/>
                <a:gd name="csX8" fmla="*/ 3156 w 47409"/>
                <a:gd name="csY8" fmla="*/ 345304 h 3472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409" h="347286">
                  <a:moveTo>
                    <a:pt x="3156" y="345304"/>
                  </a:moveTo>
                  <a:cubicBezTo>
                    <a:pt x="2497" y="345304"/>
                    <a:pt x="1824" y="345185"/>
                    <a:pt x="1178" y="344922"/>
                  </a:cubicBezTo>
                  <a:cubicBezTo>
                    <a:pt x="-1527" y="343827"/>
                    <a:pt x="-2833" y="340740"/>
                    <a:pt x="-1738" y="338049"/>
                  </a:cubicBezTo>
                  <a:cubicBezTo>
                    <a:pt x="47612" y="216249"/>
                    <a:pt x="32521" y="5802"/>
                    <a:pt x="32363" y="3691"/>
                  </a:cubicBezTo>
                  <a:cubicBezTo>
                    <a:pt x="32138" y="789"/>
                    <a:pt x="34329" y="-1744"/>
                    <a:pt x="37231" y="-1968"/>
                  </a:cubicBezTo>
                  <a:cubicBezTo>
                    <a:pt x="40159" y="-2179"/>
                    <a:pt x="42665" y="-2"/>
                    <a:pt x="42890" y="2900"/>
                  </a:cubicBezTo>
                  <a:cubicBezTo>
                    <a:pt x="42929" y="3441"/>
                    <a:pt x="46861" y="57065"/>
                    <a:pt x="44565" y="125187"/>
                  </a:cubicBezTo>
                  <a:cubicBezTo>
                    <a:pt x="42428" y="188243"/>
                    <a:pt x="34368" y="277037"/>
                    <a:pt x="8050" y="342006"/>
                  </a:cubicBezTo>
                  <a:cubicBezTo>
                    <a:pt x="7219" y="344064"/>
                    <a:pt x="5241" y="345304"/>
                    <a:pt x="3156" y="345304"/>
                  </a:cubicBezTo>
                  <a:close/>
                </a:path>
              </a:pathLst>
            </a:custGeom>
            <a:solidFill>
              <a:srgbClr val="002163"/>
            </a:solidFill>
            <a:ln w="1313" cap="flat">
              <a:noFill/>
              <a:prstDash val="solid"/>
              <a:round/>
            </a:ln>
          </p:spPr>
          <p:txBody>
            <a:bodyPr/>
            <a:lstStyle/>
            <a:p>
              <a:endParaRPr lang="en-US" b="1"/>
            </a:p>
          </p:txBody>
        </p:sp>
        <p:sp>
          <p:nvSpPr>
            <p:cNvPr id="77" name="Freeform: Shape 76">
              <a:extLst>
                <a:ext uri="{FF2B5EF4-FFF2-40B4-BE49-F238E27FC236}">
                  <a16:creationId xmlns:a16="http://schemas.microsoft.com/office/drawing/2014/main" id="{969A1570-ACDA-8506-996D-2F324B130252}"/>
                </a:ext>
              </a:extLst>
            </p:cNvPr>
            <p:cNvSpPr/>
            <p:nvPr/>
          </p:nvSpPr>
          <p:spPr>
            <a:xfrm>
              <a:off x="9987251" y="2900228"/>
              <a:ext cx="49097" cy="49098"/>
            </a:xfrm>
            <a:custGeom>
              <a:avLst/>
              <a:gdLst>
                <a:gd name="csX0" fmla="*/ -2125 w 44257"/>
                <a:gd name="csY0" fmla="*/ 20154 h 44258"/>
                <a:gd name="csX1" fmla="*/ 19997 w 44257"/>
                <a:gd name="csY1" fmla="*/ -1982 h 44258"/>
                <a:gd name="csX2" fmla="*/ 42133 w 44257"/>
                <a:gd name="csY2" fmla="*/ 20154 h 44258"/>
                <a:gd name="csX3" fmla="*/ 19997 w 44257"/>
                <a:gd name="csY3" fmla="*/ 42276 h 44258"/>
                <a:gd name="csX4" fmla="*/ -2125 w 44257"/>
                <a:gd name="csY4" fmla="*/ 20154 h 44258"/>
              </a:gdLst>
              <a:ahLst/>
              <a:cxnLst>
                <a:cxn ang="0">
                  <a:pos x="csX0" y="csY0"/>
                </a:cxn>
                <a:cxn ang="0">
                  <a:pos x="csX1" y="csY1"/>
                </a:cxn>
                <a:cxn ang="0">
                  <a:pos x="csX2" y="csY2"/>
                </a:cxn>
                <a:cxn ang="0">
                  <a:pos x="csX3" y="csY3"/>
                </a:cxn>
                <a:cxn ang="0">
                  <a:pos x="csX4" y="csY4"/>
                </a:cxn>
              </a:cxnLst>
              <a:rect l="l" t="t" r="r" b="b"/>
              <a:pathLst>
                <a:path w="44257" h="44258">
                  <a:moveTo>
                    <a:pt x="-2125" y="20154"/>
                  </a:moveTo>
                  <a:cubicBezTo>
                    <a:pt x="-2125" y="7925"/>
                    <a:pt x="7782" y="-1982"/>
                    <a:pt x="19997" y="-1982"/>
                  </a:cubicBezTo>
                  <a:cubicBezTo>
                    <a:pt x="32226" y="-1982"/>
                    <a:pt x="42133" y="7925"/>
                    <a:pt x="42133" y="20154"/>
                  </a:cubicBezTo>
                  <a:cubicBezTo>
                    <a:pt x="42133" y="32369"/>
                    <a:pt x="32226" y="42276"/>
                    <a:pt x="19997" y="42276"/>
                  </a:cubicBezTo>
                  <a:cubicBezTo>
                    <a:pt x="7782" y="42276"/>
                    <a:pt x="-2125" y="32369"/>
                    <a:pt x="-2125" y="20154"/>
                  </a:cubicBezTo>
                  <a:close/>
                </a:path>
              </a:pathLst>
            </a:custGeom>
            <a:solidFill>
              <a:srgbClr val="FFFFFF"/>
            </a:solidFill>
            <a:ln w="1313" cap="flat">
              <a:noFill/>
              <a:prstDash val="solid"/>
              <a:round/>
            </a:ln>
          </p:spPr>
          <p:txBody>
            <a:bodyPr/>
            <a:lstStyle/>
            <a:p>
              <a:endParaRPr lang="en-US" b="1"/>
            </a:p>
          </p:txBody>
        </p:sp>
        <p:sp>
          <p:nvSpPr>
            <p:cNvPr id="79" name="Freeform: Shape 78">
              <a:extLst>
                <a:ext uri="{FF2B5EF4-FFF2-40B4-BE49-F238E27FC236}">
                  <a16:creationId xmlns:a16="http://schemas.microsoft.com/office/drawing/2014/main" id="{9F037561-6597-7B8A-82C5-652DFF89EF0B}"/>
                </a:ext>
              </a:extLst>
            </p:cNvPr>
            <p:cNvSpPr/>
            <p:nvPr/>
          </p:nvSpPr>
          <p:spPr>
            <a:xfrm>
              <a:off x="10207250" y="2900228"/>
              <a:ext cx="49098" cy="49098"/>
            </a:xfrm>
            <a:custGeom>
              <a:avLst/>
              <a:gdLst>
                <a:gd name="csX0" fmla="*/ -2125 w 44258"/>
                <a:gd name="csY0" fmla="*/ 20154 h 44258"/>
                <a:gd name="csX1" fmla="*/ 19997 w 44258"/>
                <a:gd name="csY1" fmla="*/ -1982 h 44258"/>
                <a:gd name="csX2" fmla="*/ 42133 w 44258"/>
                <a:gd name="csY2" fmla="*/ 20154 h 44258"/>
                <a:gd name="csX3" fmla="*/ 19997 w 44258"/>
                <a:gd name="csY3" fmla="*/ 42276 h 44258"/>
                <a:gd name="csX4" fmla="*/ -2125 w 44258"/>
                <a:gd name="csY4" fmla="*/ 20154 h 44258"/>
              </a:gdLst>
              <a:ahLst/>
              <a:cxnLst>
                <a:cxn ang="0">
                  <a:pos x="csX0" y="csY0"/>
                </a:cxn>
                <a:cxn ang="0">
                  <a:pos x="csX1" y="csY1"/>
                </a:cxn>
                <a:cxn ang="0">
                  <a:pos x="csX2" y="csY2"/>
                </a:cxn>
                <a:cxn ang="0">
                  <a:pos x="csX3" y="csY3"/>
                </a:cxn>
                <a:cxn ang="0">
                  <a:pos x="csX4" y="csY4"/>
                </a:cxn>
              </a:cxnLst>
              <a:rect l="l" t="t" r="r" b="b"/>
              <a:pathLst>
                <a:path w="44258" h="44258">
                  <a:moveTo>
                    <a:pt x="-2125" y="20154"/>
                  </a:moveTo>
                  <a:cubicBezTo>
                    <a:pt x="-2125" y="7925"/>
                    <a:pt x="7782" y="-1982"/>
                    <a:pt x="19997" y="-1982"/>
                  </a:cubicBezTo>
                  <a:cubicBezTo>
                    <a:pt x="32226" y="-1982"/>
                    <a:pt x="42133" y="7925"/>
                    <a:pt x="42133" y="20154"/>
                  </a:cubicBezTo>
                  <a:cubicBezTo>
                    <a:pt x="42133" y="32369"/>
                    <a:pt x="32226" y="42276"/>
                    <a:pt x="19997" y="42276"/>
                  </a:cubicBezTo>
                  <a:cubicBezTo>
                    <a:pt x="7782" y="42276"/>
                    <a:pt x="-2125" y="32369"/>
                    <a:pt x="-2125" y="20154"/>
                  </a:cubicBezTo>
                  <a:close/>
                </a:path>
              </a:pathLst>
            </a:custGeom>
            <a:solidFill>
              <a:srgbClr val="FFFFFF"/>
            </a:solidFill>
            <a:ln w="1313" cap="flat">
              <a:noFill/>
              <a:prstDash val="solid"/>
              <a:round/>
            </a:ln>
          </p:spPr>
          <p:txBody>
            <a:bodyPr/>
            <a:lstStyle/>
            <a:p>
              <a:endParaRPr lang="en-US" b="1"/>
            </a:p>
          </p:txBody>
        </p:sp>
        <p:sp>
          <p:nvSpPr>
            <p:cNvPr id="80" name="Freeform: Shape 79">
              <a:extLst>
                <a:ext uri="{FF2B5EF4-FFF2-40B4-BE49-F238E27FC236}">
                  <a16:creationId xmlns:a16="http://schemas.microsoft.com/office/drawing/2014/main" id="{47A1314E-E71A-7F5D-704B-EFC739D85DAC}"/>
                </a:ext>
              </a:extLst>
            </p:cNvPr>
            <p:cNvSpPr/>
            <p:nvPr/>
          </p:nvSpPr>
          <p:spPr>
            <a:xfrm>
              <a:off x="9449916" y="3201406"/>
              <a:ext cx="362948" cy="188697"/>
            </a:xfrm>
            <a:custGeom>
              <a:avLst/>
              <a:gdLst>
                <a:gd name="csX0" fmla="*/ 145781 w 327167"/>
                <a:gd name="csY0" fmla="*/ 168112 h 170094"/>
                <a:gd name="csX1" fmla="*/ 120914 w 327167"/>
                <a:gd name="csY1" fmla="*/ 165909 h 170094"/>
                <a:gd name="csX2" fmla="*/ 26791 w 327167"/>
                <a:gd name="csY2" fmla="*/ 95505 h 170094"/>
                <a:gd name="csX3" fmla="*/ -2125 w 327167"/>
                <a:gd name="csY3" fmla="*/ 3295 h 170094"/>
                <a:gd name="csX4" fmla="*/ 3152 w 327167"/>
                <a:gd name="csY4" fmla="*/ -1982 h 170094"/>
                <a:gd name="csX5" fmla="*/ 8428 w 327167"/>
                <a:gd name="csY5" fmla="*/ 3295 h 170094"/>
                <a:gd name="csX6" fmla="*/ 35827 w 327167"/>
                <a:gd name="csY6" fmla="*/ 90057 h 170094"/>
                <a:gd name="csX7" fmla="*/ 122814 w 327167"/>
                <a:gd name="csY7" fmla="*/ 155514 h 170094"/>
                <a:gd name="csX8" fmla="*/ 256169 w 327167"/>
                <a:gd name="csY8" fmla="*/ 118617 h 170094"/>
                <a:gd name="csX9" fmla="*/ 315795 w 327167"/>
                <a:gd name="csY9" fmla="*/ 67459 h 170094"/>
                <a:gd name="csX10" fmla="*/ 323249 w 327167"/>
                <a:gd name="csY10" fmla="*/ 66971 h 170094"/>
                <a:gd name="csX11" fmla="*/ 323737 w 327167"/>
                <a:gd name="csY11" fmla="*/ 74411 h 170094"/>
                <a:gd name="csX12" fmla="*/ 262290 w 327167"/>
                <a:gd name="csY12" fmla="*/ 127218 h 170094"/>
                <a:gd name="csX13" fmla="*/ 145781 w 327167"/>
                <a:gd name="csY13" fmla="*/ 168112 h 1700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27167" h="170094">
                  <a:moveTo>
                    <a:pt x="145781" y="168112"/>
                  </a:moveTo>
                  <a:cubicBezTo>
                    <a:pt x="137324" y="168112"/>
                    <a:pt x="129027" y="167387"/>
                    <a:pt x="120914" y="165909"/>
                  </a:cubicBezTo>
                  <a:cubicBezTo>
                    <a:pt x="72936" y="157163"/>
                    <a:pt x="43255" y="122799"/>
                    <a:pt x="26791" y="95505"/>
                  </a:cubicBezTo>
                  <a:cubicBezTo>
                    <a:pt x="5447" y="60111"/>
                    <a:pt x="-2125" y="23702"/>
                    <a:pt x="-2125" y="3295"/>
                  </a:cubicBezTo>
                  <a:cubicBezTo>
                    <a:pt x="-2125" y="379"/>
                    <a:pt x="236" y="-1982"/>
                    <a:pt x="3152" y="-1982"/>
                  </a:cubicBezTo>
                  <a:cubicBezTo>
                    <a:pt x="6067" y="-1982"/>
                    <a:pt x="8428" y="379"/>
                    <a:pt x="8428" y="3295"/>
                  </a:cubicBezTo>
                  <a:cubicBezTo>
                    <a:pt x="8428" y="23861"/>
                    <a:pt x="16898" y="58660"/>
                    <a:pt x="35827" y="90057"/>
                  </a:cubicBezTo>
                  <a:cubicBezTo>
                    <a:pt x="51170" y="115490"/>
                    <a:pt x="78701" y="147480"/>
                    <a:pt x="122814" y="155514"/>
                  </a:cubicBezTo>
                  <a:cubicBezTo>
                    <a:pt x="174037" y="164854"/>
                    <a:pt x="223612" y="140594"/>
                    <a:pt x="256169" y="118617"/>
                  </a:cubicBezTo>
                  <a:cubicBezTo>
                    <a:pt x="291879" y="94502"/>
                    <a:pt x="315571" y="67723"/>
                    <a:pt x="315795" y="67459"/>
                  </a:cubicBezTo>
                  <a:cubicBezTo>
                    <a:pt x="317721" y="65269"/>
                    <a:pt x="321059" y="65058"/>
                    <a:pt x="323249" y="66971"/>
                  </a:cubicBezTo>
                  <a:cubicBezTo>
                    <a:pt x="325439" y="68897"/>
                    <a:pt x="325650" y="72221"/>
                    <a:pt x="323737" y="74411"/>
                  </a:cubicBezTo>
                  <a:cubicBezTo>
                    <a:pt x="322747" y="75546"/>
                    <a:pt x="299068" y="102338"/>
                    <a:pt x="262290" y="127218"/>
                  </a:cubicBezTo>
                  <a:cubicBezTo>
                    <a:pt x="222359" y="154221"/>
                    <a:pt x="182585" y="168112"/>
                    <a:pt x="145781" y="168112"/>
                  </a:cubicBezTo>
                  <a:close/>
                </a:path>
              </a:pathLst>
            </a:custGeom>
            <a:solidFill>
              <a:srgbClr val="002163"/>
            </a:solidFill>
            <a:ln w="1313" cap="flat">
              <a:noFill/>
              <a:prstDash val="solid"/>
              <a:round/>
            </a:ln>
          </p:spPr>
          <p:txBody>
            <a:bodyPr/>
            <a:lstStyle/>
            <a:p>
              <a:endParaRPr lang="en-US" b="1"/>
            </a:p>
          </p:txBody>
        </p:sp>
        <p:sp>
          <p:nvSpPr>
            <p:cNvPr id="81" name="Freeform: Shape 80">
              <a:extLst>
                <a:ext uri="{FF2B5EF4-FFF2-40B4-BE49-F238E27FC236}">
                  <a16:creationId xmlns:a16="http://schemas.microsoft.com/office/drawing/2014/main" id="{D4537365-D25B-7C81-6DCF-0808DCDDB959}"/>
                </a:ext>
              </a:extLst>
            </p:cNvPr>
            <p:cNvSpPr/>
            <p:nvPr/>
          </p:nvSpPr>
          <p:spPr>
            <a:xfrm>
              <a:off x="9431139" y="3187811"/>
              <a:ext cx="48161" cy="24923"/>
            </a:xfrm>
            <a:custGeom>
              <a:avLst/>
              <a:gdLst>
                <a:gd name="csX0" fmla="*/ -2125 w 43413"/>
                <a:gd name="csY0" fmla="*/ -465 h 22466"/>
                <a:gd name="csX1" fmla="*/ 20327 w 43413"/>
                <a:gd name="csY1" fmla="*/ 20470 h 22466"/>
                <a:gd name="csX2" fmla="*/ 41275 w 43413"/>
                <a:gd name="csY2" fmla="*/ -1982 h 22466"/>
                <a:gd name="csX3" fmla="*/ -2125 w 43413"/>
                <a:gd name="csY3" fmla="*/ -465 h 22466"/>
              </a:gdLst>
              <a:ahLst/>
              <a:cxnLst>
                <a:cxn ang="0">
                  <a:pos x="csX0" y="csY0"/>
                </a:cxn>
                <a:cxn ang="0">
                  <a:pos x="csX1" y="csY1"/>
                </a:cxn>
                <a:cxn ang="0">
                  <a:pos x="csX2" y="csY2"/>
                </a:cxn>
                <a:cxn ang="0">
                  <a:pos x="csX3" y="csY3"/>
                </a:cxn>
              </a:cxnLst>
              <a:rect l="l" t="t" r="r" b="b"/>
              <a:pathLst>
                <a:path w="43413" h="22466">
                  <a:moveTo>
                    <a:pt x="-2125" y="-465"/>
                  </a:moveTo>
                  <a:cubicBezTo>
                    <a:pt x="-1716" y="11513"/>
                    <a:pt x="8336" y="20893"/>
                    <a:pt x="20327" y="20470"/>
                  </a:cubicBezTo>
                  <a:cubicBezTo>
                    <a:pt x="32305" y="20062"/>
                    <a:pt x="41684" y="10009"/>
                    <a:pt x="41275" y="-1982"/>
                  </a:cubicBezTo>
                  <a:lnTo>
                    <a:pt x="-2125" y="-465"/>
                  </a:lnTo>
                  <a:close/>
                </a:path>
              </a:pathLst>
            </a:custGeom>
            <a:solidFill>
              <a:srgbClr val="002163"/>
            </a:solidFill>
            <a:ln w="1313" cap="flat">
              <a:noFill/>
              <a:prstDash val="solid"/>
              <a:round/>
            </a:ln>
          </p:spPr>
          <p:txBody>
            <a:bodyPr/>
            <a:lstStyle/>
            <a:p>
              <a:endParaRPr lang="en-US" b="1"/>
            </a:p>
          </p:txBody>
        </p:sp>
        <p:sp>
          <p:nvSpPr>
            <p:cNvPr id="82" name="Freeform: Shape 81">
              <a:extLst>
                <a:ext uri="{FF2B5EF4-FFF2-40B4-BE49-F238E27FC236}">
                  <a16:creationId xmlns:a16="http://schemas.microsoft.com/office/drawing/2014/main" id="{ECAD3CD0-B722-8333-BBB4-6636726E6522}"/>
                </a:ext>
              </a:extLst>
            </p:cNvPr>
            <p:cNvSpPr/>
            <p:nvPr/>
          </p:nvSpPr>
          <p:spPr>
            <a:xfrm>
              <a:off x="9553062" y="3329810"/>
              <a:ext cx="95407" cy="95407"/>
            </a:xfrm>
            <a:custGeom>
              <a:avLst/>
              <a:gdLst>
                <a:gd name="csX0" fmla="*/ 58727 w 86001"/>
                <a:gd name="csY0" fmla="*/ 1908 h 86001"/>
                <a:gd name="csX1" fmla="*/ 79979 w 86001"/>
                <a:gd name="csY1" fmla="*/ 58870 h 86001"/>
                <a:gd name="csX2" fmla="*/ 23017 w 86001"/>
                <a:gd name="csY2" fmla="*/ 80122 h 86001"/>
                <a:gd name="csX3" fmla="*/ 1765 w 86001"/>
                <a:gd name="csY3" fmla="*/ 23160 h 86001"/>
                <a:gd name="csX4" fmla="*/ 58727 w 86001"/>
                <a:gd name="csY4" fmla="*/ 1908 h 86001"/>
              </a:gdLst>
              <a:ahLst/>
              <a:cxnLst>
                <a:cxn ang="0">
                  <a:pos x="csX0" y="csY0"/>
                </a:cxn>
                <a:cxn ang="0">
                  <a:pos x="csX1" y="csY1"/>
                </a:cxn>
                <a:cxn ang="0">
                  <a:pos x="csX2" y="csY2"/>
                </a:cxn>
                <a:cxn ang="0">
                  <a:pos x="csX3" y="csY3"/>
                </a:cxn>
                <a:cxn ang="0">
                  <a:pos x="csX4" y="csY4"/>
                </a:cxn>
              </a:cxnLst>
              <a:rect l="l" t="t" r="r" b="b"/>
              <a:pathLst>
                <a:path w="86001" h="86001">
                  <a:moveTo>
                    <a:pt x="58727" y="1908"/>
                  </a:moveTo>
                  <a:cubicBezTo>
                    <a:pt x="80335" y="11776"/>
                    <a:pt x="89846" y="37275"/>
                    <a:pt x="79979" y="58870"/>
                  </a:cubicBezTo>
                  <a:cubicBezTo>
                    <a:pt x="70124" y="80478"/>
                    <a:pt x="44612" y="89989"/>
                    <a:pt x="23017" y="80122"/>
                  </a:cubicBezTo>
                  <a:cubicBezTo>
                    <a:pt x="1422" y="70268"/>
                    <a:pt x="-8089" y="44755"/>
                    <a:pt x="1765" y="23160"/>
                  </a:cubicBezTo>
                  <a:cubicBezTo>
                    <a:pt x="11633" y="1565"/>
                    <a:pt x="37132" y="-7946"/>
                    <a:pt x="58727" y="1908"/>
                  </a:cubicBezTo>
                  <a:close/>
                </a:path>
              </a:pathLst>
            </a:custGeom>
            <a:solidFill>
              <a:srgbClr val="B8D4FF"/>
            </a:solidFill>
            <a:ln w="1313" cap="flat">
              <a:noFill/>
              <a:prstDash val="solid"/>
              <a:round/>
            </a:ln>
          </p:spPr>
          <p:txBody>
            <a:bodyPr/>
            <a:lstStyle/>
            <a:p>
              <a:endParaRPr lang="en-US" b="1"/>
            </a:p>
          </p:txBody>
        </p:sp>
        <p:sp>
          <p:nvSpPr>
            <p:cNvPr id="83" name="Freeform: Shape 82">
              <a:extLst>
                <a:ext uri="{FF2B5EF4-FFF2-40B4-BE49-F238E27FC236}">
                  <a16:creationId xmlns:a16="http://schemas.microsoft.com/office/drawing/2014/main" id="{4FA0D809-D6C2-EC43-1897-775CE4676925}"/>
                </a:ext>
              </a:extLst>
            </p:cNvPr>
            <p:cNvSpPr/>
            <p:nvPr/>
          </p:nvSpPr>
          <p:spPr>
            <a:xfrm>
              <a:off x="9386782" y="3061222"/>
              <a:ext cx="136842" cy="133364"/>
            </a:xfrm>
            <a:custGeom>
              <a:avLst/>
              <a:gdLst>
                <a:gd name="csX0" fmla="*/ 118988 w 123351"/>
                <a:gd name="csY0" fmla="*/ 14653 h 120216"/>
                <a:gd name="csX1" fmla="*/ 117986 w 123351"/>
                <a:gd name="csY1" fmla="*/ 3295 h 120216"/>
                <a:gd name="csX2" fmla="*/ 117880 w 123351"/>
                <a:gd name="csY2" fmla="*/ -1982 h 120216"/>
                <a:gd name="csX3" fmla="*/ 81814 w 123351"/>
                <a:gd name="csY3" fmla="*/ -1217 h 120216"/>
                <a:gd name="csX4" fmla="*/ 81932 w 123351"/>
                <a:gd name="csY4" fmla="*/ 4060 h 120216"/>
                <a:gd name="csX5" fmla="*/ 83225 w 123351"/>
                <a:gd name="csY5" fmla="*/ 19349 h 120216"/>
                <a:gd name="csX6" fmla="*/ 78081 w 123351"/>
                <a:gd name="csY6" fmla="*/ 76008 h 120216"/>
                <a:gd name="csX7" fmla="*/ 60905 w 123351"/>
                <a:gd name="csY7" fmla="*/ 82155 h 120216"/>
                <a:gd name="csX8" fmla="*/ 41170 w 123351"/>
                <a:gd name="csY8" fmla="*/ 76258 h 120216"/>
                <a:gd name="csX9" fmla="*/ 35458 w 123351"/>
                <a:gd name="csY9" fmla="*/ 22475 h 120216"/>
                <a:gd name="csX10" fmla="*/ 36566 w 123351"/>
                <a:gd name="csY10" fmla="*/ 5023 h 120216"/>
                <a:gd name="csX11" fmla="*/ 36447 w 123351"/>
                <a:gd name="csY11" fmla="*/ -254 h 120216"/>
                <a:gd name="csX12" fmla="*/ 408 w 123351"/>
                <a:gd name="csY12" fmla="*/ 525 h 120216"/>
                <a:gd name="csX13" fmla="*/ 513 w 123351"/>
                <a:gd name="csY13" fmla="*/ 5775 h 120216"/>
                <a:gd name="csX14" fmla="*/ -423 w 123351"/>
                <a:gd name="csY14" fmla="*/ 19072 h 120216"/>
                <a:gd name="csX15" fmla="*/ 14760 w 123351"/>
                <a:gd name="csY15" fmla="*/ 100795 h 120216"/>
                <a:gd name="csX16" fmla="*/ 59652 w 123351"/>
                <a:gd name="csY16" fmla="*/ 118234 h 120216"/>
                <a:gd name="csX17" fmla="*/ 61670 w 123351"/>
                <a:gd name="csY17" fmla="*/ 118208 h 120216"/>
                <a:gd name="csX18" fmla="*/ 105176 w 123351"/>
                <a:gd name="csY18" fmla="*/ 99819 h 120216"/>
                <a:gd name="csX19" fmla="*/ 118988 w 123351"/>
                <a:gd name="csY19" fmla="*/ 14653 h 1202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23351" h="120216">
                  <a:moveTo>
                    <a:pt x="118988" y="14653"/>
                  </a:moveTo>
                  <a:cubicBezTo>
                    <a:pt x="118487" y="10115"/>
                    <a:pt x="118051" y="6224"/>
                    <a:pt x="117986" y="3295"/>
                  </a:cubicBezTo>
                  <a:lnTo>
                    <a:pt x="117880" y="-1982"/>
                  </a:lnTo>
                  <a:lnTo>
                    <a:pt x="81814" y="-1217"/>
                  </a:lnTo>
                  <a:lnTo>
                    <a:pt x="81932" y="4060"/>
                  </a:lnTo>
                  <a:cubicBezTo>
                    <a:pt x="82025" y="7951"/>
                    <a:pt x="82552" y="13228"/>
                    <a:pt x="83225" y="19349"/>
                  </a:cubicBezTo>
                  <a:cubicBezTo>
                    <a:pt x="84940" y="35140"/>
                    <a:pt x="88133" y="64531"/>
                    <a:pt x="78081" y="76008"/>
                  </a:cubicBezTo>
                  <a:cubicBezTo>
                    <a:pt x="74585" y="79978"/>
                    <a:pt x="68978" y="81983"/>
                    <a:pt x="60905" y="82155"/>
                  </a:cubicBezTo>
                  <a:cubicBezTo>
                    <a:pt x="51565" y="82458"/>
                    <a:pt x="45062" y="80440"/>
                    <a:pt x="41170" y="76258"/>
                  </a:cubicBezTo>
                  <a:cubicBezTo>
                    <a:pt x="31355" y="65692"/>
                    <a:pt x="33928" y="38662"/>
                    <a:pt x="35458" y="22475"/>
                  </a:cubicBezTo>
                  <a:cubicBezTo>
                    <a:pt x="36118" y="15774"/>
                    <a:pt x="36672" y="9970"/>
                    <a:pt x="36566" y="5023"/>
                  </a:cubicBezTo>
                  <a:lnTo>
                    <a:pt x="36447" y="-254"/>
                  </a:lnTo>
                  <a:lnTo>
                    <a:pt x="408" y="525"/>
                  </a:lnTo>
                  <a:lnTo>
                    <a:pt x="513" y="5775"/>
                  </a:lnTo>
                  <a:cubicBezTo>
                    <a:pt x="566" y="8558"/>
                    <a:pt x="65" y="13835"/>
                    <a:pt x="-423" y="19072"/>
                  </a:cubicBezTo>
                  <a:cubicBezTo>
                    <a:pt x="-2679" y="42685"/>
                    <a:pt x="-6083" y="78369"/>
                    <a:pt x="14760" y="100795"/>
                  </a:cubicBezTo>
                  <a:cubicBezTo>
                    <a:pt x="25498" y="112364"/>
                    <a:pt x="40603" y="118234"/>
                    <a:pt x="59652" y="118234"/>
                  </a:cubicBezTo>
                  <a:cubicBezTo>
                    <a:pt x="60325" y="118234"/>
                    <a:pt x="60997" y="118221"/>
                    <a:pt x="61670" y="118208"/>
                  </a:cubicBezTo>
                  <a:cubicBezTo>
                    <a:pt x="80165" y="117812"/>
                    <a:pt x="94794" y="111625"/>
                    <a:pt x="105176" y="99819"/>
                  </a:cubicBezTo>
                  <a:cubicBezTo>
                    <a:pt x="125689" y="76430"/>
                    <a:pt x="121719" y="39770"/>
                    <a:pt x="118988" y="14653"/>
                  </a:cubicBezTo>
                  <a:close/>
                </a:path>
              </a:pathLst>
            </a:custGeom>
            <a:solidFill>
              <a:srgbClr val="2060FF"/>
            </a:solidFill>
            <a:ln w="1313" cap="flat">
              <a:noFill/>
              <a:prstDash val="solid"/>
              <a:round/>
            </a:ln>
          </p:spPr>
          <p:txBody>
            <a:bodyPr/>
            <a:lstStyle/>
            <a:p>
              <a:endParaRPr lang="en-US" b="1"/>
            </a:p>
          </p:txBody>
        </p:sp>
        <p:sp>
          <p:nvSpPr>
            <p:cNvPr id="84" name="Freeform: Shape 83">
              <a:extLst>
                <a:ext uri="{FF2B5EF4-FFF2-40B4-BE49-F238E27FC236}">
                  <a16:creationId xmlns:a16="http://schemas.microsoft.com/office/drawing/2014/main" id="{6C90AEDF-D292-BED7-1AD3-29A50B77C485}"/>
                </a:ext>
              </a:extLst>
            </p:cNvPr>
            <p:cNvSpPr/>
            <p:nvPr/>
          </p:nvSpPr>
          <p:spPr>
            <a:xfrm>
              <a:off x="9783161" y="3163704"/>
              <a:ext cx="130032" cy="143001"/>
            </a:xfrm>
            <a:custGeom>
              <a:avLst/>
              <a:gdLst>
                <a:gd name="csX0" fmla="*/ 105094 w 117212"/>
                <a:gd name="csY0" fmla="*/ 8047 h 128903"/>
                <a:gd name="csX1" fmla="*/ 16169 w 117212"/>
                <a:gd name="csY1" fmla="*/ 29338 h 128903"/>
                <a:gd name="csX2" fmla="*/ 16406 w 117212"/>
                <a:gd name="csY2" fmla="*/ 120770 h 128903"/>
                <a:gd name="csX3" fmla="*/ 79568 w 117212"/>
                <a:gd name="csY3" fmla="*/ 79216 h 128903"/>
                <a:gd name="csX4" fmla="*/ 105094 w 117212"/>
                <a:gd name="csY4" fmla="*/ 8047 h 128903"/>
              </a:gdLst>
              <a:ahLst/>
              <a:cxnLst>
                <a:cxn ang="0">
                  <a:pos x="csX0" y="csY0"/>
                </a:cxn>
                <a:cxn ang="0">
                  <a:pos x="csX1" y="csY1"/>
                </a:cxn>
                <a:cxn ang="0">
                  <a:pos x="csX2" y="csY2"/>
                </a:cxn>
                <a:cxn ang="0">
                  <a:pos x="csX3" y="csY3"/>
                </a:cxn>
                <a:cxn ang="0">
                  <a:pos x="csX4" y="csY4"/>
                </a:cxn>
              </a:cxnLst>
              <a:rect l="l" t="t" r="r" b="b"/>
              <a:pathLst>
                <a:path w="117212" h="128903">
                  <a:moveTo>
                    <a:pt x="105094" y="8047"/>
                  </a:moveTo>
                  <a:cubicBezTo>
                    <a:pt x="80465" y="-11318"/>
                    <a:pt x="40653" y="-1794"/>
                    <a:pt x="16169" y="29338"/>
                  </a:cubicBezTo>
                  <a:cubicBezTo>
                    <a:pt x="-8315" y="60458"/>
                    <a:pt x="-8210" y="101391"/>
                    <a:pt x="16406" y="120770"/>
                  </a:cubicBezTo>
                  <a:cubicBezTo>
                    <a:pt x="41035" y="140135"/>
                    <a:pt x="55071" y="110336"/>
                    <a:pt x="79568" y="79216"/>
                  </a:cubicBezTo>
                  <a:cubicBezTo>
                    <a:pt x="104052" y="48084"/>
                    <a:pt x="129723" y="27425"/>
                    <a:pt x="105094" y="8047"/>
                  </a:cubicBezTo>
                  <a:close/>
                </a:path>
              </a:pathLst>
            </a:custGeom>
            <a:solidFill>
              <a:srgbClr val="2060FF"/>
            </a:solidFill>
            <a:ln w="1313" cap="flat">
              <a:noFill/>
              <a:prstDash val="solid"/>
              <a:round/>
            </a:ln>
          </p:spPr>
          <p:txBody>
            <a:bodyPr/>
            <a:lstStyle/>
            <a:p>
              <a:endParaRPr lang="en-US" b="1"/>
            </a:p>
          </p:txBody>
        </p:sp>
        <p:sp>
          <p:nvSpPr>
            <p:cNvPr id="85" name="Freeform: Shape 84">
              <a:extLst>
                <a:ext uri="{FF2B5EF4-FFF2-40B4-BE49-F238E27FC236}">
                  <a16:creationId xmlns:a16="http://schemas.microsoft.com/office/drawing/2014/main" id="{136BB9F9-6D87-FD52-B841-1ADD56D16F6A}"/>
                </a:ext>
              </a:extLst>
            </p:cNvPr>
            <p:cNvSpPr/>
            <p:nvPr/>
          </p:nvSpPr>
          <p:spPr>
            <a:xfrm>
              <a:off x="9722117" y="2826969"/>
              <a:ext cx="80357" cy="169628"/>
            </a:xfrm>
            <a:custGeom>
              <a:avLst/>
              <a:gdLst>
                <a:gd name="csX0" fmla="*/ 28401 w 72435"/>
                <a:gd name="csY0" fmla="*/ 150923 h 152905"/>
                <a:gd name="csX1" fmla="*/ -2125 w 72435"/>
                <a:gd name="csY1" fmla="*/ 150923 h 152905"/>
                <a:gd name="csX2" fmla="*/ -2125 w 72435"/>
                <a:gd name="csY2" fmla="*/ 140370 h 152905"/>
                <a:gd name="csX3" fmla="*/ 28401 w 72435"/>
                <a:gd name="csY3" fmla="*/ 140370 h 152905"/>
                <a:gd name="csX4" fmla="*/ 59757 w 72435"/>
                <a:gd name="csY4" fmla="*/ 74464 h 152905"/>
                <a:gd name="csX5" fmla="*/ 28401 w 72435"/>
                <a:gd name="csY5" fmla="*/ 8571 h 152905"/>
                <a:gd name="csX6" fmla="*/ -2125 w 72435"/>
                <a:gd name="csY6" fmla="*/ 8571 h 152905"/>
                <a:gd name="csX7" fmla="*/ -2125 w 72435"/>
                <a:gd name="csY7" fmla="*/ -1982 h 152905"/>
                <a:gd name="csX8" fmla="*/ 28401 w 72435"/>
                <a:gd name="csY8" fmla="*/ -1982 h 152905"/>
                <a:gd name="csX9" fmla="*/ 70311 w 72435"/>
                <a:gd name="csY9" fmla="*/ 74464 h 152905"/>
                <a:gd name="csX10" fmla="*/ 28401 w 72435"/>
                <a:gd name="csY10" fmla="*/ 150923 h 1529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2435" h="152905">
                  <a:moveTo>
                    <a:pt x="28401" y="150923"/>
                  </a:moveTo>
                  <a:lnTo>
                    <a:pt x="-2125" y="150923"/>
                  </a:lnTo>
                  <a:lnTo>
                    <a:pt x="-2125" y="140370"/>
                  </a:lnTo>
                  <a:lnTo>
                    <a:pt x="28401" y="140370"/>
                  </a:lnTo>
                  <a:cubicBezTo>
                    <a:pt x="45391" y="140370"/>
                    <a:pt x="59757" y="110187"/>
                    <a:pt x="59757" y="74464"/>
                  </a:cubicBezTo>
                  <a:cubicBezTo>
                    <a:pt x="59757" y="38754"/>
                    <a:pt x="45391" y="8571"/>
                    <a:pt x="28401" y="8571"/>
                  </a:cubicBezTo>
                  <a:lnTo>
                    <a:pt x="-2125" y="8571"/>
                  </a:lnTo>
                  <a:lnTo>
                    <a:pt x="-2125" y="-1982"/>
                  </a:lnTo>
                  <a:lnTo>
                    <a:pt x="28401" y="-1982"/>
                  </a:lnTo>
                  <a:cubicBezTo>
                    <a:pt x="51895" y="-1982"/>
                    <a:pt x="70311" y="31604"/>
                    <a:pt x="70311" y="74464"/>
                  </a:cubicBezTo>
                  <a:cubicBezTo>
                    <a:pt x="70311" y="117337"/>
                    <a:pt x="51895" y="150923"/>
                    <a:pt x="28401" y="150923"/>
                  </a:cubicBezTo>
                  <a:close/>
                </a:path>
              </a:pathLst>
            </a:custGeom>
            <a:solidFill>
              <a:srgbClr val="002163"/>
            </a:solidFill>
            <a:ln w="1313" cap="flat">
              <a:noFill/>
              <a:prstDash val="solid"/>
              <a:round/>
            </a:ln>
          </p:spPr>
          <p:txBody>
            <a:bodyPr/>
            <a:lstStyle/>
            <a:p>
              <a:endParaRPr lang="en-US" b="1"/>
            </a:p>
          </p:txBody>
        </p:sp>
        <p:sp>
          <p:nvSpPr>
            <p:cNvPr id="86" name="Freeform: Shape 85">
              <a:extLst>
                <a:ext uri="{FF2B5EF4-FFF2-40B4-BE49-F238E27FC236}">
                  <a16:creationId xmlns:a16="http://schemas.microsoft.com/office/drawing/2014/main" id="{75F85A56-2866-20EE-9EB5-BCA7DACE27AF}"/>
                </a:ext>
              </a:extLst>
            </p:cNvPr>
            <p:cNvSpPr/>
            <p:nvPr/>
          </p:nvSpPr>
          <p:spPr>
            <a:xfrm>
              <a:off x="9675623" y="2826954"/>
              <a:ext cx="92973" cy="169642"/>
            </a:xfrm>
            <a:custGeom>
              <a:avLst/>
              <a:gdLst>
                <a:gd name="csX0" fmla="*/ 39785 w 83807"/>
                <a:gd name="csY0" fmla="*/ -1982 h 152918"/>
                <a:gd name="csX1" fmla="*/ -2125 w 83807"/>
                <a:gd name="csY1" fmla="*/ 74477 h 152918"/>
                <a:gd name="csX2" fmla="*/ 39785 w 83807"/>
                <a:gd name="csY2" fmla="*/ 150936 h 152918"/>
                <a:gd name="csX3" fmla="*/ 81682 w 83807"/>
                <a:gd name="csY3" fmla="*/ 74477 h 152918"/>
                <a:gd name="csX4" fmla="*/ 39785 w 83807"/>
                <a:gd name="csY4" fmla="*/ -1982 h 152918"/>
              </a:gdLst>
              <a:ahLst/>
              <a:cxnLst>
                <a:cxn ang="0">
                  <a:pos x="csX0" y="csY0"/>
                </a:cxn>
                <a:cxn ang="0">
                  <a:pos x="csX1" y="csY1"/>
                </a:cxn>
                <a:cxn ang="0">
                  <a:pos x="csX2" y="csY2"/>
                </a:cxn>
                <a:cxn ang="0">
                  <a:pos x="csX3" y="csY3"/>
                </a:cxn>
                <a:cxn ang="0">
                  <a:pos x="csX4" y="csY4"/>
                </a:cxn>
              </a:cxnLst>
              <a:rect l="l" t="t" r="r" b="b"/>
              <a:pathLst>
                <a:path w="83807" h="152918">
                  <a:moveTo>
                    <a:pt x="39785" y="-1982"/>
                  </a:moveTo>
                  <a:cubicBezTo>
                    <a:pt x="16278" y="-1982"/>
                    <a:pt x="-2125" y="31604"/>
                    <a:pt x="-2125" y="74477"/>
                  </a:cubicBezTo>
                  <a:cubicBezTo>
                    <a:pt x="-2125" y="117350"/>
                    <a:pt x="16278" y="150936"/>
                    <a:pt x="39785" y="150936"/>
                  </a:cubicBezTo>
                  <a:cubicBezTo>
                    <a:pt x="63279" y="150936"/>
                    <a:pt x="81682" y="117350"/>
                    <a:pt x="81682" y="74477"/>
                  </a:cubicBezTo>
                  <a:cubicBezTo>
                    <a:pt x="81682" y="31604"/>
                    <a:pt x="63279" y="-1982"/>
                    <a:pt x="39785" y="-1982"/>
                  </a:cubicBezTo>
                  <a:close/>
                </a:path>
              </a:pathLst>
            </a:custGeom>
            <a:solidFill>
              <a:srgbClr val="2060FF"/>
            </a:solidFill>
            <a:ln w="1313" cap="flat">
              <a:noFill/>
              <a:prstDash val="solid"/>
              <a:round/>
            </a:ln>
          </p:spPr>
          <p:txBody>
            <a:bodyPr/>
            <a:lstStyle/>
            <a:p>
              <a:endParaRPr lang="en-US" b="1"/>
            </a:p>
          </p:txBody>
        </p:sp>
        <p:sp>
          <p:nvSpPr>
            <p:cNvPr id="87" name="Freeform: Shape 86">
              <a:extLst>
                <a:ext uri="{FF2B5EF4-FFF2-40B4-BE49-F238E27FC236}">
                  <a16:creationId xmlns:a16="http://schemas.microsoft.com/office/drawing/2014/main" id="{70936C6D-731D-0881-63EB-D34C3BFBEB65}"/>
                </a:ext>
              </a:extLst>
            </p:cNvPr>
            <p:cNvSpPr/>
            <p:nvPr/>
          </p:nvSpPr>
          <p:spPr>
            <a:xfrm flipH="1">
              <a:off x="10202312" y="3078455"/>
              <a:ext cx="560034" cy="481443"/>
            </a:xfrm>
            <a:custGeom>
              <a:avLst/>
              <a:gdLst>
                <a:gd name="csX0" fmla="*/ 209112 w 336358"/>
                <a:gd name="csY0" fmla="*/ 48002 h 289156"/>
                <a:gd name="csX1" fmla="*/ -544 w 336358"/>
                <a:gd name="csY1" fmla="*/ 479 h 289156"/>
                <a:gd name="csX2" fmla="*/ 143421 w 336358"/>
                <a:gd name="csY2" fmla="*/ 250678 h 289156"/>
                <a:gd name="csX3" fmla="*/ 334916 w 336358"/>
                <a:gd name="csY3" fmla="*/ 287015 h 289156"/>
                <a:gd name="csX4" fmla="*/ 209112 w 336358"/>
                <a:gd name="csY4" fmla="*/ 48002 h 289156"/>
              </a:gdLst>
              <a:ahLst/>
              <a:cxnLst>
                <a:cxn ang="0">
                  <a:pos x="csX0" y="csY0"/>
                </a:cxn>
                <a:cxn ang="0">
                  <a:pos x="csX1" y="csY1"/>
                </a:cxn>
                <a:cxn ang="0">
                  <a:pos x="csX2" y="csY2"/>
                </a:cxn>
                <a:cxn ang="0">
                  <a:pos x="csX3" y="csY3"/>
                </a:cxn>
                <a:cxn ang="0">
                  <a:pos x="csX4" y="csY4"/>
                </a:cxn>
              </a:cxnLst>
              <a:rect l="l" t="t" r="r" b="b"/>
              <a:pathLst>
                <a:path w="336358" h="289156">
                  <a:moveTo>
                    <a:pt x="209112" y="48002"/>
                  </a:moveTo>
                  <a:cubicBezTo>
                    <a:pt x="209112" y="48002"/>
                    <a:pt x="7843" y="-7908"/>
                    <a:pt x="-544" y="479"/>
                  </a:cubicBezTo>
                  <a:cubicBezTo>
                    <a:pt x="-8930" y="8865"/>
                    <a:pt x="126655" y="238089"/>
                    <a:pt x="143421" y="250678"/>
                  </a:cubicBezTo>
                  <a:cubicBezTo>
                    <a:pt x="160197" y="263258"/>
                    <a:pt x="325131" y="296800"/>
                    <a:pt x="334916" y="287015"/>
                  </a:cubicBezTo>
                  <a:cubicBezTo>
                    <a:pt x="344701" y="277230"/>
                    <a:pt x="214711" y="49400"/>
                    <a:pt x="209112" y="48002"/>
                  </a:cubicBezTo>
                  <a:close/>
                </a:path>
              </a:pathLst>
            </a:custGeom>
            <a:solidFill>
              <a:srgbClr val="0291DC"/>
            </a:solidFill>
            <a:ln w="950" cap="flat">
              <a:noFill/>
              <a:prstDash val="solid"/>
              <a:round/>
            </a:ln>
          </p:spPr>
          <p:txBody>
            <a:bodyPr/>
            <a:lstStyle/>
            <a:p>
              <a:endParaRPr lang="en-US" b="1"/>
            </a:p>
          </p:txBody>
        </p:sp>
        <p:sp>
          <p:nvSpPr>
            <p:cNvPr id="88" name="Freeform: Shape 87">
              <a:extLst>
                <a:ext uri="{FF2B5EF4-FFF2-40B4-BE49-F238E27FC236}">
                  <a16:creationId xmlns:a16="http://schemas.microsoft.com/office/drawing/2014/main" id="{342E7462-A7EC-C311-B3CB-2E6E73BCF393}"/>
                </a:ext>
              </a:extLst>
            </p:cNvPr>
            <p:cNvSpPr/>
            <p:nvPr/>
          </p:nvSpPr>
          <p:spPr>
            <a:xfrm flipH="1">
              <a:off x="10202312" y="3078455"/>
              <a:ext cx="560029" cy="481269"/>
            </a:xfrm>
            <a:custGeom>
              <a:avLst/>
              <a:gdLst>
                <a:gd name="csX0" fmla="*/ 209110 w 336355"/>
                <a:gd name="csY0" fmla="*/ 48002 h 289052"/>
                <a:gd name="csX1" fmla="*/ -546 w 336355"/>
                <a:gd name="csY1" fmla="*/ 479 h 289052"/>
                <a:gd name="csX2" fmla="*/ -565 w 336355"/>
                <a:gd name="csY2" fmla="*/ 4236 h 289052"/>
                <a:gd name="csX3" fmla="*/ 207717 w 336355"/>
                <a:gd name="csY3" fmla="*/ 54991 h 289052"/>
                <a:gd name="csX4" fmla="*/ 328295 w 336355"/>
                <a:gd name="csY4" fmla="*/ 288674 h 289052"/>
                <a:gd name="csX5" fmla="*/ 334914 w 336355"/>
                <a:gd name="csY5" fmla="*/ 287015 h 289052"/>
                <a:gd name="csX6" fmla="*/ 209110 w 336355"/>
                <a:gd name="csY6" fmla="*/ 48002 h 289052"/>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6355" h="289052">
                  <a:moveTo>
                    <a:pt x="209110" y="48002"/>
                  </a:moveTo>
                  <a:cubicBezTo>
                    <a:pt x="209110" y="48002"/>
                    <a:pt x="7841" y="-7908"/>
                    <a:pt x="-546" y="479"/>
                  </a:cubicBezTo>
                  <a:cubicBezTo>
                    <a:pt x="-1045" y="978"/>
                    <a:pt x="-1029" y="2267"/>
                    <a:pt x="-565" y="4236"/>
                  </a:cubicBezTo>
                  <a:cubicBezTo>
                    <a:pt x="28656" y="10967"/>
                    <a:pt x="202596" y="51150"/>
                    <a:pt x="207717" y="54991"/>
                  </a:cubicBezTo>
                  <a:cubicBezTo>
                    <a:pt x="213058" y="58997"/>
                    <a:pt x="316631" y="253091"/>
                    <a:pt x="328295" y="288674"/>
                  </a:cubicBezTo>
                  <a:cubicBezTo>
                    <a:pt x="331700" y="288474"/>
                    <a:pt x="333988" y="287930"/>
                    <a:pt x="334914" y="287015"/>
                  </a:cubicBezTo>
                  <a:cubicBezTo>
                    <a:pt x="344699" y="277230"/>
                    <a:pt x="214708" y="49400"/>
                    <a:pt x="209110" y="48002"/>
                  </a:cubicBezTo>
                  <a:close/>
                </a:path>
              </a:pathLst>
            </a:custGeom>
            <a:solidFill>
              <a:schemeClr val="accent5">
                <a:lumMod val="75000"/>
              </a:schemeClr>
            </a:solidFill>
            <a:ln w="950" cap="flat">
              <a:noFill/>
              <a:prstDash val="solid"/>
              <a:round/>
            </a:ln>
          </p:spPr>
          <p:txBody>
            <a:bodyPr/>
            <a:lstStyle/>
            <a:p>
              <a:endParaRPr lang="en-US" b="1"/>
            </a:p>
          </p:txBody>
        </p:sp>
        <p:sp>
          <p:nvSpPr>
            <p:cNvPr id="89" name="Freeform: Shape 88">
              <a:extLst>
                <a:ext uri="{FF2B5EF4-FFF2-40B4-BE49-F238E27FC236}">
                  <a16:creationId xmlns:a16="http://schemas.microsoft.com/office/drawing/2014/main" id="{73CBC194-F0A0-97D1-F8DD-36730F889D7C}"/>
                </a:ext>
              </a:extLst>
            </p:cNvPr>
            <p:cNvSpPr/>
            <p:nvPr/>
          </p:nvSpPr>
          <p:spPr>
            <a:xfrm flipH="1">
              <a:off x="10517169" y="3072901"/>
              <a:ext cx="173767" cy="105126"/>
            </a:xfrm>
            <a:custGeom>
              <a:avLst/>
              <a:gdLst>
                <a:gd name="csX0" fmla="*/ 16671 w 104365"/>
                <a:gd name="csY0" fmla="*/ 42952 h 63139"/>
                <a:gd name="csX1" fmla="*/ -764 w 104365"/>
                <a:gd name="csY1" fmla="*/ 7371 h 63139"/>
                <a:gd name="csX2" fmla="*/ 8285 w 104365"/>
                <a:gd name="csY2" fmla="*/ -378 h 63139"/>
                <a:gd name="csX3" fmla="*/ 92149 w 104365"/>
                <a:gd name="csY3" fmla="*/ 23384 h 63139"/>
                <a:gd name="csX4" fmla="*/ 97061 w 104365"/>
                <a:gd name="csY4" fmla="*/ 32823 h 63139"/>
                <a:gd name="csX5" fmla="*/ 93885 w 104365"/>
                <a:gd name="csY5" fmla="*/ 39583 h 63139"/>
                <a:gd name="csX6" fmla="*/ 103327 w 104365"/>
                <a:gd name="csY6" fmla="*/ 62520 h 63139"/>
                <a:gd name="csX7" fmla="*/ 16671 w 104365"/>
                <a:gd name="csY7" fmla="*/ 42952 h 631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04365" h="63139">
                  <a:moveTo>
                    <a:pt x="16671" y="42952"/>
                  </a:moveTo>
                  <a:cubicBezTo>
                    <a:pt x="16671" y="42952"/>
                    <a:pt x="-2825" y="15120"/>
                    <a:pt x="-764" y="7371"/>
                  </a:cubicBezTo>
                  <a:cubicBezTo>
                    <a:pt x="1296" y="-378"/>
                    <a:pt x="8285" y="-378"/>
                    <a:pt x="8285" y="-378"/>
                  </a:cubicBezTo>
                  <a:cubicBezTo>
                    <a:pt x="8285" y="-378"/>
                    <a:pt x="87953" y="17793"/>
                    <a:pt x="92149" y="23384"/>
                  </a:cubicBezTo>
                  <a:cubicBezTo>
                    <a:pt x="96346" y="28974"/>
                    <a:pt x="97061" y="32823"/>
                    <a:pt x="97061" y="32823"/>
                  </a:cubicBezTo>
                  <a:cubicBezTo>
                    <a:pt x="97061" y="32823"/>
                    <a:pt x="94219" y="37612"/>
                    <a:pt x="93885" y="39583"/>
                  </a:cubicBezTo>
                  <a:cubicBezTo>
                    <a:pt x="93542" y="41554"/>
                    <a:pt x="104729" y="59725"/>
                    <a:pt x="103327" y="62520"/>
                  </a:cubicBezTo>
                  <a:cubicBezTo>
                    <a:pt x="101934" y="65315"/>
                    <a:pt x="16671" y="42952"/>
                    <a:pt x="16671" y="42952"/>
                  </a:cubicBezTo>
                  <a:close/>
                </a:path>
              </a:pathLst>
            </a:custGeom>
            <a:solidFill>
              <a:srgbClr val="2D2D2D"/>
            </a:solidFill>
            <a:ln w="950" cap="flat">
              <a:noFill/>
              <a:prstDash val="solid"/>
              <a:round/>
            </a:ln>
          </p:spPr>
          <p:txBody>
            <a:bodyPr/>
            <a:lstStyle/>
            <a:p>
              <a:endParaRPr lang="en-US" b="1"/>
            </a:p>
          </p:txBody>
        </p:sp>
      </p:grpSp>
      <p:sp>
        <p:nvSpPr>
          <p:cNvPr id="9" name="TextBox 8">
            <a:extLst>
              <a:ext uri="{FF2B5EF4-FFF2-40B4-BE49-F238E27FC236}">
                <a16:creationId xmlns:a16="http://schemas.microsoft.com/office/drawing/2014/main" id="{3EA98E01-BCF6-8B84-F669-B1A83B2AFABD}"/>
              </a:ext>
            </a:extLst>
          </p:cNvPr>
          <p:cNvSpPr txBox="1"/>
          <p:nvPr/>
        </p:nvSpPr>
        <p:spPr>
          <a:xfrm>
            <a:off x="413401" y="3141210"/>
            <a:ext cx="1025989" cy="41549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i="1"/>
              <a:t>(Independent, digital-first coordinator)</a:t>
            </a:r>
          </a:p>
        </p:txBody>
      </p:sp>
      <p:sp>
        <p:nvSpPr>
          <p:cNvPr id="11" name="TextBox 10">
            <a:extLst>
              <a:ext uri="{FF2B5EF4-FFF2-40B4-BE49-F238E27FC236}">
                <a16:creationId xmlns:a16="http://schemas.microsoft.com/office/drawing/2014/main" id="{7CFC3577-EC16-0187-3A80-84A3B4F91669}"/>
              </a:ext>
            </a:extLst>
          </p:cNvPr>
          <p:cNvSpPr txBox="1"/>
          <p:nvPr/>
        </p:nvSpPr>
        <p:spPr>
          <a:xfrm>
            <a:off x="346279" y="5785894"/>
            <a:ext cx="1078256" cy="41549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i="1"/>
              <a:t>(Relationship-driven, time-constrained coordinator)</a:t>
            </a:r>
          </a:p>
        </p:txBody>
      </p:sp>
      <p:sp>
        <p:nvSpPr>
          <p:cNvPr id="15" name="TextBox 14">
            <a:extLst>
              <a:ext uri="{FF2B5EF4-FFF2-40B4-BE49-F238E27FC236}">
                <a16:creationId xmlns:a16="http://schemas.microsoft.com/office/drawing/2014/main" id="{B50D8F14-B7F0-DA95-F861-A0BA0BC6CB0D}"/>
              </a:ext>
            </a:extLst>
          </p:cNvPr>
          <p:cNvSpPr txBox="1">
            <a:spLocks/>
          </p:cNvSpPr>
          <p:nvPr/>
        </p:nvSpPr>
        <p:spPr>
          <a:xfrm>
            <a:off x="2334743" y="3944459"/>
            <a:ext cx="1898951"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defRPr/>
            </a:pPr>
            <a:r>
              <a:rPr lang="en-US" sz="1000"/>
              <a:t>Or, </a:t>
            </a:r>
            <a:r>
              <a:rPr lang="en-US" sz="1000" b="1"/>
              <a:t>coordinator goes to BSN website</a:t>
            </a:r>
            <a:r>
              <a:rPr lang="en-US" sz="1000"/>
              <a:t> and begins shop build</a:t>
            </a:r>
            <a:endParaRPr kumimoji="0" lang="de-DE" sz="1000" b="0" i="0" u="none" strike="noStrike" kern="1200" cap="none" spc="0" normalizeH="0" baseline="0" noProof="0">
              <a:ln>
                <a:noFill/>
              </a:ln>
              <a:solidFill>
                <a:srgbClr val="000000"/>
              </a:solidFill>
              <a:effectLst/>
              <a:uLnTx/>
              <a:uFillTx/>
              <a:latin typeface="Arial"/>
              <a:cs typeface="Arial"/>
            </a:endParaRPr>
          </a:p>
        </p:txBody>
      </p:sp>
      <p:sp>
        <p:nvSpPr>
          <p:cNvPr id="4" name="TrackerAlphaWhite 6">
            <a:extLst>
              <a:ext uri="{FF2B5EF4-FFF2-40B4-BE49-F238E27FC236}">
                <a16:creationId xmlns:a16="http://schemas.microsoft.com/office/drawing/2014/main" id="{57DA1B6E-F5C8-8F0B-007A-1A0917840056}"/>
              </a:ext>
            </a:extLst>
          </p:cNvPr>
          <p:cNvSpPr/>
          <p:nvPr>
            <p:custDataLst>
              <p:tags r:id="rId7"/>
            </p:custDataLst>
          </p:nvPr>
        </p:nvSpPr>
        <p:spPr>
          <a:xfrm>
            <a:off x="1200794" y="1566867"/>
            <a:ext cx="279340" cy="27934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400">
                <a:solidFill>
                  <a:schemeClr val="accent1"/>
                </a:solidFill>
              </a:rPr>
              <a:t>A</a:t>
            </a:r>
          </a:p>
        </p:txBody>
      </p:sp>
      <p:sp>
        <p:nvSpPr>
          <p:cNvPr id="10" name="TrackerAlphaWhite 6">
            <a:extLst>
              <a:ext uri="{FF2B5EF4-FFF2-40B4-BE49-F238E27FC236}">
                <a16:creationId xmlns:a16="http://schemas.microsoft.com/office/drawing/2014/main" id="{5CB53957-D513-F795-6103-C223E8791E48}"/>
              </a:ext>
            </a:extLst>
          </p:cNvPr>
          <p:cNvSpPr/>
          <p:nvPr>
            <p:custDataLst>
              <p:tags r:id="rId8"/>
            </p:custDataLst>
          </p:nvPr>
        </p:nvSpPr>
        <p:spPr>
          <a:xfrm>
            <a:off x="1200794" y="4252236"/>
            <a:ext cx="279340" cy="279340"/>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400">
                <a:solidFill>
                  <a:schemeClr val="accent1"/>
                </a:solidFill>
              </a:rPr>
              <a:t>B</a:t>
            </a:r>
          </a:p>
        </p:txBody>
      </p:sp>
    </p:spTree>
    <p:extLst>
      <p:ext uri="{BB962C8B-B14F-4D97-AF65-F5344CB8AC3E}">
        <p14:creationId xmlns:p14="http://schemas.microsoft.com/office/powerpoint/2010/main" val="559240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3B144-FE0B-D19E-40DD-6EED1CCF66F6}"/>
            </a:ext>
          </a:extLst>
        </p:cNvPr>
        <p:cNvGrpSpPr/>
        <p:nvPr/>
      </p:nvGrpSpPr>
      <p:grpSpPr>
        <a:xfrm>
          <a:off x="0" y="0"/>
          <a:ext cx="0" cy="0"/>
          <a:chOff x="0" y="0"/>
          <a:chExt cx="0" cy="0"/>
        </a:xfrm>
      </p:grpSpPr>
      <p:graphicFrame>
        <p:nvGraphicFramePr>
          <p:cNvPr id="38" name="Object 2" hidden="1">
            <a:extLst>
              <a:ext uri="{FF2B5EF4-FFF2-40B4-BE49-F238E27FC236}">
                <a16:creationId xmlns:a16="http://schemas.microsoft.com/office/drawing/2014/main" id="{C04EBE0A-94AE-08D0-573C-4E5DD14E0232}"/>
              </a:ext>
            </a:extLst>
          </p:cNvPr>
          <p:cNvGraphicFramePr>
            <a:graphicFrameLocks noChangeAspect="1"/>
          </p:cNvGraphicFramePr>
          <p:nvPr>
            <p:custDataLst>
              <p:tags r:id="rId1"/>
            </p:custDataLst>
            <p:extLst>
              <p:ext uri="{D42A27DB-BD31-4B8C-83A1-F6EECF244321}">
                <p14:modId xmlns:p14="http://schemas.microsoft.com/office/powerpoint/2010/main" val="188628166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9" imgW="395" imgH="396" progId="TCLayout.ActiveDocument.1">
                  <p:embed/>
                </p:oleObj>
              </mc:Choice>
              <mc:Fallback>
                <p:oleObj name="think-cell Slide" r:id="rId29" imgW="395" imgH="396" progId="TCLayout.ActiveDocument.1">
                  <p:embed/>
                  <p:pic>
                    <p:nvPicPr>
                      <p:cNvPr id="38" name="Object 2" hidden="1">
                        <a:extLst>
                          <a:ext uri="{FF2B5EF4-FFF2-40B4-BE49-F238E27FC236}">
                            <a16:creationId xmlns:a16="http://schemas.microsoft.com/office/drawing/2014/main" id="{C04EBE0A-94AE-08D0-573C-4E5DD14E0232}"/>
                          </a:ext>
                        </a:extLst>
                      </p:cNvPr>
                      <p:cNvPicPr/>
                      <p:nvPr/>
                    </p:nvPicPr>
                    <p:blipFill>
                      <a:blip r:embed="rId30"/>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51F1BB69-5A8B-C862-C014-ED1B3E804D97}"/>
              </a:ext>
            </a:extLst>
          </p:cNvPr>
          <p:cNvSpPr>
            <a:spLocks noGrp="1"/>
          </p:cNvSpPr>
          <p:nvPr>
            <p:ph type="title"/>
            <p:custDataLst>
              <p:tags r:id="rId2"/>
            </p:custDataLst>
          </p:nvPr>
        </p:nvSpPr>
        <p:spPr>
          <a:xfrm>
            <a:off x="554736" y="321024"/>
            <a:ext cx="11467218" cy="454216"/>
          </a:xfrm>
        </p:spPr>
        <p:txBody>
          <a:bodyPr vert="horz"/>
          <a:lstStyle/>
          <a:p>
            <a:r>
              <a:rPr lang="en-US" dirty="0"/>
              <a:t>B. </a:t>
            </a:r>
            <a:r>
              <a:rPr lang="en-US" i="1" dirty="0"/>
              <a:t>MTS: </a:t>
            </a:r>
            <a:r>
              <a:rPr lang="en-US" dirty="0"/>
              <a:t>Horizons to achieve ‘bold vision’</a:t>
            </a:r>
            <a:endParaRPr lang="en-US" i="1" dirty="0"/>
          </a:p>
        </p:txBody>
      </p:sp>
      <p:grpSp>
        <p:nvGrpSpPr>
          <p:cNvPr id="51" name="sticker">
            <a:extLst>
              <a:ext uri="{FF2B5EF4-FFF2-40B4-BE49-F238E27FC236}">
                <a16:creationId xmlns:a16="http://schemas.microsoft.com/office/drawing/2014/main" id="{4B782426-116F-2A84-402B-7F99086AFD13}"/>
              </a:ext>
            </a:extLst>
          </p:cNvPr>
          <p:cNvGrpSpPr/>
          <p:nvPr/>
        </p:nvGrpSpPr>
        <p:grpSpPr>
          <a:xfrm>
            <a:off x="558192" y="947174"/>
            <a:ext cx="698909" cy="156966"/>
            <a:chOff x="558192" y="1289273"/>
            <a:chExt cx="698909" cy="156966"/>
          </a:xfrm>
        </p:grpSpPr>
        <p:sp>
          <p:nvSpPr>
            <p:cNvPr id="53" name="StickerRectangle">
              <a:extLst>
                <a:ext uri="{FF2B5EF4-FFF2-40B4-BE49-F238E27FC236}">
                  <a16:creationId xmlns:a16="http://schemas.microsoft.com/office/drawing/2014/main" id="{2DE2D87F-89F0-729D-7B96-FD002D259494}"/>
                </a:ext>
              </a:extLst>
            </p:cNvPr>
            <p:cNvSpPr>
              <a:spLocks noChangeArrowheads="1"/>
            </p:cNvSpPr>
            <p:nvPr userDrawn="1"/>
          </p:nvSpPr>
          <p:spPr bwMode="gray">
            <a:xfrm>
              <a:off x="558192" y="1289273"/>
              <a:ext cx="69890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Preliminary</a:t>
              </a:r>
              <a:endParaRPr lang="en-US" sz="800" baseline="0">
                <a:solidFill>
                  <a:schemeClr val="tx1"/>
                </a:solidFill>
                <a:latin typeface="+mn-lt"/>
                <a:ea typeface="+mn-ea"/>
              </a:endParaRPr>
            </a:p>
          </p:txBody>
        </p:sp>
        <p:cxnSp>
          <p:nvCxnSpPr>
            <p:cNvPr id="56" name="StickerUnderline">
              <a:extLst>
                <a:ext uri="{FF2B5EF4-FFF2-40B4-BE49-F238E27FC236}">
                  <a16:creationId xmlns:a16="http://schemas.microsoft.com/office/drawing/2014/main" id="{DED4D8F9-61D1-22C4-2EBF-9DE68CBC23E9}"/>
                </a:ext>
              </a:extLst>
            </p:cNvPr>
            <p:cNvCxnSpPr>
              <a:cxnSpLocks noChangeShapeType="1"/>
              <a:stCxn id="53" idx="4"/>
              <a:endCxn id="53" idx="6"/>
            </p:cNvCxnSpPr>
            <p:nvPr/>
          </p:nvCxnSpPr>
          <p:spPr bwMode="gray">
            <a:xfrm>
              <a:off x="558192" y="1446239"/>
              <a:ext cx="69890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29" name="4. Footnote">
            <a:extLst>
              <a:ext uri="{FF2B5EF4-FFF2-40B4-BE49-F238E27FC236}">
                <a16:creationId xmlns:a16="http://schemas.microsoft.com/office/drawing/2014/main" id="{1B126AA5-0AD2-8591-1DF8-B10D05F5F702}"/>
              </a:ext>
            </a:extLst>
          </p:cNvPr>
          <p:cNvSpPr txBox="1"/>
          <p:nvPr>
            <p:custDataLst>
              <p:tags r:id="rId3"/>
            </p:custDataLst>
          </p:nvPr>
        </p:nvSpPr>
        <p:spPr>
          <a:xfrm>
            <a:off x="623184" y="6614072"/>
            <a:ext cx="7278624" cy="123111"/>
          </a:xfrm>
          <a:prstGeom prst="rect">
            <a:avLst/>
          </a:prstGeom>
          <a:noFill/>
        </p:spPr>
        <p:txBody>
          <a:bodyPr wrap="square" lIns="0" tIns="0" rIns="0" bIns="0" rtlCol="0" anchor="b">
            <a:spAutoFit/>
          </a:bodyPr>
          <a:lstStyle/>
          <a:p>
            <a:pPr marL="203200" lvl="0" indent="-212725">
              <a:defRPr/>
            </a:pPr>
            <a:r>
              <a:rPr lang="en-US" sz="800" kern="1200">
                <a:latin typeface="+mn-lt"/>
                <a:ea typeface="+mn-ea"/>
                <a:cs typeface="Arial" panose="020B0604020202020204" pitchFamily="34" charset="0"/>
              </a:rPr>
              <a:t>1.	Indicative only; timeline will depend materially on the maturity of the existing technology stack and system architecture</a:t>
            </a:r>
          </a:p>
        </p:txBody>
      </p:sp>
      <p:sp>
        <p:nvSpPr>
          <p:cNvPr id="129" name="TextBox 128">
            <a:extLst>
              <a:ext uri="{FF2B5EF4-FFF2-40B4-BE49-F238E27FC236}">
                <a16:creationId xmlns:a16="http://schemas.microsoft.com/office/drawing/2014/main" id="{01EEC747-2F20-EC89-EF65-02E7DC1ED318}"/>
              </a:ext>
            </a:extLst>
          </p:cNvPr>
          <p:cNvSpPr txBox="1"/>
          <p:nvPr/>
        </p:nvSpPr>
        <p:spPr>
          <a:xfrm>
            <a:off x="590622" y="1638178"/>
            <a:ext cx="930890"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Aspiration</a:t>
            </a:r>
          </a:p>
        </p:txBody>
      </p:sp>
      <p:sp>
        <p:nvSpPr>
          <p:cNvPr id="22" name="TextBox 21">
            <a:extLst>
              <a:ext uri="{FF2B5EF4-FFF2-40B4-BE49-F238E27FC236}">
                <a16:creationId xmlns:a16="http://schemas.microsoft.com/office/drawing/2014/main" id="{4C414D27-E29B-21C4-FE74-1C990E501428}"/>
              </a:ext>
            </a:extLst>
          </p:cNvPr>
          <p:cNvSpPr txBox="1"/>
          <p:nvPr/>
        </p:nvSpPr>
        <p:spPr>
          <a:xfrm>
            <a:off x="577753" y="3866018"/>
            <a:ext cx="930890"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What this looks like</a:t>
            </a:r>
          </a:p>
        </p:txBody>
      </p:sp>
      <p:cxnSp>
        <p:nvCxnSpPr>
          <p:cNvPr id="30" name="LineBasicDefault 25">
            <a:extLst>
              <a:ext uri="{FF2B5EF4-FFF2-40B4-BE49-F238E27FC236}">
                <a16:creationId xmlns:a16="http://schemas.microsoft.com/office/drawing/2014/main" id="{23B8F360-2226-F374-34D8-38F52103C839}"/>
              </a:ext>
            </a:extLst>
          </p:cNvPr>
          <p:cNvCxnSpPr>
            <a:cxnSpLocks/>
          </p:cNvCxnSpPr>
          <p:nvPr>
            <p:custDataLst>
              <p:tags r:id="rId4"/>
            </p:custDataLst>
          </p:nvPr>
        </p:nvCxnSpPr>
        <p:spPr>
          <a:xfrm>
            <a:off x="554736" y="3727837"/>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57B5C715-4414-570A-B712-E8CC0021A9CB}"/>
              </a:ext>
            </a:extLst>
          </p:cNvPr>
          <p:cNvSpPr txBox="1">
            <a:spLocks/>
          </p:cNvSpPr>
          <p:nvPr/>
        </p:nvSpPr>
        <p:spPr>
          <a:xfrm>
            <a:off x="1907920" y="3843275"/>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Conversational agent embedded in emails that ensures complete intake from FSPs; repeatable build starting points to reduce manual configuration  </a:t>
            </a:r>
            <a:endParaRPr kumimoji="0" lang="en-US" sz="1000" b="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TextBox 4">
            <a:extLst>
              <a:ext uri="{FF2B5EF4-FFF2-40B4-BE49-F238E27FC236}">
                <a16:creationId xmlns:a16="http://schemas.microsoft.com/office/drawing/2014/main" id="{3D1C8889-C867-6C3E-FA58-157557F27773}"/>
              </a:ext>
            </a:extLst>
          </p:cNvPr>
          <p:cNvSpPr txBox="1">
            <a:spLocks/>
          </p:cNvSpPr>
          <p:nvPr/>
        </p:nvSpPr>
        <p:spPr>
          <a:xfrm>
            <a:off x="3805657" y="3843275"/>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System generates the initial draft using intake data and customer context, with MTS rep refining rather than building from scratch</a:t>
            </a:r>
          </a:p>
        </p:txBody>
      </p:sp>
      <p:sp>
        <p:nvSpPr>
          <p:cNvPr id="7" name="TextBox 6">
            <a:extLst>
              <a:ext uri="{FF2B5EF4-FFF2-40B4-BE49-F238E27FC236}">
                <a16:creationId xmlns:a16="http://schemas.microsoft.com/office/drawing/2014/main" id="{17B938FA-83BE-047C-388C-8A0F3C178D1B}"/>
              </a:ext>
            </a:extLst>
          </p:cNvPr>
          <p:cNvSpPr txBox="1">
            <a:spLocks/>
          </p:cNvSpPr>
          <p:nvPr/>
        </p:nvSpPr>
        <p:spPr>
          <a:xfrm>
            <a:off x="5779483" y="3843275"/>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Shop build, validation, and publishing executed automatically for typical builds; reps step in for updates and exceptions only</a:t>
            </a:r>
            <a:endParaRPr kumimoji="0" lang="en-US" sz="1000" b="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8" name="TextBox 7">
            <a:extLst>
              <a:ext uri="{FF2B5EF4-FFF2-40B4-BE49-F238E27FC236}">
                <a16:creationId xmlns:a16="http://schemas.microsoft.com/office/drawing/2014/main" id="{279607D4-DBE4-B7EA-90E9-23F8ADD0852A}"/>
              </a:ext>
            </a:extLst>
          </p:cNvPr>
          <p:cNvSpPr txBox="1">
            <a:spLocks/>
          </p:cNvSpPr>
          <p:nvPr/>
        </p:nvSpPr>
        <p:spPr>
          <a:xfrm>
            <a:off x="7827886" y="3843275"/>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Coordinators create shops directly on BSN through a guided self-serve experience, with the option to engage an FSP for build support when needed</a:t>
            </a:r>
            <a:endParaRPr kumimoji="0" lang="en-US" sz="1000" b="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90" name="TextBox 89">
            <a:extLst>
              <a:ext uri="{FF2B5EF4-FFF2-40B4-BE49-F238E27FC236}">
                <a16:creationId xmlns:a16="http://schemas.microsoft.com/office/drawing/2014/main" id="{879921A8-8E45-48B0-6B43-4DBE0DB66CDF}"/>
              </a:ext>
            </a:extLst>
          </p:cNvPr>
          <p:cNvSpPr txBox="1"/>
          <p:nvPr/>
        </p:nvSpPr>
        <p:spPr>
          <a:xfrm>
            <a:off x="577753" y="5701727"/>
            <a:ext cx="1054892"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Cumulative impact</a:t>
            </a:r>
          </a:p>
        </p:txBody>
      </p:sp>
      <p:cxnSp>
        <p:nvCxnSpPr>
          <p:cNvPr id="91" name="LineBasicDefault 25">
            <a:extLst>
              <a:ext uri="{FF2B5EF4-FFF2-40B4-BE49-F238E27FC236}">
                <a16:creationId xmlns:a16="http://schemas.microsoft.com/office/drawing/2014/main" id="{8930C355-2DB9-B042-15AE-7D243F9AE5CB}"/>
              </a:ext>
            </a:extLst>
          </p:cNvPr>
          <p:cNvCxnSpPr>
            <a:cxnSpLocks/>
          </p:cNvCxnSpPr>
          <p:nvPr>
            <p:custDataLst>
              <p:tags r:id="rId5"/>
            </p:custDataLst>
          </p:nvPr>
        </p:nvCxnSpPr>
        <p:spPr>
          <a:xfrm>
            <a:off x="554736" y="5622407"/>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A4C658CC-A644-9E07-98B5-24B2B604E821}"/>
              </a:ext>
            </a:extLst>
          </p:cNvPr>
          <p:cNvSpPr txBox="1">
            <a:spLocks/>
          </p:cNvSpPr>
          <p:nvPr>
            <p:custDataLst>
              <p:tags r:id="rId6"/>
            </p:custDataLst>
          </p:nvPr>
        </p:nvSpPr>
        <p:spPr>
          <a:xfrm>
            <a:off x="3200594" y="5713323"/>
            <a:ext cx="3565530"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a:t>20-30% productivity</a:t>
            </a:r>
          </a:p>
        </p:txBody>
      </p:sp>
      <p:sp>
        <p:nvSpPr>
          <p:cNvPr id="94" name="TextBox 93">
            <a:extLst>
              <a:ext uri="{FF2B5EF4-FFF2-40B4-BE49-F238E27FC236}">
                <a16:creationId xmlns:a16="http://schemas.microsoft.com/office/drawing/2014/main" id="{60744954-B812-1F55-A40C-D0C54B4F4E49}"/>
              </a:ext>
            </a:extLst>
          </p:cNvPr>
          <p:cNvSpPr txBox="1">
            <a:spLocks/>
          </p:cNvSpPr>
          <p:nvPr>
            <p:custDataLst>
              <p:tags r:id="rId7"/>
            </p:custDataLst>
          </p:nvPr>
        </p:nvSpPr>
        <p:spPr>
          <a:xfrm>
            <a:off x="5779483" y="5713323"/>
            <a:ext cx="134146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a:t>50-70% productivity</a:t>
            </a:r>
          </a:p>
          <a:p>
            <a:endParaRPr lang="en-US" sz="1000"/>
          </a:p>
        </p:txBody>
      </p:sp>
      <p:sp>
        <p:nvSpPr>
          <p:cNvPr id="4" name="TextBox 3">
            <a:extLst>
              <a:ext uri="{FF2B5EF4-FFF2-40B4-BE49-F238E27FC236}">
                <a16:creationId xmlns:a16="http://schemas.microsoft.com/office/drawing/2014/main" id="{089DD32E-59C8-AB9F-D32B-5C9D34699FB5}"/>
              </a:ext>
            </a:extLst>
          </p:cNvPr>
          <p:cNvSpPr txBox="1"/>
          <p:nvPr/>
        </p:nvSpPr>
        <p:spPr>
          <a:xfrm>
            <a:off x="577753" y="1996355"/>
            <a:ext cx="930890"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Initiative</a:t>
            </a:r>
          </a:p>
        </p:txBody>
      </p:sp>
      <p:cxnSp>
        <p:nvCxnSpPr>
          <p:cNvPr id="33" name="LineBasicDefault 25">
            <a:extLst>
              <a:ext uri="{FF2B5EF4-FFF2-40B4-BE49-F238E27FC236}">
                <a16:creationId xmlns:a16="http://schemas.microsoft.com/office/drawing/2014/main" id="{3BBF8A31-39A2-0D84-3944-746AF48047C2}"/>
              </a:ext>
            </a:extLst>
          </p:cNvPr>
          <p:cNvCxnSpPr>
            <a:cxnSpLocks/>
          </p:cNvCxnSpPr>
          <p:nvPr>
            <p:custDataLst>
              <p:tags r:id="rId8"/>
            </p:custDataLst>
          </p:nvPr>
        </p:nvCxnSpPr>
        <p:spPr>
          <a:xfrm>
            <a:off x="554736" y="1932941"/>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1E02F1D8-3610-CB29-DB7D-2F3966F778FB}"/>
              </a:ext>
            </a:extLst>
          </p:cNvPr>
          <p:cNvSpPr txBox="1">
            <a:spLocks/>
          </p:cNvSpPr>
          <p:nvPr>
            <p:custDataLst>
              <p:tags r:id="rId9"/>
            </p:custDataLst>
          </p:nvPr>
        </p:nvSpPr>
        <p:spPr>
          <a:xfrm>
            <a:off x="5548149" y="1947877"/>
            <a:ext cx="1839417" cy="32155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E2E agent-enabled workflow that automates shop creation </a:t>
            </a:r>
            <a:r>
              <a:rPr lang="en-US" sz="1000"/>
              <a:t>(first draft) </a:t>
            </a:r>
            <a:r>
              <a:rPr lang="en-US" sz="1000" b="1"/>
              <a:t>E2E</a:t>
            </a:r>
            <a:r>
              <a:rPr lang="en-US" sz="1000"/>
              <a:t> (no human in loop)</a:t>
            </a:r>
          </a:p>
        </p:txBody>
      </p:sp>
      <p:sp>
        <p:nvSpPr>
          <p:cNvPr id="59" name="TextBox 58">
            <a:extLst>
              <a:ext uri="{FF2B5EF4-FFF2-40B4-BE49-F238E27FC236}">
                <a16:creationId xmlns:a16="http://schemas.microsoft.com/office/drawing/2014/main" id="{AACBBCFA-52F0-7ED9-2AA3-245064AD819D}"/>
              </a:ext>
            </a:extLst>
          </p:cNvPr>
          <p:cNvSpPr txBox="1">
            <a:spLocks/>
          </p:cNvSpPr>
          <p:nvPr>
            <p:custDataLst>
              <p:tags r:id="rId10"/>
            </p:custDataLst>
          </p:nvPr>
        </p:nvSpPr>
        <p:spPr>
          <a:xfrm>
            <a:off x="3590397" y="1978819"/>
            <a:ext cx="1825847" cy="66799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Automate and personalize initial shop creation </a:t>
            </a:r>
            <a:r>
              <a:rPr lang="en-US" sz="1000"/>
              <a:t>with a co-pilot</a:t>
            </a:r>
          </a:p>
        </p:txBody>
      </p:sp>
      <p:sp>
        <p:nvSpPr>
          <p:cNvPr id="60" name="TextBox 59">
            <a:extLst>
              <a:ext uri="{FF2B5EF4-FFF2-40B4-BE49-F238E27FC236}">
                <a16:creationId xmlns:a16="http://schemas.microsoft.com/office/drawing/2014/main" id="{E20ABDAD-8776-AA7C-A983-336E7497F175}"/>
              </a:ext>
            </a:extLst>
          </p:cNvPr>
          <p:cNvSpPr txBox="1">
            <a:spLocks/>
          </p:cNvSpPr>
          <p:nvPr>
            <p:custDataLst>
              <p:tags r:id="rId11"/>
            </p:custDataLst>
          </p:nvPr>
        </p:nvSpPr>
        <p:spPr>
          <a:xfrm>
            <a:off x="3587895" y="2489169"/>
            <a:ext cx="1825846" cy="33127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Automatically detect and remove back-ordered or OOS SKUs </a:t>
            </a:r>
            <a:r>
              <a:rPr lang="en-US" sz="1000"/>
              <a:t>with a co-pilot during order creation or extension</a:t>
            </a:r>
          </a:p>
        </p:txBody>
      </p:sp>
      <p:sp>
        <p:nvSpPr>
          <p:cNvPr id="77" name="TextBox 76">
            <a:extLst>
              <a:ext uri="{FF2B5EF4-FFF2-40B4-BE49-F238E27FC236}">
                <a16:creationId xmlns:a16="http://schemas.microsoft.com/office/drawing/2014/main" id="{23469415-6A9C-2F80-9E20-96FF0C35FBA3}"/>
              </a:ext>
            </a:extLst>
          </p:cNvPr>
          <p:cNvSpPr txBox="1">
            <a:spLocks/>
          </p:cNvSpPr>
          <p:nvPr>
            <p:custDataLst>
              <p:tags r:id="rId12"/>
            </p:custDataLst>
          </p:nvPr>
        </p:nvSpPr>
        <p:spPr>
          <a:xfrm>
            <a:off x="1632646" y="2580128"/>
            <a:ext cx="1883358" cy="685501"/>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Develop ready-to-use shop build templates</a:t>
            </a:r>
            <a:r>
              <a:rPr lang="en-US" sz="1000"/>
              <a:t> designs by sport or season that are edited by MTS reps</a:t>
            </a:r>
          </a:p>
        </p:txBody>
      </p:sp>
      <p:sp>
        <p:nvSpPr>
          <p:cNvPr id="79" name="TextBox 78">
            <a:extLst>
              <a:ext uri="{FF2B5EF4-FFF2-40B4-BE49-F238E27FC236}">
                <a16:creationId xmlns:a16="http://schemas.microsoft.com/office/drawing/2014/main" id="{86855D99-47FD-5651-110C-562CD6CAF2A7}"/>
              </a:ext>
            </a:extLst>
          </p:cNvPr>
          <p:cNvSpPr txBox="1">
            <a:spLocks/>
          </p:cNvSpPr>
          <p:nvPr>
            <p:custDataLst>
              <p:tags r:id="rId13"/>
            </p:custDataLst>
          </p:nvPr>
        </p:nvSpPr>
        <p:spPr>
          <a:xfrm>
            <a:off x="1632646" y="1966690"/>
            <a:ext cx="1883358" cy="230431"/>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Refine the intake process to include lead qualification and rule-based completion </a:t>
            </a:r>
            <a:endParaRPr lang="en-US" sz="1000"/>
          </a:p>
        </p:txBody>
      </p:sp>
      <p:sp>
        <p:nvSpPr>
          <p:cNvPr id="130" name="TextBox 129">
            <a:extLst>
              <a:ext uri="{FF2B5EF4-FFF2-40B4-BE49-F238E27FC236}">
                <a16:creationId xmlns:a16="http://schemas.microsoft.com/office/drawing/2014/main" id="{C7779B3E-3746-7D87-2E5E-31951734E6B8}"/>
              </a:ext>
            </a:extLst>
          </p:cNvPr>
          <p:cNvSpPr txBox="1">
            <a:spLocks/>
          </p:cNvSpPr>
          <p:nvPr>
            <p:custDataLst>
              <p:tags r:id="rId14"/>
            </p:custDataLst>
          </p:nvPr>
        </p:nvSpPr>
        <p:spPr>
          <a:xfrm>
            <a:off x="5548149" y="2793007"/>
            <a:ext cx="1839417" cy="33126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Enable conversational interface </a:t>
            </a:r>
            <a:r>
              <a:rPr lang="en-US" sz="1000"/>
              <a:t>where MTS reps can make updates based on customer feedback</a:t>
            </a:r>
          </a:p>
        </p:txBody>
      </p:sp>
      <p:sp>
        <p:nvSpPr>
          <p:cNvPr id="133" name="TextBox 132">
            <a:extLst>
              <a:ext uri="{FF2B5EF4-FFF2-40B4-BE49-F238E27FC236}">
                <a16:creationId xmlns:a16="http://schemas.microsoft.com/office/drawing/2014/main" id="{353DBD80-7F3B-4A37-93DD-C5FA91A74FF5}"/>
              </a:ext>
            </a:extLst>
          </p:cNvPr>
          <p:cNvSpPr txBox="1">
            <a:spLocks/>
          </p:cNvSpPr>
          <p:nvPr>
            <p:custDataLst>
              <p:tags r:id="rId15"/>
            </p:custDataLst>
          </p:nvPr>
        </p:nvSpPr>
        <p:spPr>
          <a:xfrm>
            <a:off x="3587895" y="3245835"/>
            <a:ext cx="1825846" cy="41568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Optimize shop layout </a:t>
            </a:r>
            <a:r>
              <a:rPr lang="en-US" sz="1000"/>
              <a:t>to drive conversion and upsell with analyzer agent</a:t>
            </a:r>
          </a:p>
        </p:txBody>
      </p:sp>
      <p:sp>
        <p:nvSpPr>
          <p:cNvPr id="134" name="TextBox 133">
            <a:extLst>
              <a:ext uri="{FF2B5EF4-FFF2-40B4-BE49-F238E27FC236}">
                <a16:creationId xmlns:a16="http://schemas.microsoft.com/office/drawing/2014/main" id="{BB58327A-6DB1-E7DE-55C2-999926AE0988}"/>
              </a:ext>
            </a:extLst>
          </p:cNvPr>
          <p:cNvSpPr txBox="1">
            <a:spLocks/>
          </p:cNvSpPr>
          <p:nvPr>
            <p:custDataLst>
              <p:tags r:id="rId16"/>
            </p:custDataLst>
          </p:nvPr>
        </p:nvSpPr>
        <p:spPr>
          <a:xfrm>
            <a:off x="7610124" y="1986331"/>
            <a:ext cx="1825846" cy="35069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Launch guided self-serve shop creation</a:t>
            </a:r>
            <a:r>
              <a:rPr lang="en-US" sz="1000"/>
              <a:t> on website; in addition to BSN-supported E2E agent-enabled workflow</a:t>
            </a:r>
          </a:p>
        </p:txBody>
      </p:sp>
      <p:sp>
        <p:nvSpPr>
          <p:cNvPr id="37" name="TextBox 36">
            <a:extLst>
              <a:ext uri="{FF2B5EF4-FFF2-40B4-BE49-F238E27FC236}">
                <a16:creationId xmlns:a16="http://schemas.microsoft.com/office/drawing/2014/main" id="{1111D9D0-A1EE-3BB4-E967-ACBE76E37263}"/>
              </a:ext>
            </a:extLst>
          </p:cNvPr>
          <p:cNvSpPr txBox="1">
            <a:spLocks/>
          </p:cNvSpPr>
          <p:nvPr/>
        </p:nvSpPr>
        <p:spPr>
          <a:xfrm>
            <a:off x="9827779" y="3843275"/>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Coordinators create shops through interface of choice (e.g. BSN website, ChatGPT, other designing tools) while BSN remains the fulfillment layer. Shops continue to be published on BSN for customer to access</a:t>
            </a:r>
            <a:endParaRPr kumimoji="0" lang="en-US" sz="1000" b="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9" name="TextBox 38">
            <a:extLst>
              <a:ext uri="{FF2B5EF4-FFF2-40B4-BE49-F238E27FC236}">
                <a16:creationId xmlns:a16="http://schemas.microsoft.com/office/drawing/2014/main" id="{EE52AA0C-DC88-42BE-99DB-34C32F38F082}"/>
              </a:ext>
            </a:extLst>
          </p:cNvPr>
          <p:cNvSpPr txBox="1">
            <a:spLocks/>
          </p:cNvSpPr>
          <p:nvPr>
            <p:custDataLst>
              <p:tags r:id="rId17"/>
            </p:custDataLst>
          </p:nvPr>
        </p:nvSpPr>
        <p:spPr>
          <a:xfrm>
            <a:off x="8955365" y="5713323"/>
            <a:ext cx="134146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a:t>60-80% productivity</a:t>
            </a:r>
          </a:p>
          <a:p>
            <a:endParaRPr lang="en-US" sz="1000"/>
          </a:p>
        </p:txBody>
      </p:sp>
      <p:sp>
        <p:nvSpPr>
          <p:cNvPr id="41" name="TextBox 40">
            <a:extLst>
              <a:ext uri="{FF2B5EF4-FFF2-40B4-BE49-F238E27FC236}">
                <a16:creationId xmlns:a16="http://schemas.microsoft.com/office/drawing/2014/main" id="{17D59808-E7FD-0421-BE56-9918F97A0B6B}"/>
              </a:ext>
            </a:extLst>
          </p:cNvPr>
          <p:cNvSpPr txBox="1">
            <a:spLocks/>
          </p:cNvSpPr>
          <p:nvPr>
            <p:custDataLst>
              <p:tags r:id="rId18"/>
            </p:custDataLst>
          </p:nvPr>
        </p:nvSpPr>
        <p:spPr>
          <a:xfrm>
            <a:off x="9610017" y="1986331"/>
            <a:ext cx="1825845" cy="31054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Extend shop creation beyond BSN-owned interfaces</a:t>
            </a:r>
            <a:r>
              <a:rPr lang="en-US" sz="1000"/>
              <a:t> by opening BSN’s backend commerce layer</a:t>
            </a:r>
          </a:p>
        </p:txBody>
      </p:sp>
      <p:sp>
        <p:nvSpPr>
          <p:cNvPr id="58" name="Arrow: Chevron 57">
            <a:extLst>
              <a:ext uri="{FF2B5EF4-FFF2-40B4-BE49-F238E27FC236}">
                <a16:creationId xmlns:a16="http://schemas.microsoft.com/office/drawing/2014/main" id="{261AF0BB-829D-5DC3-3ECD-B0826AA5DD4F}"/>
              </a:ext>
            </a:extLst>
          </p:cNvPr>
          <p:cNvSpPr>
            <a:spLocks/>
          </p:cNvSpPr>
          <p:nvPr/>
        </p:nvSpPr>
        <p:spPr>
          <a:xfrm>
            <a:off x="1632645" y="1024903"/>
            <a:ext cx="3781095" cy="384474"/>
          </a:xfrm>
          <a:prstGeom prst="chevron">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050" b="1" i="0" u="none" strike="noStrike" kern="1200" cap="none" spc="0" normalizeH="0" baseline="0" noProof="0">
                <a:ln>
                  <a:noFill/>
                </a:ln>
                <a:solidFill>
                  <a:srgbClr val="000000"/>
                </a:solidFill>
                <a:effectLst/>
                <a:uLnTx/>
                <a:uFillTx/>
                <a:latin typeface="Arial"/>
                <a:ea typeface="+mn-ea"/>
                <a:cs typeface="+mn-cs"/>
              </a:rPr>
              <a:t>Horizon 1: </a:t>
            </a:r>
            <a:r>
              <a:rPr kumimoji="0" lang="en-US" sz="1050" b="0" i="0" u="none" strike="noStrike" kern="1200" cap="none" spc="0" normalizeH="0" baseline="0" noProof="0">
                <a:ln>
                  <a:noFill/>
                </a:ln>
                <a:solidFill>
                  <a:srgbClr val="000000"/>
                </a:solidFill>
                <a:effectLst/>
                <a:uLnTx/>
                <a:uFillTx/>
                <a:latin typeface="Arial"/>
                <a:ea typeface="+mn-ea"/>
                <a:cs typeface="+mn-cs"/>
              </a:rPr>
              <a:t>Quick Wins (by June 2026)</a:t>
            </a:r>
            <a:r>
              <a:rPr kumimoji="0" lang="en-US" sz="1050" b="0" i="0" u="none" strike="noStrike" kern="1200" cap="none" spc="0" normalizeH="0" baseline="30000" noProof="0">
                <a:ln>
                  <a:noFill/>
                </a:ln>
                <a:solidFill>
                  <a:srgbClr val="000000"/>
                </a:solidFill>
                <a:effectLst/>
                <a:uLnTx/>
                <a:uFillTx/>
                <a:latin typeface="Arial"/>
                <a:ea typeface="+mn-ea"/>
                <a:cs typeface="+mn-cs"/>
              </a:rPr>
              <a:t>1</a:t>
            </a:r>
            <a:r>
              <a:rPr kumimoji="0" lang="en-US" sz="1050" b="0" i="0" u="none" strike="noStrike" kern="1200" cap="none" spc="0" normalizeH="0" noProof="0">
                <a:ln>
                  <a:noFill/>
                </a:ln>
                <a:solidFill>
                  <a:srgbClr val="000000"/>
                </a:solidFill>
                <a:effectLst/>
                <a:uLnTx/>
                <a:uFillTx/>
                <a:latin typeface="Arial"/>
                <a:ea typeface="+mn-ea"/>
                <a:cs typeface="+mn-cs"/>
              </a:rPr>
              <a:t> </a:t>
            </a:r>
          </a:p>
        </p:txBody>
      </p:sp>
      <p:sp>
        <p:nvSpPr>
          <p:cNvPr id="62" name="Arrow: Chevron 61">
            <a:extLst>
              <a:ext uri="{FF2B5EF4-FFF2-40B4-BE49-F238E27FC236}">
                <a16:creationId xmlns:a16="http://schemas.microsoft.com/office/drawing/2014/main" id="{AAB967B5-8DAA-98B5-646A-E20A217A1021}"/>
              </a:ext>
            </a:extLst>
          </p:cNvPr>
          <p:cNvSpPr>
            <a:spLocks/>
          </p:cNvSpPr>
          <p:nvPr/>
        </p:nvSpPr>
        <p:spPr>
          <a:xfrm>
            <a:off x="5413740" y="1024903"/>
            <a:ext cx="2171957" cy="384474"/>
          </a:xfrm>
          <a:prstGeom prst="chevron">
            <a:avLst/>
          </a:prstGeom>
          <a:solidFill>
            <a:schemeClr val="accent3">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defRPr/>
            </a:pPr>
            <a:r>
              <a:rPr kumimoji="0" lang="en-US" sz="1050" b="1" i="0" u="none" strike="noStrike" kern="1200" cap="none" spc="0" normalizeH="0" baseline="0" noProof="0">
                <a:ln>
                  <a:noFill/>
                </a:ln>
                <a:solidFill>
                  <a:srgbClr val="000000"/>
                </a:solidFill>
                <a:effectLst/>
                <a:uLnTx/>
                <a:uFillTx/>
                <a:latin typeface="Arial"/>
                <a:ea typeface="+mn-ea"/>
                <a:cs typeface="+mn-cs"/>
              </a:rPr>
              <a:t>Horizon 2: </a:t>
            </a:r>
            <a:r>
              <a:rPr kumimoji="0" lang="en-US" sz="1050" b="0" i="0" u="none" strike="noStrike" kern="1200" cap="none" spc="0" normalizeH="0" baseline="0" noProof="0">
                <a:ln>
                  <a:noFill/>
                </a:ln>
                <a:solidFill>
                  <a:srgbClr val="000000"/>
                </a:solidFill>
                <a:effectLst/>
                <a:uLnTx/>
                <a:uFillTx/>
                <a:latin typeface="Arial"/>
                <a:ea typeface="+mn-ea"/>
                <a:cs typeface="+mn-cs"/>
              </a:rPr>
              <a:t>mid-term initiatives (by end-2026)</a:t>
            </a:r>
            <a:r>
              <a:rPr lang="en-US" sz="1050" baseline="30000">
                <a:solidFill>
                  <a:srgbClr val="000000"/>
                </a:solidFill>
              </a:rPr>
              <a:t>1</a:t>
            </a:r>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
        <p:nvSpPr>
          <p:cNvPr id="63" name="Arrow: Chevron 62">
            <a:extLst>
              <a:ext uri="{FF2B5EF4-FFF2-40B4-BE49-F238E27FC236}">
                <a16:creationId xmlns:a16="http://schemas.microsoft.com/office/drawing/2014/main" id="{A2100144-D76E-75B9-F89B-8B790790B850}"/>
              </a:ext>
            </a:extLst>
          </p:cNvPr>
          <p:cNvSpPr>
            <a:spLocks/>
          </p:cNvSpPr>
          <p:nvPr/>
        </p:nvSpPr>
        <p:spPr>
          <a:xfrm>
            <a:off x="7588124" y="1024903"/>
            <a:ext cx="4049140" cy="384474"/>
          </a:xfrm>
          <a:prstGeom prst="chevron">
            <a:avLst/>
          </a:prstGeom>
          <a:solidFill>
            <a:schemeClr val="accent3">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defRPr/>
            </a:pPr>
            <a:r>
              <a:rPr kumimoji="0" lang="en-US" sz="1050" b="1" i="0" u="none" strike="noStrike" kern="1200" cap="none" spc="0" normalizeH="0" baseline="0" noProof="0">
                <a:ln>
                  <a:noFill/>
                </a:ln>
                <a:solidFill>
                  <a:schemeClr val="bg2"/>
                </a:solidFill>
                <a:effectLst/>
                <a:uLnTx/>
                <a:uFillTx/>
                <a:latin typeface="Arial"/>
                <a:ea typeface="+mn-ea"/>
                <a:cs typeface="+mn-cs"/>
              </a:rPr>
              <a:t>Horizon 3:</a:t>
            </a:r>
            <a:r>
              <a:rPr kumimoji="0" lang="en-US" sz="1050" i="0" u="none" strike="noStrike" kern="1200" cap="none" spc="0" normalizeH="0" baseline="0" noProof="0">
                <a:ln>
                  <a:noFill/>
                </a:ln>
                <a:solidFill>
                  <a:schemeClr val="bg2"/>
                </a:solidFill>
                <a:effectLst/>
                <a:uLnTx/>
                <a:uFillTx/>
                <a:latin typeface="Arial"/>
                <a:ea typeface="+mn-ea"/>
                <a:cs typeface="+mn-cs"/>
              </a:rPr>
              <a:t> Moonshots / Bold vision (by end-2027)</a:t>
            </a:r>
            <a:r>
              <a:rPr lang="en-US" sz="1050" baseline="30000">
                <a:solidFill>
                  <a:schemeClr val="bg1"/>
                </a:solidFill>
              </a:rPr>
              <a:t>1</a:t>
            </a:r>
            <a:endParaRPr kumimoji="0" lang="en-US" sz="1050" i="0" u="none" strike="noStrike" kern="1200" cap="none" spc="0" normalizeH="0" baseline="0" noProof="0">
              <a:ln>
                <a:noFill/>
              </a:ln>
              <a:solidFill>
                <a:schemeClr val="bg1"/>
              </a:solidFill>
              <a:effectLst/>
              <a:uLnTx/>
              <a:uFillTx/>
              <a:latin typeface="Arial"/>
              <a:ea typeface="+mn-ea"/>
              <a:cs typeface="+mn-cs"/>
            </a:endParaRPr>
          </a:p>
        </p:txBody>
      </p:sp>
      <p:sp>
        <p:nvSpPr>
          <p:cNvPr id="64" name="TextBox 63">
            <a:extLst>
              <a:ext uri="{FF2B5EF4-FFF2-40B4-BE49-F238E27FC236}">
                <a16:creationId xmlns:a16="http://schemas.microsoft.com/office/drawing/2014/main" id="{A0E25E00-D16D-4156-79BE-0A2E0C9BBD4D}"/>
              </a:ext>
            </a:extLst>
          </p:cNvPr>
          <p:cNvSpPr txBox="1"/>
          <p:nvPr/>
        </p:nvSpPr>
        <p:spPr>
          <a:xfrm>
            <a:off x="1632645" y="1517376"/>
            <a:ext cx="1883358" cy="3231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chemeClr val="accent3">
                    <a:lumMod val="40000"/>
                    <a:lumOff val="60000"/>
                  </a:schemeClr>
                </a:solidFill>
              </a:rPr>
              <a:t>Standardize inputs and base templates</a:t>
            </a:r>
            <a:endParaRPr lang="en-US" sz="1050" i="1">
              <a:solidFill>
                <a:schemeClr val="accent3">
                  <a:lumMod val="40000"/>
                  <a:lumOff val="60000"/>
                </a:schemeClr>
              </a:solidFill>
            </a:endParaRPr>
          </a:p>
        </p:txBody>
      </p:sp>
      <p:sp>
        <p:nvSpPr>
          <p:cNvPr id="65" name="TextBox 64">
            <a:extLst>
              <a:ext uri="{FF2B5EF4-FFF2-40B4-BE49-F238E27FC236}">
                <a16:creationId xmlns:a16="http://schemas.microsoft.com/office/drawing/2014/main" id="{38F9E0CC-F869-A1B2-4D02-A717C9A9CE20}"/>
              </a:ext>
            </a:extLst>
          </p:cNvPr>
          <p:cNvSpPr txBox="1"/>
          <p:nvPr/>
        </p:nvSpPr>
        <p:spPr>
          <a:xfrm>
            <a:off x="3590397" y="1517376"/>
            <a:ext cx="1883358" cy="32651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chemeClr val="accent3">
                    <a:lumMod val="40000"/>
                    <a:lumOff val="60000"/>
                  </a:schemeClr>
                </a:solidFill>
              </a:rPr>
              <a:t>Co-pilot driven shop build process</a:t>
            </a:r>
          </a:p>
        </p:txBody>
      </p:sp>
      <p:sp>
        <p:nvSpPr>
          <p:cNvPr id="66" name="TextBox 65">
            <a:extLst>
              <a:ext uri="{FF2B5EF4-FFF2-40B4-BE49-F238E27FC236}">
                <a16:creationId xmlns:a16="http://schemas.microsoft.com/office/drawing/2014/main" id="{C4E87BD4-C7C2-DA50-F585-CA365D52DF3C}"/>
              </a:ext>
            </a:extLst>
          </p:cNvPr>
          <p:cNvSpPr txBox="1"/>
          <p:nvPr/>
        </p:nvSpPr>
        <p:spPr>
          <a:xfrm>
            <a:off x="5548149" y="1653147"/>
            <a:ext cx="1883358" cy="16158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chemeClr val="accent3">
                    <a:lumMod val="60000"/>
                    <a:lumOff val="40000"/>
                  </a:schemeClr>
                </a:solidFill>
              </a:rPr>
              <a:t>Fully-automated shop build</a:t>
            </a:r>
          </a:p>
        </p:txBody>
      </p:sp>
      <p:sp>
        <p:nvSpPr>
          <p:cNvPr id="67" name="TextBox 66">
            <a:extLst>
              <a:ext uri="{FF2B5EF4-FFF2-40B4-BE49-F238E27FC236}">
                <a16:creationId xmlns:a16="http://schemas.microsoft.com/office/drawing/2014/main" id="{BB879120-BBFD-5568-C8C8-789D8767B7B9}"/>
              </a:ext>
            </a:extLst>
          </p:cNvPr>
          <p:cNvSpPr txBox="1"/>
          <p:nvPr/>
        </p:nvSpPr>
        <p:spPr>
          <a:xfrm>
            <a:off x="7585697" y="1653147"/>
            <a:ext cx="1883358" cy="16158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chemeClr val="accent3"/>
                </a:solidFill>
              </a:rPr>
              <a:t>Guided self-serve platform</a:t>
            </a:r>
          </a:p>
        </p:txBody>
      </p:sp>
      <p:sp>
        <p:nvSpPr>
          <p:cNvPr id="69" name="TextBox 68">
            <a:extLst>
              <a:ext uri="{FF2B5EF4-FFF2-40B4-BE49-F238E27FC236}">
                <a16:creationId xmlns:a16="http://schemas.microsoft.com/office/drawing/2014/main" id="{5F34AE4B-A281-093E-C406-F457EF52769B}"/>
              </a:ext>
            </a:extLst>
          </p:cNvPr>
          <p:cNvSpPr txBox="1"/>
          <p:nvPr/>
        </p:nvSpPr>
        <p:spPr>
          <a:xfrm>
            <a:off x="9585590" y="1653147"/>
            <a:ext cx="1883358" cy="16158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chemeClr val="accent3"/>
                </a:solidFill>
              </a:rPr>
              <a:t>Open self-serve platform</a:t>
            </a:r>
          </a:p>
        </p:txBody>
      </p:sp>
      <p:sp>
        <p:nvSpPr>
          <p:cNvPr id="3" name="TextBox 2">
            <a:extLst>
              <a:ext uri="{FF2B5EF4-FFF2-40B4-BE49-F238E27FC236}">
                <a16:creationId xmlns:a16="http://schemas.microsoft.com/office/drawing/2014/main" id="{F2B52972-963C-A309-16EB-6B66F96E9368}"/>
              </a:ext>
            </a:extLst>
          </p:cNvPr>
          <p:cNvSpPr txBox="1"/>
          <p:nvPr/>
        </p:nvSpPr>
        <p:spPr>
          <a:xfrm>
            <a:off x="577753" y="5186944"/>
            <a:ext cx="1054892"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Pain points</a:t>
            </a:r>
          </a:p>
        </p:txBody>
      </p:sp>
      <p:cxnSp>
        <p:nvCxnSpPr>
          <p:cNvPr id="6" name="LineBasicDefault 25">
            <a:extLst>
              <a:ext uri="{FF2B5EF4-FFF2-40B4-BE49-F238E27FC236}">
                <a16:creationId xmlns:a16="http://schemas.microsoft.com/office/drawing/2014/main" id="{2AD234B0-7F8F-440D-D24C-5B805E285741}"/>
              </a:ext>
            </a:extLst>
          </p:cNvPr>
          <p:cNvCxnSpPr>
            <a:cxnSpLocks/>
          </p:cNvCxnSpPr>
          <p:nvPr>
            <p:custDataLst>
              <p:tags r:id="rId19"/>
            </p:custDataLst>
          </p:nvPr>
        </p:nvCxnSpPr>
        <p:spPr>
          <a:xfrm>
            <a:off x="554736" y="5107624"/>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F59893EB-285A-29E7-0C97-29E4373E4D35}"/>
              </a:ext>
            </a:extLst>
          </p:cNvPr>
          <p:cNvSpPr txBox="1">
            <a:spLocks/>
          </p:cNvSpPr>
          <p:nvPr>
            <p:custDataLst>
              <p:tags r:id="rId20"/>
            </p:custDataLst>
          </p:nvPr>
        </p:nvSpPr>
        <p:spPr>
          <a:xfrm>
            <a:off x="1907920" y="5902613"/>
            <a:ext cx="3505820"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r>
              <a:rPr lang="en-US" sz="1000" i="1"/>
              <a:t>(~10% of shops need rebuilding, 10-15% shop leads go cold, ~25% of intakes are incomplete; 50% of shop creation time is for item selection and inventory filtering)</a:t>
            </a:r>
          </a:p>
        </p:txBody>
      </p:sp>
      <p:cxnSp>
        <p:nvCxnSpPr>
          <p:cNvPr id="19" name="Straight Arrow Connector 18">
            <a:extLst>
              <a:ext uri="{FF2B5EF4-FFF2-40B4-BE49-F238E27FC236}">
                <a16:creationId xmlns:a16="http://schemas.microsoft.com/office/drawing/2014/main" id="{7204687C-84FB-489B-D2AC-75C114F72C25}"/>
              </a:ext>
            </a:extLst>
          </p:cNvPr>
          <p:cNvCxnSpPr>
            <a:cxnSpLocks/>
          </p:cNvCxnSpPr>
          <p:nvPr/>
        </p:nvCxnSpPr>
        <p:spPr>
          <a:xfrm>
            <a:off x="1907920" y="5294666"/>
            <a:ext cx="9561028" cy="0"/>
          </a:xfrm>
          <a:prstGeom prst="straightConnector1">
            <a:avLst/>
          </a:prstGeom>
          <a:ln w="9525" cap="flat">
            <a:solidFill>
              <a:schemeClr val="accent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68E09B36-6845-C758-079B-FB56BA14C0FF}"/>
              </a:ext>
            </a:extLst>
          </p:cNvPr>
          <p:cNvSpPr/>
          <p:nvPr/>
        </p:nvSpPr>
        <p:spPr>
          <a:xfrm>
            <a:off x="5885970" y="5198540"/>
            <a:ext cx="983556" cy="226670"/>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grpSp>
        <p:nvGrpSpPr>
          <p:cNvPr id="17" name="Group 16">
            <a:extLst>
              <a:ext uri="{FF2B5EF4-FFF2-40B4-BE49-F238E27FC236}">
                <a16:creationId xmlns:a16="http://schemas.microsoft.com/office/drawing/2014/main" id="{A6BB4AC8-E7A9-C90F-5A46-B3996B265C39}"/>
              </a:ext>
            </a:extLst>
          </p:cNvPr>
          <p:cNvGrpSpPr/>
          <p:nvPr/>
        </p:nvGrpSpPr>
        <p:grpSpPr>
          <a:xfrm>
            <a:off x="5952292" y="5233078"/>
            <a:ext cx="855257" cy="192132"/>
            <a:chOff x="5952292" y="5335838"/>
            <a:chExt cx="855257" cy="209348"/>
          </a:xfrm>
        </p:grpSpPr>
        <p:sp>
          <p:nvSpPr>
            <p:cNvPr id="14" name="TrackerNumBlue 21">
              <a:extLst>
                <a:ext uri="{FF2B5EF4-FFF2-40B4-BE49-F238E27FC236}">
                  <a16:creationId xmlns:a16="http://schemas.microsoft.com/office/drawing/2014/main" id="{4C46E91E-DEE5-7B07-C925-180B5E60805F}"/>
                </a:ext>
              </a:extLst>
            </p:cNvPr>
            <p:cNvSpPr/>
            <p:nvPr>
              <p:custDataLst>
                <p:tags r:id="rId24"/>
              </p:custDataLst>
            </p:nvPr>
          </p:nvSpPr>
          <p:spPr>
            <a:xfrm>
              <a:off x="6281508" y="5335838"/>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2</a:t>
              </a:r>
            </a:p>
          </p:txBody>
        </p:sp>
        <p:sp>
          <p:nvSpPr>
            <p:cNvPr id="15" name="TrackerNumBlue 21">
              <a:extLst>
                <a:ext uri="{FF2B5EF4-FFF2-40B4-BE49-F238E27FC236}">
                  <a16:creationId xmlns:a16="http://schemas.microsoft.com/office/drawing/2014/main" id="{030BBFD9-1E6D-FA76-B762-2227077DFD7F}"/>
                </a:ext>
              </a:extLst>
            </p:cNvPr>
            <p:cNvSpPr/>
            <p:nvPr>
              <p:custDataLst>
                <p:tags r:id="rId25"/>
              </p:custDataLst>
            </p:nvPr>
          </p:nvSpPr>
          <p:spPr>
            <a:xfrm>
              <a:off x="6597237" y="5335838"/>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3</a:t>
              </a:r>
            </a:p>
          </p:txBody>
        </p:sp>
        <p:sp>
          <p:nvSpPr>
            <p:cNvPr id="16" name="TrackerNumBlue 21">
              <a:extLst>
                <a:ext uri="{FF2B5EF4-FFF2-40B4-BE49-F238E27FC236}">
                  <a16:creationId xmlns:a16="http://schemas.microsoft.com/office/drawing/2014/main" id="{27A23542-24BF-F710-E8D3-4F3AA1A60F3B}"/>
                </a:ext>
              </a:extLst>
            </p:cNvPr>
            <p:cNvSpPr/>
            <p:nvPr>
              <p:custDataLst>
                <p:tags r:id="rId26"/>
              </p:custDataLst>
            </p:nvPr>
          </p:nvSpPr>
          <p:spPr>
            <a:xfrm>
              <a:off x="5952292" y="5335838"/>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1</a:t>
              </a:r>
            </a:p>
          </p:txBody>
        </p:sp>
      </p:grpSp>
      <p:cxnSp>
        <p:nvCxnSpPr>
          <p:cNvPr id="25" name="Straight Arrow Connector 24">
            <a:extLst>
              <a:ext uri="{FF2B5EF4-FFF2-40B4-BE49-F238E27FC236}">
                <a16:creationId xmlns:a16="http://schemas.microsoft.com/office/drawing/2014/main" id="{25A2472F-BC68-B965-B594-1A3BB289F239}"/>
              </a:ext>
            </a:extLst>
          </p:cNvPr>
          <p:cNvCxnSpPr>
            <a:cxnSpLocks/>
          </p:cNvCxnSpPr>
          <p:nvPr/>
        </p:nvCxnSpPr>
        <p:spPr>
          <a:xfrm>
            <a:off x="3805657" y="5455031"/>
            <a:ext cx="7663291" cy="0"/>
          </a:xfrm>
          <a:prstGeom prst="straightConnector1">
            <a:avLst/>
          </a:prstGeom>
          <a:ln w="9525" cap="flat">
            <a:solidFill>
              <a:schemeClr val="accent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rackerNumBlue 21">
            <a:extLst>
              <a:ext uri="{FF2B5EF4-FFF2-40B4-BE49-F238E27FC236}">
                <a16:creationId xmlns:a16="http://schemas.microsoft.com/office/drawing/2014/main" id="{49D10BAC-2AF0-6AC8-D489-B1C533DD0817}"/>
              </a:ext>
            </a:extLst>
          </p:cNvPr>
          <p:cNvSpPr/>
          <p:nvPr>
            <p:custDataLst>
              <p:tags r:id="rId21"/>
            </p:custDataLst>
          </p:nvPr>
        </p:nvSpPr>
        <p:spPr>
          <a:xfrm>
            <a:off x="7542753" y="5350357"/>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4</a:t>
            </a:r>
          </a:p>
        </p:txBody>
      </p:sp>
      <p:sp>
        <p:nvSpPr>
          <p:cNvPr id="34" name="TextBox 33">
            <a:extLst>
              <a:ext uri="{FF2B5EF4-FFF2-40B4-BE49-F238E27FC236}">
                <a16:creationId xmlns:a16="http://schemas.microsoft.com/office/drawing/2014/main" id="{C45E68D3-0338-6E9B-ABC4-1DD138018245}"/>
              </a:ext>
            </a:extLst>
          </p:cNvPr>
          <p:cNvSpPr txBox="1">
            <a:spLocks/>
          </p:cNvSpPr>
          <p:nvPr>
            <p:custDataLst>
              <p:tags r:id="rId22"/>
            </p:custDataLst>
          </p:nvPr>
        </p:nvSpPr>
        <p:spPr>
          <a:xfrm>
            <a:off x="5708310" y="5902613"/>
            <a:ext cx="1679256"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r>
              <a:rPr lang="en-US" sz="1000" i="1"/>
              <a:t>(Potential to automate entire shop build and edit process)</a:t>
            </a:r>
          </a:p>
        </p:txBody>
      </p:sp>
      <p:sp>
        <p:nvSpPr>
          <p:cNvPr id="52" name="TextBox 51">
            <a:extLst>
              <a:ext uri="{FF2B5EF4-FFF2-40B4-BE49-F238E27FC236}">
                <a16:creationId xmlns:a16="http://schemas.microsoft.com/office/drawing/2014/main" id="{78CAB599-9D03-5BB0-0051-1126BE54CDD7}"/>
              </a:ext>
            </a:extLst>
          </p:cNvPr>
          <p:cNvSpPr txBox="1">
            <a:spLocks/>
          </p:cNvSpPr>
          <p:nvPr>
            <p:custDataLst>
              <p:tags r:id="rId23"/>
            </p:custDataLst>
          </p:nvPr>
        </p:nvSpPr>
        <p:spPr>
          <a:xfrm>
            <a:off x="7901809" y="5902613"/>
            <a:ext cx="3712438"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r>
              <a:rPr lang="en-US" sz="1000" i="1"/>
              <a:t>(Potential to automate entire shop build and edit process)</a:t>
            </a:r>
          </a:p>
        </p:txBody>
      </p:sp>
    </p:spTree>
    <p:extLst>
      <p:ext uri="{BB962C8B-B14F-4D97-AF65-F5344CB8AC3E}">
        <p14:creationId xmlns:p14="http://schemas.microsoft.com/office/powerpoint/2010/main" val="25281610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DF5C0-1C76-A68E-F0A4-3ED94B7271D7}"/>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893CF9C2-6124-2936-3DF2-4D7C6606C6D7}"/>
              </a:ext>
            </a:extLst>
          </p:cNvPr>
          <p:cNvGraphicFramePr>
            <a:graphicFrameLocks noChangeAspect="1"/>
          </p:cNvGraphicFramePr>
          <p:nvPr>
            <p:custDataLst>
              <p:tags r:id="rId1"/>
            </p:custDataLst>
            <p:extLst>
              <p:ext uri="{D42A27DB-BD31-4B8C-83A1-F6EECF244321}">
                <p14:modId xmlns:p14="http://schemas.microsoft.com/office/powerpoint/2010/main" val="157688589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6" imgW="404" imgH="405" progId="TCLayout.ActiveDocument.1">
                  <p:embed/>
                </p:oleObj>
              </mc:Choice>
              <mc:Fallback>
                <p:oleObj name="think-cell Slide" r:id="rId66" imgW="404" imgH="405" progId="TCLayout.ActiveDocument.1">
                  <p:embed/>
                  <p:pic>
                    <p:nvPicPr>
                      <p:cNvPr id="6" name="Object 2" hidden="1">
                        <a:extLst>
                          <a:ext uri="{FF2B5EF4-FFF2-40B4-BE49-F238E27FC236}">
                            <a16:creationId xmlns:a16="http://schemas.microsoft.com/office/drawing/2014/main" id="{893CF9C2-6124-2936-3DF2-4D7C6606C6D7}"/>
                          </a:ext>
                        </a:extLst>
                      </p:cNvPr>
                      <p:cNvPicPr/>
                      <p:nvPr/>
                    </p:nvPicPr>
                    <p:blipFill>
                      <a:blip r:embed="rId67"/>
                      <a:stretch>
                        <a:fillRect/>
                      </a:stretch>
                    </p:blipFill>
                    <p:spPr>
                      <a:xfrm>
                        <a:off x="1588" y="1588"/>
                        <a:ext cx="1588" cy="1588"/>
                      </a:xfrm>
                      <a:prstGeom prst="rect">
                        <a:avLst/>
                      </a:prstGeom>
                    </p:spPr>
                  </p:pic>
                </p:oleObj>
              </mc:Fallback>
            </mc:AlternateContent>
          </a:graphicData>
        </a:graphic>
      </p:graphicFrame>
      <p:sp>
        <p:nvSpPr>
          <p:cNvPr id="52" name="TrackerNumWhite 27">
            <a:extLst>
              <a:ext uri="{FF2B5EF4-FFF2-40B4-BE49-F238E27FC236}">
                <a16:creationId xmlns:a16="http://schemas.microsoft.com/office/drawing/2014/main" id="{3B523003-FC23-DA1F-5472-C7525A170C0F}"/>
              </a:ext>
            </a:extLst>
          </p:cNvPr>
          <p:cNvSpPr>
            <a:spLocks/>
          </p:cNvSpPr>
          <p:nvPr>
            <p:custDataLst>
              <p:tags r:id="rId2"/>
            </p:custDataLst>
          </p:nvPr>
        </p:nvSpPr>
        <p:spPr>
          <a:xfrm>
            <a:off x="8253032" y="4247572"/>
            <a:ext cx="3566160" cy="182880"/>
          </a:xfrm>
          <a:prstGeom prst="roundRect">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800" i="1">
                <a:solidFill>
                  <a:schemeClr val="tx1"/>
                </a:solidFill>
              </a:rPr>
              <a:t>PO # generated and sent to vendor</a:t>
            </a:r>
          </a:p>
        </p:txBody>
      </p:sp>
      <p:cxnSp>
        <p:nvCxnSpPr>
          <p:cNvPr id="124" name="Connector: Elbow 123">
            <a:extLst>
              <a:ext uri="{FF2B5EF4-FFF2-40B4-BE49-F238E27FC236}">
                <a16:creationId xmlns:a16="http://schemas.microsoft.com/office/drawing/2014/main" id="{A050C437-782F-B53E-A002-7FB781569896}"/>
              </a:ext>
            </a:extLst>
          </p:cNvPr>
          <p:cNvCxnSpPr>
            <a:cxnSpLocks/>
            <a:stCxn id="79" idx="3"/>
            <a:endCxn id="108" idx="0"/>
          </p:cNvCxnSpPr>
          <p:nvPr/>
        </p:nvCxnSpPr>
        <p:spPr>
          <a:xfrm flipV="1">
            <a:off x="4866609" y="4024778"/>
            <a:ext cx="5169503" cy="750087"/>
          </a:xfrm>
          <a:prstGeom prst="bentConnector4">
            <a:avLst>
              <a:gd name="adj1" fmla="val 32754"/>
              <a:gd name="adj2" fmla="val 130476"/>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48" name="GreyLineContentSeparatorDefault 69">
            <a:extLst>
              <a:ext uri="{FF2B5EF4-FFF2-40B4-BE49-F238E27FC236}">
                <a16:creationId xmlns:a16="http://schemas.microsoft.com/office/drawing/2014/main" id="{4A3F70D3-13F1-FD61-E5C5-B15E9DDFD952}"/>
              </a:ext>
            </a:extLst>
          </p:cNvPr>
          <p:cNvCxnSpPr>
            <a:cxnSpLocks/>
          </p:cNvCxnSpPr>
          <p:nvPr>
            <p:custDataLst>
              <p:tags r:id="rId3"/>
            </p:custDataLst>
          </p:nvPr>
        </p:nvCxnSpPr>
        <p:spPr>
          <a:xfrm>
            <a:off x="554736" y="5740343"/>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 name="2. Slide Title">
            <a:extLst>
              <a:ext uri="{FF2B5EF4-FFF2-40B4-BE49-F238E27FC236}">
                <a16:creationId xmlns:a16="http://schemas.microsoft.com/office/drawing/2014/main" id="{989BEA2C-C7F5-8759-2A45-AA9974B5B6EB}"/>
              </a:ext>
            </a:extLst>
          </p:cNvPr>
          <p:cNvSpPr>
            <a:spLocks noGrp="1"/>
          </p:cNvSpPr>
          <p:nvPr>
            <p:ph type="title"/>
            <p:custDataLst>
              <p:tags r:id="rId4"/>
            </p:custDataLst>
          </p:nvPr>
        </p:nvSpPr>
        <p:spPr>
          <a:xfrm>
            <a:off x="554736" y="305688"/>
            <a:ext cx="11082528" cy="357790"/>
          </a:xfrm>
          <a:noFill/>
          <a:ln/>
          <a:extLst>
            <a:ext uri="{909E8E84-426E-40DD-AFC4-6F175D3DCCD1}">
              <a14:hiddenFill xmlns:a14="http://schemas.microsoft.com/office/drawing/2010/main">
                <a:solidFill>
                  <a:srgbClr val="FFFFFF"/>
                </a:solidFill>
              </a14:hiddenFill>
            </a:ext>
          </a:extLst>
        </p:spPr>
        <p:txBody>
          <a:bodyPr vert="horz">
            <a:spAutoFit/>
          </a:bodyPr>
          <a:lstStyle/>
          <a:p>
            <a:r>
              <a:rPr lang="en-US" dirty="0"/>
              <a:t>C. </a:t>
            </a:r>
            <a:r>
              <a:rPr lang="en-US" i="1" dirty="0"/>
              <a:t>NSP handling: </a:t>
            </a:r>
            <a:r>
              <a:rPr lang="en-US" dirty="0"/>
              <a:t>Process flow and key pain points</a:t>
            </a:r>
          </a:p>
        </p:txBody>
      </p:sp>
      <p:sp>
        <p:nvSpPr>
          <p:cNvPr id="24" name="TextBox 23">
            <a:extLst>
              <a:ext uri="{FF2B5EF4-FFF2-40B4-BE49-F238E27FC236}">
                <a16:creationId xmlns:a16="http://schemas.microsoft.com/office/drawing/2014/main" id="{754B57A5-A642-1AEF-D37C-4FDFB0F97070}"/>
              </a:ext>
            </a:extLst>
          </p:cNvPr>
          <p:cNvSpPr txBox="1">
            <a:spLocks/>
          </p:cNvSpPr>
          <p:nvPr>
            <p:custDataLst>
              <p:tags r:id="rId5"/>
            </p:custDataLst>
          </p:nvPr>
        </p:nvSpPr>
        <p:spPr>
          <a:xfrm>
            <a:off x="1818609" y="1766204"/>
            <a:ext cx="4003673" cy="459261"/>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(e.g., high school coach) contacts FSP with order request (no standardized order template, significant variance in how much required information is shared by the customer in initial request)</a:t>
            </a:r>
          </a:p>
        </p:txBody>
      </p:sp>
      <p:sp>
        <p:nvSpPr>
          <p:cNvPr id="30" name="TextBox 29">
            <a:extLst>
              <a:ext uri="{FF2B5EF4-FFF2-40B4-BE49-F238E27FC236}">
                <a16:creationId xmlns:a16="http://schemas.microsoft.com/office/drawing/2014/main" id="{9CBA26EA-C0C3-BEDA-0671-F2109FE9C102}"/>
              </a:ext>
            </a:extLst>
          </p:cNvPr>
          <p:cNvSpPr txBox="1">
            <a:spLocks/>
          </p:cNvSpPr>
          <p:nvPr>
            <p:custDataLst>
              <p:tags r:id="rId6"/>
            </p:custDataLst>
          </p:nvPr>
        </p:nvSpPr>
        <p:spPr>
          <a:xfrm>
            <a:off x="1818608" y="2741439"/>
            <a:ext cx="1920240" cy="247590"/>
          </a:xfrm>
          <a:prstGeom prst="roundRect">
            <a:avLst/>
          </a:prstGeom>
          <a:solidFill>
            <a:schemeClr val="bg1"/>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Completes order in QOE</a:t>
            </a:r>
            <a:r>
              <a:rPr lang="en-US" sz="800">
                <a:solidFill>
                  <a:srgbClr val="000000"/>
                </a:solidFill>
                <a:latin typeface="Arial"/>
              </a:rPr>
              <a:t> using cost from Engage cost sheet</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0" name="TextBox 9">
            <a:extLst>
              <a:ext uri="{FF2B5EF4-FFF2-40B4-BE49-F238E27FC236}">
                <a16:creationId xmlns:a16="http://schemas.microsoft.com/office/drawing/2014/main" id="{D143FDEC-11F3-53FB-FA7A-9D4BB810DBB7}"/>
              </a:ext>
            </a:extLst>
          </p:cNvPr>
          <p:cNvSpPr txBox="1">
            <a:spLocks/>
          </p:cNvSpPr>
          <p:nvPr>
            <p:custDataLst>
              <p:tags r:id="rId7"/>
            </p:custDataLst>
          </p:nvPr>
        </p:nvSpPr>
        <p:spPr>
          <a:xfrm>
            <a:off x="1818609" y="2393354"/>
            <a:ext cx="4003673" cy="272415"/>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FSP sends order details to TM for order creation</a:t>
            </a:r>
          </a:p>
        </p:txBody>
      </p:sp>
      <p:pic>
        <p:nvPicPr>
          <p:cNvPr id="87" name="CustomIcon">
            <a:extLst>
              <a:ext uri="{FF2B5EF4-FFF2-40B4-BE49-F238E27FC236}">
                <a16:creationId xmlns:a16="http://schemas.microsoft.com/office/drawing/2014/main" id="{A1BF87AF-47E7-AD57-5076-24F85E2388F4}"/>
              </a:ext>
            </a:extLst>
          </p:cNvPr>
          <p:cNvPicPr>
            <a:picLocks/>
          </p:cNvPicPr>
          <p:nvPr>
            <p:custDataLst>
              <p:tags r:id="rId8"/>
            </p:custDataLst>
          </p:nvPr>
        </p:nvPicPr>
        <p:blipFill>
          <a:blip>
            <a:extLst>
              <a:ext uri="{96DAC541-7B7A-43D3-8B79-37D633B846F1}">
                <asvg:svgBlip xmlns:asvg="http://schemas.microsoft.com/office/drawing/2016/SVG/main" r:embed="rId68"/>
              </a:ext>
            </a:extLst>
          </a:blip>
          <a:stretch>
            <a:fillRect/>
          </a:stretch>
        </p:blipFill>
        <p:spPr>
          <a:xfrm>
            <a:off x="5847519" y="2727906"/>
            <a:ext cx="183126" cy="182880"/>
          </a:xfrm>
          <a:prstGeom prst="rect">
            <a:avLst/>
          </a:prstGeom>
        </p:spPr>
      </p:pic>
      <p:sp>
        <p:nvSpPr>
          <p:cNvPr id="201" name="TextBox 200">
            <a:extLst>
              <a:ext uri="{FF2B5EF4-FFF2-40B4-BE49-F238E27FC236}">
                <a16:creationId xmlns:a16="http://schemas.microsoft.com/office/drawing/2014/main" id="{0F1C65A3-3FD0-BD76-3046-ACB58EB1237F}"/>
              </a:ext>
            </a:extLst>
          </p:cNvPr>
          <p:cNvSpPr txBox="1">
            <a:spLocks/>
          </p:cNvSpPr>
          <p:nvPr/>
        </p:nvSpPr>
        <p:spPr>
          <a:xfrm>
            <a:off x="6078734" y="2727906"/>
            <a:ext cx="2103120" cy="33785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Create NSP button in QOE generates copy cart with a “long SKU #” that creates error for PO generation (</a:t>
            </a:r>
            <a:r>
              <a:rPr lang="en-US" sz="800">
                <a:solidFill>
                  <a:srgbClr val="000000"/>
                </a:solidFill>
                <a:latin typeface="Arial"/>
              </a:rPr>
              <a:t>req.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Purch/TM correction loop)</a:t>
            </a:r>
          </a:p>
        </p:txBody>
      </p:sp>
      <p:sp>
        <p:nvSpPr>
          <p:cNvPr id="3" name="TextBox 2">
            <a:extLst>
              <a:ext uri="{FF2B5EF4-FFF2-40B4-BE49-F238E27FC236}">
                <a16:creationId xmlns:a16="http://schemas.microsoft.com/office/drawing/2014/main" id="{18F379C3-E391-8EE3-4F55-8A5CFF15B18B}"/>
              </a:ext>
            </a:extLst>
          </p:cNvPr>
          <p:cNvSpPr txBox="1"/>
          <p:nvPr/>
        </p:nvSpPr>
        <p:spPr>
          <a:xfrm>
            <a:off x="554736" y="1413748"/>
            <a:ext cx="1029785"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Key stakeholders  </a:t>
            </a:r>
          </a:p>
        </p:txBody>
      </p:sp>
      <p:cxnSp>
        <p:nvCxnSpPr>
          <p:cNvPr id="7" name="LineBasicDefault 37">
            <a:extLst>
              <a:ext uri="{FF2B5EF4-FFF2-40B4-BE49-F238E27FC236}">
                <a16:creationId xmlns:a16="http://schemas.microsoft.com/office/drawing/2014/main" id="{37C394FC-77E7-71DA-EAD5-AE7FC88DACC4}"/>
              </a:ext>
            </a:extLst>
          </p:cNvPr>
          <p:cNvCxnSpPr>
            <a:cxnSpLocks/>
          </p:cNvCxnSpPr>
          <p:nvPr>
            <p:custDataLst>
              <p:tags r:id="rId9"/>
            </p:custDataLst>
          </p:nvPr>
        </p:nvCxnSpPr>
        <p:spPr>
          <a:xfrm>
            <a:off x="554736" y="1743224"/>
            <a:ext cx="1108252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C410C4AA-0545-18D5-7278-E0529B57C05A}"/>
              </a:ext>
            </a:extLst>
          </p:cNvPr>
          <p:cNvGrpSpPr/>
          <p:nvPr>
            <p:custDataLst>
              <p:tags r:id="rId10"/>
            </p:custDataLst>
          </p:nvPr>
        </p:nvGrpSpPr>
        <p:grpSpPr>
          <a:xfrm>
            <a:off x="1723358" y="1360875"/>
            <a:ext cx="6594388" cy="360650"/>
            <a:chOff x="1723358" y="1360875"/>
            <a:chExt cx="6594388" cy="360650"/>
          </a:xfrm>
        </p:grpSpPr>
        <p:sp>
          <p:nvSpPr>
            <p:cNvPr id="9" name="Freeform: Shape 8">
              <a:extLst>
                <a:ext uri="{FF2B5EF4-FFF2-40B4-BE49-F238E27FC236}">
                  <a16:creationId xmlns:a16="http://schemas.microsoft.com/office/drawing/2014/main" id="{2362D0FB-36E1-0024-17DB-9AE46A7475C8}"/>
                </a:ext>
              </a:extLst>
            </p:cNvPr>
            <p:cNvSpPr/>
            <p:nvPr>
              <p:custDataLst>
                <p:tags r:id="rId62"/>
              </p:custDataLst>
            </p:nvPr>
          </p:nvSpPr>
          <p:spPr>
            <a:xfrm>
              <a:off x="1723358" y="1360875"/>
              <a:ext cx="6594388"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810797" y="0"/>
                  </a:lnTo>
                  <a:lnTo>
                    <a:pt x="1828800" y="457200"/>
                  </a:lnTo>
                  <a:lnTo>
                    <a:pt x="1810797" y="914400"/>
                  </a:lnTo>
                  <a:lnTo>
                    <a:pt x="0" y="914400"/>
                  </a:lnTo>
                  <a:lnTo>
                    <a:pt x="0"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16" name="TextBox 15">
              <a:extLst>
                <a:ext uri="{FF2B5EF4-FFF2-40B4-BE49-F238E27FC236}">
                  <a16:creationId xmlns:a16="http://schemas.microsoft.com/office/drawing/2014/main" id="{4E38BC7A-5246-0DD8-0573-587D4DDCDC0E}"/>
                </a:ext>
              </a:extLst>
            </p:cNvPr>
            <p:cNvSpPr txBox="1"/>
            <p:nvPr>
              <p:custDataLst>
                <p:tags r:id="rId63"/>
              </p:custDataLst>
            </p:nvPr>
          </p:nvSpPr>
          <p:spPr>
            <a:xfrm>
              <a:off x="1786858" y="1385920"/>
              <a:ext cx="6465971"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err="1">
                  <a:ln>
                    <a:noFill/>
                  </a:ln>
                  <a:solidFill>
                    <a:srgbClr val="FFFFFF"/>
                  </a:solidFill>
                  <a:effectLst/>
                  <a:uLnTx/>
                  <a:uFillTx/>
                  <a:latin typeface="Arial"/>
                  <a:ea typeface="+mn-ea"/>
                  <a:cs typeface="Arial" panose="020B0604020202020204" pitchFamily="34" charset="0"/>
                </a:rPr>
                <a:t>i</a:t>
              </a: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 NSP order details and pricing set-up</a:t>
              </a:r>
            </a:p>
          </p:txBody>
        </p:sp>
      </p:grpSp>
      <p:grpSp>
        <p:nvGrpSpPr>
          <p:cNvPr id="17" name="Group 16">
            <a:extLst>
              <a:ext uri="{FF2B5EF4-FFF2-40B4-BE49-F238E27FC236}">
                <a16:creationId xmlns:a16="http://schemas.microsoft.com/office/drawing/2014/main" id="{866110E6-E7F0-7B7C-0F09-286199A937D2}"/>
              </a:ext>
            </a:extLst>
          </p:cNvPr>
          <p:cNvGrpSpPr/>
          <p:nvPr>
            <p:custDataLst>
              <p:tags r:id="rId11"/>
            </p:custDataLst>
          </p:nvPr>
        </p:nvGrpSpPr>
        <p:grpSpPr>
          <a:xfrm>
            <a:off x="8317747" y="1360875"/>
            <a:ext cx="3319517" cy="360650"/>
            <a:chOff x="8317747" y="1360875"/>
            <a:chExt cx="3319517" cy="360650"/>
          </a:xfrm>
        </p:grpSpPr>
        <p:sp>
          <p:nvSpPr>
            <p:cNvPr id="33" name="Freeform: Shape 32">
              <a:extLst>
                <a:ext uri="{FF2B5EF4-FFF2-40B4-BE49-F238E27FC236}">
                  <a16:creationId xmlns:a16="http://schemas.microsoft.com/office/drawing/2014/main" id="{38A19FD8-CCAE-2A29-6E30-085A148E3658}"/>
                </a:ext>
              </a:extLst>
            </p:cNvPr>
            <p:cNvSpPr/>
            <p:nvPr>
              <p:custDataLst>
                <p:tags r:id="rId60"/>
              </p:custDataLst>
            </p:nvPr>
          </p:nvSpPr>
          <p:spPr>
            <a:xfrm>
              <a:off x="8317747" y="1360875"/>
              <a:ext cx="3319517"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93036" y="0"/>
                  </a:lnTo>
                  <a:lnTo>
                    <a:pt x="1828800" y="457200"/>
                  </a:lnTo>
                  <a:lnTo>
                    <a:pt x="1793036" y="914400"/>
                  </a:lnTo>
                  <a:lnTo>
                    <a:pt x="0" y="914400"/>
                  </a:lnTo>
                  <a:lnTo>
                    <a:pt x="35764"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35" name="TextBox 34">
              <a:extLst>
                <a:ext uri="{FF2B5EF4-FFF2-40B4-BE49-F238E27FC236}">
                  <a16:creationId xmlns:a16="http://schemas.microsoft.com/office/drawing/2014/main" id="{A9595341-1B38-7E7B-DC14-9AB72F748C33}"/>
                </a:ext>
              </a:extLst>
            </p:cNvPr>
            <p:cNvSpPr txBox="1"/>
            <p:nvPr>
              <p:custDataLst>
                <p:tags r:id="rId61"/>
              </p:custDataLst>
            </p:nvPr>
          </p:nvSpPr>
          <p:spPr>
            <a:xfrm>
              <a:off x="8433464" y="1385920"/>
              <a:ext cx="3138883"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ii. NSP </a:t>
              </a:r>
              <a:r>
                <a:rPr lang="en-US" sz="1000" b="1">
                  <a:solidFill>
                    <a:srgbClr val="FFFFFF"/>
                  </a:solidFill>
                  <a:latin typeface="Arial"/>
                </a:rPr>
                <a:t>order invoicing</a:t>
              </a:r>
              <a:endPar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grpSp>
      <p:sp>
        <p:nvSpPr>
          <p:cNvPr id="36" name="TextBox 35">
            <a:extLst>
              <a:ext uri="{FF2B5EF4-FFF2-40B4-BE49-F238E27FC236}">
                <a16:creationId xmlns:a16="http://schemas.microsoft.com/office/drawing/2014/main" id="{2A68B84A-6C56-B8E3-7DF9-73686AC3491D}"/>
              </a:ext>
            </a:extLst>
          </p:cNvPr>
          <p:cNvSpPr txBox="1">
            <a:spLocks/>
          </p:cNvSpPr>
          <p:nvPr/>
        </p:nvSpPr>
        <p:spPr>
          <a:xfrm>
            <a:off x="984572" y="1885398"/>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Pro</a:t>
            </a:r>
          </a:p>
        </p:txBody>
      </p:sp>
      <p:sp>
        <p:nvSpPr>
          <p:cNvPr id="37" name="TextBox 36">
            <a:extLst>
              <a:ext uri="{FF2B5EF4-FFF2-40B4-BE49-F238E27FC236}">
                <a16:creationId xmlns:a16="http://schemas.microsoft.com/office/drawing/2014/main" id="{5DC0D16F-9D3B-E534-7CF0-29D5A85FEF5B}"/>
              </a:ext>
            </a:extLst>
          </p:cNvPr>
          <p:cNvSpPr txBox="1">
            <a:spLocks/>
          </p:cNvSpPr>
          <p:nvPr/>
        </p:nvSpPr>
        <p:spPr>
          <a:xfrm>
            <a:off x="984572" y="3047528"/>
            <a:ext cx="599949"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TM</a:t>
            </a:r>
          </a:p>
        </p:txBody>
      </p:sp>
      <p:sp>
        <p:nvSpPr>
          <p:cNvPr id="39" name="TextBox 38">
            <a:extLst>
              <a:ext uri="{FF2B5EF4-FFF2-40B4-BE49-F238E27FC236}">
                <a16:creationId xmlns:a16="http://schemas.microsoft.com/office/drawing/2014/main" id="{D20A9685-BF90-325E-CE9C-D941C1E48323}"/>
              </a:ext>
            </a:extLst>
          </p:cNvPr>
          <p:cNvSpPr txBox="1">
            <a:spLocks/>
          </p:cNvSpPr>
          <p:nvPr/>
        </p:nvSpPr>
        <p:spPr>
          <a:xfrm>
            <a:off x="984572" y="5807266"/>
            <a:ext cx="1421743"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Other pods</a:t>
            </a:r>
          </a:p>
        </p:txBody>
      </p:sp>
      <p:pic>
        <p:nvPicPr>
          <p:cNvPr id="40" name="CustomIcon">
            <a:extLst>
              <a:ext uri="{FF2B5EF4-FFF2-40B4-BE49-F238E27FC236}">
                <a16:creationId xmlns:a16="http://schemas.microsoft.com/office/drawing/2014/main" id="{0B1A5340-5891-A3F3-1E7B-46349EEDFD98}"/>
              </a:ext>
            </a:extLst>
          </p:cNvPr>
          <p:cNvPicPr>
            <a:picLocks/>
          </p:cNvPicPr>
          <p:nvPr>
            <p:custDataLst>
              <p:tags r:id="rId12"/>
            </p:custDataLst>
          </p:nvPr>
        </p:nvPicPr>
        <p:blipFill>
          <a:blip>
            <a:extLst>
              <a:ext uri="{96DAC541-7B7A-43D3-8B79-37D633B846F1}">
                <asvg:svgBlip xmlns:asvg="http://schemas.microsoft.com/office/drawing/2016/SVG/main" r:embed="rId69"/>
              </a:ext>
            </a:extLst>
          </a:blip>
          <a:stretch>
            <a:fillRect/>
          </a:stretch>
        </p:blipFill>
        <p:spPr>
          <a:xfrm>
            <a:off x="554736" y="1885398"/>
            <a:ext cx="353938" cy="353938"/>
          </a:xfrm>
          <a:prstGeom prst="rect">
            <a:avLst/>
          </a:prstGeom>
        </p:spPr>
      </p:pic>
      <p:pic>
        <p:nvPicPr>
          <p:cNvPr id="43" name="CustomIcon">
            <a:extLst>
              <a:ext uri="{FF2B5EF4-FFF2-40B4-BE49-F238E27FC236}">
                <a16:creationId xmlns:a16="http://schemas.microsoft.com/office/drawing/2014/main" id="{54C5A669-CD3F-C05A-1E5E-38780884DC09}"/>
              </a:ext>
            </a:extLst>
          </p:cNvPr>
          <p:cNvPicPr>
            <a:picLocks/>
          </p:cNvPicPr>
          <p:nvPr>
            <p:custDataLst>
              <p:tags r:id="rId13"/>
            </p:custDataLst>
          </p:nvPr>
        </p:nvPicPr>
        <p:blipFill>
          <a:blip>
            <a:extLst>
              <a:ext uri="{96DAC541-7B7A-43D3-8B79-37D633B846F1}">
                <asvg:svgBlip xmlns:asvg="http://schemas.microsoft.com/office/drawing/2016/SVG/main" r:embed="rId70"/>
              </a:ext>
            </a:extLst>
          </a:blip>
          <a:stretch>
            <a:fillRect/>
          </a:stretch>
        </p:blipFill>
        <p:spPr>
          <a:xfrm>
            <a:off x="598678" y="5807266"/>
            <a:ext cx="353938" cy="353938"/>
          </a:xfrm>
          <a:prstGeom prst="rect">
            <a:avLst/>
          </a:prstGeom>
        </p:spPr>
      </p:pic>
      <p:pic>
        <p:nvPicPr>
          <p:cNvPr id="45" name="CustomIcon">
            <a:extLst>
              <a:ext uri="{FF2B5EF4-FFF2-40B4-BE49-F238E27FC236}">
                <a16:creationId xmlns:a16="http://schemas.microsoft.com/office/drawing/2014/main" id="{018F2489-C0B4-232C-283A-B0D92A2621D2}"/>
              </a:ext>
            </a:extLst>
          </p:cNvPr>
          <p:cNvPicPr>
            <a:picLocks/>
          </p:cNvPicPr>
          <p:nvPr>
            <p:custDataLst>
              <p:tags r:id="rId14"/>
            </p:custDataLst>
          </p:nvPr>
        </p:nvPicPr>
        <p:blipFill>
          <a:blip>
            <a:extLst>
              <a:ext uri="{96DAC541-7B7A-43D3-8B79-37D633B846F1}">
                <asvg:svgBlip xmlns:asvg="http://schemas.microsoft.com/office/drawing/2016/SVG/main" r:embed="rId71"/>
              </a:ext>
            </a:extLst>
          </a:blip>
          <a:stretch>
            <a:fillRect/>
          </a:stretch>
        </p:blipFill>
        <p:spPr>
          <a:xfrm>
            <a:off x="554736" y="2981371"/>
            <a:ext cx="353938" cy="353938"/>
          </a:xfrm>
          <a:prstGeom prst="rect">
            <a:avLst/>
          </a:prstGeom>
        </p:spPr>
      </p:pic>
      <p:cxnSp>
        <p:nvCxnSpPr>
          <p:cNvPr id="47" name="GreyLineContentSeparatorDefault 69">
            <a:extLst>
              <a:ext uri="{FF2B5EF4-FFF2-40B4-BE49-F238E27FC236}">
                <a16:creationId xmlns:a16="http://schemas.microsoft.com/office/drawing/2014/main" id="{9BDA942E-7826-C99B-1947-5B6CA72D0016}"/>
              </a:ext>
            </a:extLst>
          </p:cNvPr>
          <p:cNvCxnSpPr>
            <a:cxnSpLocks/>
          </p:cNvCxnSpPr>
          <p:nvPr>
            <p:custDataLst>
              <p:tags r:id="rId15"/>
            </p:custDataLst>
          </p:nvPr>
        </p:nvCxnSpPr>
        <p:spPr>
          <a:xfrm>
            <a:off x="554736" y="2672755"/>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3" name="sticker">
            <a:extLst>
              <a:ext uri="{FF2B5EF4-FFF2-40B4-BE49-F238E27FC236}">
                <a16:creationId xmlns:a16="http://schemas.microsoft.com/office/drawing/2014/main" id="{D0A21B4F-5242-0475-D560-45236F137425}"/>
              </a:ext>
            </a:extLst>
          </p:cNvPr>
          <p:cNvGrpSpPr/>
          <p:nvPr/>
        </p:nvGrpSpPr>
        <p:grpSpPr>
          <a:xfrm>
            <a:off x="559219" y="895690"/>
            <a:ext cx="698909" cy="156966"/>
            <a:chOff x="558192" y="1289273"/>
            <a:chExt cx="698909" cy="156966"/>
          </a:xfrm>
        </p:grpSpPr>
        <p:sp>
          <p:nvSpPr>
            <p:cNvPr id="5" name="StickerRectangle">
              <a:extLst>
                <a:ext uri="{FF2B5EF4-FFF2-40B4-BE49-F238E27FC236}">
                  <a16:creationId xmlns:a16="http://schemas.microsoft.com/office/drawing/2014/main" id="{43A6E8B6-8999-61B6-7120-7AE927154EE3}"/>
                </a:ext>
              </a:extLst>
            </p:cNvPr>
            <p:cNvSpPr>
              <a:spLocks noChangeArrowheads="1"/>
            </p:cNvSpPr>
            <p:nvPr userDrawn="1"/>
          </p:nvSpPr>
          <p:spPr bwMode="gray">
            <a:xfrm>
              <a:off x="558192" y="1289273"/>
              <a:ext cx="69890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marL="0" marR="0" lvl="0" indent="0" algn="l" defTabSz="1193860" rtl="0" eaLnBrk="1" fontAlgn="auto" latinLnBrk="0" hangingPunct="1">
                <a:lnSpc>
                  <a:spcPct val="100000"/>
                </a:lnSpc>
                <a:spcBef>
                  <a:spcPts val="0"/>
                </a:spcBef>
                <a:spcAft>
                  <a:spcPts val="0"/>
                </a:spcAft>
                <a:buClr>
                  <a:srgbClr val="FFFFFF"/>
                </a:buClr>
                <a:buSzTx/>
                <a:buFontTx/>
                <a:buNone/>
                <a:tabLst/>
                <a:defRPr/>
              </a:pPr>
              <a:r>
                <a:rPr kumimoji="0" lang="en-US" sz="900" b="1" i="0" u="none" strike="noStrike" kern="1200" cap="none" spc="50" normalizeH="0" baseline="0" noProof="0">
                  <a:ln w="3175">
                    <a:noFill/>
                  </a:ln>
                  <a:solidFill>
                    <a:srgbClr val="000000"/>
                  </a:solidFill>
                  <a:effectLst/>
                  <a:uLnTx/>
                  <a:uFillTx/>
                  <a:latin typeface="Arial"/>
                  <a:ea typeface="+mn-ea"/>
                  <a:cs typeface="+mn-cs"/>
                </a:rPr>
                <a:t>Preliminary</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12" name="StickerUnderline">
              <a:extLst>
                <a:ext uri="{FF2B5EF4-FFF2-40B4-BE49-F238E27FC236}">
                  <a16:creationId xmlns:a16="http://schemas.microsoft.com/office/drawing/2014/main" id="{E94FB3E5-8F73-7026-4121-41AE11E528E4}"/>
                </a:ext>
              </a:extLst>
            </p:cNvPr>
            <p:cNvCxnSpPr>
              <a:cxnSpLocks noChangeShapeType="1"/>
              <a:stCxn id="5" idx="4"/>
              <a:endCxn id="5" idx="6"/>
            </p:cNvCxnSpPr>
            <p:nvPr/>
          </p:nvCxnSpPr>
          <p:spPr bwMode="gray">
            <a:xfrm>
              <a:off x="558192" y="1446239"/>
              <a:ext cx="69890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27" name="TrackerNumWhite 27">
            <a:extLst>
              <a:ext uri="{FF2B5EF4-FFF2-40B4-BE49-F238E27FC236}">
                <a16:creationId xmlns:a16="http://schemas.microsoft.com/office/drawing/2014/main" id="{9380316D-056D-FF70-2006-D80307AA1C45}"/>
              </a:ext>
            </a:extLst>
          </p:cNvPr>
          <p:cNvSpPr/>
          <p:nvPr>
            <p:custDataLst>
              <p:tags r:id="rId16"/>
            </p:custDataLst>
          </p:nvPr>
        </p:nvSpPr>
        <p:spPr>
          <a:xfrm>
            <a:off x="1658970" y="1760354"/>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1</a:t>
            </a:r>
          </a:p>
        </p:txBody>
      </p:sp>
      <p:sp>
        <p:nvSpPr>
          <p:cNvPr id="29" name="TrackerNumWhite 27">
            <a:extLst>
              <a:ext uri="{FF2B5EF4-FFF2-40B4-BE49-F238E27FC236}">
                <a16:creationId xmlns:a16="http://schemas.microsoft.com/office/drawing/2014/main" id="{1B48350C-C423-2267-59EC-45804541F41C}"/>
              </a:ext>
            </a:extLst>
          </p:cNvPr>
          <p:cNvSpPr/>
          <p:nvPr>
            <p:custDataLst>
              <p:tags r:id="rId17"/>
            </p:custDataLst>
          </p:nvPr>
        </p:nvSpPr>
        <p:spPr>
          <a:xfrm>
            <a:off x="1658970" y="2332174"/>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2</a:t>
            </a:r>
          </a:p>
        </p:txBody>
      </p:sp>
      <p:sp>
        <p:nvSpPr>
          <p:cNvPr id="41" name="TrackerNumWhite 27">
            <a:extLst>
              <a:ext uri="{FF2B5EF4-FFF2-40B4-BE49-F238E27FC236}">
                <a16:creationId xmlns:a16="http://schemas.microsoft.com/office/drawing/2014/main" id="{591E9305-FAE7-A3E1-3B70-E150504BC1FF}"/>
              </a:ext>
            </a:extLst>
          </p:cNvPr>
          <p:cNvSpPr/>
          <p:nvPr>
            <p:custDataLst>
              <p:tags r:id="rId18"/>
            </p:custDataLst>
          </p:nvPr>
        </p:nvSpPr>
        <p:spPr>
          <a:xfrm>
            <a:off x="1658970" y="2634259"/>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3A</a:t>
            </a:r>
          </a:p>
        </p:txBody>
      </p:sp>
      <p:sp>
        <p:nvSpPr>
          <p:cNvPr id="14" name="TextBox 13">
            <a:extLst>
              <a:ext uri="{FF2B5EF4-FFF2-40B4-BE49-F238E27FC236}">
                <a16:creationId xmlns:a16="http://schemas.microsoft.com/office/drawing/2014/main" id="{49A848F7-446D-822A-4CEC-2D58A5D95A04}"/>
              </a:ext>
            </a:extLst>
          </p:cNvPr>
          <p:cNvSpPr txBox="1">
            <a:spLocks/>
          </p:cNvSpPr>
          <p:nvPr/>
        </p:nvSpPr>
        <p:spPr>
          <a:xfrm>
            <a:off x="9644052" y="1048991"/>
            <a:ext cx="864019"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Sequential flow</a:t>
            </a:r>
          </a:p>
        </p:txBody>
      </p:sp>
      <p:cxnSp>
        <p:nvCxnSpPr>
          <p:cNvPr id="18" name="Straight Arrow Connector 17">
            <a:extLst>
              <a:ext uri="{FF2B5EF4-FFF2-40B4-BE49-F238E27FC236}">
                <a16:creationId xmlns:a16="http://schemas.microsoft.com/office/drawing/2014/main" id="{61C40A81-2335-04B4-88DD-F25903AC725E}"/>
              </a:ext>
            </a:extLst>
          </p:cNvPr>
          <p:cNvCxnSpPr>
            <a:cxnSpLocks/>
          </p:cNvCxnSpPr>
          <p:nvPr/>
        </p:nvCxnSpPr>
        <p:spPr>
          <a:xfrm>
            <a:off x="9360336" y="1125935"/>
            <a:ext cx="230556" cy="0"/>
          </a:xfrm>
          <a:prstGeom prst="straightConnector1">
            <a:avLst/>
          </a:prstGeom>
          <a:ln w="6350" cmpd="sng">
            <a:solidFill>
              <a:schemeClr val="tx1">
                <a:lumMod val="50000"/>
                <a:lumOff val="50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31FE6D2B-CDA3-C962-78D9-2F6D40EEEA68}"/>
              </a:ext>
            </a:extLst>
          </p:cNvPr>
          <p:cNvSpPr txBox="1">
            <a:spLocks/>
          </p:cNvSpPr>
          <p:nvPr/>
        </p:nvSpPr>
        <p:spPr>
          <a:xfrm>
            <a:off x="10920722" y="1048991"/>
            <a:ext cx="716543"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Iterative flow</a:t>
            </a:r>
          </a:p>
        </p:txBody>
      </p:sp>
      <p:cxnSp>
        <p:nvCxnSpPr>
          <p:cNvPr id="21" name="Straight Arrow Connector 20">
            <a:extLst>
              <a:ext uri="{FF2B5EF4-FFF2-40B4-BE49-F238E27FC236}">
                <a16:creationId xmlns:a16="http://schemas.microsoft.com/office/drawing/2014/main" id="{1610EF09-084F-3C77-FD3A-D013CA24BF16}"/>
              </a:ext>
            </a:extLst>
          </p:cNvPr>
          <p:cNvCxnSpPr>
            <a:cxnSpLocks/>
          </p:cNvCxnSpPr>
          <p:nvPr/>
        </p:nvCxnSpPr>
        <p:spPr>
          <a:xfrm>
            <a:off x="10637008" y="1125935"/>
            <a:ext cx="230556" cy="0"/>
          </a:xfrm>
          <a:prstGeom prst="straightConnector1">
            <a:avLst/>
          </a:prstGeom>
          <a:ln w="6350" cmpd="sng">
            <a:solidFill>
              <a:schemeClr val="bg1">
                <a:lumMod val="50000"/>
              </a:schemeClr>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22" name="Legend1">
            <a:extLst>
              <a:ext uri="{FF2B5EF4-FFF2-40B4-BE49-F238E27FC236}">
                <a16:creationId xmlns:a16="http://schemas.microsoft.com/office/drawing/2014/main" id="{132CDBF8-B4DA-4C89-4B2C-3979556DF196}"/>
              </a:ext>
            </a:extLst>
          </p:cNvPr>
          <p:cNvSpPr txBox="1"/>
          <p:nvPr/>
        </p:nvSpPr>
        <p:spPr>
          <a:xfrm>
            <a:off x="8665539" y="1048991"/>
            <a:ext cx="56586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Pain point</a:t>
            </a:r>
          </a:p>
        </p:txBody>
      </p:sp>
      <p:pic>
        <p:nvPicPr>
          <p:cNvPr id="23" name="CustomIcon">
            <a:extLst>
              <a:ext uri="{FF2B5EF4-FFF2-40B4-BE49-F238E27FC236}">
                <a16:creationId xmlns:a16="http://schemas.microsoft.com/office/drawing/2014/main" id="{BA028072-4CE8-84B4-FC8C-143D2F98AE16}"/>
              </a:ext>
            </a:extLst>
          </p:cNvPr>
          <p:cNvPicPr>
            <a:picLocks/>
          </p:cNvPicPr>
          <p:nvPr>
            <p:custDataLst>
              <p:tags r:id="rId19"/>
            </p:custDataLst>
          </p:nvPr>
        </p:nvPicPr>
        <p:blipFill>
          <a:blip>
            <a:extLst>
              <a:ext uri="{96DAC541-7B7A-43D3-8B79-37D633B846F1}">
                <asvg:svgBlip xmlns:asvg="http://schemas.microsoft.com/office/drawing/2016/SVG/main" r:embed="rId68"/>
              </a:ext>
            </a:extLst>
          </a:blip>
          <a:stretch>
            <a:fillRect/>
          </a:stretch>
        </p:blipFill>
        <p:spPr>
          <a:xfrm>
            <a:off x="8429253" y="1034495"/>
            <a:ext cx="183126" cy="182880"/>
          </a:xfrm>
          <a:prstGeom prst="rect">
            <a:avLst/>
          </a:prstGeom>
        </p:spPr>
      </p:pic>
      <p:sp>
        <p:nvSpPr>
          <p:cNvPr id="26" name="Legend1">
            <a:extLst>
              <a:ext uri="{FF2B5EF4-FFF2-40B4-BE49-F238E27FC236}">
                <a16:creationId xmlns:a16="http://schemas.microsoft.com/office/drawing/2014/main" id="{906F8B8B-4CBD-39CE-F2D2-F0B1CD574C51}"/>
              </a:ext>
            </a:extLst>
          </p:cNvPr>
          <p:cNvSpPr txBox="1"/>
          <p:nvPr/>
        </p:nvSpPr>
        <p:spPr>
          <a:xfrm>
            <a:off x="6532267" y="1048991"/>
            <a:ext cx="1829027"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lang="en-US" sz="1000">
                <a:solidFill>
                  <a:srgbClr val="000000"/>
                </a:solidFill>
                <a:latin typeface="Arial"/>
              </a:rPr>
              <a:t>Strong process/initiative in place</a:t>
            </a: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28" name="Legend1">
            <a:extLst>
              <a:ext uri="{FF2B5EF4-FFF2-40B4-BE49-F238E27FC236}">
                <a16:creationId xmlns:a16="http://schemas.microsoft.com/office/drawing/2014/main" id="{39F6AC91-D305-FA29-4A6A-0A100E99C8D4}"/>
              </a:ext>
            </a:extLst>
          </p:cNvPr>
          <p:cNvSpPr txBox="1"/>
          <p:nvPr/>
        </p:nvSpPr>
        <p:spPr>
          <a:xfrm>
            <a:off x="4714245" y="1048991"/>
            <a:ext cx="1506823"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lang="en-US" sz="1000">
                <a:solidFill>
                  <a:srgbClr val="000000"/>
                </a:solidFill>
                <a:latin typeface="Arial"/>
              </a:rPr>
              <a:t>Tech / vendor dependency</a:t>
            </a: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sp>
        <p:nvSpPr>
          <p:cNvPr id="34" name="Rectangle: Rounded Corners 33">
            <a:extLst>
              <a:ext uri="{FF2B5EF4-FFF2-40B4-BE49-F238E27FC236}">
                <a16:creationId xmlns:a16="http://schemas.microsoft.com/office/drawing/2014/main" id="{94D630D9-65D8-71F6-6303-F8F79D2EA12C}"/>
              </a:ext>
            </a:extLst>
          </p:cNvPr>
          <p:cNvSpPr>
            <a:spLocks/>
          </p:cNvSpPr>
          <p:nvPr/>
        </p:nvSpPr>
        <p:spPr>
          <a:xfrm>
            <a:off x="4469614" y="1034495"/>
            <a:ext cx="201168" cy="179067"/>
          </a:xfrm>
          <a:prstGeom prst="round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53" name="Star: 5 Points 52">
            <a:extLst>
              <a:ext uri="{FF2B5EF4-FFF2-40B4-BE49-F238E27FC236}">
                <a16:creationId xmlns:a16="http://schemas.microsoft.com/office/drawing/2014/main" id="{B254D6A9-C042-AA19-FCB7-E4091C42FCCB}"/>
              </a:ext>
            </a:extLst>
          </p:cNvPr>
          <p:cNvSpPr>
            <a:spLocks/>
          </p:cNvSpPr>
          <p:nvPr/>
        </p:nvSpPr>
        <p:spPr>
          <a:xfrm>
            <a:off x="6268549" y="1034495"/>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15" name="TextBox 114">
            <a:extLst>
              <a:ext uri="{FF2B5EF4-FFF2-40B4-BE49-F238E27FC236}">
                <a16:creationId xmlns:a16="http://schemas.microsoft.com/office/drawing/2014/main" id="{ECA2172B-2C70-8117-7BF6-3D12EC25E672}"/>
              </a:ext>
            </a:extLst>
          </p:cNvPr>
          <p:cNvSpPr txBox="1">
            <a:spLocks/>
          </p:cNvSpPr>
          <p:nvPr>
            <p:custDataLst>
              <p:tags r:id="rId20"/>
            </p:custDataLst>
          </p:nvPr>
        </p:nvSpPr>
        <p:spPr>
          <a:xfrm>
            <a:off x="10144910" y="5731937"/>
            <a:ext cx="1737360" cy="424189"/>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Accounts Payable </a:t>
            </a:r>
            <a:r>
              <a:rPr kumimoji="0" lang="en-US" sz="800" i="0" u="none" strike="noStrike" kern="1200" cap="none" spc="0" normalizeH="0" baseline="0" noProof="0">
                <a:ln>
                  <a:noFill/>
                </a:ln>
                <a:solidFill>
                  <a:srgbClr val="000000"/>
                </a:solidFill>
                <a:effectLst/>
                <a:uLnTx/>
                <a:uFillTx/>
                <a:latin typeface="Arial"/>
                <a:ea typeface="+mn-ea"/>
                <a:cs typeface="Arial" panose="020B0604020202020204" pitchFamily="34" charset="0"/>
              </a:rPr>
              <a:t>receives </a:t>
            </a:r>
            <a:r>
              <a:rPr lang="en-US" sz="800">
                <a:solidFill>
                  <a:srgbClr val="000000"/>
                </a:solidFill>
                <a:latin typeface="Arial"/>
              </a:rPr>
              <a:t>invoice</a:t>
            </a:r>
            <a:r>
              <a:rPr kumimoji="0" lang="en-US" sz="800" i="0" u="none" strike="noStrike" kern="1200" cap="none" spc="0" normalizeH="0" baseline="0" noProof="0">
                <a:ln>
                  <a:noFill/>
                </a:ln>
                <a:solidFill>
                  <a:srgbClr val="000000"/>
                </a:solidFill>
                <a:effectLst/>
                <a:uLnTx/>
                <a:uFillTx/>
                <a:latin typeface="Arial"/>
                <a:ea typeface="+mn-ea"/>
                <a:cs typeface="Arial" panose="020B0604020202020204" pitchFamily="34" charset="0"/>
              </a:rPr>
              <a:t> with mismatch (e.g., quantity, cost) or missing PO and notifies buyer</a:t>
            </a:r>
            <a:endParaRPr kumimoji="0" lang="en-US" sz="80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65" name="Straight Arrow Connector 64">
            <a:extLst>
              <a:ext uri="{FF2B5EF4-FFF2-40B4-BE49-F238E27FC236}">
                <a16:creationId xmlns:a16="http://schemas.microsoft.com/office/drawing/2014/main" id="{E4579B84-F1D9-08E0-B830-A50D7AB72596}"/>
              </a:ext>
            </a:extLst>
          </p:cNvPr>
          <p:cNvCxnSpPr>
            <a:cxnSpLocks/>
          </p:cNvCxnSpPr>
          <p:nvPr/>
        </p:nvCxnSpPr>
        <p:spPr>
          <a:xfrm>
            <a:off x="3818999" y="2224583"/>
            <a:ext cx="0" cy="18288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69" name="GreyLineContentSeparatorDefault 69">
            <a:extLst>
              <a:ext uri="{FF2B5EF4-FFF2-40B4-BE49-F238E27FC236}">
                <a16:creationId xmlns:a16="http://schemas.microsoft.com/office/drawing/2014/main" id="{3B5201F2-4E32-9457-410E-1592E830C360}"/>
              </a:ext>
            </a:extLst>
          </p:cNvPr>
          <p:cNvCxnSpPr>
            <a:cxnSpLocks/>
          </p:cNvCxnSpPr>
          <p:nvPr>
            <p:custDataLst>
              <p:tags r:id="rId21"/>
            </p:custDataLst>
          </p:nvPr>
        </p:nvCxnSpPr>
        <p:spPr>
          <a:xfrm>
            <a:off x="516787" y="3569185"/>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4F2DE820-BC9B-0DB0-929B-1FC6702FD117}"/>
              </a:ext>
            </a:extLst>
          </p:cNvPr>
          <p:cNvSpPr txBox="1">
            <a:spLocks/>
          </p:cNvSpPr>
          <p:nvPr/>
        </p:nvSpPr>
        <p:spPr>
          <a:xfrm>
            <a:off x="984572" y="4027417"/>
            <a:ext cx="1421743" cy="153888"/>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Purchasing</a:t>
            </a:r>
          </a:p>
        </p:txBody>
      </p:sp>
      <p:sp>
        <p:nvSpPr>
          <p:cNvPr id="75" name="TextBox 74">
            <a:extLst>
              <a:ext uri="{FF2B5EF4-FFF2-40B4-BE49-F238E27FC236}">
                <a16:creationId xmlns:a16="http://schemas.microsoft.com/office/drawing/2014/main" id="{8D160BC9-E1D1-37D0-A8ED-2BADE0F245F9}"/>
              </a:ext>
            </a:extLst>
          </p:cNvPr>
          <p:cNvSpPr txBox="1">
            <a:spLocks/>
          </p:cNvSpPr>
          <p:nvPr>
            <p:custDataLst>
              <p:tags r:id="rId22"/>
            </p:custDataLst>
          </p:nvPr>
        </p:nvSpPr>
        <p:spPr>
          <a:xfrm>
            <a:off x="1861006" y="3999634"/>
            <a:ext cx="6289757" cy="182880"/>
          </a:xfrm>
          <a:prstGeom prst="roundRect">
            <a:avLst/>
          </a:prstGeom>
          <a:solidFill>
            <a:srgbClr val="D3DCFF"/>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Buyer accesses ticket in the ME57 queue within SAP and validates order completion</a:t>
            </a:r>
          </a:p>
        </p:txBody>
      </p:sp>
      <p:sp>
        <p:nvSpPr>
          <p:cNvPr id="76" name="TrackerNumWhite 27">
            <a:extLst>
              <a:ext uri="{FF2B5EF4-FFF2-40B4-BE49-F238E27FC236}">
                <a16:creationId xmlns:a16="http://schemas.microsoft.com/office/drawing/2014/main" id="{38486E06-4A90-30D7-FAB2-8D738B5BAB7C}"/>
              </a:ext>
            </a:extLst>
          </p:cNvPr>
          <p:cNvSpPr/>
          <p:nvPr>
            <p:custDataLst>
              <p:tags r:id="rId23"/>
            </p:custDataLst>
          </p:nvPr>
        </p:nvSpPr>
        <p:spPr>
          <a:xfrm>
            <a:off x="1658970" y="3964088"/>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5</a:t>
            </a:r>
          </a:p>
        </p:txBody>
      </p:sp>
      <p:sp>
        <p:nvSpPr>
          <p:cNvPr id="77" name="TextBox 76">
            <a:extLst>
              <a:ext uri="{FF2B5EF4-FFF2-40B4-BE49-F238E27FC236}">
                <a16:creationId xmlns:a16="http://schemas.microsoft.com/office/drawing/2014/main" id="{E07D48F9-C12F-1A82-7DD3-5ACB15C0C1C4}"/>
              </a:ext>
            </a:extLst>
          </p:cNvPr>
          <p:cNvSpPr txBox="1">
            <a:spLocks/>
          </p:cNvSpPr>
          <p:nvPr>
            <p:custDataLst>
              <p:tags r:id="rId24"/>
            </p:custDataLst>
          </p:nvPr>
        </p:nvSpPr>
        <p:spPr>
          <a:xfrm>
            <a:off x="5133243" y="4536197"/>
            <a:ext cx="3017520" cy="477336"/>
          </a:xfrm>
          <a:prstGeom prst="roundRect">
            <a:avLst/>
          </a:prstGeom>
          <a:solidFill>
            <a:schemeClr val="bg1"/>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If key information is missing,</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buyer follows up with FSP / SSR to clarify or ask for additional information and places the order on hold </a:t>
            </a:r>
            <a:r>
              <a:rPr lang="en-US" sz="800">
                <a:solidFill>
                  <a:srgbClr val="000000"/>
                </a:solidFill>
                <a:latin typeface="Arial"/>
              </a:rPr>
              <a:t>until resolved</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9" name="TextBox 78">
            <a:extLst>
              <a:ext uri="{FF2B5EF4-FFF2-40B4-BE49-F238E27FC236}">
                <a16:creationId xmlns:a16="http://schemas.microsoft.com/office/drawing/2014/main" id="{CAB1E536-4E75-A93B-0213-5EFE5687E2D7}"/>
              </a:ext>
            </a:extLst>
          </p:cNvPr>
          <p:cNvSpPr txBox="1">
            <a:spLocks/>
          </p:cNvSpPr>
          <p:nvPr>
            <p:custDataLst>
              <p:tags r:id="rId25"/>
            </p:custDataLst>
          </p:nvPr>
        </p:nvSpPr>
        <p:spPr>
          <a:xfrm>
            <a:off x="1849089" y="4536197"/>
            <a:ext cx="3017520" cy="477336"/>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If all required order information is </a:t>
            </a:r>
            <a:r>
              <a:rPr kumimoji="0" lang="en-US" sz="800" b="1"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complet</a:t>
            </a:r>
            <a:r>
              <a:rPr lang="en-US" sz="800" b="1">
                <a:solidFill>
                  <a:srgbClr val="000000"/>
                </a:solidFill>
                <a:latin typeface="Arial"/>
              </a:rPr>
              <a:t>e,</a:t>
            </a: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buyer confirms details, manually adds </a:t>
            </a:r>
            <a:r>
              <a:rPr lang="en-US" sz="800">
                <a:solidFill>
                  <a:srgbClr val="000000"/>
                </a:solidFill>
                <a:latin typeface="Arial"/>
              </a:rPr>
              <a:t>vendor</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number, and bot pushes order to ME58 for majority of vendors (~15 vendors where buyer manually pushes to ME58)</a:t>
            </a:r>
          </a:p>
        </p:txBody>
      </p:sp>
      <p:sp>
        <p:nvSpPr>
          <p:cNvPr id="78" name="TrackerNumWhite 27">
            <a:extLst>
              <a:ext uri="{FF2B5EF4-FFF2-40B4-BE49-F238E27FC236}">
                <a16:creationId xmlns:a16="http://schemas.microsoft.com/office/drawing/2014/main" id="{0E55435E-FBD4-DD8D-61B6-8503667347A5}"/>
              </a:ext>
            </a:extLst>
          </p:cNvPr>
          <p:cNvSpPr/>
          <p:nvPr>
            <p:custDataLst>
              <p:tags r:id="rId26"/>
            </p:custDataLst>
          </p:nvPr>
        </p:nvSpPr>
        <p:spPr>
          <a:xfrm>
            <a:off x="1658970" y="4536197"/>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6A</a:t>
            </a:r>
          </a:p>
        </p:txBody>
      </p:sp>
      <p:sp>
        <p:nvSpPr>
          <p:cNvPr id="80" name="TrackerNumWhite 27">
            <a:extLst>
              <a:ext uri="{FF2B5EF4-FFF2-40B4-BE49-F238E27FC236}">
                <a16:creationId xmlns:a16="http://schemas.microsoft.com/office/drawing/2014/main" id="{23F02428-1DB5-3094-F2EB-325C92769B0A}"/>
              </a:ext>
            </a:extLst>
          </p:cNvPr>
          <p:cNvSpPr/>
          <p:nvPr>
            <p:custDataLst>
              <p:tags r:id="rId27"/>
            </p:custDataLst>
          </p:nvPr>
        </p:nvSpPr>
        <p:spPr>
          <a:xfrm>
            <a:off x="4975629" y="4536197"/>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6B</a:t>
            </a:r>
          </a:p>
        </p:txBody>
      </p:sp>
      <p:cxnSp>
        <p:nvCxnSpPr>
          <p:cNvPr id="106" name="Straight Arrow Connector 105">
            <a:extLst>
              <a:ext uri="{FF2B5EF4-FFF2-40B4-BE49-F238E27FC236}">
                <a16:creationId xmlns:a16="http://schemas.microsoft.com/office/drawing/2014/main" id="{8B1CDC70-E745-630D-83EB-202A5B04C59C}"/>
              </a:ext>
            </a:extLst>
          </p:cNvPr>
          <p:cNvCxnSpPr>
            <a:cxnSpLocks/>
          </p:cNvCxnSpPr>
          <p:nvPr/>
        </p:nvCxnSpPr>
        <p:spPr>
          <a:xfrm>
            <a:off x="6699050" y="4250899"/>
            <a:ext cx="0" cy="274320"/>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08" name="TextBox 107">
            <a:extLst>
              <a:ext uri="{FF2B5EF4-FFF2-40B4-BE49-F238E27FC236}">
                <a16:creationId xmlns:a16="http://schemas.microsoft.com/office/drawing/2014/main" id="{0793A31E-9D2C-3F58-9DD9-A79170032C59}"/>
              </a:ext>
            </a:extLst>
          </p:cNvPr>
          <p:cNvSpPr txBox="1">
            <a:spLocks/>
          </p:cNvSpPr>
          <p:nvPr>
            <p:custDataLst>
              <p:tags r:id="rId28"/>
            </p:custDataLst>
          </p:nvPr>
        </p:nvSpPr>
        <p:spPr>
          <a:xfrm>
            <a:off x="8253032" y="4024778"/>
            <a:ext cx="3566160" cy="208317"/>
          </a:xfrm>
          <a:prstGeom prst="roundRect">
            <a:avLst/>
          </a:prstGeom>
          <a:solidFill>
            <a:srgbClr val="D3DCFF"/>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Validate order details in ME58 and generate PO number</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0" name="TextBox 109">
            <a:extLst>
              <a:ext uri="{FF2B5EF4-FFF2-40B4-BE49-F238E27FC236}">
                <a16:creationId xmlns:a16="http://schemas.microsoft.com/office/drawing/2014/main" id="{D4ADF2F3-FED1-6210-C0E5-928FCD91949C}"/>
              </a:ext>
            </a:extLst>
          </p:cNvPr>
          <p:cNvSpPr txBox="1">
            <a:spLocks/>
          </p:cNvSpPr>
          <p:nvPr>
            <p:custDataLst>
              <p:tags r:id="rId29"/>
            </p:custDataLst>
          </p:nvPr>
        </p:nvSpPr>
        <p:spPr>
          <a:xfrm>
            <a:off x="8453925" y="4539272"/>
            <a:ext cx="1465243" cy="398630"/>
          </a:xfrm>
          <a:prstGeom prst="roundRect">
            <a:avLst/>
          </a:prstGeom>
          <a:solidFill>
            <a:srgbClr val="D3DCFF"/>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In EDI (SKU orders only): PO number added and order automatically sent to vendor </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1" name="TextBox 110">
            <a:extLst>
              <a:ext uri="{FF2B5EF4-FFF2-40B4-BE49-F238E27FC236}">
                <a16:creationId xmlns:a16="http://schemas.microsoft.com/office/drawing/2014/main" id="{967E2728-DD2B-ABC6-4301-7F80094EAFAD}"/>
              </a:ext>
            </a:extLst>
          </p:cNvPr>
          <p:cNvSpPr txBox="1">
            <a:spLocks/>
          </p:cNvSpPr>
          <p:nvPr>
            <p:custDataLst>
              <p:tags r:id="rId30"/>
            </p:custDataLst>
          </p:nvPr>
        </p:nvSpPr>
        <p:spPr>
          <a:xfrm>
            <a:off x="10117040" y="4539272"/>
            <a:ext cx="1465243" cy="398630"/>
          </a:xfrm>
          <a:prstGeom prst="roundRect">
            <a:avLst/>
          </a:prstGeom>
          <a:solidFill>
            <a:srgbClr val="D3DCFF"/>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    </a:t>
            </a:r>
            <a:r>
              <a:rPr lang="en-US" sz="800" b="1">
                <a:solidFill>
                  <a:srgbClr val="000000"/>
                </a:solidFill>
                <a:latin typeface="Arial"/>
              </a:rPr>
              <a:t>For NSP orders,</a:t>
            </a:r>
            <a:r>
              <a:rPr lang="en-US" sz="800">
                <a:solidFill>
                  <a:srgbClr val="000000"/>
                </a:solidFill>
                <a:latin typeface="Arial"/>
              </a:rPr>
              <a:t> details and PO downloaded as PDF and sent to vendor via email</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3" name="TrackerNumWhite 27">
            <a:extLst>
              <a:ext uri="{FF2B5EF4-FFF2-40B4-BE49-F238E27FC236}">
                <a16:creationId xmlns:a16="http://schemas.microsoft.com/office/drawing/2014/main" id="{29B58F44-E2A9-9407-3563-30F6D33E95B5}"/>
              </a:ext>
            </a:extLst>
          </p:cNvPr>
          <p:cNvSpPr/>
          <p:nvPr>
            <p:custDataLst>
              <p:tags r:id="rId31"/>
            </p:custDataLst>
          </p:nvPr>
        </p:nvSpPr>
        <p:spPr>
          <a:xfrm>
            <a:off x="8271631" y="4496352"/>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8A</a:t>
            </a:r>
          </a:p>
        </p:txBody>
      </p:sp>
      <p:sp>
        <p:nvSpPr>
          <p:cNvPr id="114" name="TrackerNumWhite 27">
            <a:extLst>
              <a:ext uri="{FF2B5EF4-FFF2-40B4-BE49-F238E27FC236}">
                <a16:creationId xmlns:a16="http://schemas.microsoft.com/office/drawing/2014/main" id="{CBF9FF4F-39C2-6229-09D3-CDC5C863B09B}"/>
              </a:ext>
            </a:extLst>
          </p:cNvPr>
          <p:cNvSpPr/>
          <p:nvPr>
            <p:custDataLst>
              <p:tags r:id="rId32"/>
            </p:custDataLst>
          </p:nvPr>
        </p:nvSpPr>
        <p:spPr>
          <a:xfrm>
            <a:off x="9999525" y="4496352"/>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8B</a:t>
            </a:r>
          </a:p>
        </p:txBody>
      </p:sp>
      <p:cxnSp>
        <p:nvCxnSpPr>
          <p:cNvPr id="116" name="Straight Arrow Connector 115">
            <a:extLst>
              <a:ext uri="{FF2B5EF4-FFF2-40B4-BE49-F238E27FC236}">
                <a16:creationId xmlns:a16="http://schemas.microsoft.com/office/drawing/2014/main" id="{F79F0831-A4B4-B010-EEE6-85D64F1842FB}"/>
              </a:ext>
            </a:extLst>
          </p:cNvPr>
          <p:cNvCxnSpPr>
            <a:cxnSpLocks/>
          </p:cNvCxnSpPr>
          <p:nvPr/>
        </p:nvCxnSpPr>
        <p:spPr>
          <a:xfrm flipH="1">
            <a:off x="2777601" y="2665769"/>
            <a:ext cx="0" cy="9144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8320F621-07D8-19EE-EBEE-34BBBE9696A7}"/>
              </a:ext>
            </a:extLst>
          </p:cNvPr>
          <p:cNvCxnSpPr>
            <a:cxnSpLocks/>
          </p:cNvCxnSpPr>
          <p:nvPr/>
        </p:nvCxnSpPr>
        <p:spPr>
          <a:xfrm>
            <a:off x="9231400" y="4437474"/>
            <a:ext cx="0" cy="109728"/>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1" name="Straight Arrow Connector 120">
            <a:extLst>
              <a:ext uri="{FF2B5EF4-FFF2-40B4-BE49-F238E27FC236}">
                <a16:creationId xmlns:a16="http://schemas.microsoft.com/office/drawing/2014/main" id="{2B5F85E5-0AE8-2395-C6FF-62EA0DD42A8C}"/>
              </a:ext>
            </a:extLst>
          </p:cNvPr>
          <p:cNvCxnSpPr>
            <a:cxnSpLocks/>
          </p:cNvCxnSpPr>
          <p:nvPr/>
        </p:nvCxnSpPr>
        <p:spPr>
          <a:xfrm>
            <a:off x="10867564" y="4437474"/>
            <a:ext cx="0" cy="109728"/>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35" name="Straight Arrow Connector 134">
            <a:extLst>
              <a:ext uri="{FF2B5EF4-FFF2-40B4-BE49-F238E27FC236}">
                <a16:creationId xmlns:a16="http://schemas.microsoft.com/office/drawing/2014/main" id="{761C9982-2230-978F-CF30-4834ED75DF20}"/>
              </a:ext>
            </a:extLst>
          </p:cNvPr>
          <p:cNvCxnSpPr>
            <a:cxnSpLocks/>
          </p:cNvCxnSpPr>
          <p:nvPr/>
        </p:nvCxnSpPr>
        <p:spPr>
          <a:xfrm>
            <a:off x="3257890" y="4250899"/>
            <a:ext cx="0" cy="27432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grpSp>
        <p:nvGrpSpPr>
          <p:cNvPr id="140" name="Group 139">
            <a:extLst>
              <a:ext uri="{FF2B5EF4-FFF2-40B4-BE49-F238E27FC236}">
                <a16:creationId xmlns:a16="http://schemas.microsoft.com/office/drawing/2014/main" id="{F5FC99C4-860A-D02D-B13E-E40A366BAEE8}"/>
              </a:ext>
            </a:extLst>
          </p:cNvPr>
          <p:cNvGrpSpPr/>
          <p:nvPr/>
        </p:nvGrpSpPr>
        <p:grpSpPr>
          <a:xfrm>
            <a:off x="1861006" y="5074746"/>
            <a:ext cx="2680168" cy="246221"/>
            <a:chOff x="3092949" y="4699682"/>
            <a:chExt cx="2680168" cy="246221"/>
          </a:xfrm>
        </p:grpSpPr>
        <p:pic>
          <p:nvPicPr>
            <p:cNvPr id="142" name="CustomIcon">
              <a:extLst>
                <a:ext uri="{FF2B5EF4-FFF2-40B4-BE49-F238E27FC236}">
                  <a16:creationId xmlns:a16="http://schemas.microsoft.com/office/drawing/2014/main" id="{281CA5E8-251C-0B88-CC2D-271C8929A75C}"/>
                </a:ext>
              </a:extLst>
            </p:cNvPr>
            <p:cNvPicPr>
              <a:picLocks/>
            </p:cNvPicPr>
            <p:nvPr>
              <p:custDataLst>
                <p:tags r:id="rId59"/>
              </p:custDataLst>
            </p:nvPr>
          </p:nvPicPr>
          <p:blipFill>
            <a:blip>
              <a:extLst>
                <a:ext uri="{96DAC541-7B7A-43D3-8B79-37D633B846F1}">
                  <asvg:svgBlip xmlns:asvg="http://schemas.microsoft.com/office/drawing/2016/SVG/main" r:embed="rId68"/>
                </a:ext>
              </a:extLst>
            </a:blip>
            <a:stretch>
              <a:fillRect/>
            </a:stretch>
          </p:blipFill>
          <p:spPr>
            <a:xfrm>
              <a:off x="3092949" y="4699682"/>
              <a:ext cx="183126" cy="182880"/>
            </a:xfrm>
            <a:prstGeom prst="rect">
              <a:avLst/>
            </a:prstGeom>
          </p:spPr>
        </p:pic>
        <p:sp>
          <p:nvSpPr>
            <p:cNvPr id="143" name="TextBox 142">
              <a:extLst>
                <a:ext uri="{FF2B5EF4-FFF2-40B4-BE49-F238E27FC236}">
                  <a16:creationId xmlns:a16="http://schemas.microsoft.com/office/drawing/2014/main" id="{6236F9BB-2966-7998-48B3-825210C6EC3A}"/>
                </a:ext>
              </a:extLst>
            </p:cNvPr>
            <p:cNvSpPr txBox="1">
              <a:spLocks/>
            </p:cNvSpPr>
            <p:nvPr/>
          </p:nvSpPr>
          <p:spPr>
            <a:xfrm>
              <a:off x="3361109" y="4699682"/>
              <a:ext cx="2412008" cy="24622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Manually adding vendor number in ME57 is time-consuming and repetitive for buyers</a:t>
              </a:r>
            </a:p>
          </p:txBody>
        </p:sp>
      </p:grpSp>
      <p:pic>
        <p:nvPicPr>
          <p:cNvPr id="145" name="CustomIcon">
            <a:extLst>
              <a:ext uri="{FF2B5EF4-FFF2-40B4-BE49-F238E27FC236}">
                <a16:creationId xmlns:a16="http://schemas.microsoft.com/office/drawing/2014/main" id="{8C1883F8-AA49-EC09-E6AD-4EAD08955C41}"/>
              </a:ext>
            </a:extLst>
          </p:cNvPr>
          <p:cNvPicPr>
            <a:picLocks noChangeAspect="1"/>
          </p:cNvPicPr>
          <p:nvPr>
            <p:custDataLst>
              <p:tags r:id="rId33"/>
            </p:custDataLst>
          </p:nvPr>
        </p:nvPicPr>
        <p:blipFill>
          <a:blip>
            <a:extLst>
              <a:ext uri="{96DAC541-7B7A-43D3-8B79-37D633B846F1}">
                <asvg:svgBlip xmlns:asvg="http://schemas.microsoft.com/office/drawing/2016/SVG/main" r:embed="rId72"/>
              </a:ext>
            </a:extLst>
          </a:blip>
          <a:stretch>
            <a:fillRect/>
          </a:stretch>
        </p:blipFill>
        <p:spPr>
          <a:xfrm>
            <a:off x="570620" y="3982126"/>
            <a:ext cx="381996" cy="381996"/>
          </a:xfrm>
          <a:prstGeom prst="rect">
            <a:avLst/>
          </a:prstGeom>
        </p:spPr>
      </p:pic>
      <p:cxnSp>
        <p:nvCxnSpPr>
          <p:cNvPr id="149" name="Connector: Elbow 148">
            <a:extLst>
              <a:ext uri="{FF2B5EF4-FFF2-40B4-BE49-F238E27FC236}">
                <a16:creationId xmlns:a16="http://schemas.microsoft.com/office/drawing/2014/main" id="{9EE94F52-5934-AF0F-ED54-40B4759D39E9}"/>
              </a:ext>
            </a:extLst>
          </p:cNvPr>
          <p:cNvCxnSpPr>
            <a:cxnSpLocks/>
            <a:endCxn id="108" idx="0"/>
          </p:cNvCxnSpPr>
          <p:nvPr/>
        </p:nvCxnSpPr>
        <p:spPr>
          <a:xfrm flipV="1">
            <a:off x="8146037" y="4024778"/>
            <a:ext cx="1890075" cy="865293"/>
          </a:xfrm>
          <a:prstGeom prst="bentConnector4">
            <a:avLst>
              <a:gd name="adj1" fmla="val 2830"/>
              <a:gd name="adj2" fmla="val 126419"/>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55" name="TextBox 154">
            <a:extLst>
              <a:ext uri="{FF2B5EF4-FFF2-40B4-BE49-F238E27FC236}">
                <a16:creationId xmlns:a16="http://schemas.microsoft.com/office/drawing/2014/main" id="{DAFE362B-EAB2-7BF6-B8CC-E04DEBB4FA09}"/>
              </a:ext>
            </a:extLst>
          </p:cNvPr>
          <p:cNvSpPr txBox="1">
            <a:spLocks/>
          </p:cNvSpPr>
          <p:nvPr>
            <p:custDataLst>
              <p:tags r:id="rId34"/>
            </p:custDataLst>
          </p:nvPr>
        </p:nvSpPr>
        <p:spPr>
          <a:xfrm>
            <a:off x="8253033" y="5731937"/>
            <a:ext cx="1737360" cy="424189"/>
          </a:xfrm>
          <a:prstGeom prst="roundRect">
            <a:avLst/>
          </a:prstGeom>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Accounts Payable </a:t>
            </a:r>
            <a:r>
              <a:rPr kumimoji="0" lang="en-US" sz="800" i="0" u="none" strike="noStrike" kern="1200" cap="none" spc="0" normalizeH="0" baseline="0" noProof="0">
                <a:ln>
                  <a:noFill/>
                </a:ln>
                <a:solidFill>
                  <a:srgbClr val="000000"/>
                </a:solidFill>
                <a:effectLst/>
                <a:uLnTx/>
                <a:uFillTx/>
                <a:latin typeface="Arial"/>
                <a:ea typeface="+mn-ea"/>
                <a:cs typeface="Arial" panose="020B0604020202020204" pitchFamily="34" charset="0"/>
              </a:rPr>
              <a:t>receives order with complete information and correct cost and makes the payment</a:t>
            </a:r>
            <a:endParaRPr kumimoji="0" lang="en-US" sz="80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7" name="TrackerNumWhite 27">
            <a:extLst>
              <a:ext uri="{FF2B5EF4-FFF2-40B4-BE49-F238E27FC236}">
                <a16:creationId xmlns:a16="http://schemas.microsoft.com/office/drawing/2014/main" id="{94923ACC-F482-ED3D-CD3F-3F8B3130B457}"/>
              </a:ext>
            </a:extLst>
          </p:cNvPr>
          <p:cNvSpPr/>
          <p:nvPr>
            <p:custDataLst>
              <p:tags r:id="rId35"/>
            </p:custDataLst>
          </p:nvPr>
        </p:nvSpPr>
        <p:spPr>
          <a:xfrm>
            <a:off x="8059538" y="5698274"/>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9A</a:t>
            </a:r>
          </a:p>
        </p:txBody>
      </p:sp>
      <p:pic>
        <p:nvPicPr>
          <p:cNvPr id="184" name="CustomIcon">
            <a:extLst>
              <a:ext uri="{FF2B5EF4-FFF2-40B4-BE49-F238E27FC236}">
                <a16:creationId xmlns:a16="http://schemas.microsoft.com/office/drawing/2014/main" id="{C64D469E-C6B2-F959-8B01-CAF243170A83}"/>
              </a:ext>
            </a:extLst>
          </p:cNvPr>
          <p:cNvPicPr>
            <a:picLocks/>
          </p:cNvPicPr>
          <p:nvPr>
            <p:custDataLst>
              <p:tags r:id="rId36"/>
            </p:custDataLst>
          </p:nvPr>
        </p:nvPicPr>
        <p:blipFill>
          <a:blip>
            <a:extLst>
              <a:ext uri="{96DAC541-7B7A-43D3-8B79-37D633B846F1}">
                <asvg:svgBlip xmlns:asvg="http://schemas.microsoft.com/office/drawing/2016/SVG/main" r:embed="rId68"/>
              </a:ext>
            </a:extLst>
          </a:blip>
          <a:stretch>
            <a:fillRect/>
          </a:stretch>
        </p:blipFill>
        <p:spPr>
          <a:xfrm>
            <a:off x="10004880" y="4973791"/>
            <a:ext cx="183126" cy="182880"/>
          </a:xfrm>
          <a:prstGeom prst="rect">
            <a:avLst/>
          </a:prstGeom>
        </p:spPr>
      </p:pic>
      <p:sp>
        <p:nvSpPr>
          <p:cNvPr id="185" name="TextBox 184">
            <a:extLst>
              <a:ext uri="{FF2B5EF4-FFF2-40B4-BE49-F238E27FC236}">
                <a16:creationId xmlns:a16="http://schemas.microsoft.com/office/drawing/2014/main" id="{7071DD1F-B401-BA12-33D0-2EE1F7D73E64}"/>
              </a:ext>
            </a:extLst>
          </p:cNvPr>
          <p:cNvSpPr txBox="1">
            <a:spLocks/>
          </p:cNvSpPr>
          <p:nvPr/>
        </p:nvSpPr>
        <p:spPr>
          <a:xfrm>
            <a:off x="10222284" y="4973791"/>
            <a:ext cx="1172548" cy="258221"/>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Email template requires buyer to update PO/ SSR email for each order</a:t>
            </a:r>
          </a:p>
        </p:txBody>
      </p:sp>
      <p:pic>
        <p:nvPicPr>
          <p:cNvPr id="188" name="CustomIcon">
            <a:extLst>
              <a:ext uri="{FF2B5EF4-FFF2-40B4-BE49-F238E27FC236}">
                <a16:creationId xmlns:a16="http://schemas.microsoft.com/office/drawing/2014/main" id="{356C278A-EAF3-7679-CEBC-61E6C52C8E5A}"/>
              </a:ext>
            </a:extLst>
          </p:cNvPr>
          <p:cNvPicPr>
            <a:picLocks/>
          </p:cNvPicPr>
          <p:nvPr>
            <p:custDataLst>
              <p:tags r:id="rId37"/>
            </p:custDataLst>
          </p:nvPr>
        </p:nvPicPr>
        <p:blipFill>
          <a:blip>
            <a:extLst>
              <a:ext uri="{96DAC541-7B7A-43D3-8B79-37D633B846F1}">
                <asvg:svgBlip xmlns:asvg="http://schemas.microsoft.com/office/drawing/2016/SVG/main" r:embed="rId68"/>
              </a:ext>
            </a:extLst>
          </a:blip>
          <a:stretch>
            <a:fillRect/>
          </a:stretch>
        </p:blipFill>
        <p:spPr>
          <a:xfrm>
            <a:off x="10106702" y="3598402"/>
            <a:ext cx="183126" cy="182880"/>
          </a:xfrm>
          <a:prstGeom prst="rect">
            <a:avLst/>
          </a:prstGeom>
        </p:spPr>
      </p:pic>
      <p:grpSp>
        <p:nvGrpSpPr>
          <p:cNvPr id="4" name="Group 3">
            <a:extLst>
              <a:ext uri="{FF2B5EF4-FFF2-40B4-BE49-F238E27FC236}">
                <a16:creationId xmlns:a16="http://schemas.microsoft.com/office/drawing/2014/main" id="{6D31BF4B-1628-51DE-B398-CF01023C402B}"/>
              </a:ext>
            </a:extLst>
          </p:cNvPr>
          <p:cNvGrpSpPr/>
          <p:nvPr/>
        </p:nvGrpSpPr>
        <p:grpSpPr>
          <a:xfrm>
            <a:off x="1844208" y="5394087"/>
            <a:ext cx="2680168" cy="246221"/>
            <a:chOff x="3092949" y="4699682"/>
            <a:chExt cx="2680168" cy="246221"/>
          </a:xfrm>
        </p:grpSpPr>
        <p:pic>
          <p:nvPicPr>
            <p:cNvPr id="8" name="CustomIcon">
              <a:extLst>
                <a:ext uri="{FF2B5EF4-FFF2-40B4-BE49-F238E27FC236}">
                  <a16:creationId xmlns:a16="http://schemas.microsoft.com/office/drawing/2014/main" id="{0CA2C5CE-F560-E486-A305-4CCB4454BBC5}"/>
                </a:ext>
              </a:extLst>
            </p:cNvPr>
            <p:cNvPicPr>
              <a:picLocks/>
            </p:cNvPicPr>
            <p:nvPr>
              <p:custDataLst>
                <p:tags r:id="rId58"/>
              </p:custDataLst>
            </p:nvPr>
          </p:nvPicPr>
          <p:blipFill>
            <a:blip>
              <a:extLst>
                <a:ext uri="{96DAC541-7B7A-43D3-8B79-37D633B846F1}">
                  <asvg:svgBlip xmlns:asvg="http://schemas.microsoft.com/office/drawing/2016/SVG/main" r:embed="rId68"/>
                </a:ext>
              </a:extLst>
            </a:blip>
            <a:stretch>
              <a:fillRect/>
            </a:stretch>
          </p:blipFill>
          <p:spPr>
            <a:xfrm>
              <a:off x="3092949" y="4699682"/>
              <a:ext cx="183126" cy="182880"/>
            </a:xfrm>
            <a:prstGeom prst="rect">
              <a:avLst/>
            </a:prstGeom>
          </p:spPr>
        </p:pic>
        <p:sp>
          <p:nvSpPr>
            <p:cNvPr id="11" name="TextBox 10">
              <a:extLst>
                <a:ext uri="{FF2B5EF4-FFF2-40B4-BE49-F238E27FC236}">
                  <a16:creationId xmlns:a16="http://schemas.microsoft.com/office/drawing/2014/main" id="{12E4611F-4ED5-2467-2373-144B0191401C}"/>
                </a:ext>
              </a:extLst>
            </p:cNvPr>
            <p:cNvSpPr txBox="1">
              <a:spLocks/>
            </p:cNvSpPr>
            <p:nvPr/>
          </p:nvSpPr>
          <p:spPr>
            <a:xfrm>
              <a:off x="3361109" y="4699682"/>
              <a:ext cx="2412008" cy="24622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No assigned queue in ME57 creates confusion and duplicate work at times among buyers </a:t>
              </a:r>
            </a:p>
          </p:txBody>
        </p:sp>
      </p:grpSp>
      <p:pic>
        <p:nvPicPr>
          <p:cNvPr id="25" name="CustomIcon">
            <a:extLst>
              <a:ext uri="{FF2B5EF4-FFF2-40B4-BE49-F238E27FC236}">
                <a16:creationId xmlns:a16="http://schemas.microsoft.com/office/drawing/2014/main" id="{79AAB57E-CD90-835F-03C7-67C7A3AC7F1E}"/>
              </a:ext>
            </a:extLst>
          </p:cNvPr>
          <p:cNvPicPr>
            <a:picLocks/>
          </p:cNvPicPr>
          <p:nvPr>
            <p:custDataLst>
              <p:tags r:id="rId38"/>
            </p:custDataLst>
          </p:nvPr>
        </p:nvPicPr>
        <p:blipFill>
          <a:blip>
            <a:extLst>
              <a:ext uri="{96DAC541-7B7A-43D3-8B79-37D633B846F1}">
                <asvg:svgBlip xmlns:asvg="http://schemas.microsoft.com/office/drawing/2016/SVG/main" r:embed="rId68"/>
              </a:ext>
            </a:extLst>
          </a:blip>
          <a:stretch>
            <a:fillRect/>
          </a:stretch>
        </p:blipFill>
        <p:spPr>
          <a:xfrm>
            <a:off x="8326246" y="3598402"/>
            <a:ext cx="183126" cy="182880"/>
          </a:xfrm>
          <a:prstGeom prst="rect">
            <a:avLst/>
          </a:prstGeom>
        </p:spPr>
      </p:pic>
      <p:sp>
        <p:nvSpPr>
          <p:cNvPr id="31" name="TextBox 30">
            <a:extLst>
              <a:ext uri="{FF2B5EF4-FFF2-40B4-BE49-F238E27FC236}">
                <a16:creationId xmlns:a16="http://schemas.microsoft.com/office/drawing/2014/main" id="{A5977FBC-9A81-2045-EAFF-81C8FFFDEB56}"/>
              </a:ext>
            </a:extLst>
          </p:cNvPr>
          <p:cNvSpPr txBox="1">
            <a:spLocks/>
          </p:cNvSpPr>
          <p:nvPr/>
        </p:nvSpPr>
        <p:spPr>
          <a:xfrm>
            <a:off x="8532914" y="3598401"/>
            <a:ext cx="1427158" cy="290543"/>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attachments take 2-3 mins to load &amp; naming is not captured in SAP (ME5</a:t>
            </a:r>
            <a:r>
              <a:rPr lang="en-US" sz="800">
                <a:solidFill>
                  <a:srgbClr val="000000"/>
                </a:solidFill>
                <a:latin typeface="Arial"/>
              </a:rPr>
              <a:t>7/ME5</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8)</a:t>
            </a:r>
          </a:p>
        </p:txBody>
      </p:sp>
      <p:sp>
        <p:nvSpPr>
          <p:cNvPr id="51" name="TrackerNumWhite 27">
            <a:extLst>
              <a:ext uri="{FF2B5EF4-FFF2-40B4-BE49-F238E27FC236}">
                <a16:creationId xmlns:a16="http://schemas.microsoft.com/office/drawing/2014/main" id="{FC58E3E9-6DE9-F179-ADE0-1E7DFBCDB5A0}"/>
              </a:ext>
            </a:extLst>
          </p:cNvPr>
          <p:cNvSpPr>
            <a:spLocks/>
          </p:cNvSpPr>
          <p:nvPr>
            <p:custDataLst>
              <p:tags r:id="rId39"/>
            </p:custDataLst>
          </p:nvPr>
        </p:nvSpPr>
        <p:spPr>
          <a:xfrm>
            <a:off x="1861006" y="4208956"/>
            <a:ext cx="6289757" cy="167607"/>
          </a:xfrm>
          <a:prstGeom prst="roundRect">
            <a:avLst/>
          </a:prstGeom>
          <a:solidFill>
            <a:schemeClr val="bg1">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800" i="1">
                <a:solidFill>
                  <a:schemeClr val="tx1"/>
                </a:solidFill>
              </a:rPr>
              <a:t>Requisition # generated based on sales order #</a:t>
            </a:r>
          </a:p>
        </p:txBody>
      </p:sp>
      <p:sp>
        <p:nvSpPr>
          <p:cNvPr id="54" name="TextBox 53">
            <a:extLst>
              <a:ext uri="{FF2B5EF4-FFF2-40B4-BE49-F238E27FC236}">
                <a16:creationId xmlns:a16="http://schemas.microsoft.com/office/drawing/2014/main" id="{1ABEB690-7A3D-573F-CABA-97F84EF1D5D9}"/>
              </a:ext>
            </a:extLst>
          </p:cNvPr>
          <p:cNvSpPr txBox="1">
            <a:spLocks/>
          </p:cNvSpPr>
          <p:nvPr>
            <p:custDataLst>
              <p:tags r:id="rId40"/>
            </p:custDataLst>
          </p:nvPr>
        </p:nvSpPr>
        <p:spPr>
          <a:xfrm>
            <a:off x="8253032" y="5383693"/>
            <a:ext cx="3566160" cy="256032"/>
          </a:xfrm>
          <a:prstGeom prst="roundRect">
            <a:avLst/>
          </a:prstGeom>
          <a:solidFill>
            <a:srgbClr val="D3DCFF"/>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Vendor receives PO and sends invoice to Accounts Payable for payment</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62" name="Straight Arrow Connector 61">
            <a:extLst>
              <a:ext uri="{FF2B5EF4-FFF2-40B4-BE49-F238E27FC236}">
                <a16:creationId xmlns:a16="http://schemas.microsoft.com/office/drawing/2014/main" id="{4632DF50-57FC-84EF-0C62-400EB3A5C55D}"/>
              </a:ext>
            </a:extLst>
          </p:cNvPr>
          <p:cNvCxnSpPr>
            <a:cxnSpLocks/>
          </p:cNvCxnSpPr>
          <p:nvPr/>
        </p:nvCxnSpPr>
        <p:spPr>
          <a:xfrm>
            <a:off x="9231400" y="4937004"/>
            <a:ext cx="0" cy="438912"/>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89700553-8A13-6BAD-0325-AFC0D12E5661}"/>
              </a:ext>
            </a:extLst>
          </p:cNvPr>
          <p:cNvCxnSpPr>
            <a:cxnSpLocks/>
          </p:cNvCxnSpPr>
          <p:nvPr/>
        </p:nvCxnSpPr>
        <p:spPr>
          <a:xfrm>
            <a:off x="11466600" y="4937004"/>
            <a:ext cx="0" cy="438912"/>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grpSp>
        <p:nvGrpSpPr>
          <p:cNvPr id="70" name="Group 69">
            <a:extLst>
              <a:ext uri="{FF2B5EF4-FFF2-40B4-BE49-F238E27FC236}">
                <a16:creationId xmlns:a16="http://schemas.microsoft.com/office/drawing/2014/main" id="{A072C6D9-8BFC-9E91-D6FF-5DFCA926C7B7}"/>
              </a:ext>
            </a:extLst>
          </p:cNvPr>
          <p:cNvGrpSpPr/>
          <p:nvPr/>
        </p:nvGrpSpPr>
        <p:grpSpPr>
          <a:xfrm>
            <a:off x="9231400" y="5650324"/>
            <a:ext cx="2235200" cy="91440"/>
            <a:chOff x="9231400" y="5633392"/>
            <a:chExt cx="2235200" cy="182880"/>
          </a:xfrm>
        </p:grpSpPr>
        <p:cxnSp>
          <p:nvCxnSpPr>
            <p:cNvPr id="63" name="Straight Arrow Connector 62">
              <a:extLst>
                <a:ext uri="{FF2B5EF4-FFF2-40B4-BE49-F238E27FC236}">
                  <a16:creationId xmlns:a16="http://schemas.microsoft.com/office/drawing/2014/main" id="{3AEE6CAE-A77C-2C26-70E7-0407FE991C24}"/>
                </a:ext>
              </a:extLst>
            </p:cNvPr>
            <p:cNvCxnSpPr>
              <a:cxnSpLocks/>
            </p:cNvCxnSpPr>
            <p:nvPr/>
          </p:nvCxnSpPr>
          <p:spPr>
            <a:xfrm>
              <a:off x="9231400" y="5633392"/>
              <a:ext cx="0" cy="18288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9A1EE28-5BC8-5C57-FE5C-CA876A645B53}"/>
                </a:ext>
              </a:extLst>
            </p:cNvPr>
            <p:cNvCxnSpPr>
              <a:cxnSpLocks/>
            </p:cNvCxnSpPr>
            <p:nvPr/>
          </p:nvCxnSpPr>
          <p:spPr>
            <a:xfrm>
              <a:off x="11466600" y="5633392"/>
              <a:ext cx="0" cy="18288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grpSp>
      <p:cxnSp>
        <p:nvCxnSpPr>
          <p:cNvPr id="71" name="Connector: Elbow 70">
            <a:extLst>
              <a:ext uri="{FF2B5EF4-FFF2-40B4-BE49-F238E27FC236}">
                <a16:creationId xmlns:a16="http://schemas.microsoft.com/office/drawing/2014/main" id="{F5971D7C-D4C0-DBD6-7BF0-2F840233B11C}"/>
              </a:ext>
            </a:extLst>
          </p:cNvPr>
          <p:cNvCxnSpPr>
            <a:cxnSpLocks/>
            <a:stCxn id="115" idx="3"/>
            <a:endCxn id="82" idx="3"/>
          </p:cNvCxnSpPr>
          <p:nvPr/>
        </p:nvCxnSpPr>
        <p:spPr>
          <a:xfrm flipH="1" flipV="1">
            <a:off x="11819192" y="3333841"/>
            <a:ext cx="63078" cy="2610191"/>
          </a:xfrm>
          <a:prstGeom prst="bentConnector3">
            <a:avLst>
              <a:gd name="adj1" fmla="val -87742"/>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153E744D-23F2-1AED-6548-8C1C74BC8DC1}"/>
              </a:ext>
            </a:extLst>
          </p:cNvPr>
          <p:cNvSpPr txBox="1">
            <a:spLocks/>
          </p:cNvSpPr>
          <p:nvPr>
            <p:custDataLst>
              <p:tags r:id="rId41"/>
            </p:custDataLst>
          </p:nvPr>
        </p:nvSpPr>
        <p:spPr>
          <a:xfrm>
            <a:off x="8253032" y="3188173"/>
            <a:ext cx="3566160" cy="291335"/>
          </a:xfrm>
          <a:prstGeom prst="roundRect">
            <a:avLst/>
          </a:prstGeom>
          <a:solidFill>
            <a:srgbClr val="D3DCFF"/>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a:solidFill>
                  <a:srgbClr val="000000"/>
                </a:solidFill>
                <a:latin typeface="Arial"/>
              </a:rPr>
              <a:t>     Order returns to Purchasing for costing resolution (once resolved, order re-enters ME58 for PO issuance and invoicing)</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56" name="TrackerNumWhite 27">
            <a:extLst>
              <a:ext uri="{FF2B5EF4-FFF2-40B4-BE49-F238E27FC236}">
                <a16:creationId xmlns:a16="http://schemas.microsoft.com/office/drawing/2014/main" id="{075C6F29-A8B7-AE44-B87F-D9C10BAB4368}"/>
              </a:ext>
            </a:extLst>
          </p:cNvPr>
          <p:cNvSpPr/>
          <p:nvPr>
            <p:custDataLst>
              <p:tags r:id="rId42"/>
            </p:custDataLst>
          </p:nvPr>
        </p:nvSpPr>
        <p:spPr>
          <a:xfrm>
            <a:off x="8178495" y="3162553"/>
            <a:ext cx="217276" cy="217276"/>
          </a:xfrm>
          <a:prstGeom prst="ellipse">
            <a:avLst/>
          </a:prstGeom>
          <a:solidFill>
            <a:schemeClr val="bg1"/>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10</a:t>
            </a:r>
          </a:p>
        </p:txBody>
      </p:sp>
      <p:pic>
        <p:nvPicPr>
          <p:cNvPr id="96" name="CustomIcon">
            <a:extLst>
              <a:ext uri="{FF2B5EF4-FFF2-40B4-BE49-F238E27FC236}">
                <a16:creationId xmlns:a16="http://schemas.microsoft.com/office/drawing/2014/main" id="{993CE176-B210-BF76-AF24-9E74484617AF}"/>
              </a:ext>
            </a:extLst>
          </p:cNvPr>
          <p:cNvPicPr>
            <a:picLocks/>
          </p:cNvPicPr>
          <p:nvPr>
            <p:custDataLst>
              <p:tags r:id="rId43"/>
            </p:custDataLst>
          </p:nvPr>
        </p:nvPicPr>
        <p:blipFill>
          <a:blip>
            <a:extLst>
              <a:ext uri="{96DAC541-7B7A-43D3-8B79-37D633B846F1}">
                <asvg:svgBlip xmlns:asvg="http://schemas.microsoft.com/office/drawing/2016/SVG/main" r:embed="rId68"/>
              </a:ext>
            </a:extLst>
          </a:blip>
          <a:stretch>
            <a:fillRect/>
          </a:stretch>
        </p:blipFill>
        <p:spPr>
          <a:xfrm>
            <a:off x="8423842" y="2724645"/>
            <a:ext cx="183126" cy="182880"/>
          </a:xfrm>
          <a:prstGeom prst="rect">
            <a:avLst/>
          </a:prstGeom>
        </p:spPr>
      </p:pic>
      <p:sp>
        <p:nvSpPr>
          <p:cNvPr id="97" name="TextBox 96">
            <a:extLst>
              <a:ext uri="{FF2B5EF4-FFF2-40B4-BE49-F238E27FC236}">
                <a16:creationId xmlns:a16="http://schemas.microsoft.com/office/drawing/2014/main" id="{131228A1-EF1C-F929-9F18-650AE48BB6D5}"/>
              </a:ext>
            </a:extLst>
          </p:cNvPr>
          <p:cNvSpPr txBox="1">
            <a:spLocks/>
          </p:cNvSpPr>
          <p:nvPr/>
        </p:nvSpPr>
        <p:spPr>
          <a:xfrm>
            <a:off x="8683577" y="2724645"/>
            <a:ext cx="3118681" cy="247589"/>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No feedback loop between Purchasing,</a:t>
            </a:r>
            <a:r>
              <a:rPr kumimoji="0" lang="en-US" sz="800" b="0" i="0" u="none" strike="noStrike" kern="1200" cap="none" spc="0" normalizeH="0" noProof="0">
                <a:ln>
                  <a:noFill/>
                </a:ln>
                <a:solidFill>
                  <a:srgbClr val="000000"/>
                </a:solidFill>
                <a:effectLst/>
                <a:uLnTx/>
                <a:uFillTx/>
                <a:latin typeface="Arial"/>
                <a:ea typeface="+mn-ea"/>
                <a:cs typeface="Arial" panose="020B0604020202020204" pitchFamily="34" charset="0"/>
              </a:rPr>
              <a:t> Merchandising, and Sales (when costing errors are fixed, the latest cost is not reflected by Merch in Engage and the behavior is not noted by FSPs / TMs)</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98" name="TrackerNumWhite 27">
            <a:extLst>
              <a:ext uri="{FF2B5EF4-FFF2-40B4-BE49-F238E27FC236}">
                <a16:creationId xmlns:a16="http://schemas.microsoft.com/office/drawing/2014/main" id="{F5A23CBB-E72C-2C93-16DD-06A609CB5082}"/>
              </a:ext>
            </a:extLst>
          </p:cNvPr>
          <p:cNvSpPr/>
          <p:nvPr>
            <p:custDataLst>
              <p:tags r:id="rId44"/>
            </p:custDataLst>
          </p:nvPr>
        </p:nvSpPr>
        <p:spPr>
          <a:xfrm>
            <a:off x="9968580" y="5698274"/>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9B</a:t>
            </a:r>
          </a:p>
        </p:txBody>
      </p:sp>
      <p:cxnSp>
        <p:nvCxnSpPr>
          <p:cNvPr id="101" name="LineSpecialityArrow 101">
            <a:extLst>
              <a:ext uri="{FF2B5EF4-FFF2-40B4-BE49-F238E27FC236}">
                <a16:creationId xmlns:a16="http://schemas.microsoft.com/office/drawing/2014/main" id="{FE9266D5-FB62-C371-FE41-BC4FBDEA69C3}"/>
              </a:ext>
            </a:extLst>
          </p:cNvPr>
          <p:cNvCxnSpPr/>
          <p:nvPr>
            <p:custDataLst>
              <p:tags r:id="rId45"/>
            </p:custDataLst>
          </p:nvPr>
        </p:nvCxnSpPr>
        <p:spPr>
          <a:xfrm>
            <a:off x="11069045" y="3479508"/>
            <a:ext cx="0" cy="545270"/>
          </a:xfrm>
          <a:prstGeom prst="straightConnector1">
            <a:avLst/>
          </a:prstGeom>
          <a:ln w="6350" cap="flat">
            <a:solidFill>
              <a:schemeClr val="tx1"/>
            </a:solidFill>
            <a:miter lim="800000"/>
            <a:tailEnd type="triangle" w="med" len="med"/>
          </a:ln>
        </p:spPr>
        <p:style>
          <a:lnRef idx="1">
            <a:schemeClr val="accent1"/>
          </a:lnRef>
          <a:fillRef idx="0">
            <a:schemeClr val="accent1"/>
          </a:fillRef>
          <a:effectRef idx="0">
            <a:schemeClr val="accent1"/>
          </a:effectRef>
          <a:fontRef idx="minor">
            <a:schemeClr val="tx1"/>
          </a:fontRef>
        </p:style>
      </p:cxnSp>
      <p:sp>
        <p:nvSpPr>
          <p:cNvPr id="189" name="TextBox 188">
            <a:extLst>
              <a:ext uri="{FF2B5EF4-FFF2-40B4-BE49-F238E27FC236}">
                <a16:creationId xmlns:a16="http://schemas.microsoft.com/office/drawing/2014/main" id="{31DD17A3-2255-AEFC-936B-7C25BC0CB1D1}"/>
              </a:ext>
            </a:extLst>
          </p:cNvPr>
          <p:cNvSpPr txBox="1">
            <a:spLocks/>
          </p:cNvSpPr>
          <p:nvPr/>
        </p:nvSpPr>
        <p:spPr>
          <a:xfrm>
            <a:off x="10324105" y="3598402"/>
            <a:ext cx="1355410" cy="218059"/>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Errors in 90-95% of orders submitted (buyer has to fix)</a:t>
            </a:r>
          </a:p>
        </p:txBody>
      </p:sp>
      <p:sp>
        <p:nvSpPr>
          <p:cNvPr id="109" name="TrackerNumWhite 27">
            <a:extLst>
              <a:ext uri="{FF2B5EF4-FFF2-40B4-BE49-F238E27FC236}">
                <a16:creationId xmlns:a16="http://schemas.microsoft.com/office/drawing/2014/main" id="{89BF5BB2-E0CF-3ADD-8C0F-D459326EE084}"/>
              </a:ext>
            </a:extLst>
          </p:cNvPr>
          <p:cNvSpPr/>
          <p:nvPr>
            <p:custDataLst>
              <p:tags r:id="rId46"/>
            </p:custDataLst>
          </p:nvPr>
        </p:nvSpPr>
        <p:spPr>
          <a:xfrm>
            <a:off x="8178495" y="3993686"/>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7</a:t>
            </a:r>
          </a:p>
        </p:txBody>
      </p:sp>
      <p:sp>
        <p:nvSpPr>
          <p:cNvPr id="60" name="TextBox 59">
            <a:extLst>
              <a:ext uri="{FF2B5EF4-FFF2-40B4-BE49-F238E27FC236}">
                <a16:creationId xmlns:a16="http://schemas.microsoft.com/office/drawing/2014/main" id="{2515BA2D-78D3-7FF2-3235-1464F34A60A2}"/>
              </a:ext>
            </a:extLst>
          </p:cNvPr>
          <p:cNvSpPr txBox="1">
            <a:spLocks/>
          </p:cNvSpPr>
          <p:nvPr>
            <p:custDataLst>
              <p:tags r:id="rId47"/>
            </p:custDataLst>
          </p:nvPr>
        </p:nvSpPr>
        <p:spPr>
          <a:xfrm>
            <a:off x="3902042" y="2741439"/>
            <a:ext cx="1920240" cy="247590"/>
          </a:xfrm>
          <a:prstGeom prst="roundRect">
            <a:avLst/>
          </a:prstGeom>
          <a:solidFill>
            <a:schemeClr val="bg1"/>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Completes order in QOE using cost quote from vendor</a:t>
            </a:r>
          </a:p>
        </p:txBody>
      </p:sp>
      <p:sp>
        <p:nvSpPr>
          <p:cNvPr id="61" name="TrackerNumWhite 27">
            <a:extLst>
              <a:ext uri="{FF2B5EF4-FFF2-40B4-BE49-F238E27FC236}">
                <a16:creationId xmlns:a16="http://schemas.microsoft.com/office/drawing/2014/main" id="{730BFD81-ED35-BF5E-1E51-7CC21BAE1229}"/>
              </a:ext>
            </a:extLst>
          </p:cNvPr>
          <p:cNvSpPr/>
          <p:nvPr>
            <p:custDataLst>
              <p:tags r:id="rId48"/>
            </p:custDataLst>
          </p:nvPr>
        </p:nvSpPr>
        <p:spPr>
          <a:xfrm>
            <a:off x="3847188" y="2634259"/>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3B</a:t>
            </a:r>
          </a:p>
        </p:txBody>
      </p:sp>
      <p:grpSp>
        <p:nvGrpSpPr>
          <p:cNvPr id="99" name="Group 98">
            <a:extLst>
              <a:ext uri="{FF2B5EF4-FFF2-40B4-BE49-F238E27FC236}">
                <a16:creationId xmlns:a16="http://schemas.microsoft.com/office/drawing/2014/main" id="{869B5D51-0E5D-E915-0042-40F81734D825}"/>
              </a:ext>
            </a:extLst>
          </p:cNvPr>
          <p:cNvGrpSpPr/>
          <p:nvPr/>
        </p:nvGrpSpPr>
        <p:grpSpPr>
          <a:xfrm>
            <a:off x="5175264" y="5074746"/>
            <a:ext cx="2970766" cy="182881"/>
            <a:chOff x="5175264" y="5074746"/>
            <a:chExt cx="2970766" cy="182881"/>
          </a:xfrm>
        </p:grpSpPr>
        <p:pic>
          <p:nvPicPr>
            <p:cNvPr id="72" name="CustomIcon">
              <a:extLst>
                <a:ext uri="{FF2B5EF4-FFF2-40B4-BE49-F238E27FC236}">
                  <a16:creationId xmlns:a16="http://schemas.microsoft.com/office/drawing/2014/main" id="{A07A6B2D-FE95-B940-064C-91C6698504EE}"/>
                </a:ext>
              </a:extLst>
            </p:cNvPr>
            <p:cNvPicPr>
              <a:picLocks/>
            </p:cNvPicPr>
            <p:nvPr>
              <p:custDataLst>
                <p:tags r:id="rId57"/>
              </p:custDataLst>
            </p:nvPr>
          </p:nvPicPr>
          <p:blipFill>
            <a:blip>
              <a:extLst>
                <a:ext uri="{96DAC541-7B7A-43D3-8B79-37D633B846F1}">
                  <asvg:svgBlip xmlns:asvg="http://schemas.microsoft.com/office/drawing/2016/SVG/main" r:embed="rId68"/>
                </a:ext>
              </a:extLst>
            </a:blip>
            <a:stretch>
              <a:fillRect/>
            </a:stretch>
          </p:blipFill>
          <p:spPr>
            <a:xfrm>
              <a:off x="5175264" y="5074746"/>
              <a:ext cx="183126" cy="182880"/>
            </a:xfrm>
            <a:prstGeom prst="rect">
              <a:avLst/>
            </a:prstGeom>
          </p:spPr>
        </p:pic>
        <p:sp>
          <p:nvSpPr>
            <p:cNvPr id="74" name="TextBox 73">
              <a:extLst>
                <a:ext uri="{FF2B5EF4-FFF2-40B4-BE49-F238E27FC236}">
                  <a16:creationId xmlns:a16="http://schemas.microsoft.com/office/drawing/2014/main" id="{2A4DA78B-C3B0-62F3-D075-BA1B16866401}"/>
                </a:ext>
              </a:extLst>
            </p:cNvPr>
            <p:cNvSpPr txBox="1">
              <a:spLocks/>
            </p:cNvSpPr>
            <p:nvPr/>
          </p:nvSpPr>
          <p:spPr>
            <a:xfrm>
              <a:off x="5443423" y="5074747"/>
              <a:ext cx="2702607" cy="18288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Cost errors and incomplete information drive additional follow-ups and delays</a:t>
              </a:r>
            </a:p>
          </p:txBody>
        </p:sp>
      </p:grpSp>
      <p:pic>
        <p:nvPicPr>
          <p:cNvPr id="85" name="CustomIcon">
            <a:extLst>
              <a:ext uri="{FF2B5EF4-FFF2-40B4-BE49-F238E27FC236}">
                <a16:creationId xmlns:a16="http://schemas.microsoft.com/office/drawing/2014/main" id="{058F99A7-E0F3-4000-1253-1ED0E4820162}"/>
              </a:ext>
            </a:extLst>
          </p:cNvPr>
          <p:cNvPicPr>
            <a:picLocks/>
          </p:cNvPicPr>
          <p:nvPr>
            <p:custDataLst>
              <p:tags r:id="rId49"/>
            </p:custDataLst>
          </p:nvPr>
        </p:nvPicPr>
        <p:blipFill>
          <a:blip>
            <a:extLst>
              <a:ext uri="{96DAC541-7B7A-43D3-8B79-37D633B846F1}">
                <asvg:svgBlip xmlns:asvg="http://schemas.microsoft.com/office/drawing/2016/SVG/main" r:embed="rId68"/>
              </a:ext>
            </a:extLst>
          </a:blip>
          <a:stretch>
            <a:fillRect/>
          </a:stretch>
        </p:blipFill>
        <p:spPr>
          <a:xfrm>
            <a:off x="5847519" y="3155772"/>
            <a:ext cx="183126" cy="182880"/>
          </a:xfrm>
          <a:prstGeom prst="rect">
            <a:avLst/>
          </a:prstGeom>
        </p:spPr>
      </p:pic>
      <p:sp>
        <p:nvSpPr>
          <p:cNvPr id="86" name="TextBox 85">
            <a:extLst>
              <a:ext uri="{FF2B5EF4-FFF2-40B4-BE49-F238E27FC236}">
                <a16:creationId xmlns:a16="http://schemas.microsoft.com/office/drawing/2014/main" id="{A912C873-5B59-C647-DD7C-8ABCBA29B64B}"/>
              </a:ext>
            </a:extLst>
          </p:cNvPr>
          <p:cNvSpPr txBox="1">
            <a:spLocks/>
          </p:cNvSpPr>
          <p:nvPr/>
        </p:nvSpPr>
        <p:spPr>
          <a:xfrm>
            <a:off x="6078734" y="3155772"/>
            <a:ext cx="2103120" cy="33785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If quote requested from vendor, TM waits for vendor response (can delay NSP </a:t>
            </a:r>
            <a:r>
              <a:rPr lang="en-US" sz="800">
                <a:solidFill>
                  <a:srgbClr val="000000"/>
                </a:solidFill>
                <a:latin typeface="Arial"/>
              </a:rPr>
              <a:t>b</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y days)</a:t>
            </a:r>
          </a:p>
        </p:txBody>
      </p:sp>
      <p:cxnSp>
        <p:nvCxnSpPr>
          <p:cNvPr id="88" name="Straight Arrow Connector 87">
            <a:extLst>
              <a:ext uri="{FF2B5EF4-FFF2-40B4-BE49-F238E27FC236}">
                <a16:creationId xmlns:a16="http://schemas.microsoft.com/office/drawing/2014/main" id="{DBF1F170-F257-BB6B-FB9B-209925CEE669}"/>
              </a:ext>
            </a:extLst>
          </p:cNvPr>
          <p:cNvCxnSpPr>
            <a:cxnSpLocks/>
          </p:cNvCxnSpPr>
          <p:nvPr/>
        </p:nvCxnSpPr>
        <p:spPr>
          <a:xfrm flipH="1">
            <a:off x="4821840" y="2665769"/>
            <a:ext cx="0" cy="9144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91" name="CustomIcon">
            <a:extLst>
              <a:ext uri="{FF2B5EF4-FFF2-40B4-BE49-F238E27FC236}">
                <a16:creationId xmlns:a16="http://schemas.microsoft.com/office/drawing/2014/main" id="{E3E4BDB1-3777-8C13-50FA-1DCDA3DAF590}"/>
              </a:ext>
            </a:extLst>
          </p:cNvPr>
          <p:cNvPicPr>
            <a:picLocks/>
          </p:cNvPicPr>
          <p:nvPr>
            <p:custDataLst>
              <p:tags r:id="rId50"/>
            </p:custDataLst>
          </p:nvPr>
        </p:nvPicPr>
        <p:blipFill>
          <a:blip>
            <a:extLst>
              <a:ext uri="{96DAC541-7B7A-43D3-8B79-37D633B846F1}">
                <asvg:svgBlip xmlns:asvg="http://schemas.microsoft.com/office/drawing/2016/SVG/main" r:embed="rId68"/>
              </a:ext>
            </a:extLst>
          </a:blip>
          <a:stretch>
            <a:fillRect/>
          </a:stretch>
        </p:blipFill>
        <p:spPr>
          <a:xfrm>
            <a:off x="1705388" y="2995911"/>
            <a:ext cx="183126" cy="182880"/>
          </a:xfrm>
          <a:prstGeom prst="rect">
            <a:avLst/>
          </a:prstGeom>
        </p:spPr>
      </p:pic>
      <p:sp>
        <p:nvSpPr>
          <p:cNvPr id="119" name="TextBox 118">
            <a:extLst>
              <a:ext uri="{FF2B5EF4-FFF2-40B4-BE49-F238E27FC236}">
                <a16:creationId xmlns:a16="http://schemas.microsoft.com/office/drawing/2014/main" id="{1855BC9F-F467-AAFA-74C4-07F00F6DF8D3}"/>
              </a:ext>
            </a:extLst>
          </p:cNvPr>
          <p:cNvSpPr txBox="1">
            <a:spLocks/>
          </p:cNvSpPr>
          <p:nvPr>
            <p:custDataLst>
              <p:tags r:id="rId51"/>
            </p:custDataLst>
          </p:nvPr>
        </p:nvSpPr>
        <p:spPr>
          <a:xfrm>
            <a:off x="1818609" y="3267866"/>
            <a:ext cx="2103118" cy="447970"/>
          </a:xfrm>
          <a:prstGeom prst="roundRect">
            <a:avLst/>
          </a:prstGeom>
          <a:solidFill>
            <a:schemeClr val="bg1"/>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800" b="1">
                <a:solidFill>
                  <a:srgbClr val="000000"/>
                </a:solidFill>
                <a:latin typeface="Arial"/>
              </a:rPr>
              <a:t>Order </a:t>
            </a: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is approved by customer</a:t>
            </a:r>
            <a:r>
              <a:rPr lang="en-US" sz="800" b="1">
                <a:solidFill>
                  <a:srgbClr val="000000"/>
                </a:solidFill>
                <a:latin typeface="Arial"/>
              </a:rPr>
              <a:t>: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TM</a:t>
            </a:r>
            <a:r>
              <a:rPr kumimoji="0" lang="en-US" sz="800" b="0" i="0" u="none" strike="noStrike" kern="1200" cap="none" spc="0" normalizeH="0" noProof="0">
                <a:ln>
                  <a:noFill/>
                </a:ln>
                <a:solidFill>
                  <a:srgbClr val="000000"/>
                </a:solidFill>
                <a:effectLst/>
                <a:uLnTx/>
                <a:uFillTx/>
                <a:latin typeface="Arial"/>
                <a:ea typeface="+mn-ea"/>
                <a:cs typeface="Arial" panose="020B0604020202020204" pitchFamily="34" charset="0"/>
              </a:rPr>
              <a:t> manually enters NSP</a:t>
            </a:r>
            <a:r>
              <a:rPr lang="en-US" sz="800">
                <a:solidFill>
                  <a:srgbClr val="000000"/>
                </a:solidFill>
                <a:latin typeface="Arial"/>
              </a:rPr>
              <a:t> and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bot pushes order to SAP which generates requisition</a:t>
            </a:r>
          </a:p>
        </p:txBody>
      </p:sp>
      <p:sp>
        <p:nvSpPr>
          <p:cNvPr id="46" name="TrackerNumWhite 27">
            <a:extLst>
              <a:ext uri="{FF2B5EF4-FFF2-40B4-BE49-F238E27FC236}">
                <a16:creationId xmlns:a16="http://schemas.microsoft.com/office/drawing/2014/main" id="{81CCA15C-6D49-7383-8F96-C2477917B9C3}"/>
              </a:ext>
            </a:extLst>
          </p:cNvPr>
          <p:cNvSpPr/>
          <p:nvPr>
            <p:custDataLst>
              <p:tags r:id="rId52"/>
            </p:custDataLst>
          </p:nvPr>
        </p:nvSpPr>
        <p:spPr>
          <a:xfrm>
            <a:off x="1658970" y="3221594"/>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4A</a:t>
            </a:r>
          </a:p>
        </p:txBody>
      </p:sp>
      <p:sp>
        <p:nvSpPr>
          <p:cNvPr id="55" name="TextBox 54">
            <a:extLst>
              <a:ext uri="{FF2B5EF4-FFF2-40B4-BE49-F238E27FC236}">
                <a16:creationId xmlns:a16="http://schemas.microsoft.com/office/drawing/2014/main" id="{78782956-F3BE-03B1-3B64-DE88ED970A7E}"/>
              </a:ext>
            </a:extLst>
          </p:cNvPr>
          <p:cNvSpPr txBox="1">
            <a:spLocks/>
          </p:cNvSpPr>
          <p:nvPr/>
        </p:nvSpPr>
        <p:spPr>
          <a:xfrm>
            <a:off x="1399651" y="2697953"/>
            <a:ext cx="353938" cy="316429"/>
          </a:xfrm>
          <a:prstGeom prst="rect">
            <a:avLst/>
          </a:prstGeom>
          <a:no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Cost sheet email queue</a:t>
            </a:r>
          </a:p>
        </p:txBody>
      </p:sp>
      <p:sp>
        <p:nvSpPr>
          <p:cNvPr id="50" name="Star: 5 Points 49">
            <a:extLst>
              <a:ext uri="{FF2B5EF4-FFF2-40B4-BE49-F238E27FC236}">
                <a16:creationId xmlns:a16="http://schemas.microsoft.com/office/drawing/2014/main" id="{5E1006A7-A3EE-8516-93BD-26F1385889B6}"/>
              </a:ext>
            </a:extLst>
          </p:cNvPr>
          <p:cNvSpPr>
            <a:spLocks/>
          </p:cNvSpPr>
          <p:nvPr/>
        </p:nvSpPr>
        <p:spPr>
          <a:xfrm>
            <a:off x="1139228" y="2697953"/>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pic>
        <p:nvPicPr>
          <p:cNvPr id="84" name="CustomIcon">
            <a:extLst>
              <a:ext uri="{FF2B5EF4-FFF2-40B4-BE49-F238E27FC236}">
                <a16:creationId xmlns:a16="http://schemas.microsoft.com/office/drawing/2014/main" id="{CF7F2DCB-507D-6D30-F1C0-F455B0948178}"/>
              </a:ext>
            </a:extLst>
          </p:cNvPr>
          <p:cNvPicPr>
            <a:picLocks/>
          </p:cNvPicPr>
          <p:nvPr>
            <p:custDataLst>
              <p:tags r:id="rId53"/>
            </p:custDataLst>
          </p:nvPr>
        </p:nvPicPr>
        <p:blipFill>
          <a:blip>
            <a:extLst>
              <a:ext uri="{96DAC541-7B7A-43D3-8B79-37D633B846F1}">
                <asvg:svgBlip xmlns:asvg="http://schemas.microsoft.com/office/drawing/2016/SVG/main" r:embed="rId68"/>
              </a:ext>
            </a:extLst>
          </a:blip>
          <a:stretch>
            <a:fillRect/>
          </a:stretch>
        </p:blipFill>
        <p:spPr>
          <a:xfrm>
            <a:off x="9946237" y="6212066"/>
            <a:ext cx="183126" cy="182880"/>
          </a:xfrm>
          <a:prstGeom prst="rect">
            <a:avLst/>
          </a:prstGeom>
        </p:spPr>
      </p:pic>
      <p:sp>
        <p:nvSpPr>
          <p:cNvPr id="93" name="TextBox 92">
            <a:extLst>
              <a:ext uri="{FF2B5EF4-FFF2-40B4-BE49-F238E27FC236}">
                <a16:creationId xmlns:a16="http://schemas.microsoft.com/office/drawing/2014/main" id="{1F115133-66A2-ACEC-DE85-EDB6ECF8699C}"/>
              </a:ext>
            </a:extLst>
          </p:cNvPr>
          <p:cNvSpPr txBox="1">
            <a:spLocks/>
          </p:cNvSpPr>
          <p:nvPr/>
        </p:nvSpPr>
        <p:spPr>
          <a:xfrm>
            <a:off x="10168616" y="6212065"/>
            <a:ext cx="1805211" cy="274339"/>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10-15% of NSPs missing PO due to vendor error driving vendor back &amp; forth</a:t>
            </a:r>
          </a:p>
        </p:txBody>
      </p:sp>
      <p:sp>
        <p:nvSpPr>
          <p:cNvPr id="38" name="TextBox 37">
            <a:extLst>
              <a:ext uri="{FF2B5EF4-FFF2-40B4-BE49-F238E27FC236}">
                <a16:creationId xmlns:a16="http://schemas.microsoft.com/office/drawing/2014/main" id="{0D58CFCA-25E8-7D0C-1842-5968CA0940DD}"/>
              </a:ext>
            </a:extLst>
          </p:cNvPr>
          <p:cNvSpPr txBox="1">
            <a:spLocks/>
          </p:cNvSpPr>
          <p:nvPr>
            <p:custDataLst>
              <p:tags r:id="rId54"/>
            </p:custDataLst>
          </p:nvPr>
        </p:nvSpPr>
        <p:spPr>
          <a:xfrm>
            <a:off x="4123814" y="3267866"/>
            <a:ext cx="1664027" cy="447970"/>
          </a:xfrm>
          <a:prstGeom prst="roundRect">
            <a:avLst/>
          </a:prstGeom>
          <a:solidFill>
            <a:schemeClr val="bg1"/>
          </a:solidFill>
          <a:ln>
            <a:solidFill>
              <a:schemeClr val="tx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requests order edits: </a:t>
            </a: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TM/SSR/FSP completes edits before NSP processing</a:t>
            </a:r>
          </a:p>
        </p:txBody>
      </p:sp>
      <p:sp>
        <p:nvSpPr>
          <p:cNvPr id="68" name="TrackerNumWhite 27">
            <a:extLst>
              <a:ext uri="{FF2B5EF4-FFF2-40B4-BE49-F238E27FC236}">
                <a16:creationId xmlns:a16="http://schemas.microsoft.com/office/drawing/2014/main" id="{C28F98A2-902F-76D5-5C1C-7ADDA363D63D}"/>
              </a:ext>
            </a:extLst>
          </p:cNvPr>
          <p:cNvSpPr/>
          <p:nvPr>
            <p:custDataLst>
              <p:tags r:id="rId55"/>
            </p:custDataLst>
          </p:nvPr>
        </p:nvSpPr>
        <p:spPr>
          <a:xfrm>
            <a:off x="3942458" y="3237782"/>
            <a:ext cx="217276" cy="217276"/>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accent1"/>
                </a:solidFill>
              </a:rPr>
              <a:t>4B</a:t>
            </a:r>
          </a:p>
        </p:txBody>
      </p:sp>
      <p:cxnSp>
        <p:nvCxnSpPr>
          <p:cNvPr id="94" name="Connector: Elbow 93">
            <a:extLst>
              <a:ext uri="{FF2B5EF4-FFF2-40B4-BE49-F238E27FC236}">
                <a16:creationId xmlns:a16="http://schemas.microsoft.com/office/drawing/2014/main" id="{70647C4B-2F05-3067-D414-638BE96C5326}"/>
              </a:ext>
            </a:extLst>
          </p:cNvPr>
          <p:cNvCxnSpPr>
            <a:cxnSpLocks/>
            <a:stCxn id="30" idx="2"/>
            <a:endCxn id="38" idx="0"/>
          </p:cNvCxnSpPr>
          <p:nvPr/>
        </p:nvCxnSpPr>
        <p:spPr>
          <a:xfrm rot="16200000" flipH="1">
            <a:off x="3727860" y="2039897"/>
            <a:ext cx="278837" cy="2177100"/>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02" name="Connector: Elbow 101">
            <a:extLst>
              <a:ext uri="{FF2B5EF4-FFF2-40B4-BE49-F238E27FC236}">
                <a16:creationId xmlns:a16="http://schemas.microsoft.com/office/drawing/2014/main" id="{7AB028F8-9C2F-7E57-9B52-0F54517F95BB}"/>
              </a:ext>
            </a:extLst>
          </p:cNvPr>
          <p:cNvCxnSpPr>
            <a:cxnSpLocks/>
            <a:stCxn id="60" idx="2"/>
            <a:endCxn id="119" idx="0"/>
          </p:cNvCxnSpPr>
          <p:nvPr/>
        </p:nvCxnSpPr>
        <p:spPr>
          <a:xfrm rot="5400000">
            <a:off x="3726747" y="2132450"/>
            <a:ext cx="278837" cy="1991994"/>
          </a:xfrm>
          <a:prstGeom prst="bentConnector3">
            <a:avLst>
              <a:gd name="adj1" fmla="val 47722"/>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92" name="TextBox 91">
            <a:extLst>
              <a:ext uri="{FF2B5EF4-FFF2-40B4-BE49-F238E27FC236}">
                <a16:creationId xmlns:a16="http://schemas.microsoft.com/office/drawing/2014/main" id="{7B53A506-5A01-60CE-C0E2-98030E28BD86}"/>
              </a:ext>
            </a:extLst>
          </p:cNvPr>
          <p:cNvSpPr txBox="1">
            <a:spLocks/>
          </p:cNvSpPr>
          <p:nvPr/>
        </p:nvSpPr>
        <p:spPr>
          <a:xfrm>
            <a:off x="1898492" y="3032856"/>
            <a:ext cx="2103120" cy="121647"/>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Manual cost sheet lookup (often out of date)</a:t>
            </a:r>
          </a:p>
        </p:txBody>
      </p:sp>
      <p:cxnSp>
        <p:nvCxnSpPr>
          <p:cNvPr id="123" name="Straight Arrow Connector 122">
            <a:extLst>
              <a:ext uri="{FF2B5EF4-FFF2-40B4-BE49-F238E27FC236}">
                <a16:creationId xmlns:a16="http://schemas.microsoft.com/office/drawing/2014/main" id="{D26DF446-8B58-C8E8-445F-31B097F82A14}"/>
              </a:ext>
            </a:extLst>
          </p:cNvPr>
          <p:cNvCxnSpPr>
            <a:cxnSpLocks/>
          </p:cNvCxnSpPr>
          <p:nvPr/>
        </p:nvCxnSpPr>
        <p:spPr>
          <a:xfrm>
            <a:off x="2794272" y="3739152"/>
            <a:ext cx="0" cy="27432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25" name="Connector: Elbow 124">
            <a:extLst>
              <a:ext uri="{FF2B5EF4-FFF2-40B4-BE49-F238E27FC236}">
                <a16:creationId xmlns:a16="http://schemas.microsoft.com/office/drawing/2014/main" id="{3591EB98-A46E-890F-B875-C322C5664F33}"/>
              </a:ext>
            </a:extLst>
          </p:cNvPr>
          <p:cNvCxnSpPr>
            <a:cxnSpLocks/>
            <a:stCxn id="38" idx="2"/>
            <a:endCxn id="119" idx="2"/>
          </p:cNvCxnSpPr>
          <p:nvPr/>
        </p:nvCxnSpPr>
        <p:spPr>
          <a:xfrm rot="5400000">
            <a:off x="3912998" y="2673006"/>
            <a:ext cx="12700" cy="2085660"/>
          </a:xfrm>
          <a:prstGeom prst="bentConnector3">
            <a:avLst>
              <a:gd name="adj1" fmla="val 104211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pic>
        <p:nvPicPr>
          <p:cNvPr id="130" name="CustomIcon">
            <a:extLst>
              <a:ext uri="{FF2B5EF4-FFF2-40B4-BE49-F238E27FC236}">
                <a16:creationId xmlns:a16="http://schemas.microsoft.com/office/drawing/2014/main" id="{A000C36E-3D06-7374-D917-3640D54B1DAF}"/>
              </a:ext>
            </a:extLst>
          </p:cNvPr>
          <p:cNvPicPr>
            <a:picLocks/>
          </p:cNvPicPr>
          <p:nvPr>
            <p:custDataLst>
              <p:tags r:id="rId56"/>
            </p:custDataLst>
          </p:nvPr>
        </p:nvPicPr>
        <p:blipFill>
          <a:blip>
            <a:extLst>
              <a:ext uri="{96DAC541-7B7A-43D3-8B79-37D633B846F1}">
                <asvg:svgBlip xmlns:asvg="http://schemas.microsoft.com/office/drawing/2016/SVG/main" r:embed="rId68"/>
              </a:ext>
            </a:extLst>
          </a:blip>
          <a:stretch>
            <a:fillRect/>
          </a:stretch>
        </p:blipFill>
        <p:spPr>
          <a:xfrm>
            <a:off x="5010244" y="3733541"/>
            <a:ext cx="183126" cy="182880"/>
          </a:xfrm>
          <a:prstGeom prst="rect">
            <a:avLst/>
          </a:prstGeom>
        </p:spPr>
      </p:pic>
      <p:sp>
        <p:nvSpPr>
          <p:cNvPr id="131" name="TextBox 130">
            <a:extLst>
              <a:ext uri="{FF2B5EF4-FFF2-40B4-BE49-F238E27FC236}">
                <a16:creationId xmlns:a16="http://schemas.microsoft.com/office/drawing/2014/main" id="{A68DE098-EBEC-AC0C-DF44-E8390048EE4D}"/>
              </a:ext>
            </a:extLst>
          </p:cNvPr>
          <p:cNvSpPr txBox="1">
            <a:spLocks/>
          </p:cNvSpPr>
          <p:nvPr/>
        </p:nvSpPr>
        <p:spPr>
          <a:xfrm>
            <a:off x="5241459" y="3733541"/>
            <a:ext cx="2934572" cy="258209"/>
          </a:xfrm>
          <a:prstGeom prst="rect">
            <a:avLst/>
          </a:prstGeom>
          <a:solidFill>
            <a:schemeClr val="bg1"/>
          </a:solidFill>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NSP edits addressed by TMs/</a:t>
            </a:r>
            <a:r>
              <a:rPr lang="en-US" sz="800">
                <a:solidFill>
                  <a:srgbClr val="000000"/>
                </a:solidFill>
                <a:latin typeface="Arial"/>
              </a:rPr>
              <a:t>SSRs/FSP according to preference rather than set operating process; causes duplication</a:t>
            </a:r>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Tree>
    <p:extLst>
      <p:ext uri="{BB962C8B-B14F-4D97-AF65-F5344CB8AC3E}">
        <p14:creationId xmlns:p14="http://schemas.microsoft.com/office/powerpoint/2010/main" val="33036903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55F13B79-92B9-DD95-6234-6332C5502057}"/>
              </a:ext>
            </a:extLst>
          </p:cNvPr>
          <p:cNvGraphicFramePr>
            <a:graphicFrameLocks noChangeAspect="1"/>
          </p:cNvGraphicFramePr>
          <p:nvPr>
            <p:custDataLst>
              <p:tags r:id="rId1"/>
            </p:custDataLst>
            <p:extLst>
              <p:ext uri="{D42A27DB-BD31-4B8C-83A1-F6EECF244321}">
                <p14:modId xmlns:p14="http://schemas.microsoft.com/office/powerpoint/2010/main" val="32058850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04" imgH="405" progId="TCLayout.ActiveDocument.1">
                  <p:embed/>
                </p:oleObj>
              </mc:Choice>
              <mc:Fallback>
                <p:oleObj name="think-cell Slide" r:id="rId15" imgW="404" imgH="405" progId="TCLayout.ActiveDocument.1">
                  <p:embed/>
                  <p:pic>
                    <p:nvPicPr>
                      <p:cNvPr id="5" name="Object 2" hidden="1">
                        <a:extLst>
                          <a:ext uri="{FF2B5EF4-FFF2-40B4-BE49-F238E27FC236}">
                            <a16:creationId xmlns:a16="http://schemas.microsoft.com/office/drawing/2014/main" id="{55F13B79-92B9-DD95-6234-6332C5502057}"/>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B7E5F58A-2835-5D9D-5798-E64F45C78F4D}"/>
              </a:ext>
            </a:extLst>
          </p:cNvPr>
          <p:cNvSpPr>
            <a:spLocks noGrp="1"/>
          </p:cNvSpPr>
          <p:nvPr>
            <p:ph type="title"/>
            <p:custDataLst>
              <p:tags r:id="rId2"/>
            </p:custDataLst>
          </p:nvPr>
        </p:nvSpPr>
        <p:spPr>
          <a:xfrm>
            <a:off x="554736" y="284815"/>
            <a:ext cx="11082528" cy="541116"/>
          </a:xfrm>
        </p:spPr>
        <p:txBody>
          <a:bodyPr vert="horz">
            <a:noAutofit/>
          </a:bodyPr>
          <a:lstStyle/>
          <a:p>
            <a:r>
              <a:rPr lang="en-US" dirty="0"/>
              <a:t>C. </a:t>
            </a:r>
            <a:r>
              <a:rPr lang="en-US" i="1" dirty="0"/>
              <a:t>NSP handling: </a:t>
            </a:r>
            <a:r>
              <a:rPr lang="en-US" dirty="0"/>
              <a:t>What we have heard from SMEs (1/2)</a:t>
            </a:r>
          </a:p>
        </p:txBody>
      </p:sp>
      <p:sp>
        <p:nvSpPr>
          <p:cNvPr id="7" name="TextBox 6">
            <a:extLst>
              <a:ext uri="{FF2B5EF4-FFF2-40B4-BE49-F238E27FC236}">
                <a16:creationId xmlns:a16="http://schemas.microsoft.com/office/drawing/2014/main" id="{6FE515C0-2AC3-0EAF-60C1-8DAB3F14EA21}"/>
              </a:ext>
            </a:extLst>
          </p:cNvPr>
          <p:cNvSpPr txBox="1">
            <a:spLocks/>
          </p:cNvSpPr>
          <p:nvPr/>
        </p:nvSpPr>
        <p:spPr>
          <a:xfrm>
            <a:off x="534629" y="1260929"/>
            <a:ext cx="3639003" cy="364887"/>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solidFill>
                  <a:schemeClr val="accent1"/>
                </a:solidFill>
              </a:rPr>
              <a:t>Key observations / pain points</a:t>
            </a:r>
          </a:p>
        </p:txBody>
      </p:sp>
      <p:cxnSp>
        <p:nvCxnSpPr>
          <p:cNvPr id="21" name="GreyLineSeparatorDefault 10">
            <a:extLst>
              <a:ext uri="{FF2B5EF4-FFF2-40B4-BE49-F238E27FC236}">
                <a16:creationId xmlns:a16="http://schemas.microsoft.com/office/drawing/2014/main" id="{3ABB357C-58AC-E444-5015-94260360B49D}"/>
              </a:ext>
            </a:extLst>
          </p:cNvPr>
          <p:cNvCxnSpPr>
            <a:cxnSpLocks/>
          </p:cNvCxnSpPr>
          <p:nvPr>
            <p:custDataLst>
              <p:tags r:id="rId3"/>
            </p:custDataLst>
          </p:nvPr>
        </p:nvCxnSpPr>
        <p:spPr>
          <a:xfrm>
            <a:off x="522017" y="1557626"/>
            <a:ext cx="11180170"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6" name="Rectangle: Rounded Corners 55">
            <a:extLst>
              <a:ext uri="{FF2B5EF4-FFF2-40B4-BE49-F238E27FC236}">
                <a16:creationId xmlns:a16="http://schemas.microsoft.com/office/drawing/2014/main" id="{3BD83C4B-764E-9553-AFD9-BF7BBC624A7B}"/>
              </a:ext>
            </a:extLst>
          </p:cNvPr>
          <p:cNvSpPr>
            <a:spLocks/>
          </p:cNvSpPr>
          <p:nvPr/>
        </p:nvSpPr>
        <p:spPr>
          <a:xfrm>
            <a:off x="8437949" y="1623940"/>
            <a:ext cx="3264408" cy="623553"/>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rgbClr val="000000"/>
              </a:solidFill>
              <a:effectLst/>
              <a:uLnTx/>
              <a:uFillTx/>
              <a:latin typeface="Arial"/>
              <a:ea typeface="+mn-ea"/>
              <a:cs typeface="+mn-cs"/>
            </a:endParaRPr>
          </a:p>
        </p:txBody>
      </p:sp>
      <p:sp>
        <p:nvSpPr>
          <p:cNvPr id="58" name="TextBox 57">
            <a:extLst>
              <a:ext uri="{FF2B5EF4-FFF2-40B4-BE49-F238E27FC236}">
                <a16:creationId xmlns:a16="http://schemas.microsoft.com/office/drawing/2014/main" id="{FD0407A7-0B0F-759B-8A34-F0416E367F40}"/>
              </a:ext>
            </a:extLst>
          </p:cNvPr>
          <p:cNvSpPr txBox="1">
            <a:spLocks/>
          </p:cNvSpPr>
          <p:nvPr>
            <p:custDataLst>
              <p:tags r:id="rId4"/>
            </p:custDataLst>
          </p:nvPr>
        </p:nvSpPr>
        <p:spPr>
          <a:xfrm>
            <a:off x="8528051" y="1665961"/>
            <a:ext cx="3171856" cy="61555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Each vendor has their own requirements. As buyers we need to know every process, even for vendors we use infrequently</a:t>
            </a:r>
          </a:p>
        </p:txBody>
      </p:sp>
      <p:sp>
        <p:nvSpPr>
          <p:cNvPr id="59" name="TextBox 58">
            <a:extLst>
              <a:ext uri="{FF2B5EF4-FFF2-40B4-BE49-F238E27FC236}">
                <a16:creationId xmlns:a16="http://schemas.microsoft.com/office/drawing/2014/main" id="{74CDD7A4-264C-1EBA-E577-7AAE41AC7381}"/>
              </a:ext>
            </a:extLst>
          </p:cNvPr>
          <p:cNvSpPr txBox="1">
            <a:spLocks/>
          </p:cNvSpPr>
          <p:nvPr>
            <p:custDataLst>
              <p:tags r:id="rId5"/>
            </p:custDataLst>
          </p:nvPr>
        </p:nvSpPr>
        <p:spPr>
          <a:xfrm>
            <a:off x="8627541" y="1694289"/>
            <a:ext cx="3171856" cy="524114"/>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50" b="0" i="0" u="none" strike="noStrike" kern="1200" cap="none" spc="0" normalizeH="0" baseline="0" noProof="0">
              <a:ln>
                <a:noFill/>
              </a:ln>
              <a:solidFill>
                <a:srgbClr val="FFFFFF">
                  <a:lumMod val="75000"/>
                </a:srgbClr>
              </a:solidFill>
              <a:effectLst/>
              <a:uLnTx/>
              <a:uFillTx/>
              <a:latin typeface="Arial"/>
              <a:ea typeface="+mn-ea"/>
              <a:cs typeface="Arial" panose="020B0604020202020204" pitchFamily="34" charset="0"/>
            </a:endParaRPr>
          </a:p>
        </p:txBody>
      </p:sp>
      <p:cxnSp>
        <p:nvCxnSpPr>
          <p:cNvPr id="10" name="Straight Connector 9">
            <a:extLst>
              <a:ext uri="{FF2B5EF4-FFF2-40B4-BE49-F238E27FC236}">
                <a16:creationId xmlns:a16="http://schemas.microsoft.com/office/drawing/2014/main" id="{8BFA7B04-859E-CAA2-19B7-EA8AE65F501E}"/>
              </a:ext>
            </a:extLst>
          </p:cNvPr>
          <p:cNvCxnSpPr>
            <a:cxnSpLocks/>
          </p:cNvCxnSpPr>
          <p:nvPr>
            <p:custDataLst>
              <p:tags r:id="rId6"/>
            </p:custDataLst>
          </p:nvPr>
        </p:nvCxnSpPr>
        <p:spPr>
          <a:xfrm flipV="1">
            <a:off x="522017" y="4937175"/>
            <a:ext cx="11139498" cy="1"/>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57" name="TextBox 56">
            <a:extLst>
              <a:ext uri="{FF2B5EF4-FFF2-40B4-BE49-F238E27FC236}">
                <a16:creationId xmlns:a16="http://schemas.microsoft.com/office/drawing/2014/main" id="{32C11767-59B5-117C-7269-110EE8E211BE}"/>
              </a:ext>
            </a:extLst>
          </p:cNvPr>
          <p:cNvSpPr txBox="1"/>
          <p:nvPr>
            <p:custDataLst>
              <p:tags r:id="rId7"/>
            </p:custDataLst>
          </p:nvPr>
        </p:nvSpPr>
        <p:spPr>
          <a:xfrm>
            <a:off x="596374" y="5010129"/>
            <a:ext cx="4968197" cy="9895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52" name="Straight Connector 51">
            <a:extLst>
              <a:ext uri="{FF2B5EF4-FFF2-40B4-BE49-F238E27FC236}">
                <a16:creationId xmlns:a16="http://schemas.microsoft.com/office/drawing/2014/main" id="{81EF291E-739C-C2C3-1B4B-F5788B0BB861}"/>
              </a:ext>
            </a:extLst>
          </p:cNvPr>
          <p:cNvCxnSpPr>
            <a:cxnSpLocks/>
          </p:cNvCxnSpPr>
          <p:nvPr>
            <p:custDataLst>
              <p:tags r:id="rId8"/>
            </p:custDataLst>
          </p:nvPr>
        </p:nvCxnSpPr>
        <p:spPr>
          <a:xfrm>
            <a:off x="515426" y="3302818"/>
            <a:ext cx="11186761"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542C020E-6A05-B1DF-0C8E-6D688EB9BF51}"/>
              </a:ext>
            </a:extLst>
          </p:cNvPr>
          <p:cNvSpPr txBox="1">
            <a:spLocks/>
          </p:cNvSpPr>
          <p:nvPr/>
        </p:nvSpPr>
        <p:spPr>
          <a:xfrm>
            <a:off x="848113" y="5031855"/>
            <a:ext cx="6949440" cy="41405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200" b="1"/>
              <a:t>Incorrect NSP order entry </a:t>
            </a:r>
            <a:r>
              <a:rPr lang="en-US" sz="1200"/>
              <a:t>(e.g., missing attachments such as roster or mock-up) </a:t>
            </a:r>
            <a:r>
              <a:rPr lang="en-US" sz="1200" b="1"/>
              <a:t>on ~75% of sales orders for NSPs drives correction loops between Purchasing and FSP/TM/SSR</a:t>
            </a:r>
          </a:p>
        </p:txBody>
      </p:sp>
      <p:sp>
        <p:nvSpPr>
          <p:cNvPr id="23" name="TextBox 22">
            <a:extLst>
              <a:ext uri="{FF2B5EF4-FFF2-40B4-BE49-F238E27FC236}">
                <a16:creationId xmlns:a16="http://schemas.microsoft.com/office/drawing/2014/main" id="{FDF4C3BC-65F9-9C92-AABC-E80DB5F0C919}"/>
              </a:ext>
            </a:extLst>
          </p:cNvPr>
          <p:cNvSpPr txBox="1">
            <a:spLocks/>
          </p:cNvSpPr>
          <p:nvPr/>
        </p:nvSpPr>
        <p:spPr>
          <a:xfrm>
            <a:off x="848113" y="5481619"/>
            <a:ext cx="6949440" cy="112634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spcAft>
                <a:spcPts val="0"/>
              </a:spcAft>
              <a:buFont typeface="Arial" panose="020B0604020202020204" pitchFamily="34" charset="0"/>
              <a:buChar char="•"/>
            </a:pPr>
            <a:r>
              <a:rPr lang="en-US" sz="1200"/>
              <a:t>TMs / FSPs are often missing order information or unclear on vendor requirements for NSP orders, requiring Purchasing to go back and forth with FSP/TM/SSR to clarify &amp; resolve</a:t>
            </a:r>
          </a:p>
          <a:p>
            <a:pPr marL="285750" indent="-285750">
              <a:spcAft>
                <a:spcPts val="0"/>
              </a:spcAft>
              <a:buFont typeface="Arial" panose="020B0604020202020204" pitchFamily="34" charset="0"/>
              <a:buChar char="•"/>
            </a:pPr>
            <a:r>
              <a:rPr lang="en-US" sz="1200"/>
              <a:t>For missing order details, Purchasing places order on hold (no PO issued) until Sales provides the necessary information, leading to 3-5-day average order delays (depending on Sales rep’s responsiveness and complexity of the issue)</a:t>
            </a:r>
          </a:p>
        </p:txBody>
      </p:sp>
      <p:sp>
        <p:nvSpPr>
          <p:cNvPr id="12" name="TextBox 11">
            <a:extLst>
              <a:ext uri="{FF2B5EF4-FFF2-40B4-BE49-F238E27FC236}">
                <a16:creationId xmlns:a16="http://schemas.microsoft.com/office/drawing/2014/main" id="{77C53A44-8410-8FE1-9154-3425050DED0C}"/>
              </a:ext>
            </a:extLst>
          </p:cNvPr>
          <p:cNvSpPr txBox="1">
            <a:spLocks/>
          </p:cNvSpPr>
          <p:nvPr/>
        </p:nvSpPr>
        <p:spPr>
          <a:xfrm>
            <a:off x="848113" y="3391335"/>
            <a:ext cx="6949440" cy="24843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Bef>
                <a:spcPts val="100"/>
              </a:spcBef>
            </a:pPr>
            <a:r>
              <a:rPr lang="en-US" sz="1200" b="1"/>
              <a:t>Incorrect NSP cost information contributing to margin leakage for 90%+ of NSP orders</a:t>
            </a:r>
          </a:p>
        </p:txBody>
      </p:sp>
      <p:sp>
        <p:nvSpPr>
          <p:cNvPr id="13" name="TextBox 12">
            <a:extLst>
              <a:ext uri="{FF2B5EF4-FFF2-40B4-BE49-F238E27FC236}">
                <a16:creationId xmlns:a16="http://schemas.microsoft.com/office/drawing/2014/main" id="{6DDF9108-E635-F9D4-6AD5-D51746BBA12A}"/>
              </a:ext>
            </a:extLst>
          </p:cNvPr>
          <p:cNvSpPr txBox="1">
            <a:spLocks/>
          </p:cNvSpPr>
          <p:nvPr/>
        </p:nvSpPr>
        <p:spPr>
          <a:xfrm>
            <a:off x="848113" y="3630308"/>
            <a:ext cx="6949440" cy="933046"/>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spcAft>
                <a:spcPts val="0"/>
              </a:spcAft>
              <a:buFont typeface="Arial" panose="020B0604020202020204" pitchFamily="34" charset="0"/>
              <a:buChar char="•"/>
            </a:pPr>
            <a:r>
              <a:rPr lang="en-US" sz="1200"/>
              <a:t>Majority of NSP orders are placed by TMs / FSPs based on outdated or inaccurate cost sheet entries, driving margin erosion and delays in processing payment</a:t>
            </a:r>
          </a:p>
          <a:p>
            <a:pPr marL="285750" indent="-285750">
              <a:spcAft>
                <a:spcPts val="0"/>
              </a:spcAft>
              <a:buFont typeface="Arial" panose="020B0604020202020204" pitchFamily="34" charset="0"/>
              <a:buChar char="•"/>
            </a:pPr>
            <a:r>
              <a:rPr lang="en-US" sz="1200"/>
              <a:t>For most of the orders that Purchasing resolves, costs on invoices are higher vs cost on POs</a:t>
            </a:r>
          </a:p>
          <a:p>
            <a:pPr marL="285750" indent="-285750">
              <a:spcAft>
                <a:spcPts val="0"/>
              </a:spcAft>
              <a:buFont typeface="Arial" panose="020B0604020202020204" pitchFamily="34" charset="0"/>
              <a:buChar char="•"/>
            </a:pPr>
            <a:r>
              <a:rPr lang="en-US" sz="1200"/>
              <a:t>Absence of feedback loop for cost sheet updates between Purchasing and Merch (e.g., Purchasing rectifies invoice-PO mismatch for the NSP, but vendor cost sheet remains outdated in Engage)</a:t>
            </a:r>
          </a:p>
        </p:txBody>
      </p:sp>
      <p:sp>
        <p:nvSpPr>
          <p:cNvPr id="16" name="TextBox 15">
            <a:extLst>
              <a:ext uri="{FF2B5EF4-FFF2-40B4-BE49-F238E27FC236}">
                <a16:creationId xmlns:a16="http://schemas.microsoft.com/office/drawing/2014/main" id="{FE577095-CDE2-BD18-31B4-DADD0663158A}"/>
              </a:ext>
            </a:extLst>
          </p:cNvPr>
          <p:cNvSpPr txBox="1">
            <a:spLocks/>
          </p:cNvSpPr>
          <p:nvPr/>
        </p:nvSpPr>
        <p:spPr>
          <a:xfrm>
            <a:off x="848113" y="1669690"/>
            <a:ext cx="6949440" cy="51564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200" b="1"/>
              <a:t>NSP costing errors, resulting in PO-invoice mismatches, drive EDI/payment failures and extensive Purchasing rectification process for 90-95% of submitted orders </a:t>
            </a:r>
            <a:r>
              <a:rPr lang="en-US" sz="1200"/>
              <a:t>(40+ Purchasing buyers spend 30-45 mins fixing errors per each complex order)</a:t>
            </a:r>
          </a:p>
        </p:txBody>
      </p:sp>
      <p:sp>
        <p:nvSpPr>
          <p:cNvPr id="17" name="TextBox 16">
            <a:extLst>
              <a:ext uri="{FF2B5EF4-FFF2-40B4-BE49-F238E27FC236}">
                <a16:creationId xmlns:a16="http://schemas.microsoft.com/office/drawing/2014/main" id="{26FAF55E-BDB2-EF95-3935-317E5C386C8E}"/>
              </a:ext>
            </a:extLst>
          </p:cNvPr>
          <p:cNvSpPr txBox="1">
            <a:spLocks/>
          </p:cNvSpPr>
          <p:nvPr/>
        </p:nvSpPr>
        <p:spPr>
          <a:xfrm>
            <a:off x="848113" y="2312775"/>
            <a:ext cx="6949440" cy="68926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spcAft>
                <a:spcPts val="0"/>
              </a:spcAft>
              <a:buFont typeface="Arial" panose="020B0604020202020204" pitchFamily="34" charset="0"/>
              <a:buChar char="•"/>
            </a:pPr>
            <a:r>
              <a:rPr lang="en-US" sz="1200"/>
              <a:t>AP reviews each invoice error (~5-15 minutes to review line-by-line) and directs to Purchasing to resolve and Purchasing conducts manual line-by-line review to identify and apply the correct cost</a:t>
            </a:r>
          </a:p>
          <a:p>
            <a:pPr marL="285750" indent="-285750">
              <a:spcAft>
                <a:spcPts val="0"/>
              </a:spcAft>
              <a:buFont typeface="Arial" panose="020B0604020202020204" pitchFamily="34" charset="0"/>
              <a:buChar char="•"/>
            </a:pPr>
            <a:r>
              <a:rPr lang="en-US" sz="1200"/>
              <a:t>One Purchasing buyer currently fully dedicated to resolving invoice issues given high sales volume, with remaining buyers spending 3-4 hours/day on invoice issues</a:t>
            </a:r>
          </a:p>
        </p:txBody>
      </p:sp>
      <p:sp>
        <p:nvSpPr>
          <p:cNvPr id="15" name="Rectangle: Rounded Corners 14">
            <a:extLst>
              <a:ext uri="{FF2B5EF4-FFF2-40B4-BE49-F238E27FC236}">
                <a16:creationId xmlns:a16="http://schemas.microsoft.com/office/drawing/2014/main" id="{6AF9598B-FEE2-33ED-A651-BD2DF4B0FC69}"/>
              </a:ext>
            </a:extLst>
          </p:cNvPr>
          <p:cNvSpPr>
            <a:spLocks/>
          </p:cNvSpPr>
          <p:nvPr/>
        </p:nvSpPr>
        <p:spPr>
          <a:xfrm>
            <a:off x="8437949" y="2419337"/>
            <a:ext cx="3264408" cy="653886"/>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i="0" u="none" strike="noStrike" kern="1200" cap="none" spc="0" normalizeH="0" baseline="0" noProof="0">
              <a:ln>
                <a:noFill/>
              </a:ln>
              <a:solidFill>
                <a:srgbClr val="000000"/>
              </a:solidFill>
              <a:effectLst/>
              <a:uLnTx/>
              <a:uFillTx/>
              <a:latin typeface="Arial"/>
              <a:ea typeface="+mn-ea"/>
              <a:cs typeface="+mn-cs"/>
            </a:endParaRPr>
          </a:p>
        </p:txBody>
      </p:sp>
      <p:sp>
        <p:nvSpPr>
          <p:cNvPr id="18" name="TextBox 17">
            <a:extLst>
              <a:ext uri="{FF2B5EF4-FFF2-40B4-BE49-F238E27FC236}">
                <a16:creationId xmlns:a16="http://schemas.microsoft.com/office/drawing/2014/main" id="{BB566A44-0D97-CEF9-85B6-D089884F5D72}"/>
              </a:ext>
            </a:extLst>
          </p:cNvPr>
          <p:cNvSpPr txBox="1">
            <a:spLocks/>
          </p:cNvSpPr>
          <p:nvPr>
            <p:custDataLst>
              <p:tags r:id="rId9"/>
            </p:custDataLst>
          </p:nvPr>
        </p:nvSpPr>
        <p:spPr>
          <a:xfrm>
            <a:off x="8528051" y="2460287"/>
            <a:ext cx="3171856" cy="801581"/>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I manually check each line item in the invoice against the quote and the vendor cost sheet in Engage for each NSP</a:t>
            </a:r>
          </a:p>
        </p:txBody>
      </p:sp>
      <p:sp>
        <p:nvSpPr>
          <p:cNvPr id="26" name="Rectangle: Rounded Corners 25">
            <a:extLst>
              <a:ext uri="{FF2B5EF4-FFF2-40B4-BE49-F238E27FC236}">
                <a16:creationId xmlns:a16="http://schemas.microsoft.com/office/drawing/2014/main" id="{A32211B0-5F7E-230C-5481-8876C8E7271F}"/>
              </a:ext>
            </a:extLst>
          </p:cNvPr>
          <p:cNvSpPr>
            <a:spLocks/>
          </p:cNvSpPr>
          <p:nvPr/>
        </p:nvSpPr>
        <p:spPr>
          <a:xfrm>
            <a:off x="8437949" y="4229421"/>
            <a:ext cx="3264408" cy="590120"/>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28" name="TextBox 27">
            <a:extLst>
              <a:ext uri="{FF2B5EF4-FFF2-40B4-BE49-F238E27FC236}">
                <a16:creationId xmlns:a16="http://schemas.microsoft.com/office/drawing/2014/main" id="{B2E164B1-F2D0-DABC-EAEC-2AEEC9E5A1B2}"/>
              </a:ext>
            </a:extLst>
          </p:cNvPr>
          <p:cNvSpPr txBox="1"/>
          <p:nvPr/>
        </p:nvSpPr>
        <p:spPr>
          <a:xfrm>
            <a:off x="8528051" y="4244025"/>
            <a:ext cx="3155456" cy="694177"/>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1" u="none" strike="noStrike" kern="1200" cap="none" spc="0" normalizeH="0" baseline="0" noProof="0">
                <a:ln>
                  <a:noFill/>
                </a:ln>
                <a:solidFill>
                  <a:srgbClr val="000000"/>
                </a:solidFill>
                <a:effectLst/>
                <a:uLnTx/>
                <a:uFillTx/>
                <a:latin typeface="Arial"/>
              </a:rPr>
              <a:t>Some reps add a 3% margin on top of NSP cost to prevent margin erosion…they don’t realize vendors will reject it and it’s ineffective</a:t>
            </a:r>
          </a:p>
        </p:txBody>
      </p:sp>
      <p:sp>
        <p:nvSpPr>
          <p:cNvPr id="60" name="TextBox 59">
            <a:extLst>
              <a:ext uri="{FF2B5EF4-FFF2-40B4-BE49-F238E27FC236}">
                <a16:creationId xmlns:a16="http://schemas.microsoft.com/office/drawing/2014/main" id="{6038431F-D31A-862D-F2C6-3416740EC234}"/>
              </a:ext>
            </a:extLst>
          </p:cNvPr>
          <p:cNvSpPr txBox="1"/>
          <p:nvPr/>
        </p:nvSpPr>
        <p:spPr>
          <a:xfrm>
            <a:off x="8183660" y="1507901"/>
            <a:ext cx="256028" cy="75218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61" name="Rectangle: Rounded Corners 60">
            <a:extLst>
              <a:ext uri="{FF2B5EF4-FFF2-40B4-BE49-F238E27FC236}">
                <a16:creationId xmlns:a16="http://schemas.microsoft.com/office/drawing/2014/main" id="{EA1A5EC3-9E03-4795-BBEC-110DC9A955C6}"/>
              </a:ext>
            </a:extLst>
          </p:cNvPr>
          <p:cNvSpPr>
            <a:spLocks/>
          </p:cNvSpPr>
          <p:nvPr/>
        </p:nvSpPr>
        <p:spPr>
          <a:xfrm>
            <a:off x="8437949" y="4992185"/>
            <a:ext cx="3264408" cy="640080"/>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62" name="TextBox 61">
            <a:extLst>
              <a:ext uri="{FF2B5EF4-FFF2-40B4-BE49-F238E27FC236}">
                <a16:creationId xmlns:a16="http://schemas.microsoft.com/office/drawing/2014/main" id="{D23C7955-DE53-4723-FE35-982B4A1FC4FF}"/>
              </a:ext>
            </a:extLst>
          </p:cNvPr>
          <p:cNvSpPr txBox="1"/>
          <p:nvPr/>
        </p:nvSpPr>
        <p:spPr>
          <a:xfrm>
            <a:off x="8528051" y="5071672"/>
            <a:ext cx="3155456" cy="341301"/>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100" i="1">
                <a:solidFill>
                  <a:srgbClr val="000000"/>
                </a:solidFill>
              </a:rPr>
              <a:t>If we have an invoicing issue, we send it to SSRs… but the SSRs are not always familiar with the product and order information</a:t>
            </a:r>
            <a:endParaRPr kumimoji="0" lang="en-US" sz="1100" b="0" i="1" u="none" strike="noStrike" kern="1200" cap="none" spc="0" normalizeH="0" baseline="0" noProof="0">
              <a:ln>
                <a:noFill/>
              </a:ln>
              <a:solidFill>
                <a:srgbClr val="000000"/>
              </a:solidFill>
              <a:effectLst/>
              <a:uLnTx/>
              <a:uFillTx/>
              <a:latin typeface="Arial"/>
            </a:endParaRPr>
          </a:p>
        </p:txBody>
      </p:sp>
      <p:sp>
        <p:nvSpPr>
          <p:cNvPr id="78" name="TextBox 77">
            <a:extLst>
              <a:ext uri="{FF2B5EF4-FFF2-40B4-BE49-F238E27FC236}">
                <a16:creationId xmlns:a16="http://schemas.microsoft.com/office/drawing/2014/main" id="{F5DE8819-DA24-370A-AF06-D36BB0D17C72}"/>
              </a:ext>
            </a:extLst>
          </p:cNvPr>
          <p:cNvSpPr txBox="1"/>
          <p:nvPr/>
        </p:nvSpPr>
        <p:spPr>
          <a:xfrm>
            <a:off x="8183660" y="4887321"/>
            <a:ext cx="256028" cy="75218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20" name="TextBox 19">
            <a:extLst>
              <a:ext uri="{FF2B5EF4-FFF2-40B4-BE49-F238E27FC236}">
                <a16:creationId xmlns:a16="http://schemas.microsoft.com/office/drawing/2014/main" id="{834B306F-487A-7A0D-8BF1-3452702A8F17}"/>
              </a:ext>
            </a:extLst>
          </p:cNvPr>
          <p:cNvSpPr txBox="1"/>
          <p:nvPr/>
        </p:nvSpPr>
        <p:spPr>
          <a:xfrm>
            <a:off x="8183660" y="2288924"/>
            <a:ext cx="256028" cy="75218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31" name="Rectangle: Rounded Corners 30">
            <a:extLst>
              <a:ext uri="{FF2B5EF4-FFF2-40B4-BE49-F238E27FC236}">
                <a16:creationId xmlns:a16="http://schemas.microsoft.com/office/drawing/2014/main" id="{F5065400-E091-ABF5-6342-3A0B5169A206}"/>
              </a:ext>
            </a:extLst>
          </p:cNvPr>
          <p:cNvSpPr>
            <a:spLocks/>
          </p:cNvSpPr>
          <p:nvPr/>
        </p:nvSpPr>
        <p:spPr>
          <a:xfrm>
            <a:off x="8437949" y="3391519"/>
            <a:ext cx="3264408" cy="685657"/>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49" name="TextBox 48">
            <a:extLst>
              <a:ext uri="{FF2B5EF4-FFF2-40B4-BE49-F238E27FC236}">
                <a16:creationId xmlns:a16="http://schemas.microsoft.com/office/drawing/2014/main" id="{601DD8BF-DB83-5AA5-884A-CBDE655F94C9}"/>
              </a:ext>
            </a:extLst>
          </p:cNvPr>
          <p:cNvSpPr txBox="1"/>
          <p:nvPr/>
        </p:nvSpPr>
        <p:spPr>
          <a:xfrm>
            <a:off x="8528051" y="3433541"/>
            <a:ext cx="3155456" cy="341301"/>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1" u="none" strike="noStrike" kern="1200" cap="none" spc="0" normalizeH="0" baseline="0" noProof="0">
                <a:ln>
                  <a:noFill/>
                </a:ln>
                <a:solidFill>
                  <a:srgbClr val="000000"/>
                </a:solidFill>
                <a:effectLst/>
                <a:uLnTx/>
                <a:uFillTx/>
                <a:latin typeface="Arial"/>
              </a:rPr>
              <a:t>Most of </a:t>
            </a:r>
            <a:r>
              <a:rPr kumimoji="0" lang="en-US" sz="1100" b="0" i="1" u="none" strike="noStrike" kern="1200" cap="none" spc="0" normalizeH="0" baseline="0" noProof="0" err="1">
                <a:ln>
                  <a:noFill/>
                </a:ln>
                <a:solidFill>
                  <a:srgbClr val="000000"/>
                </a:solidFill>
                <a:effectLst/>
                <a:uLnTx/>
                <a:uFillTx/>
                <a:latin typeface="Arial"/>
              </a:rPr>
              <a:t>th</a:t>
            </a:r>
            <a:r>
              <a:rPr lang="en-US" sz="1100" i="1">
                <a:solidFill>
                  <a:srgbClr val="000000"/>
                </a:solidFill>
                <a:latin typeface="Arial"/>
              </a:rPr>
              <a:t>e time when there is a difference between quote and invoice costs, BSN is charged a higher cost than expected</a:t>
            </a:r>
            <a:endParaRPr kumimoji="0" lang="en-US" sz="1100" b="0" i="1" u="none" strike="noStrike" kern="1200" cap="none" spc="0" normalizeH="0" baseline="0" noProof="0">
              <a:ln>
                <a:noFill/>
              </a:ln>
              <a:solidFill>
                <a:srgbClr val="000000"/>
              </a:solidFill>
              <a:effectLst/>
              <a:uLnTx/>
              <a:uFillTx/>
              <a:latin typeface="Arial"/>
            </a:endParaRPr>
          </a:p>
        </p:txBody>
      </p:sp>
      <p:sp>
        <p:nvSpPr>
          <p:cNvPr id="76" name="TextBox 75">
            <a:extLst>
              <a:ext uri="{FF2B5EF4-FFF2-40B4-BE49-F238E27FC236}">
                <a16:creationId xmlns:a16="http://schemas.microsoft.com/office/drawing/2014/main" id="{752680C5-8954-0F51-0F84-EF1667387CE5}"/>
              </a:ext>
            </a:extLst>
          </p:cNvPr>
          <p:cNvSpPr txBox="1"/>
          <p:nvPr/>
        </p:nvSpPr>
        <p:spPr>
          <a:xfrm>
            <a:off x="8183660" y="3244270"/>
            <a:ext cx="256028" cy="75218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32" name="TextBox 31">
            <a:extLst>
              <a:ext uri="{FF2B5EF4-FFF2-40B4-BE49-F238E27FC236}">
                <a16:creationId xmlns:a16="http://schemas.microsoft.com/office/drawing/2014/main" id="{8CEE531A-369C-46D0-DDD6-D674FC133D00}"/>
              </a:ext>
            </a:extLst>
          </p:cNvPr>
          <p:cNvSpPr txBox="1"/>
          <p:nvPr/>
        </p:nvSpPr>
        <p:spPr>
          <a:xfrm>
            <a:off x="8183660" y="4118036"/>
            <a:ext cx="256028" cy="75218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45" name="Rectangle: Rounded Corners 44">
            <a:extLst>
              <a:ext uri="{FF2B5EF4-FFF2-40B4-BE49-F238E27FC236}">
                <a16:creationId xmlns:a16="http://schemas.microsoft.com/office/drawing/2014/main" id="{DA80B010-1587-7DD8-3D2A-850A97301353}"/>
              </a:ext>
            </a:extLst>
          </p:cNvPr>
          <p:cNvSpPr>
            <a:spLocks/>
          </p:cNvSpPr>
          <p:nvPr/>
        </p:nvSpPr>
        <p:spPr>
          <a:xfrm>
            <a:off x="8437949" y="5762561"/>
            <a:ext cx="3264408" cy="620430"/>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400" b="0" i="0" u="none" strike="noStrike" kern="1200" cap="none" spc="0" normalizeH="0" baseline="0" noProof="0">
              <a:ln>
                <a:noFill/>
              </a:ln>
              <a:solidFill>
                <a:srgbClr val="FFFFFF"/>
              </a:solidFill>
              <a:effectLst/>
              <a:uLnTx/>
              <a:uFillTx/>
              <a:latin typeface="Arial"/>
              <a:ea typeface="+mn-ea"/>
              <a:cs typeface="+mn-cs"/>
            </a:endParaRPr>
          </a:p>
        </p:txBody>
      </p:sp>
      <p:sp>
        <p:nvSpPr>
          <p:cNvPr id="46" name="TextBox 45">
            <a:extLst>
              <a:ext uri="{FF2B5EF4-FFF2-40B4-BE49-F238E27FC236}">
                <a16:creationId xmlns:a16="http://schemas.microsoft.com/office/drawing/2014/main" id="{46F216BB-D078-F42D-FFE3-31B225A3A035}"/>
              </a:ext>
            </a:extLst>
          </p:cNvPr>
          <p:cNvSpPr txBox="1"/>
          <p:nvPr/>
        </p:nvSpPr>
        <p:spPr>
          <a:xfrm>
            <a:off x="8528051" y="5802480"/>
            <a:ext cx="3155456" cy="341301"/>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100" i="1">
                <a:solidFill>
                  <a:srgbClr val="000000"/>
                </a:solidFill>
              </a:rPr>
              <a:t>If I have the right information, I can see what the TM or FSP forgot and add it myself. But most of the time, I have to ask them for what is missing </a:t>
            </a:r>
            <a:endParaRPr kumimoji="0" lang="en-US" sz="1100" b="0" i="1" u="none" strike="noStrike" kern="1200" cap="none" spc="0" normalizeH="0" baseline="0" noProof="0">
              <a:ln>
                <a:noFill/>
              </a:ln>
              <a:solidFill>
                <a:srgbClr val="000000"/>
              </a:solidFill>
              <a:effectLst/>
              <a:uLnTx/>
              <a:uFillTx/>
              <a:latin typeface="Arial"/>
            </a:endParaRPr>
          </a:p>
        </p:txBody>
      </p:sp>
      <p:sp>
        <p:nvSpPr>
          <p:cNvPr id="64" name="TextBox 63">
            <a:extLst>
              <a:ext uri="{FF2B5EF4-FFF2-40B4-BE49-F238E27FC236}">
                <a16:creationId xmlns:a16="http://schemas.microsoft.com/office/drawing/2014/main" id="{1481BDC9-9274-6757-6367-DCA9E3BE62EB}"/>
              </a:ext>
            </a:extLst>
          </p:cNvPr>
          <p:cNvSpPr txBox="1"/>
          <p:nvPr/>
        </p:nvSpPr>
        <p:spPr>
          <a:xfrm>
            <a:off x="8183660" y="5630802"/>
            <a:ext cx="256028" cy="75218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3" name="TrackerNumBlue 21">
            <a:extLst>
              <a:ext uri="{FF2B5EF4-FFF2-40B4-BE49-F238E27FC236}">
                <a16:creationId xmlns:a16="http://schemas.microsoft.com/office/drawing/2014/main" id="{A321F112-D94D-7523-DBD3-BA93E698FB35}"/>
              </a:ext>
            </a:extLst>
          </p:cNvPr>
          <p:cNvSpPr/>
          <p:nvPr>
            <p:custDataLst>
              <p:tags r:id="rId10"/>
            </p:custDataLst>
          </p:nvPr>
        </p:nvSpPr>
        <p:spPr>
          <a:xfrm>
            <a:off x="540591" y="1669690"/>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1</a:t>
            </a:r>
          </a:p>
        </p:txBody>
      </p:sp>
      <p:sp>
        <p:nvSpPr>
          <p:cNvPr id="4" name="TrackerNumBlue 21">
            <a:extLst>
              <a:ext uri="{FF2B5EF4-FFF2-40B4-BE49-F238E27FC236}">
                <a16:creationId xmlns:a16="http://schemas.microsoft.com/office/drawing/2014/main" id="{499B6C9E-A302-AF14-9BB5-77A829BC0A5F}"/>
              </a:ext>
            </a:extLst>
          </p:cNvPr>
          <p:cNvSpPr/>
          <p:nvPr>
            <p:custDataLst>
              <p:tags r:id="rId11"/>
            </p:custDataLst>
          </p:nvPr>
        </p:nvSpPr>
        <p:spPr>
          <a:xfrm>
            <a:off x="540591" y="3391335"/>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2</a:t>
            </a:r>
          </a:p>
        </p:txBody>
      </p:sp>
      <p:sp>
        <p:nvSpPr>
          <p:cNvPr id="6" name="TrackerNumBlue 21">
            <a:extLst>
              <a:ext uri="{FF2B5EF4-FFF2-40B4-BE49-F238E27FC236}">
                <a16:creationId xmlns:a16="http://schemas.microsoft.com/office/drawing/2014/main" id="{B9506DF7-4A67-D68C-98FE-65BC0F524134}"/>
              </a:ext>
            </a:extLst>
          </p:cNvPr>
          <p:cNvSpPr/>
          <p:nvPr>
            <p:custDataLst>
              <p:tags r:id="rId12"/>
            </p:custDataLst>
          </p:nvPr>
        </p:nvSpPr>
        <p:spPr>
          <a:xfrm>
            <a:off x="540591" y="5031855"/>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3</a:t>
            </a:r>
          </a:p>
        </p:txBody>
      </p:sp>
    </p:spTree>
    <p:extLst>
      <p:ext uri="{BB962C8B-B14F-4D97-AF65-F5344CB8AC3E}">
        <p14:creationId xmlns:p14="http://schemas.microsoft.com/office/powerpoint/2010/main" val="14404747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1CDDC-60D1-9FF9-2365-D4EFEEB34769}"/>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08C9CAB1-23BD-0D85-8C3E-B4AF1F8C466C}"/>
              </a:ext>
            </a:extLst>
          </p:cNvPr>
          <p:cNvGraphicFramePr>
            <a:graphicFrameLocks noChangeAspect="1"/>
          </p:cNvGraphicFramePr>
          <p:nvPr>
            <p:custDataLst>
              <p:tags r:id="rId1"/>
            </p:custDataLst>
            <p:extLst>
              <p:ext uri="{D42A27DB-BD31-4B8C-83A1-F6EECF244321}">
                <p14:modId xmlns:p14="http://schemas.microsoft.com/office/powerpoint/2010/main" val="319155097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3" imgW="404" imgH="405" progId="TCLayout.ActiveDocument.1">
                  <p:embed/>
                </p:oleObj>
              </mc:Choice>
              <mc:Fallback>
                <p:oleObj name="think-cell Slide" r:id="rId13" imgW="404" imgH="405" progId="TCLayout.ActiveDocument.1">
                  <p:embed/>
                  <p:pic>
                    <p:nvPicPr>
                      <p:cNvPr id="5" name="Object 2" hidden="1">
                        <a:extLst>
                          <a:ext uri="{FF2B5EF4-FFF2-40B4-BE49-F238E27FC236}">
                            <a16:creationId xmlns:a16="http://schemas.microsoft.com/office/drawing/2014/main" id="{08C9CAB1-23BD-0D85-8C3E-B4AF1F8C466C}"/>
                          </a:ext>
                        </a:extLst>
                      </p:cNvPr>
                      <p:cNvPicPr/>
                      <p:nvPr/>
                    </p:nvPicPr>
                    <p:blipFill>
                      <a:blip r:embed="rId14"/>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1A138416-33DE-E7A6-BA68-67F43DAD37BD}"/>
              </a:ext>
            </a:extLst>
          </p:cNvPr>
          <p:cNvSpPr>
            <a:spLocks noGrp="1"/>
          </p:cNvSpPr>
          <p:nvPr>
            <p:ph type="title"/>
            <p:custDataLst>
              <p:tags r:id="rId2"/>
            </p:custDataLst>
          </p:nvPr>
        </p:nvSpPr>
        <p:spPr>
          <a:xfrm>
            <a:off x="554736" y="155566"/>
            <a:ext cx="11082528" cy="680664"/>
          </a:xfrm>
        </p:spPr>
        <p:txBody>
          <a:bodyPr vert="horz">
            <a:noAutofit/>
          </a:bodyPr>
          <a:lstStyle/>
          <a:p>
            <a:r>
              <a:rPr lang="en-US" dirty="0"/>
              <a:t>C. </a:t>
            </a:r>
            <a:r>
              <a:rPr lang="en-US" i="1" dirty="0"/>
              <a:t>NSP handling: </a:t>
            </a:r>
            <a:r>
              <a:rPr lang="en-US" dirty="0"/>
              <a:t>What we have heard from SMEs (2/2)</a:t>
            </a:r>
          </a:p>
        </p:txBody>
      </p:sp>
      <p:sp>
        <p:nvSpPr>
          <p:cNvPr id="7" name="TextBox 6">
            <a:extLst>
              <a:ext uri="{FF2B5EF4-FFF2-40B4-BE49-F238E27FC236}">
                <a16:creationId xmlns:a16="http://schemas.microsoft.com/office/drawing/2014/main" id="{E6C4A871-536B-17A0-F086-E8F50FBC608E}"/>
              </a:ext>
            </a:extLst>
          </p:cNvPr>
          <p:cNvSpPr txBox="1">
            <a:spLocks/>
          </p:cNvSpPr>
          <p:nvPr/>
        </p:nvSpPr>
        <p:spPr>
          <a:xfrm>
            <a:off x="534628" y="1412801"/>
            <a:ext cx="3329159" cy="233782"/>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b="1">
                <a:solidFill>
                  <a:schemeClr val="accent1"/>
                </a:solidFill>
              </a:rPr>
              <a:t>Key observations / pain points</a:t>
            </a:r>
          </a:p>
        </p:txBody>
      </p:sp>
      <p:cxnSp>
        <p:nvCxnSpPr>
          <p:cNvPr id="21" name="GreyLineSeparatorDefault 10">
            <a:extLst>
              <a:ext uri="{FF2B5EF4-FFF2-40B4-BE49-F238E27FC236}">
                <a16:creationId xmlns:a16="http://schemas.microsoft.com/office/drawing/2014/main" id="{FDAFC5F0-1018-8790-D0D3-C9508FB9F29C}"/>
              </a:ext>
            </a:extLst>
          </p:cNvPr>
          <p:cNvCxnSpPr>
            <a:cxnSpLocks/>
          </p:cNvCxnSpPr>
          <p:nvPr>
            <p:custDataLst>
              <p:tags r:id="rId3"/>
            </p:custDataLst>
          </p:nvPr>
        </p:nvCxnSpPr>
        <p:spPr>
          <a:xfrm>
            <a:off x="520859" y="1698601"/>
            <a:ext cx="1113949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6" name="Rectangle: Rounded Corners 55">
            <a:extLst>
              <a:ext uri="{FF2B5EF4-FFF2-40B4-BE49-F238E27FC236}">
                <a16:creationId xmlns:a16="http://schemas.microsoft.com/office/drawing/2014/main" id="{8AB70921-7D50-56B8-BAAF-B3E329EC386F}"/>
              </a:ext>
            </a:extLst>
          </p:cNvPr>
          <p:cNvSpPr>
            <a:spLocks/>
          </p:cNvSpPr>
          <p:nvPr/>
        </p:nvSpPr>
        <p:spPr>
          <a:xfrm>
            <a:off x="8408838" y="1845787"/>
            <a:ext cx="3262303" cy="640080"/>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sp>
        <p:nvSpPr>
          <p:cNvPr id="58" name="TextBox 57">
            <a:extLst>
              <a:ext uri="{FF2B5EF4-FFF2-40B4-BE49-F238E27FC236}">
                <a16:creationId xmlns:a16="http://schemas.microsoft.com/office/drawing/2014/main" id="{02D9F88F-68B1-04A4-3937-8B520EF7D857}"/>
              </a:ext>
            </a:extLst>
          </p:cNvPr>
          <p:cNvSpPr txBox="1">
            <a:spLocks/>
          </p:cNvSpPr>
          <p:nvPr>
            <p:custDataLst>
              <p:tags r:id="rId4"/>
            </p:custDataLst>
          </p:nvPr>
        </p:nvSpPr>
        <p:spPr>
          <a:xfrm>
            <a:off x="8523348" y="1863261"/>
            <a:ext cx="3119082" cy="556041"/>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Requisitions</a:t>
            </a:r>
            <a:r>
              <a:rPr kumimoji="0" lang="en-US" sz="1100" b="0" i="1" u="none" strike="noStrike" kern="1200" cap="none" spc="0" normalizeH="0" noProof="0">
                <a:ln>
                  <a:noFill/>
                </a:ln>
                <a:solidFill>
                  <a:srgbClr val="000000"/>
                </a:solidFill>
                <a:effectLst/>
                <a:uLnTx/>
                <a:uFillTx/>
                <a:latin typeface="Arial"/>
                <a:ea typeface="+mn-ea"/>
                <a:cs typeface="Arial" panose="020B0604020202020204" pitchFamily="34" charset="0"/>
              </a:rPr>
              <a:t> are a priority for the Purchasing team, but the process is slow, and even more so if SAP is delayed in opening order details</a:t>
            </a:r>
            <a:endParaRPr kumimoji="0" lang="en-US" sz="110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9" name="TextBox 58">
            <a:extLst>
              <a:ext uri="{FF2B5EF4-FFF2-40B4-BE49-F238E27FC236}">
                <a16:creationId xmlns:a16="http://schemas.microsoft.com/office/drawing/2014/main" id="{0ECBBFB4-465F-54AE-6670-85C3AF91CB7B}"/>
              </a:ext>
            </a:extLst>
          </p:cNvPr>
          <p:cNvSpPr txBox="1">
            <a:spLocks/>
          </p:cNvSpPr>
          <p:nvPr>
            <p:custDataLst>
              <p:tags r:id="rId5"/>
            </p:custDataLst>
          </p:nvPr>
        </p:nvSpPr>
        <p:spPr>
          <a:xfrm>
            <a:off x="8499285" y="1883751"/>
            <a:ext cx="3171856" cy="47263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100" b="0" i="0" u="none" strike="noStrike" kern="1200" cap="none" spc="0" normalizeH="0" baseline="0" noProof="0">
              <a:ln>
                <a:noFill/>
              </a:ln>
              <a:solidFill>
                <a:srgbClr val="FFFFFF">
                  <a:lumMod val="75000"/>
                </a:srgbClr>
              </a:solidFill>
              <a:effectLst/>
              <a:uLnTx/>
              <a:uFillTx/>
              <a:latin typeface="Arial"/>
              <a:ea typeface="+mn-ea"/>
              <a:cs typeface="Arial" panose="020B0604020202020204" pitchFamily="34" charset="0"/>
            </a:endParaRPr>
          </a:p>
        </p:txBody>
      </p:sp>
      <p:sp>
        <p:nvSpPr>
          <p:cNvPr id="60" name="TextBox 59">
            <a:extLst>
              <a:ext uri="{FF2B5EF4-FFF2-40B4-BE49-F238E27FC236}">
                <a16:creationId xmlns:a16="http://schemas.microsoft.com/office/drawing/2014/main" id="{A55C7750-C187-EF3B-A5A4-2CBDC3F936FF}"/>
              </a:ext>
            </a:extLst>
          </p:cNvPr>
          <p:cNvSpPr txBox="1"/>
          <p:nvPr/>
        </p:nvSpPr>
        <p:spPr>
          <a:xfrm>
            <a:off x="8160854" y="1665064"/>
            <a:ext cx="25602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cxnSp>
        <p:nvCxnSpPr>
          <p:cNvPr id="18" name="Straight Connector 17">
            <a:extLst>
              <a:ext uri="{FF2B5EF4-FFF2-40B4-BE49-F238E27FC236}">
                <a16:creationId xmlns:a16="http://schemas.microsoft.com/office/drawing/2014/main" id="{F67A4705-3B98-9E05-009D-94C60184F967}"/>
              </a:ext>
            </a:extLst>
          </p:cNvPr>
          <p:cNvCxnSpPr>
            <a:cxnSpLocks/>
          </p:cNvCxnSpPr>
          <p:nvPr>
            <p:custDataLst>
              <p:tags r:id="rId6"/>
            </p:custDataLst>
          </p:nvPr>
        </p:nvCxnSpPr>
        <p:spPr>
          <a:xfrm flipV="1">
            <a:off x="520859" y="3934021"/>
            <a:ext cx="11139498" cy="2"/>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3D2CD493-94CE-D1A5-62E5-3442038C5B54}"/>
              </a:ext>
            </a:extLst>
          </p:cNvPr>
          <p:cNvGrpSpPr>
            <a:grpSpLocks/>
          </p:cNvGrpSpPr>
          <p:nvPr/>
        </p:nvGrpSpPr>
        <p:grpSpPr>
          <a:xfrm>
            <a:off x="908575" y="1829388"/>
            <a:ext cx="6845230" cy="1386972"/>
            <a:chOff x="530483" y="2540741"/>
            <a:chExt cx="11345230" cy="864818"/>
          </a:xfrm>
        </p:grpSpPr>
        <p:sp>
          <p:nvSpPr>
            <p:cNvPr id="4" name="TextBox 3">
              <a:extLst>
                <a:ext uri="{FF2B5EF4-FFF2-40B4-BE49-F238E27FC236}">
                  <a16:creationId xmlns:a16="http://schemas.microsoft.com/office/drawing/2014/main" id="{489DBB0C-CBFE-508B-C0A2-C22228E69B16}"/>
                </a:ext>
              </a:extLst>
            </p:cNvPr>
            <p:cNvSpPr txBox="1">
              <a:spLocks/>
            </p:cNvSpPr>
            <p:nvPr/>
          </p:nvSpPr>
          <p:spPr>
            <a:xfrm>
              <a:off x="530483" y="2540741"/>
              <a:ext cx="10753763" cy="255904"/>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spcAft>
                  <a:spcPts val="200"/>
                </a:spcAft>
              </a:pPr>
              <a:r>
                <a:rPr lang="en-US" sz="1200" b="1"/>
                <a:t>NSP PO issuance relies on an extensively manual, repetitive process, which delays task completion by Purchasing </a:t>
              </a:r>
              <a:r>
                <a:rPr lang="en-US" sz="1200"/>
                <a:t>(15-20 minutes validation needed per order)</a:t>
              </a:r>
            </a:p>
          </p:txBody>
        </p:sp>
        <p:sp>
          <p:nvSpPr>
            <p:cNvPr id="6" name="TextBox 5">
              <a:extLst>
                <a:ext uri="{FF2B5EF4-FFF2-40B4-BE49-F238E27FC236}">
                  <a16:creationId xmlns:a16="http://schemas.microsoft.com/office/drawing/2014/main" id="{3D02DBD9-CE44-012A-FEE0-01EEA0DB5A83}"/>
                </a:ext>
              </a:extLst>
            </p:cNvPr>
            <p:cNvSpPr txBox="1">
              <a:spLocks/>
            </p:cNvSpPr>
            <p:nvPr/>
          </p:nvSpPr>
          <p:spPr>
            <a:xfrm>
              <a:off x="541312" y="2846432"/>
              <a:ext cx="11334401" cy="559127"/>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spcAft>
                  <a:spcPts val="0"/>
                </a:spcAft>
                <a:buFont typeface="Arial" panose="020B0604020202020204" pitchFamily="34" charset="0"/>
                <a:buChar char="•"/>
              </a:pPr>
              <a:r>
                <a:rPr lang="en-US" sz="1200"/>
                <a:t>Each order is manually assigned to the vendor in ME57 before it can move to ME58 for processing</a:t>
              </a:r>
            </a:p>
            <a:p>
              <a:pPr marL="171450" indent="-171450">
                <a:spcAft>
                  <a:spcPts val="0"/>
                </a:spcAft>
                <a:buFont typeface="Arial" panose="020B0604020202020204" pitchFamily="34" charset="0"/>
                <a:buChar char="•"/>
              </a:pPr>
              <a:r>
                <a:rPr lang="en-US" sz="1200"/>
                <a:t>A bot pushes the majority of NSPs to ME58 to close out Purchasing process</a:t>
              </a:r>
            </a:p>
            <a:p>
              <a:pPr marL="400050" lvl="1" indent="-171450">
                <a:spcAft>
                  <a:spcPts val="0"/>
                </a:spcAft>
                <a:buFont typeface="Arial" panose="020B0604020202020204" pitchFamily="34" charset="0"/>
                <a:buChar char="–"/>
              </a:pPr>
              <a:r>
                <a:rPr lang="en-US" sz="1200"/>
                <a:t>There are some cases where the buyer pushes manually: ~15 of BSN’s largest vendors excluded, sometimes the bot times out / doesn’t complete cycle / runs after hours</a:t>
              </a:r>
            </a:p>
            <a:p>
              <a:pPr marL="171450" indent="-171450">
                <a:spcAft>
                  <a:spcPts val="0"/>
                </a:spcAft>
                <a:buFont typeface="Arial" panose="020B0604020202020204" pitchFamily="34" charset="0"/>
                <a:buChar char="•"/>
              </a:pPr>
              <a:r>
                <a:rPr lang="en-US" sz="1200"/>
                <a:t>Manual PO process is slowed down even further by SAP delays loading individual pages</a:t>
              </a:r>
            </a:p>
            <a:p>
              <a:pPr marL="171450" indent="-171450">
                <a:spcAft>
                  <a:spcPts val="0"/>
                </a:spcAft>
                <a:buFont typeface="Arial" panose="020B0604020202020204" pitchFamily="34" charset="0"/>
                <a:buChar char="•"/>
              </a:pPr>
              <a:r>
                <a:rPr lang="en-US" sz="1200"/>
                <a:t>Validating order details and pricing line by line in ME58 is slow for Purch. (with individual artwork files taking ~1-2 minutes to load each) which increases the time-to-order across NSPs</a:t>
              </a:r>
            </a:p>
          </p:txBody>
        </p:sp>
      </p:grpSp>
      <p:grpSp>
        <p:nvGrpSpPr>
          <p:cNvPr id="3" name="Group 2">
            <a:extLst>
              <a:ext uri="{FF2B5EF4-FFF2-40B4-BE49-F238E27FC236}">
                <a16:creationId xmlns:a16="http://schemas.microsoft.com/office/drawing/2014/main" id="{17A2EA76-5CF7-C81C-5449-3A52CD1530A1}"/>
              </a:ext>
            </a:extLst>
          </p:cNvPr>
          <p:cNvGrpSpPr>
            <a:grpSpLocks/>
          </p:cNvGrpSpPr>
          <p:nvPr/>
        </p:nvGrpSpPr>
        <p:grpSpPr>
          <a:xfrm>
            <a:off x="908575" y="4082510"/>
            <a:ext cx="6845230" cy="1444849"/>
            <a:chOff x="530483" y="4411798"/>
            <a:chExt cx="11054233" cy="900906"/>
          </a:xfrm>
        </p:grpSpPr>
        <p:sp>
          <p:nvSpPr>
            <p:cNvPr id="13" name="TextBox 12">
              <a:extLst>
                <a:ext uri="{FF2B5EF4-FFF2-40B4-BE49-F238E27FC236}">
                  <a16:creationId xmlns:a16="http://schemas.microsoft.com/office/drawing/2014/main" id="{436F92C1-BC88-089B-C603-037692772FE3}"/>
                </a:ext>
              </a:extLst>
            </p:cNvPr>
            <p:cNvSpPr txBox="1"/>
            <p:nvPr/>
          </p:nvSpPr>
          <p:spPr>
            <a:xfrm>
              <a:off x="530483" y="4411798"/>
              <a:ext cx="10952768" cy="23029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1200" b="1"/>
                <a:t>Lack of coordination between Sales and Purchasing creates dis-synergies in NSP sales order creation, potentially leading to margin leakage and CX decline</a:t>
              </a:r>
            </a:p>
          </p:txBody>
        </p:sp>
        <p:sp>
          <p:nvSpPr>
            <p:cNvPr id="16" name="TextBox 15">
              <a:extLst>
                <a:ext uri="{FF2B5EF4-FFF2-40B4-BE49-F238E27FC236}">
                  <a16:creationId xmlns:a16="http://schemas.microsoft.com/office/drawing/2014/main" id="{AA646AF3-435A-EC5F-4FBB-CE2872A83461}"/>
                </a:ext>
              </a:extLst>
            </p:cNvPr>
            <p:cNvSpPr txBox="1">
              <a:spLocks/>
            </p:cNvSpPr>
            <p:nvPr/>
          </p:nvSpPr>
          <p:spPr>
            <a:xfrm>
              <a:off x="541312" y="4730800"/>
              <a:ext cx="11043404" cy="58190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indent="-285750">
                <a:spcAft>
                  <a:spcPts val="0"/>
                </a:spcAft>
                <a:buFont typeface="Arial" panose="020B0604020202020204" pitchFamily="34" charset="0"/>
                <a:buChar char="•"/>
              </a:pPr>
              <a:r>
                <a:rPr lang="en-US" sz="1200"/>
                <a:t>Sales submits orders in a silo and Purchasing fixes NSP intake errors (e.g., incorrect code, missing attachments, create NSP button “long SKU”) without providing structured feedback to the sales rep creating a visibility gap &amp; allowing common mistakes to be repeated</a:t>
              </a:r>
            </a:p>
            <a:p>
              <a:pPr marL="285750" indent="-285750">
                <a:spcAft>
                  <a:spcPts val="0"/>
                </a:spcAft>
                <a:buFont typeface="Arial" panose="020B0604020202020204" pitchFamily="34" charset="0"/>
                <a:buChar char="•"/>
              </a:pPr>
              <a:r>
                <a:rPr lang="en-US" sz="1200"/>
                <a:t>TMs / FSPs /SSRs lack the institutional knowledge that buyers have of vendor requirements and cannot easily learn or access this information which drives errors in order intake process, decreased CX, and rework in PO &amp; invoicing stages</a:t>
              </a:r>
            </a:p>
          </p:txBody>
        </p:sp>
      </p:grpSp>
      <p:sp>
        <p:nvSpPr>
          <p:cNvPr id="23" name="TextBox 22">
            <a:extLst>
              <a:ext uri="{FF2B5EF4-FFF2-40B4-BE49-F238E27FC236}">
                <a16:creationId xmlns:a16="http://schemas.microsoft.com/office/drawing/2014/main" id="{EA014B5C-EA7E-81BA-BE4D-A3C9C5BC2B09}"/>
              </a:ext>
            </a:extLst>
          </p:cNvPr>
          <p:cNvSpPr txBox="1"/>
          <p:nvPr>
            <p:custDataLst>
              <p:tags r:id="rId7"/>
            </p:custDataLst>
          </p:nvPr>
        </p:nvSpPr>
        <p:spPr>
          <a:xfrm>
            <a:off x="578639" y="5208761"/>
            <a:ext cx="3513667" cy="14311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1" name="Rectangle: Rounded Corners 30">
            <a:extLst>
              <a:ext uri="{FF2B5EF4-FFF2-40B4-BE49-F238E27FC236}">
                <a16:creationId xmlns:a16="http://schemas.microsoft.com/office/drawing/2014/main" id="{1DDAFB70-DFFF-D0E3-4492-69E6DDC35B2A}"/>
              </a:ext>
            </a:extLst>
          </p:cNvPr>
          <p:cNvSpPr>
            <a:spLocks/>
          </p:cNvSpPr>
          <p:nvPr/>
        </p:nvSpPr>
        <p:spPr>
          <a:xfrm>
            <a:off x="8408838" y="4081732"/>
            <a:ext cx="3262303" cy="94736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49" name="TextBox 48">
            <a:extLst>
              <a:ext uri="{FF2B5EF4-FFF2-40B4-BE49-F238E27FC236}">
                <a16:creationId xmlns:a16="http://schemas.microsoft.com/office/drawing/2014/main" id="{D5D6D905-C4AE-3489-C505-040E42906AC4}"/>
              </a:ext>
            </a:extLst>
          </p:cNvPr>
          <p:cNvSpPr txBox="1">
            <a:spLocks/>
          </p:cNvSpPr>
          <p:nvPr/>
        </p:nvSpPr>
        <p:spPr>
          <a:xfrm>
            <a:off x="8523348" y="4112557"/>
            <a:ext cx="3119082" cy="482597"/>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1100" i="1">
                <a:solidFill>
                  <a:srgbClr val="000000"/>
                </a:solidFill>
                <a:latin typeface="Arial"/>
              </a:rPr>
              <a:t>For each order with missing information, I email the FSP or TM… but it doesn’t change the behavior, sometimes they makes the same mistake on another order for that vendor</a:t>
            </a:r>
            <a:endParaRPr kumimoji="0" lang="en-US" sz="1100" b="0" i="1" u="none" strike="noStrike" kern="1200" cap="none" spc="0" normalizeH="0" baseline="0" noProof="0">
              <a:ln>
                <a:noFill/>
              </a:ln>
              <a:solidFill>
                <a:srgbClr val="000000"/>
              </a:solidFill>
              <a:effectLst/>
              <a:uLnTx/>
              <a:uFillTx/>
              <a:latin typeface="Arial"/>
            </a:endParaRPr>
          </a:p>
        </p:txBody>
      </p:sp>
      <p:sp>
        <p:nvSpPr>
          <p:cNvPr id="20" name="TextBox 19">
            <a:extLst>
              <a:ext uri="{FF2B5EF4-FFF2-40B4-BE49-F238E27FC236}">
                <a16:creationId xmlns:a16="http://schemas.microsoft.com/office/drawing/2014/main" id="{17A0ED08-92B8-0901-1827-AA12242D8832}"/>
              </a:ext>
            </a:extLst>
          </p:cNvPr>
          <p:cNvSpPr txBox="1"/>
          <p:nvPr/>
        </p:nvSpPr>
        <p:spPr>
          <a:xfrm>
            <a:off x="8160854" y="3967027"/>
            <a:ext cx="25602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8" name="Rectangle: Rounded Corners 7">
            <a:extLst>
              <a:ext uri="{FF2B5EF4-FFF2-40B4-BE49-F238E27FC236}">
                <a16:creationId xmlns:a16="http://schemas.microsoft.com/office/drawing/2014/main" id="{A95D988F-E7B8-4FA0-4E9F-818227B79AF8}"/>
              </a:ext>
            </a:extLst>
          </p:cNvPr>
          <p:cNvSpPr>
            <a:spLocks/>
          </p:cNvSpPr>
          <p:nvPr/>
        </p:nvSpPr>
        <p:spPr>
          <a:xfrm>
            <a:off x="8408838" y="5213248"/>
            <a:ext cx="3262303" cy="81643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Arial"/>
              <a:ea typeface="+mn-ea"/>
              <a:cs typeface="+mn-cs"/>
            </a:endParaRPr>
          </a:p>
        </p:txBody>
      </p:sp>
      <p:sp>
        <p:nvSpPr>
          <p:cNvPr id="10" name="TextBox 9">
            <a:extLst>
              <a:ext uri="{FF2B5EF4-FFF2-40B4-BE49-F238E27FC236}">
                <a16:creationId xmlns:a16="http://schemas.microsoft.com/office/drawing/2014/main" id="{0E521D7D-79DE-8FDB-1C97-D104F7DCBB82}"/>
              </a:ext>
            </a:extLst>
          </p:cNvPr>
          <p:cNvSpPr txBox="1"/>
          <p:nvPr/>
        </p:nvSpPr>
        <p:spPr>
          <a:xfrm>
            <a:off x="8160854" y="5079500"/>
            <a:ext cx="25602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11" name="TextBox 10">
            <a:extLst>
              <a:ext uri="{FF2B5EF4-FFF2-40B4-BE49-F238E27FC236}">
                <a16:creationId xmlns:a16="http://schemas.microsoft.com/office/drawing/2014/main" id="{545F9ECA-E833-2AF7-1D92-930345615F97}"/>
              </a:ext>
            </a:extLst>
          </p:cNvPr>
          <p:cNvSpPr txBox="1">
            <a:spLocks/>
          </p:cNvSpPr>
          <p:nvPr/>
        </p:nvSpPr>
        <p:spPr>
          <a:xfrm>
            <a:off x="8523348" y="5247195"/>
            <a:ext cx="3119082" cy="698424"/>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None/>
              <a:tabLst/>
              <a:defRPr/>
            </a:pPr>
            <a:r>
              <a:rPr lang="en-US" sz="1100" i="1">
                <a:solidFill>
                  <a:srgbClr val="000000"/>
                </a:solidFill>
                <a:latin typeface="Arial"/>
              </a:rPr>
              <a:t>As a TM that’s been here a long time, I’ve learned the process. But for a new rep with one week of training …they may not recall every NSP requirement</a:t>
            </a:r>
            <a:endParaRPr kumimoji="0" lang="en-US" sz="1100" b="0" i="1" u="none" strike="noStrike" kern="1200" cap="none" spc="0" normalizeH="0" baseline="0" noProof="0">
              <a:ln>
                <a:noFill/>
              </a:ln>
              <a:solidFill>
                <a:srgbClr val="000000"/>
              </a:solidFill>
              <a:effectLst/>
              <a:uLnTx/>
              <a:uFillTx/>
              <a:latin typeface="Arial"/>
            </a:endParaRPr>
          </a:p>
        </p:txBody>
      </p:sp>
      <p:sp>
        <p:nvSpPr>
          <p:cNvPr id="15" name="Rectangle: Rounded Corners 14">
            <a:extLst>
              <a:ext uri="{FF2B5EF4-FFF2-40B4-BE49-F238E27FC236}">
                <a16:creationId xmlns:a16="http://schemas.microsoft.com/office/drawing/2014/main" id="{4AA07079-6C55-A747-AC43-FD2672D49A22}"/>
              </a:ext>
            </a:extLst>
          </p:cNvPr>
          <p:cNvSpPr>
            <a:spLocks/>
          </p:cNvSpPr>
          <p:nvPr/>
        </p:nvSpPr>
        <p:spPr>
          <a:xfrm>
            <a:off x="8408838" y="2678845"/>
            <a:ext cx="3262303" cy="884621"/>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a:ln>
                <a:noFill/>
              </a:ln>
              <a:solidFill>
                <a:srgbClr val="000000"/>
              </a:solidFill>
              <a:effectLst/>
              <a:uLnTx/>
              <a:uFillTx/>
              <a:latin typeface="Arial"/>
              <a:ea typeface="+mn-ea"/>
              <a:cs typeface="+mn-cs"/>
            </a:endParaRPr>
          </a:p>
        </p:txBody>
      </p:sp>
      <p:sp>
        <p:nvSpPr>
          <p:cNvPr id="17" name="TextBox 16">
            <a:extLst>
              <a:ext uri="{FF2B5EF4-FFF2-40B4-BE49-F238E27FC236}">
                <a16:creationId xmlns:a16="http://schemas.microsoft.com/office/drawing/2014/main" id="{2F88B482-E427-92AB-29B4-5237C78BB323}"/>
              </a:ext>
            </a:extLst>
          </p:cNvPr>
          <p:cNvSpPr txBox="1">
            <a:spLocks/>
          </p:cNvSpPr>
          <p:nvPr>
            <p:custDataLst>
              <p:tags r:id="rId8"/>
            </p:custDataLst>
          </p:nvPr>
        </p:nvSpPr>
        <p:spPr>
          <a:xfrm>
            <a:off x="8523348" y="2719089"/>
            <a:ext cx="3119082" cy="76698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None/>
              <a:tabLst/>
              <a:defRPr/>
            </a:pPr>
            <a:r>
              <a:rPr lang="en-US" sz="1100" i="1">
                <a:solidFill>
                  <a:srgbClr val="000000"/>
                </a:solidFill>
                <a:latin typeface="Arial"/>
              </a:rPr>
              <a:t>TMs attach files with info vendors need (e.g., roster) and name each file in QOE…in SAP, names disappears, buyers open each file individually to ensure it matches the line item</a:t>
            </a:r>
            <a:endParaRPr kumimoji="0" lang="en-US" sz="110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TextBox 18">
            <a:extLst>
              <a:ext uri="{FF2B5EF4-FFF2-40B4-BE49-F238E27FC236}">
                <a16:creationId xmlns:a16="http://schemas.microsoft.com/office/drawing/2014/main" id="{BCDD9AAF-30CF-813F-05B4-DEC16ED0F7A5}"/>
              </a:ext>
            </a:extLst>
          </p:cNvPr>
          <p:cNvSpPr txBox="1"/>
          <p:nvPr/>
        </p:nvSpPr>
        <p:spPr>
          <a:xfrm>
            <a:off x="8160854" y="2547283"/>
            <a:ext cx="256028" cy="73866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12" name="TrackerNumBlue 21">
            <a:extLst>
              <a:ext uri="{FF2B5EF4-FFF2-40B4-BE49-F238E27FC236}">
                <a16:creationId xmlns:a16="http://schemas.microsoft.com/office/drawing/2014/main" id="{BDB28C7B-9566-DFA5-AE9F-F582940FAF76}"/>
              </a:ext>
            </a:extLst>
          </p:cNvPr>
          <p:cNvSpPr/>
          <p:nvPr>
            <p:custDataLst>
              <p:tags r:id="rId9"/>
            </p:custDataLst>
          </p:nvPr>
        </p:nvSpPr>
        <p:spPr>
          <a:xfrm>
            <a:off x="554445" y="1829388"/>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4</a:t>
            </a:r>
          </a:p>
        </p:txBody>
      </p:sp>
      <p:sp>
        <p:nvSpPr>
          <p:cNvPr id="14" name="TrackerNumBlue 21">
            <a:extLst>
              <a:ext uri="{FF2B5EF4-FFF2-40B4-BE49-F238E27FC236}">
                <a16:creationId xmlns:a16="http://schemas.microsoft.com/office/drawing/2014/main" id="{EF5F1822-CE6F-C116-C6C9-2E0FE4EF218C}"/>
              </a:ext>
            </a:extLst>
          </p:cNvPr>
          <p:cNvSpPr/>
          <p:nvPr>
            <p:custDataLst>
              <p:tags r:id="rId10"/>
            </p:custDataLst>
          </p:nvPr>
        </p:nvSpPr>
        <p:spPr>
          <a:xfrm>
            <a:off x="554445" y="4082510"/>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5</a:t>
            </a:r>
          </a:p>
        </p:txBody>
      </p:sp>
    </p:spTree>
    <p:extLst>
      <p:ext uri="{BB962C8B-B14F-4D97-AF65-F5344CB8AC3E}">
        <p14:creationId xmlns:p14="http://schemas.microsoft.com/office/powerpoint/2010/main" val="25342476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03F3C-4B20-F56E-8FAD-A1D03826B0EA}"/>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4F283512-CC63-C87A-4249-B21D85A62FD8}"/>
              </a:ext>
            </a:extLst>
          </p:cNvPr>
          <p:cNvGraphicFramePr>
            <a:graphicFrameLocks noChangeAspect="1"/>
          </p:cNvGraphicFramePr>
          <p:nvPr>
            <p:custDataLst>
              <p:tags r:id="rId1"/>
            </p:custDataLst>
            <p:extLst>
              <p:ext uri="{D42A27DB-BD31-4B8C-83A1-F6EECF244321}">
                <p14:modId xmlns:p14="http://schemas.microsoft.com/office/powerpoint/2010/main" val="915259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484" imgH="484" progId="TCLayout.ActiveDocument.1">
                  <p:embed/>
                </p:oleObj>
              </mc:Choice>
              <mc:Fallback>
                <p:oleObj name="think-cell Slide" r:id="rId5" imgW="484" imgH="484" progId="TCLayout.ActiveDocument.1">
                  <p:embed/>
                  <p:pic>
                    <p:nvPicPr>
                      <p:cNvPr id="5" name="Object 2" hidden="1">
                        <a:extLst>
                          <a:ext uri="{FF2B5EF4-FFF2-40B4-BE49-F238E27FC236}">
                            <a16:creationId xmlns:a16="http://schemas.microsoft.com/office/drawing/2014/main" id="{4F283512-CC63-C87A-4249-B21D85A62FD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2" name="Cube 61">
            <a:extLst>
              <a:ext uri="{FF2B5EF4-FFF2-40B4-BE49-F238E27FC236}">
                <a16:creationId xmlns:a16="http://schemas.microsoft.com/office/drawing/2014/main" id="{C5F0CB5A-F558-7A2F-E14F-A03DE5F28DDD}"/>
              </a:ext>
            </a:extLst>
          </p:cNvPr>
          <p:cNvSpPr/>
          <p:nvPr/>
        </p:nvSpPr>
        <p:spPr>
          <a:xfrm>
            <a:off x="554736" y="2511769"/>
            <a:ext cx="3578856" cy="917231"/>
          </a:xfrm>
          <a:prstGeom prst="cube">
            <a:avLst>
              <a:gd name="adj" fmla="val 76230"/>
            </a:avLst>
          </a:prstGeom>
          <a:solidFill>
            <a:srgbClr val="CCCCCC"/>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63" name="Cube 62">
            <a:extLst>
              <a:ext uri="{FF2B5EF4-FFF2-40B4-BE49-F238E27FC236}">
                <a16:creationId xmlns:a16="http://schemas.microsoft.com/office/drawing/2014/main" id="{A53B09A4-6B05-3710-D29E-4D4D769410C6}"/>
              </a:ext>
            </a:extLst>
          </p:cNvPr>
          <p:cNvSpPr/>
          <p:nvPr/>
        </p:nvSpPr>
        <p:spPr>
          <a:xfrm>
            <a:off x="3055960" y="2295869"/>
            <a:ext cx="3578856" cy="917231"/>
          </a:xfrm>
          <a:prstGeom prst="cube">
            <a:avLst>
              <a:gd name="adj" fmla="val 76230"/>
            </a:avLst>
          </a:prstGeom>
          <a:solidFill>
            <a:srgbClr val="CCCCCC"/>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448" name="Cube 447">
            <a:extLst>
              <a:ext uri="{FF2B5EF4-FFF2-40B4-BE49-F238E27FC236}">
                <a16:creationId xmlns:a16="http://schemas.microsoft.com/office/drawing/2014/main" id="{DC5A3CC9-EEBE-218D-1907-3240BAFBDF36}"/>
              </a:ext>
            </a:extLst>
          </p:cNvPr>
          <p:cNvSpPr/>
          <p:nvPr/>
        </p:nvSpPr>
        <p:spPr>
          <a:xfrm>
            <a:off x="5557183" y="2079969"/>
            <a:ext cx="3578856" cy="917231"/>
          </a:xfrm>
          <a:prstGeom prst="cube">
            <a:avLst>
              <a:gd name="adj" fmla="val 76230"/>
            </a:avLst>
          </a:prstGeom>
          <a:solidFill>
            <a:schemeClr val="accent2">
              <a:lumMod val="40000"/>
              <a:lumOff val="60000"/>
            </a:schemeClr>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449" name="Cube 448">
            <a:extLst>
              <a:ext uri="{FF2B5EF4-FFF2-40B4-BE49-F238E27FC236}">
                <a16:creationId xmlns:a16="http://schemas.microsoft.com/office/drawing/2014/main" id="{7F9AD5CE-FB2C-E62D-F1E9-89B284B96120}"/>
              </a:ext>
            </a:extLst>
          </p:cNvPr>
          <p:cNvSpPr/>
          <p:nvPr/>
        </p:nvSpPr>
        <p:spPr>
          <a:xfrm>
            <a:off x="8058408" y="1864069"/>
            <a:ext cx="3578856" cy="917231"/>
          </a:xfrm>
          <a:prstGeom prst="cube">
            <a:avLst>
              <a:gd name="adj" fmla="val 76230"/>
            </a:avLst>
          </a:prstGeom>
          <a:solidFill>
            <a:schemeClr val="accent2">
              <a:lumMod val="40000"/>
              <a:lumOff val="60000"/>
            </a:schemeClr>
          </a:solidFill>
          <a:ln w="6350" cap="sq">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6" name="2. Slide Title">
            <a:extLst>
              <a:ext uri="{FF2B5EF4-FFF2-40B4-BE49-F238E27FC236}">
                <a16:creationId xmlns:a16="http://schemas.microsoft.com/office/drawing/2014/main" id="{4E8AA165-6BE3-8CB6-1DFD-6307D6D6EF96}"/>
              </a:ext>
            </a:extLst>
          </p:cNvPr>
          <p:cNvSpPr>
            <a:spLocks noGrp="1"/>
          </p:cNvSpPr>
          <p:nvPr>
            <p:ph type="title"/>
            <p:custDataLst>
              <p:tags r:id="rId2"/>
            </p:custDataLst>
          </p:nvPr>
        </p:nvSpPr>
        <p:spPr>
          <a:xfrm>
            <a:off x="554736" y="182372"/>
            <a:ext cx="11082528" cy="731520"/>
          </a:xfrm>
          <a:noFill/>
          <a:ln/>
          <a:extLst>
            <a:ext uri="{909E8E84-426E-40DD-AFC4-6F175D3DCCD1}">
              <a14:hiddenFill xmlns:a14="http://schemas.microsoft.com/office/drawing/2010/main">
                <a:solidFill>
                  <a:srgbClr val="FFFFFF"/>
                </a:solidFill>
              </a14:hiddenFill>
            </a:ext>
          </a:extLst>
        </p:spPr>
        <p:txBody>
          <a:bodyPr vert="horz" wrap="square" anchor="b" anchorCtr="0">
            <a:noAutofit/>
          </a:bodyPr>
          <a:lstStyle/>
          <a:p>
            <a:r>
              <a:rPr lang="en-US" dirty="0"/>
              <a:t>C. </a:t>
            </a:r>
            <a:r>
              <a:rPr lang="en-US" i="1" dirty="0"/>
              <a:t>NSP handling: </a:t>
            </a:r>
            <a:r>
              <a:rPr lang="en-US" dirty="0"/>
              <a:t>‘Bold vision’ – Automated NSP creation and predictive selling</a:t>
            </a:r>
          </a:p>
        </p:txBody>
      </p:sp>
      <p:sp>
        <p:nvSpPr>
          <p:cNvPr id="2" name="TextBox 1">
            <a:extLst>
              <a:ext uri="{FF2B5EF4-FFF2-40B4-BE49-F238E27FC236}">
                <a16:creationId xmlns:a16="http://schemas.microsoft.com/office/drawing/2014/main" id="{8E628AE3-528A-2B0A-37F9-12DB2E12722B}"/>
              </a:ext>
            </a:extLst>
          </p:cNvPr>
          <p:cNvSpPr txBox="1"/>
          <p:nvPr/>
        </p:nvSpPr>
        <p:spPr>
          <a:xfrm>
            <a:off x="8661266" y="2880805"/>
            <a:ext cx="2556110" cy="3062377"/>
          </a:xfrm>
          <a:prstGeom prst="rect">
            <a:avLst/>
          </a:prstGeom>
          <a:noFill/>
          <a:extLst>
            <a:ext uri="{909E8E84-426E-40DD-AFC4-6F175D3DCCD1}">
              <a14:hiddenFill xmlns:a14="http://schemas.microsoft.com/office/drawing/2010/main">
                <a:solidFill>
                  <a:srgbClr val="FFFFFF"/>
                </a:solidFill>
              </a14:hiddenFill>
            </a:ext>
          </a:extLst>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200" b="1">
                <a:solidFill>
                  <a:srgbClr val="000000"/>
                </a:solidFill>
                <a:latin typeface="Arial" panose="020B0604020202020204" pitchFamily="34" charset="0"/>
                <a:sym typeface=""/>
              </a:rPr>
              <a:t>Agent triggers predictive actions to support FSPs with future orders</a:t>
            </a:r>
          </a:p>
          <a:p>
            <a:pPr lvl="1">
              <a:buSzPct val="100000"/>
            </a:pPr>
            <a:r>
              <a:rPr lang="en-US" sz="1100" b="1">
                <a:solidFill>
                  <a:srgbClr val="000000"/>
                </a:solidFill>
                <a:latin typeface="Arial" panose="020B0604020202020204" pitchFamily="34" charset="0"/>
                <a:cs typeface="+mn-cs"/>
                <a:sym typeface=""/>
              </a:rPr>
              <a:t>Predictive agent enables proactive NSP orders based on enriched customer data:</a:t>
            </a:r>
          </a:p>
          <a:p>
            <a:pPr lvl="2">
              <a:buSzPct val="100000"/>
            </a:pPr>
            <a:r>
              <a:rPr lang="en-US" sz="1100" b="1">
                <a:solidFill>
                  <a:srgbClr val="000000"/>
                </a:solidFill>
                <a:latin typeface="Arial" panose="020B0604020202020204" pitchFamily="34" charset="0"/>
                <a:cs typeface="+mn-cs"/>
                <a:sym typeface=""/>
              </a:rPr>
              <a:t>Flag potential new orders based on historical data </a:t>
            </a:r>
            <a:r>
              <a:rPr lang="en-US" sz="1100">
                <a:solidFill>
                  <a:srgbClr val="000000"/>
                </a:solidFill>
                <a:latin typeface="Arial" panose="020B0604020202020204" pitchFamily="34" charset="0"/>
                <a:cs typeface="+mn-cs"/>
                <a:sym typeface=""/>
              </a:rPr>
              <a:t>(e.g., next season‘s uniforms) &amp; notifies FSPs in advance</a:t>
            </a:r>
          </a:p>
          <a:p>
            <a:pPr lvl="2">
              <a:buSzPct val="100000"/>
            </a:pPr>
            <a:r>
              <a:rPr lang="en-US" sz="1100" b="1">
                <a:solidFill>
                  <a:srgbClr val="000000"/>
                </a:solidFill>
                <a:latin typeface="Arial" panose="020B0604020202020204" pitchFamily="34" charset="0"/>
                <a:cs typeface="+mn-cs"/>
                <a:sym typeface=""/>
              </a:rPr>
              <a:t>Produce draft of future orders </a:t>
            </a:r>
            <a:r>
              <a:rPr lang="en-US" sz="1100">
                <a:solidFill>
                  <a:srgbClr val="000000"/>
                </a:solidFill>
                <a:latin typeface="Arial" panose="020B0604020202020204" pitchFamily="34" charset="0"/>
                <a:cs typeface="+mn-cs"/>
                <a:sym typeface=""/>
              </a:rPr>
              <a:t>to support FSPs with initial sales conversations</a:t>
            </a:r>
          </a:p>
          <a:p>
            <a:pPr lvl="2">
              <a:buSzPct val="100000"/>
            </a:pPr>
            <a:r>
              <a:rPr lang="en-US" sz="1100" b="1">
                <a:solidFill>
                  <a:srgbClr val="000000"/>
                </a:solidFill>
                <a:latin typeface="Arial" panose="020B0604020202020204" pitchFamily="34" charset="0"/>
                <a:cs typeface="+mn-cs"/>
                <a:sym typeface=""/>
              </a:rPr>
              <a:t>Auto-suggest SKUs</a:t>
            </a:r>
            <a:r>
              <a:rPr lang="en-US" sz="1100">
                <a:solidFill>
                  <a:srgbClr val="000000"/>
                </a:solidFill>
                <a:latin typeface="Arial" panose="020B0604020202020204" pitchFamily="34" charset="0"/>
                <a:cs typeface="+mn-cs"/>
                <a:sym typeface=""/>
              </a:rPr>
              <a:t> similar to NSP item (leveraging inputs from DSCO) to limit margin leakage &amp; improve speed-to-ship (driving CX)</a:t>
            </a:r>
          </a:p>
        </p:txBody>
      </p:sp>
      <p:sp>
        <p:nvSpPr>
          <p:cNvPr id="28" name="TextBox 27">
            <a:extLst>
              <a:ext uri="{FF2B5EF4-FFF2-40B4-BE49-F238E27FC236}">
                <a16:creationId xmlns:a16="http://schemas.microsoft.com/office/drawing/2014/main" id="{9D1B4B9B-9B24-231B-6360-03CA9E3CAFA7}"/>
              </a:ext>
            </a:extLst>
          </p:cNvPr>
          <p:cNvSpPr txBox="1"/>
          <p:nvPr/>
        </p:nvSpPr>
        <p:spPr>
          <a:xfrm>
            <a:off x="6097477" y="3137686"/>
            <a:ext cx="2374428" cy="306237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200" b="1">
                <a:solidFill>
                  <a:srgbClr val="000000"/>
                </a:solidFill>
                <a:latin typeface="Arial" panose="020B0604020202020204" pitchFamily="34" charset="0"/>
                <a:sym typeface=""/>
              </a:rPr>
              <a:t>Automation expands to support highly manual invoicing tasks</a:t>
            </a:r>
          </a:p>
          <a:p>
            <a:pPr lvl="1">
              <a:buSzPct val="100000"/>
            </a:pPr>
            <a:r>
              <a:rPr lang="en-US" sz="1100" b="1">
                <a:solidFill>
                  <a:srgbClr val="000000"/>
                </a:solidFill>
                <a:latin typeface="Arial" panose="020B0604020202020204" pitchFamily="34" charset="0"/>
                <a:sym typeface=""/>
              </a:rPr>
              <a:t>Automation embedded in SAP to automate cost validation and support Purchasing</a:t>
            </a:r>
          </a:p>
          <a:p>
            <a:pPr lvl="2">
              <a:buSzPct val="100000"/>
            </a:pPr>
            <a:r>
              <a:rPr lang="en-US" sz="1100">
                <a:solidFill>
                  <a:srgbClr val="000000"/>
                </a:solidFill>
                <a:latin typeface="Arial" panose="020B0604020202020204" pitchFamily="34" charset="0"/>
                <a:sym typeface=""/>
              </a:rPr>
              <a:t>Requisition in ME57; generates PO &amp; confirmation email to FSP &amp; SSR in ME58</a:t>
            </a:r>
          </a:p>
          <a:p>
            <a:pPr lvl="1">
              <a:buSzPct val="100000"/>
            </a:pPr>
            <a:r>
              <a:rPr lang="en-US" sz="1100" b="1">
                <a:solidFill>
                  <a:srgbClr val="000000"/>
                </a:solidFill>
                <a:latin typeface="Arial" panose="020B0604020202020204" pitchFamily="34" charset="0"/>
                <a:sym typeface=""/>
              </a:rPr>
              <a:t>Once invoice is sent, Accounts Payable supported by co-pilot </a:t>
            </a:r>
            <a:r>
              <a:rPr lang="en-US" sz="1100">
                <a:solidFill>
                  <a:srgbClr val="000000"/>
                </a:solidFill>
                <a:latin typeface="Arial" panose="020B0604020202020204" pitchFamily="34" charset="0"/>
                <a:sym typeface=""/>
              </a:rPr>
              <a:t>that helps to identify errors and auto-suggests cost sheet updates</a:t>
            </a:r>
          </a:p>
          <a:p>
            <a:pPr lvl="1">
              <a:buSzPct val="100000"/>
            </a:pPr>
            <a:r>
              <a:rPr lang="en-US" sz="1100" b="1">
                <a:solidFill>
                  <a:srgbClr val="000000"/>
                </a:solidFill>
                <a:latin typeface="Arial" panose="020B0604020202020204" pitchFamily="34" charset="0"/>
                <a:sym typeface=""/>
              </a:rPr>
              <a:t>AI-led feedback loop between Purchasing and TMs </a:t>
            </a:r>
            <a:r>
              <a:rPr lang="en-US" sz="1100">
                <a:solidFill>
                  <a:srgbClr val="000000"/>
                </a:solidFill>
                <a:latin typeface="Arial" panose="020B0604020202020204" pitchFamily="34" charset="0"/>
                <a:sym typeface=""/>
              </a:rPr>
              <a:t>to accelerate invoice rectification and remind TMs of the latest vendor invoicing requirements as needed</a:t>
            </a:r>
          </a:p>
        </p:txBody>
      </p:sp>
      <p:sp>
        <p:nvSpPr>
          <p:cNvPr id="37" name="TextBox 36">
            <a:extLst>
              <a:ext uri="{FF2B5EF4-FFF2-40B4-BE49-F238E27FC236}">
                <a16:creationId xmlns:a16="http://schemas.microsoft.com/office/drawing/2014/main" id="{D37B1CB6-88EA-DA26-E79F-149FE7615C5E}"/>
              </a:ext>
            </a:extLst>
          </p:cNvPr>
          <p:cNvSpPr txBox="1"/>
          <p:nvPr/>
        </p:nvSpPr>
        <p:spPr>
          <a:xfrm>
            <a:off x="3507441" y="3432037"/>
            <a:ext cx="2379361" cy="3116238"/>
          </a:xfrm>
          <a:prstGeom prst="rect">
            <a:avLst/>
          </a:prstGeom>
          <a:noFill/>
          <a:extLst>
            <a:ext uri="{909E8E84-426E-40DD-AFC4-6F175D3DCCD1}">
              <a14:hiddenFill xmlns:a14="http://schemas.microsoft.com/office/drawing/2010/main">
                <a:solidFill>
                  <a:srgbClr val="FFFFFF"/>
                </a:solidFill>
              </a14:hiddenFill>
            </a:ext>
          </a:extLst>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200" b="1">
                <a:solidFill>
                  <a:srgbClr val="000000"/>
                </a:solidFill>
                <a:latin typeface="Arial" panose="020B0604020202020204" pitchFamily="34" charset="0"/>
                <a:sym typeface=""/>
              </a:rPr>
              <a:t>Agent intakes NSP information from TMs to automatically generate quote / order</a:t>
            </a:r>
          </a:p>
          <a:p>
            <a:pPr lvl="1">
              <a:buSzPct val="100000"/>
            </a:pPr>
            <a:r>
              <a:rPr lang="en-US" sz="1100" b="1">
                <a:solidFill>
                  <a:srgbClr val="000000"/>
                </a:solidFill>
                <a:latin typeface="Arial" panose="020B0604020202020204" pitchFamily="34" charset="0"/>
                <a:sym typeface=""/>
              </a:rPr>
              <a:t>Agent ingests order information shared by FSP </a:t>
            </a:r>
            <a:r>
              <a:rPr lang="en-US" sz="1100">
                <a:solidFill>
                  <a:srgbClr val="000000"/>
                </a:solidFill>
                <a:latin typeface="Arial" panose="020B0604020202020204" pitchFamily="34" charset="0"/>
                <a:sym typeface=""/>
              </a:rPr>
              <a:t>via preferred channel (e.g., voice memo, email) and prepares NSP order in standardized template</a:t>
            </a:r>
          </a:p>
          <a:p>
            <a:pPr lvl="2">
              <a:buSzPct val="100000"/>
            </a:pPr>
            <a:r>
              <a:rPr lang="en-US" sz="1100" b="1">
                <a:solidFill>
                  <a:srgbClr val="000000"/>
                </a:solidFill>
                <a:latin typeface="Arial" panose="020B0604020202020204" pitchFamily="34" charset="0"/>
                <a:sym typeface=""/>
              </a:rPr>
              <a:t>Identifies any missing info </a:t>
            </a:r>
            <a:r>
              <a:rPr lang="en-US" sz="1100">
                <a:solidFill>
                  <a:srgbClr val="000000"/>
                </a:solidFill>
                <a:latin typeface="Arial" panose="020B0604020202020204" pitchFamily="34" charset="0"/>
                <a:sym typeface=""/>
              </a:rPr>
              <a:t>and suggests responses to FSP to fill in gaps</a:t>
            </a:r>
          </a:p>
          <a:p>
            <a:pPr lvl="2">
              <a:buSzPct val="100000"/>
            </a:pPr>
            <a:r>
              <a:rPr lang="en-US" sz="1100" b="1">
                <a:solidFill>
                  <a:srgbClr val="000000"/>
                </a:solidFill>
                <a:latin typeface="Arial" panose="020B0604020202020204" pitchFamily="34" charset="0"/>
                <a:sym typeface=""/>
              </a:rPr>
              <a:t>Leverages historical customer preferences </a:t>
            </a:r>
            <a:r>
              <a:rPr lang="en-US" sz="1100">
                <a:solidFill>
                  <a:srgbClr val="000000"/>
                </a:solidFill>
                <a:latin typeface="Arial" panose="020B0604020202020204" pitchFamily="34" charset="0"/>
                <a:sym typeface=""/>
              </a:rPr>
              <a:t>(e.g., vendors) to suggest inputs</a:t>
            </a:r>
          </a:p>
          <a:p>
            <a:pPr lvl="2">
              <a:buSzPct val="100000"/>
            </a:pPr>
            <a:r>
              <a:rPr lang="en-US" sz="1100" b="1">
                <a:solidFill>
                  <a:srgbClr val="000000"/>
                </a:solidFill>
                <a:latin typeface="Arial" panose="020B0604020202020204" pitchFamily="34" charset="0"/>
                <a:sym typeface=""/>
              </a:rPr>
              <a:t>TM kept in the loop</a:t>
            </a:r>
            <a:r>
              <a:rPr lang="en-US" sz="1100">
                <a:solidFill>
                  <a:srgbClr val="000000"/>
                </a:solidFill>
                <a:latin typeface="Arial" panose="020B0604020202020204" pitchFamily="34" charset="0"/>
                <a:sym typeface=""/>
              </a:rPr>
              <a:t> to help FSP/agent as needed</a:t>
            </a:r>
          </a:p>
          <a:p>
            <a:pPr lvl="2">
              <a:buSzPct val="100000"/>
            </a:pPr>
            <a:r>
              <a:rPr lang="en-US" sz="1100" b="1">
                <a:solidFill>
                  <a:srgbClr val="000000"/>
                </a:solidFill>
                <a:latin typeface="Arial" panose="020B0604020202020204" pitchFamily="34" charset="0"/>
                <a:sym typeface=""/>
              </a:rPr>
              <a:t>Finalizes NSP order</a:t>
            </a:r>
          </a:p>
        </p:txBody>
      </p:sp>
      <p:sp>
        <p:nvSpPr>
          <p:cNvPr id="54" name="TextBox 53">
            <a:extLst>
              <a:ext uri="{FF2B5EF4-FFF2-40B4-BE49-F238E27FC236}">
                <a16:creationId xmlns:a16="http://schemas.microsoft.com/office/drawing/2014/main" id="{6017A77E-8079-F591-E3C4-B3F5AB772BE1}"/>
              </a:ext>
            </a:extLst>
          </p:cNvPr>
          <p:cNvSpPr txBox="1"/>
          <p:nvPr/>
        </p:nvSpPr>
        <p:spPr>
          <a:xfrm>
            <a:off x="708450" y="3516878"/>
            <a:ext cx="2421249" cy="196977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SzPct val="100000"/>
            </a:pPr>
            <a:r>
              <a:rPr lang="en-US" sz="1200" b="1">
                <a:solidFill>
                  <a:srgbClr val="000000"/>
                </a:solidFill>
                <a:latin typeface="Arial" panose="020B0604020202020204" pitchFamily="34" charset="0"/>
                <a:sym typeface=""/>
              </a:rPr>
              <a:t>Agent owns cost sheet updates and maintenance</a:t>
            </a:r>
          </a:p>
          <a:p>
            <a:pPr lvl="1">
              <a:buSzPct val="100000"/>
            </a:pPr>
            <a:r>
              <a:rPr lang="en-US" sz="1100" b="1">
                <a:solidFill>
                  <a:srgbClr val="000000"/>
                </a:solidFill>
                <a:latin typeface="Arial" panose="020B0604020202020204" pitchFamily="34" charset="0"/>
                <a:sym typeface=""/>
              </a:rPr>
              <a:t>Drafts email to request cost sheet updates </a:t>
            </a:r>
            <a:r>
              <a:rPr lang="en-US" sz="1100">
                <a:solidFill>
                  <a:srgbClr val="000000"/>
                </a:solidFill>
                <a:latin typeface="Arial" panose="020B0604020202020204" pitchFamily="34" charset="0"/>
                <a:sym typeface=""/>
              </a:rPr>
              <a:t>from vendors (decision point: human or agent to send)</a:t>
            </a:r>
          </a:p>
          <a:p>
            <a:pPr lvl="1">
              <a:buSzPct val="100000"/>
            </a:pPr>
            <a:r>
              <a:rPr lang="en-US" sz="1100" b="1">
                <a:solidFill>
                  <a:srgbClr val="000000"/>
                </a:solidFill>
                <a:latin typeface="Arial" panose="020B0604020202020204" pitchFamily="34" charset="0"/>
                <a:sym typeface=""/>
              </a:rPr>
              <a:t>Continuously intakes vendor responses and normalizes </a:t>
            </a:r>
            <a:r>
              <a:rPr lang="en-US" sz="1100">
                <a:solidFill>
                  <a:srgbClr val="000000"/>
                </a:solidFill>
                <a:latin typeface="Arial" panose="020B0604020202020204" pitchFamily="34" charset="0"/>
                <a:sym typeface=""/>
              </a:rPr>
              <a:t>in standardized cost sheet template directly integrated into Engage to ensure cost sheets are up-to-date</a:t>
            </a:r>
          </a:p>
        </p:txBody>
      </p:sp>
      <p:grpSp>
        <p:nvGrpSpPr>
          <p:cNvPr id="459" name="Group 458">
            <a:extLst>
              <a:ext uri="{FF2B5EF4-FFF2-40B4-BE49-F238E27FC236}">
                <a16:creationId xmlns:a16="http://schemas.microsoft.com/office/drawing/2014/main" id="{042833F1-7B2B-E0E9-AD18-4DD1DECE4981}"/>
              </a:ext>
            </a:extLst>
          </p:cNvPr>
          <p:cNvGrpSpPr/>
          <p:nvPr/>
        </p:nvGrpSpPr>
        <p:grpSpPr>
          <a:xfrm>
            <a:off x="1335845" y="1791093"/>
            <a:ext cx="1800521" cy="1258291"/>
            <a:chOff x="3786834" y="2099685"/>
            <a:chExt cx="5132612" cy="3586917"/>
          </a:xfrm>
        </p:grpSpPr>
        <p:sp>
          <p:nvSpPr>
            <p:cNvPr id="460" name="Freeform: Shape 459">
              <a:extLst>
                <a:ext uri="{FF2B5EF4-FFF2-40B4-BE49-F238E27FC236}">
                  <a16:creationId xmlns:a16="http://schemas.microsoft.com/office/drawing/2014/main" id="{1AEC0ECE-5C4E-4131-355F-F9CD74901B2B}"/>
                </a:ext>
              </a:extLst>
            </p:cNvPr>
            <p:cNvSpPr/>
            <p:nvPr/>
          </p:nvSpPr>
          <p:spPr>
            <a:xfrm>
              <a:off x="4782883" y="2364009"/>
              <a:ext cx="2485929" cy="3242024"/>
            </a:xfrm>
            <a:custGeom>
              <a:avLst/>
              <a:gdLst>
                <a:gd name="csX0" fmla="*/ 2480405 w 2485929"/>
                <a:gd name="csY0" fmla="*/ 17145 h 3242024"/>
                <a:gd name="csX1" fmla="*/ 31433 w 2485929"/>
                <a:gd name="csY1" fmla="*/ 0 h 3242024"/>
                <a:gd name="csX2" fmla="*/ 22384 w 2485929"/>
                <a:gd name="csY2" fmla="*/ 8858 h 3242024"/>
                <a:gd name="csX3" fmla="*/ 0 w 2485929"/>
                <a:gd name="csY3" fmla="*/ 3215831 h 3242024"/>
                <a:gd name="csX4" fmla="*/ 8858 w 2485929"/>
                <a:gd name="csY4" fmla="*/ 3224879 h 3242024"/>
                <a:gd name="csX5" fmla="*/ 2454402 w 2485929"/>
                <a:gd name="csY5" fmla="*/ 3242024 h 3242024"/>
                <a:gd name="csX6" fmla="*/ 2463451 w 2485929"/>
                <a:gd name="csY6" fmla="*/ 3233166 h 3242024"/>
                <a:gd name="csX7" fmla="*/ 2485930 w 2485929"/>
                <a:gd name="csY7" fmla="*/ 22765 h 3242024"/>
                <a:gd name="csX8" fmla="*/ 2480501 w 2485929"/>
                <a:gd name="csY8" fmla="*/ 17240 h 32420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485929" h="3242024">
                  <a:moveTo>
                    <a:pt x="2480405" y="17145"/>
                  </a:moveTo>
                  <a:lnTo>
                    <a:pt x="31433" y="0"/>
                  </a:lnTo>
                  <a:cubicBezTo>
                    <a:pt x="26479" y="0"/>
                    <a:pt x="22479" y="3905"/>
                    <a:pt x="22384" y="8858"/>
                  </a:cubicBezTo>
                  <a:lnTo>
                    <a:pt x="0" y="3215831"/>
                  </a:lnTo>
                  <a:cubicBezTo>
                    <a:pt x="0" y="3220783"/>
                    <a:pt x="3905" y="3224784"/>
                    <a:pt x="8858" y="3224879"/>
                  </a:cubicBezTo>
                  <a:lnTo>
                    <a:pt x="2454402" y="3242024"/>
                  </a:lnTo>
                  <a:cubicBezTo>
                    <a:pt x="2459355" y="3242024"/>
                    <a:pt x="2463356" y="3238119"/>
                    <a:pt x="2463451" y="3233166"/>
                  </a:cubicBezTo>
                  <a:lnTo>
                    <a:pt x="2485930" y="22765"/>
                  </a:lnTo>
                  <a:cubicBezTo>
                    <a:pt x="2485930" y="19717"/>
                    <a:pt x="2483549" y="17240"/>
                    <a:pt x="2480501" y="17240"/>
                  </a:cubicBezTo>
                  <a:close/>
                </a:path>
              </a:pathLst>
            </a:custGeom>
            <a:solidFill>
              <a:srgbClr val="051C2C"/>
            </a:solidFill>
            <a:ln w="9525" cap="flat">
              <a:noFill/>
              <a:prstDash val="solid"/>
              <a:miter/>
            </a:ln>
          </p:spPr>
          <p:txBody>
            <a:bodyPr/>
            <a:lstStyle/>
            <a:p>
              <a:endParaRPr lang="en-US"/>
            </a:p>
          </p:txBody>
        </p:sp>
        <p:sp>
          <p:nvSpPr>
            <p:cNvPr id="461" name="Rectangle 460">
              <a:extLst>
                <a:ext uri="{FF2B5EF4-FFF2-40B4-BE49-F238E27FC236}">
                  <a16:creationId xmlns:a16="http://schemas.microsoft.com/office/drawing/2014/main" id="{CAF374EE-5EC2-61E7-B9FF-2CD47014D919}"/>
                </a:ext>
              </a:extLst>
            </p:cNvPr>
            <p:cNvSpPr/>
            <p:nvPr/>
          </p:nvSpPr>
          <p:spPr>
            <a:xfrm>
              <a:off x="4875466" y="2448400"/>
              <a:ext cx="2300763" cy="3045333"/>
            </a:xfrm>
            <a:prstGeom prst="rect">
              <a:avLst/>
            </a:prstGeom>
            <a:solidFill>
              <a:srgbClr val="FFFFFF"/>
            </a:solidFill>
            <a:ln w="9525" cap="flat">
              <a:noFill/>
              <a:prstDash val="solid"/>
              <a:miter/>
            </a:ln>
          </p:spPr>
          <p:txBody>
            <a:bodyPr/>
            <a:lstStyle/>
            <a:p>
              <a:endParaRPr lang="en-US"/>
            </a:p>
          </p:txBody>
        </p:sp>
        <p:grpSp>
          <p:nvGrpSpPr>
            <p:cNvPr id="462" name="Graphic 457">
              <a:extLst>
                <a:ext uri="{FF2B5EF4-FFF2-40B4-BE49-F238E27FC236}">
                  <a16:creationId xmlns:a16="http://schemas.microsoft.com/office/drawing/2014/main" id="{70B8AE00-A998-6C00-C5F8-D8DA87A29C50}"/>
                </a:ext>
              </a:extLst>
            </p:cNvPr>
            <p:cNvGrpSpPr/>
            <p:nvPr/>
          </p:nvGrpSpPr>
          <p:grpSpPr>
            <a:xfrm>
              <a:off x="6243256" y="3104998"/>
              <a:ext cx="494600" cy="1997543"/>
              <a:chOff x="6243256" y="3104998"/>
              <a:chExt cx="494600" cy="1997543"/>
            </a:xfrm>
          </p:grpSpPr>
          <p:grpSp>
            <p:nvGrpSpPr>
              <p:cNvPr id="84" name="Graphic 457">
                <a:extLst>
                  <a:ext uri="{FF2B5EF4-FFF2-40B4-BE49-F238E27FC236}">
                    <a16:creationId xmlns:a16="http://schemas.microsoft.com/office/drawing/2014/main" id="{C6843021-DC69-6247-D6A5-58148BEB683A}"/>
                  </a:ext>
                </a:extLst>
              </p:cNvPr>
              <p:cNvGrpSpPr/>
              <p:nvPr/>
            </p:nvGrpSpPr>
            <p:grpSpPr>
              <a:xfrm>
                <a:off x="6243256" y="3104998"/>
                <a:ext cx="494600" cy="461065"/>
                <a:chOff x="6243256" y="3104998"/>
                <a:chExt cx="494600" cy="461065"/>
              </a:xfrm>
            </p:grpSpPr>
            <p:sp>
              <p:nvSpPr>
                <p:cNvPr id="91" name="Freeform: Shape 90">
                  <a:extLst>
                    <a:ext uri="{FF2B5EF4-FFF2-40B4-BE49-F238E27FC236}">
                      <a16:creationId xmlns:a16="http://schemas.microsoft.com/office/drawing/2014/main" id="{8CAF3213-D800-76E5-1AEF-CFF839B8FF27}"/>
                    </a:ext>
                  </a:extLst>
                </p:cNvPr>
                <p:cNvSpPr/>
                <p:nvPr/>
              </p:nvSpPr>
              <p:spPr>
                <a:xfrm>
                  <a:off x="6243256" y="3154870"/>
                  <a:ext cx="411289" cy="411194"/>
                </a:xfrm>
                <a:custGeom>
                  <a:avLst/>
                  <a:gdLst>
                    <a:gd name="csX0" fmla="*/ 396050 w 411289"/>
                    <a:gd name="csY0" fmla="*/ 411194 h 411194"/>
                    <a:gd name="csX1" fmla="*/ 15240 w 411289"/>
                    <a:gd name="csY1" fmla="*/ 411194 h 411194"/>
                    <a:gd name="csX2" fmla="*/ 0 w 411289"/>
                    <a:gd name="csY2" fmla="*/ 395954 h 411194"/>
                    <a:gd name="csX3" fmla="*/ 0 w 411289"/>
                    <a:gd name="csY3" fmla="*/ 15240 h 411194"/>
                    <a:gd name="csX4" fmla="*/ 15240 w 411289"/>
                    <a:gd name="csY4" fmla="*/ 0 h 411194"/>
                    <a:gd name="csX5" fmla="*/ 396050 w 411289"/>
                    <a:gd name="csY5" fmla="*/ 0 h 411194"/>
                    <a:gd name="csX6" fmla="*/ 411290 w 411289"/>
                    <a:gd name="csY6" fmla="*/ 15240 h 411194"/>
                    <a:gd name="csX7" fmla="*/ 411290 w 411289"/>
                    <a:gd name="csY7" fmla="*/ 395954 h 411194"/>
                    <a:gd name="csX8" fmla="*/ 396050 w 411289"/>
                    <a:gd name="csY8" fmla="*/ 411194 h 411194"/>
                    <a:gd name="csX9" fmla="*/ 30480 w 411289"/>
                    <a:gd name="csY9" fmla="*/ 380810 h 411194"/>
                    <a:gd name="csX10" fmla="*/ 380810 w 411289"/>
                    <a:gd name="csY10" fmla="*/ 380810 h 411194"/>
                    <a:gd name="csX11" fmla="*/ 380810 w 411289"/>
                    <a:gd name="csY11" fmla="*/ 30480 h 411194"/>
                    <a:gd name="csX12" fmla="*/ 30480 w 411289"/>
                    <a:gd name="csY12" fmla="*/ 30480 h 411194"/>
                    <a:gd name="csX13" fmla="*/ 30480 w 411289"/>
                    <a:gd name="csY13" fmla="*/ 380810 h 4111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411289" h="411194">
                      <a:moveTo>
                        <a:pt x="396050" y="411194"/>
                      </a:moveTo>
                      <a:lnTo>
                        <a:pt x="15240" y="411194"/>
                      </a:lnTo>
                      <a:cubicBezTo>
                        <a:pt x="6858" y="411194"/>
                        <a:pt x="0" y="404431"/>
                        <a:pt x="0" y="395954"/>
                      </a:cubicBezTo>
                      <a:lnTo>
                        <a:pt x="0" y="15240"/>
                      </a:lnTo>
                      <a:cubicBezTo>
                        <a:pt x="0" y="6858"/>
                        <a:pt x="6763" y="0"/>
                        <a:pt x="15240" y="0"/>
                      </a:cubicBezTo>
                      <a:lnTo>
                        <a:pt x="396050" y="0"/>
                      </a:lnTo>
                      <a:cubicBezTo>
                        <a:pt x="404432" y="0"/>
                        <a:pt x="411290" y="6763"/>
                        <a:pt x="411290" y="15240"/>
                      </a:cubicBezTo>
                      <a:lnTo>
                        <a:pt x="411290" y="395954"/>
                      </a:lnTo>
                      <a:cubicBezTo>
                        <a:pt x="411290" y="404336"/>
                        <a:pt x="404527" y="411194"/>
                        <a:pt x="396050" y="411194"/>
                      </a:cubicBezTo>
                      <a:close/>
                      <a:moveTo>
                        <a:pt x="30480" y="380810"/>
                      </a:moveTo>
                      <a:lnTo>
                        <a:pt x="380810" y="380810"/>
                      </a:lnTo>
                      <a:lnTo>
                        <a:pt x="380810" y="30480"/>
                      </a:lnTo>
                      <a:lnTo>
                        <a:pt x="30480" y="30480"/>
                      </a:lnTo>
                      <a:lnTo>
                        <a:pt x="30480" y="380810"/>
                      </a:lnTo>
                      <a:close/>
                    </a:path>
                  </a:pathLst>
                </a:custGeom>
                <a:solidFill>
                  <a:srgbClr val="656565"/>
                </a:solidFill>
                <a:ln w="9525" cap="flat">
                  <a:noFill/>
                  <a:prstDash val="solid"/>
                  <a:miter/>
                </a:ln>
              </p:spPr>
              <p:txBody>
                <a:bodyPr/>
                <a:lstStyle/>
                <a:p>
                  <a:endParaRPr lang="en-US"/>
                </a:p>
              </p:txBody>
            </p:sp>
            <p:sp>
              <p:nvSpPr>
                <p:cNvPr id="94" name="Freeform: Shape 93">
                  <a:extLst>
                    <a:ext uri="{FF2B5EF4-FFF2-40B4-BE49-F238E27FC236}">
                      <a16:creationId xmlns:a16="http://schemas.microsoft.com/office/drawing/2014/main" id="{ADA33B5A-5381-76F8-7BBF-C9E0BCF628AB}"/>
                    </a:ext>
                  </a:extLst>
                </p:cNvPr>
                <p:cNvSpPr/>
                <p:nvPr/>
              </p:nvSpPr>
              <p:spPr>
                <a:xfrm>
                  <a:off x="6294878" y="3104998"/>
                  <a:ext cx="442979" cy="402296"/>
                </a:xfrm>
                <a:custGeom>
                  <a:avLst/>
                  <a:gdLst>
                    <a:gd name="csX0" fmla="*/ 128210 w 442979"/>
                    <a:gd name="csY0" fmla="*/ 402201 h 402296"/>
                    <a:gd name="csX1" fmla="*/ 126972 w 442979"/>
                    <a:gd name="csY1" fmla="*/ 402201 h 402296"/>
                    <a:gd name="csX2" fmla="*/ 109065 w 442979"/>
                    <a:gd name="csY2" fmla="*/ 388581 h 402296"/>
                    <a:gd name="csX3" fmla="*/ 4290 w 442979"/>
                    <a:gd name="csY3" fmla="*/ 196652 h 402296"/>
                    <a:gd name="csX4" fmla="*/ 7719 w 442979"/>
                    <a:gd name="csY4" fmla="*/ 168172 h 402296"/>
                    <a:gd name="csX5" fmla="*/ 36199 w 442979"/>
                    <a:gd name="csY5" fmla="*/ 171601 h 402296"/>
                    <a:gd name="csX6" fmla="*/ 130877 w 442979"/>
                    <a:gd name="csY6" fmla="*/ 332383 h 402296"/>
                    <a:gd name="csX7" fmla="*/ 410341 w 442979"/>
                    <a:gd name="csY7" fmla="*/ 4247 h 402296"/>
                    <a:gd name="csX8" fmla="*/ 438725 w 442979"/>
                    <a:gd name="csY8" fmla="*/ 7866 h 402296"/>
                    <a:gd name="csX9" fmla="*/ 435201 w 442979"/>
                    <a:gd name="csY9" fmla="*/ 36346 h 402296"/>
                    <a:gd name="csX10" fmla="*/ 146403 w 442979"/>
                    <a:gd name="csY10" fmla="*/ 390866 h 402296"/>
                    <a:gd name="csX11" fmla="*/ 128210 w 442979"/>
                    <a:gd name="csY11" fmla="*/ 402297 h 4022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42979" h="402296">
                      <a:moveTo>
                        <a:pt x="128210" y="402201"/>
                      </a:moveTo>
                      <a:cubicBezTo>
                        <a:pt x="128210" y="402201"/>
                        <a:pt x="127353" y="402201"/>
                        <a:pt x="126972" y="402201"/>
                      </a:cubicBezTo>
                      <a:cubicBezTo>
                        <a:pt x="118781" y="401725"/>
                        <a:pt x="111732" y="396296"/>
                        <a:pt x="109065" y="388581"/>
                      </a:cubicBezTo>
                      <a:cubicBezTo>
                        <a:pt x="85253" y="319620"/>
                        <a:pt x="50010" y="255040"/>
                        <a:pt x="4290" y="196652"/>
                      </a:cubicBezTo>
                      <a:cubicBezTo>
                        <a:pt x="-2568" y="187794"/>
                        <a:pt x="-1044" y="175125"/>
                        <a:pt x="7719" y="168172"/>
                      </a:cubicBezTo>
                      <a:cubicBezTo>
                        <a:pt x="16482" y="161314"/>
                        <a:pt x="29246" y="162838"/>
                        <a:pt x="36199" y="171601"/>
                      </a:cubicBezTo>
                      <a:cubicBezTo>
                        <a:pt x="75061" y="221322"/>
                        <a:pt x="106779" y="275233"/>
                        <a:pt x="130877" y="332383"/>
                      </a:cubicBezTo>
                      <a:cubicBezTo>
                        <a:pt x="199362" y="206367"/>
                        <a:pt x="295279" y="93687"/>
                        <a:pt x="410341" y="4247"/>
                      </a:cubicBezTo>
                      <a:cubicBezTo>
                        <a:pt x="419199" y="-2611"/>
                        <a:pt x="431867" y="-992"/>
                        <a:pt x="438725" y="7866"/>
                      </a:cubicBezTo>
                      <a:cubicBezTo>
                        <a:pt x="445583" y="16725"/>
                        <a:pt x="443964" y="29393"/>
                        <a:pt x="435201" y="36346"/>
                      </a:cubicBezTo>
                      <a:cubicBezTo>
                        <a:pt x="312805" y="131406"/>
                        <a:pt x="212888" y="253992"/>
                        <a:pt x="146403" y="390866"/>
                      </a:cubicBezTo>
                      <a:cubicBezTo>
                        <a:pt x="142974" y="397820"/>
                        <a:pt x="135926" y="402297"/>
                        <a:pt x="128210" y="402297"/>
                      </a:cubicBezTo>
                      <a:close/>
                    </a:path>
                  </a:pathLst>
                </a:custGeom>
                <a:solidFill>
                  <a:srgbClr val="0679C3"/>
                </a:solidFill>
                <a:ln w="9525" cap="flat">
                  <a:noFill/>
                  <a:prstDash val="solid"/>
                  <a:miter/>
                </a:ln>
              </p:spPr>
              <p:txBody>
                <a:bodyPr/>
                <a:lstStyle/>
                <a:p>
                  <a:endParaRPr lang="en-US"/>
                </a:p>
              </p:txBody>
            </p:sp>
          </p:grpSp>
          <p:sp>
            <p:nvSpPr>
              <p:cNvPr id="88" name="Freeform: Shape 87">
                <a:extLst>
                  <a:ext uri="{FF2B5EF4-FFF2-40B4-BE49-F238E27FC236}">
                    <a16:creationId xmlns:a16="http://schemas.microsoft.com/office/drawing/2014/main" id="{9118C136-4C4C-3AAF-0F27-B79EE0EA79C0}"/>
                  </a:ext>
                </a:extLst>
              </p:cNvPr>
              <p:cNvSpPr/>
              <p:nvPr/>
            </p:nvSpPr>
            <p:spPr>
              <a:xfrm>
                <a:off x="6243256" y="3896391"/>
                <a:ext cx="411289" cy="411194"/>
              </a:xfrm>
              <a:custGeom>
                <a:avLst/>
                <a:gdLst>
                  <a:gd name="csX0" fmla="*/ 396050 w 411289"/>
                  <a:gd name="csY0" fmla="*/ 411194 h 411194"/>
                  <a:gd name="csX1" fmla="*/ 15240 w 411289"/>
                  <a:gd name="csY1" fmla="*/ 411194 h 411194"/>
                  <a:gd name="csX2" fmla="*/ 0 w 411289"/>
                  <a:gd name="csY2" fmla="*/ 395954 h 411194"/>
                  <a:gd name="csX3" fmla="*/ 0 w 411289"/>
                  <a:gd name="csY3" fmla="*/ 15240 h 411194"/>
                  <a:gd name="csX4" fmla="*/ 15240 w 411289"/>
                  <a:gd name="csY4" fmla="*/ 0 h 411194"/>
                  <a:gd name="csX5" fmla="*/ 396050 w 411289"/>
                  <a:gd name="csY5" fmla="*/ 0 h 411194"/>
                  <a:gd name="csX6" fmla="*/ 411290 w 411289"/>
                  <a:gd name="csY6" fmla="*/ 15240 h 411194"/>
                  <a:gd name="csX7" fmla="*/ 411290 w 411289"/>
                  <a:gd name="csY7" fmla="*/ 395954 h 411194"/>
                  <a:gd name="csX8" fmla="*/ 396050 w 411289"/>
                  <a:gd name="csY8" fmla="*/ 411194 h 411194"/>
                  <a:gd name="csX9" fmla="*/ 30480 w 411289"/>
                  <a:gd name="csY9" fmla="*/ 380809 h 411194"/>
                  <a:gd name="csX10" fmla="*/ 380810 w 411289"/>
                  <a:gd name="csY10" fmla="*/ 380809 h 411194"/>
                  <a:gd name="csX11" fmla="*/ 380810 w 411289"/>
                  <a:gd name="csY11" fmla="*/ 30480 h 411194"/>
                  <a:gd name="csX12" fmla="*/ 30480 w 411289"/>
                  <a:gd name="csY12" fmla="*/ 30480 h 411194"/>
                  <a:gd name="csX13" fmla="*/ 30480 w 411289"/>
                  <a:gd name="csY13" fmla="*/ 380809 h 4111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411289" h="411194">
                    <a:moveTo>
                      <a:pt x="396050" y="411194"/>
                    </a:moveTo>
                    <a:lnTo>
                      <a:pt x="15240" y="411194"/>
                    </a:lnTo>
                    <a:cubicBezTo>
                      <a:pt x="6858" y="411194"/>
                      <a:pt x="0" y="404431"/>
                      <a:pt x="0" y="395954"/>
                    </a:cubicBezTo>
                    <a:lnTo>
                      <a:pt x="0" y="15240"/>
                    </a:lnTo>
                    <a:cubicBezTo>
                      <a:pt x="0" y="6858"/>
                      <a:pt x="6763" y="0"/>
                      <a:pt x="15240" y="0"/>
                    </a:cubicBezTo>
                    <a:lnTo>
                      <a:pt x="396050" y="0"/>
                    </a:lnTo>
                    <a:cubicBezTo>
                      <a:pt x="404432" y="0"/>
                      <a:pt x="411290" y="6763"/>
                      <a:pt x="411290" y="15240"/>
                    </a:cubicBezTo>
                    <a:lnTo>
                      <a:pt x="411290" y="395954"/>
                    </a:lnTo>
                    <a:cubicBezTo>
                      <a:pt x="411290" y="404336"/>
                      <a:pt x="404527" y="411194"/>
                      <a:pt x="396050" y="411194"/>
                    </a:cubicBezTo>
                    <a:close/>
                    <a:moveTo>
                      <a:pt x="30480" y="380809"/>
                    </a:moveTo>
                    <a:lnTo>
                      <a:pt x="380810" y="380809"/>
                    </a:lnTo>
                    <a:lnTo>
                      <a:pt x="380810" y="30480"/>
                    </a:lnTo>
                    <a:lnTo>
                      <a:pt x="30480" y="30480"/>
                    </a:lnTo>
                    <a:lnTo>
                      <a:pt x="30480" y="380809"/>
                    </a:lnTo>
                    <a:close/>
                  </a:path>
                </a:pathLst>
              </a:custGeom>
              <a:solidFill>
                <a:srgbClr val="656565"/>
              </a:solidFill>
              <a:ln w="9525" cap="flat">
                <a:noFill/>
                <a:prstDash val="solid"/>
                <a:miter/>
              </a:ln>
            </p:spPr>
            <p:txBody>
              <a:bodyPr/>
              <a:lstStyle/>
              <a:p>
                <a:endParaRPr lang="en-US"/>
              </a:p>
            </p:txBody>
          </p:sp>
          <p:sp>
            <p:nvSpPr>
              <p:cNvPr id="90" name="Freeform: Shape 89">
                <a:extLst>
                  <a:ext uri="{FF2B5EF4-FFF2-40B4-BE49-F238E27FC236}">
                    <a16:creationId xmlns:a16="http://schemas.microsoft.com/office/drawing/2014/main" id="{0D8A3B16-8CCD-5835-2ECA-319FFE700A36}"/>
                  </a:ext>
                </a:extLst>
              </p:cNvPr>
              <p:cNvSpPr/>
              <p:nvPr/>
            </p:nvSpPr>
            <p:spPr>
              <a:xfrm>
                <a:off x="6243256" y="4691347"/>
                <a:ext cx="411289" cy="411194"/>
              </a:xfrm>
              <a:custGeom>
                <a:avLst/>
                <a:gdLst>
                  <a:gd name="csX0" fmla="*/ 396050 w 411289"/>
                  <a:gd name="csY0" fmla="*/ 411194 h 411194"/>
                  <a:gd name="csX1" fmla="*/ 15240 w 411289"/>
                  <a:gd name="csY1" fmla="*/ 411194 h 411194"/>
                  <a:gd name="csX2" fmla="*/ 0 w 411289"/>
                  <a:gd name="csY2" fmla="*/ 395954 h 411194"/>
                  <a:gd name="csX3" fmla="*/ 0 w 411289"/>
                  <a:gd name="csY3" fmla="*/ 15240 h 411194"/>
                  <a:gd name="csX4" fmla="*/ 15240 w 411289"/>
                  <a:gd name="csY4" fmla="*/ 0 h 411194"/>
                  <a:gd name="csX5" fmla="*/ 396050 w 411289"/>
                  <a:gd name="csY5" fmla="*/ 0 h 411194"/>
                  <a:gd name="csX6" fmla="*/ 411290 w 411289"/>
                  <a:gd name="csY6" fmla="*/ 15240 h 411194"/>
                  <a:gd name="csX7" fmla="*/ 411290 w 411289"/>
                  <a:gd name="csY7" fmla="*/ 395954 h 411194"/>
                  <a:gd name="csX8" fmla="*/ 396050 w 411289"/>
                  <a:gd name="csY8" fmla="*/ 411194 h 411194"/>
                  <a:gd name="csX9" fmla="*/ 30480 w 411289"/>
                  <a:gd name="csY9" fmla="*/ 380810 h 411194"/>
                  <a:gd name="csX10" fmla="*/ 380810 w 411289"/>
                  <a:gd name="csY10" fmla="*/ 380810 h 411194"/>
                  <a:gd name="csX11" fmla="*/ 380810 w 411289"/>
                  <a:gd name="csY11" fmla="*/ 30480 h 411194"/>
                  <a:gd name="csX12" fmla="*/ 30480 w 411289"/>
                  <a:gd name="csY12" fmla="*/ 30480 h 411194"/>
                  <a:gd name="csX13" fmla="*/ 30480 w 411289"/>
                  <a:gd name="csY13" fmla="*/ 380810 h 4111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411289" h="411194">
                    <a:moveTo>
                      <a:pt x="396050" y="411194"/>
                    </a:moveTo>
                    <a:lnTo>
                      <a:pt x="15240" y="411194"/>
                    </a:lnTo>
                    <a:cubicBezTo>
                      <a:pt x="6858" y="411194"/>
                      <a:pt x="0" y="404431"/>
                      <a:pt x="0" y="395954"/>
                    </a:cubicBezTo>
                    <a:lnTo>
                      <a:pt x="0" y="15240"/>
                    </a:lnTo>
                    <a:cubicBezTo>
                      <a:pt x="0" y="6858"/>
                      <a:pt x="6763" y="0"/>
                      <a:pt x="15240" y="0"/>
                    </a:cubicBezTo>
                    <a:lnTo>
                      <a:pt x="396050" y="0"/>
                    </a:lnTo>
                    <a:cubicBezTo>
                      <a:pt x="404432" y="0"/>
                      <a:pt x="411290" y="6763"/>
                      <a:pt x="411290" y="15240"/>
                    </a:cubicBezTo>
                    <a:lnTo>
                      <a:pt x="411290" y="395954"/>
                    </a:lnTo>
                    <a:cubicBezTo>
                      <a:pt x="411290" y="404336"/>
                      <a:pt x="404527" y="411194"/>
                      <a:pt x="396050" y="411194"/>
                    </a:cubicBezTo>
                    <a:close/>
                    <a:moveTo>
                      <a:pt x="30480" y="380810"/>
                    </a:moveTo>
                    <a:lnTo>
                      <a:pt x="380810" y="380810"/>
                    </a:lnTo>
                    <a:lnTo>
                      <a:pt x="380810" y="30480"/>
                    </a:lnTo>
                    <a:lnTo>
                      <a:pt x="30480" y="30480"/>
                    </a:lnTo>
                    <a:lnTo>
                      <a:pt x="30480" y="380810"/>
                    </a:lnTo>
                    <a:close/>
                  </a:path>
                </a:pathLst>
              </a:custGeom>
              <a:solidFill>
                <a:srgbClr val="656565"/>
              </a:solidFill>
              <a:ln w="9525" cap="flat">
                <a:noFill/>
                <a:prstDash val="solid"/>
                <a:miter/>
              </a:ln>
            </p:spPr>
            <p:txBody>
              <a:bodyPr/>
              <a:lstStyle/>
              <a:p>
                <a:endParaRPr lang="en-US"/>
              </a:p>
            </p:txBody>
          </p:sp>
        </p:grpSp>
        <p:sp>
          <p:nvSpPr>
            <p:cNvPr id="463" name="Freeform: Shape 462">
              <a:extLst>
                <a:ext uri="{FF2B5EF4-FFF2-40B4-BE49-F238E27FC236}">
                  <a16:creationId xmlns:a16="http://schemas.microsoft.com/office/drawing/2014/main" id="{6D67F31A-0FAE-A08C-9B7A-CBB25C766880}"/>
                </a:ext>
              </a:extLst>
            </p:cNvPr>
            <p:cNvSpPr/>
            <p:nvPr/>
          </p:nvSpPr>
          <p:spPr>
            <a:xfrm>
              <a:off x="5370003" y="2099685"/>
              <a:ext cx="1315025" cy="511973"/>
            </a:xfrm>
            <a:custGeom>
              <a:avLst/>
              <a:gdLst>
                <a:gd name="csX0" fmla="*/ 1189197 w 1315025"/>
                <a:gd name="csY0" fmla="*/ 182885 h 511973"/>
                <a:gd name="csX1" fmla="*/ 822389 w 1315025"/>
                <a:gd name="csY1" fmla="*/ 180313 h 511973"/>
                <a:gd name="csX2" fmla="*/ 823246 w 1315025"/>
                <a:gd name="csY2" fmla="*/ 165359 h 511973"/>
                <a:gd name="csX3" fmla="*/ 660178 w 1315025"/>
                <a:gd name="csY3" fmla="*/ 5 h 511973"/>
                <a:gd name="csX4" fmla="*/ 494824 w 1315025"/>
                <a:gd name="csY4" fmla="*/ 163072 h 511973"/>
                <a:gd name="csX5" fmla="*/ 495491 w 1315025"/>
                <a:gd name="csY5" fmla="*/ 178027 h 511973"/>
                <a:gd name="csX6" fmla="*/ 128683 w 1315025"/>
                <a:gd name="csY6" fmla="*/ 175455 h 511973"/>
                <a:gd name="csX7" fmla="*/ 1239 w 1315025"/>
                <a:gd name="csY7" fmla="*/ 301185 h 511973"/>
                <a:gd name="csX8" fmla="*/ 1 w 1315025"/>
                <a:gd name="csY8" fmla="*/ 473778 h 511973"/>
                <a:gd name="csX9" fmla="*/ 29052 w 1315025"/>
                <a:gd name="csY9" fmla="*/ 503210 h 511973"/>
                <a:gd name="csX10" fmla="*/ 1284352 w 1315025"/>
                <a:gd name="csY10" fmla="*/ 511973 h 511973"/>
                <a:gd name="csX11" fmla="*/ 1313784 w 1315025"/>
                <a:gd name="csY11" fmla="*/ 482922 h 511973"/>
                <a:gd name="csX12" fmla="*/ 1315022 w 1315025"/>
                <a:gd name="csY12" fmla="*/ 310329 h 511973"/>
                <a:gd name="csX13" fmla="*/ 1189292 w 1315025"/>
                <a:gd name="csY13" fmla="*/ 182885 h 511973"/>
                <a:gd name="csX14" fmla="*/ 658273 w 1315025"/>
                <a:gd name="csY14" fmla="*/ 268800 h 511973"/>
                <a:gd name="csX15" fmla="*/ 554451 w 1315025"/>
                <a:gd name="csY15" fmla="*/ 163549 h 511973"/>
                <a:gd name="csX16" fmla="*/ 659702 w 1315025"/>
                <a:gd name="csY16" fmla="*/ 59726 h 511973"/>
                <a:gd name="csX17" fmla="*/ 763525 w 1315025"/>
                <a:gd name="csY17" fmla="*/ 164977 h 511973"/>
                <a:gd name="csX18" fmla="*/ 658273 w 1315025"/>
                <a:gd name="csY18" fmla="*/ 268800 h 5119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1315025" h="511973">
                  <a:moveTo>
                    <a:pt x="1189197" y="182885"/>
                  </a:moveTo>
                  <a:lnTo>
                    <a:pt x="822389" y="180313"/>
                  </a:lnTo>
                  <a:cubicBezTo>
                    <a:pt x="822865" y="175360"/>
                    <a:pt x="823246" y="170407"/>
                    <a:pt x="823246" y="165359"/>
                  </a:cubicBezTo>
                  <a:cubicBezTo>
                    <a:pt x="823913" y="74680"/>
                    <a:pt x="750856" y="576"/>
                    <a:pt x="660178" y="5"/>
                  </a:cubicBezTo>
                  <a:cubicBezTo>
                    <a:pt x="569500" y="-662"/>
                    <a:pt x="495396" y="72394"/>
                    <a:pt x="494824" y="163072"/>
                  </a:cubicBezTo>
                  <a:cubicBezTo>
                    <a:pt x="494824" y="168121"/>
                    <a:pt x="495015" y="173074"/>
                    <a:pt x="495491" y="178027"/>
                  </a:cubicBezTo>
                  <a:lnTo>
                    <a:pt x="128683" y="175455"/>
                  </a:lnTo>
                  <a:cubicBezTo>
                    <a:pt x="58770" y="174979"/>
                    <a:pt x="1715" y="231272"/>
                    <a:pt x="1239" y="301185"/>
                  </a:cubicBezTo>
                  <a:lnTo>
                    <a:pt x="1" y="473778"/>
                  </a:lnTo>
                  <a:cubicBezTo>
                    <a:pt x="-95" y="489971"/>
                    <a:pt x="12859" y="503115"/>
                    <a:pt x="29052" y="503210"/>
                  </a:cubicBezTo>
                  <a:lnTo>
                    <a:pt x="1284352" y="511973"/>
                  </a:lnTo>
                  <a:cubicBezTo>
                    <a:pt x="1300544" y="512068"/>
                    <a:pt x="1313689" y="499114"/>
                    <a:pt x="1313784" y="482922"/>
                  </a:cubicBezTo>
                  <a:lnTo>
                    <a:pt x="1315022" y="310329"/>
                  </a:lnTo>
                  <a:cubicBezTo>
                    <a:pt x="1315498" y="240415"/>
                    <a:pt x="1259206" y="183361"/>
                    <a:pt x="1189292" y="182885"/>
                  </a:cubicBezTo>
                  <a:close/>
                  <a:moveTo>
                    <a:pt x="658273" y="268800"/>
                  </a:moveTo>
                  <a:cubicBezTo>
                    <a:pt x="600552" y="268419"/>
                    <a:pt x="554070" y="221270"/>
                    <a:pt x="554451" y="163549"/>
                  </a:cubicBezTo>
                  <a:cubicBezTo>
                    <a:pt x="554832" y="105827"/>
                    <a:pt x="601981" y="59345"/>
                    <a:pt x="659702" y="59726"/>
                  </a:cubicBezTo>
                  <a:cubicBezTo>
                    <a:pt x="717424" y="60107"/>
                    <a:pt x="763906" y="107256"/>
                    <a:pt x="763525" y="164977"/>
                  </a:cubicBezTo>
                  <a:cubicBezTo>
                    <a:pt x="763144" y="222699"/>
                    <a:pt x="715995" y="269181"/>
                    <a:pt x="658273" y="268800"/>
                  </a:cubicBezTo>
                  <a:close/>
                </a:path>
              </a:pathLst>
            </a:custGeom>
            <a:solidFill>
              <a:srgbClr val="656565"/>
            </a:solidFill>
            <a:ln w="9525" cap="flat">
              <a:noFill/>
              <a:prstDash val="solid"/>
              <a:miter/>
            </a:ln>
          </p:spPr>
          <p:txBody>
            <a:bodyPr/>
            <a:lstStyle/>
            <a:p>
              <a:endParaRPr lang="en-US"/>
            </a:p>
          </p:txBody>
        </p:sp>
        <p:sp>
          <p:nvSpPr>
            <p:cNvPr id="464" name="Freeform: Shape 463">
              <a:extLst>
                <a:ext uri="{FF2B5EF4-FFF2-40B4-BE49-F238E27FC236}">
                  <a16:creationId xmlns:a16="http://schemas.microsoft.com/office/drawing/2014/main" id="{587421BF-28DF-6450-F514-A39F9A55172D}"/>
                </a:ext>
              </a:extLst>
            </p:cNvPr>
            <p:cNvSpPr/>
            <p:nvPr/>
          </p:nvSpPr>
          <p:spPr>
            <a:xfrm>
              <a:off x="7586195" y="5297804"/>
              <a:ext cx="135393" cy="213454"/>
            </a:xfrm>
            <a:custGeom>
              <a:avLst/>
              <a:gdLst>
                <a:gd name="csX0" fmla="*/ 32185 w 135393"/>
                <a:gd name="csY0" fmla="*/ 0 h 213454"/>
                <a:gd name="csX1" fmla="*/ 86 w 135393"/>
                <a:gd name="csY1" fmla="*/ 183071 h 213454"/>
                <a:gd name="csX2" fmla="*/ 11421 w 135393"/>
                <a:gd name="csY2" fmla="*/ 204692 h 213454"/>
                <a:gd name="csX3" fmla="*/ 60284 w 135393"/>
                <a:gd name="csY3" fmla="*/ 213455 h 213454"/>
                <a:gd name="csX4" fmla="*/ 104861 w 135393"/>
                <a:gd name="csY4" fmla="*/ 192976 h 213454"/>
                <a:gd name="csX5" fmla="*/ 135246 w 135393"/>
                <a:gd name="csY5" fmla="*/ 24479 h 213454"/>
                <a:gd name="csX6" fmla="*/ 32280 w 135393"/>
                <a:gd name="csY6" fmla="*/ 0 h 21345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5393" h="213454">
                  <a:moveTo>
                    <a:pt x="32185" y="0"/>
                  </a:moveTo>
                  <a:cubicBezTo>
                    <a:pt x="32185" y="0"/>
                    <a:pt x="1229" y="180880"/>
                    <a:pt x="86" y="183071"/>
                  </a:cubicBezTo>
                  <a:cubicBezTo>
                    <a:pt x="-1152" y="185261"/>
                    <a:pt x="11421" y="204692"/>
                    <a:pt x="11421" y="204692"/>
                  </a:cubicBezTo>
                  <a:lnTo>
                    <a:pt x="60284" y="213455"/>
                  </a:lnTo>
                  <a:lnTo>
                    <a:pt x="104861" y="192976"/>
                  </a:lnTo>
                  <a:cubicBezTo>
                    <a:pt x="104861" y="192976"/>
                    <a:pt x="130578" y="47149"/>
                    <a:pt x="135246" y="24479"/>
                  </a:cubicBezTo>
                  <a:cubicBezTo>
                    <a:pt x="139913" y="1810"/>
                    <a:pt x="32280" y="0"/>
                    <a:pt x="32280" y="0"/>
                  </a:cubicBezTo>
                  <a:close/>
                </a:path>
              </a:pathLst>
            </a:custGeom>
            <a:solidFill>
              <a:srgbClr val="6D4D46"/>
            </a:solidFill>
            <a:ln w="9525" cap="flat">
              <a:noFill/>
              <a:prstDash val="solid"/>
              <a:miter/>
            </a:ln>
          </p:spPr>
          <p:txBody>
            <a:bodyPr/>
            <a:lstStyle/>
            <a:p>
              <a:endParaRPr lang="en-US"/>
            </a:p>
          </p:txBody>
        </p:sp>
        <p:sp>
          <p:nvSpPr>
            <p:cNvPr id="465" name="Freeform: Shape 464">
              <a:extLst>
                <a:ext uri="{FF2B5EF4-FFF2-40B4-BE49-F238E27FC236}">
                  <a16:creationId xmlns:a16="http://schemas.microsoft.com/office/drawing/2014/main" id="{BFC42200-6CE8-917C-6086-9448AB11A732}"/>
                </a:ext>
              </a:extLst>
            </p:cNvPr>
            <p:cNvSpPr/>
            <p:nvPr/>
          </p:nvSpPr>
          <p:spPr>
            <a:xfrm>
              <a:off x="7404708" y="5477922"/>
              <a:ext cx="294092" cy="136596"/>
            </a:xfrm>
            <a:custGeom>
              <a:avLst/>
              <a:gdLst>
                <a:gd name="csX0" fmla="*/ 286252 w 294092"/>
                <a:gd name="csY0" fmla="*/ 12859 h 136596"/>
                <a:gd name="csX1" fmla="*/ 181858 w 294092"/>
                <a:gd name="csY1" fmla="*/ 0 h 136596"/>
                <a:gd name="csX2" fmla="*/ 217 w 294092"/>
                <a:gd name="csY2" fmla="*/ 123635 h 136596"/>
                <a:gd name="csX3" fmla="*/ 73464 w 294092"/>
                <a:gd name="csY3" fmla="*/ 136112 h 136596"/>
                <a:gd name="csX4" fmla="*/ 284157 w 294092"/>
                <a:gd name="csY4" fmla="*/ 127159 h 136596"/>
                <a:gd name="csX5" fmla="*/ 286252 w 294092"/>
                <a:gd name="csY5" fmla="*/ 12859 h 136596"/>
              </a:gdLst>
              <a:ahLst/>
              <a:cxnLst>
                <a:cxn ang="0">
                  <a:pos x="csX0" y="csY0"/>
                </a:cxn>
                <a:cxn ang="0">
                  <a:pos x="csX1" y="csY1"/>
                </a:cxn>
                <a:cxn ang="0">
                  <a:pos x="csX2" y="csY2"/>
                </a:cxn>
                <a:cxn ang="0">
                  <a:pos x="csX3" y="csY3"/>
                </a:cxn>
                <a:cxn ang="0">
                  <a:pos x="csX4" y="csY4"/>
                </a:cxn>
                <a:cxn ang="0">
                  <a:pos x="csX5" y="csY5"/>
                </a:cxn>
              </a:cxnLst>
              <a:rect l="l" t="t" r="r" b="b"/>
              <a:pathLst>
                <a:path w="294092" h="136596">
                  <a:moveTo>
                    <a:pt x="286252" y="12859"/>
                  </a:moveTo>
                  <a:cubicBezTo>
                    <a:pt x="286252" y="12859"/>
                    <a:pt x="229960" y="32576"/>
                    <a:pt x="181858" y="0"/>
                  </a:cubicBezTo>
                  <a:cubicBezTo>
                    <a:pt x="181858" y="0"/>
                    <a:pt x="-5498" y="70199"/>
                    <a:pt x="217" y="123635"/>
                  </a:cubicBezTo>
                  <a:cubicBezTo>
                    <a:pt x="217" y="123635"/>
                    <a:pt x="-7785" y="139541"/>
                    <a:pt x="73464" y="136112"/>
                  </a:cubicBezTo>
                  <a:cubicBezTo>
                    <a:pt x="154617" y="132683"/>
                    <a:pt x="280823" y="129064"/>
                    <a:pt x="284157" y="127159"/>
                  </a:cubicBezTo>
                  <a:cubicBezTo>
                    <a:pt x="287586" y="125254"/>
                    <a:pt x="303397" y="133826"/>
                    <a:pt x="286252" y="12859"/>
                  </a:cubicBezTo>
                  <a:close/>
                </a:path>
              </a:pathLst>
            </a:custGeom>
            <a:solidFill>
              <a:srgbClr val="333333"/>
            </a:solidFill>
            <a:ln w="9525" cap="flat">
              <a:noFill/>
              <a:prstDash val="solid"/>
              <a:miter/>
            </a:ln>
          </p:spPr>
          <p:txBody>
            <a:bodyPr/>
            <a:lstStyle/>
            <a:p>
              <a:endParaRPr lang="en-US"/>
            </a:p>
          </p:txBody>
        </p:sp>
        <p:sp>
          <p:nvSpPr>
            <p:cNvPr id="466" name="Freeform: Shape 465">
              <a:extLst>
                <a:ext uri="{FF2B5EF4-FFF2-40B4-BE49-F238E27FC236}">
                  <a16:creationId xmlns:a16="http://schemas.microsoft.com/office/drawing/2014/main" id="{0CF895AA-D7DF-CED3-213B-51A3C66BEADA}"/>
                </a:ext>
              </a:extLst>
            </p:cNvPr>
            <p:cNvSpPr/>
            <p:nvPr/>
          </p:nvSpPr>
          <p:spPr>
            <a:xfrm>
              <a:off x="8174735" y="5297792"/>
              <a:ext cx="151352" cy="213467"/>
            </a:xfrm>
            <a:custGeom>
              <a:avLst/>
              <a:gdLst>
                <a:gd name="csX0" fmla="*/ 0 w 151352"/>
                <a:gd name="csY0" fmla="*/ 12 h 213467"/>
                <a:gd name="csX1" fmla="*/ 46577 w 151352"/>
                <a:gd name="csY1" fmla="*/ 183083 h 213467"/>
                <a:gd name="csX2" fmla="*/ 57912 w 151352"/>
                <a:gd name="csY2" fmla="*/ 204704 h 213467"/>
                <a:gd name="csX3" fmla="*/ 106775 w 151352"/>
                <a:gd name="csY3" fmla="*/ 213467 h 213467"/>
                <a:gd name="csX4" fmla="*/ 151352 w 151352"/>
                <a:gd name="csY4" fmla="*/ 192988 h 213467"/>
                <a:gd name="csX5" fmla="*/ 131731 w 151352"/>
                <a:gd name="csY5" fmla="*/ 21443 h 213467"/>
                <a:gd name="csX6" fmla="*/ 191 w 151352"/>
                <a:gd name="csY6" fmla="*/ 12 h 21346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1352" h="213467">
                  <a:moveTo>
                    <a:pt x="0" y="12"/>
                  </a:moveTo>
                  <a:cubicBezTo>
                    <a:pt x="0" y="12"/>
                    <a:pt x="47720" y="180892"/>
                    <a:pt x="46577" y="183083"/>
                  </a:cubicBezTo>
                  <a:cubicBezTo>
                    <a:pt x="45339" y="185273"/>
                    <a:pt x="57912" y="204704"/>
                    <a:pt x="57912" y="204704"/>
                  </a:cubicBezTo>
                  <a:lnTo>
                    <a:pt x="106775" y="213467"/>
                  </a:lnTo>
                  <a:lnTo>
                    <a:pt x="151352" y="192988"/>
                  </a:lnTo>
                  <a:cubicBezTo>
                    <a:pt x="151352" y="192988"/>
                    <a:pt x="127064" y="44208"/>
                    <a:pt x="131731" y="21443"/>
                  </a:cubicBezTo>
                  <a:cubicBezTo>
                    <a:pt x="136398" y="-1226"/>
                    <a:pt x="191" y="12"/>
                    <a:pt x="191" y="12"/>
                  </a:cubicBezTo>
                  <a:close/>
                </a:path>
              </a:pathLst>
            </a:custGeom>
            <a:solidFill>
              <a:srgbClr val="6D4D46"/>
            </a:solidFill>
            <a:ln w="9525" cap="flat">
              <a:noFill/>
              <a:prstDash val="solid"/>
              <a:miter/>
            </a:ln>
          </p:spPr>
          <p:txBody>
            <a:bodyPr/>
            <a:lstStyle/>
            <a:p>
              <a:endParaRPr lang="en-US"/>
            </a:p>
          </p:txBody>
        </p:sp>
        <p:sp>
          <p:nvSpPr>
            <p:cNvPr id="467" name="Freeform: Shape 466">
              <a:extLst>
                <a:ext uri="{FF2B5EF4-FFF2-40B4-BE49-F238E27FC236}">
                  <a16:creationId xmlns:a16="http://schemas.microsoft.com/office/drawing/2014/main" id="{AAD35FB5-FEA6-F531-765F-544EFE1FC1FA}"/>
                </a:ext>
              </a:extLst>
            </p:cNvPr>
            <p:cNvSpPr/>
            <p:nvPr/>
          </p:nvSpPr>
          <p:spPr>
            <a:xfrm>
              <a:off x="8039740" y="5477922"/>
              <a:ext cx="294070" cy="136596"/>
            </a:xfrm>
            <a:custGeom>
              <a:avLst/>
              <a:gdLst>
                <a:gd name="csX0" fmla="*/ 286252 w 294070"/>
                <a:gd name="csY0" fmla="*/ 12859 h 136596"/>
                <a:gd name="csX1" fmla="*/ 181858 w 294070"/>
                <a:gd name="csY1" fmla="*/ 0 h 136596"/>
                <a:gd name="csX2" fmla="*/ 217 w 294070"/>
                <a:gd name="csY2" fmla="*/ 123635 h 136596"/>
                <a:gd name="csX3" fmla="*/ 73464 w 294070"/>
                <a:gd name="csY3" fmla="*/ 136112 h 136596"/>
                <a:gd name="csX4" fmla="*/ 284157 w 294070"/>
                <a:gd name="csY4" fmla="*/ 127159 h 136596"/>
                <a:gd name="csX5" fmla="*/ 286252 w 294070"/>
                <a:gd name="csY5" fmla="*/ 12859 h 136596"/>
              </a:gdLst>
              <a:ahLst/>
              <a:cxnLst>
                <a:cxn ang="0">
                  <a:pos x="csX0" y="csY0"/>
                </a:cxn>
                <a:cxn ang="0">
                  <a:pos x="csX1" y="csY1"/>
                </a:cxn>
                <a:cxn ang="0">
                  <a:pos x="csX2" y="csY2"/>
                </a:cxn>
                <a:cxn ang="0">
                  <a:pos x="csX3" y="csY3"/>
                </a:cxn>
                <a:cxn ang="0">
                  <a:pos x="csX4" y="csY4"/>
                </a:cxn>
                <a:cxn ang="0">
                  <a:pos x="csX5" y="csY5"/>
                </a:cxn>
              </a:cxnLst>
              <a:rect l="l" t="t" r="r" b="b"/>
              <a:pathLst>
                <a:path w="294070" h="136596">
                  <a:moveTo>
                    <a:pt x="286252" y="12859"/>
                  </a:moveTo>
                  <a:cubicBezTo>
                    <a:pt x="286252" y="12859"/>
                    <a:pt x="229960" y="32576"/>
                    <a:pt x="181858" y="0"/>
                  </a:cubicBezTo>
                  <a:cubicBezTo>
                    <a:pt x="181858" y="0"/>
                    <a:pt x="-5499" y="70199"/>
                    <a:pt x="217" y="123635"/>
                  </a:cubicBezTo>
                  <a:cubicBezTo>
                    <a:pt x="217" y="123635"/>
                    <a:pt x="-7785" y="139541"/>
                    <a:pt x="73464" y="136112"/>
                  </a:cubicBezTo>
                  <a:cubicBezTo>
                    <a:pt x="154617" y="132683"/>
                    <a:pt x="280823" y="129064"/>
                    <a:pt x="284157" y="127159"/>
                  </a:cubicBezTo>
                  <a:cubicBezTo>
                    <a:pt x="287490" y="125254"/>
                    <a:pt x="303397" y="133826"/>
                    <a:pt x="286252" y="12859"/>
                  </a:cubicBezTo>
                  <a:close/>
                </a:path>
              </a:pathLst>
            </a:custGeom>
            <a:solidFill>
              <a:srgbClr val="333333"/>
            </a:solidFill>
            <a:ln w="9525" cap="flat">
              <a:noFill/>
              <a:prstDash val="solid"/>
              <a:miter/>
            </a:ln>
          </p:spPr>
          <p:txBody>
            <a:bodyPr/>
            <a:lstStyle/>
            <a:p>
              <a:endParaRPr lang="en-US"/>
            </a:p>
          </p:txBody>
        </p:sp>
        <p:sp>
          <p:nvSpPr>
            <p:cNvPr id="468" name="Freeform: Shape 467">
              <a:extLst>
                <a:ext uri="{FF2B5EF4-FFF2-40B4-BE49-F238E27FC236}">
                  <a16:creationId xmlns:a16="http://schemas.microsoft.com/office/drawing/2014/main" id="{533740DC-30E0-A878-B864-B36294F7E49D}"/>
                </a:ext>
              </a:extLst>
            </p:cNvPr>
            <p:cNvSpPr/>
            <p:nvPr/>
          </p:nvSpPr>
          <p:spPr>
            <a:xfrm>
              <a:off x="7570755" y="4134992"/>
              <a:ext cx="769810" cy="1270063"/>
            </a:xfrm>
            <a:custGeom>
              <a:avLst/>
              <a:gdLst>
                <a:gd name="csX0" fmla="*/ 97917 w 769810"/>
                <a:gd name="csY0" fmla="*/ 32099 h 1270063"/>
                <a:gd name="csX1" fmla="*/ 0 w 769810"/>
                <a:gd name="csY1" fmla="*/ 1270064 h 1270063"/>
                <a:gd name="csX2" fmla="*/ 168212 w 769810"/>
                <a:gd name="csY2" fmla="*/ 1270064 h 1270063"/>
                <a:gd name="csX3" fmla="*/ 371285 w 769810"/>
                <a:gd name="csY3" fmla="*/ 287464 h 1270063"/>
                <a:gd name="csX4" fmla="*/ 576739 w 769810"/>
                <a:gd name="csY4" fmla="*/ 1270064 h 1270063"/>
                <a:gd name="csX5" fmla="*/ 769811 w 769810"/>
                <a:gd name="csY5" fmla="*/ 1270064 h 1270063"/>
                <a:gd name="csX6" fmla="*/ 671131 w 769810"/>
                <a:gd name="csY6" fmla="*/ 0 h 1270063"/>
                <a:gd name="csX7" fmla="*/ 97822 w 769810"/>
                <a:gd name="csY7" fmla="*/ 32004 h 127006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769810" h="1270063">
                  <a:moveTo>
                    <a:pt x="97917" y="32099"/>
                  </a:moveTo>
                  <a:lnTo>
                    <a:pt x="0" y="1270064"/>
                  </a:lnTo>
                  <a:lnTo>
                    <a:pt x="168212" y="1270064"/>
                  </a:lnTo>
                  <a:cubicBezTo>
                    <a:pt x="168212" y="1270064"/>
                    <a:pt x="346043" y="291751"/>
                    <a:pt x="371285" y="287464"/>
                  </a:cubicBezTo>
                  <a:cubicBezTo>
                    <a:pt x="396526" y="283178"/>
                    <a:pt x="576739" y="1270064"/>
                    <a:pt x="576739" y="1270064"/>
                  </a:cubicBezTo>
                  <a:lnTo>
                    <a:pt x="769811" y="1270064"/>
                  </a:lnTo>
                  <a:lnTo>
                    <a:pt x="671131" y="0"/>
                  </a:lnTo>
                  <a:lnTo>
                    <a:pt x="97822" y="32004"/>
                  </a:lnTo>
                  <a:close/>
                </a:path>
              </a:pathLst>
            </a:custGeom>
            <a:solidFill>
              <a:srgbClr val="1537BA"/>
            </a:solidFill>
            <a:ln w="9525" cap="flat">
              <a:noFill/>
              <a:prstDash val="solid"/>
              <a:miter/>
            </a:ln>
          </p:spPr>
          <p:txBody>
            <a:bodyPr/>
            <a:lstStyle/>
            <a:p>
              <a:endParaRPr lang="en-US"/>
            </a:p>
          </p:txBody>
        </p:sp>
        <p:sp>
          <p:nvSpPr>
            <p:cNvPr id="469" name="Freeform: Shape 468">
              <a:extLst>
                <a:ext uri="{FF2B5EF4-FFF2-40B4-BE49-F238E27FC236}">
                  <a16:creationId xmlns:a16="http://schemas.microsoft.com/office/drawing/2014/main" id="{590BC3EB-37C7-1E99-A4E2-F654C3683CAF}"/>
                </a:ext>
              </a:extLst>
            </p:cNvPr>
            <p:cNvSpPr/>
            <p:nvPr/>
          </p:nvSpPr>
          <p:spPr>
            <a:xfrm>
              <a:off x="7659814" y="3202399"/>
              <a:ext cx="697320" cy="1039156"/>
            </a:xfrm>
            <a:custGeom>
              <a:avLst/>
              <a:gdLst>
                <a:gd name="csX0" fmla="*/ 388525 w 697320"/>
                <a:gd name="csY0" fmla="*/ 0 h 1039156"/>
                <a:gd name="csX1" fmla="*/ 77248 w 697320"/>
                <a:gd name="csY1" fmla="*/ 67342 h 1039156"/>
                <a:gd name="csX2" fmla="*/ 8573 w 697320"/>
                <a:gd name="csY2" fmla="*/ 716661 h 1039156"/>
                <a:gd name="csX3" fmla="*/ 0 w 697320"/>
                <a:gd name="csY3" fmla="*/ 988314 h 1039156"/>
                <a:gd name="csX4" fmla="*/ 612172 w 697320"/>
                <a:gd name="csY4" fmla="*/ 988314 h 1039156"/>
                <a:gd name="csX5" fmla="*/ 626459 w 697320"/>
                <a:gd name="csY5" fmla="*/ 716661 h 1039156"/>
                <a:gd name="csX6" fmla="*/ 666083 w 697320"/>
                <a:gd name="csY6" fmla="*/ 70580 h 1039156"/>
                <a:gd name="csX7" fmla="*/ 388430 w 697320"/>
                <a:gd name="csY7" fmla="*/ 0 h 10391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97320" h="1039156">
                  <a:moveTo>
                    <a:pt x="388525" y="0"/>
                  </a:moveTo>
                  <a:cubicBezTo>
                    <a:pt x="388525" y="0"/>
                    <a:pt x="131636" y="30099"/>
                    <a:pt x="77248" y="67342"/>
                  </a:cubicBezTo>
                  <a:cubicBezTo>
                    <a:pt x="22860" y="104489"/>
                    <a:pt x="8573" y="716661"/>
                    <a:pt x="8573" y="716661"/>
                  </a:cubicBezTo>
                  <a:lnTo>
                    <a:pt x="0" y="988314"/>
                  </a:lnTo>
                  <a:cubicBezTo>
                    <a:pt x="0" y="988314"/>
                    <a:pt x="337566" y="1102709"/>
                    <a:pt x="612172" y="988314"/>
                  </a:cubicBezTo>
                  <a:lnTo>
                    <a:pt x="626459" y="716661"/>
                  </a:lnTo>
                  <a:cubicBezTo>
                    <a:pt x="626459" y="716661"/>
                    <a:pt x="754761" y="96012"/>
                    <a:pt x="666083" y="70580"/>
                  </a:cubicBezTo>
                  <a:cubicBezTo>
                    <a:pt x="577405" y="45148"/>
                    <a:pt x="388430" y="0"/>
                    <a:pt x="388430" y="0"/>
                  </a:cubicBezTo>
                  <a:close/>
                </a:path>
              </a:pathLst>
            </a:custGeom>
            <a:solidFill>
              <a:srgbClr val="6ECBF7"/>
            </a:solidFill>
            <a:ln w="9525" cap="flat">
              <a:noFill/>
              <a:prstDash val="solid"/>
              <a:miter/>
            </a:ln>
          </p:spPr>
          <p:txBody>
            <a:bodyPr/>
            <a:lstStyle/>
            <a:p>
              <a:endParaRPr lang="en-US"/>
            </a:p>
          </p:txBody>
        </p:sp>
        <p:sp>
          <p:nvSpPr>
            <p:cNvPr id="470" name="Freeform: Shape 469">
              <a:extLst>
                <a:ext uri="{FF2B5EF4-FFF2-40B4-BE49-F238E27FC236}">
                  <a16:creationId xmlns:a16="http://schemas.microsoft.com/office/drawing/2014/main" id="{0692AAB3-B051-5499-F042-396056D3A4BD}"/>
                </a:ext>
              </a:extLst>
            </p:cNvPr>
            <p:cNvSpPr/>
            <p:nvPr/>
          </p:nvSpPr>
          <p:spPr>
            <a:xfrm>
              <a:off x="8319199" y="4283201"/>
              <a:ext cx="182332" cy="252158"/>
            </a:xfrm>
            <a:custGeom>
              <a:avLst/>
              <a:gdLst>
                <a:gd name="csX0" fmla="*/ 41750 w 182332"/>
                <a:gd name="csY0" fmla="*/ 11621 h 252158"/>
                <a:gd name="csX1" fmla="*/ 19080 w 182332"/>
                <a:gd name="csY1" fmla="*/ 114300 h 252158"/>
                <a:gd name="csX2" fmla="*/ 4317 w 182332"/>
                <a:gd name="csY2" fmla="*/ 172784 h 252158"/>
                <a:gd name="csX3" fmla="*/ 46894 w 182332"/>
                <a:gd name="csY3" fmla="*/ 135350 h 252158"/>
                <a:gd name="csX4" fmla="*/ 67277 w 182332"/>
                <a:gd name="csY4" fmla="*/ 206312 h 252158"/>
                <a:gd name="csX5" fmla="*/ 96043 w 182332"/>
                <a:gd name="csY5" fmla="*/ 252127 h 252158"/>
                <a:gd name="csX6" fmla="*/ 89185 w 182332"/>
                <a:gd name="csY6" fmla="*/ 168878 h 252158"/>
                <a:gd name="csX7" fmla="*/ 124618 w 182332"/>
                <a:gd name="csY7" fmla="*/ 237935 h 252158"/>
                <a:gd name="csX8" fmla="*/ 119570 w 182332"/>
                <a:gd name="csY8" fmla="*/ 149066 h 252158"/>
                <a:gd name="csX9" fmla="*/ 147668 w 182332"/>
                <a:gd name="csY9" fmla="*/ 226600 h 252158"/>
                <a:gd name="csX10" fmla="*/ 158813 w 182332"/>
                <a:gd name="csY10" fmla="*/ 194691 h 252158"/>
                <a:gd name="csX11" fmla="*/ 149097 w 182332"/>
                <a:gd name="csY11" fmla="*/ 138875 h 252158"/>
                <a:gd name="csX12" fmla="*/ 172338 w 182332"/>
                <a:gd name="csY12" fmla="*/ 194501 h 252158"/>
                <a:gd name="csX13" fmla="*/ 180339 w 182332"/>
                <a:gd name="csY13" fmla="*/ 162878 h 252158"/>
                <a:gd name="csX14" fmla="*/ 116235 w 182332"/>
                <a:gd name="csY14" fmla="*/ 0 h 252158"/>
                <a:gd name="csX15" fmla="*/ 41655 w 182332"/>
                <a:gd name="csY15" fmla="*/ 11716 h 2521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182332" h="252158">
                  <a:moveTo>
                    <a:pt x="41750" y="11621"/>
                  </a:moveTo>
                  <a:cubicBezTo>
                    <a:pt x="41750" y="11621"/>
                    <a:pt x="23462" y="86868"/>
                    <a:pt x="19080" y="114300"/>
                  </a:cubicBezTo>
                  <a:cubicBezTo>
                    <a:pt x="14795" y="141732"/>
                    <a:pt x="-9780" y="165068"/>
                    <a:pt x="4317" y="172784"/>
                  </a:cubicBezTo>
                  <a:cubicBezTo>
                    <a:pt x="18414" y="180499"/>
                    <a:pt x="46894" y="135350"/>
                    <a:pt x="46894" y="135350"/>
                  </a:cubicBezTo>
                  <a:cubicBezTo>
                    <a:pt x="46894" y="135350"/>
                    <a:pt x="64419" y="188976"/>
                    <a:pt x="67277" y="206312"/>
                  </a:cubicBezTo>
                  <a:cubicBezTo>
                    <a:pt x="70135" y="223647"/>
                    <a:pt x="83184" y="253270"/>
                    <a:pt x="96043" y="252127"/>
                  </a:cubicBezTo>
                  <a:cubicBezTo>
                    <a:pt x="108902" y="250984"/>
                    <a:pt x="89185" y="168878"/>
                    <a:pt x="89185" y="168878"/>
                  </a:cubicBezTo>
                  <a:cubicBezTo>
                    <a:pt x="89185" y="168878"/>
                    <a:pt x="112521" y="236411"/>
                    <a:pt x="124618" y="237935"/>
                  </a:cubicBezTo>
                  <a:cubicBezTo>
                    <a:pt x="136714" y="239459"/>
                    <a:pt x="119570" y="149066"/>
                    <a:pt x="119570" y="149066"/>
                  </a:cubicBezTo>
                  <a:cubicBezTo>
                    <a:pt x="119570" y="149066"/>
                    <a:pt x="141001" y="222313"/>
                    <a:pt x="147668" y="226600"/>
                  </a:cubicBezTo>
                  <a:cubicBezTo>
                    <a:pt x="154335" y="230886"/>
                    <a:pt x="160146" y="222504"/>
                    <a:pt x="158813" y="194691"/>
                  </a:cubicBezTo>
                  <a:cubicBezTo>
                    <a:pt x="157574" y="166878"/>
                    <a:pt x="149097" y="138875"/>
                    <a:pt x="149097" y="138875"/>
                  </a:cubicBezTo>
                  <a:cubicBezTo>
                    <a:pt x="149097" y="138875"/>
                    <a:pt x="167956" y="189262"/>
                    <a:pt x="172338" y="194501"/>
                  </a:cubicBezTo>
                  <a:cubicBezTo>
                    <a:pt x="176720" y="199739"/>
                    <a:pt x="186530" y="203835"/>
                    <a:pt x="180339" y="162878"/>
                  </a:cubicBezTo>
                  <a:cubicBezTo>
                    <a:pt x="174052" y="121920"/>
                    <a:pt x="147668" y="37529"/>
                    <a:pt x="116235" y="0"/>
                  </a:cubicBezTo>
                  <a:lnTo>
                    <a:pt x="41655" y="11716"/>
                  </a:lnTo>
                  <a:close/>
                </a:path>
              </a:pathLst>
            </a:custGeom>
            <a:solidFill>
              <a:srgbClr val="FB9391"/>
            </a:solidFill>
            <a:ln w="9525" cap="flat">
              <a:noFill/>
              <a:prstDash val="solid"/>
              <a:miter/>
            </a:ln>
          </p:spPr>
          <p:txBody>
            <a:bodyPr/>
            <a:lstStyle/>
            <a:p>
              <a:endParaRPr lang="en-US"/>
            </a:p>
          </p:txBody>
        </p:sp>
        <p:sp>
          <p:nvSpPr>
            <p:cNvPr id="471" name="Freeform: Shape 470">
              <a:extLst>
                <a:ext uri="{FF2B5EF4-FFF2-40B4-BE49-F238E27FC236}">
                  <a16:creationId xmlns:a16="http://schemas.microsoft.com/office/drawing/2014/main" id="{12956E4E-446D-8DFE-358F-2ECA23B6ECC8}"/>
                </a:ext>
              </a:extLst>
            </p:cNvPr>
            <p:cNvSpPr/>
            <p:nvPr/>
          </p:nvSpPr>
          <p:spPr>
            <a:xfrm>
              <a:off x="7896750" y="2756632"/>
              <a:ext cx="303226" cy="476504"/>
            </a:xfrm>
            <a:custGeom>
              <a:avLst/>
              <a:gdLst>
                <a:gd name="csX0" fmla="*/ 13762 w 303226"/>
                <a:gd name="csY0" fmla="*/ 137158 h 476504"/>
                <a:gd name="csX1" fmla="*/ 13953 w 303226"/>
                <a:gd name="csY1" fmla="*/ 137158 h 476504"/>
                <a:gd name="csX2" fmla="*/ 14333 w 303226"/>
                <a:gd name="csY2" fmla="*/ 131633 h 476504"/>
                <a:gd name="csX3" fmla="*/ 181307 w 303226"/>
                <a:gd name="csY3" fmla="*/ 1807 h 476504"/>
                <a:gd name="csX4" fmla="*/ 303227 w 303226"/>
                <a:gd name="csY4" fmla="*/ 144206 h 476504"/>
                <a:gd name="csX5" fmla="*/ 284748 w 303226"/>
                <a:gd name="csY5" fmla="*/ 215453 h 476504"/>
                <a:gd name="csX6" fmla="*/ 239314 w 303226"/>
                <a:gd name="csY6" fmla="*/ 298606 h 476504"/>
                <a:gd name="csX7" fmla="*/ 207882 w 303226"/>
                <a:gd name="csY7" fmla="*/ 425956 h 476504"/>
                <a:gd name="csX8" fmla="*/ 210548 w 303226"/>
                <a:gd name="csY8" fmla="*/ 461103 h 476504"/>
                <a:gd name="csX9" fmla="*/ 81294 w 303226"/>
                <a:gd name="csY9" fmla="*/ 452626 h 476504"/>
                <a:gd name="csX10" fmla="*/ 85485 w 303226"/>
                <a:gd name="csY10" fmla="*/ 388903 h 476504"/>
                <a:gd name="csX11" fmla="*/ 71864 w 303226"/>
                <a:gd name="csY11" fmla="*/ 372044 h 476504"/>
                <a:gd name="csX12" fmla="*/ 71674 w 303226"/>
                <a:gd name="csY12" fmla="*/ 372044 h 476504"/>
                <a:gd name="csX13" fmla="*/ 13762 w 303226"/>
                <a:gd name="csY13" fmla="*/ 137158 h 4765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03226" h="476504">
                  <a:moveTo>
                    <a:pt x="13762" y="137158"/>
                  </a:moveTo>
                  <a:lnTo>
                    <a:pt x="13953" y="137158"/>
                  </a:lnTo>
                  <a:cubicBezTo>
                    <a:pt x="14048" y="135348"/>
                    <a:pt x="14143" y="133443"/>
                    <a:pt x="14333" y="131633"/>
                  </a:cubicBezTo>
                  <a:cubicBezTo>
                    <a:pt x="21858" y="48766"/>
                    <a:pt x="97773" y="-11337"/>
                    <a:pt x="181307" y="1807"/>
                  </a:cubicBezTo>
                  <a:cubicBezTo>
                    <a:pt x="250935" y="12761"/>
                    <a:pt x="303036" y="73721"/>
                    <a:pt x="303227" y="144206"/>
                  </a:cubicBezTo>
                  <a:cubicBezTo>
                    <a:pt x="303227" y="170400"/>
                    <a:pt x="296464" y="194593"/>
                    <a:pt x="284748" y="215453"/>
                  </a:cubicBezTo>
                  <a:cubicBezTo>
                    <a:pt x="268365" y="247933"/>
                    <a:pt x="253982" y="275746"/>
                    <a:pt x="239314" y="298606"/>
                  </a:cubicBezTo>
                  <a:cubicBezTo>
                    <a:pt x="215121" y="336421"/>
                    <a:pt x="204453" y="381283"/>
                    <a:pt x="207882" y="425956"/>
                  </a:cubicBezTo>
                  <a:lnTo>
                    <a:pt x="210548" y="461103"/>
                  </a:lnTo>
                  <a:cubicBezTo>
                    <a:pt x="117679" y="500155"/>
                    <a:pt x="81294" y="452626"/>
                    <a:pt x="81294" y="452626"/>
                  </a:cubicBezTo>
                  <a:lnTo>
                    <a:pt x="85485" y="388903"/>
                  </a:lnTo>
                  <a:cubicBezTo>
                    <a:pt x="86057" y="380617"/>
                    <a:pt x="80056" y="373282"/>
                    <a:pt x="71864" y="372044"/>
                  </a:cubicBezTo>
                  <a:cubicBezTo>
                    <a:pt x="71864" y="372044"/>
                    <a:pt x="71769" y="372044"/>
                    <a:pt x="71674" y="372044"/>
                  </a:cubicBezTo>
                  <a:cubicBezTo>
                    <a:pt x="-37483" y="354899"/>
                    <a:pt x="9285" y="186688"/>
                    <a:pt x="13762" y="137158"/>
                  </a:cubicBezTo>
                  <a:close/>
                </a:path>
              </a:pathLst>
            </a:custGeom>
            <a:solidFill>
              <a:srgbClr val="6D4D46"/>
            </a:solidFill>
            <a:ln w="9525" cap="flat">
              <a:noFill/>
              <a:prstDash val="solid"/>
              <a:miter/>
            </a:ln>
          </p:spPr>
          <p:txBody>
            <a:bodyPr/>
            <a:lstStyle/>
            <a:p>
              <a:endParaRPr lang="en-US"/>
            </a:p>
          </p:txBody>
        </p:sp>
        <p:sp>
          <p:nvSpPr>
            <p:cNvPr id="473" name="Freeform: Shape 472">
              <a:extLst>
                <a:ext uri="{FF2B5EF4-FFF2-40B4-BE49-F238E27FC236}">
                  <a16:creationId xmlns:a16="http://schemas.microsoft.com/office/drawing/2014/main" id="{EE10ADA2-3B53-0E84-B983-79BCBF381B84}"/>
                </a:ext>
              </a:extLst>
            </p:cNvPr>
            <p:cNvSpPr/>
            <p:nvPr/>
          </p:nvSpPr>
          <p:spPr>
            <a:xfrm>
              <a:off x="7880039" y="2688811"/>
              <a:ext cx="349214" cy="245801"/>
            </a:xfrm>
            <a:custGeom>
              <a:avLst/>
              <a:gdLst>
                <a:gd name="csX0" fmla="*/ 293744 w 349214"/>
                <a:gd name="csY0" fmla="*/ 55912 h 245801"/>
                <a:gd name="csX1" fmla="*/ 177825 w 349214"/>
                <a:gd name="csY1" fmla="*/ 0 h 245801"/>
                <a:gd name="csX2" fmla="*/ 221735 w 349214"/>
                <a:gd name="csY2" fmla="*/ 58960 h 245801"/>
                <a:gd name="csX3" fmla="*/ 69525 w 349214"/>
                <a:gd name="csY3" fmla="*/ 14859 h 245801"/>
                <a:gd name="csX4" fmla="*/ 120865 w 349214"/>
                <a:gd name="csY4" fmla="*/ 57626 h 245801"/>
                <a:gd name="csX5" fmla="*/ 1993 w 349214"/>
                <a:gd name="csY5" fmla="*/ 56864 h 245801"/>
                <a:gd name="csX6" fmla="*/ 3422 w 349214"/>
                <a:gd name="csY6" fmla="*/ 77629 h 245801"/>
                <a:gd name="csX7" fmla="*/ 73240 w 349214"/>
                <a:gd name="csY7" fmla="*/ 169545 h 245801"/>
                <a:gd name="csX8" fmla="*/ 109245 w 349214"/>
                <a:gd name="csY8" fmla="*/ 176498 h 245801"/>
                <a:gd name="csX9" fmla="*/ 251643 w 349214"/>
                <a:gd name="csY9" fmla="*/ 194691 h 245801"/>
                <a:gd name="csX10" fmla="*/ 319843 w 349214"/>
                <a:gd name="csY10" fmla="*/ 245174 h 245801"/>
                <a:gd name="csX11" fmla="*/ 293649 w 349214"/>
                <a:gd name="csY11" fmla="*/ 55817 h 2458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49214" h="245801">
                  <a:moveTo>
                    <a:pt x="293744" y="55912"/>
                  </a:moveTo>
                  <a:cubicBezTo>
                    <a:pt x="264979" y="23622"/>
                    <a:pt x="212020" y="26480"/>
                    <a:pt x="177825" y="0"/>
                  </a:cubicBezTo>
                  <a:cubicBezTo>
                    <a:pt x="188683" y="22193"/>
                    <a:pt x="203638" y="42291"/>
                    <a:pt x="221735" y="58960"/>
                  </a:cubicBezTo>
                  <a:cubicBezTo>
                    <a:pt x="170967" y="44291"/>
                    <a:pt x="120294" y="29528"/>
                    <a:pt x="69525" y="14859"/>
                  </a:cubicBezTo>
                  <a:cubicBezTo>
                    <a:pt x="85147" y="30766"/>
                    <a:pt x="102387" y="45149"/>
                    <a:pt x="120865" y="57626"/>
                  </a:cubicBezTo>
                  <a:cubicBezTo>
                    <a:pt x="81337" y="61055"/>
                    <a:pt x="41522" y="60770"/>
                    <a:pt x="1993" y="56864"/>
                  </a:cubicBezTo>
                  <a:cubicBezTo>
                    <a:pt x="-1912" y="62960"/>
                    <a:pt x="660" y="70961"/>
                    <a:pt x="3422" y="77629"/>
                  </a:cubicBezTo>
                  <a:cubicBezTo>
                    <a:pt x="18281" y="114395"/>
                    <a:pt x="36569" y="154686"/>
                    <a:pt x="73240" y="169545"/>
                  </a:cubicBezTo>
                  <a:cubicBezTo>
                    <a:pt x="84670" y="174117"/>
                    <a:pt x="96957" y="175832"/>
                    <a:pt x="109245" y="176498"/>
                  </a:cubicBezTo>
                  <a:cubicBezTo>
                    <a:pt x="157822" y="179070"/>
                    <a:pt x="211543" y="167259"/>
                    <a:pt x="251643" y="194691"/>
                  </a:cubicBezTo>
                  <a:cubicBezTo>
                    <a:pt x="270313" y="207455"/>
                    <a:pt x="293363" y="251555"/>
                    <a:pt x="319843" y="245174"/>
                  </a:cubicBezTo>
                  <a:cubicBezTo>
                    <a:pt x="343465" y="239554"/>
                    <a:pt x="382898" y="155829"/>
                    <a:pt x="293649" y="55817"/>
                  </a:cubicBezTo>
                  <a:close/>
                </a:path>
              </a:pathLst>
            </a:custGeom>
            <a:solidFill>
              <a:srgbClr val="38221F"/>
            </a:solidFill>
            <a:ln w="9525" cap="flat">
              <a:noFill/>
              <a:prstDash val="solid"/>
              <a:miter/>
            </a:ln>
          </p:spPr>
          <p:txBody>
            <a:bodyPr/>
            <a:lstStyle/>
            <a:p>
              <a:endParaRPr lang="en-US"/>
            </a:p>
          </p:txBody>
        </p:sp>
        <p:sp>
          <p:nvSpPr>
            <p:cNvPr id="475" name="Freeform: Shape 474">
              <a:extLst>
                <a:ext uri="{FF2B5EF4-FFF2-40B4-BE49-F238E27FC236}">
                  <a16:creationId xmlns:a16="http://schemas.microsoft.com/office/drawing/2014/main" id="{1BEB1203-43A6-8257-5AE3-FD4BA9127208}"/>
                </a:ext>
              </a:extLst>
            </p:cNvPr>
            <p:cNvSpPr/>
            <p:nvPr/>
          </p:nvSpPr>
          <p:spPr>
            <a:xfrm>
              <a:off x="7173658" y="3255930"/>
              <a:ext cx="593202" cy="736472"/>
            </a:xfrm>
            <a:custGeom>
              <a:avLst/>
              <a:gdLst>
                <a:gd name="csX0" fmla="*/ 593121 w 593202"/>
                <a:gd name="csY0" fmla="*/ 0 h 736472"/>
                <a:gd name="csX1" fmla="*/ 221361 w 593202"/>
                <a:gd name="csY1" fmla="*/ 444436 h 736472"/>
                <a:gd name="csX2" fmla="*/ 0 w 593202"/>
                <a:gd name="csY2" fmla="*/ 695230 h 736472"/>
                <a:gd name="csX3" fmla="*/ 99155 w 593202"/>
                <a:gd name="csY3" fmla="*/ 736473 h 736472"/>
                <a:gd name="csX4" fmla="*/ 487394 w 593202"/>
                <a:gd name="csY4" fmla="*/ 457676 h 736472"/>
                <a:gd name="csX5" fmla="*/ 593121 w 593202"/>
                <a:gd name="csY5" fmla="*/ 95 h 736472"/>
              </a:gdLst>
              <a:ahLst/>
              <a:cxnLst>
                <a:cxn ang="0">
                  <a:pos x="csX0" y="csY0"/>
                </a:cxn>
                <a:cxn ang="0">
                  <a:pos x="csX1" y="csY1"/>
                </a:cxn>
                <a:cxn ang="0">
                  <a:pos x="csX2" y="csY2"/>
                </a:cxn>
                <a:cxn ang="0">
                  <a:pos x="csX3" y="csY3"/>
                </a:cxn>
                <a:cxn ang="0">
                  <a:pos x="csX4" y="csY4"/>
                </a:cxn>
                <a:cxn ang="0">
                  <a:pos x="csX5" y="csY5"/>
                </a:cxn>
              </a:cxnLst>
              <a:rect l="l" t="t" r="r" b="b"/>
              <a:pathLst>
                <a:path w="593202" h="736472">
                  <a:moveTo>
                    <a:pt x="593121" y="0"/>
                  </a:moveTo>
                  <a:cubicBezTo>
                    <a:pt x="463105" y="29813"/>
                    <a:pt x="271558" y="385382"/>
                    <a:pt x="221361" y="444436"/>
                  </a:cubicBezTo>
                  <a:cubicBezTo>
                    <a:pt x="171164" y="503492"/>
                    <a:pt x="0" y="695230"/>
                    <a:pt x="0" y="695230"/>
                  </a:cubicBezTo>
                  <a:lnTo>
                    <a:pt x="99155" y="736473"/>
                  </a:lnTo>
                  <a:cubicBezTo>
                    <a:pt x="99155" y="736473"/>
                    <a:pt x="374809" y="587121"/>
                    <a:pt x="487394" y="457676"/>
                  </a:cubicBezTo>
                  <a:cubicBezTo>
                    <a:pt x="599980" y="328232"/>
                    <a:pt x="593121" y="95"/>
                    <a:pt x="593121" y="95"/>
                  </a:cubicBezTo>
                  <a:close/>
                </a:path>
              </a:pathLst>
            </a:custGeom>
            <a:solidFill>
              <a:srgbClr val="6ECBF7"/>
            </a:solidFill>
            <a:ln w="9525" cap="flat">
              <a:noFill/>
              <a:prstDash val="solid"/>
              <a:miter/>
            </a:ln>
          </p:spPr>
          <p:txBody>
            <a:bodyPr/>
            <a:lstStyle/>
            <a:p>
              <a:endParaRPr lang="en-US"/>
            </a:p>
          </p:txBody>
        </p:sp>
        <p:grpSp>
          <p:nvGrpSpPr>
            <p:cNvPr id="477" name="Graphic 457">
              <a:extLst>
                <a:ext uri="{FF2B5EF4-FFF2-40B4-BE49-F238E27FC236}">
                  <a16:creationId xmlns:a16="http://schemas.microsoft.com/office/drawing/2014/main" id="{9EAD619D-86E9-4213-305A-84F621DC0107}"/>
                </a:ext>
              </a:extLst>
            </p:cNvPr>
            <p:cNvGrpSpPr/>
            <p:nvPr/>
          </p:nvGrpSpPr>
          <p:grpSpPr>
            <a:xfrm>
              <a:off x="6614636" y="3274822"/>
              <a:ext cx="2304810" cy="1435004"/>
              <a:chOff x="6614636" y="3274822"/>
              <a:chExt cx="2304810" cy="1435004"/>
            </a:xfrm>
          </p:grpSpPr>
          <p:sp>
            <p:nvSpPr>
              <p:cNvPr id="75" name="Freeform: Shape 74">
                <a:extLst>
                  <a:ext uri="{FF2B5EF4-FFF2-40B4-BE49-F238E27FC236}">
                    <a16:creationId xmlns:a16="http://schemas.microsoft.com/office/drawing/2014/main" id="{208B913E-04DD-22C7-BF20-3A8D16519839}"/>
                  </a:ext>
                </a:extLst>
              </p:cNvPr>
              <p:cNvSpPr/>
              <p:nvPr/>
            </p:nvSpPr>
            <p:spPr>
              <a:xfrm>
                <a:off x="6614636" y="3289464"/>
                <a:ext cx="200657" cy="272452"/>
              </a:xfrm>
              <a:custGeom>
                <a:avLst/>
                <a:gdLst>
                  <a:gd name="csX0" fmla="*/ 180499 w 200657"/>
                  <a:gd name="csY0" fmla="*/ 63049 h 272452"/>
                  <a:gd name="csX1" fmla="*/ 48958 w 200657"/>
                  <a:gd name="csY1" fmla="*/ 3136 h 272452"/>
                  <a:gd name="csX2" fmla="*/ 381 w 200657"/>
                  <a:gd name="csY2" fmla="*/ 34379 h 272452"/>
                  <a:gd name="csX3" fmla="*/ 0 w 200657"/>
                  <a:gd name="csY3" fmla="*/ 204495 h 272452"/>
                  <a:gd name="csX4" fmla="*/ 20098 w 200657"/>
                  <a:gd name="csY4" fmla="*/ 235832 h 272452"/>
                  <a:gd name="csX5" fmla="*/ 93726 w 200657"/>
                  <a:gd name="csY5" fmla="*/ 269360 h 272452"/>
                  <a:gd name="csX6" fmla="*/ 139827 w 200657"/>
                  <a:gd name="csY6" fmla="*/ 250977 h 272452"/>
                  <a:gd name="csX7" fmla="*/ 198120 w 200657"/>
                  <a:gd name="csY7" fmla="*/ 107245 h 272452"/>
                  <a:gd name="csX8" fmla="*/ 180499 w 200657"/>
                  <a:gd name="csY8" fmla="*/ 63049 h 272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0657" h="272452">
                    <a:moveTo>
                      <a:pt x="180499" y="63049"/>
                    </a:moveTo>
                    <a:lnTo>
                      <a:pt x="48958" y="3136"/>
                    </a:lnTo>
                    <a:cubicBezTo>
                      <a:pt x="26194" y="-7246"/>
                      <a:pt x="381" y="9423"/>
                      <a:pt x="381" y="34379"/>
                    </a:cubicBezTo>
                    <a:lnTo>
                      <a:pt x="0" y="204495"/>
                    </a:lnTo>
                    <a:cubicBezTo>
                      <a:pt x="0" y="218020"/>
                      <a:pt x="7810" y="230212"/>
                      <a:pt x="20098" y="235832"/>
                    </a:cubicBezTo>
                    <a:lnTo>
                      <a:pt x="93726" y="269360"/>
                    </a:lnTo>
                    <a:cubicBezTo>
                      <a:pt x="111538" y="277457"/>
                      <a:pt x="132493" y="269075"/>
                      <a:pt x="139827" y="250977"/>
                    </a:cubicBezTo>
                    <a:lnTo>
                      <a:pt x="198120" y="107245"/>
                    </a:lnTo>
                    <a:cubicBezTo>
                      <a:pt x="205073" y="90195"/>
                      <a:pt x="197263" y="70669"/>
                      <a:pt x="180499" y="63049"/>
                    </a:cubicBezTo>
                    <a:close/>
                  </a:path>
                </a:pathLst>
              </a:custGeom>
              <a:solidFill>
                <a:srgbClr val="0679C3"/>
              </a:solidFill>
              <a:ln w="9525" cap="flat">
                <a:noFill/>
                <a:prstDash val="solid"/>
                <a:miter/>
              </a:ln>
            </p:spPr>
            <p:txBody>
              <a:bodyPr/>
              <a:lstStyle/>
              <a:p>
                <a:endParaRPr lang="en-US"/>
              </a:p>
            </p:txBody>
          </p:sp>
          <p:sp>
            <p:nvSpPr>
              <p:cNvPr id="76" name="Freeform: Shape 75">
                <a:extLst>
                  <a:ext uri="{FF2B5EF4-FFF2-40B4-BE49-F238E27FC236}">
                    <a16:creationId xmlns:a16="http://schemas.microsoft.com/office/drawing/2014/main" id="{12AA4576-79E7-3042-1CEC-557B479A2A97}"/>
                  </a:ext>
                </a:extLst>
              </p:cNvPr>
              <p:cNvSpPr/>
              <p:nvPr/>
            </p:nvSpPr>
            <p:spPr>
              <a:xfrm>
                <a:off x="6684549" y="3274822"/>
                <a:ext cx="1660302" cy="1119440"/>
              </a:xfrm>
              <a:custGeom>
                <a:avLst/>
                <a:gdLst>
                  <a:gd name="csX0" fmla="*/ 122872 w 1660302"/>
                  <a:gd name="csY0" fmla="*/ 65785 h 1119440"/>
                  <a:gd name="csX1" fmla="*/ 105537 w 1660302"/>
                  <a:gd name="csY1" fmla="*/ 57880 h 1119440"/>
                  <a:gd name="csX2" fmla="*/ 0 w 1660302"/>
                  <a:gd name="csY2" fmla="*/ 289909 h 1119440"/>
                  <a:gd name="csX3" fmla="*/ 17335 w 1660302"/>
                  <a:gd name="csY3" fmla="*/ 297814 h 1119440"/>
                  <a:gd name="csX4" fmla="*/ 99060 w 1660302"/>
                  <a:gd name="csY4" fmla="*/ 439356 h 1119440"/>
                  <a:gd name="csX5" fmla="*/ 99060 w 1660302"/>
                  <a:gd name="csY5" fmla="*/ 439356 h 1119440"/>
                  <a:gd name="csX6" fmla="*/ 162878 w 1660302"/>
                  <a:gd name="csY6" fmla="*/ 549941 h 1119440"/>
                  <a:gd name="csX7" fmla="*/ 1414558 w 1660302"/>
                  <a:gd name="csY7" fmla="*/ 1119441 h 1119440"/>
                  <a:gd name="csX8" fmla="*/ 1660302 w 1660302"/>
                  <a:gd name="csY8" fmla="*/ 579374 h 1119440"/>
                  <a:gd name="csX9" fmla="*/ 408622 w 1660302"/>
                  <a:gd name="csY9" fmla="*/ 9874 h 1119440"/>
                  <a:gd name="csX10" fmla="*/ 283273 w 1660302"/>
                  <a:gd name="csY10" fmla="*/ 34353 h 1119440"/>
                  <a:gd name="csX11" fmla="*/ 283273 w 1660302"/>
                  <a:gd name="csY11" fmla="*/ 34353 h 1119440"/>
                  <a:gd name="csX12" fmla="*/ 122872 w 1660302"/>
                  <a:gd name="csY12" fmla="*/ 65690 h 11194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660302" h="1119440">
                    <a:moveTo>
                      <a:pt x="122872" y="65785"/>
                    </a:moveTo>
                    <a:lnTo>
                      <a:pt x="105537" y="57880"/>
                    </a:lnTo>
                    <a:lnTo>
                      <a:pt x="0" y="289909"/>
                    </a:lnTo>
                    <a:lnTo>
                      <a:pt x="17335" y="297814"/>
                    </a:lnTo>
                    <a:cubicBezTo>
                      <a:pt x="72009" y="322675"/>
                      <a:pt x="104870" y="379539"/>
                      <a:pt x="99060" y="439356"/>
                    </a:cubicBezTo>
                    <a:lnTo>
                      <a:pt x="99060" y="439356"/>
                    </a:lnTo>
                    <a:cubicBezTo>
                      <a:pt x="94583" y="486124"/>
                      <a:pt x="120205" y="530510"/>
                      <a:pt x="162878" y="549941"/>
                    </a:cubicBezTo>
                    <a:lnTo>
                      <a:pt x="1414558" y="1119441"/>
                    </a:lnTo>
                    <a:lnTo>
                      <a:pt x="1660302" y="579374"/>
                    </a:lnTo>
                    <a:lnTo>
                      <a:pt x="408622" y="9874"/>
                    </a:lnTo>
                    <a:cubicBezTo>
                      <a:pt x="365855" y="-9557"/>
                      <a:pt x="315563" y="253"/>
                      <a:pt x="283273" y="34353"/>
                    </a:cubicBezTo>
                    <a:lnTo>
                      <a:pt x="283273" y="34353"/>
                    </a:lnTo>
                    <a:cubicBezTo>
                      <a:pt x="242030" y="77977"/>
                      <a:pt x="177546" y="90646"/>
                      <a:pt x="122872" y="65690"/>
                    </a:cubicBezTo>
                    <a:close/>
                  </a:path>
                </a:pathLst>
              </a:custGeom>
              <a:solidFill>
                <a:srgbClr val="051C2C"/>
              </a:solidFill>
              <a:ln w="9525" cap="flat">
                <a:noFill/>
                <a:prstDash val="solid"/>
                <a:miter/>
              </a:ln>
            </p:spPr>
            <p:txBody>
              <a:bodyPr/>
              <a:lstStyle/>
              <a:p>
                <a:endParaRPr lang="en-US"/>
              </a:p>
            </p:txBody>
          </p:sp>
          <p:sp>
            <p:nvSpPr>
              <p:cNvPr id="77" name="Rectangle 76">
                <a:extLst>
                  <a:ext uri="{FF2B5EF4-FFF2-40B4-BE49-F238E27FC236}">
                    <a16:creationId xmlns:a16="http://schemas.microsoft.com/office/drawing/2014/main" id="{0C0782C4-59CD-428D-A348-E1A63A2BB5FB}"/>
                  </a:ext>
                </a:extLst>
              </p:cNvPr>
              <p:cNvSpPr/>
              <p:nvPr/>
            </p:nvSpPr>
            <p:spPr>
              <a:xfrm rot="-3931800">
                <a:off x="8475630" y="4261923"/>
                <a:ext cx="502348" cy="194690"/>
              </a:xfrm>
              <a:prstGeom prst="rect">
                <a:avLst/>
              </a:prstGeom>
              <a:solidFill>
                <a:srgbClr val="051C2C"/>
              </a:solidFill>
              <a:ln w="9525" cap="flat">
                <a:noFill/>
                <a:prstDash val="solid"/>
                <a:miter/>
              </a:ln>
            </p:spPr>
            <p:txBody>
              <a:bodyPr/>
              <a:lstStyle/>
              <a:p>
                <a:endParaRPr lang="en-US"/>
              </a:p>
            </p:txBody>
          </p:sp>
          <p:sp>
            <p:nvSpPr>
              <p:cNvPr id="78" name="Freeform: Shape 77">
                <a:extLst>
                  <a:ext uri="{FF2B5EF4-FFF2-40B4-BE49-F238E27FC236}">
                    <a16:creationId xmlns:a16="http://schemas.microsoft.com/office/drawing/2014/main" id="{E65F91A9-29CD-1B05-E472-C70E51F75A17}"/>
                  </a:ext>
                </a:extLst>
              </p:cNvPr>
              <p:cNvSpPr/>
              <p:nvPr/>
            </p:nvSpPr>
            <p:spPr>
              <a:xfrm>
                <a:off x="6892671" y="3305174"/>
                <a:ext cx="1713729" cy="1206046"/>
              </a:xfrm>
              <a:custGeom>
                <a:avLst/>
                <a:gdLst>
                  <a:gd name="csX0" fmla="*/ 245745 w 1713729"/>
                  <a:gd name="csY0" fmla="*/ 95 h 1206046"/>
                  <a:gd name="csX1" fmla="*/ 0 w 1713729"/>
                  <a:gd name="csY1" fmla="*/ 540163 h 1206046"/>
                  <a:gd name="csX2" fmla="*/ 1461230 w 1713729"/>
                  <a:gd name="csY2" fmla="*/ 1205008 h 1206046"/>
                  <a:gd name="csX3" fmla="*/ 1476470 w 1713729"/>
                  <a:gd name="csY3" fmla="*/ 1199293 h 1206046"/>
                  <a:gd name="csX4" fmla="*/ 1712690 w 1713729"/>
                  <a:gd name="csY4" fmla="*/ 680085 h 1206046"/>
                  <a:gd name="csX5" fmla="*/ 1706975 w 1713729"/>
                  <a:gd name="csY5" fmla="*/ 664845 h 1206046"/>
                  <a:gd name="csX6" fmla="*/ 245745 w 1713729"/>
                  <a:gd name="csY6" fmla="*/ 0 h 120604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713729" h="1206046">
                    <a:moveTo>
                      <a:pt x="245745" y="95"/>
                    </a:moveTo>
                    <a:lnTo>
                      <a:pt x="0" y="540163"/>
                    </a:lnTo>
                    <a:lnTo>
                      <a:pt x="1461230" y="1205008"/>
                    </a:lnTo>
                    <a:cubicBezTo>
                      <a:pt x="1467040" y="1207675"/>
                      <a:pt x="1473803" y="1205008"/>
                      <a:pt x="1476470" y="1199293"/>
                    </a:cubicBezTo>
                    <a:lnTo>
                      <a:pt x="1712690" y="680085"/>
                    </a:lnTo>
                    <a:cubicBezTo>
                      <a:pt x="1715357" y="674275"/>
                      <a:pt x="1712690" y="667512"/>
                      <a:pt x="1706975" y="664845"/>
                    </a:cubicBezTo>
                    <a:lnTo>
                      <a:pt x="245745" y="0"/>
                    </a:lnTo>
                    <a:close/>
                  </a:path>
                </a:pathLst>
              </a:custGeom>
              <a:solidFill>
                <a:srgbClr val="0679C3"/>
              </a:solidFill>
              <a:ln w="9525" cap="flat">
                <a:noFill/>
                <a:prstDash val="solid"/>
                <a:miter/>
              </a:ln>
            </p:spPr>
            <p:txBody>
              <a:bodyPr/>
              <a:lstStyle/>
              <a:p>
                <a:endParaRPr lang="en-US"/>
              </a:p>
            </p:txBody>
          </p:sp>
          <p:sp>
            <p:nvSpPr>
              <p:cNvPr id="80" name="Rectangle 79">
                <a:extLst>
                  <a:ext uri="{FF2B5EF4-FFF2-40B4-BE49-F238E27FC236}">
                    <a16:creationId xmlns:a16="http://schemas.microsoft.com/office/drawing/2014/main" id="{513D0B65-8E79-AEB6-E964-3F0008786E54}"/>
                  </a:ext>
                </a:extLst>
              </p:cNvPr>
              <p:cNvSpPr/>
              <p:nvPr/>
            </p:nvSpPr>
            <p:spPr>
              <a:xfrm rot="-3931800">
                <a:off x="7520546" y="3455348"/>
                <a:ext cx="125539" cy="1043177"/>
              </a:xfrm>
              <a:prstGeom prst="rect">
                <a:avLst/>
              </a:prstGeom>
              <a:solidFill>
                <a:srgbClr val="FFFFFF"/>
              </a:solidFill>
              <a:ln w="9525" cap="flat">
                <a:noFill/>
                <a:prstDash val="solid"/>
                <a:miter/>
              </a:ln>
            </p:spPr>
            <p:txBody>
              <a:bodyPr/>
              <a:lstStyle/>
              <a:p>
                <a:endParaRPr lang="en-US"/>
              </a:p>
            </p:txBody>
          </p:sp>
          <p:sp>
            <p:nvSpPr>
              <p:cNvPr id="81" name="Rectangle 80">
                <a:extLst>
                  <a:ext uri="{FF2B5EF4-FFF2-40B4-BE49-F238E27FC236}">
                    <a16:creationId xmlns:a16="http://schemas.microsoft.com/office/drawing/2014/main" id="{99D3627E-BDE2-FA93-ADF7-2ED462D5B097}"/>
                  </a:ext>
                </a:extLst>
              </p:cNvPr>
              <p:cNvSpPr/>
              <p:nvPr/>
            </p:nvSpPr>
            <p:spPr>
              <a:xfrm rot="-3931800">
                <a:off x="8195709" y="3946575"/>
                <a:ext cx="599789" cy="597884"/>
              </a:xfrm>
              <a:prstGeom prst="rect">
                <a:avLst/>
              </a:prstGeom>
              <a:solidFill>
                <a:srgbClr val="051C2C"/>
              </a:solidFill>
              <a:ln w="9525" cap="flat">
                <a:noFill/>
                <a:prstDash val="solid"/>
                <a:miter/>
              </a:ln>
            </p:spPr>
            <p:txBody>
              <a:bodyPr/>
              <a:lstStyle/>
              <a:p>
                <a:endParaRPr lang="en-US"/>
              </a:p>
            </p:txBody>
          </p:sp>
          <p:sp>
            <p:nvSpPr>
              <p:cNvPr id="82" name="Freeform: Shape 81">
                <a:extLst>
                  <a:ext uri="{FF2B5EF4-FFF2-40B4-BE49-F238E27FC236}">
                    <a16:creationId xmlns:a16="http://schemas.microsoft.com/office/drawing/2014/main" id="{13D21EEA-FD3B-366A-D294-BAB04B21096D}"/>
                  </a:ext>
                </a:extLst>
              </p:cNvPr>
              <p:cNvSpPr/>
              <p:nvPr/>
            </p:nvSpPr>
            <p:spPr>
              <a:xfrm>
                <a:off x="7853227" y="4322744"/>
                <a:ext cx="790463" cy="387081"/>
              </a:xfrm>
              <a:custGeom>
                <a:avLst/>
                <a:gdLst>
                  <a:gd name="csX0" fmla="*/ 715653 w 790463"/>
                  <a:gd name="csY0" fmla="*/ 387081 h 387081"/>
                  <a:gd name="csX1" fmla="*/ 699270 w 790463"/>
                  <a:gd name="csY1" fmla="*/ 383462 h 387081"/>
                  <a:gd name="csX2" fmla="*/ 23281 w 790463"/>
                  <a:gd name="csY2" fmla="*/ 75899 h 387081"/>
                  <a:gd name="csX3" fmla="*/ 3564 w 790463"/>
                  <a:gd name="csY3" fmla="*/ 23322 h 387081"/>
                  <a:gd name="csX4" fmla="*/ 56142 w 790463"/>
                  <a:gd name="csY4" fmla="*/ 3605 h 387081"/>
                  <a:gd name="csX5" fmla="*/ 695936 w 790463"/>
                  <a:gd name="csY5" fmla="*/ 294689 h 387081"/>
                  <a:gd name="csX6" fmla="*/ 714605 w 790463"/>
                  <a:gd name="csY6" fmla="*/ 253731 h 387081"/>
                  <a:gd name="csX7" fmla="*/ 767184 w 790463"/>
                  <a:gd name="csY7" fmla="*/ 234015 h 387081"/>
                  <a:gd name="csX8" fmla="*/ 786900 w 790463"/>
                  <a:gd name="csY8" fmla="*/ 286593 h 387081"/>
                  <a:gd name="csX9" fmla="*/ 751752 w 790463"/>
                  <a:gd name="csY9" fmla="*/ 363745 h 387081"/>
                  <a:gd name="csX10" fmla="*/ 715558 w 790463"/>
                  <a:gd name="csY10" fmla="*/ 387081 h 3870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790463" h="387081">
                    <a:moveTo>
                      <a:pt x="715653" y="387081"/>
                    </a:moveTo>
                    <a:cubicBezTo>
                      <a:pt x="710128" y="387081"/>
                      <a:pt x="704604" y="385938"/>
                      <a:pt x="699270" y="383462"/>
                    </a:cubicBezTo>
                    <a:lnTo>
                      <a:pt x="23281" y="75899"/>
                    </a:lnTo>
                    <a:cubicBezTo>
                      <a:pt x="3278" y="66851"/>
                      <a:pt x="-5485" y="43229"/>
                      <a:pt x="3564" y="23322"/>
                    </a:cubicBezTo>
                    <a:cubicBezTo>
                      <a:pt x="12613" y="3319"/>
                      <a:pt x="36140" y="-5539"/>
                      <a:pt x="56142" y="3605"/>
                    </a:cubicBezTo>
                    <a:lnTo>
                      <a:pt x="695936" y="294689"/>
                    </a:lnTo>
                    <a:lnTo>
                      <a:pt x="714605" y="253731"/>
                    </a:lnTo>
                    <a:cubicBezTo>
                      <a:pt x="723654" y="233729"/>
                      <a:pt x="747181" y="224871"/>
                      <a:pt x="767184" y="234015"/>
                    </a:cubicBezTo>
                    <a:cubicBezTo>
                      <a:pt x="787186" y="243063"/>
                      <a:pt x="795949" y="266685"/>
                      <a:pt x="786900" y="286593"/>
                    </a:cubicBezTo>
                    <a:lnTo>
                      <a:pt x="751752" y="363745"/>
                    </a:lnTo>
                    <a:cubicBezTo>
                      <a:pt x="745085" y="378414"/>
                      <a:pt x="730703" y="387081"/>
                      <a:pt x="715558" y="387081"/>
                    </a:cubicBezTo>
                    <a:close/>
                  </a:path>
                </a:pathLst>
              </a:custGeom>
              <a:solidFill>
                <a:srgbClr val="051C2C"/>
              </a:solidFill>
              <a:ln w="9525" cap="flat">
                <a:noFill/>
                <a:prstDash val="solid"/>
                <a:miter/>
              </a:ln>
            </p:spPr>
            <p:txBody>
              <a:bodyPr/>
              <a:lstStyle/>
              <a:p>
                <a:endParaRPr lang="en-US"/>
              </a:p>
            </p:txBody>
          </p:sp>
        </p:grpSp>
        <p:sp>
          <p:nvSpPr>
            <p:cNvPr id="478" name="Freeform: Shape 477">
              <a:extLst>
                <a:ext uri="{FF2B5EF4-FFF2-40B4-BE49-F238E27FC236}">
                  <a16:creationId xmlns:a16="http://schemas.microsoft.com/office/drawing/2014/main" id="{743E31AD-BEF9-4D0D-A6A4-490139F8B397}"/>
                </a:ext>
              </a:extLst>
            </p:cNvPr>
            <p:cNvSpPr/>
            <p:nvPr/>
          </p:nvSpPr>
          <p:spPr>
            <a:xfrm>
              <a:off x="8168571" y="3961065"/>
              <a:ext cx="208380" cy="225038"/>
            </a:xfrm>
            <a:custGeom>
              <a:avLst/>
              <a:gdLst>
                <a:gd name="csX0" fmla="*/ 151230 w 208380"/>
                <a:gd name="csY0" fmla="*/ 0 h 225038"/>
                <a:gd name="csX1" fmla="*/ 58267 w 208380"/>
                <a:gd name="csY1" fmla="*/ 49149 h 225038"/>
                <a:gd name="csX2" fmla="*/ 4165 w 208380"/>
                <a:gd name="csY2" fmla="*/ 75724 h 225038"/>
                <a:gd name="csX3" fmla="*/ 60267 w 208380"/>
                <a:gd name="csY3" fmla="*/ 84011 h 225038"/>
                <a:gd name="csX4" fmla="*/ 19309 w 208380"/>
                <a:gd name="csY4" fmla="*/ 145447 h 225038"/>
                <a:gd name="csX5" fmla="*/ 2927 w 208380"/>
                <a:gd name="csY5" fmla="*/ 196977 h 225038"/>
                <a:gd name="csX6" fmla="*/ 61981 w 208380"/>
                <a:gd name="csY6" fmla="*/ 137922 h 225038"/>
                <a:gd name="csX7" fmla="*/ 32263 w 208380"/>
                <a:gd name="csY7" fmla="*/ 209550 h 225038"/>
                <a:gd name="csX8" fmla="*/ 96748 w 208380"/>
                <a:gd name="csY8" fmla="*/ 148304 h 225038"/>
                <a:gd name="csX9" fmla="*/ 55790 w 208380"/>
                <a:gd name="csY9" fmla="*/ 219837 h 225038"/>
                <a:gd name="csX10" fmla="*/ 87318 w 208380"/>
                <a:gd name="csY10" fmla="*/ 207741 h 225038"/>
                <a:gd name="csX11" fmla="*/ 123608 w 208380"/>
                <a:gd name="csY11" fmla="*/ 164211 h 225038"/>
                <a:gd name="csX12" fmla="*/ 96271 w 208380"/>
                <a:gd name="csY12" fmla="*/ 217932 h 225038"/>
                <a:gd name="csX13" fmla="*/ 125609 w 208380"/>
                <a:gd name="csY13" fmla="*/ 203550 h 225038"/>
                <a:gd name="csX14" fmla="*/ 208380 w 208380"/>
                <a:gd name="csY14" fmla="*/ 49340 h 225038"/>
                <a:gd name="csX15" fmla="*/ 151230 w 208380"/>
                <a:gd name="csY15" fmla="*/ 0 h 2250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208380" h="225038">
                  <a:moveTo>
                    <a:pt x="151230" y="0"/>
                  </a:moveTo>
                  <a:cubicBezTo>
                    <a:pt x="151230" y="0"/>
                    <a:pt x="81984" y="34766"/>
                    <a:pt x="58267" y="49149"/>
                  </a:cubicBezTo>
                  <a:cubicBezTo>
                    <a:pt x="34549" y="63532"/>
                    <a:pt x="926" y="59912"/>
                    <a:pt x="4165" y="75724"/>
                  </a:cubicBezTo>
                  <a:cubicBezTo>
                    <a:pt x="7403" y="91440"/>
                    <a:pt x="60267" y="84011"/>
                    <a:pt x="60267" y="84011"/>
                  </a:cubicBezTo>
                  <a:cubicBezTo>
                    <a:pt x="60267" y="84011"/>
                    <a:pt x="30739" y="132112"/>
                    <a:pt x="19309" y="145447"/>
                  </a:cubicBezTo>
                  <a:cubicBezTo>
                    <a:pt x="7974" y="158877"/>
                    <a:pt x="-6218" y="187928"/>
                    <a:pt x="2927" y="196977"/>
                  </a:cubicBezTo>
                  <a:cubicBezTo>
                    <a:pt x="12070" y="206026"/>
                    <a:pt x="61981" y="137922"/>
                    <a:pt x="61981" y="137922"/>
                  </a:cubicBezTo>
                  <a:cubicBezTo>
                    <a:pt x="61981" y="137922"/>
                    <a:pt x="25596" y="199454"/>
                    <a:pt x="32263" y="209550"/>
                  </a:cubicBezTo>
                  <a:cubicBezTo>
                    <a:pt x="38931" y="219742"/>
                    <a:pt x="96748" y="148304"/>
                    <a:pt x="96748" y="148304"/>
                  </a:cubicBezTo>
                  <a:cubicBezTo>
                    <a:pt x="96748" y="148304"/>
                    <a:pt x="54743" y="212027"/>
                    <a:pt x="55790" y="219837"/>
                  </a:cubicBezTo>
                  <a:cubicBezTo>
                    <a:pt x="56838" y="227743"/>
                    <a:pt x="66934" y="226695"/>
                    <a:pt x="87318" y="207741"/>
                  </a:cubicBezTo>
                  <a:cubicBezTo>
                    <a:pt x="107702" y="188786"/>
                    <a:pt x="123608" y="164211"/>
                    <a:pt x="123608" y="164211"/>
                  </a:cubicBezTo>
                  <a:cubicBezTo>
                    <a:pt x="123608" y="164211"/>
                    <a:pt x="97414" y="211169"/>
                    <a:pt x="96271" y="217932"/>
                  </a:cubicBezTo>
                  <a:cubicBezTo>
                    <a:pt x="95128" y="224695"/>
                    <a:pt x="98367" y="234791"/>
                    <a:pt x="125609" y="203550"/>
                  </a:cubicBezTo>
                  <a:cubicBezTo>
                    <a:pt x="152850" y="172308"/>
                    <a:pt x="200189" y="97536"/>
                    <a:pt x="208380" y="49340"/>
                  </a:cubicBezTo>
                  <a:lnTo>
                    <a:pt x="151230" y="0"/>
                  </a:lnTo>
                  <a:close/>
                </a:path>
              </a:pathLst>
            </a:custGeom>
            <a:solidFill>
              <a:srgbClr val="6D4D46"/>
            </a:solidFill>
            <a:ln w="9525" cap="flat">
              <a:noFill/>
              <a:prstDash val="solid"/>
              <a:miter/>
            </a:ln>
          </p:spPr>
          <p:txBody>
            <a:bodyPr/>
            <a:lstStyle/>
            <a:p>
              <a:endParaRPr lang="en-US"/>
            </a:p>
          </p:txBody>
        </p:sp>
        <p:sp>
          <p:nvSpPr>
            <p:cNvPr id="479" name="Freeform: Shape 478">
              <a:extLst>
                <a:ext uri="{FF2B5EF4-FFF2-40B4-BE49-F238E27FC236}">
                  <a16:creationId xmlns:a16="http://schemas.microsoft.com/office/drawing/2014/main" id="{46691F9F-DF23-F25E-5C1A-BD27CC0ACAE8}"/>
                </a:ext>
              </a:extLst>
            </p:cNvPr>
            <p:cNvSpPr/>
            <p:nvPr/>
          </p:nvSpPr>
          <p:spPr>
            <a:xfrm>
              <a:off x="8283416" y="3273075"/>
              <a:ext cx="326087" cy="760475"/>
            </a:xfrm>
            <a:custGeom>
              <a:avLst/>
              <a:gdLst>
                <a:gd name="csX0" fmla="*/ 42576 w 326087"/>
                <a:gd name="csY0" fmla="*/ 0 h 760475"/>
                <a:gd name="csX1" fmla="*/ 69246 w 326087"/>
                <a:gd name="csY1" fmla="*/ 19431 h 760475"/>
                <a:gd name="csX2" fmla="*/ 321183 w 326087"/>
                <a:gd name="csY2" fmla="*/ 481774 h 760475"/>
                <a:gd name="csX3" fmla="*/ 106870 w 326087"/>
                <a:gd name="csY3" fmla="*/ 760476 h 760475"/>
                <a:gd name="csX4" fmla="*/ 0 w 326087"/>
                <a:gd name="csY4" fmla="*/ 702469 h 760475"/>
                <a:gd name="csX5" fmla="*/ 110680 w 326087"/>
                <a:gd name="csY5" fmla="*/ 456914 h 760475"/>
                <a:gd name="csX6" fmla="*/ 35909 w 326087"/>
                <a:gd name="csY6" fmla="*/ 296894 h 760475"/>
                <a:gd name="csX7" fmla="*/ 42672 w 326087"/>
                <a:gd name="csY7" fmla="*/ 95 h 7604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26087" h="760475">
                  <a:moveTo>
                    <a:pt x="42576" y="0"/>
                  </a:moveTo>
                  <a:cubicBezTo>
                    <a:pt x="51435" y="5810"/>
                    <a:pt x="60388" y="12382"/>
                    <a:pt x="69246" y="19431"/>
                  </a:cubicBezTo>
                  <a:cubicBezTo>
                    <a:pt x="215551" y="135922"/>
                    <a:pt x="354139" y="407384"/>
                    <a:pt x="321183" y="481774"/>
                  </a:cubicBezTo>
                  <a:cubicBezTo>
                    <a:pt x="286226" y="560641"/>
                    <a:pt x="106870" y="760476"/>
                    <a:pt x="106870" y="760476"/>
                  </a:cubicBezTo>
                  <a:lnTo>
                    <a:pt x="0" y="702469"/>
                  </a:lnTo>
                  <a:cubicBezTo>
                    <a:pt x="0" y="702469"/>
                    <a:pt x="104394" y="511492"/>
                    <a:pt x="110680" y="456914"/>
                  </a:cubicBezTo>
                  <a:cubicBezTo>
                    <a:pt x="117062" y="402336"/>
                    <a:pt x="35909" y="296894"/>
                    <a:pt x="35909" y="296894"/>
                  </a:cubicBezTo>
                  <a:lnTo>
                    <a:pt x="42672" y="95"/>
                  </a:lnTo>
                  <a:close/>
                </a:path>
              </a:pathLst>
            </a:custGeom>
            <a:solidFill>
              <a:srgbClr val="6ECBF7"/>
            </a:solidFill>
            <a:ln w="9525" cap="flat">
              <a:noFill/>
              <a:prstDash val="solid"/>
              <a:miter/>
            </a:ln>
          </p:spPr>
          <p:txBody>
            <a:bodyPr/>
            <a:lstStyle/>
            <a:p>
              <a:endParaRPr lang="en-US"/>
            </a:p>
          </p:txBody>
        </p:sp>
        <p:grpSp>
          <p:nvGrpSpPr>
            <p:cNvPr id="480" name="Graphic 457">
              <a:extLst>
                <a:ext uri="{FF2B5EF4-FFF2-40B4-BE49-F238E27FC236}">
                  <a16:creationId xmlns:a16="http://schemas.microsoft.com/office/drawing/2014/main" id="{D9FABB15-EB24-9675-F73B-3441977DB278}"/>
                </a:ext>
              </a:extLst>
            </p:cNvPr>
            <p:cNvGrpSpPr/>
            <p:nvPr/>
          </p:nvGrpSpPr>
          <p:grpSpPr>
            <a:xfrm>
              <a:off x="5223605" y="4644294"/>
              <a:ext cx="455485" cy="455485"/>
              <a:chOff x="5223605" y="4644294"/>
              <a:chExt cx="455485" cy="455485"/>
            </a:xfrm>
          </p:grpSpPr>
          <p:sp>
            <p:nvSpPr>
              <p:cNvPr id="511" name="Oval 510">
                <a:extLst>
                  <a:ext uri="{FF2B5EF4-FFF2-40B4-BE49-F238E27FC236}">
                    <a16:creationId xmlns:a16="http://schemas.microsoft.com/office/drawing/2014/main" id="{1B062E0D-AF92-9E80-DB64-30EBA73078B6}"/>
                  </a:ext>
                </a:extLst>
              </p:cNvPr>
              <p:cNvSpPr/>
              <p:nvPr/>
            </p:nvSpPr>
            <p:spPr>
              <a:xfrm>
                <a:off x="5223605" y="4644294"/>
                <a:ext cx="455485" cy="455485"/>
              </a:xfrm>
              <a:prstGeom prst="ellipse">
                <a:avLst/>
              </a:prstGeom>
              <a:solidFill>
                <a:srgbClr val="051C2C"/>
              </a:solidFill>
              <a:ln w="9525" cap="flat">
                <a:noFill/>
                <a:prstDash val="solid"/>
                <a:miter/>
              </a:ln>
            </p:spPr>
            <p:txBody>
              <a:bodyPr/>
              <a:lstStyle/>
              <a:p>
                <a:endParaRPr lang="en-US"/>
              </a:p>
            </p:txBody>
          </p:sp>
          <p:grpSp>
            <p:nvGrpSpPr>
              <p:cNvPr id="70" name="Graphic 457">
                <a:extLst>
                  <a:ext uri="{FF2B5EF4-FFF2-40B4-BE49-F238E27FC236}">
                    <a16:creationId xmlns:a16="http://schemas.microsoft.com/office/drawing/2014/main" id="{2E8AE926-2B20-BF6B-3ABD-C2CC70C450FF}"/>
                  </a:ext>
                </a:extLst>
              </p:cNvPr>
              <p:cNvGrpSpPr/>
              <p:nvPr/>
            </p:nvGrpSpPr>
            <p:grpSpPr>
              <a:xfrm>
                <a:off x="5345430" y="4807838"/>
                <a:ext cx="211835" cy="158781"/>
                <a:chOff x="5345430" y="4807838"/>
                <a:chExt cx="211835" cy="158781"/>
              </a:xfrm>
              <a:solidFill>
                <a:srgbClr val="ECF3FF"/>
              </a:solidFill>
            </p:grpSpPr>
            <p:grpSp>
              <p:nvGrpSpPr>
                <p:cNvPr id="71" name="Graphic 457">
                  <a:extLst>
                    <a:ext uri="{FF2B5EF4-FFF2-40B4-BE49-F238E27FC236}">
                      <a16:creationId xmlns:a16="http://schemas.microsoft.com/office/drawing/2014/main" id="{B238CC08-AE06-D717-0B42-9192B99CEB80}"/>
                    </a:ext>
                  </a:extLst>
                </p:cNvPr>
                <p:cNvGrpSpPr/>
                <p:nvPr/>
              </p:nvGrpSpPr>
              <p:grpSpPr>
                <a:xfrm>
                  <a:off x="5345430" y="4807838"/>
                  <a:ext cx="211835" cy="48767"/>
                  <a:chOff x="5345430" y="4807838"/>
                  <a:chExt cx="211835" cy="48767"/>
                </a:xfrm>
                <a:solidFill>
                  <a:srgbClr val="ECF3FF"/>
                </a:solidFill>
              </p:grpSpPr>
              <p:sp>
                <p:nvSpPr>
                  <p:cNvPr id="73" name="Freeform: Shape 72">
                    <a:extLst>
                      <a:ext uri="{FF2B5EF4-FFF2-40B4-BE49-F238E27FC236}">
                        <a16:creationId xmlns:a16="http://schemas.microsoft.com/office/drawing/2014/main" id="{CD9AFD0C-27F9-2992-8074-671C1EED6F05}"/>
                      </a:ext>
                    </a:extLst>
                  </p:cNvPr>
                  <p:cNvSpPr/>
                  <p:nvPr/>
                </p:nvSpPr>
                <p:spPr>
                  <a:xfrm>
                    <a:off x="5345430" y="4807838"/>
                    <a:ext cx="48767" cy="48767"/>
                  </a:xfrm>
                  <a:custGeom>
                    <a:avLst/>
                    <a:gdLst>
                      <a:gd name="csX0" fmla="*/ 0 w 48767"/>
                      <a:gd name="csY0" fmla="*/ 24384 h 48767"/>
                      <a:gd name="csX1" fmla="*/ 24384 w 48767"/>
                      <a:gd name="csY1" fmla="*/ 0 h 48767"/>
                      <a:gd name="csX2" fmla="*/ 48768 w 48767"/>
                      <a:gd name="csY2" fmla="*/ 24384 h 48767"/>
                      <a:gd name="csX3" fmla="*/ 24384 w 48767"/>
                      <a:gd name="csY3" fmla="*/ 48768 h 48767"/>
                      <a:gd name="csX4" fmla="*/ 0 w 48767"/>
                      <a:gd name="csY4" fmla="*/ 24384 h 48767"/>
                    </a:gdLst>
                    <a:ahLst/>
                    <a:cxnLst>
                      <a:cxn ang="0">
                        <a:pos x="csX0" y="csY0"/>
                      </a:cxn>
                      <a:cxn ang="0">
                        <a:pos x="csX1" y="csY1"/>
                      </a:cxn>
                      <a:cxn ang="0">
                        <a:pos x="csX2" y="csY2"/>
                      </a:cxn>
                      <a:cxn ang="0">
                        <a:pos x="csX3" y="csY3"/>
                      </a:cxn>
                      <a:cxn ang="0">
                        <a:pos x="csX4" y="csY4"/>
                      </a:cxn>
                    </a:cxnLst>
                    <a:rect l="l" t="t" r="r" b="b"/>
                    <a:pathLst>
                      <a:path w="48767" h="48767">
                        <a:moveTo>
                          <a:pt x="0" y="24384"/>
                        </a:moveTo>
                        <a:cubicBezTo>
                          <a:pt x="0" y="10858"/>
                          <a:pt x="10954" y="0"/>
                          <a:pt x="24384" y="0"/>
                        </a:cubicBezTo>
                        <a:cubicBezTo>
                          <a:pt x="37814" y="0"/>
                          <a:pt x="48768" y="10954"/>
                          <a:pt x="48768" y="24384"/>
                        </a:cubicBezTo>
                        <a:cubicBezTo>
                          <a:pt x="48768" y="37814"/>
                          <a:pt x="37814" y="48768"/>
                          <a:pt x="24384" y="48768"/>
                        </a:cubicBezTo>
                        <a:cubicBezTo>
                          <a:pt x="10954" y="48768"/>
                          <a:pt x="0" y="37814"/>
                          <a:pt x="0" y="24384"/>
                        </a:cubicBezTo>
                        <a:close/>
                      </a:path>
                    </a:pathLst>
                  </a:custGeom>
                  <a:solidFill>
                    <a:srgbClr val="ECF3FF"/>
                  </a:solidFill>
                  <a:ln w="9525" cap="flat">
                    <a:noFill/>
                    <a:prstDash val="solid"/>
                    <a:miter/>
                  </a:ln>
                </p:spPr>
                <p:txBody>
                  <a:bodyPr/>
                  <a:lstStyle/>
                  <a:p>
                    <a:endParaRPr lang="en-US"/>
                  </a:p>
                </p:txBody>
              </p:sp>
              <p:sp>
                <p:nvSpPr>
                  <p:cNvPr id="74" name="Freeform: Shape 73">
                    <a:extLst>
                      <a:ext uri="{FF2B5EF4-FFF2-40B4-BE49-F238E27FC236}">
                        <a16:creationId xmlns:a16="http://schemas.microsoft.com/office/drawing/2014/main" id="{28725CBD-C4B2-5A82-4558-975EB526ABDB}"/>
                      </a:ext>
                    </a:extLst>
                  </p:cNvPr>
                  <p:cNvSpPr/>
                  <p:nvPr/>
                </p:nvSpPr>
                <p:spPr>
                  <a:xfrm>
                    <a:off x="5508498" y="4807838"/>
                    <a:ext cx="48767" cy="48767"/>
                  </a:xfrm>
                  <a:custGeom>
                    <a:avLst/>
                    <a:gdLst>
                      <a:gd name="csX0" fmla="*/ 0 w 48767"/>
                      <a:gd name="csY0" fmla="*/ 24384 h 48767"/>
                      <a:gd name="csX1" fmla="*/ 24384 w 48767"/>
                      <a:gd name="csY1" fmla="*/ 0 h 48767"/>
                      <a:gd name="csX2" fmla="*/ 48768 w 48767"/>
                      <a:gd name="csY2" fmla="*/ 24384 h 48767"/>
                      <a:gd name="csX3" fmla="*/ 24384 w 48767"/>
                      <a:gd name="csY3" fmla="*/ 48768 h 48767"/>
                      <a:gd name="csX4" fmla="*/ 0 w 48767"/>
                      <a:gd name="csY4" fmla="*/ 24384 h 48767"/>
                    </a:gdLst>
                    <a:ahLst/>
                    <a:cxnLst>
                      <a:cxn ang="0">
                        <a:pos x="csX0" y="csY0"/>
                      </a:cxn>
                      <a:cxn ang="0">
                        <a:pos x="csX1" y="csY1"/>
                      </a:cxn>
                      <a:cxn ang="0">
                        <a:pos x="csX2" y="csY2"/>
                      </a:cxn>
                      <a:cxn ang="0">
                        <a:pos x="csX3" y="csY3"/>
                      </a:cxn>
                      <a:cxn ang="0">
                        <a:pos x="csX4" y="csY4"/>
                      </a:cxn>
                    </a:cxnLst>
                    <a:rect l="l" t="t" r="r" b="b"/>
                    <a:pathLst>
                      <a:path w="48767" h="48767">
                        <a:moveTo>
                          <a:pt x="0" y="24384"/>
                        </a:moveTo>
                        <a:cubicBezTo>
                          <a:pt x="0" y="10858"/>
                          <a:pt x="10954" y="0"/>
                          <a:pt x="24384" y="0"/>
                        </a:cubicBezTo>
                        <a:cubicBezTo>
                          <a:pt x="37814" y="0"/>
                          <a:pt x="48768" y="10954"/>
                          <a:pt x="48768" y="24384"/>
                        </a:cubicBezTo>
                        <a:cubicBezTo>
                          <a:pt x="48768" y="37814"/>
                          <a:pt x="37814" y="48768"/>
                          <a:pt x="24384" y="48768"/>
                        </a:cubicBezTo>
                        <a:cubicBezTo>
                          <a:pt x="10954" y="48768"/>
                          <a:pt x="0" y="37814"/>
                          <a:pt x="0" y="24384"/>
                        </a:cubicBezTo>
                        <a:close/>
                      </a:path>
                    </a:pathLst>
                  </a:custGeom>
                  <a:solidFill>
                    <a:srgbClr val="ECF3FF"/>
                  </a:solidFill>
                  <a:ln w="9525" cap="flat">
                    <a:noFill/>
                    <a:prstDash val="solid"/>
                    <a:miter/>
                  </a:ln>
                </p:spPr>
                <p:txBody>
                  <a:bodyPr/>
                  <a:lstStyle/>
                  <a:p>
                    <a:endParaRPr lang="en-US"/>
                  </a:p>
                </p:txBody>
              </p:sp>
            </p:grpSp>
            <p:sp>
              <p:nvSpPr>
                <p:cNvPr id="72" name="Freeform: Shape 71">
                  <a:extLst>
                    <a:ext uri="{FF2B5EF4-FFF2-40B4-BE49-F238E27FC236}">
                      <a16:creationId xmlns:a16="http://schemas.microsoft.com/office/drawing/2014/main" id="{8AFB3200-39BF-597B-86B2-A45968788474}"/>
                    </a:ext>
                  </a:extLst>
                </p:cNvPr>
                <p:cNvSpPr/>
                <p:nvPr/>
              </p:nvSpPr>
              <p:spPr>
                <a:xfrm>
                  <a:off x="5354401" y="4923090"/>
                  <a:ext cx="193796" cy="43529"/>
                </a:xfrm>
                <a:custGeom>
                  <a:avLst/>
                  <a:gdLst>
                    <a:gd name="csX0" fmla="*/ 186195 w 193796"/>
                    <a:gd name="csY0" fmla="*/ 43434 h 43529"/>
                    <a:gd name="csX1" fmla="*/ 180385 w 193796"/>
                    <a:gd name="csY1" fmla="*/ 40862 h 43529"/>
                    <a:gd name="csX2" fmla="*/ 96946 w 193796"/>
                    <a:gd name="csY2" fmla="*/ 15335 h 43529"/>
                    <a:gd name="csX3" fmla="*/ 12745 w 193796"/>
                    <a:gd name="csY3" fmla="*/ 41529 h 43529"/>
                    <a:gd name="csX4" fmla="*/ 1886 w 193796"/>
                    <a:gd name="csY4" fmla="*/ 40767 h 43529"/>
                    <a:gd name="csX5" fmla="*/ 2649 w 193796"/>
                    <a:gd name="csY5" fmla="*/ 30004 h 43529"/>
                    <a:gd name="csX6" fmla="*/ 96946 w 193796"/>
                    <a:gd name="csY6" fmla="*/ 0 h 43529"/>
                    <a:gd name="csX7" fmla="*/ 191910 w 193796"/>
                    <a:gd name="csY7" fmla="*/ 30766 h 43529"/>
                    <a:gd name="csX8" fmla="*/ 191148 w 193796"/>
                    <a:gd name="csY8" fmla="*/ 41624 h 43529"/>
                    <a:gd name="csX9" fmla="*/ 186100 w 193796"/>
                    <a:gd name="csY9" fmla="*/ 43529 h 435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3796" h="43529">
                      <a:moveTo>
                        <a:pt x="186195" y="43434"/>
                      </a:moveTo>
                      <a:cubicBezTo>
                        <a:pt x="184100" y="43434"/>
                        <a:pt x="181909" y="42577"/>
                        <a:pt x="180385" y="40862"/>
                      </a:cubicBezTo>
                      <a:cubicBezTo>
                        <a:pt x="180194" y="40672"/>
                        <a:pt x="156668" y="15335"/>
                        <a:pt x="96946" y="15335"/>
                      </a:cubicBezTo>
                      <a:cubicBezTo>
                        <a:pt x="43892" y="15335"/>
                        <a:pt x="13031" y="41339"/>
                        <a:pt x="12745" y="41529"/>
                      </a:cubicBezTo>
                      <a:cubicBezTo>
                        <a:pt x="9507" y="44291"/>
                        <a:pt x="4649" y="43910"/>
                        <a:pt x="1886" y="40767"/>
                      </a:cubicBezTo>
                      <a:cubicBezTo>
                        <a:pt x="-876" y="37529"/>
                        <a:pt x="-590" y="32766"/>
                        <a:pt x="2649" y="30004"/>
                      </a:cubicBezTo>
                      <a:cubicBezTo>
                        <a:pt x="4077" y="28766"/>
                        <a:pt x="37796" y="0"/>
                        <a:pt x="96946" y="0"/>
                      </a:cubicBezTo>
                      <a:cubicBezTo>
                        <a:pt x="164288" y="0"/>
                        <a:pt x="190862" y="29433"/>
                        <a:pt x="191910" y="30766"/>
                      </a:cubicBezTo>
                      <a:cubicBezTo>
                        <a:pt x="194672" y="33909"/>
                        <a:pt x="194387" y="38767"/>
                        <a:pt x="191148" y="41624"/>
                      </a:cubicBezTo>
                      <a:cubicBezTo>
                        <a:pt x="189719" y="42863"/>
                        <a:pt x="187910" y="43529"/>
                        <a:pt x="186100" y="43529"/>
                      </a:cubicBezTo>
                      <a:close/>
                    </a:path>
                  </a:pathLst>
                </a:custGeom>
                <a:solidFill>
                  <a:srgbClr val="ECF3FF"/>
                </a:solidFill>
                <a:ln w="9525" cap="flat">
                  <a:noFill/>
                  <a:prstDash val="solid"/>
                  <a:miter/>
                </a:ln>
              </p:spPr>
              <p:txBody>
                <a:bodyPr/>
                <a:lstStyle/>
                <a:p>
                  <a:endParaRPr lang="en-US"/>
                </a:p>
              </p:txBody>
            </p:sp>
          </p:grpSp>
        </p:grpSp>
        <p:grpSp>
          <p:nvGrpSpPr>
            <p:cNvPr id="482" name="Graphic 457">
              <a:extLst>
                <a:ext uri="{FF2B5EF4-FFF2-40B4-BE49-F238E27FC236}">
                  <a16:creationId xmlns:a16="http://schemas.microsoft.com/office/drawing/2014/main" id="{25EEBC47-9997-C8C1-BAF4-94EB70C6BE9A}"/>
                </a:ext>
              </a:extLst>
            </p:cNvPr>
            <p:cNvGrpSpPr/>
            <p:nvPr/>
          </p:nvGrpSpPr>
          <p:grpSpPr>
            <a:xfrm>
              <a:off x="5223605" y="3132772"/>
              <a:ext cx="455485" cy="455485"/>
              <a:chOff x="5223605" y="3132772"/>
              <a:chExt cx="455485" cy="455485"/>
            </a:xfrm>
          </p:grpSpPr>
          <p:sp>
            <p:nvSpPr>
              <p:cNvPr id="505" name="Oval 504">
                <a:extLst>
                  <a:ext uri="{FF2B5EF4-FFF2-40B4-BE49-F238E27FC236}">
                    <a16:creationId xmlns:a16="http://schemas.microsoft.com/office/drawing/2014/main" id="{070E2EE6-E231-834C-8041-912DC8BAEFA6}"/>
                  </a:ext>
                </a:extLst>
              </p:cNvPr>
              <p:cNvSpPr/>
              <p:nvPr/>
            </p:nvSpPr>
            <p:spPr>
              <a:xfrm>
                <a:off x="5223605" y="3132772"/>
                <a:ext cx="455485" cy="455485"/>
              </a:xfrm>
              <a:prstGeom prst="ellipse">
                <a:avLst/>
              </a:prstGeom>
              <a:solidFill>
                <a:srgbClr val="00A9F4"/>
              </a:solidFill>
              <a:ln w="9525" cap="flat">
                <a:noFill/>
                <a:prstDash val="solid"/>
                <a:miter/>
              </a:ln>
            </p:spPr>
            <p:txBody>
              <a:bodyPr/>
              <a:lstStyle/>
              <a:p>
                <a:endParaRPr lang="en-US"/>
              </a:p>
            </p:txBody>
          </p:sp>
          <p:grpSp>
            <p:nvGrpSpPr>
              <p:cNvPr id="506" name="Graphic 457">
                <a:extLst>
                  <a:ext uri="{FF2B5EF4-FFF2-40B4-BE49-F238E27FC236}">
                    <a16:creationId xmlns:a16="http://schemas.microsoft.com/office/drawing/2014/main" id="{06369833-CAC4-3C5A-27B9-BF37FA962CB9}"/>
                  </a:ext>
                </a:extLst>
              </p:cNvPr>
              <p:cNvGrpSpPr/>
              <p:nvPr/>
            </p:nvGrpSpPr>
            <p:grpSpPr>
              <a:xfrm>
                <a:off x="5345430" y="3296316"/>
                <a:ext cx="211835" cy="158686"/>
                <a:chOff x="5345430" y="3296316"/>
                <a:chExt cx="211835" cy="158686"/>
              </a:xfrm>
              <a:solidFill>
                <a:srgbClr val="ECF3FF"/>
              </a:solidFill>
            </p:grpSpPr>
            <p:grpSp>
              <p:nvGrpSpPr>
                <p:cNvPr id="507" name="Graphic 457">
                  <a:extLst>
                    <a:ext uri="{FF2B5EF4-FFF2-40B4-BE49-F238E27FC236}">
                      <a16:creationId xmlns:a16="http://schemas.microsoft.com/office/drawing/2014/main" id="{5BA2D878-C17A-0349-935A-8AA55A20B74F}"/>
                    </a:ext>
                  </a:extLst>
                </p:cNvPr>
                <p:cNvGrpSpPr/>
                <p:nvPr/>
              </p:nvGrpSpPr>
              <p:grpSpPr>
                <a:xfrm>
                  <a:off x="5345430" y="3296316"/>
                  <a:ext cx="211835" cy="48767"/>
                  <a:chOff x="5345430" y="3296316"/>
                  <a:chExt cx="211835" cy="48767"/>
                </a:xfrm>
                <a:solidFill>
                  <a:srgbClr val="ECF3FF"/>
                </a:solidFill>
              </p:grpSpPr>
              <p:sp>
                <p:nvSpPr>
                  <p:cNvPr id="509" name="Freeform: Shape 508">
                    <a:extLst>
                      <a:ext uri="{FF2B5EF4-FFF2-40B4-BE49-F238E27FC236}">
                        <a16:creationId xmlns:a16="http://schemas.microsoft.com/office/drawing/2014/main" id="{1B9C476D-7819-84A7-DDAE-74B9833DABBC}"/>
                      </a:ext>
                    </a:extLst>
                  </p:cNvPr>
                  <p:cNvSpPr/>
                  <p:nvPr/>
                </p:nvSpPr>
                <p:spPr>
                  <a:xfrm>
                    <a:off x="5345430" y="3296316"/>
                    <a:ext cx="48767" cy="48767"/>
                  </a:xfrm>
                  <a:custGeom>
                    <a:avLst/>
                    <a:gdLst>
                      <a:gd name="csX0" fmla="*/ 0 w 48767"/>
                      <a:gd name="csY0" fmla="*/ 24384 h 48767"/>
                      <a:gd name="csX1" fmla="*/ 24384 w 48767"/>
                      <a:gd name="csY1" fmla="*/ 0 h 48767"/>
                      <a:gd name="csX2" fmla="*/ 48768 w 48767"/>
                      <a:gd name="csY2" fmla="*/ 24384 h 48767"/>
                      <a:gd name="csX3" fmla="*/ 24384 w 48767"/>
                      <a:gd name="csY3" fmla="*/ 48768 h 48767"/>
                      <a:gd name="csX4" fmla="*/ 0 w 48767"/>
                      <a:gd name="csY4" fmla="*/ 24384 h 48767"/>
                    </a:gdLst>
                    <a:ahLst/>
                    <a:cxnLst>
                      <a:cxn ang="0">
                        <a:pos x="csX0" y="csY0"/>
                      </a:cxn>
                      <a:cxn ang="0">
                        <a:pos x="csX1" y="csY1"/>
                      </a:cxn>
                      <a:cxn ang="0">
                        <a:pos x="csX2" y="csY2"/>
                      </a:cxn>
                      <a:cxn ang="0">
                        <a:pos x="csX3" y="csY3"/>
                      </a:cxn>
                      <a:cxn ang="0">
                        <a:pos x="csX4" y="csY4"/>
                      </a:cxn>
                    </a:cxnLst>
                    <a:rect l="l" t="t" r="r" b="b"/>
                    <a:pathLst>
                      <a:path w="48767" h="48767">
                        <a:moveTo>
                          <a:pt x="0" y="24384"/>
                        </a:moveTo>
                        <a:cubicBezTo>
                          <a:pt x="0" y="10858"/>
                          <a:pt x="10954" y="0"/>
                          <a:pt x="24384" y="0"/>
                        </a:cubicBezTo>
                        <a:cubicBezTo>
                          <a:pt x="37814" y="0"/>
                          <a:pt x="48768" y="10954"/>
                          <a:pt x="48768" y="24384"/>
                        </a:cubicBezTo>
                        <a:cubicBezTo>
                          <a:pt x="48768" y="37814"/>
                          <a:pt x="37814" y="48768"/>
                          <a:pt x="24384" y="48768"/>
                        </a:cubicBezTo>
                        <a:cubicBezTo>
                          <a:pt x="10954" y="48768"/>
                          <a:pt x="0" y="37814"/>
                          <a:pt x="0" y="24384"/>
                        </a:cubicBezTo>
                        <a:close/>
                      </a:path>
                    </a:pathLst>
                  </a:custGeom>
                  <a:solidFill>
                    <a:srgbClr val="ECF3FF"/>
                  </a:solidFill>
                  <a:ln w="9525" cap="flat">
                    <a:noFill/>
                    <a:prstDash val="solid"/>
                    <a:miter/>
                  </a:ln>
                </p:spPr>
                <p:txBody>
                  <a:bodyPr/>
                  <a:lstStyle/>
                  <a:p>
                    <a:endParaRPr lang="en-US"/>
                  </a:p>
                </p:txBody>
              </p:sp>
              <p:sp>
                <p:nvSpPr>
                  <p:cNvPr id="510" name="Freeform: Shape 509">
                    <a:extLst>
                      <a:ext uri="{FF2B5EF4-FFF2-40B4-BE49-F238E27FC236}">
                        <a16:creationId xmlns:a16="http://schemas.microsoft.com/office/drawing/2014/main" id="{4CE08FEB-E943-11D5-3B6A-FD8777CF7817}"/>
                      </a:ext>
                    </a:extLst>
                  </p:cNvPr>
                  <p:cNvSpPr/>
                  <p:nvPr/>
                </p:nvSpPr>
                <p:spPr>
                  <a:xfrm>
                    <a:off x="5508498" y="3296316"/>
                    <a:ext cx="48767" cy="48767"/>
                  </a:xfrm>
                  <a:custGeom>
                    <a:avLst/>
                    <a:gdLst>
                      <a:gd name="csX0" fmla="*/ 0 w 48767"/>
                      <a:gd name="csY0" fmla="*/ 24384 h 48767"/>
                      <a:gd name="csX1" fmla="*/ 24384 w 48767"/>
                      <a:gd name="csY1" fmla="*/ 0 h 48767"/>
                      <a:gd name="csX2" fmla="*/ 48768 w 48767"/>
                      <a:gd name="csY2" fmla="*/ 24384 h 48767"/>
                      <a:gd name="csX3" fmla="*/ 24384 w 48767"/>
                      <a:gd name="csY3" fmla="*/ 48768 h 48767"/>
                      <a:gd name="csX4" fmla="*/ 0 w 48767"/>
                      <a:gd name="csY4" fmla="*/ 24384 h 48767"/>
                    </a:gdLst>
                    <a:ahLst/>
                    <a:cxnLst>
                      <a:cxn ang="0">
                        <a:pos x="csX0" y="csY0"/>
                      </a:cxn>
                      <a:cxn ang="0">
                        <a:pos x="csX1" y="csY1"/>
                      </a:cxn>
                      <a:cxn ang="0">
                        <a:pos x="csX2" y="csY2"/>
                      </a:cxn>
                      <a:cxn ang="0">
                        <a:pos x="csX3" y="csY3"/>
                      </a:cxn>
                      <a:cxn ang="0">
                        <a:pos x="csX4" y="csY4"/>
                      </a:cxn>
                    </a:cxnLst>
                    <a:rect l="l" t="t" r="r" b="b"/>
                    <a:pathLst>
                      <a:path w="48767" h="48767">
                        <a:moveTo>
                          <a:pt x="0" y="24384"/>
                        </a:moveTo>
                        <a:cubicBezTo>
                          <a:pt x="0" y="10858"/>
                          <a:pt x="10954" y="0"/>
                          <a:pt x="24384" y="0"/>
                        </a:cubicBezTo>
                        <a:cubicBezTo>
                          <a:pt x="37814" y="0"/>
                          <a:pt x="48768" y="10954"/>
                          <a:pt x="48768" y="24384"/>
                        </a:cubicBezTo>
                        <a:cubicBezTo>
                          <a:pt x="48768" y="37814"/>
                          <a:pt x="37814" y="48768"/>
                          <a:pt x="24384" y="48768"/>
                        </a:cubicBezTo>
                        <a:cubicBezTo>
                          <a:pt x="10954" y="48768"/>
                          <a:pt x="0" y="37814"/>
                          <a:pt x="0" y="24384"/>
                        </a:cubicBezTo>
                        <a:close/>
                      </a:path>
                    </a:pathLst>
                  </a:custGeom>
                  <a:solidFill>
                    <a:srgbClr val="ECF3FF"/>
                  </a:solidFill>
                  <a:ln w="9525" cap="flat">
                    <a:noFill/>
                    <a:prstDash val="solid"/>
                    <a:miter/>
                  </a:ln>
                </p:spPr>
                <p:txBody>
                  <a:bodyPr/>
                  <a:lstStyle/>
                  <a:p>
                    <a:endParaRPr lang="en-US"/>
                  </a:p>
                </p:txBody>
              </p:sp>
            </p:grpSp>
            <p:sp>
              <p:nvSpPr>
                <p:cNvPr id="508" name="Freeform: Shape 507">
                  <a:extLst>
                    <a:ext uri="{FF2B5EF4-FFF2-40B4-BE49-F238E27FC236}">
                      <a16:creationId xmlns:a16="http://schemas.microsoft.com/office/drawing/2014/main" id="{480F433A-3226-E146-8892-07DB8ABEC3BC}"/>
                    </a:ext>
                  </a:extLst>
                </p:cNvPr>
                <p:cNvSpPr/>
                <p:nvPr/>
              </p:nvSpPr>
              <p:spPr>
                <a:xfrm>
                  <a:off x="5354497" y="3411473"/>
                  <a:ext cx="193796" cy="43529"/>
                </a:xfrm>
                <a:custGeom>
                  <a:avLst/>
                  <a:gdLst>
                    <a:gd name="csX0" fmla="*/ 7602 w 193796"/>
                    <a:gd name="csY0" fmla="*/ 95 h 43529"/>
                    <a:gd name="csX1" fmla="*/ 13412 w 193796"/>
                    <a:gd name="csY1" fmla="*/ 2667 h 43529"/>
                    <a:gd name="csX2" fmla="*/ 96851 w 193796"/>
                    <a:gd name="csY2" fmla="*/ 28194 h 43529"/>
                    <a:gd name="csX3" fmla="*/ 181052 w 193796"/>
                    <a:gd name="csY3" fmla="*/ 2000 h 43529"/>
                    <a:gd name="csX4" fmla="*/ 191910 w 193796"/>
                    <a:gd name="csY4" fmla="*/ 2762 h 43529"/>
                    <a:gd name="csX5" fmla="*/ 191148 w 193796"/>
                    <a:gd name="csY5" fmla="*/ 13525 h 43529"/>
                    <a:gd name="csX6" fmla="*/ 96851 w 193796"/>
                    <a:gd name="csY6" fmla="*/ 43529 h 43529"/>
                    <a:gd name="csX7" fmla="*/ 1887 w 193796"/>
                    <a:gd name="csY7" fmla="*/ 12763 h 43529"/>
                    <a:gd name="csX8" fmla="*/ 2648 w 193796"/>
                    <a:gd name="csY8" fmla="*/ 1905 h 43529"/>
                    <a:gd name="csX9" fmla="*/ 7697 w 193796"/>
                    <a:gd name="csY9" fmla="*/ 0 h 435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3796" h="43529">
                      <a:moveTo>
                        <a:pt x="7602" y="95"/>
                      </a:moveTo>
                      <a:cubicBezTo>
                        <a:pt x="9697" y="95"/>
                        <a:pt x="11888" y="953"/>
                        <a:pt x="13412" y="2667"/>
                      </a:cubicBezTo>
                      <a:cubicBezTo>
                        <a:pt x="13602" y="2857"/>
                        <a:pt x="37129" y="28194"/>
                        <a:pt x="96851" y="28194"/>
                      </a:cubicBezTo>
                      <a:cubicBezTo>
                        <a:pt x="149905" y="28194"/>
                        <a:pt x="180766" y="2191"/>
                        <a:pt x="181052" y="2000"/>
                      </a:cubicBezTo>
                      <a:cubicBezTo>
                        <a:pt x="184290" y="-762"/>
                        <a:pt x="189148" y="-381"/>
                        <a:pt x="191910" y="2762"/>
                      </a:cubicBezTo>
                      <a:cubicBezTo>
                        <a:pt x="194672" y="6001"/>
                        <a:pt x="194387" y="10763"/>
                        <a:pt x="191148" y="13525"/>
                      </a:cubicBezTo>
                      <a:cubicBezTo>
                        <a:pt x="189720" y="14764"/>
                        <a:pt x="156001" y="43529"/>
                        <a:pt x="96851" y="43529"/>
                      </a:cubicBezTo>
                      <a:cubicBezTo>
                        <a:pt x="29509" y="43529"/>
                        <a:pt x="2934" y="14097"/>
                        <a:pt x="1887" y="12763"/>
                      </a:cubicBezTo>
                      <a:cubicBezTo>
                        <a:pt x="-876" y="9620"/>
                        <a:pt x="-590" y="4763"/>
                        <a:pt x="2648" y="1905"/>
                      </a:cubicBezTo>
                      <a:cubicBezTo>
                        <a:pt x="4077" y="667"/>
                        <a:pt x="5887" y="0"/>
                        <a:pt x="7697" y="0"/>
                      </a:cubicBezTo>
                      <a:close/>
                    </a:path>
                  </a:pathLst>
                </a:custGeom>
                <a:solidFill>
                  <a:srgbClr val="ECF3FF"/>
                </a:solidFill>
                <a:ln w="9525" cap="flat">
                  <a:noFill/>
                  <a:prstDash val="solid"/>
                  <a:miter/>
                </a:ln>
              </p:spPr>
              <p:txBody>
                <a:bodyPr/>
                <a:lstStyle/>
                <a:p>
                  <a:endParaRPr lang="en-US"/>
                </a:p>
              </p:txBody>
            </p:sp>
          </p:grpSp>
        </p:grpSp>
        <p:grpSp>
          <p:nvGrpSpPr>
            <p:cNvPr id="483" name="Graphic 457">
              <a:extLst>
                <a:ext uri="{FF2B5EF4-FFF2-40B4-BE49-F238E27FC236}">
                  <a16:creationId xmlns:a16="http://schemas.microsoft.com/office/drawing/2014/main" id="{361D958A-5A43-43FC-4D9B-A6F3DE3C91E4}"/>
                </a:ext>
              </a:extLst>
            </p:cNvPr>
            <p:cNvGrpSpPr/>
            <p:nvPr/>
          </p:nvGrpSpPr>
          <p:grpSpPr>
            <a:xfrm>
              <a:off x="5223605" y="3923728"/>
              <a:ext cx="455485" cy="455485"/>
              <a:chOff x="5223605" y="3923728"/>
              <a:chExt cx="455485" cy="455485"/>
            </a:xfrm>
          </p:grpSpPr>
          <p:sp>
            <p:nvSpPr>
              <p:cNvPr id="499" name="Oval 498">
                <a:extLst>
                  <a:ext uri="{FF2B5EF4-FFF2-40B4-BE49-F238E27FC236}">
                    <a16:creationId xmlns:a16="http://schemas.microsoft.com/office/drawing/2014/main" id="{2D95829B-EE94-FE05-1806-ECD74845FBD3}"/>
                  </a:ext>
                </a:extLst>
              </p:cNvPr>
              <p:cNvSpPr/>
              <p:nvPr/>
            </p:nvSpPr>
            <p:spPr>
              <a:xfrm>
                <a:off x="5223605" y="3923728"/>
                <a:ext cx="455485" cy="455485"/>
              </a:xfrm>
              <a:prstGeom prst="ellipse">
                <a:avLst/>
              </a:prstGeom>
              <a:solidFill>
                <a:srgbClr val="2251FF"/>
              </a:solidFill>
              <a:ln w="9525" cap="flat">
                <a:noFill/>
                <a:prstDash val="solid"/>
                <a:miter/>
              </a:ln>
            </p:spPr>
            <p:txBody>
              <a:bodyPr/>
              <a:lstStyle/>
              <a:p>
                <a:endParaRPr lang="en-US"/>
              </a:p>
            </p:txBody>
          </p:sp>
          <p:grpSp>
            <p:nvGrpSpPr>
              <p:cNvPr id="500" name="Graphic 457">
                <a:extLst>
                  <a:ext uri="{FF2B5EF4-FFF2-40B4-BE49-F238E27FC236}">
                    <a16:creationId xmlns:a16="http://schemas.microsoft.com/office/drawing/2014/main" id="{30477917-0F77-348F-AC12-08F3E7B82407}"/>
                  </a:ext>
                </a:extLst>
              </p:cNvPr>
              <p:cNvGrpSpPr/>
              <p:nvPr/>
            </p:nvGrpSpPr>
            <p:grpSpPr>
              <a:xfrm>
                <a:off x="5345430" y="4087367"/>
                <a:ext cx="211835" cy="166116"/>
                <a:chOff x="5345430" y="4087367"/>
                <a:chExt cx="211835" cy="166116"/>
              </a:xfrm>
              <a:solidFill>
                <a:srgbClr val="ECF3FF"/>
              </a:solidFill>
            </p:grpSpPr>
            <p:grpSp>
              <p:nvGrpSpPr>
                <p:cNvPr id="501" name="Graphic 457">
                  <a:extLst>
                    <a:ext uri="{FF2B5EF4-FFF2-40B4-BE49-F238E27FC236}">
                      <a16:creationId xmlns:a16="http://schemas.microsoft.com/office/drawing/2014/main" id="{5391A6CA-550B-E863-C8D7-D29CA62B31E0}"/>
                    </a:ext>
                  </a:extLst>
                </p:cNvPr>
                <p:cNvGrpSpPr/>
                <p:nvPr/>
              </p:nvGrpSpPr>
              <p:grpSpPr>
                <a:xfrm>
                  <a:off x="5345430" y="4087367"/>
                  <a:ext cx="211835" cy="48767"/>
                  <a:chOff x="5345430" y="4087367"/>
                  <a:chExt cx="211835" cy="48767"/>
                </a:xfrm>
                <a:solidFill>
                  <a:srgbClr val="ECF3FF"/>
                </a:solidFill>
              </p:grpSpPr>
              <p:sp>
                <p:nvSpPr>
                  <p:cNvPr id="503" name="Freeform: Shape 502">
                    <a:extLst>
                      <a:ext uri="{FF2B5EF4-FFF2-40B4-BE49-F238E27FC236}">
                        <a16:creationId xmlns:a16="http://schemas.microsoft.com/office/drawing/2014/main" id="{5F678852-038B-4E1B-492A-F5E836E9E68B}"/>
                      </a:ext>
                    </a:extLst>
                  </p:cNvPr>
                  <p:cNvSpPr/>
                  <p:nvPr/>
                </p:nvSpPr>
                <p:spPr>
                  <a:xfrm>
                    <a:off x="5345430" y="4087367"/>
                    <a:ext cx="48767" cy="48767"/>
                  </a:xfrm>
                  <a:custGeom>
                    <a:avLst/>
                    <a:gdLst>
                      <a:gd name="csX0" fmla="*/ 0 w 48767"/>
                      <a:gd name="csY0" fmla="*/ 24384 h 48767"/>
                      <a:gd name="csX1" fmla="*/ 24384 w 48767"/>
                      <a:gd name="csY1" fmla="*/ 0 h 48767"/>
                      <a:gd name="csX2" fmla="*/ 48768 w 48767"/>
                      <a:gd name="csY2" fmla="*/ 24384 h 48767"/>
                      <a:gd name="csX3" fmla="*/ 24384 w 48767"/>
                      <a:gd name="csY3" fmla="*/ 48768 h 48767"/>
                      <a:gd name="csX4" fmla="*/ 0 w 48767"/>
                      <a:gd name="csY4" fmla="*/ 24384 h 48767"/>
                    </a:gdLst>
                    <a:ahLst/>
                    <a:cxnLst>
                      <a:cxn ang="0">
                        <a:pos x="csX0" y="csY0"/>
                      </a:cxn>
                      <a:cxn ang="0">
                        <a:pos x="csX1" y="csY1"/>
                      </a:cxn>
                      <a:cxn ang="0">
                        <a:pos x="csX2" y="csY2"/>
                      </a:cxn>
                      <a:cxn ang="0">
                        <a:pos x="csX3" y="csY3"/>
                      </a:cxn>
                      <a:cxn ang="0">
                        <a:pos x="csX4" y="csY4"/>
                      </a:cxn>
                    </a:cxnLst>
                    <a:rect l="l" t="t" r="r" b="b"/>
                    <a:pathLst>
                      <a:path w="48767" h="48767">
                        <a:moveTo>
                          <a:pt x="0" y="24384"/>
                        </a:moveTo>
                        <a:cubicBezTo>
                          <a:pt x="0" y="10859"/>
                          <a:pt x="10954" y="0"/>
                          <a:pt x="24384" y="0"/>
                        </a:cubicBezTo>
                        <a:cubicBezTo>
                          <a:pt x="37814" y="0"/>
                          <a:pt x="48768" y="10954"/>
                          <a:pt x="48768" y="24384"/>
                        </a:cubicBezTo>
                        <a:cubicBezTo>
                          <a:pt x="48768" y="37814"/>
                          <a:pt x="37814" y="48768"/>
                          <a:pt x="24384" y="48768"/>
                        </a:cubicBezTo>
                        <a:cubicBezTo>
                          <a:pt x="10954" y="48768"/>
                          <a:pt x="0" y="37814"/>
                          <a:pt x="0" y="24384"/>
                        </a:cubicBezTo>
                        <a:close/>
                      </a:path>
                    </a:pathLst>
                  </a:custGeom>
                  <a:solidFill>
                    <a:srgbClr val="ECF3FF"/>
                  </a:solidFill>
                  <a:ln w="9525" cap="flat">
                    <a:noFill/>
                    <a:prstDash val="solid"/>
                    <a:miter/>
                  </a:ln>
                </p:spPr>
                <p:txBody>
                  <a:bodyPr/>
                  <a:lstStyle/>
                  <a:p>
                    <a:endParaRPr lang="en-US"/>
                  </a:p>
                </p:txBody>
              </p:sp>
              <p:sp>
                <p:nvSpPr>
                  <p:cNvPr id="504" name="Freeform: Shape 503">
                    <a:extLst>
                      <a:ext uri="{FF2B5EF4-FFF2-40B4-BE49-F238E27FC236}">
                        <a16:creationId xmlns:a16="http://schemas.microsoft.com/office/drawing/2014/main" id="{F16994B6-2656-1B0F-ECDB-49ED7E2BAE13}"/>
                      </a:ext>
                    </a:extLst>
                  </p:cNvPr>
                  <p:cNvSpPr/>
                  <p:nvPr/>
                </p:nvSpPr>
                <p:spPr>
                  <a:xfrm>
                    <a:off x="5508498" y="4087367"/>
                    <a:ext cx="48767" cy="48767"/>
                  </a:xfrm>
                  <a:custGeom>
                    <a:avLst/>
                    <a:gdLst>
                      <a:gd name="csX0" fmla="*/ 0 w 48767"/>
                      <a:gd name="csY0" fmla="*/ 24384 h 48767"/>
                      <a:gd name="csX1" fmla="*/ 24384 w 48767"/>
                      <a:gd name="csY1" fmla="*/ 0 h 48767"/>
                      <a:gd name="csX2" fmla="*/ 48768 w 48767"/>
                      <a:gd name="csY2" fmla="*/ 24384 h 48767"/>
                      <a:gd name="csX3" fmla="*/ 24384 w 48767"/>
                      <a:gd name="csY3" fmla="*/ 48768 h 48767"/>
                      <a:gd name="csX4" fmla="*/ 0 w 48767"/>
                      <a:gd name="csY4" fmla="*/ 24384 h 48767"/>
                    </a:gdLst>
                    <a:ahLst/>
                    <a:cxnLst>
                      <a:cxn ang="0">
                        <a:pos x="csX0" y="csY0"/>
                      </a:cxn>
                      <a:cxn ang="0">
                        <a:pos x="csX1" y="csY1"/>
                      </a:cxn>
                      <a:cxn ang="0">
                        <a:pos x="csX2" y="csY2"/>
                      </a:cxn>
                      <a:cxn ang="0">
                        <a:pos x="csX3" y="csY3"/>
                      </a:cxn>
                      <a:cxn ang="0">
                        <a:pos x="csX4" y="csY4"/>
                      </a:cxn>
                    </a:cxnLst>
                    <a:rect l="l" t="t" r="r" b="b"/>
                    <a:pathLst>
                      <a:path w="48767" h="48767">
                        <a:moveTo>
                          <a:pt x="0" y="24384"/>
                        </a:moveTo>
                        <a:cubicBezTo>
                          <a:pt x="0" y="10859"/>
                          <a:pt x="10954" y="0"/>
                          <a:pt x="24384" y="0"/>
                        </a:cubicBezTo>
                        <a:cubicBezTo>
                          <a:pt x="37814" y="0"/>
                          <a:pt x="48768" y="10954"/>
                          <a:pt x="48768" y="24384"/>
                        </a:cubicBezTo>
                        <a:cubicBezTo>
                          <a:pt x="48768" y="37814"/>
                          <a:pt x="37814" y="48768"/>
                          <a:pt x="24384" y="48768"/>
                        </a:cubicBezTo>
                        <a:cubicBezTo>
                          <a:pt x="10954" y="48768"/>
                          <a:pt x="0" y="37814"/>
                          <a:pt x="0" y="24384"/>
                        </a:cubicBezTo>
                        <a:close/>
                      </a:path>
                    </a:pathLst>
                  </a:custGeom>
                  <a:solidFill>
                    <a:srgbClr val="ECF3FF"/>
                  </a:solidFill>
                  <a:ln w="9525" cap="flat">
                    <a:noFill/>
                    <a:prstDash val="solid"/>
                    <a:miter/>
                  </a:ln>
                </p:spPr>
                <p:txBody>
                  <a:bodyPr/>
                  <a:lstStyle/>
                  <a:p>
                    <a:endParaRPr lang="en-US"/>
                  </a:p>
                </p:txBody>
              </p:sp>
            </p:grpSp>
            <p:sp>
              <p:nvSpPr>
                <p:cNvPr id="502" name="Freeform: Shape 501">
                  <a:extLst>
                    <a:ext uri="{FF2B5EF4-FFF2-40B4-BE49-F238E27FC236}">
                      <a16:creationId xmlns:a16="http://schemas.microsoft.com/office/drawing/2014/main" id="{F6C5E0A5-996B-18B8-47E6-FBA1F760A5B3}"/>
                    </a:ext>
                  </a:extLst>
                </p:cNvPr>
                <p:cNvSpPr/>
                <p:nvPr/>
              </p:nvSpPr>
              <p:spPr>
                <a:xfrm>
                  <a:off x="5386577" y="4239005"/>
                  <a:ext cx="121920" cy="14477"/>
                </a:xfrm>
                <a:custGeom>
                  <a:avLst/>
                  <a:gdLst>
                    <a:gd name="csX0" fmla="*/ 114681 w 121920"/>
                    <a:gd name="csY0" fmla="*/ 14478 h 14477"/>
                    <a:gd name="csX1" fmla="*/ 7239 w 121920"/>
                    <a:gd name="csY1" fmla="*/ 14478 h 14477"/>
                    <a:gd name="csX2" fmla="*/ 0 w 121920"/>
                    <a:gd name="csY2" fmla="*/ 7239 h 14477"/>
                    <a:gd name="csX3" fmla="*/ 0 w 121920"/>
                    <a:gd name="csY3" fmla="*/ 7239 h 14477"/>
                    <a:gd name="csX4" fmla="*/ 7239 w 121920"/>
                    <a:gd name="csY4" fmla="*/ 0 h 14477"/>
                    <a:gd name="csX5" fmla="*/ 114681 w 121920"/>
                    <a:gd name="csY5" fmla="*/ 0 h 14477"/>
                    <a:gd name="csX6" fmla="*/ 121920 w 121920"/>
                    <a:gd name="csY6" fmla="*/ 7239 h 14477"/>
                    <a:gd name="csX7" fmla="*/ 121920 w 121920"/>
                    <a:gd name="csY7" fmla="*/ 7239 h 14477"/>
                    <a:gd name="csX8" fmla="*/ 114681 w 121920"/>
                    <a:gd name="csY8" fmla="*/ 14478 h 144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1920" h="14477">
                      <a:moveTo>
                        <a:pt x="114681" y="14478"/>
                      </a:moveTo>
                      <a:lnTo>
                        <a:pt x="7239" y="14478"/>
                      </a:lnTo>
                      <a:cubicBezTo>
                        <a:pt x="3238" y="14478"/>
                        <a:pt x="0" y="11239"/>
                        <a:pt x="0" y="7239"/>
                      </a:cubicBezTo>
                      <a:lnTo>
                        <a:pt x="0" y="7239"/>
                      </a:lnTo>
                      <a:cubicBezTo>
                        <a:pt x="0" y="3238"/>
                        <a:pt x="3238" y="0"/>
                        <a:pt x="7239" y="0"/>
                      </a:cubicBezTo>
                      <a:lnTo>
                        <a:pt x="114681" y="0"/>
                      </a:lnTo>
                      <a:cubicBezTo>
                        <a:pt x="118682" y="0"/>
                        <a:pt x="121920" y="3238"/>
                        <a:pt x="121920" y="7239"/>
                      </a:cubicBezTo>
                      <a:lnTo>
                        <a:pt x="121920" y="7239"/>
                      </a:lnTo>
                      <a:cubicBezTo>
                        <a:pt x="121920" y="11239"/>
                        <a:pt x="118682" y="14478"/>
                        <a:pt x="114681" y="14478"/>
                      </a:cubicBezTo>
                      <a:close/>
                    </a:path>
                  </a:pathLst>
                </a:custGeom>
                <a:solidFill>
                  <a:srgbClr val="ECF3FF"/>
                </a:solidFill>
                <a:ln w="9525" cap="flat">
                  <a:noFill/>
                  <a:prstDash val="solid"/>
                  <a:miter/>
                </a:ln>
              </p:spPr>
              <p:txBody>
                <a:bodyPr/>
                <a:lstStyle/>
                <a:p>
                  <a:endParaRPr lang="en-US"/>
                </a:p>
              </p:txBody>
            </p:sp>
          </p:grpSp>
        </p:grpSp>
        <p:sp>
          <p:nvSpPr>
            <p:cNvPr id="484" name="Freeform: Shape 483">
              <a:extLst>
                <a:ext uri="{FF2B5EF4-FFF2-40B4-BE49-F238E27FC236}">
                  <a16:creationId xmlns:a16="http://schemas.microsoft.com/office/drawing/2014/main" id="{BF422337-4522-25B9-09C1-21072A7F0791}"/>
                </a:ext>
              </a:extLst>
            </p:cNvPr>
            <p:cNvSpPr/>
            <p:nvPr/>
          </p:nvSpPr>
          <p:spPr>
            <a:xfrm>
              <a:off x="3787022" y="5306472"/>
              <a:ext cx="223544" cy="380130"/>
            </a:xfrm>
            <a:custGeom>
              <a:avLst/>
              <a:gdLst>
                <a:gd name="csX0" fmla="*/ 120418 w 223544"/>
                <a:gd name="csY0" fmla="*/ 0 h 380130"/>
                <a:gd name="csX1" fmla="*/ 118 w 223544"/>
                <a:gd name="csY1" fmla="*/ 208502 h 380130"/>
                <a:gd name="csX2" fmla="*/ 220050 w 223544"/>
                <a:gd name="csY2" fmla="*/ 377952 h 380130"/>
                <a:gd name="csX3" fmla="*/ 141469 w 223544"/>
                <a:gd name="csY3" fmla="*/ 141066 h 380130"/>
                <a:gd name="csX4" fmla="*/ 208334 w 223544"/>
                <a:gd name="csY4" fmla="*/ 37148 h 380130"/>
                <a:gd name="csX5" fmla="*/ 120514 w 223544"/>
                <a:gd name="csY5" fmla="*/ 95 h 380130"/>
                <a:gd name="csX6" fmla="*/ 120514 w 223544"/>
                <a:gd name="csY6" fmla="*/ 95 h 3801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23544" h="380130">
                  <a:moveTo>
                    <a:pt x="120418" y="0"/>
                  </a:moveTo>
                  <a:cubicBezTo>
                    <a:pt x="120418" y="0"/>
                    <a:pt x="-4359" y="176117"/>
                    <a:pt x="118" y="208502"/>
                  </a:cubicBezTo>
                  <a:cubicBezTo>
                    <a:pt x="2594" y="227076"/>
                    <a:pt x="193856" y="401479"/>
                    <a:pt x="220050" y="377952"/>
                  </a:cubicBezTo>
                  <a:cubicBezTo>
                    <a:pt x="246244" y="354425"/>
                    <a:pt x="115751" y="200883"/>
                    <a:pt x="141469" y="141066"/>
                  </a:cubicBezTo>
                  <a:cubicBezTo>
                    <a:pt x="167186" y="81249"/>
                    <a:pt x="208334" y="37148"/>
                    <a:pt x="208334" y="37148"/>
                  </a:cubicBezTo>
                  <a:lnTo>
                    <a:pt x="120514" y="95"/>
                  </a:lnTo>
                  <a:lnTo>
                    <a:pt x="120514" y="95"/>
                  </a:lnTo>
                  <a:close/>
                </a:path>
              </a:pathLst>
            </a:custGeom>
            <a:solidFill>
              <a:srgbClr val="FFDCA6"/>
            </a:solidFill>
            <a:ln w="9525" cap="flat">
              <a:noFill/>
              <a:prstDash val="solid"/>
              <a:miter/>
            </a:ln>
          </p:spPr>
          <p:txBody>
            <a:bodyPr/>
            <a:lstStyle/>
            <a:p>
              <a:endParaRPr lang="en-US"/>
            </a:p>
          </p:txBody>
        </p:sp>
        <p:sp>
          <p:nvSpPr>
            <p:cNvPr id="485" name="Freeform: Shape 484">
              <a:extLst>
                <a:ext uri="{FF2B5EF4-FFF2-40B4-BE49-F238E27FC236}">
                  <a16:creationId xmlns:a16="http://schemas.microsoft.com/office/drawing/2014/main" id="{99A68CC6-97B8-4DE7-85A3-F0C56AE564B9}"/>
                </a:ext>
              </a:extLst>
            </p:cNvPr>
            <p:cNvSpPr/>
            <p:nvPr/>
          </p:nvSpPr>
          <p:spPr>
            <a:xfrm>
              <a:off x="3786834" y="5437250"/>
              <a:ext cx="223530" cy="249177"/>
            </a:xfrm>
            <a:custGeom>
              <a:avLst/>
              <a:gdLst>
                <a:gd name="csX0" fmla="*/ 34690 w 223530"/>
                <a:gd name="csY0" fmla="*/ 0 h 249177"/>
                <a:gd name="csX1" fmla="*/ 174803 w 223530"/>
                <a:gd name="csY1" fmla="*/ 130588 h 249177"/>
                <a:gd name="csX2" fmla="*/ 220047 w 223530"/>
                <a:gd name="csY2" fmla="*/ 246983 h 249177"/>
                <a:gd name="csX3" fmla="*/ 115 w 223530"/>
                <a:gd name="csY3" fmla="*/ 77629 h 249177"/>
                <a:gd name="csX4" fmla="*/ 34690 w 223530"/>
                <a:gd name="csY4" fmla="*/ 0 h 249177"/>
                <a:gd name="csX5" fmla="*/ 34690 w 223530"/>
                <a:gd name="csY5" fmla="*/ 0 h 249177"/>
              </a:gdLst>
              <a:ahLst/>
              <a:cxnLst>
                <a:cxn ang="0">
                  <a:pos x="csX0" y="csY0"/>
                </a:cxn>
                <a:cxn ang="0">
                  <a:pos x="csX1" y="csY1"/>
                </a:cxn>
                <a:cxn ang="0">
                  <a:pos x="csX2" y="csY2"/>
                </a:cxn>
                <a:cxn ang="0">
                  <a:pos x="csX3" y="csY3"/>
                </a:cxn>
                <a:cxn ang="0">
                  <a:pos x="csX4" y="csY4"/>
                </a:cxn>
                <a:cxn ang="0">
                  <a:pos x="csX5" y="csY5"/>
                </a:cxn>
              </a:cxnLst>
              <a:rect l="l" t="t" r="r" b="b"/>
              <a:pathLst>
                <a:path w="223530" h="249177">
                  <a:moveTo>
                    <a:pt x="34690" y="0"/>
                  </a:moveTo>
                  <a:cubicBezTo>
                    <a:pt x="101556" y="131826"/>
                    <a:pt x="150419" y="139351"/>
                    <a:pt x="174803" y="130588"/>
                  </a:cubicBezTo>
                  <a:cubicBezTo>
                    <a:pt x="202711" y="183833"/>
                    <a:pt x="234144" y="234315"/>
                    <a:pt x="220047" y="246983"/>
                  </a:cubicBezTo>
                  <a:cubicBezTo>
                    <a:pt x="193853" y="270605"/>
                    <a:pt x="2686" y="96107"/>
                    <a:pt x="115" y="77629"/>
                  </a:cubicBezTo>
                  <a:cubicBezTo>
                    <a:pt x="-1504" y="65722"/>
                    <a:pt x="14212" y="34671"/>
                    <a:pt x="34690" y="0"/>
                  </a:cubicBezTo>
                  <a:lnTo>
                    <a:pt x="34690" y="0"/>
                  </a:lnTo>
                  <a:close/>
                </a:path>
              </a:pathLst>
            </a:custGeom>
            <a:solidFill>
              <a:srgbClr val="333333"/>
            </a:solidFill>
            <a:ln w="9525" cap="flat">
              <a:noFill/>
              <a:prstDash val="solid"/>
              <a:miter/>
            </a:ln>
          </p:spPr>
          <p:txBody>
            <a:bodyPr/>
            <a:lstStyle/>
            <a:p>
              <a:endParaRPr lang="en-US"/>
            </a:p>
          </p:txBody>
        </p:sp>
        <p:sp>
          <p:nvSpPr>
            <p:cNvPr id="486" name="Freeform: Shape 485">
              <a:extLst>
                <a:ext uri="{FF2B5EF4-FFF2-40B4-BE49-F238E27FC236}">
                  <a16:creationId xmlns:a16="http://schemas.microsoft.com/office/drawing/2014/main" id="{9C0CE80C-3B97-43E9-9F91-8F181EBFFF4B}"/>
                </a:ext>
              </a:extLst>
            </p:cNvPr>
            <p:cNvSpPr/>
            <p:nvPr/>
          </p:nvSpPr>
          <p:spPr>
            <a:xfrm>
              <a:off x="4516183" y="5319616"/>
              <a:ext cx="258946" cy="353829"/>
            </a:xfrm>
            <a:custGeom>
              <a:avLst/>
              <a:gdLst>
                <a:gd name="csX0" fmla="*/ 0 w 258946"/>
                <a:gd name="csY0" fmla="*/ 21812 h 353829"/>
                <a:gd name="csX1" fmla="*/ 13335 w 258946"/>
                <a:gd name="csY1" fmla="*/ 169450 h 353829"/>
                <a:gd name="csX2" fmla="*/ 20193 w 258946"/>
                <a:gd name="csY2" fmla="*/ 273558 h 353829"/>
                <a:gd name="csX3" fmla="*/ 257746 w 258946"/>
                <a:gd name="csY3" fmla="*/ 347186 h 353829"/>
                <a:gd name="csX4" fmla="*/ 101917 w 258946"/>
                <a:gd name="csY4" fmla="*/ 159829 h 353829"/>
                <a:gd name="csX5" fmla="*/ 92964 w 258946"/>
                <a:gd name="csY5" fmla="*/ 0 h 353829"/>
                <a:gd name="csX6" fmla="*/ 0 w 258946"/>
                <a:gd name="csY6" fmla="*/ 21812 h 353829"/>
                <a:gd name="csX7" fmla="*/ 0 w 258946"/>
                <a:gd name="csY7" fmla="*/ 21812 h 3538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58946" h="353829">
                  <a:moveTo>
                    <a:pt x="0" y="21812"/>
                  </a:moveTo>
                  <a:cubicBezTo>
                    <a:pt x="0" y="21812"/>
                    <a:pt x="10573" y="146495"/>
                    <a:pt x="13335" y="169450"/>
                  </a:cubicBezTo>
                  <a:cubicBezTo>
                    <a:pt x="16097" y="192500"/>
                    <a:pt x="1524" y="264128"/>
                    <a:pt x="20193" y="273558"/>
                  </a:cubicBezTo>
                  <a:cubicBezTo>
                    <a:pt x="38862" y="282988"/>
                    <a:pt x="240697" y="379667"/>
                    <a:pt x="257746" y="347186"/>
                  </a:cubicBezTo>
                  <a:cubicBezTo>
                    <a:pt x="274796" y="314801"/>
                    <a:pt x="104584" y="190976"/>
                    <a:pt x="101917" y="159829"/>
                  </a:cubicBezTo>
                  <a:cubicBezTo>
                    <a:pt x="99250" y="128683"/>
                    <a:pt x="92964" y="0"/>
                    <a:pt x="92964" y="0"/>
                  </a:cubicBezTo>
                  <a:lnTo>
                    <a:pt x="0" y="21812"/>
                  </a:lnTo>
                  <a:lnTo>
                    <a:pt x="0" y="21812"/>
                  </a:lnTo>
                  <a:close/>
                </a:path>
              </a:pathLst>
            </a:custGeom>
            <a:solidFill>
              <a:srgbClr val="FFDCA6"/>
            </a:solidFill>
            <a:ln w="9525" cap="flat">
              <a:noFill/>
              <a:prstDash val="solid"/>
              <a:miter/>
            </a:ln>
          </p:spPr>
          <p:txBody>
            <a:bodyPr/>
            <a:lstStyle/>
            <a:p>
              <a:endParaRPr lang="en-US"/>
            </a:p>
          </p:txBody>
        </p:sp>
        <p:sp>
          <p:nvSpPr>
            <p:cNvPr id="487" name="Freeform: Shape 486">
              <a:extLst>
                <a:ext uri="{FF2B5EF4-FFF2-40B4-BE49-F238E27FC236}">
                  <a16:creationId xmlns:a16="http://schemas.microsoft.com/office/drawing/2014/main" id="{B49FBC4E-10EA-FDCC-0760-DA4C23D4136C}"/>
                </a:ext>
              </a:extLst>
            </p:cNvPr>
            <p:cNvSpPr/>
            <p:nvPr/>
          </p:nvSpPr>
          <p:spPr>
            <a:xfrm>
              <a:off x="4526698" y="5496591"/>
              <a:ext cx="248424" cy="176825"/>
            </a:xfrm>
            <a:custGeom>
              <a:avLst/>
              <a:gdLst>
                <a:gd name="csX0" fmla="*/ 175604 w 248424"/>
                <a:gd name="csY0" fmla="*/ 74962 h 176825"/>
                <a:gd name="csX1" fmla="*/ 247232 w 248424"/>
                <a:gd name="csY1" fmla="*/ 170212 h 176825"/>
                <a:gd name="csX2" fmla="*/ 9678 w 248424"/>
                <a:gd name="csY2" fmla="*/ 96583 h 176825"/>
                <a:gd name="csX3" fmla="*/ 3201 w 248424"/>
                <a:gd name="csY3" fmla="*/ 0 h 176825"/>
                <a:gd name="csX4" fmla="*/ 175604 w 248424"/>
                <a:gd name="csY4" fmla="*/ 74962 h 176825"/>
                <a:gd name="csX5" fmla="*/ 175604 w 248424"/>
                <a:gd name="csY5" fmla="*/ 74962 h 176825"/>
              </a:gdLst>
              <a:ahLst/>
              <a:cxnLst>
                <a:cxn ang="0">
                  <a:pos x="csX0" y="csY0"/>
                </a:cxn>
                <a:cxn ang="0">
                  <a:pos x="csX1" y="csY1"/>
                </a:cxn>
                <a:cxn ang="0">
                  <a:pos x="csX2" y="csY2"/>
                </a:cxn>
                <a:cxn ang="0">
                  <a:pos x="csX3" y="csY3"/>
                </a:cxn>
                <a:cxn ang="0">
                  <a:pos x="csX4" y="csY4"/>
                </a:cxn>
                <a:cxn ang="0">
                  <a:pos x="csX5" y="csY5"/>
                </a:cxn>
              </a:cxnLst>
              <a:rect l="l" t="t" r="r" b="b"/>
              <a:pathLst>
                <a:path w="248424" h="176825">
                  <a:moveTo>
                    <a:pt x="175604" y="74962"/>
                  </a:moveTo>
                  <a:cubicBezTo>
                    <a:pt x="216752" y="114205"/>
                    <a:pt x="255804" y="153829"/>
                    <a:pt x="247232" y="170212"/>
                  </a:cubicBezTo>
                  <a:cubicBezTo>
                    <a:pt x="230182" y="202597"/>
                    <a:pt x="28347" y="106013"/>
                    <a:pt x="9678" y="96583"/>
                  </a:cubicBezTo>
                  <a:cubicBezTo>
                    <a:pt x="-7276" y="88106"/>
                    <a:pt x="3201" y="28194"/>
                    <a:pt x="3201" y="0"/>
                  </a:cubicBezTo>
                  <a:cubicBezTo>
                    <a:pt x="86450" y="95345"/>
                    <a:pt x="149315" y="85058"/>
                    <a:pt x="175604" y="74962"/>
                  </a:cubicBezTo>
                  <a:lnTo>
                    <a:pt x="175604" y="74962"/>
                  </a:lnTo>
                  <a:close/>
                </a:path>
              </a:pathLst>
            </a:custGeom>
            <a:solidFill>
              <a:srgbClr val="333333"/>
            </a:solidFill>
            <a:ln w="9525" cap="flat">
              <a:noFill/>
              <a:prstDash val="solid"/>
              <a:miter/>
            </a:ln>
          </p:spPr>
          <p:txBody>
            <a:bodyPr/>
            <a:lstStyle/>
            <a:p>
              <a:endParaRPr lang="en-US"/>
            </a:p>
          </p:txBody>
        </p:sp>
        <p:sp>
          <p:nvSpPr>
            <p:cNvPr id="488" name="Freeform: Shape 487">
              <a:extLst>
                <a:ext uri="{FF2B5EF4-FFF2-40B4-BE49-F238E27FC236}">
                  <a16:creationId xmlns:a16="http://schemas.microsoft.com/office/drawing/2014/main" id="{2377048C-4A74-2A65-28EF-D9F113515095}"/>
                </a:ext>
              </a:extLst>
            </p:cNvPr>
            <p:cNvSpPr/>
            <p:nvPr/>
          </p:nvSpPr>
          <p:spPr>
            <a:xfrm>
              <a:off x="3857339" y="3878770"/>
              <a:ext cx="871931" cy="1572577"/>
            </a:xfrm>
            <a:custGeom>
              <a:avLst/>
              <a:gdLst>
                <a:gd name="csX0" fmla="*/ 366141 w 871931"/>
                <a:gd name="csY0" fmla="*/ 44291 h 1572577"/>
                <a:gd name="csX1" fmla="*/ 255270 w 871931"/>
                <a:gd name="csY1" fmla="*/ 392716 h 1572577"/>
                <a:gd name="csX2" fmla="*/ 210217 w 871931"/>
                <a:gd name="csY2" fmla="*/ 955643 h 1572577"/>
                <a:gd name="csX3" fmla="*/ 0 w 871931"/>
                <a:gd name="csY3" fmla="*/ 1483519 h 1572577"/>
                <a:gd name="csX4" fmla="*/ 118872 w 871931"/>
                <a:gd name="csY4" fmla="*/ 1572578 h 1572577"/>
                <a:gd name="csX5" fmla="*/ 461010 w 871931"/>
                <a:gd name="csY5" fmla="*/ 966121 h 1572577"/>
                <a:gd name="csX6" fmla="*/ 559403 w 871931"/>
                <a:gd name="csY6" fmla="*/ 412242 h 1572577"/>
                <a:gd name="csX7" fmla="*/ 627221 w 871931"/>
                <a:gd name="csY7" fmla="*/ 1004983 h 1572577"/>
                <a:gd name="csX8" fmla="*/ 627221 w 871931"/>
                <a:gd name="csY8" fmla="*/ 1536097 h 1572577"/>
                <a:gd name="csX9" fmla="*/ 826960 w 871931"/>
                <a:gd name="csY9" fmla="*/ 1536097 h 1572577"/>
                <a:gd name="csX10" fmla="*/ 870585 w 871931"/>
                <a:gd name="csY10" fmla="*/ 901732 h 1572577"/>
                <a:gd name="csX11" fmla="*/ 715804 w 871931"/>
                <a:gd name="csY11" fmla="*/ 0 h 1572577"/>
                <a:gd name="csX12" fmla="*/ 366046 w 871931"/>
                <a:gd name="csY12" fmla="*/ 44291 h 1572577"/>
                <a:gd name="csX13" fmla="*/ 366046 w 871931"/>
                <a:gd name="csY13" fmla="*/ 44291 h 15725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871931" h="1572577">
                  <a:moveTo>
                    <a:pt x="366141" y="44291"/>
                  </a:moveTo>
                  <a:cubicBezTo>
                    <a:pt x="366141" y="44291"/>
                    <a:pt x="272701" y="228410"/>
                    <a:pt x="255270" y="392716"/>
                  </a:cubicBezTo>
                  <a:cubicBezTo>
                    <a:pt x="237744" y="557117"/>
                    <a:pt x="221075" y="903161"/>
                    <a:pt x="210217" y="955643"/>
                  </a:cubicBezTo>
                  <a:cubicBezTo>
                    <a:pt x="199358" y="1008126"/>
                    <a:pt x="0" y="1483519"/>
                    <a:pt x="0" y="1483519"/>
                  </a:cubicBezTo>
                  <a:lnTo>
                    <a:pt x="118872" y="1572578"/>
                  </a:lnTo>
                  <a:cubicBezTo>
                    <a:pt x="118872" y="1572578"/>
                    <a:pt x="415100" y="1154906"/>
                    <a:pt x="461010" y="966121"/>
                  </a:cubicBezTo>
                  <a:cubicBezTo>
                    <a:pt x="506921" y="777335"/>
                    <a:pt x="559403" y="412242"/>
                    <a:pt x="559403" y="412242"/>
                  </a:cubicBezTo>
                  <a:cubicBezTo>
                    <a:pt x="559403" y="412242"/>
                    <a:pt x="607885" y="879538"/>
                    <a:pt x="627221" y="1004983"/>
                  </a:cubicBezTo>
                  <a:cubicBezTo>
                    <a:pt x="646557" y="1130522"/>
                    <a:pt x="627221" y="1536097"/>
                    <a:pt x="627221" y="1536097"/>
                  </a:cubicBezTo>
                  <a:lnTo>
                    <a:pt x="826960" y="1536097"/>
                  </a:lnTo>
                  <a:cubicBezTo>
                    <a:pt x="826960" y="1536097"/>
                    <a:pt x="881063" y="1284732"/>
                    <a:pt x="870585" y="901732"/>
                  </a:cubicBezTo>
                  <a:cubicBezTo>
                    <a:pt x="860108" y="518731"/>
                    <a:pt x="715804" y="0"/>
                    <a:pt x="715804" y="0"/>
                  </a:cubicBezTo>
                  <a:lnTo>
                    <a:pt x="366046" y="44291"/>
                  </a:lnTo>
                  <a:lnTo>
                    <a:pt x="366046" y="44291"/>
                  </a:lnTo>
                  <a:close/>
                </a:path>
              </a:pathLst>
            </a:custGeom>
            <a:solidFill>
              <a:srgbClr val="2B5580"/>
            </a:solidFill>
            <a:ln w="9525" cap="flat">
              <a:noFill/>
              <a:prstDash val="solid"/>
              <a:miter/>
            </a:ln>
          </p:spPr>
          <p:txBody>
            <a:bodyPr/>
            <a:lstStyle/>
            <a:p>
              <a:endParaRPr lang="en-US"/>
            </a:p>
          </p:txBody>
        </p:sp>
        <p:sp>
          <p:nvSpPr>
            <p:cNvPr id="489" name="Freeform: Shape 488">
              <a:extLst>
                <a:ext uri="{FF2B5EF4-FFF2-40B4-BE49-F238E27FC236}">
                  <a16:creationId xmlns:a16="http://schemas.microsoft.com/office/drawing/2014/main" id="{10CCED90-4822-FE66-F9F5-5E693C37D07B}"/>
                </a:ext>
              </a:extLst>
            </p:cNvPr>
            <p:cNvSpPr/>
            <p:nvPr/>
          </p:nvSpPr>
          <p:spPr>
            <a:xfrm>
              <a:off x="3884996" y="2791424"/>
              <a:ext cx="866835" cy="753533"/>
            </a:xfrm>
            <a:custGeom>
              <a:avLst/>
              <a:gdLst>
                <a:gd name="csX0" fmla="*/ 866740 w 866835"/>
                <a:gd name="csY0" fmla="*/ 533848 h 753533"/>
                <a:gd name="csX1" fmla="*/ 835593 w 866835"/>
                <a:gd name="csY1" fmla="*/ 648910 h 753533"/>
                <a:gd name="csX2" fmla="*/ 774538 w 866835"/>
                <a:gd name="csY2" fmla="*/ 628431 h 753533"/>
                <a:gd name="csX3" fmla="*/ 759965 w 866835"/>
                <a:gd name="csY3" fmla="*/ 647957 h 753533"/>
                <a:gd name="csX4" fmla="*/ 629377 w 866835"/>
                <a:gd name="csY4" fmla="*/ 603094 h 753533"/>
                <a:gd name="csX5" fmla="*/ 709768 w 866835"/>
                <a:gd name="csY5" fmla="*/ 695106 h 753533"/>
                <a:gd name="csX6" fmla="*/ 578037 w 866835"/>
                <a:gd name="csY6" fmla="*/ 671674 h 753533"/>
                <a:gd name="csX7" fmla="*/ 443163 w 866835"/>
                <a:gd name="csY7" fmla="*/ 657672 h 753533"/>
                <a:gd name="csX8" fmla="*/ 297717 w 866835"/>
                <a:gd name="csY8" fmla="*/ 714632 h 753533"/>
                <a:gd name="csX9" fmla="*/ 143126 w 866835"/>
                <a:gd name="csY9" fmla="*/ 752732 h 753533"/>
                <a:gd name="csX10" fmla="*/ 61211 w 866835"/>
                <a:gd name="csY10" fmla="*/ 742254 h 753533"/>
                <a:gd name="csX11" fmla="*/ 5775 w 866835"/>
                <a:gd name="csY11" fmla="*/ 604809 h 753533"/>
                <a:gd name="csX12" fmla="*/ 62830 w 866835"/>
                <a:gd name="csY12" fmla="*/ 534705 h 753533"/>
                <a:gd name="csX13" fmla="*/ 133220 w 866835"/>
                <a:gd name="csY13" fmla="*/ 490985 h 753533"/>
                <a:gd name="csX14" fmla="*/ 147126 w 866835"/>
                <a:gd name="csY14" fmla="*/ 373161 h 753533"/>
                <a:gd name="csX15" fmla="*/ 209896 w 866835"/>
                <a:gd name="csY15" fmla="*/ 297247 h 753533"/>
                <a:gd name="csX16" fmla="*/ 293144 w 866835"/>
                <a:gd name="csY16" fmla="*/ 254098 h 753533"/>
                <a:gd name="csX17" fmla="*/ 308004 w 866835"/>
                <a:gd name="csY17" fmla="*/ 155610 h 753533"/>
                <a:gd name="csX18" fmla="*/ 379346 w 866835"/>
                <a:gd name="csY18" fmla="*/ 38833 h 753533"/>
                <a:gd name="csX19" fmla="*/ 416874 w 866835"/>
                <a:gd name="csY19" fmla="*/ 18259 h 753533"/>
                <a:gd name="csX20" fmla="*/ 659476 w 866835"/>
                <a:gd name="csY20" fmla="*/ 98745 h 753533"/>
                <a:gd name="csX21" fmla="*/ 690337 w 866835"/>
                <a:gd name="csY21" fmla="*/ 191995 h 753533"/>
                <a:gd name="csX22" fmla="*/ 761108 w 866835"/>
                <a:gd name="csY22" fmla="*/ 271339 h 753533"/>
                <a:gd name="csX23" fmla="*/ 756059 w 866835"/>
                <a:gd name="csY23" fmla="*/ 404212 h 753533"/>
                <a:gd name="csX24" fmla="*/ 816924 w 866835"/>
                <a:gd name="csY24" fmla="*/ 465553 h 753533"/>
                <a:gd name="csX25" fmla="*/ 866835 w 866835"/>
                <a:gd name="csY25" fmla="*/ 533943 h 753533"/>
                <a:gd name="csX26" fmla="*/ 866835 w 866835"/>
                <a:gd name="csY26" fmla="*/ 533943 h 7535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866835" h="753533">
                  <a:moveTo>
                    <a:pt x="866740" y="533848"/>
                  </a:moveTo>
                  <a:cubicBezTo>
                    <a:pt x="867597" y="574710"/>
                    <a:pt x="820258" y="611095"/>
                    <a:pt x="835593" y="648910"/>
                  </a:cubicBezTo>
                  <a:cubicBezTo>
                    <a:pt x="839022" y="657387"/>
                    <a:pt x="771680" y="619763"/>
                    <a:pt x="774538" y="628431"/>
                  </a:cubicBezTo>
                  <a:cubicBezTo>
                    <a:pt x="780729" y="647386"/>
                    <a:pt x="778253" y="639956"/>
                    <a:pt x="759965" y="647957"/>
                  </a:cubicBezTo>
                  <a:cubicBezTo>
                    <a:pt x="741677" y="655863"/>
                    <a:pt x="648141" y="609952"/>
                    <a:pt x="629377" y="603094"/>
                  </a:cubicBezTo>
                  <a:cubicBezTo>
                    <a:pt x="610613" y="596332"/>
                    <a:pt x="728342" y="702440"/>
                    <a:pt x="709768" y="695106"/>
                  </a:cubicBezTo>
                  <a:cubicBezTo>
                    <a:pt x="668144" y="678628"/>
                    <a:pt x="622329" y="678056"/>
                    <a:pt x="578037" y="671674"/>
                  </a:cubicBezTo>
                  <a:cubicBezTo>
                    <a:pt x="533175" y="665102"/>
                    <a:pt x="488217" y="652243"/>
                    <a:pt x="443163" y="657672"/>
                  </a:cubicBezTo>
                  <a:cubicBezTo>
                    <a:pt x="391252" y="663864"/>
                    <a:pt x="345532" y="693487"/>
                    <a:pt x="297717" y="714632"/>
                  </a:cubicBezTo>
                  <a:cubicBezTo>
                    <a:pt x="248948" y="736063"/>
                    <a:pt x="196371" y="749112"/>
                    <a:pt x="143126" y="752732"/>
                  </a:cubicBezTo>
                  <a:cubicBezTo>
                    <a:pt x="115408" y="754637"/>
                    <a:pt x="86452" y="753875"/>
                    <a:pt x="61211" y="742254"/>
                  </a:cubicBezTo>
                  <a:cubicBezTo>
                    <a:pt x="10728" y="719109"/>
                    <a:pt x="-11465" y="656149"/>
                    <a:pt x="5775" y="604809"/>
                  </a:cubicBezTo>
                  <a:cubicBezTo>
                    <a:pt x="15586" y="575567"/>
                    <a:pt x="36827" y="550897"/>
                    <a:pt x="62830" y="534705"/>
                  </a:cubicBezTo>
                  <a:cubicBezTo>
                    <a:pt x="86071" y="520227"/>
                    <a:pt x="116265" y="514226"/>
                    <a:pt x="133220" y="490985"/>
                  </a:cubicBezTo>
                  <a:cubicBezTo>
                    <a:pt x="156937" y="458505"/>
                    <a:pt x="139125" y="412594"/>
                    <a:pt x="147126" y="373161"/>
                  </a:cubicBezTo>
                  <a:cubicBezTo>
                    <a:pt x="153889" y="340014"/>
                    <a:pt x="180083" y="311724"/>
                    <a:pt x="209896" y="297247"/>
                  </a:cubicBezTo>
                  <a:cubicBezTo>
                    <a:pt x="237709" y="283626"/>
                    <a:pt x="273047" y="280197"/>
                    <a:pt x="293144" y="254098"/>
                  </a:cubicBezTo>
                  <a:cubicBezTo>
                    <a:pt x="315052" y="225714"/>
                    <a:pt x="305432" y="188471"/>
                    <a:pt x="308004" y="155610"/>
                  </a:cubicBezTo>
                  <a:cubicBezTo>
                    <a:pt x="311623" y="108652"/>
                    <a:pt x="340579" y="65694"/>
                    <a:pt x="379346" y="38833"/>
                  </a:cubicBezTo>
                  <a:cubicBezTo>
                    <a:pt x="390871" y="30832"/>
                    <a:pt x="403539" y="23879"/>
                    <a:pt x="416874" y="18259"/>
                  </a:cubicBezTo>
                  <a:cubicBezTo>
                    <a:pt x="504885" y="-19174"/>
                    <a:pt x="622900" y="-2219"/>
                    <a:pt x="659476" y="98745"/>
                  </a:cubicBezTo>
                  <a:cubicBezTo>
                    <a:pt x="670715" y="129702"/>
                    <a:pt x="671763" y="164849"/>
                    <a:pt x="690337" y="191995"/>
                  </a:cubicBezTo>
                  <a:cubicBezTo>
                    <a:pt x="710530" y="221523"/>
                    <a:pt x="749011" y="237620"/>
                    <a:pt x="761108" y="271339"/>
                  </a:cubicBezTo>
                  <a:cubicBezTo>
                    <a:pt x="776252" y="313630"/>
                    <a:pt x="741772" y="361636"/>
                    <a:pt x="756059" y="404212"/>
                  </a:cubicBezTo>
                  <a:cubicBezTo>
                    <a:pt x="765394" y="432025"/>
                    <a:pt x="792635" y="448980"/>
                    <a:pt x="816924" y="465553"/>
                  </a:cubicBezTo>
                  <a:cubicBezTo>
                    <a:pt x="841118" y="482127"/>
                    <a:pt x="866264" y="504606"/>
                    <a:pt x="866835" y="533943"/>
                  </a:cubicBezTo>
                  <a:lnTo>
                    <a:pt x="866835" y="533943"/>
                  </a:lnTo>
                  <a:close/>
                </a:path>
              </a:pathLst>
            </a:custGeom>
            <a:solidFill>
              <a:srgbClr val="995641"/>
            </a:solidFill>
            <a:ln w="9525" cap="flat">
              <a:noFill/>
              <a:prstDash val="solid"/>
              <a:miter/>
            </a:ln>
          </p:spPr>
          <p:txBody>
            <a:bodyPr/>
            <a:lstStyle/>
            <a:p>
              <a:endParaRPr lang="en-US"/>
            </a:p>
          </p:txBody>
        </p:sp>
        <p:sp>
          <p:nvSpPr>
            <p:cNvPr id="490" name="Freeform: Shape 489">
              <a:extLst>
                <a:ext uri="{FF2B5EF4-FFF2-40B4-BE49-F238E27FC236}">
                  <a16:creationId xmlns:a16="http://schemas.microsoft.com/office/drawing/2014/main" id="{E765AB82-502C-B070-535C-43771F2488C9}"/>
                </a:ext>
              </a:extLst>
            </p:cNvPr>
            <p:cNvSpPr/>
            <p:nvPr/>
          </p:nvSpPr>
          <p:spPr>
            <a:xfrm>
              <a:off x="3898677" y="3266503"/>
              <a:ext cx="729157" cy="681466"/>
            </a:xfrm>
            <a:custGeom>
              <a:avLst/>
              <a:gdLst>
                <a:gd name="csX0" fmla="*/ 394335 w 729157"/>
                <a:gd name="csY0" fmla="*/ 0 h 681466"/>
                <a:gd name="csX1" fmla="*/ 101156 w 729157"/>
                <a:gd name="csY1" fmla="*/ 186976 h 681466"/>
                <a:gd name="csX2" fmla="*/ 0 w 729157"/>
                <a:gd name="csY2" fmla="*/ 442436 h 681466"/>
                <a:gd name="csX3" fmla="*/ 191548 w 729157"/>
                <a:gd name="csY3" fmla="*/ 501205 h 681466"/>
                <a:gd name="csX4" fmla="*/ 207264 w 729157"/>
                <a:gd name="csY4" fmla="*/ 425577 h 681466"/>
                <a:gd name="csX5" fmla="*/ 317373 w 729157"/>
                <a:gd name="csY5" fmla="*/ 677037 h 681466"/>
                <a:gd name="csX6" fmla="*/ 426720 w 729157"/>
                <a:gd name="csY6" fmla="*/ 652081 h 681466"/>
                <a:gd name="csX7" fmla="*/ 628079 w 729157"/>
                <a:gd name="csY7" fmla="*/ 645319 h 681466"/>
                <a:gd name="csX8" fmla="*/ 711518 w 729157"/>
                <a:gd name="csY8" fmla="*/ 491585 h 681466"/>
                <a:gd name="csX9" fmla="*/ 727805 w 729157"/>
                <a:gd name="csY9" fmla="*/ 360712 h 681466"/>
                <a:gd name="csX10" fmla="*/ 647414 w 729157"/>
                <a:gd name="csY10" fmla="*/ 27146 h 681466"/>
                <a:gd name="csX11" fmla="*/ 394430 w 729157"/>
                <a:gd name="csY11" fmla="*/ 0 h 681466"/>
                <a:gd name="csX12" fmla="*/ 394430 w 729157"/>
                <a:gd name="csY12" fmla="*/ 0 h 6814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729157" h="681466">
                  <a:moveTo>
                    <a:pt x="394335" y="0"/>
                  </a:moveTo>
                  <a:cubicBezTo>
                    <a:pt x="306896" y="7620"/>
                    <a:pt x="172593" y="53340"/>
                    <a:pt x="101156" y="186976"/>
                  </a:cubicBezTo>
                  <a:cubicBezTo>
                    <a:pt x="29718" y="320612"/>
                    <a:pt x="0" y="442436"/>
                    <a:pt x="0" y="442436"/>
                  </a:cubicBezTo>
                  <a:lnTo>
                    <a:pt x="191548" y="501205"/>
                  </a:lnTo>
                  <a:lnTo>
                    <a:pt x="207264" y="425577"/>
                  </a:lnTo>
                  <a:cubicBezTo>
                    <a:pt x="207264" y="425577"/>
                    <a:pt x="267748" y="659987"/>
                    <a:pt x="317373" y="677037"/>
                  </a:cubicBezTo>
                  <a:cubicBezTo>
                    <a:pt x="366998" y="694087"/>
                    <a:pt x="397669" y="656749"/>
                    <a:pt x="426720" y="652081"/>
                  </a:cubicBezTo>
                  <a:cubicBezTo>
                    <a:pt x="455771" y="647414"/>
                    <a:pt x="551307" y="671894"/>
                    <a:pt x="628079" y="645319"/>
                  </a:cubicBezTo>
                  <a:cubicBezTo>
                    <a:pt x="704850" y="618744"/>
                    <a:pt x="705136" y="560165"/>
                    <a:pt x="711518" y="491585"/>
                  </a:cubicBezTo>
                  <a:cubicBezTo>
                    <a:pt x="717899" y="423005"/>
                    <a:pt x="727805" y="360712"/>
                    <a:pt x="727805" y="360712"/>
                  </a:cubicBezTo>
                  <a:cubicBezTo>
                    <a:pt x="727805" y="360712"/>
                    <a:pt x="746188" y="51530"/>
                    <a:pt x="647414" y="27146"/>
                  </a:cubicBezTo>
                  <a:cubicBezTo>
                    <a:pt x="548640" y="2762"/>
                    <a:pt x="394430" y="0"/>
                    <a:pt x="394430" y="0"/>
                  </a:cubicBezTo>
                  <a:lnTo>
                    <a:pt x="394430" y="0"/>
                  </a:lnTo>
                  <a:close/>
                </a:path>
              </a:pathLst>
            </a:custGeom>
            <a:solidFill>
              <a:srgbClr val="5E9DFF"/>
            </a:solidFill>
            <a:ln w="9525" cap="flat">
              <a:noFill/>
              <a:prstDash val="solid"/>
              <a:miter/>
            </a:ln>
          </p:spPr>
          <p:txBody>
            <a:bodyPr/>
            <a:lstStyle/>
            <a:p>
              <a:endParaRPr lang="en-US"/>
            </a:p>
          </p:txBody>
        </p:sp>
        <p:sp>
          <p:nvSpPr>
            <p:cNvPr id="491" name="Freeform: Shape 490">
              <a:extLst>
                <a:ext uri="{FF2B5EF4-FFF2-40B4-BE49-F238E27FC236}">
                  <a16:creationId xmlns:a16="http://schemas.microsoft.com/office/drawing/2014/main" id="{E10FB32B-EACE-EA7F-8D4C-63D87B138973}"/>
                </a:ext>
              </a:extLst>
            </p:cNvPr>
            <p:cNvSpPr/>
            <p:nvPr/>
          </p:nvSpPr>
          <p:spPr>
            <a:xfrm>
              <a:off x="3937287" y="3720845"/>
              <a:ext cx="206468" cy="600170"/>
            </a:xfrm>
            <a:custGeom>
              <a:avLst/>
              <a:gdLst>
                <a:gd name="csX0" fmla="*/ 157 w 206468"/>
                <a:gd name="csY0" fmla="*/ 0 h 600170"/>
                <a:gd name="csX1" fmla="*/ 15016 w 206468"/>
                <a:gd name="csY1" fmla="*/ 298799 h 600170"/>
                <a:gd name="csX2" fmla="*/ 146938 w 206468"/>
                <a:gd name="csY2" fmla="*/ 600170 h 600170"/>
                <a:gd name="csX3" fmla="*/ 206469 w 206468"/>
                <a:gd name="csY3" fmla="*/ 532162 h 600170"/>
                <a:gd name="csX4" fmla="*/ 130840 w 206468"/>
                <a:gd name="csY4" fmla="*/ 40100 h 600170"/>
                <a:gd name="csX5" fmla="*/ 157 w 206468"/>
                <a:gd name="csY5" fmla="*/ 0 h 600170"/>
                <a:gd name="csX6" fmla="*/ 157 w 206468"/>
                <a:gd name="csY6" fmla="*/ 0 h 60017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06468" h="600170">
                  <a:moveTo>
                    <a:pt x="157" y="0"/>
                  </a:moveTo>
                  <a:cubicBezTo>
                    <a:pt x="157" y="0"/>
                    <a:pt x="-2605" y="202120"/>
                    <a:pt x="15016" y="298799"/>
                  </a:cubicBezTo>
                  <a:cubicBezTo>
                    <a:pt x="32638" y="395478"/>
                    <a:pt x="146938" y="600170"/>
                    <a:pt x="146938" y="600170"/>
                  </a:cubicBezTo>
                  <a:lnTo>
                    <a:pt x="206469" y="532162"/>
                  </a:lnTo>
                  <a:cubicBezTo>
                    <a:pt x="206469" y="532162"/>
                    <a:pt x="87883" y="246888"/>
                    <a:pt x="130840" y="40100"/>
                  </a:cubicBezTo>
                  <a:lnTo>
                    <a:pt x="157" y="0"/>
                  </a:lnTo>
                  <a:lnTo>
                    <a:pt x="157" y="0"/>
                  </a:lnTo>
                  <a:close/>
                </a:path>
              </a:pathLst>
            </a:custGeom>
            <a:solidFill>
              <a:srgbClr val="FFDCA6"/>
            </a:solidFill>
            <a:ln w="9525" cap="flat">
              <a:noFill/>
              <a:prstDash val="solid"/>
              <a:miter/>
            </a:ln>
          </p:spPr>
          <p:txBody>
            <a:bodyPr/>
            <a:lstStyle/>
            <a:p>
              <a:endParaRPr lang="en-US"/>
            </a:p>
          </p:txBody>
        </p:sp>
        <p:sp>
          <p:nvSpPr>
            <p:cNvPr id="492" name="Freeform: Shape 491">
              <a:extLst>
                <a:ext uri="{FF2B5EF4-FFF2-40B4-BE49-F238E27FC236}">
                  <a16:creationId xmlns:a16="http://schemas.microsoft.com/office/drawing/2014/main" id="{0C677B78-65D4-6D45-1A9F-169B85B3971A}"/>
                </a:ext>
              </a:extLst>
            </p:cNvPr>
            <p:cNvSpPr/>
            <p:nvPr/>
          </p:nvSpPr>
          <p:spPr>
            <a:xfrm>
              <a:off x="4250580" y="2801683"/>
              <a:ext cx="295516" cy="492003"/>
            </a:xfrm>
            <a:custGeom>
              <a:avLst/>
              <a:gdLst>
                <a:gd name="csX0" fmla="*/ 152731 w 295516"/>
                <a:gd name="csY0" fmla="*/ 94 h 492003"/>
                <a:gd name="csX1" fmla="*/ 1760 w 295516"/>
                <a:gd name="csY1" fmla="*/ 124967 h 492003"/>
                <a:gd name="csX2" fmla="*/ 7475 w 295516"/>
                <a:gd name="csY2" fmla="*/ 194023 h 492003"/>
                <a:gd name="csX3" fmla="*/ 52909 w 295516"/>
                <a:gd name="csY3" fmla="*/ 322325 h 492003"/>
                <a:gd name="csX4" fmla="*/ 67959 w 295516"/>
                <a:gd name="csY4" fmla="*/ 428910 h 492003"/>
                <a:gd name="csX5" fmla="*/ 58910 w 295516"/>
                <a:gd name="csY5" fmla="*/ 465391 h 492003"/>
                <a:gd name="csX6" fmla="*/ 181783 w 295516"/>
                <a:gd name="csY6" fmla="*/ 477868 h 492003"/>
                <a:gd name="csX7" fmla="*/ 190450 w 295516"/>
                <a:gd name="csY7" fmla="*/ 392334 h 492003"/>
                <a:gd name="csX8" fmla="*/ 190450 w 295516"/>
                <a:gd name="csY8" fmla="*/ 392334 h 492003"/>
                <a:gd name="csX9" fmla="*/ 294178 w 295516"/>
                <a:gd name="csY9" fmla="*/ 168306 h 492003"/>
                <a:gd name="csX10" fmla="*/ 293987 w 295516"/>
                <a:gd name="csY10" fmla="*/ 168306 h 492003"/>
                <a:gd name="csX11" fmla="*/ 294749 w 295516"/>
                <a:gd name="csY11" fmla="*/ 162591 h 492003"/>
                <a:gd name="csX12" fmla="*/ 152827 w 295516"/>
                <a:gd name="csY12" fmla="*/ 94 h 492003"/>
                <a:gd name="csX13" fmla="*/ 152827 w 295516"/>
                <a:gd name="csY13" fmla="*/ 94 h 492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95516" h="492003">
                  <a:moveTo>
                    <a:pt x="152731" y="94"/>
                  </a:moveTo>
                  <a:cubicBezTo>
                    <a:pt x="78627" y="-2573"/>
                    <a:pt x="13095" y="51625"/>
                    <a:pt x="1760" y="124967"/>
                  </a:cubicBezTo>
                  <a:cubicBezTo>
                    <a:pt x="-1955" y="149065"/>
                    <a:pt x="331" y="172592"/>
                    <a:pt x="7475" y="194023"/>
                  </a:cubicBezTo>
                  <a:cubicBezTo>
                    <a:pt x="22525" y="247268"/>
                    <a:pt x="35098" y="290226"/>
                    <a:pt x="52909" y="322325"/>
                  </a:cubicBezTo>
                  <a:cubicBezTo>
                    <a:pt x="70912" y="354901"/>
                    <a:pt x="76817" y="392810"/>
                    <a:pt x="67959" y="428910"/>
                  </a:cubicBezTo>
                  <a:lnTo>
                    <a:pt x="58910" y="465391"/>
                  </a:lnTo>
                  <a:cubicBezTo>
                    <a:pt x="140063" y="516826"/>
                    <a:pt x="181783" y="477868"/>
                    <a:pt x="181783" y="477868"/>
                  </a:cubicBezTo>
                  <a:lnTo>
                    <a:pt x="190450" y="392334"/>
                  </a:lnTo>
                  <a:lnTo>
                    <a:pt x="190450" y="392334"/>
                  </a:lnTo>
                  <a:cubicBezTo>
                    <a:pt x="284081" y="390619"/>
                    <a:pt x="289034" y="218693"/>
                    <a:pt x="294178" y="168306"/>
                  </a:cubicBezTo>
                  <a:lnTo>
                    <a:pt x="293987" y="168306"/>
                  </a:lnTo>
                  <a:cubicBezTo>
                    <a:pt x="294273" y="166401"/>
                    <a:pt x="294463" y="164591"/>
                    <a:pt x="294749" y="162591"/>
                  </a:cubicBezTo>
                  <a:cubicBezTo>
                    <a:pt x="303322" y="78199"/>
                    <a:pt x="239028" y="3142"/>
                    <a:pt x="152827" y="94"/>
                  </a:cubicBezTo>
                  <a:lnTo>
                    <a:pt x="152827" y="94"/>
                  </a:lnTo>
                  <a:close/>
                </a:path>
              </a:pathLst>
            </a:custGeom>
            <a:solidFill>
              <a:srgbClr val="FFDCA6"/>
            </a:solidFill>
            <a:ln w="9525" cap="flat">
              <a:noFill/>
              <a:prstDash val="solid"/>
              <a:miter/>
            </a:ln>
          </p:spPr>
          <p:txBody>
            <a:bodyPr/>
            <a:lstStyle/>
            <a:p>
              <a:endParaRPr lang="en-US"/>
            </a:p>
          </p:txBody>
        </p:sp>
        <p:sp>
          <p:nvSpPr>
            <p:cNvPr id="493" name="Freeform: Shape 492">
              <a:extLst>
                <a:ext uri="{FF2B5EF4-FFF2-40B4-BE49-F238E27FC236}">
                  <a16:creationId xmlns:a16="http://schemas.microsoft.com/office/drawing/2014/main" id="{3C60DE28-11B2-B883-7482-D02E0CA1DC0C}"/>
                </a:ext>
              </a:extLst>
            </p:cNvPr>
            <p:cNvSpPr/>
            <p:nvPr/>
          </p:nvSpPr>
          <p:spPr>
            <a:xfrm>
              <a:off x="4223502" y="2792915"/>
              <a:ext cx="325716" cy="279181"/>
            </a:xfrm>
            <a:custGeom>
              <a:avLst/>
              <a:gdLst>
                <a:gd name="csX0" fmla="*/ 154092 w 325716"/>
                <a:gd name="csY0" fmla="*/ 157357 h 279181"/>
                <a:gd name="csX1" fmla="*/ 98847 w 325716"/>
                <a:gd name="csY1" fmla="*/ 211554 h 279181"/>
                <a:gd name="csX2" fmla="*/ 54365 w 325716"/>
                <a:gd name="csY2" fmla="*/ 279182 h 279181"/>
                <a:gd name="csX3" fmla="*/ 9693 w 325716"/>
                <a:gd name="csY3" fmla="*/ 201648 h 279181"/>
                <a:gd name="csX4" fmla="*/ 73 w 325716"/>
                <a:gd name="csY4" fmla="*/ 161072 h 279181"/>
                <a:gd name="csX5" fmla="*/ 12741 w 325716"/>
                <a:gd name="csY5" fmla="*/ 103541 h 279181"/>
                <a:gd name="csX6" fmla="*/ 49317 w 325716"/>
                <a:gd name="csY6" fmla="*/ 37152 h 279181"/>
                <a:gd name="csX7" fmla="*/ 93323 w 325716"/>
                <a:gd name="csY7" fmla="*/ 12768 h 279181"/>
                <a:gd name="csX8" fmla="*/ 209718 w 325716"/>
                <a:gd name="csY8" fmla="*/ 5052 h 279181"/>
                <a:gd name="csX9" fmla="*/ 303349 w 325716"/>
                <a:gd name="csY9" fmla="*/ 72013 h 279181"/>
                <a:gd name="csX10" fmla="*/ 324018 w 325716"/>
                <a:gd name="csY10" fmla="*/ 220603 h 279181"/>
                <a:gd name="csX11" fmla="*/ 297253 w 325716"/>
                <a:gd name="csY11" fmla="*/ 162024 h 279181"/>
                <a:gd name="csX12" fmla="*/ 270583 w 325716"/>
                <a:gd name="csY12" fmla="*/ 129449 h 279181"/>
                <a:gd name="csX13" fmla="*/ 212671 w 325716"/>
                <a:gd name="csY13" fmla="*/ 89253 h 279181"/>
                <a:gd name="csX14" fmla="*/ 154092 w 325716"/>
                <a:gd name="csY14" fmla="*/ 157357 h 279181"/>
                <a:gd name="csX15" fmla="*/ 154092 w 325716"/>
                <a:gd name="csY15" fmla="*/ 157357 h 2791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25716" h="279181">
                  <a:moveTo>
                    <a:pt x="154092" y="157357"/>
                  </a:moveTo>
                  <a:cubicBezTo>
                    <a:pt x="134280" y="173835"/>
                    <a:pt x="116468" y="192695"/>
                    <a:pt x="98847" y="211554"/>
                  </a:cubicBezTo>
                  <a:cubicBezTo>
                    <a:pt x="80178" y="231462"/>
                    <a:pt x="60747" y="252607"/>
                    <a:pt x="54365" y="279182"/>
                  </a:cubicBezTo>
                  <a:cubicBezTo>
                    <a:pt x="32363" y="258608"/>
                    <a:pt x="19790" y="230033"/>
                    <a:pt x="9693" y="201648"/>
                  </a:cubicBezTo>
                  <a:cubicBezTo>
                    <a:pt x="5026" y="188504"/>
                    <a:pt x="644" y="174978"/>
                    <a:pt x="73" y="161072"/>
                  </a:cubicBezTo>
                  <a:cubicBezTo>
                    <a:pt x="-784" y="141355"/>
                    <a:pt x="6074" y="122115"/>
                    <a:pt x="12741" y="103541"/>
                  </a:cubicBezTo>
                  <a:cubicBezTo>
                    <a:pt x="21409" y="79538"/>
                    <a:pt x="30648" y="54487"/>
                    <a:pt x="49317" y="37152"/>
                  </a:cubicBezTo>
                  <a:cubicBezTo>
                    <a:pt x="61700" y="25626"/>
                    <a:pt x="77416" y="18387"/>
                    <a:pt x="93323" y="12768"/>
                  </a:cubicBezTo>
                  <a:cubicBezTo>
                    <a:pt x="130565" y="-91"/>
                    <a:pt x="171428" y="-4282"/>
                    <a:pt x="209718" y="5052"/>
                  </a:cubicBezTo>
                  <a:cubicBezTo>
                    <a:pt x="248009" y="14387"/>
                    <a:pt x="283442" y="38009"/>
                    <a:pt x="303349" y="72013"/>
                  </a:cubicBezTo>
                  <a:cubicBezTo>
                    <a:pt x="329066" y="115828"/>
                    <a:pt x="326971" y="169930"/>
                    <a:pt x="324018" y="220603"/>
                  </a:cubicBezTo>
                  <a:cubicBezTo>
                    <a:pt x="321065" y="199172"/>
                    <a:pt x="308969" y="180217"/>
                    <a:pt x="297253" y="162024"/>
                  </a:cubicBezTo>
                  <a:cubicBezTo>
                    <a:pt x="289633" y="150118"/>
                    <a:pt x="281727" y="138117"/>
                    <a:pt x="270583" y="129449"/>
                  </a:cubicBezTo>
                  <a:cubicBezTo>
                    <a:pt x="251628" y="114685"/>
                    <a:pt x="245723" y="116876"/>
                    <a:pt x="212671" y="89253"/>
                  </a:cubicBezTo>
                  <a:cubicBezTo>
                    <a:pt x="200288" y="119448"/>
                    <a:pt x="178857" y="136688"/>
                    <a:pt x="154092" y="157357"/>
                  </a:cubicBezTo>
                  <a:lnTo>
                    <a:pt x="154092" y="157357"/>
                  </a:lnTo>
                  <a:close/>
                </a:path>
              </a:pathLst>
            </a:custGeom>
            <a:solidFill>
              <a:srgbClr val="995641"/>
            </a:solidFill>
            <a:ln w="9525" cap="flat">
              <a:noFill/>
              <a:prstDash val="solid"/>
              <a:miter/>
            </a:ln>
          </p:spPr>
          <p:txBody>
            <a:bodyPr/>
            <a:lstStyle/>
            <a:p>
              <a:endParaRPr lang="en-US"/>
            </a:p>
          </p:txBody>
        </p:sp>
        <p:sp>
          <p:nvSpPr>
            <p:cNvPr id="494" name="Freeform: Shape 493">
              <a:extLst>
                <a:ext uri="{FF2B5EF4-FFF2-40B4-BE49-F238E27FC236}">
                  <a16:creationId xmlns:a16="http://schemas.microsoft.com/office/drawing/2014/main" id="{8EC25DD2-CA60-6664-CE2C-5ABD13616186}"/>
                </a:ext>
              </a:extLst>
            </p:cNvPr>
            <p:cNvSpPr/>
            <p:nvPr/>
          </p:nvSpPr>
          <p:spPr>
            <a:xfrm>
              <a:off x="4203649" y="3649649"/>
              <a:ext cx="168084" cy="39458"/>
            </a:xfrm>
            <a:custGeom>
              <a:avLst/>
              <a:gdLst>
                <a:gd name="csX0" fmla="*/ 67170 w 168084"/>
                <a:gd name="csY0" fmla="*/ 39288 h 39458"/>
                <a:gd name="csX1" fmla="*/ 167659 w 168084"/>
                <a:gd name="csY1" fmla="*/ 2045 h 39458"/>
                <a:gd name="csX2" fmla="*/ 167849 w 168084"/>
                <a:gd name="csY2" fmla="*/ 426 h 39458"/>
                <a:gd name="csX3" fmla="*/ 166230 w 168084"/>
                <a:gd name="csY3" fmla="*/ 235 h 39458"/>
                <a:gd name="csX4" fmla="*/ 1638 w 168084"/>
                <a:gd name="csY4" fmla="*/ 22524 h 39458"/>
                <a:gd name="csX5" fmla="*/ 114 w 168084"/>
                <a:gd name="csY5" fmla="*/ 23000 h 39458"/>
                <a:gd name="csX6" fmla="*/ 590 w 168084"/>
                <a:gd name="csY6" fmla="*/ 24524 h 39458"/>
                <a:gd name="csX7" fmla="*/ 67170 w 168084"/>
                <a:gd name="csY7" fmla="*/ 39288 h 39458"/>
                <a:gd name="csX8" fmla="*/ 67170 w 168084"/>
                <a:gd name="csY8" fmla="*/ 39288 h 3945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68084" h="39458">
                  <a:moveTo>
                    <a:pt x="67170" y="39288"/>
                  </a:moveTo>
                  <a:cubicBezTo>
                    <a:pt x="122129" y="36525"/>
                    <a:pt x="166992" y="2521"/>
                    <a:pt x="167659" y="2045"/>
                  </a:cubicBezTo>
                  <a:cubicBezTo>
                    <a:pt x="168135" y="1664"/>
                    <a:pt x="168230" y="997"/>
                    <a:pt x="167849" y="426"/>
                  </a:cubicBezTo>
                  <a:cubicBezTo>
                    <a:pt x="167468" y="-51"/>
                    <a:pt x="166706" y="-146"/>
                    <a:pt x="166230" y="235"/>
                  </a:cubicBezTo>
                  <a:cubicBezTo>
                    <a:pt x="165373" y="902"/>
                    <a:pt x="80219" y="65291"/>
                    <a:pt x="1638" y="22524"/>
                  </a:cubicBezTo>
                  <a:cubicBezTo>
                    <a:pt x="1067" y="22238"/>
                    <a:pt x="400" y="22524"/>
                    <a:pt x="114" y="23000"/>
                  </a:cubicBezTo>
                  <a:cubicBezTo>
                    <a:pt x="-172" y="23571"/>
                    <a:pt x="114" y="24238"/>
                    <a:pt x="590" y="24524"/>
                  </a:cubicBezTo>
                  <a:cubicBezTo>
                    <a:pt x="22974" y="36716"/>
                    <a:pt x="45834" y="40335"/>
                    <a:pt x="67170" y="39288"/>
                  </a:cubicBezTo>
                  <a:lnTo>
                    <a:pt x="67170" y="39288"/>
                  </a:lnTo>
                  <a:close/>
                </a:path>
              </a:pathLst>
            </a:custGeom>
            <a:solidFill>
              <a:srgbClr val="1537BA"/>
            </a:solidFill>
            <a:ln w="9525" cap="flat">
              <a:noFill/>
              <a:prstDash val="solid"/>
              <a:miter/>
            </a:ln>
          </p:spPr>
          <p:txBody>
            <a:bodyPr/>
            <a:lstStyle/>
            <a:p>
              <a:endParaRPr lang="en-US"/>
            </a:p>
          </p:txBody>
        </p:sp>
        <p:sp>
          <p:nvSpPr>
            <p:cNvPr id="495" name="Freeform: Shape 494">
              <a:extLst>
                <a:ext uri="{FF2B5EF4-FFF2-40B4-BE49-F238E27FC236}">
                  <a16:creationId xmlns:a16="http://schemas.microsoft.com/office/drawing/2014/main" id="{C785BCEC-A6AD-BF92-5B95-40A188E03FC6}"/>
                </a:ext>
              </a:extLst>
            </p:cNvPr>
            <p:cNvSpPr/>
            <p:nvPr/>
          </p:nvSpPr>
          <p:spPr>
            <a:xfrm>
              <a:off x="4067466" y="4241101"/>
              <a:ext cx="184515" cy="216300"/>
            </a:xfrm>
            <a:custGeom>
              <a:avLst/>
              <a:gdLst>
                <a:gd name="csX0" fmla="*/ 59049 w 184515"/>
                <a:gd name="csY0" fmla="*/ 0 h 216300"/>
                <a:gd name="csX1" fmla="*/ 138964 w 184515"/>
                <a:gd name="csY1" fmla="*/ 54483 h 216300"/>
                <a:gd name="csX2" fmla="*/ 183732 w 184515"/>
                <a:gd name="csY2" fmla="*/ 89725 h 216300"/>
                <a:gd name="csX3" fmla="*/ 130201 w 184515"/>
                <a:gd name="csY3" fmla="*/ 86296 h 216300"/>
                <a:gd name="csX4" fmla="*/ 155918 w 184515"/>
                <a:gd name="csY4" fmla="*/ 151257 h 216300"/>
                <a:gd name="csX5" fmla="*/ 160871 w 184515"/>
                <a:gd name="csY5" fmla="*/ 202121 h 216300"/>
                <a:gd name="csX6" fmla="*/ 117914 w 184515"/>
                <a:gd name="csY6" fmla="*/ 135826 h 216300"/>
                <a:gd name="csX7" fmla="*/ 131249 w 184515"/>
                <a:gd name="csY7" fmla="*/ 208026 h 216300"/>
                <a:gd name="csX8" fmla="*/ 83719 w 184515"/>
                <a:gd name="csY8" fmla="*/ 138589 h 216300"/>
                <a:gd name="csX9" fmla="*/ 107436 w 184515"/>
                <a:gd name="csY9" fmla="*/ 212884 h 216300"/>
                <a:gd name="csX10" fmla="*/ 80671 w 184515"/>
                <a:gd name="csY10" fmla="*/ 195453 h 216300"/>
                <a:gd name="csX11" fmla="*/ 55716 w 184515"/>
                <a:gd name="csY11" fmla="*/ 148018 h 216300"/>
                <a:gd name="csX12" fmla="*/ 70384 w 184515"/>
                <a:gd name="csY12" fmla="*/ 203168 h 216300"/>
                <a:gd name="csX13" fmla="*/ 46095 w 184515"/>
                <a:gd name="csY13" fmla="*/ 184023 h 216300"/>
                <a:gd name="csX14" fmla="*/ 89 w 184515"/>
                <a:gd name="csY14" fmla="*/ 22670 h 216300"/>
                <a:gd name="csX15" fmla="*/ 58954 w 184515"/>
                <a:gd name="csY15" fmla="*/ 95 h 216300"/>
                <a:gd name="csX16" fmla="*/ 58954 w 184515"/>
                <a:gd name="csY16" fmla="*/ 95 h 2163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515" h="216300">
                  <a:moveTo>
                    <a:pt x="59049" y="0"/>
                  </a:moveTo>
                  <a:cubicBezTo>
                    <a:pt x="59049" y="0"/>
                    <a:pt x="119914" y="36385"/>
                    <a:pt x="138964" y="54483"/>
                  </a:cubicBezTo>
                  <a:cubicBezTo>
                    <a:pt x="158014" y="72485"/>
                    <a:pt x="189923" y="75819"/>
                    <a:pt x="183732" y="89725"/>
                  </a:cubicBezTo>
                  <a:cubicBezTo>
                    <a:pt x="177635" y="103632"/>
                    <a:pt x="130201" y="86296"/>
                    <a:pt x="130201" y="86296"/>
                  </a:cubicBezTo>
                  <a:cubicBezTo>
                    <a:pt x="130201" y="86296"/>
                    <a:pt x="148013" y="136588"/>
                    <a:pt x="155918" y="151257"/>
                  </a:cubicBezTo>
                  <a:cubicBezTo>
                    <a:pt x="163729" y="165830"/>
                    <a:pt x="171063" y="195548"/>
                    <a:pt x="160871" y="202121"/>
                  </a:cubicBezTo>
                  <a:cubicBezTo>
                    <a:pt x="150584" y="208693"/>
                    <a:pt x="117914" y="135826"/>
                    <a:pt x="117914" y="135826"/>
                  </a:cubicBezTo>
                  <a:cubicBezTo>
                    <a:pt x="117914" y="135826"/>
                    <a:pt x="139440" y="199930"/>
                    <a:pt x="131249" y="208026"/>
                  </a:cubicBezTo>
                  <a:cubicBezTo>
                    <a:pt x="123057" y="216122"/>
                    <a:pt x="83719" y="138589"/>
                    <a:pt x="83719" y="138589"/>
                  </a:cubicBezTo>
                  <a:cubicBezTo>
                    <a:pt x="83719" y="138589"/>
                    <a:pt x="110008" y="205835"/>
                    <a:pt x="107436" y="212884"/>
                  </a:cubicBezTo>
                  <a:cubicBezTo>
                    <a:pt x="104864" y="219932"/>
                    <a:pt x="95721" y="216979"/>
                    <a:pt x="80671" y="195453"/>
                  </a:cubicBezTo>
                  <a:cubicBezTo>
                    <a:pt x="65621" y="173926"/>
                    <a:pt x="55716" y="148018"/>
                    <a:pt x="55716" y="148018"/>
                  </a:cubicBezTo>
                  <a:cubicBezTo>
                    <a:pt x="55716" y="148018"/>
                    <a:pt x="70670" y="196596"/>
                    <a:pt x="70384" y="203168"/>
                  </a:cubicBezTo>
                  <a:cubicBezTo>
                    <a:pt x="70098" y="209645"/>
                    <a:pt x="65050" y="218313"/>
                    <a:pt x="46095" y="184023"/>
                  </a:cubicBezTo>
                  <a:cubicBezTo>
                    <a:pt x="27141" y="149733"/>
                    <a:pt x="-1816" y="68961"/>
                    <a:pt x="89" y="22670"/>
                  </a:cubicBezTo>
                  <a:lnTo>
                    <a:pt x="58954" y="95"/>
                  </a:lnTo>
                  <a:lnTo>
                    <a:pt x="58954" y="95"/>
                  </a:lnTo>
                  <a:close/>
                </a:path>
              </a:pathLst>
            </a:custGeom>
            <a:solidFill>
              <a:srgbClr val="FFDCA6"/>
            </a:solidFill>
            <a:ln w="9525" cap="flat">
              <a:noFill/>
              <a:prstDash val="solid"/>
              <a:miter/>
            </a:ln>
          </p:spPr>
          <p:txBody>
            <a:bodyPr/>
            <a:lstStyle/>
            <a:p>
              <a:endParaRPr lang="en-US"/>
            </a:p>
          </p:txBody>
        </p:sp>
        <p:sp>
          <p:nvSpPr>
            <p:cNvPr id="496" name="Freeform: Shape 495">
              <a:extLst>
                <a:ext uri="{FF2B5EF4-FFF2-40B4-BE49-F238E27FC236}">
                  <a16:creationId xmlns:a16="http://schemas.microsoft.com/office/drawing/2014/main" id="{BA4A8938-604B-51FA-8AEF-2C4EEA63F332}"/>
                </a:ext>
              </a:extLst>
            </p:cNvPr>
            <p:cNvSpPr/>
            <p:nvPr/>
          </p:nvSpPr>
          <p:spPr>
            <a:xfrm>
              <a:off x="5030846" y="2685767"/>
              <a:ext cx="173829" cy="239835"/>
            </a:xfrm>
            <a:custGeom>
              <a:avLst/>
              <a:gdLst>
                <a:gd name="csX0" fmla="*/ 22737 w 173829"/>
                <a:gd name="csY0" fmla="*/ 211356 h 239835"/>
                <a:gd name="csX1" fmla="*/ 9402 w 173829"/>
                <a:gd name="csY1" fmla="*/ 115629 h 239835"/>
                <a:gd name="csX2" fmla="*/ 5402 w 173829"/>
                <a:gd name="csY2" fmla="*/ 58765 h 239835"/>
                <a:gd name="csX3" fmla="*/ 38835 w 173829"/>
                <a:gd name="csY3" fmla="*/ 100770 h 239835"/>
                <a:gd name="csX4" fmla="*/ 69696 w 173829"/>
                <a:gd name="csY4" fmla="*/ 38096 h 239835"/>
                <a:gd name="csX5" fmla="*/ 104081 w 173829"/>
                <a:gd name="csY5" fmla="*/ 282 h 239835"/>
                <a:gd name="csX6" fmla="*/ 83793 w 173829"/>
                <a:gd name="csY6" fmla="*/ 76672 h 239835"/>
                <a:gd name="csX7" fmla="*/ 128274 w 173829"/>
                <a:gd name="csY7" fmla="*/ 18284 h 239835"/>
                <a:gd name="csX8" fmla="*/ 108748 w 173829"/>
                <a:gd name="csY8" fmla="*/ 100104 h 239835"/>
                <a:gd name="csX9" fmla="*/ 147896 w 173829"/>
                <a:gd name="csY9" fmla="*/ 32571 h 239835"/>
                <a:gd name="csX10" fmla="*/ 152944 w 173829"/>
                <a:gd name="csY10" fmla="*/ 64099 h 239835"/>
                <a:gd name="csX11" fmla="*/ 134561 w 173829"/>
                <a:gd name="csY11" fmla="*/ 114487 h 239835"/>
                <a:gd name="csX12" fmla="*/ 165517 w 173829"/>
                <a:gd name="csY12" fmla="*/ 66576 h 239835"/>
                <a:gd name="csX13" fmla="*/ 167613 w 173829"/>
                <a:gd name="csY13" fmla="*/ 97437 h 239835"/>
                <a:gd name="csX14" fmla="*/ 78935 w 173829"/>
                <a:gd name="csY14" fmla="*/ 239835 h 239835"/>
                <a:gd name="csX15" fmla="*/ 22642 w 173829"/>
                <a:gd name="csY15" fmla="*/ 211356 h 239835"/>
                <a:gd name="csX16" fmla="*/ 22642 w 173829"/>
                <a:gd name="csY16" fmla="*/ 211356 h 2398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73829" h="239835">
                  <a:moveTo>
                    <a:pt x="22737" y="211356"/>
                  </a:moveTo>
                  <a:cubicBezTo>
                    <a:pt x="22737" y="211356"/>
                    <a:pt x="8831" y="141823"/>
                    <a:pt x="9402" y="115629"/>
                  </a:cubicBezTo>
                  <a:cubicBezTo>
                    <a:pt x="9974" y="89341"/>
                    <a:pt x="-8981" y="63528"/>
                    <a:pt x="5402" y="58765"/>
                  </a:cubicBezTo>
                  <a:cubicBezTo>
                    <a:pt x="19785" y="54003"/>
                    <a:pt x="38835" y="100770"/>
                    <a:pt x="38835" y="100770"/>
                  </a:cubicBezTo>
                  <a:cubicBezTo>
                    <a:pt x="38835" y="100770"/>
                    <a:pt x="64076" y="53812"/>
                    <a:pt x="69696" y="38096"/>
                  </a:cubicBezTo>
                  <a:cubicBezTo>
                    <a:pt x="75220" y="22475"/>
                    <a:pt x="92365" y="-2957"/>
                    <a:pt x="104081" y="282"/>
                  </a:cubicBezTo>
                  <a:cubicBezTo>
                    <a:pt x="115892" y="3425"/>
                    <a:pt x="83793" y="76672"/>
                    <a:pt x="83793" y="76672"/>
                  </a:cubicBezTo>
                  <a:cubicBezTo>
                    <a:pt x="83793" y="76672"/>
                    <a:pt x="116844" y="17712"/>
                    <a:pt x="128274" y="18284"/>
                  </a:cubicBezTo>
                  <a:cubicBezTo>
                    <a:pt x="139704" y="18951"/>
                    <a:pt x="108748" y="100104"/>
                    <a:pt x="108748" y="100104"/>
                  </a:cubicBezTo>
                  <a:cubicBezTo>
                    <a:pt x="108748" y="100104"/>
                    <a:pt x="140943" y="35429"/>
                    <a:pt x="147896" y="32571"/>
                  </a:cubicBezTo>
                  <a:cubicBezTo>
                    <a:pt x="154849" y="29714"/>
                    <a:pt x="158754" y="38477"/>
                    <a:pt x="152944" y="64099"/>
                  </a:cubicBezTo>
                  <a:cubicBezTo>
                    <a:pt x="147134" y="89721"/>
                    <a:pt x="134561" y="114487"/>
                    <a:pt x="134561" y="114487"/>
                  </a:cubicBezTo>
                  <a:cubicBezTo>
                    <a:pt x="134561" y="114487"/>
                    <a:pt x="160564" y="70767"/>
                    <a:pt x="165517" y="66576"/>
                  </a:cubicBezTo>
                  <a:cubicBezTo>
                    <a:pt x="170470" y="62385"/>
                    <a:pt x="180281" y="60289"/>
                    <a:pt x="167613" y="97437"/>
                  </a:cubicBezTo>
                  <a:cubicBezTo>
                    <a:pt x="154944" y="134489"/>
                    <a:pt x="114558" y="210213"/>
                    <a:pt x="78935" y="239835"/>
                  </a:cubicBezTo>
                  <a:lnTo>
                    <a:pt x="22642" y="211356"/>
                  </a:lnTo>
                  <a:lnTo>
                    <a:pt x="22642" y="211356"/>
                  </a:lnTo>
                  <a:close/>
                </a:path>
              </a:pathLst>
            </a:custGeom>
            <a:solidFill>
              <a:srgbClr val="FFDCA6"/>
            </a:solidFill>
            <a:ln w="9525" cap="flat">
              <a:noFill/>
              <a:prstDash val="solid"/>
              <a:miter/>
            </a:ln>
          </p:spPr>
          <p:txBody>
            <a:bodyPr/>
            <a:lstStyle/>
            <a:p>
              <a:endParaRPr lang="en-US"/>
            </a:p>
          </p:txBody>
        </p:sp>
        <p:sp>
          <p:nvSpPr>
            <p:cNvPr id="497" name="Freeform: Shape 496">
              <a:extLst>
                <a:ext uri="{FF2B5EF4-FFF2-40B4-BE49-F238E27FC236}">
                  <a16:creationId xmlns:a16="http://schemas.microsoft.com/office/drawing/2014/main" id="{45034E23-761E-79C5-33CE-BD2A565BEFF4}"/>
                </a:ext>
              </a:extLst>
            </p:cNvPr>
            <p:cNvSpPr/>
            <p:nvPr/>
          </p:nvSpPr>
          <p:spPr>
            <a:xfrm>
              <a:off x="4532090" y="2860357"/>
              <a:ext cx="587883" cy="639603"/>
            </a:xfrm>
            <a:custGeom>
              <a:avLst/>
              <a:gdLst>
                <a:gd name="csX0" fmla="*/ 13907 w 587883"/>
                <a:gd name="csY0" fmla="*/ 433292 h 639603"/>
                <a:gd name="csX1" fmla="*/ 522351 w 587883"/>
                <a:gd name="csY1" fmla="*/ 0 h 639603"/>
                <a:gd name="csX2" fmla="*/ 587883 w 587883"/>
                <a:gd name="csY2" fmla="*/ 36481 h 639603"/>
                <a:gd name="csX3" fmla="*/ 0 w 587883"/>
                <a:gd name="csY3" fmla="*/ 639604 h 639603"/>
                <a:gd name="csX4" fmla="*/ 13907 w 587883"/>
                <a:gd name="csY4" fmla="*/ 433197 h 639603"/>
              </a:gdLst>
              <a:ahLst/>
              <a:cxnLst>
                <a:cxn ang="0">
                  <a:pos x="csX0" y="csY0"/>
                </a:cxn>
                <a:cxn ang="0">
                  <a:pos x="csX1" y="csY1"/>
                </a:cxn>
                <a:cxn ang="0">
                  <a:pos x="csX2" y="csY2"/>
                </a:cxn>
                <a:cxn ang="0">
                  <a:pos x="csX3" y="csY3"/>
                </a:cxn>
                <a:cxn ang="0">
                  <a:pos x="csX4" y="csY4"/>
                </a:cxn>
              </a:cxnLst>
              <a:rect l="l" t="t" r="r" b="b"/>
              <a:pathLst>
                <a:path w="587883" h="639603">
                  <a:moveTo>
                    <a:pt x="13907" y="433292"/>
                  </a:moveTo>
                  <a:cubicBezTo>
                    <a:pt x="13907" y="433292"/>
                    <a:pt x="460248" y="296609"/>
                    <a:pt x="522351" y="0"/>
                  </a:cubicBezTo>
                  <a:lnTo>
                    <a:pt x="587883" y="36481"/>
                  </a:lnTo>
                  <a:cubicBezTo>
                    <a:pt x="587883" y="36481"/>
                    <a:pt x="503968" y="595503"/>
                    <a:pt x="0" y="639604"/>
                  </a:cubicBezTo>
                  <a:lnTo>
                    <a:pt x="13907" y="433197"/>
                  </a:lnTo>
                  <a:close/>
                </a:path>
              </a:pathLst>
            </a:custGeom>
            <a:solidFill>
              <a:srgbClr val="FFDCA6"/>
            </a:solidFill>
            <a:ln w="9525" cap="flat">
              <a:noFill/>
              <a:prstDash val="solid"/>
              <a:miter/>
            </a:ln>
          </p:spPr>
          <p:txBody>
            <a:bodyPr/>
            <a:lstStyle/>
            <a:p>
              <a:endParaRPr lang="en-US"/>
            </a:p>
          </p:txBody>
        </p:sp>
        <p:sp>
          <p:nvSpPr>
            <p:cNvPr id="498" name="Freeform: Shape 497">
              <a:extLst>
                <a:ext uri="{FF2B5EF4-FFF2-40B4-BE49-F238E27FC236}">
                  <a16:creationId xmlns:a16="http://schemas.microsoft.com/office/drawing/2014/main" id="{0333662E-C269-79B4-D1CE-A8EEAC42444F}"/>
                </a:ext>
              </a:extLst>
            </p:cNvPr>
            <p:cNvSpPr/>
            <p:nvPr/>
          </p:nvSpPr>
          <p:spPr>
            <a:xfrm>
              <a:off x="4432363" y="3215067"/>
              <a:ext cx="315658" cy="320297"/>
            </a:xfrm>
            <a:custGeom>
              <a:avLst/>
              <a:gdLst>
                <a:gd name="csX0" fmla="*/ 0 w 315658"/>
                <a:gd name="csY0" fmla="*/ 64484 h 320297"/>
                <a:gd name="csX1" fmla="*/ 296990 w 315658"/>
                <a:gd name="csY1" fmla="*/ 0 h 320297"/>
                <a:gd name="csX2" fmla="*/ 296990 w 315658"/>
                <a:gd name="csY2" fmla="*/ 266129 h 320297"/>
                <a:gd name="csX3" fmla="*/ 67151 w 315658"/>
                <a:gd name="csY3" fmla="*/ 310991 h 320297"/>
                <a:gd name="csX4" fmla="*/ 95 w 315658"/>
                <a:gd name="csY4" fmla="*/ 64484 h 320297"/>
              </a:gdLst>
              <a:ahLst/>
              <a:cxnLst>
                <a:cxn ang="0">
                  <a:pos x="csX0" y="csY0"/>
                </a:cxn>
                <a:cxn ang="0">
                  <a:pos x="csX1" y="csY1"/>
                </a:cxn>
                <a:cxn ang="0">
                  <a:pos x="csX2" y="csY2"/>
                </a:cxn>
                <a:cxn ang="0">
                  <a:pos x="csX3" y="csY3"/>
                </a:cxn>
                <a:cxn ang="0">
                  <a:pos x="csX4" y="csY4"/>
                </a:cxn>
              </a:cxnLst>
              <a:rect l="l" t="t" r="r" b="b"/>
              <a:pathLst>
                <a:path w="315658" h="320297">
                  <a:moveTo>
                    <a:pt x="0" y="64484"/>
                  </a:moveTo>
                  <a:cubicBezTo>
                    <a:pt x="0" y="64484"/>
                    <a:pt x="232220" y="63246"/>
                    <a:pt x="296990" y="0"/>
                  </a:cubicBezTo>
                  <a:cubicBezTo>
                    <a:pt x="296990" y="0"/>
                    <a:pt x="338995" y="230029"/>
                    <a:pt x="296990" y="266129"/>
                  </a:cubicBezTo>
                  <a:cubicBezTo>
                    <a:pt x="296990" y="266129"/>
                    <a:pt x="138113" y="347186"/>
                    <a:pt x="67151" y="310991"/>
                  </a:cubicBezTo>
                  <a:cubicBezTo>
                    <a:pt x="-3905" y="274796"/>
                    <a:pt x="95" y="64484"/>
                    <a:pt x="95" y="64484"/>
                  </a:cubicBezTo>
                  <a:close/>
                </a:path>
              </a:pathLst>
            </a:custGeom>
            <a:solidFill>
              <a:srgbClr val="5E9DFF"/>
            </a:solidFill>
            <a:ln w="9525" cap="flat">
              <a:noFill/>
              <a:prstDash val="solid"/>
              <a:miter/>
            </a:ln>
          </p:spPr>
          <p:txBody>
            <a:bodyPr/>
            <a:lstStyle/>
            <a:p>
              <a:endParaRPr lang="en-US"/>
            </a:p>
          </p:txBody>
        </p:sp>
      </p:grpSp>
      <p:grpSp>
        <p:nvGrpSpPr>
          <p:cNvPr id="97" name="Group 96">
            <a:extLst>
              <a:ext uri="{FF2B5EF4-FFF2-40B4-BE49-F238E27FC236}">
                <a16:creationId xmlns:a16="http://schemas.microsoft.com/office/drawing/2014/main" id="{F24C8678-8384-4FE2-188F-13AD2A37AC9D}"/>
              </a:ext>
            </a:extLst>
          </p:cNvPr>
          <p:cNvGrpSpPr/>
          <p:nvPr/>
        </p:nvGrpSpPr>
        <p:grpSpPr>
          <a:xfrm>
            <a:off x="4093131" y="1503310"/>
            <a:ext cx="1346136" cy="1274291"/>
            <a:chOff x="3838606" y="1290637"/>
            <a:chExt cx="4518454" cy="4277298"/>
          </a:xfrm>
        </p:grpSpPr>
        <p:sp>
          <p:nvSpPr>
            <p:cNvPr id="122" name="Rectangle 121">
              <a:extLst>
                <a:ext uri="{FF2B5EF4-FFF2-40B4-BE49-F238E27FC236}">
                  <a16:creationId xmlns:a16="http://schemas.microsoft.com/office/drawing/2014/main" id="{012FA556-1F3A-306F-EC79-1B844C0BE482}"/>
                </a:ext>
              </a:extLst>
            </p:cNvPr>
            <p:cNvSpPr/>
            <p:nvPr/>
          </p:nvSpPr>
          <p:spPr>
            <a:xfrm>
              <a:off x="4323016" y="1290637"/>
              <a:ext cx="3385470" cy="2190369"/>
            </a:xfrm>
            <a:prstGeom prst="rect">
              <a:avLst/>
            </a:prstGeom>
            <a:solidFill>
              <a:srgbClr val="CCCCCC"/>
            </a:solidFill>
            <a:ln w="9525" cap="flat">
              <a:noFill/>
              <a:prstDash val="solid"/>
              <a:miter/>
            </a:ln>
          </p:spPr>
          <p:txBody>
            <a:bodyPr/>
            <a:lstStyle/>
            <a:p>
              <a:endParaRPr lang="en-US"/>
            </a:p>
          </p:txBody>
        </p:sp>
        <p:sp>
          <p:nvSpPr>
            <p:cNvPr id="123" name="Rectangle 122">
              <a:extLst>
                <a:ext uri="{FF2B5EF4-FFF2-40B4-BE49-F238E27FC236}">
                  <a16:creationId xmlns:a16="http://schemas.microsoft.com/office/drawing/2014/main" id="{7607837E-00C5-3814-34F2-D40256E17E33}"/>
                </a:ext>
              </a:extLst>
            </p:cNvPr>
            <p:cNvSpPr/>
            <p:nvPr/>
          </p:nvSpPr>
          <p:spPr>
            <a:xfrm>
              <a:off x="4323016" y="1290637"/>
              <a:ext cx="3385470" cy="137255"/>
            </a:xfrm>
            <a:prstGeom prst="rect">
              <a:avLst/>
            </a:prstGeom>
            <a:solidFill>
              <a:srgbClr val="757575"/>
            </a:solidFill>
            <a:ln w="9525" cap="flat">
              <a:noFill/>
              <a:prstDash val="solid"/>
              <a:miter/>
            </a:ln>
          </p:spPr>
          <p:txBody>
            <a:bodyPr/>
            <a:lstStyle/>
            <a:p>
              <a:endParaRPr lang="en-US"/>
            </a:p>
          </p:txBody>
        </p:sp>
        <p:sp>
          <p:nvSpPr>
            <p:cNvPr id="125" name="Rectangle 124">
              <a:extLst>
                <a:ext uri="{FF2B5EF4-FFF2-40B4-BE49-F238E27FC236}">
                  <a16:creationId xmlns:a16="http://schemas.microsoft.com/office/drawing/2014/main" id="{E1867DB8-60A6-AB05-0C5A-5AC8487B5338}"/>
                </a:ext>
              </a:extLst>
            </p:cNvPr>
            <p:cNvSpPr/>
            <p:nvPr/>
          </p:nvSpPr>
          <p:spPr>
            <a:xfrm>
              <a:off x="4510278" y="1548288"/>
              <a:ext cx="3113817" cy="13144"/>
            </a:xfrm>
            <a:prstGeom prst="rect">
              <a:avLst/>
            </a:prstGeom>
            <a:solidFill>
              <a:srgbClr val="FFFFFF"/>
            </a:solidFill>
            <a:ln w="9525" cap="flat">
              <a:noFill/>
              <a:prstDash val="solid"/>
              <a:miter/>
            </a:ln>
          </p:spPr>
          <p:txBody>
            <a:bodyPr/>
            <a:lstStyle/>
            <a:p>
              <a:endParaRPr lang="en-US"/>
            </a:p>
          </p:txBody>
        </p:sp>
        <p:sp>
          <p:nvSpPr>
            <p:cNvPr id="131" name="Rectangle 130">
              <a:extLst>
                <a:ext uri="{FF2B5EF4-FFF2-40B4-BE49-F238E27FC236}">
                  <a16:creationId xmlns:a16="http://schemas.microsoft.com/office/drawing/2014/main" id="{F6854774-301C-F4B3-F1C1-545828265DFD}"/>
                </a:ext>
              </a:extLst>
            </p:cNvPr>
            <p:cNvSpPr/>
            <p:nvPr/>
          </p:nvSpPr>
          <p:spPr>
            <a:xfrm>
              <a:off x="4519517" y="1824608"/>
              <a:ext cx="3113817" cy="13144"/>
            </a:xfrm>
            <a:prstGeom prst="rect">
              <a:avLst/>
            </a:prstGeom>
            <a:solidFill>
              <a:srgbClr val="FFFFFF"/>
            </a:solidFill>
            <a:ln w="9525" cap="flat">
              <a:noFill/>
              <a:prstDash val="solid"/>
              <a:miter/>
            </a:ln>
          </p:spPr>
          <p:txBody>
            <a:bodyPr/>
            <a:lstStyle/>
            <a:p>
              <a:endParaRPr lang="en-US"/>
            </a:p>
          </p:txBody>
        </p:sp>
        <p:sp>
          <p:nvSpPr>
            <p:cNvPr id="155" name="Rectangle 154">
              <a:extLst>
                <a:ext uri="{FF2B5EF4-FFF2-40B4-BE49-F238E27FC236}">
                  <a16:creationId xmlns:a16="http://schemas.microsoft.com/office/drawing/2014/main" id="{BD7FE1B0-C942-68E4-7C2A-B618508D0C2B}"/>
                </a:ext>
              </a:extLst>
            </p:cNvPr>
            <p:cNvSpPr/>
            <p:nvPr/>
          </p:nvSpPr>
          <p:spPr>
            <a:xfrm>
              <a:off x="4519517" y="2115597"/>
              <a:ext cx="3113817" cy="13144"/>
            </a:xfrm>
            <a:prstGeom prst="rect">
              <a:avLst/>
            </a:prstGeom>
            <a:solidFill>
              <a:srgbClr val="FFFFFF"/>
            </a:solidFill>
            <a:ln w="9525" cap="flat">
              <a:noFill/>
              <a:prstDash val="solid"/>
              <a:miter/>
            </a:ln>
          </p:spPr>
          <p:txBody>
            <a:bodyPr/>
            <a:lstStyle/>
            <a:p>
              <a:endParaRPr lang="en-US"/>
            </a:p>
          </p:txBody>
        </p:sp>
        <p:sp>
          <p:nvSpPr>
            <p:cNvPr id="640" name="Rectangle 639">
              <a:extLst>
                <a:ext uri="{FF2B5EF4-FFF2-40B4-BE49-F238E27FC236}">
                  <a16:creationId xmlns:a16="http://schemas.microsoft.com/office/drawing/2014/main" id="{4D201255-1881-D4B2-AD7D-87CDBEEC4206}"/>
                </a:ext>
              </a:extLst>
            </p:cNvPr>
            <p:cNvSpPr/>
            <p:nvPr/>
          </p:nvSpPr>
          <p:spPr>
            <a:xfrm>
              <a:off x="6546056" y="2029777"/>
              <a:ext cx="290226" cy="1326261"/>
            </a:xfrm>
            <a:prstGeom prst="rect">
              <a:avLst/>
            </a:prstGeom>
            <a:solidFill>
              <a:srgbClr val="00A9F4"/>
            </a:solidFill>
            <a:ln w="9525" cap="flat">
              <a:noFill/>
              <a:prstDash val="solid"/>
              <a:miter/>
            </a:ln>
          </p:spPr>
          <p:txBody>
            <a:bodyPr/>
            <a:lstStyle/>
            <a:p>
              <a:endParaRPr lang="en-US"/>
            </a:p>
          </p:txBody>
        </p:sp>
        <p:sp>
          <p:nvSpPr>
            <p:cNvPr id="641" name="Rectangle 640">
              <a:extLst>
                <a:ext uri="{FF2B5EF4-FFF2-40B4-BE49-F238E27FC236}">
                  <a16:creationId xmlns:a16="http://schemas.microsoft.com/office/drawing/2014/main" id="{CF7E328D-D821-74D6-90C4-A5A85C548262}"/>
                </a:ext>
              </a:extLst>
            </p:cNvPr>
            <p:cNvSpPr/>
            <p:nvPr/>
          </p:nvSpPr>
          <p:spPr>
            <a:xfrm>
              <a:off x="5110067" y="1851088"/>
              <a:ext cx="290226" cy="1504950"/>
            </a:xfrm>
            <a:prstGeom prst="rect">
              <a:avLst/>
            </a:prstGeom>
            <a:solidFill>
              <a:srgbClr val="00A9F4"/>
            </a:solidFill>
            <a:ln w="9525" cap="flat">
              <a:noFill/>
              <a:prstDash val="solid"/>
              <a:miter/>
            </a:ln>
          </p:spPr>
          <p:txBody>
            <a:bodyPr/>
            <a:lstStyle/>
            <a:p>
              <a:endParaRPr lang="en-US"/>
            </a:p>
          </p:txBody>
        </p:sp>
        <p:sp>
          <p:nvSpPr>
            <p:cNvPr id="642" name="Rectangle 641">
              <a:extLst>
                <a:ext uri="{FF2B5EF4-FFF2-40B4-BE49-F238E27FC236}">
                  <a16:creationId xmlns:a16="http://schemas.microsoft.com/office/drawing/2014/main" id="{0A574AEA-B18F-1297-D9CE-8E401FE9F647}"/>
                </a:ext>
              </a:extLst>
            </p:cNvPr>
            <p:cNvSpPr/>
            <p:nvPr/>
          </p:nvSpPr>
          <p:spPr>
            <a:xfrm>
              <a:off x="7059072" y="1750027"/>
              <a:ext cx="290226" cy="1587722"/>
            </a:xfrm>
            <a:prstGeom prst="rect">
              <a:avLst/>
            </a:prstGeom>
            <a:solidFill>
              <a:srgbClr val="00A9F4"/>
            </a:solidFill>
            <a:ln w="9525" cap="flat">
              <a:noFill/>
              <a:prstDash val="solid"/>
              <a:miter/>
            </a:ln>
          </p:spPr>
          <p:txBody>
            <a:bodyPr/>
            <a:lstStyle/>
            <a:p>
              <a:endParaRPr lang="en-US"/>
            </a:p>
          </p:txBody>
        </p:sp>
        <p:sp>
          <p:nvSpPr>
            <p:cNvPr id="643" name="Rectangle 642">
              <a:extLst>
                <a:ext uri="{FF2B5EF4-FFF2-40B4-BE49-F238E27FC236}">
                  <a16:creationId xmlns:a16="http://schemas.microsoft.com/office/drawing/2014/main" id="{56972999-2F3F-5015-7158-B33EECA482A2}"/>
                </a:ext>
              </a:extLst>
            </p:cNvPr>
            <p:cNvSpPr/>
            <p:nvPr/>
          </p:nvSpPr>
          <p:spPr>
            <a:xfrm>
              <a:off x="4651152" y="2241517"/>
              <a:ext cx="290226" cy="1114520"/>
            </a:xfrm>
            <a:prstGeom prst="rect">
              <a:avLst/>
            </a:prstGeom>
            <a:solidFill>
              <a:srgbClr val="00A9F4"/>
            </a:solidFill>
            <a:ln w="9525" cap="flat">
              <a:noFill/>
              <a:prstDash val="solid"/>
              <a:miter/>
            </a:ln>
          </p:spPr>
          <p:txBody>
            <a:bodyPr/>
            <a:lstStyle/>
            <a:p>
              <a:endParaRPr lang="en-US"/>
            </a:p>
          </p:txBody>
        </p:sp>
        <p:sp>
          <p:nvSpPr>
            <p:cNvPr id="644" name="Rectangle 643">
              <a:extLst>
                <a:ext uri="{FF2B5EF4-FFF2-40B4-BE49-F238E27FC236}">
                  <a16:creationId xmlns:a16="http://schemas.microsoft.com/office/drawing/2014/main" id="{4E170C33-5C37-4B4F-B55D-3DF925D70492}"/>
                </a:ext>
              </a:extLst>
            </p:cNvPr>
            <p:cNvSpPr/>
            <p:nvPr/>
          </p:nvSpPr>
          <p:spPr>
            <a:xfrm>
              <a:off x="5585269" y="1784794"/>
              <a:ext cx="290226" cy="1571244"/>
            </a:xfrm>
            <a:prstGeom prst="rect">
              <a:avLst/>
            </a:prstGeom>
            <a:solidFill>
              <a:srgbClr val="00A9F4"/>
            </a:solidFill>
            <a:ln w="9525" cap="flat">
              <a:noFill/>
              <a:prstDash val="solid"/>
              <a:miter/>
            </a:ln>
          </p:spPr>
          <p:txBody>
            <a:bodyPr/>
            <a:lstStyle/>
            <a:p>
              <a:endParaRPr lang="en-US"/>
            </a:p>
          </p:txBody>
        </p:sp>
        <p:sp>
          <p:nvSpPr>
            <p:cNvPr id="645" name="Rectangle 644">
              <a:extLst>
                <a:ext uri="{FF2B5EF4-FFF2-40B4-BE49-F238E27FC236}">
                  <a16:creationId xmlns:a16="http://schemas.microsoft.com/office/drawing/2014/main" id="{2414DBD0-DB69-2005-943F-0F35E2092201}"/>
                </a:ext>
              </a:extLst>
            </p:cNvPr>
            <p:cNvSpPr/>
            <p:nvPr/>
          </p:nvSpPr>
          <p:spPr>
            <a:xfrm>
              <a:off x="6060567" y="1935384"/>
              <a:ext cx="290226" cy="1420653"/>
            </a:xfrm>
            <a:prstGeom prst="rect">
              <a:avLst/>
            </a:prstGeom>
            <a:solidFill>
              <a:srgbClr val="00A9F4"/>
            </a:solidFill>
            <a:ln w="9525" cap="flat">
              <a:noFill/>
              <a:prstDash val="solid"/>
              <a:miter/>
            </a:ln>
          </p:spPr>
          <p:txBody>
            <a:bodyPr/>
            <a:lstStyle/>
            <a:p>
              <a:endParaRPr lang="en-US"/>
            </a:p>
          </p:txBody>
        </p:sp>
        <p:sp>
          <p:nvSpPr>
            <p:cNvPr id="646" name="Freeform: Shape 645">
              <a:extLst>
                <a:ext uri="{FF2B5EF4-FFF2-40B4-BE49-F238E27FC236}">
                  <a16:creationId xmlns:a16="http://schemas.microsoft.com/office/drawing/2014/main" id="{4AEDE329-78AE-101D-98B3-12A0F89E8907}"/>
                </a:ext>
              </a:extLst>
            </p:cNvPr>
            <p:cNvSpPr/>
            <p:nvPr/>
          </p:nvSpPr>
          <p:spPr>
            <a:xfrm>
              <a:off x="4338935" y="2347151"/>
              <a:ext cx="3272696" cy="357756"/>
            </a:xfrm>
            <a:custGeom>
              <a:avLst/>
              <a:gdLst>
                <a:gd name="csX0" fmla="*/ 4083 w 3272696"/>
                <a:gd name="csY0" fmla="*/ 250030 h 357756"/>
                <a:gd name="csX1" fmla="*/ 684073 w 3272696"/>
                <a:gd name="csY1" fmla="*/ 88581 h 357756"/>
                <a:gd name="csX2" fmla="*/ 873716 w 3272696"/>
                <a:gd name="csY2" fmla="*/ 86866 h 357756"/>
                <a:gd name="csX3" fmla="*/ 1026687 w 3272696"/>
                <a:gd name="csY3" fmla="*/ 166876 h 357756"/>
                <a:gd name="csX4" fmla="*/ 1166324 w 3272696"/>
                <a:gd name="csY4" fmla="*/ 260317 h 357756"/>
                <a:gd name="csX5" fmla="*/ 1323391 w 3272696"/>
                <a:gd name="csY5" fmla="*/ 308894 h 357756"/>
                <a:gd name="csX6" fmla="*/ 1960328 w 3272696"/>
                <a:gd name="csY6" fmla="*/ 90010 h 357756"/>
                <a:gd name="csX7" fmla="*/ 2324088 w 3272696"/>
                <a:gd name="csY7" fmla="*/ 16286 h 357756"/>
                <a:gd name="csX8" fmla="*/ 2607456 w 3272696"/>
                <a:gd name="csY8" fmla="*/ 167448 h 357756"/>
                <a:gd name="csX9" fmla="*/ 2908446 w 3272696"/>
                <a:gd name="csY9" fmla="*/ 338136 h 357756"/>
                <a:gd name="csX10" fmla="*/ 3268872 w 3272696"/>
                <a:gd name="csY10" fmla="*/ 321276 h 357756"/>
                <a:gd name="csX11" fmla="*/ 3265824 w 3272696"/>
                <a:gd name="csY11" fmla="*/ 310418 h 357756"/>
                <a:gd name="csX12" fmla="*/ 2925591 w 3272696"/>
                <a:gd name="csY12" fmla="*/ 330801 h 357756"/>
                <a:gd name="csX13" fmla="*/ 2634317 w 3272696"/>
                <a:gd name="csY13" fmla="*/ 174306 h 357756"/>
                <a:gd name="csX14" fmla="*/ 2384667 w 3272696"/>
                <a:gd name="csY14" fmla="*/ 19525 h 357756"/>
                <a:gd name="csX15" fmla="*/ 2055863 w 3272696"/>
                <a:gd name="csY15" fmla="*/ 38098 h 357756"/>
                <a:gd name="csX16" fmla="*/ 1409021 w 3272696"/>
                <a:gd name="csY16" fmla="*/ 301274 h 357756"/>
                <a:gd name="csX17" fmla="*/ 1079075 w 3272696"/>
                <a:gd name="csY17" fmla="*/ 191355 h 357756"/>
                <a:gd name="csX18" fmla="*/ 940962 w 3272696"/>
                <a:gd name="csY18" fmla="*/ 99820 h 357756"/>
                <a:gd name="csX19" fmla="*/ 791039 w 3272696"/>
                <a:gd name="csY19" fmla="*/ 65054 h 357756"/>
                <a:gd name="csX20" fmla="*/ 415754 w 3272696"/>
                <a:gd name="csY20" fmla="*/ 176401 h 357756"/>
                <a:gd name="csX21" fmla="*/ 6941 w 3272696"/>
                <a:gd name="csY21" fmla="*/ 238980 h 357756"/>
                <a:gd name="csX22" fmla="*/ 3893 w 3272696"/>
                <a:gd name="csY22" fmla="*/ 249839 h 357756"/>
                <a:gd name="csX23" fmla="*/ 3893 w 3272696"/>
                <a:gd name="csY23" fmla="*/ 249839 h 3577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3272696" h="357756">
                  <a:moveTo>
                    <a:pt x="4083" y="250030"/>
                  </a:moveTo>
                  <a:cubicBezTo>
                    <a:pt x="242970" y="327944"/>
                    <a:pt x="460902" y="137635"/>
                    <a:pt x="684073" y="88581"/>
                  </a:cubicBezTo>
                  <a:cubicBezTo>
                    <a:pt x="746271" y="74865"/>
                    <a:pt x="811517" y="70960"/>
                    <a:pt x="873716" y="86866"/>
                  </a:cubicBezTo>
                  <a:cubicBezTo>
                    <a:pt x="930485" y="101440"/>
                    <a:pt x="979729" y="132872"/>
                    <a:pt x="1026687" y="166876"/>
                  </a:cubicBezTo>
                  <a:cubicBezTo>
                    <a:pt x="1072121" y="199738"/>
                    <a:pt x="1116127" y="234885"/>
                    <a:pt x="1166324" y="260317"/>
                  </a:cubicBezTo>
                  <a:cubicBezTo>
                    <a:pt x="1215473" y="285272"/>
                    <a:pt x="1268717" y="301655"/>
                    <a:pt x="1323391" y="308894"/>
                  </a:cubicBezTo>
                  <a:cubicBezTo>
                    <a:pt x="1560373" y="340231"/>
                    <a:pt x="1757921" y="185259"/>
                    <a:pt x="1960328" y="90010"/>
                  </a:cubicBezTo>
                  <a:cubicBezTo>
                    <a:pt x="2072437" y="37241"/>
                    <a:pt x="2198929" y="-4383"/>
                    <a:pt x="2324088" y="16286"/>
                  </a:cubicBezTo>
                  <a:cubicBezTo>
                    <a:pt x="2433149" y="34288"/>
                    <a:pt x="2522493" y="101154"/>
                    <a:pt x="2607456" y="167448"/>
                  </a:cubicBezTo>
                  <a:cubicBezTo>
                    <a:pt x="2700135" y="239742"/>
                    <a:pt x="2792813" y="307942"/>
                    <a:pt x="2908446" y="338136"/>
                  </a:cubicBezTo>
                  <a:cubicBezTo>
                    <a:pt x="3027032" y="369092"/>
                    <a:pt x="3153810" y="363377"/>
                    <a:pt x="3268872" y="321276"/>
                  </a:cubicBezTo>
                  <a:cubicBezTo>
                    <a:pt x="3275635" y="318800"/>
                    <a:pt x="3272682" y="307846"/>
                    <a:pt x="3265824" y="310418"/>
                  </a:cubicBezTo>
                  <a:cubicBezTo>
                    <a:pt x="3157144" y="350137"/>
                    <a:pt x="3038272" y="357281"/>
                    <a:pt x="2925591" y="330801"/>
                  </a:cubicBezTo>
                  <a:cubicBezTo>
                    <a:pt x="2814244" y="304608"/>
                    <a:pt x="2723280" y="243648"/>
                    <a:pt x="2634317" y="174306"/>
                  </a:cubicBezTo>
                  <a:cubicBezTo>
                    <a:pt x="2557164" y="114108"/>
                    <a:pt x="2478964" y="50386"/>
                    <a:pt x="2384667" y="19525"/>
                  </a:cubicBezTo>
                  <a:cubicBezTo>
                    <a:pt x="2276558" y="-15908"/>
                    <a:pt x="2161020" y="856"/>
                    <a:pt x="2055863" y="38098"/>
                  </a:cubicBezTo>
                  <a:cubicBezTo>
                    <a:pt x="1837646" y="115251"/>
                    <a:pt x="1648289" y="289939"/>
                    <a:pt x="1409021" y="301274"/>
                  </a:cubicBezTo>
                  <a:cubicBezTo>
                    <a:pt x="1286148" y="307084"/>
                    <a:pt x="1176896" y="262603"/>
                    <a:pt x="1079075" y="191355"/>
                  </a:cubicBezTo>
                  <a:cubicBezTo>
                    <a:pt x="1034402" y="158875"/>
                    <a:pt x="990778" y="124109"/>
                    <a:pt x="940962" y="99820"/>
                  </a:cubicBezTo>
                  <a:cubicBezTo>
                    <a:pt x="894099" y="76960"/>
                    <a:pt x="843140" y="65530"/>
                    <a:pt x="791039" y="65054"/>
                  </a:cubicBezTo>
                  <a:cubicBezTo>
                    <a:pt x="658070" y="63911"/>
                    <a:pt x="534816" y="124490"/>
                    <a:pt x="415754" y="176401"/>
                  </a:cubicBezTo>
                  <a:cubicBezTo>
                    <a:pt x="288595" y="231837"/>
                    <a:pt x="145339" y="284129"/>
                    <a:pt x="6941" y="238980"/>
                  </a:cubicBezTo>
                  <a:cubicBezTo>
                    <a:pt x="-13" y="236695"/>
                    <a:pt x="-2965" y="247648"/>
                    <a:pt x="3893" y="249839"/>
                  </a:cubicBezTo>
                  <a:lnTo>
                    <a:pt x="3893" y="249839"/>
                  </a:lnTo>
                  <a:close/>
                </a:path>
              </a:pathLst>
            </a:custGeom>
            <a:solidFill>
              <a:srgbClr val="2251FF"/>
            </a:solidFill>
            <a:ln w="9525" cap="flat">
              <a:noFill/>
              <a:prstDash val="solid"/>
              <a:miter/>
            </a:ln>
          </p:spPr>
          <p:txBody>
            <a:bodyPr/>
            <a:lstStyle/>
            <a:p>
              <a:endParaRPr lang="en-US"/>
            </a:p>
          </p:txBody>
        </p:sp>
        <p:sp>
          <p:nvSpPr>
            <p:cNvPr id="647" name="Freeform: Shape 646">
              <a:extLst>
                <a:ext uri="{FF2B5EF4-FFF2-40B4-BE49-F238E27FC236}">
                  <a16:creationId xmlns:a16="http://schemas.microsoft.com/office/drawing/2014/main" id="{C29ECFFD-EAB7-B847-0298-B8D82CAFD095}"/>
                </a:ext>
              </a:extLst>
            </p:cNvPr>
            <p:cNvSpPr/>
            <p:nvPr/>
          </p:nvSpPr>
          <p:spPr>
            <a:xfrm>
              <a:off x="7752016" y="5221795"/>
              <a:ext cx="171736" cy="185832"/>
            </a:xfrm>
            <a:custGeom>
              <a:avLst/>
              <a:gdLst>
                <a:gd name="csX0" fmla="*/ 171736 w 171736"/>
                <a:gd name="csY0" fmla="*/ 165735 h 185832"/>
                <a:gd name="csX1" fmla="*/ 15526 w 171736"/>
                <a:gd name="csY1" fmla="*/ 185833 h 185832"/>
                <a:gd name="csX2" fmla="*/ 0 w 171736"/>
                <a:gd name="csY2" fmla="*/ 21622 h 185832"/>
                <a:gd name="csX3" fmla="*/ 167640 w 171736"/>
                <a:gd name="csY3" fmla="*/ 0 h 185832"/>
                <a:gd name="csX4" fmla="*/ 171736 w 171736"/>
                <a:gd name="csY4" fmla="*/ 165735 h 185832"/>
              </a:gdLst>
              <a:ahLst/>
              <a:cxnLst>
                <a:cxn ang="0">
                  <a:pos x="csX0" y="csY0"/>
                </a:cxn>
                <a:cxn ang="0">
                  <a:pos x="csX1" y="csY1"/>
                </a:cxn>
                <a:cxn ang="0">
                  <a:pos x="csX2" y="csY2"/>
                </a:cxn>
                <a:cxn ang="0">
                  <a:pos x="csX3" y="csY3"/>
                </a:cxn>
                <a:cxn ang="0">
                  <a:pos x="csX4" y="csY4"/>
                </a:cxn>
              </a:cxnLst>
              <a:rect l="l" t="t" r="r" b="b"/>
              <a:pathLst>
                <a:path w="171736" h="185832">
                  <a:moveTo>
                    <a:pt x="171736" y="165735"/>
                  </a:moveTo>
                  <a:lnTo>
                    <a:pt x="15526" y="185833"/>
                  </a:lnTo>
                  <a:lnTo>
                    <a:pt x="0" y="21622"/>
                  </a:lnTo>
                  <a:lnTo>
                    <a:pt x="167640" y="0"/>
                  </a:lnTo>
                  <a:lnTo>
                    <a:pt x="171736" y="165735"/>
                  </a:lnTo>
                  <a:close/>
                </a:path>
              </a:pathLst>
            </a:custGeom>
            <a:solidFill>
              <a:srgbClr val="B37C52"/>
            </a:solidFill>
            <a:ln w="9525" cap="flat">
              <a:noFill/>
              <a:prstDash val="solid"/>
              <a:miter/>
            </a:ln>
          </p:spPr>
          <p:txBody>
            <a:bodyPr/>
            <a:lstStyle/>
            <a:p>
              <a:endParaRPr lang="en-US"/>
            </a:p>
          </p:txBody>
        </p:sp>
        <p:sp>
          <p:nvSpPr>
            <p:cNvPr id="648" name="Freeform: Shape 647">
              <a:extLst>
                <a:ext uri="{FF2B5EF4-FFF2-40B4-BE49-F238E27FC236}">
                  <a16:creationId xmlns:a16="http://schemas.microsoft.com/office/drawing/2014/main" id="{F0CEBFA8-8A15-059E-319E-A4D0FD70B956}"/>
                </a:ext>
              </a:extLst>
            </p:cNvPr>
            <p:cNvSpPr/>
            <p:nvPr/>
          </p:nvSpPr>
          <p:spPr>
            <a:xfrm>
              <a:off x="7516492" y="5323236"/>
              <a:ext cx="443143" cy="218662"/>
            </a:xfrm>
            <a:custGeom>
              <a:avLst/>
              <a:gdLst>
                <a:gd name="csX0" fmla="*/ 436788 w 443143"/>
                <a:gd name="csY0" fmla="*/ 122111 h 218662"/>
                <a:gd name="csX1" fmla="*/ 416595 w 443143"/>
                <a:gd name="csY1" fmla="*/ 62103 h 218662"/>
                <a:gd name="csX2" fmla="*/ 408118 w 443143"/>
                <a:gd name="csY2" fmla="*/ 0 h 218662"/>
                <a:gd name="csX3" fmla="*/ 237239 w 443143"/>
                <a:gd name="csY3" fmla="*/ 3048 h 218662"/>
                <a:gd name="csX4" fmla="*/ 48930 w 443143"/>
                <a:gd name="csY4" fmla="*/ 58484 h 218662"/>
                <a:gd name="csX5" fmla="*/ 733 w 443143"/>
                <a:gd name="csY5" fmla="*/ 113347 h 218662"/>
                <a:gd name="csX6" fmla="*/ 35785 w 443143"/>
                <a:gd name="csY6" fmla="*/ 175355 h 218662"/>
                <a:gd name="csX7" fmla="*/ 119796 w 443143"/>
                <a:gd name="csY7" fmla="*/ 206407 h 218662"/>
                <a:gd name="csX8" fmla="*/ 222856 w 443143"/>
                <a:gd name="csY8" fmla="*/ 209550 h 218662"/>
                <a:gd name="csX9" fmla="*/ 330584 w 443143"/>
                <a:gd name="csY9" fmla="*/ 217837 h 218662"/>
                <a:gd name="csX10" fmla="*/ 419833 w 443143"/>
                <a:gd name="csY10" fmla="*/ 200216 h 218662"/>
                <a:gd name="csX11" fmla="*/ 436693 w 443143"/>
                <a:gd name="csY11" fmla="*/ 122111 h 2186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43143" h="218662">
                  <a:moveTo>
                    <a:pt x="436788" y="122111"/>
                  </a:moveTo>
                  <a:cubicBezTo>
                    <a:pt x="428977" y="102203"/>
                    <a:pt x="420976" y="83248"/>
                    <a:pt x="416595" y="62103"/>
                  </a:cubicBezTo>
                  <a:cubicBezTo>
                    <a:pt x="412404" y="41624"/>
                    <a:pt x="410213" y="20764"/>
                    <a:pt x="408118" y="0"/>
                  </a:cubicBezTo>
                  <a:cubicBezTo>
                    <a:pt x="408118" y="0"/>
                    <a:pt x="333537" y="10382"/>
                    <a:pt x="237239" y="3048"/>
                  </a:cubicBezTo>
                  <a:cubicBezTo>
                    <a:pt x="193710" y="66008"/>
                    <a:pt x="109699" y="34100"/>
                    <a:pt x="48930" y="58484"/>
                  </a:cubicBezTo>
                  <a:cubicBezTo>
                    <a:pt x="25403" y="67913"/>
                    <a:pt x="5115" y="86868"/>
                    <a:pt x="733" y="113347"/>
                  </a:cubicBezTo>
                  <a:cubicBezTo>
                    <a:pt x="-3839" y="141065"/>
                    <a:pt x="13592" y="162211"/>
                    <a:pt x="35785" y="175355"/>
                  </a:cubicBezTo>
                  <a:cubicBezTo>
                    <a:pt x="61312" y="190500"/>
                    <a:pt x="91030" y="200406"/>
                    <a:pt x="119796" y="206407"/>
                  </a:cubicBezTo>
                  <a:cubicBezTo>
                    <a:pt x="154371" y="213551"/>
                    <a:pt x="187995" y="210503"/>
                    <a:pt x="222856" y="209550"/>
                  </a:cubicBezTo>
                  <a:cubicBezTo>
                    <a:pt x="259051" y="208597"/>
                    <a:pt x="294579" y="215551"/>
                    <a:pt x="330584" y="217837"/>
                  </a:cubicBezTo>
                  <a:cubicBezTo>
                    <a:pt x="360588" y="219837"/>
                    <a:pt x="394782" y="219646"/>
                    <a:pt x="419833" y="200216"/>
                  </a:cubicBezTo>
                  <a:cubicBezTo>
                    <a:pt x="445455" y="180404"/>
                    <a:pt x="448122" y="151257"/>
                    <a:pt x="436693" y="122111"/>
                  </a:cubicBezTo>
                  <a:close/>
                </a:path>
              </a:pathLst>
            </a:custGeom>
            <a:solidFill>
              <a:srgbClr val="051C2C"/>
            </a:solidFill>
            <a:ln w="9525" cap="flat">
              <a:noFill/>
              <a:prstDash val="solid"/>
              <a:miter/>
            </a:ln>
          </p:spPr>
          <p:txBody>
            <a:bodyPr/>
            <a:lstStyle/>
            <a:p>
              <a:endParaRPr lang="en-US"/>
            </a:p>
          </p:txBody>
        </p:sp>
        <p:sp>
          <p:nvSpPr>
            <p:cNvPr id="649" name="Freeform: Shape 648">
              <a:extLst>
                <a:ext uri="{FF2B5EF4-FFF2-40B4-BE49-F238E27FC236}">
                  <a16:creationId xmlns:a16="http://schemas.microsoft.com/office/drawing/2014/main" id="{8244FD39-E9CF-4169-09B0-B45D6B0B7939}"/>
                </a:ext>
              </a:extLst>
            </p:cNvPr>
            <p:cNvSpPr/>
            <p:nvPr/>
          </p:nvSpPr>
          <p:spPr>
            <a:xfrm>
              <a:off x="7179944" y="5247321"/>
              <a:ext cx="173355" cy="187642"/>
            </a:xfrm>
            <a:custGeom>
              <a:avLst/>
              <a:gdLst>
                <a:gd name="csX0" fmla="*/ 173355 w 173355"/>
                <a:gd name="csY0" fmla="*/ 165735 h 187642"/>
                <a:gd name="csX1" fmla="*/ 17431 w 173355"/>
                <a:gd name="csY1" fmla="*/ 187643 h 187642"/>
                <a:gd name="csX2" fmla="*/ 0 w 173355"/>
                <a:gd name="csY2" fmla="*/ 23527 h 187642"/>
                <a:gd name="csX3" fmla="*/ 167354 w 173355"/>
                <a:gd name="csY3" fmla="*/ 0 h 187642"/>
                <a:gd name="csX4" fmla="*/ 173355 w 173355"/>
                <a:gd name="csY4" fmla="*/ 165735 h 187642"/>
              </a:gdLst>
              <a:ahLst/>
              <a:cxnLst>
                <a:cxn ang="0">
                  <a:pos x="csX0" y="csY0"/>
                </a:cxn>
                <a:cxn ang="0">
                  <a:pos x="csX1" y="csY1"/>
                </a:cxn>
                <a:cxn ang="0">
                  <a:pos x="csX2" y="csY2"/>
                </a:cxn>
                <a:cxn ang="0">
                  <a:pos x="csX3" y="csY3"/>
                </a:cxn>
                <a:cxn ang="0">
                  <a:pos x="csX4" y="csY4"/>
                </a:cxn>
              </a:cxnLst>
              <a:rect l="l" t="t" r="r" b="b"/>
              <a:pathLst>
                <a:path w="173355" h="187642">
                  <a:moveTo>
                    <a:pt x="173355" y="165735"/>
                  </a:moveTo>
                  <a:lnTo>
                    <a:pt x="17431" y="187643"/>
                  </a:lnTo>
                  <a:lnTo>
                    <a:pt x="0" y="23527"/>
                  </a:lnTo>
                  <a:lnTo>
                    <a:pt x="167354" y="0"/>
                  </a:lnTo>
                  <a:lnTo>
                    <a:pt x="173355" y="165735"/>
                  </a:lnTo>
                  <a:close/>
                </a:path>
              </a:pathLst>
            </a:custGeom>
            <a:solidFill>
              <a:srgbClr val="B37C52"/>
            </a:solidFill>
            <a:ln w="9525" cap="flat">
              <a:noFill/>
              <a:prstDash val="solid"/>
              <a:miter/>
            </a:ln>
          </p:spPr>
          <p:txBody>
            <a:bodyPr/>
            <a:lstStyle/>
            <a:p>
              <a:endParaRPr lang="en-US"/>
            </a:p>
          </p:txBody>
        </p:sp>
        <p:sp>
          <p:nvSpPr>
            <p:cNvPr id="650" name="Freeform: Shape 649">
              <a:extLst>
                <a:ext uri="{FF2B5EF4-FFF2-40B4-BE49-F238E27FC236}">
                  <a16:creationId xmlns:a16="http://schemas.microsoft.com/office/drawing/2014/main" id="{4B1401AB-65E5-197A-6CE3-5C539A0D2033}"/>
                </a:ext>
              </a:extLst>
            </p:cNvPr>
            <p:cNvSpPr/>
            <p:nvPr/>
          </p:nvSpPr>
          <p:spPr>
            <a:xfrm>
              <a:off x="6946605" y="5348763"/>
              <a:ext cx="443656" cy="219172"/>
            </a:xfrm>
            <a:custGeom>
              <a:avLst/>
              <a:gdLst>
                <a:gd name="csX0" fmla="*/ 436888 w 443656"/>
                <a:gd name="csY0" fmla="*/ 121729 h 219172"/>
                <a:gd name="csX1" fmla="*/ 415933 w 443656"/>
                <a:gd name="csY1" fmla="*/ 62008 h 219172"/>
                <a:gd name="csX2" fmla="*/ 406694 w 443656"/>
                <a:gd name="csY2" fmla="*/ 0 h 219172"/>
                <a:gd name="csX3" fmla="*/ 235815 w 443656"/>
                <a:gd name="csY3" fmla="*/ 5048 h 219172"/>
                <a:gd name="csX4" fmla="*/ 48173 w 443656"/>
                <a:gd name="csY4" fmla="*/ 62675 h 219172"/>
                <a:gd name="csX5" fmla="*/ 643 w 443656"/>
                <a:gd name="csY5" fmla="*/ 118015 h 219172"/>
                <a:gd name="csX6" fmla="*/ 36457 w 443656"/>
                <a:gd name="csY6" fmla="*/ 179642 h 219172"/>
                <a:gd name="csX7" fmla="*/ 120849 w 443656"/>
                <a:gd name="csY7" fmla="*/ 209645 h 219172"/>
                <a:gd name="csX8" fmla="*/ 224005 w 443656"/>
                <a:gd name="csY8" fmla="*/ 211550 h 219172"/>
                <a:gd name="csX9" fmla="*/ 331828 w 443656"/>
                <a:gd name="csY9" fmla="*/ 218599 h 219172"/>
                <a:gd name="csX10" fmla="*/ 420886 w 443656"/>
                <a:gd name="csY10" fmla="*/ 199930 h 219172"/>
                <a:gd name="csX11" fmla="*/ 436793 w 443656"/>
                <a:gd name="csY11" fmla="*/ 121634 h 2191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43656" h="219172">
                  <a:moveTo>
                    <a:pt x="436888" y="121729"/>
                  </a:moveTo>
                  <a:cubicBezTo>
                    <a:pt x="428792" y="101918"/>
                    <a:pt x="420600" y="83058"/>
                    <a:pt x="415933" y="62008"/>
                  </a:cubicBezTo>
                  <a:cubicBezTo>
                    <a:pt x="411457" y="41624"/>
                    <a:pt x="409075" y="20765"/>
                    <a:pt x="406694" y="0"/>
                  </a:cubicBezTo>
                  <a:cubicBezTo>
                    <a:pt x="406694" y="0"/>
                    <a:pt x="332304" y="11240"/>
                    <a:pt x="235815" y="5048"/>
                  </a:cubicBezTo>
                  <a:cubicBezTo>
                    <a:pt x="193048" y="68485"/>
                    <a:pt x="108657" y="37529"/>
                    <a:pt x="48173" y="62675"/>
                  </a:cubicBezTo>
                  <a:cubicBezTo>
                    <a:pt x="24741" y="72390"/>
                    <a:pt x="4644" y="91631"/>
                    <a:pt x="643" y="118015"/>
                  </a:cubicBezTo>
                  <a:cubicBezTo>
                    <a:pt x="-3643" y="145733"/>
                    <a:pt x="14073" y="166688"/>
                    <a:pt x="36457" y="179642"/>
                  </a:cubicBezTo>
                  <a:cubicBezTo>
                    <a:pt x="62175" y="194405"/>
                    <a:pt x="91988" y="204026"/>
                    <a:pt x="120849" y="209645"/>
                  </a:cubicBezTo>
                  <a:cubicBezTo>
                    <a:pt x="155520" y="216408"/>
                    <a:pt x="189143" y="212884"/>
                    <a:pt x="224005" y="211550"/>
                  </a:cubicBezTo>
                  <a:cubicBezTo>
                    <a:pt x="260199" y="210121"/>
                    <a:pt x="295823" y="216694"/>
                    <a:pt x="331828" y="218599"/>
                  </a:cubicBezTo>
                  <a:cubicBezTo>
                    <a:pt x="361831" y="220218"/>
                    <a:pt x="396026" y="219646"/>
                    <a:pt x="420886" y="199930"/>
                  </a:cubicBezTo>
                  <a:cubicBezTo>
                    <a:pt x="446318" y="179737"/>
                    <a:pt x="448604" y="150686"/>
                    <a:pt x="436793" y="121634"/>
                  </a:cubicBezTo>
                  <a:close/>
                </a:path>
              </a:pathLst>
            </a:custGeom>
            <a:solidFill>
              <a:srgbClr val="051C2C"/>
            </a:solidFill>
            <a:ln w="9525" cap="flat">
              <a:noFill/>
              <a:prstDash val="solid"/>
              <a:miter/>
            </a:ln>
          </p:spPr>
          <p:txBody>
            <a:bodyPr/>
            <a:lstStyle/>
            <a:p>
              <a:endParaRPr lang="en-US"/>
            </a:p>
          </p:txBody>
        </p:sp>
        <p:sp>
          <p:nvSpPr>
            <p:cNvPr id="651" name="Freeform: Shape 650">
              <a:extLst>
                <a:ext uri="{FF2B5EF4-FFF2-40B4-BE49-F238E27FC236}">
                  <a16:creationId xmlns:a16="http://schemas.microsoft.com/office/drawing/2014/main" id="{53C1583C-DA91-83B1-F2AE-60FEDB42567B}"/>
                </a:ext>
              </a:extLst>
            </p:cNvPr>
            <p:cNvSpPr/>
            <p:nvPr/>
          </p:nvSpPr>
          <p:spPr>
            <a:xfrm>
              <a:off x="6223080" y="1773592"/>
              <a:ext cx="233440" cy="446113"/>
            </a:xfrm>
            <a:custGeom>
              <a:avLst/>
              <a:gdLst>
                <a:gd name="csX0" fmla="*/ 70468 w 233440"/>
                <a:gd name="csY0" fmla="*/ 365627 h 446113"/>
                <a:gd name="csX1" fmla="*/ 85327 w 233440"/>
                <a:gd name="csY1" fmla="*/ 446113 h 446113"/>
                <a:gd name="csX2" fmla="*/ 233441 w 233440"/>
                <a:gd name="csY2" fmla="*/ 446113 h 446113"/>
                <a:gd name="csX3" fmla="*/ 217439 w 233440"/>
                <a:gd name="csY3" fmla="*/ 331718 h 446113"/>
                <a:gd name="csX4" fmla="*/ 219248 w 233440"/>
                <a:gd name="csY4" fmla="*/ 275425 h 446113"/>
                <a:gd name="csX5" fmla="*/ 211914 w 233440"/>
                <a:gd name="csY5" fmla="*/ 214370 h 446113"/>
                <a:gd name="csX6" fmla="*/ 202389 w 233440"/>
                <a:gd name="csY6" fmla="*/ 143028 h 446113"/>
                <a:gd name="csX7" fmla="*/ 182958 w 233440"/>
                <a:gd name="csY7" fmla="*/ 160935 h 446113"/>
                <a:gd name="csX8" fmla="*/ 171623 w 233440"/>
                <a:gd name="csY8" fmla="*/ 127692 h 446113"/>
                <a:gd name="csX9" fmla="*/ 158098 w 233440"/>
                <a:gd name="csY9" fmla="*/ 68256 h 446113"/>
                <a:gd name="csX10" fmla="*/ 145811 w 233440"/>
                <a:gd name="csY10" fmla="*/ 15869 h 446113"/>
                <a:gd name="csX11" fmla="*/ 123141 w 233440"/>
                <a:gd name="csY11" fmla="*/ 343 h 446113"/>
                <a:gd name="csX12" fmla="*/ 111902 w 233440"/>
                <a:gd name="csY12" fmla="*/ 24346 h 446113"/>
                <a:gd name="csX13" fmla="*/ 121712 w 233440"/>
                <a:gd name="csY13" fmla="*/ 84735 h 446113"/>
                <a:gd name="csX14" fmla="*/ 118093 w 233440"/>
                <a:gd name="csY14" fmla="*/ 135884 h 446113"/>
                <a:gd name="csX15" fmla="*/ 106186 w 233440"/>
                <a:gd name="csY15" fmla="*/ 125597 h 446113"/>
                <a:gd name="csX16" fmla="*/ 81707 w 233440"/>
                <a:gd name="csY16" fmla="*/ 126073 h 446113"/>
                <a:gd name="csX17" fmla="*/ 64562 w 233440"/>
                <a:gd name="csY17" fmla="*/ 151505 h 446113"/>
                <a:gd name="csX18" fmla="*/ 50561 w 233440"/>
                <a:gd name="csY18" fmla="*/ 147981 h 446113"/>
                <a:gd name="csX19" fmla="*/ 26748 w 233440"/>
                <a:gd name="csY19" fmla="*/ 177603 h 446113"/>
                <a:gd name="csX20" fmla="*/ 5698 w 233440"/>
                <a:gd name="csY20" fmla="*/ 189129 h 446113"/>
                <a:gd name="csX21" fmla="*/ 20938 w 233440"/>
                <a:gd name="csY21" fmla="*/ 268948 h 446113"/>
                <a:gd name="csX22" fmla="*/ 70373 w 233440"/>
                <a:gd name="csY22" fmla="*/ 365627 h 4461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233440" h="446113">
                  <a:moveTo>
                    <a:pt x="70468" y="365627"/>
                  </a:moveTo>
                  <a:cubicBezTo>
                    <a:pt x="78278" y="391821"/>
                    <a:pt x="80755" y="419157"/>
                    <a:pt x="85327" y="446113"/>
                  </a:cubicBezTo>
                  <a:lnTo>
                    <a:pt x="233441" y="446113"/>
                  </a:lnTo>
                  <a:cubicBezTo>
                    <a:pt x="224487" y="408585"/>
                    <a:pt x="216581" y="370485"/>
                    <a:pt x="217439" y="331718"/>
                  </a:cubicBezTo>
                  <a:cubicBezTo>
                    <a:pt x="217819" y="312858"/>
                    <a:pt x="221153" y="294285"/>
                    <a:pt x="219248" y="275425"/>
                  </a:cubicBezTo>
                  <a:cubicBezTo>
                    <a:pt x="217248" y="254946"/>
                    <a:pt x="211247" y="235039"/>
                    <a:pt x="211914" y="214370"/>
                  </a:cubicBezTo>
                  <a:cubicBezTo>
                    <a:pt x="212390" y="199320"/>
                    <a:pt x="228392" y="148552"/>
                    <a:pt x="202389" y="143028"/>
                  </a:cubicBezTo>
                  <a:cubicBezTo>
                    <a:pt x="191245" y="140646"/>
                    <a:pt x="185625" y="149600"/>
                    <a:pt x="182958" y="160935"/>
                  </a:cubicBezTo>
                  <a:cubicBezTo>
                    <a:pt x="179243" y="149886"/>
                    <a:pt x="175052" y="138932"/>
                    <a:pt x="171623" y="127692"/>
                  </a:cubicBezTo>
                  <a:cubicBezTo>
                    <a:pt x="165718" y="108261"/>
                    <a:pt x="162003" y="88164"/>
                    <a:pt x="158098" y="68256"/>
                  </a:cubicBezTo>
                  <a:cubicBezTo>
                    <a:pt x="154764" y="51111"/>
                    <a:pt x="152573" y="32061"/>
                    <a:pt x="145811" y="15869"/>
                  </a:cubicBezTo>
                  <a:cubicBezTo>
                    <a:pt x="142001" y="6820"/>
                    <a:pt x="134095" y="-1848"/>
                    <a:pt x="123141" y="343"/>
                  </a:cubicBezTo>
                  <a:cubicBezTo>
                    <a:pt x="111711" y="2629"/>
                    <a:pt x="111520" y="14916"/>
                    <a:pt x="111902" y="24346"/>
                  </a:cubicBezTo>
                  <a:cubicBezTo>
                    <a:pt x="112664" y="44825"/>
                    <a:pt x="119998" y="64351"/>
                    <a:pt x="121712" y="84735"/>
                  </a:cubicBezTo>
                  <a:cubicBezTo>
                    <a:pt x="123236" y="101975"/>
                    <a:pt x="121712" y="119120"/>
                    <a:pt x="118093" y="135884"/>
                  </a:cubicBezTo>
                  <a:cubicBezTo>
                    <a:pt x="114759" y="131788"/>
                    <a:pt x="110759" y="128169"/>
                    <a:pt x="106186" y="125597"/>
                  </a:cubicBezTo>
                  <a:cubicBezTo>
                    <a:pt x="98471" y="121311"/>
                    <a:pt x="89137" y="121501"/>
                    <a:pt x="81707" y="126073"/>
                  </a:cubicBezTo>
                  <a:cubicBezTo>
                    <a:pt x="68182" y="134265"/>
                    <a:pt x="65039" y="149695"/>
                    <a:pt x="64562" y="151505"/>
                  </a:cubicBezTo>
                  <a:cubicBezTo>
                    <a:pt x="60467" y="148933"/>
                    <a:pt x="55799" y="147314"/>
                    <a:pt x="50561" y="147981"/>
                  </a:cubicBezTo>
                  <a:cubicBezTo>
                    <a:pt x="27415" y="150838"/>
                    <a:pt x="27129" y="175317"/>
                    <a:pt x="26748" y="177603"/>
                  </a:cubicBezTo>
                  <a:cubicBezTo>
                    <a:pt x="18938" y="177318"/>
                    <a:pt x="10651" y="181413"/>
                    <a:pt x="5698" y="189129"/>
                  </a:cubicBezTo>
                  <a:cubicBezTo>
                    <a:pt x="-9637" y="212751"/>
                    <a:pt x="9603" y="247612"/>
                    <a:pt x="20938" y="268948"/>
                  </a:cubicBezTo>
                  <a:cubicBezTo>
                    <a:pt x="37988" y="300952"/>
                    <a:pt x="59895" y="330575"/>
                    <a:pt x="70373" y="365627"/>
                  </a:cubicBezTo>
                  <a:close/>
                </a:path>
              </a:pathLst>
            </a:custGeom>
            <a:solidFill>
              <a:srgbClr val="B37C52"/>
            </a:solidFill>
            <a:ln w="9525" cap="flat">
              <a:noFill/>
              <a:prstDash val="solid"/>
              <a:miter/>
            </a:ln>
          </p:spPr>
          <p:txBody>
            <a:bodyPr/>
            <a:lstStyle/>
            <a:p>
              <a:endParaRPr lang="en-US"/>
            </a:p>
          </p:txBody>
        </p:sp>
        <p:sp>
          <p:nvSpPr>
            <p:cNvPr id="652" name="Freeform: Shape 651">
              <a:extLst>
                <a:ext uri="{FF2B5EF4-FFF2-40B4-BE49-F238E27FC236}">
                  <a16:creationId xmlns:a16="http://schemas.microsoft.com/office/drawing/2014/main" id="{54D2AE8E-284F-6CDE-FEE5-92E03CC64129}"/>
                </a:ext>
              </a:extLst>
            </p:cNvPr>
            <p:cNvSpPr/>
            <p:nvPr/>
          </p:nvSpPr>
          <p:spPr>
            <a:xfrm>
              <a:off x="6993228" y="3546919"/>
              <a:ext cx="985006" cy="1781352"/>
            </a:xfrm>
            <a:custGeom>
              <a:avLst/>
              <a:gdLst>
                <a:gd name="csX0" fmla="*/ 961956 w 985006"/>
                <a:gd name="csY0" fmla="*/ 1160526 h 1781352"/>
                <a:gd name="csX1" fmla="*/ 847466 w 985006"/>
                <a:gd name="csY1" fmla="*/ 777049 h 1781352"/>
                <a:gd name="csX2" fmla="*/ 822129 w 985006"/>
                <a:gd name="csY2" fmla="*/ 377666 h 1781352"/>
                <a:gd name="csX3" fmla="*/ 772504 w 985006"/>
                <a:gd name="csY3" fmla="*/ 0 h 1781352"/>
                <a:gd name="csX4" fmla="*/ 8694 w 985006"/>
                <a:gd name="csY4" fmla="*/ 0 h 1781352"/>
                <a:gd name="csX5" fmla="*/ 7265 w 985006"/>
                <a:gd name="csY5" fmla="*/ 316325 h 1781352"/>
                <a:gd name="csX6" fmla="*/ 39650 w 985006"/>
                <a:gd name="csY6" fmla="*/ 668560 h 1781352"/>
                <a:gd name="csX7" fmla="*/ 105087 w 985006"/>
                <a:gd name="csY7" fmla="*/ 1373029 h 1781352"/>
                <a:gd name="csX8" fmla="*/ 133186 w 985006"/>
                <a:gd name="csY8" fmla="*/ 1773364 h 1781352"/>
                <a:gd name="csX9" fmla="*/ 405601 w 985006"/>
                <a:gd name="csY9" fmla="*/ 1766983 h 1781352"/>
                <a:gd name="csX10" fmla="*/ 419126 w 985006"/>
                <a:gd name="csY10" fmla="*/ 1394555 h 1781352"/>
                <a:gd name="csX11" fmla="*/ 415793 w 985006"/>
                <a:gd name="csY11" fmla="*/ 1220724 h 1781352"/>
                <a:gd name="csX12" fmla="*/ 380455 w 985006"/>
                <a:gd name="csY12" fmla="*/ 1059275 h 1781352"/>
                <a:gd name="csX13" fmla="*/ 394838 w 985006"/>
                <a:gd name="csY13" fmla="*/ 707517 h 1781352"/>
                <a:gd name="csX14" fmla="*/ 458464 w 985006"/>
                <a:gd name="csY14" fmla="*/ 420243 h 1781352"/>
                <a:gd name="csX15" fmla="*/ 486087 w 985006"/>
                <a:gd name="csY15" fmla="*/ 512731 h 1781352"/>
                <a:gd name="csX16" fmla="*/ 523806 w 985006"/>
                <a:gd name="csY16" fmla="*/ 654748 h 1781352"/>
                <a:gd name="csX17" fmla="*/ 544571 w 985006"/>
                <a:gd name="csY17" fmla="*/ 808387 h 1781352"/>
                <a:gd name="csX18" fmla="*/ 562382 w 985006"/>
                <a:gd name="csY18" fmla="*/ 952976 h 1781352"/>
                <a:gd name="csX19" fmla="*/ 606293 w 985006"/>
                <a:gd name="csY19" fmla="*/ 1100138 h 1781352"/>
                <a:gd name="csX20" fmla="*/ 664205 w 985006"/>
                <a:gd name="csY20" fmla="*/ 1397127 h 1781352"/>
                <a:gd name="csX21" fmla="*/ 716211 w 985006"/>
                <a:gd name="csY21" fmla="*/ 1729359 h 1781352"/>
                <a:gd name="csX22" fmla="*/ 985006 w 985006"/>
                <a:gd name="csY22" fmla="*/ 1710309 h 1781352"/>
                <a:gd name="csX23" fmla="*/ 961861 w 985006"/>
                <a:gd name="csY23" fmla="*/ 1160431 h 17813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985006" h="1781352">
                  <a:moveTo>
                    <a:pt x="961956" y="1160526"/>
                  </a:moveTo>
                  <a:cubicBezTo>
                    <a:pt x="951383" y="994696"/>
                    <a:pt x="867182" y="914781"/>
                    <a:pt x="847466" y="777049"/>
                  </a:cubicBezTo>
                  <a:cubicBezTo>
                    <a:pt x="828511" y="644842"/>
                    <a:pt x="827749" y="510921"/>
                    <a:pt x="822129" y="377666"/>
                  </a:cubicBezTo>
                  <a:cubicBezTo>
                    <a:pt x="816700" y="250603"/>
                    <a:pt x="806318" y="122777"/>
                    <a:pt x="772504" y="0"/>
                  </a:cubicBezTo>
                  <a:lnTo>
                    <a:pt x="8694" y="0"/>
                  </a:lnTo>
                  <a:cubicBezTo>
                    <a:pt x="-4260" y="104965"/>
                    <a:pt x="-1021" y="211074"/>
                    <a:pt x="7265" y="316325"/>
                  </a:cubicBezTo>
                  <a:cubicBezTo>
                    <a:pt x="16504" y="433864"/>
                    <a:pt x="28696" y="551212"/>
                    <a:pt x="39650" y="668560"/>
                  </a:cubicBezTo>
                  <a:cubicBezTo>
                    <a:pt x="61558" y="903351"/>
                    <a:pt x="84513" y="1138142"/>
                    <a:pt x="105087" y="1373029"/>
                  </a:cubicBezTo>
                  <a:cubicBezTo>
                    <a:pt x="116803" y="1506283"/>
                    <a:pt x="126995" y="1639729"/>
                    <a:pt x="133186" y="1773364"/>
                  </a:cubicBezTo>
                  <a:cubicBezTo>
                    <a:pt x="245962" y="1794510"/>
                    <a:pt x="405601" y="1766983"/>
                    <a:pt x="405601" y="1766983"/>
                  </a:cubicBezTo>
                  <a:cubicBezTo>
                    <a:pt x="412363" y="1648587"/>
                    <a:pt x="416840" y="1513141"/>
                    <a:pt x="419126" y="1394555"/>
                  </a:cubicBezTo>
                  <a:cubicBezTo>
                    <a:pt x="420269" y="1336739"/>
                    <a:pt x="422174" y="1278350"/>
                    <a:pt x="415793" y="1220724"/>
                  </a:cubicBezTo>
                  <a:cubicBezTo>
                    <a:pt x="409696" y="1165574"/>
                    <a:pt x="391218" y="1113473"/>
                    <a:pt x="380455" y="1059275"/>
                  </a:cubicBezTo>
                  <a:cubicBezTo>
                    <a:pt x="357595" y="943642"/>
                    <a:pt x="375978" y="822484"/>
                    <a:pt x="394838" y="707517"/>
                  </a:cubicBezTo>
                  <a:cubicBezTo>
                    <a:pt x="410744" y="610648"/>
                    <a:pt x="432080" y="514731"/>
                    <a:pt x="458464" y="420243"/>
                  </a:cubicBezTo>
                  <a:cubicBezTo>
                    <a:pt x="467418" y="451199"/>
                    <a:pt x="476848" y="481965"/>
                    <a:pt x="486087" y="512731"/>
                  </a:cubicBezTo>
                  <a:cubicBezTo>
                    <a:pt x="500184" y="559689"/>
                    <a:pt x="513710" y="606742"/>
                    <a:pt x="523806" y="654748"/>
                  </a:cubicBezTo>
                  <a:cubicBezTo>
                    <a:pt x="534569" y="705422"/>
                    <a:pt x="539903" y="756856"/>
                    <a:pt x="544571" y="808387"/>
                  </a:cubicBezTo>
                  <a:cubicBezTo>
                    <a:pt x="548952" y="856774"/>
                    <a:pt x="553143" y="905256"/>
                    <a:pt x="562382" y="952976"/>
                  </a:cubicBezTo>
                  <a:cubicBezTo>
                    <a:pt x="572193" y="1003459"/>
                    <a:pt x="589814" y="1051560"/>
                    <a:pt x="606293" y="1100138"/>
                  </a:cubicBezTo>
                  <a:cubicBezTo>
                    <a:pt x="638963" y="1196626"/>
                    <a:pt x="653632" y="1296162"/>
                    <a:pt x="664205" y="1397127"/>
                  </a:cubicBezTo>
                  <a:cubicBezTo>
                    <a:pt x="675825" y="1508665"/>
                    <a:pt x="684874" y="1621155"/>
                    <a:pt x="716211" y="1729359"/>
                  </a:cubicBezTo>
                  <a:cubicBezTo>
                    <a:pt x="716211" y="1729359"/>
                    <a:pt x="894329" y="1742504"/>
                    <a:pt x="985006" y="1710309"/>
                  </a:cubicBezTo>
                  <a:cubicBezTo>
                    <a:pt x="985006" y="1710309"/>
                    <a:pt x="970814" y="1299972"/>
                    <a:pt x="961861" y="1160431"/>
                  </a:cubicBezTo>
                  <a:close/>
                </a:path>
              </a:pathLst>
            </a:custGeom>
            <a:solidFill>
              <a:srgbClr val="051C2C"/>
            </a:solidFill>
            <a:ln w="9525" cap="flat">
              <a:noFill/>
              <a:prstDash val="solid"/>
              <a:miter/>
            </a:ln>
          </p:spPr>
          <p:txBody>
            <a:bodyPr/>
            <a:lstStyle/>
            <a:p>
              <a:endParaRPr lang="en-US"/>
            </a:p>
          </p:txBody>
        </p:sp>
        <p:sp>
          <p:nvSpPr>
            <p:cNvPr id="653" name="Freeform: Shape 652">
              <a:extLst>
                <a:ext uri="{FF2B5EF4-FFF2-40B4-BE49-F238E27FC236}">
                  <a16:creationId xmlns:a16="http://schemas.microsoft.com/office/drawing/2014/main" id="{E41113DF-FD38-FADB-931D-CFA9B78F10F8}"/>
                </a:ext>
              </a:extLst>
            </p:cNvPr>
            <p:cNvSpPr/>
            <p:nvPr/>
          </p:nvSpPr>
          <p:spPr>
            <a:xfrm>
              <a:off x="7137227" y="1912491"/>
              <a:ext cx="429622" cy="463424"/>
            </a:xfrm>
            <a:custGeom>
              <a:avLst/>
              <a:gdLst>
                <a:gd name="csX0" fmla="*/ 6141 w 429622"/>
                <a:gd name="csY0" fmla="*/ 188438 h 463424"/>
                <a:gd name="csX1" fmla="*/ 11475 w 429622"/>
                <a:gd name="csY1" fmla="*/ 194438 h 463424"/>
                <a:gd name="csX2" fmla="*/ 31763 w 429622"/>
                <a:gd name="csY2" fmla="*/ 274734 h 463424"/>
                <a:gd name="csX3" fmla="*/ 130252 w 429622"/>
                <a:gd name="csY3" fmla="*/ 366650 h 463424"/>
                <a:gd name="csX4" fmla="*/ 148064 w 429622"/>
                <a:gd name="csY4" fmla="*/ 463424 h 463424"/>
                <a:gd name="csX5" fmla="*/ 429623 w 429622"/>
                <a:gd name="csY5" fmla="*/ 463424 h 463424"/>
                <a:gd name="csX6" fmla="*/ 396380 w 429622"/>
                <a:gd name="csY6" fmla="*/ 333694 h 463424"/>
                <a:gd name="csX7" fmla="*/ 312084 w 429622"/>
                <a:gd name="csY7" fmla="*/ 242159 h 463424"/>
                <a:gd name="csX8" fmla="*/ 304274 w 429622"/>
                <a:gd name="csY8" fmla="*/ 235110 h 463424"/>
                <a:gd name="csX9" fmla="*/ 312370 w 429622"/>
                <a:gd name="csY9" fmla="*/ 213679 h 463424"/>
                <a:gd name="csX10" fmla="*/ 205023 w 429622"/>
                <a:gd name="csY10" fmla="*/ 3653 h 463424"/>
                <a:gd name="csX11" fmla="*/ 58624 w 429622"/>
                <a:gd name="csY11" fmla="*/ 48706 h 463424"/>
                <a:gd name="csX12" fmla="*/ 45289 w 429622"/>
                <a:gd name="csY12" fmla="*/ 86901 h 463424"/>
                <a:gd name="csX13" fmla="*/ 34811 w 429622"/>
                <a:gd name="csY13" fmla="*/ 129002 h 463424"/>
                <a:gd name="csX14" fmla="*/ 16428 w 429622"/>
                <a:gd name="csY14" fmla="*/ 162053 h 463424"/>
                <a:gd name="csX15" fmla="*/ 45 w 429622"/>
                <a:gd name="csY15" fmla="*/ 185771 h 463424"/>
                <a:gd name="csX16" fmla="*/ 1950 w 429622"/>
                <a:gd name="csY16" fmla="*/ 188057 h 463424"/>
                <a:gd name="csX17" fmla="*/ 6141 w 429622"/>
                <a:gd name="csY17" fmla="*/ 188438 h 4634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Lst>
              <a:rect l="l" t="t" r="r" b="b"/>
              <a:pathLst>
                <a:path w="429622" h="463424">
                  <a:moveTo>
                    <a:pt x="6141" y="188438"/>
                  </a:moveTo>
                  <a:cubicBezTo>
                    <a:pt x="9380" y="188723"/>
                    <a:pt x="11761" y="191390"/>
                    <a:pt x="11475" y="194438"/>
                  </a:cubicBezTo>
                  <a:cubicBezTo>
                    <a:pt x="9665" y="221870"/>
                    <a:pt x="26144" y="251684"/>
                    <a:pt x="31763" y="274734"/>
                  </a:cubicBezTo>
                  <a:cubicBezTo>
                    <a:pt x="43479" y="323216"/>
                    <a:pt x="74912" y="387415"/>
                    <a:pt x="130252" y="366650"/>
                  </a:cubicBezTo>
                  <a:cubicBezTo>
                    <a:pt x="130252" y="366650"/>
                    <a:pt x="148540" y="407513"/>
                    <a:pt x="148064" y="463424"/>
                  </a:cubicBezTo>
                  <a:lnTo>
                    <a:pt x="429623" y="463424"/>
                  </a:lnTo>
                  <a:cubicBezTo>
                    <a:pt x="403619" y="400559"/>
                    <a:pt x="396380" y="333694"/>
                    <a:pt x="396380" y="333694"/>
                  </a:cubicBezTo>
                  <a:cubicBezTo>
                    <a:pt x="396380" y="333694"/>
                    <a:pt x="307798" y="265590"/>
                    <a:pt x="312084" y="242159"/>
                  </a:cubicBezTo>
                  <a:cubicBezTo>
                    <a:pt x="312179" y="241587"/>
                    <a:pt x="304274" y="235110"/>
                    <a:pt x="304274" y="235110"/>
                  </a:cubicBezTo>
                  <a:cubicBezTo>
                    <a:pt x="297225" y="230919"/>
                    <a:pt x="310655" y="221585"/>
                    <a:pt x="312370" y="213679"/>
                  </a:cubicBezTo>
                  <a:cubicBezTo>
                    <a:pt x="334754" y="113190"/>
                    <a:pt x="287414" y="15083"/>
                    <a:pt x="205023" y="3653"/>
                  </a:cubicBezTo>
                  <a:cubicBezTo>
                    <a:pt x="130633" y="-6730"/>
                    <a:pt x="86151" y="4034"/>
                    <a:pt x="58624" y="48706"/>
                  </a:cubicBezTo>
                  <a:cubicBezTo>
                    <a:pt x="53480" y="61279"/>
                    <a:pt x="48337" y="73566"/>
                    <a:pt x="45289" y="86901"/>
                  </a:cubicBezTo>
                  <a:cubicBezTo>
                    <a:pt x="42050" y="100998"/>
                    <a:pt x="39479" y="115286"/>
                    <a:pt x="34811" y="129002"/>
                  </a:cubicBezTo>
                  <a:cubicBezTo>
                    <a:pt x="30716" y="141098"/>
                    <a:pt x="25096" y="152624"/>
                    <a:pt x="16428" y="162053"/>
                  </a:cubicBezTo>
                  <a:cubicBezTo>
                    <a:pt x="13475" y="165197"/>
                    <a:pt x="-907" y="178246"/>
                    <a:pt x="45" y="185771"/>
                  </a:cubicBezTo>
                  <a:cubicBezTo>
                    <a:pt x="617" y="186628"/>
                    <a:pt x="1284" y="187295"/>
                    <a:pt x="1950" y="188057"/>
                  </a:cubicBezTo>
                  <a:lnTo>
                    <a:pt x="6141" y="188438"/>
                  </a:lnTo>
                  <a:close/>
                </a:path>
              </a:pathLst>
            </a:custGeom>
            <a:solidFill>
              <a:srgbClr val="B37C52"/>
            </a:solidFill>
            <a:ln w="9525" cap="flat">
              <a:noFill/>
              <a:prstDash val="solid"/>
              <a:miter/>
            </a:ln>
          </p:spPr>
          <p:txBody>
            <a:bodyPr/>
            <a:lstStyle/>
            <a:p>
              <a:endParaRPr lang="en-US"/>
            </a:p>
          </p:txBody>
        </p:sp>
        <p:sp>
          <p:nvSpPr>
            <p:cNvPr id="654" name="Freeform: Shape 653">
              <a:extLst>
                <a:ext uri="{FF2B5EF4-FFF2-40B4-BE49-F238E27FC236}">
                  <a16:creationId xmlns:a16="http://schemas.microsoft.com/office/drawing/2014/main" id="{98C65727-1F19-978F-25AD-586423860227}"/>
                </a:ext>
              </a:extLst>
            </p:cNvPr>
            <p:cNvSpPr/>
            <p:nvPr/>
          </p:nvSpPr>
          <p:spPr>
            <a:xfrm>
              <a:off x="7150559" y="1784756"/>
              <a:ext cx="457538" cy="531191"/>
            </a:xfrm>
            <a:custGeom>
              <a:avLst/>
              <a:gdLst>
                <a:gd name="csX0" fmla="*/ 447723 w 457538"/>
                <a:gd name="csY0" fmla="*/ 381037 h 531191"/>
                <a:gd name="csX1" fmla="*/ 435913 w 457538"/>
                <a:gd name="csY1" fmla="*/ 329698 h 531191"/>
                <a:gd name="csX2" fmla="*/ 436293 w 457538"/>
                <a:gd name="csY2" fmla="*/ 322840 h 531191"/>
                <a:gd name="csX3" fmla="*/ 436389 w 457538"/>
                <a:gd name="csY3" fmla="*/ 323030 h 531191"/>
                <a:gd name="csX4" fmla="*/ 438103 w 457538"/>
                <a:gd name="csY4" fmla="*/ 321982 h 531191"/>
                <a:gd name="csX5" fmla="*/ 436103 w 457538"/>
                <a:gd name="csY5" fmla="*/ 316267 h 531191"/>
                <a:gd name="csX6" fmla="*/ 432483 w 457538"/>
                <a:gd name="csY6" fmla="*/ 284168 h 531191"/>
                <a:gd name="csX7" fmla="*/ 440294 w 457538"/>
                <a:gd name="csY7" fmla="*/ 297313 h 531191"/>
                <a:gd name="csX8" fmla="*/ 442294 w 457538"/>
                <a:gd name="csY8" fmla="*/ 297313 h 531191"/>
                <a:gd name="csX9" fmla="*/ 440199 w 457538"/>
                <a:gd name="csY9" fmla="*/ 219493 h 531191"/>
                <a:gd name="csX10" fmla="*/ 396384 w 457538"/>
                <a:gd name="csY10" fmla="*/ 116338 h 531191"/>
                <a:gd name="csX11" fmla="*/ 415815 w 457538"/>
                <a:gd name="csY11" fmla="*/ 132816 h 531191"/>
                <a:gd name="csX12" fmla="*/ 417720 w 457538"/>
                <a:gd name="csY12" fmla="*/ 132244 h 531191"/>
                <a:gd name="csX13" fmla="*/ 417720 w 457538"/>
                <a:gd name="csY13" fmla="*/ 131959 h 531191"/>
                <a:gd name="csX14" fmla="*/ 417720 w 457538"/>
                <a:gd name="csY14" fmla="*/ 131959 h 531191"/>
                <a:gd name="csX15" fmla="*/ 417720 w 457538"/>
                <a:gd name="csY15" fmla="*/ 131959 h 531191"/>
                <a:gd name="csX16" fmla="*/ 360093 w 457538"/>
                <a:gd name="csY16" fmla="*/ 62426 h 531191"/>
                <a:gd name="csX17" fmla="*/ 380382 w 457538"/>
                <a:gd name="csY17" fmla="*/ 66998 h 531191"/>
                <a:gd name="csX18" fmla="*/ 381144 w 457538"/>
                <a:gd name="csY18" fmla="*/ 65188 h 531191"/>
                <a:gd name="csX19" fmla="*/ 306182 w 457538"/>
                <a:gd name="csY19" fmla="*/ 35947 h 531191"/>
                <a:gd name="csX20" fmla="*/ 266272 w 457538"/>
                <a:gd name="csY20" fmla="*/ 17754 h 531191"/>
                <a:gd name="csX21" fmla="*/ 277226 w 457538"/>
                <a:gd name="csY21" fmla="*/ 18516 h 531191"/>
                <a:gd name="csX22" fmla="*/ 277702 w 457538"/>
                <a:gd name="csY22" fmla="*/ 16611 h 531191"/>
                <a:gd name="csX23" fmla="*/ 184167 w 457538"/>
                <a:gd name="csY23" fmla="*/ 609 h 531191"/>
                <a:gd name="csX24" fmla="*/ 114539 w 457538"/>
                <a:gd name="csY24" fmla="*/ 22040 h 531191"/>
                <a:gd name="csX25" fmla="*/ 71676 w 457538"/>
                <a:gd name="csY25" fmla="*/ 33089 h 531191"/>
                <a:gd name="csX26" fmla="*/ 18051 w 457538"/>
                <a:gd name="csY26" fmla="*/ 93573 h 531191"/>
                <a:gd name="csX27" fmla="*/ 18051 w 457538"/>
                <a:gd name="csY27" fmla="*/ 93668 h 531191"/>
                <a:gd name="csX28" fmla="*/ 18051 w 457538"/>
                <a:gd name="csY28" fmla="*/ 93668 h 531191"/>
                <a:gd name="csX29" fmla="*/ 18051 w 457538"/>
                <a:gd name="csY29" fmla="*/ 93954 h 531191"/>
                <a:gd name="csX30" fmla="*/ 19194 w 457538"/>
                <a:gd name="csY30" fmla="*/ 94811 h 531191"/>
                <a:gd name="csX31" fmla="*/ 144 w 457538"/>
                <a:gd name="csY31" fmla="*/ 161296 h 531191"/>
                <a:gd name="csX32" fmla="*/ 2049 w 457538"/>
                <a:gd name="csY32" fmla="*/ 161581 h 531191"/>
                <a:gd name="csX33" fmla="*/ 9764 w 457538"/>
                <a:gd name="csY33" fmla="*/ 142341 h 531191"/>
                <a:gd name="csX34" fmla="*/ 11764 w 457538"/>
                <a:gd name="csY34" fmla="*/ 200824 h 531191"/>
                <a:gd name="csX35" fmla="*/ 13669 w 457538"/>
                <a:gd name="csY35" fmla="*/ 200253 h 531191"/>
                <a:gd name="csX36" fmla="*/ 13764 w 457538"/>
                <a:gd name="csY36" fmla="*/ 194157 h 531191"/>
                <a:gd name="csX37" fmla="*/ 39958 w 457538"/>
                <a:gd name="csY37" fmla="*/ 257593 h 531191"/>
                <a:gd name="csX38" fmla="*/ 41673 w 457538"/>
                <a:gd name="csY38" fmla="*/ 256546 h 531191"/>
                <a:gd name="csX39" fmla="*/ 39196 w 457538"/>
                <a:gd name="csY39" fmla="*/ 248545 h 531191"/>
                <a:gd name="csX40" fmla="*/ 67485 w 457538"/>
                <a:gd name="csY40" fmla="*/ 299313 h 531191"/>
                <a:gd name="csX41" fmla="*/ 69295 w 457538"/>
                <a:gd name="csY41" fmla="*/ 298551 h 531191"/>
                <a:gd name="csX42" fmla="*/ 66819 w 457538"/>
                <a:gd name="csY42" fmla="*/ 285216 h 531191"/>
                <a:gd name="csX43" fmla="*/ 98156 w 457538"/>
                <a:gd name="csY43" fmla="*/ 337413 h 531191"/>
                <a:gd name="csX44" fmla="*/ 99775 w 457538"/>
                <a:gd name="csY44" fmla="*/ 336175 h 531191"/>
                <a:gd name="csX45" fmla="*/ 89774 w 457538"/>
                <a:gd name="csY45" fmla="*/ 313981 h 531191"/>
                <a:gd name="csX46" fmla="*/ 138447 w 457538"/>
                <a:gd name="csY46" fmla="*/ 373894 h 531191"/>
                <a:gd name="csX47" fmla="*/ 140161 w 457538"/>
                <a:gd name="csY47" fmla="*/ 372846 h 531191"/>
                <a:gd name="csX48" fmla="*/ 129684 w 457538"/>
                <a:gd name="csY48" fmla="*/ 347605 h 531191"/>
                <a:gd name="csX49" fmla="*/ 149591 w 457538"/>
                <a:gd name="csY49" fmla="*/ 377418 h 531191"/>
                <a:gd name="csX50" fmla="*/ 150163 w 457538"/>
                <a:gd name="csY50" fmla="*/ 423709 h 531191"/>
                <a:gd name="csX51" fmla="*/ 151972 w 457538"/>
                <a:gd name="csY51" fmla="*/ 424471 h 531191"/>
                <a:gd name="csX52" fmla="*/ 161688 w 457538"/>
                <a:gd name="csY52" fmla="*/ 404183 h 531191"/>
                <a:gd name="csX53" fmla="*/ 174547 w 457538"/>
                <a:gd name="csY53" fmla="*/ 476383 h 531191"/>
                <a:gd name="csX54" fmla="*/ 176547 w 457538"/>
                <a:gd name="csY54" fmla="*/ 476383 h 531191"/>
                <a:gd name="csX55" fmla="*/ 181119 w 457538"/>
                <a:gd name="csY55" fmla="*/ 416756 h 531191"/>
                <a:gd name="csX56" fmla="*/ 189882 w 457538"/>
                <a:gd name="csY56" fmla="*/ 483431 h 531191"/>
                <a:gd name="csX57" fmla="*/ 191882 w 457538"/>
                <a:gd name="csY57" fmla="*/ 483431 h 531191"/>
                <a:gd name="csX58" fmla="*/ 196549 w 457538"/>
                <a:gd name="csY58" fmla="*/ 469334 h 531191"/>
                <a:gd name="csX59" fmla="*/ 199121 w 457538"/>
                <a:gd name="csY59" fmla="*/ 463810 h 531191"/>
                <a:gd name="csX60" fmla="*/ 200550 w 457538"/>
                <a:gd name="csY60" fmla="*/ 461143 h 531191"/>
                <a:gd name="csX61" fmla="*/ 202359 w 457538"/>
                <a:gd name="csY61" fmla="*/ 460285 h 531191"/>
                <a:gd name="csX62" fmla="*/ 203598 w 457538"/>
                <a:gd name="csY62" fmla="*/ 472573 h 531191"/>
                <a:gd name="csX63" fmla="*/ 203788 w 457538"/>
                <a:gd name="csY63" fmla="*/ 489241 h 531191"/>
                <a:gd name="csX64" fmla="*/ 205598 w 457538"/>
                <a:gd name="csY64" fmla="*/ 490003 h 531191"/>
                <a:gd name="csX65" fmla="*/ 231411 w 457538"/>
                <a:gd name="csY65" fmla="*/ 457714 h 531191"/>
                <a:gd name="csX66" fmla="*/ 220647 w 457538"/>
                <a:gd name="csY66" fmla="*/ 491908 h 531191"/>
                <a:gd name="csX67" fmla="*/ 221981 w 457538"/>
                <a:gd name="csY67" fmla="*/ 493242 h 531191"/>
                <a:gd name="csX68" fmla="*/ 232173 w 457538"/>
                <a:gd name="csY68" fmla="*/ 488765 h 531191"/>
                <a:gd name="csX69" fmla="*/ 235316 w 457538"/>
                <a:gd name="csY69" fmla="*/ 488575 h 531191"/>
                <a:gd name="csX70" fmla="*/ 234554 w 457538"/>
                <a:gd name="csY70" fmla="*/ 493432 h 531191"/>
                <a:gd name="csX71" fmla="*/ 229506 w 457538"/>
                <a:gd name="csY71" fmla="*/ 517626 h 531191"/>
                <a:gd name="csX72" fmla="*/ 231125 w 457538"/>
                <a:gd name="csY72" fmla="*/ 518578 h 531191"/>
                <a:gd name="csX73" fmla="*/ 237316 w 457538"/>
                <a:gd name="csY73" fmla="*/ 512863 h 531191"/>
                <a:gd name="csX74" fmla="*/ 243126 w 457538"/>
                <a:gd name="csY74" fmla="*/ 513340 h 531191"/>
                <a:gd name="csX75" fmla="*/ 244936 w 457538"/>
                <a:gd name="csY75" fmla="*/ 514102 h 531191"/>
                <a:gd name="csX76" fmla="*/ 264463 w 457538"/>
                <a:gd name="csY76" fmla="*/ 484098 h 531191"/>
                <a:gd name="csX77" fmla="*/ 266272 w 457538"/>
                <a:gd name="csY77" fmla="*/ 496861 h 531191"/>
                <a:gd name="csX78" fmla="*/ 268177 w 457538"/>
                <a:gd name="csY78" fmla="*/ 497147 h 531191"/>
                <a:gd name="csX79" fmla="*/ 272654 w 457538"/>
                <a:gd name="csY79" fmla="*/ 484193 h 531191"/>
                <a:gd name="csX80" fmla="*/ 277226 w 457538"/>
                <a:gd name="csY80" fmla="*/ 480859 h 531191"/>
                <a:gd name="csX81" fmla="*/ 284941 w 457538"/>
                <a:gd name="csY81" fmla="*/ 510482 h 531191"/>
                <a:gd name="csX82" fmla="*/ 286751 w 457538"/>
                <a:gd name="csY82" fmla="*/ 510958 h 531191"/>
                <a:gd name="csX83" fmla="*/ 300276 w 457538"/>
                <a:gd name="csY83" fmla="*/ 488860 h 531191"/>
                <a:gd name="csX84" fmla="*/ 304944 w 457538"/>
                <a:gd name="csY84" fmla="*/ 507529 h 531191"/>
                <a:gd name="csX85" fmla="*/ 306754 w 457538"/>
                <a:gd name="csY85" fmla="*/ 508006 h 531191"/>
                <a:gd name="csX86" fmla="*/ 315040 w 457538"/>
                <a:gd name="csY86" fmla="*/ 493813 h 531191"/>
                <a:gd name="csX87" fmla="*/ 317040 w 457538"/>
                <a:gd name="csY87" fmla="*/ 502386 h 531191"/>
                <a:gd name="csX88" fmla="*/ 318755 w 457538"/>
                <a:gd name="csY88" fmla="*/ 502576 h 531191"/>
                <a:gd name="csX89" fmla="*/ 330471 w 457538"/>
                <a:gd name="csY89" fmla="*/ 491718 h 531191"/>
                <a:gd name="csX90" fmla="*/ 330185 w 457538"/>
                <a:gd name="csY90" fmla="*/ 504291 h 531191"/>
                <a:gd name="csX91" fmla="*/ 327518 w 457538"/>
                <a:gd name="csY91" fmla="*/ 516578 h 531191"/>
                <a:gd name="csX92" fmla="*/ 329232 w 457538"/>
                <a:gd name="csY92" fmla="*/ 517626 h 531191"/>
                <a:gd name="csX93" fmla="*/ 349616 w 457538"/>
                <a:gd name="csY93" fmla="*/ 503529 h 531191"/>
                <a:gd name="csX94" fmla="*/ 344187 w 457538"/>
                <a:gd name="csY94" fmla="*/ 529818 h 531191"/>
                <a:gd name="csX95" fmla="*/ 345901 w 457538"/>
                <a:gd name="csY95" fmla="*/ 530866 h 531191"/>
                <a:gd name="csX96" fmla="*/ 371238 w 457538"/>
                <a:gd name="csY96" fmla="*/ 504672 h 531191"/>
                <a:gd name="csX97" fmla="*/ 367523 w 457538"/>
                <a:gd name="csY97" fmla="*/ 524674 h 531191"/>
                <a:gd name="csX98" fmla="*/ 369333 w 457538"/>
                <a:gd name="csY98" fmla="*/ 525436 h 531191"/>
                <a:gd name="csX99" fmla="*/ 391050 w 457538"/>
                <a:gd name="csY99" fmla="*/ 499338 h 531191"/>
                <a:gd name="csX100" fmla="*/ 389526 w 457538"/>
                <a:gd name="csY100" fmla="*/ 514197 h 531191"/>
                <a:gd name="csX101" fmla="*/ 391335 w 457538"/>
                <a:gd name="csY101" fmla="*/ 514959 h 531191"/>
                <a:gd name="csX102" fmla="*/ 406575 w 457538"/>
                <a:gd name="csY102" fmla="*/ 501910 h 531191"/>
                <a:gd name="csX103" fmla="*/ 408004 w 457538"/>
                <a:gd name="csY103" fmla="*/ 519340 h 531191"/>
                <a:gd name="csX104" fmla="*/ 409814 w 457538"/>
                <a:gd name="csY104" fmla="*/ 519817 h 531191"/>
                <a:gd name="csX105" fmla="*/ 420958 w 457538"/>
                <a:gd name="csY105" fmla="*/ 496480 h 531191"/>
                <a:gd name="csX106" fmla="*/ 422673 w 457538"/>
                <a:gd name="csY106" fmla="*/ 509434 h 531191"/>
                <a:gd name="csX107" fmla="*/ 424482 w 457538"/>
                <a:gd name="csY107" fmla="*/ 509911 h 531191"/>
                <a:gd name="csX108" fmla="*/ 431817 w 457538"/>
                <a:gd name="csY108" fmla="*/ 462762 h 531191"/>
                <a:gd name="csX109" fmla="*/ 443151 w 457538"/>
                <a:gd name="csY109" fmla="*/ 478669 h 531191"/>
                <a:gd name="csX110" fmla="*/ 444961 w 457538"/>
                <a:gd name="csY110" fmla="*/ 478192 h 531191"/>
                <a:gd name="csX111" fmla="*/ 440580 w 457538"/>
                <a:gd name="csY111" fmla="*/ 418090 h 531191"/>
                <a:gd name="csX112" fmla="*/ 455629 w 457538"/>
                <a:gd name="csY112" fmla="*/ 441235 h 531191"/>
                <a:gd name="csX113" fmla="*/ 457534 w 457538"/>
                <a:gd name="csY113" fmla="*/ 440664 h 531191"/>
                <a:gd name="csX114" fmla="*/ 447533 w 457538"/>
                <a:gd name="csY114" fmla="*/ 381609 h 5311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Lst>
              <a:rect l="l" t="t" r="r" b="b"/>
              <a:pathLst>
                <a:path w="457538" h="531191">
                  <a:moveTo>
                    <a:pt x="447723" y="381037"/>
                  </a:moveTo>
                  <a:cubicBezTo>
                    <a:pt x="445628" y="363416"/>
                    <a:pt x="441627" y="346271"/>
                    <a:pt x="435913" y="329698"/>
                  </a:cubicBezTo>
                  <a:cubicBezTo>
                    <a:pt x="436008" y="327412"/>
                    <a:pt x="436293" y="325126"/>
                    <a:pt x="436293" y="322840"/>
                  </a:cubicBezTo>
                  <a:cubicBezTo>
                    <a:pt x="436293" y="322840"/>
                    <a:pt x="436293" y="322935"/>
                    <a:pt x="436389" y="323030"/>
                  </a:cubicBezTo>
                  <a:cubicBezTo>
                    <a:pt x="437151" y="323983"/>
                    <a:pt x="438389" y="323030"/>
                    <a:pt x="438103" y="321982"/>
                  </a:cubicBezTo>
                  <a:cubicBezTo>
                    <a:pt x="437532" y="319982"/>
                    <a:pt x="436674" y="318172"/>
                    <a:pt x="436103" y="316267"/>
                  </a:cubicBezTo>
                  <a:cubicBezTo>
                    <a:pt x="435817" y="305504"/>
                    <a:pt x="434769" y="294836"/>
                    <a:pt x="432483" y="284168"/>
                  </a:cubicBezTo>
                  <a:cubicBezTo>
                    <a:pt x="436579" y="287597"/>
                    <a:pt x="439246" y="291788"/>
                    <a:pt x="440294" y="297313"/>
                  </a:cubicBezTo>
                  <a:cubicBezTo>
                    <a:pt x="440484" y="298456"/>
                    <a:pt x="442104" y="298456"/>
                    <a:pt x="442294" y="297313"/>
                  </a:cubicBezTo>
                  <a:cubicBezTo>
                    <a:pt x="447247" y="271309"/>
                    <a:pt x="446295" y="245020"/>
                    <a:pt x="440199" y="219493"/>
                  </a:cubicBezTo>
                  <a:cubicBezTo>
                    <a:pt x="442580" y="180250"/>
                    <a:pt x="426197" y="141865"/>
                    <a:pt x="396384" y="116338"/>
                  </a:cubicBezTo>
                  <a:cubicBezTo>
                    <a:pt x="404671" y="119386"/>
                    <a:pt x="411433" y="124910"/>
                    <a:pt x="415815" y="132816"/>
                  </a:cubicBezTo>
                  <a:cubicBezTo>
                    <a:pt x="416291" y="133768"/>
                    <a:pt x="418101" y="133483"/>
                    <a:pt x="417720" y="132244"/>
                  </a:cubicBezTo>
                  <a:cubicBezTo>
                    <a:pt x="417720" y="132244"/>
                    <a:pt x="417720" y="132054"/>
                    <a:pt x="417720" y="131959"/>
                  </a:cubicBezTo>
                  <a:cubicBezTo>
                    <a:pt x="417720" y="131959"/>
                    <a:pt x="417720" y="131959"/>
                    <a:pt x="417720" y="131959"/>
                  </a:cubicBezTo>
                  <a:cubicBezTo>
                    <a:pt x="417720" y="131959"/>
                    <a:pt x="417720" y="131959"/>
                    <a:pt x="417720" y="131959"/>
                  </a:cubicBezTo>
                  <a:cubicBezTo>
                    <a:pt x="409528" y="101288"/>
                    <a:pt x="384668" y="80619"/>
                    <a:pt x="360093" y="62426"/>
                  </a:cubicBezTo>
                  <a:cubicBezTo>
                    <a:pt x="366666" y="64617"/>
                    <a:pt x="373333" y="66236"/>
                    <a:pt x="380382" y="66998"/>
                  </a:cubicBezTo>
                  <a:cubicBezTo>
                    <a:pt x="381430" y="67093"/>
                    <a:pt x="381906" y="65855"/>
                    <a:pt x="381144" y="65188"/>
                  </a:cubicBezTo>
                  <a:cubicBezTo>
                    <a:pt x="359998" y="47091"/>
                    <a:pt x="333614" y="37090"/>
                    <a:pt x="306182" y="35947"/>
                  </a:cubicBezTo>
                  <a:cubicBezTo>
                    <a:pt x="293704" y="28231"/>
                    <a:pt x="280274" y="22326"/>
                    <a:pt x="266272" y="17754"/>
                  </a:cubicBezTo>
                  <a:cubicBezTo>
                    <a:pt x="269892" y="18040"/>
                    <a:pt x="273606" y="18230"/>
                    <a:pt x="277226" y="18516"/>
                  </a:cubicBezTo>
                  <a:cubicBezTo>
                    <a:pt x="278369" y="18516"/>
                    <a:pt x="278845" y="17087"/>
                    <a:pt x="277702" y="16611"/>
                  </a:cubicBezTo>
                  <a:cubicBezTo>
                    <a:pt x="248365" y="3657"/>
                    <a:pt x="216171" y="-1963"/>
                    <a:pt x="184167" y="609"/>
                  </a:cubicBezTo>
                  <a:cubicBezTo>
                    <a:pt x="160735" y="2514"/>
                    <a:pt x="134446" y="8134"/>
                    <a:pt x="114539" y="22040"/>
                  </a:cubicBezTo>
                  <a:cubicBezTo>
                    <a:pt x="99775" y="23469"/>
                    <a:pt x="85297" y="26803"/>
                    <a:pt x="71676" y="33089"/>
                  </a:cubicBezTo>
                  <a:cubicBezTo>
                    <a:pt x="46245" y="44805"/>
                    <a:pt x="25290" y="66046"/>
                    <a:pt x="18051" y="93573"/>
                  </a:cubicBezTo>
                  <a:cubicBezTo>
                    <a:pt x="18051" y="93573"/>
                    <a:pt x="18051" y="93573"/>
                    <a:pt x="18051" y="93668"/>
                  </a:cubicBezTo>
                  <a:cubicBezTo>
                    <a:pt x="18051" y="93668"/>
                    <a:pt x="18051" y="93668"/>
                    <a:pt x="18051" y="93668"/>
                  </a:cubicBezTo>
                  <a:cubicBezTo>
                    <a:pt x="18051" y="93668"/>
                    <a:pt x="18051" y="93859"/>
                    <a:pt x="18051" y="93954"/>
                  </a:cubicBezTo>
                  <a:cubicBezTo>
                    <a:pt x="17860" y="94716"/>
                    <a:pt x="18622" y="94906"/>
                    <a:pt x="19194" y="94811"/>
                  </a:cubicBezTo>
                  <a:cubicBezTo>
                    <a:pt x="8145" y="115576"/>
                    <a:pt x="-1285" y="137293"/>
                    <a:pt x="144" y="161296"/>
                  </a:cubicBezTo>
                  <a:cubicBezTo>
                    <a:pt x="144" y="162248"/>
                    <a:pt x="1763" y="162439"/>
                    <a:pt x="2049" y="161581"/>
                  </a:cubicBezTo>
                  <a:cubicBezTo>
                    <a:pt x="4049" y="154819"/>
                    <a:pt x="6716" y="148532"/>
                    <a:pt x="9764" y="142341"/>
                  </a:cubicBezTo>
                  <a:cubicBezTo>
                    <a:pt x="3668" y="161391"/>
                    <a:pt x="4239" y="181870"/>
                    <a:pt x="11764" y="200824"/>
                  </a:cubicBezTo>
                  <a:cubicBezTo>
                    <a:pt x="12240" y="201967"/>
                    <a:pt x="13764" y="201396"/>
                    <a:pt x="13669" y="200253"/>
                  </a:cubicBezTo>
                  <a:cubicBezTo>
                    <a:pt x="13669" y="198253"/>
                    <a:pt x="13669" y="196252"/>
                    <a:pt x="13764" y="194157"/>
                  </a:cubicBezTo>
                  <a:cubicBezTo>
                    <a:pt x="16146" y="217207"/>
                    <a:pt x="25194" y="239210"/>
                    <a:pt x="39958" y="257593"/>
                  </a:cubicBezTo>
                  <a:cubicBezTo>
                    <a:pt x="40720" y="258546"/>
                    <a:pt x="42054" y="257593"/>
                    <a:pt x="41673" y="256546"/>
                  </a:cubicBezTo>
                  <a:cubicBezTo>
                    <a:pt x="40720" y="253879"/>
                    <a:pt x="40054" y="251212"/>
                    <a:pt x="39196" y="248545"/>
                  </a:cubicBezTo>
                  <a:cubicBezTo>
                    <a:pt x="46340" y="266547"/>
                    <a:pt x="55579" y="283692"/>
                    <a:pt x="67485" y="299313"/>
                  </a:cubicBezTo>
                  <a:cubicBezTo>
                    <a:pt x="68057" y="300075"/>
                    <a:pt x="69486" y="299599"/>
                    <a:pt x="69295" y="298551"/>
                  </a:cubicBezTo>
                  <a:cubicBezTo>
                    <a:pt x="68247" y="294169"/>
                    <a:pt x="67581" y="289693"/>
                    <a:pt x="66819" y="285216"/>
                  </a:cubicBezTo>
                  <a:cubicBezTo>
                    <a:pt x="73010" y="304647"/>
                    <a:pt x="83583" y="322554"/>
                    <a:pt x="98156" y="337413"/>
                  </a:cubicBezTo>
                  <a:cubicBezTo>
                    <a:pt x="99108" y="338365"/>
                    <a:pt x="100442" y="337318"/>
                    <a:pt x="99775" y="336175"/>
                  </a:cubicBezTo>
                  <a:cubicBezTo>
                    <a:pt x="95203" y="329221"/>
                    <a:pt x="92060" y="321792"/>
                    <a:pt x="89774" y="313981"/>
                  </a:cubicBezTo>
                  <a:cubicBezTo>
                    <a:pt x="105966" y="333984"/>
                    <a:pt x="122159" y="353986"/>
                    <a:pt x="138447" y="373894"/>
                  </a:cubicBezTo>
                  <a:cubicBezTo>
                    <a:pt x="139114" y="374751"/>
                    <a:pt x="140828" y="373894"/>
                    <a:pt x="140161" y="372846"/>
                  </a:cubicBezTo>
                  <a:cubicBezTo>
                    <a:pt x="135399" y="364845"/>
                    <a:pt x="132160" y="356368"/>
                    <a:pt x="129684" y="347605"/>
                  </a:cubicBezTo>
                  <a:cubicBezTo>
                    <a:pt x="135113" y="358368"/>
                    <a:pt x="141780" y="368274"/>
                    <a:pt x="149591" y="377418"/>
                  </a:cubicBezTo>
                  <a:cubicBezTo>
                    <a:pt x="152544" y="392753"/>
                    <a:pt x="152830" y="408184"/>
                    <a:pt x="150163" y="423709"/>
                  </a:cubicBezTo>
                  <a:cubicBezTo>
                    <a:pt x="149972" y="424757"/>
                    <a:pt x="151401" y="425233"/>
                    <a:pt x="151972" y="424471"/>
                  </a:cubicBezTo>
                  <a:cubicBezTo>
                    <a:pt x="156925" y="418375"/>
                    <a:pt x="160068" y="411613"/>
                    <a:pt x="161688" y="404183"/>
                  </a:cubicBezTo>
                  <a:cubicBezTo>
                    <a:pt x="169784" y="427519"/>
                    <a:pt x="174165" y="451618"/>
                    <a:pt x="174547" y="476383"/>
                  </a:cubicBezTo>
                  <a:cubicBezTo>
                    <a:pt x="174547" y="477526"/>
                    <a:pt x="176547" y="477526"/>
                    <a:pt x="176547" y="476383"/>
                  </a:cubicBezTo>
                  <a:cubicBezTo>
                    <a:pt x="176356" y="456380"/>
                    <a:pt x="178071" y="436473"/>
                    <a:pt x="181119" y="416756"/>
                  </a:cubicBezTo>
                  <a:cubicBezTo>
                    <a:pt x="186548" y="438568"/>
                    <a:pt x="189596" y="460857"/>
                    <a:pt x="189882" y="483431"/>
                  </a:cubicBezTo>
                  <a:cubicBezTo>
                    <a:pt x="189882" y="484669"/>
                    <a:pt x="191596" y="484384"/>
                    <a:pt x="191882" y="483431"/>
                  </a:cubicBezTo>
                  <a:cubicBezTo>
                    <a:pt x="193120" y="478573"/>
                    <a:pt x="194644" y="473906"/>
                    <a:pt x="196549" y="469334"/>
                  </a:cubicBezTo>
                  <a:cubicBezTo>
                    <a:pt x="197311" y="467524"/>
                    <a:pt x="198168" y="465619"/>
                    <a:pt x="199121" y="463810"/>
                  </a:cubicBezTo>
                  <a:cubicBezTo>
                    <a:pt x="199597" y="462952"/>
                    <a:pt x="200073" y="462000"/>
                    <a:pt x="200550" y="461143"/>
                  </a:cubicBezTo>
                  <a:cubicBezTo>
                    <a:pt x="201788" y="458095"/>
                    <a:pt x="202359" y="457809"/>
                    <a:pt x="202359" y="460285"/>
                  </a:cubicBezTo>
                  <a:cubicBezTo>
                    <a:pt x="203979" y="462667"/>
                    <a:pt x="203407" y="469715"/>
                    <a:pt x="203598" y="472573"/>
                  </a:cubicBezTo>
                  <a:cubicBezTo>
                    <a:pt x="203979" y="478097"/>
                    <a:pt x="203979" y="483717"/>
                    <a:pt x="203788" y="489241"/>
                  </a:cubicBezTo>
                  <a:cubicBezTo>
                    <a:pt x="203788" y="490194"/>
                    <a:pt x="204931" y="490765"/>
                    <a:pt x="205598" y="490003"/>
                  </a:cubicBezTo>
                  <a:cubicBezTo>
                    <a:pt x="214171" y="479240"/>
                    <a:pt x="222838" y="468477"/>
                    <a:pt x="231411" y="457714"/>
                  </a:cubicBezTo>
                  <a:cubicBezTo>
                    <a:pt x="228744" y="469429"/>
                    <a:pt x="225219" y="480764"/>
                    <a:pt x="220647" y="491908"/>
                  </a:cubicBezTo>
                  <a:cubicBezTo>
                    <a:pt x="220266" y="492766"/>
                    <a:pt x="221219" y="493528"/>
                    <a:pt x="221981" y="493242"/>
                  </a:cubicBezTo>
                  <a:cubicBezTo>
                    <a:pt x="225219" y="491908"/>
                    <a:pt x="228839" y="489527"/>
                    <a:pt x="232173" y="488765"/>
                  </a:cubicBezTo>
                  <a:cubicBezTo>
                    <a:pt x="233697" y="487051"/>
                    <a:pt x="234744" y="486955"/>
                    <a:pt x="235316" y="488575"/>
                  </a:cubicBezTo>
                  <a:cubicBezTo>
                    <a:pt x="235125" y="490194"/>
                    <a:pt x="234840" y="491813"/>
                    <a:pt x="234554" y="493432"/>
                  </a:cubicBezTo>
                  <a:cubicBezTo>
                    <a:pt x="233316" y="501529"/>
                    <a:pt x="231506" y="509625"/>
                    <a:pt x="229506" y="517626"/>
                  </a:cubicBezTo>
                  <a:cubicBezTo>
                    <a:pt x="229315" y="518483"/>
                    <a:pt x="230554" y="519150"/>
                    <a:pt x="231125" y="518578"/>
                  </a:cubicBezTo>
                  <a:cubicBezTo>
                    <a:pt x="233221" y="516673"/>
                    <a:pt x="235221" y="514768"/>
                    <a:pt x="237316" y="512863"/>
                  </a:cubicBezTo>
                  <a:cubicBezTo>
                    <a:pt x="239031" y="511244"/>
                    <a:pt x="243126" y="505720"/>
                    <a:pt x="243126" y="513340"/>
                  </a:cubicBezTo>
                  <a:cubicBezTo>
                    <a:pt x="243126" y="514292"/>
                    <a:pt x="244269" y="514864"/>
                    <a:pt x="244936" y="514102"/>
                  </a:cubicBezTo>
                  <a:cubicBezTo>
                    <a:pt x="252842" y="504958"/>
                    <a:pt x="259224" y="494956"/>
                    <a:pt x="264463" y="484098"/>
                  </a:cubicBezTo>
                  <a:cubicBezTo>
                    <a:pt x="265415" y="488289"/>
                    <a:pt x="266082" y="492480"/>
                    <a:pt x="266272" y="496861"/>
                  </a:cubicBezTo>
                  <a:cubicBezTo>
                    <a:pt x="266272" y="497814"/>
                    <a:pt x="267891" y="498004"/>
                    <a:pt x="268177" y="497147"/>
                  </a:cubicBezTo>
                  <a:cubicBezTo>
                    <a:pt x="269701" y="492861"/>
                    <a:pt x="271130" y="488479"/>
                    <a:pt x="272654" y="484193"/>
                  </a:cubicBezTo>
                  <a:cubicBezTo>
                    <a:pt x="274368" y="479240"/>
                    <a:pt x="274273" y="473716"/>
                    <a:pt x="277226" y="480859"/>
                  </a:cubicBezTo>
                  <a:cubicBezTo>
                    <a:pt x="281131" y="490384"/>
                    <a:pt x="283608" y="500290"/>
                    <a:pt x="284941" y="510482"/>
                  </a:cubicBezTo>
                  <a:cubicBezTo>
                    <a:pt x="285037" y="511339"/>
                    <a:pt x="286275" y="511625"/>
                    <a:pt x="286751" y="510958"/>
                  </a:cubicBezTo>
                  <a:cubicBezTo>
                    <a:pt x="291990" y="504005"/>
                    <a:pt x="296371" y="496671"/>
                    <a:pt x="300276" y="488860"/>
                  </a:cubicBezTo>
                  <a:cubicBezTo>
                    <a:pt x="301800" y="495052"/>
                    <a:pt x="303324" y="501338"/>
                    <a:pt x="304944" y="507529"/>
                  </a:cubicBezTo>
                  <a:cubicBezTo>
                    <a:pt x="305134" y="508387"/>
                    <a:pt x="306182" y="508672"/>
                    <a:pt x="306754" y="508006"/>
                  </a:cubicBezTo>
                  <a:cubicBezTo>
                    <a:pt x="310468" y="503624"/>
                    <a:pt x="312945" y="498957"/>
                    <a:pt x="315040" y="493813"/>
                  </a:cubicBezTo>
                  <a:cubicBezTo>
                    <a:pt x="315421" y="496766"/>
                    <a:pt x="315993" y="499528"/>
                    <a:pt x="317040" y="502386"/>
                  </a:cubicBezTo>
                  <a:cubicBezTo>
                    <a:pt x="317326" y="503148"/>
                    <a:pt x="318279" y="503148"/>
                    <a:pt x="318755" y="502576"/>
                  </a:cubicBezTo>
                  <a:cubicBezTo>
                    <a:pt x="320946" y="500290"/>
                    <a:pt x="328089" y="490861"/>
                    <a:pt x="330471" y="491718"/>
                  </a:cubicBezTo>
                  <a:cubicBezTo>
                    <a:pt x="331518" y="492099"/>
                    <a:pt x="330280" y="503148"/>
                    <a:pt x="330185" y="504291"/>
                  </a:cubicBezTo>
                  <a:cubicBezTo>
                    <a:pt x="329709" y="508482"/>
                    <a:pt x="328756" y="512482"/>
                    <a:pt x="327518" y="516578"/>
                  </a:cubicBezTo>
                  <a:cubicBezTo>
                    <a:pt x="327232" y="517721"/>
                    <a:pt x="328471" y="518388"/>
                    <a:pt x="329232" y="517626"/>
                  </a:cubicBezTo>
                  <a:cubicBezTo>
                    <a:pt x="331804" y="515054"/>
                    <a:pt x="346377" y="500957"/>
                    <a:pt x="349616" y="503529"/>
                  </a:cubicBezTo>
                  <a:cubicBezTo>
                    <a:pt x="352188" y="505529"/>
                    <a:pt x="344854" y="527341"/>
                    <a:pt x="344187" y="529818"/>
                  </a:cubicBezTo>
                  <a:cubicBezTo>
                    <a:pt x="343901" y="530961"/>
                    <a:pt x="345139" y="531628"/>
                    <a:pt x="345901" y="530866"/>
                  </a:cubicBezTo>
                  <a:cubicBezTo>
                    <a:pt x="354379" y="522103"/>
                    <a:pt x="362760" y="513340"/>
                    <a:pt x="371238" y="504672"/>
                  </a:cubicBezTo>
                  <a:cubicBezTo>
                    <a:pt x="369999" y="511339"/>
                    <a:pt x="368761" y="518007"/>
                    <a:pt x="367523" y="524674"/>
                  </a:cubicBezTo>
                  <a:cubicBezTo>
                    <a:pt x="367332" y="525722"/>
                    <a:pt x="368666" y="526103"/>
                    <a:pt x="369333" y="525436"/>
                  </a:cubicBezTo>
                  <a:cubicBezTo>
                    <a:pt x="377239" y="517245"/>
                    <a:pt x="384382" y="508482"/>
                    <a:pt x="391050" y="499338"/>
                  </a:cubicBezTo>
                  <a:cubicBezTo>
                    <a:pt x="390573" y="504291"/>
                    <a:pt x="390002" y="509244"/>
                    <a:pt x="389526" y="514197"/>
                  </a:cubicBezTo>
                  <a:cubicBezTo>
                    <a:pt x="389431" y="515245"/>
                    <a:pt x="390669" y="515721"/>
                    <a:pt x="391335" y="514959"/>
                  </a:cubicBezTo>
                  <a:cubicBezTo>
                    <a:pt x="393431" y="512387"/>
                    <a:pt x="402194" y="498671"/>
                    <a:pt x="406575" y="501910"/>
                  </a:cubicBezTo>
                  <a:cubicBezTo>
                    <a:pt x="408195" y="503148"/>
                    <a:pt x="407814" y="516864"/>
                    <a:pt x="408004" y="519340"/>
                  </a:cubicBezTo>
                  <a:cubicBezTo>
                    <a:pt x="408004" y="520198"/>
                    <a:pt x="409338" y="520483"/>
                    <a:pt x="409814" y="519817"/>
                  </a:cubicBezTo>
                  <a:cubicBezTo>
                    <a:pt x="414767" y="512578"/>
                    <a:pt x="418291" y="504767"/>
                    <a:pt x="420958" y="496480"/>
                  </a:cubicBezTo>
                  <a:cubicBezTo>
                    <a:pt x="421530" y="500767"/>
                    <a:pt x="422101" y="505053"/>
                    <a:pt x="422673" y="509434"/>
                  </a:cubicBezTo>
                  <a:cubicBezTo>
                    <a:pt x="422768" y="510196"/>
                    <a:pt x="424006" y="510673"/>
                    <a:pt x="424482" y="509911"/>
                  </a:cubicBezTo>
                  <a:cubicBezTo>
                    <a:pt x="433341" y="495433"/>
                    <a:pt x="435627" y="478954"/>
                    <a:pt x="431817" y="462762"/>
                  </a:cubicBezTo>
                  <a:cubicBezTo>
                    <a:pt x="435627" y="468096"/>
                    <a:pt x="439341" y="473335"/>
                    <a:pt x="443151" y="478669"/>
                  </a:cubicBezTo>
                  <a:cubicBezTo>
                    <a:pt x="443723" y="479431"/>
                    <a:pt x="444771" y="478954"/>
                    <a:pt x="444961" y="478192"/>
                  </a:cubicBezTo>
                  <a:cubicBezTo>
                    <a:pt x="449343" y="457904"/>
                    <a:pt x="447628" y="437425"/>
                    <a:pt x="440580" y="418090"/>
                  </a:cubicBezTo>
                  <a:cubicBezTo>
                    <a:pt x="446390" y="425233"/>
                    <a:pt x="451533" y="432853"/>
                    <a:pt x="455629" y="441235"/>
                  </a:cubicBezTo>
                  <a:cubicBezTo>
                    <a:pt x="456106" y="442283"/>
                    <a:pt x="457630" y="441807"/>
                    <a:pt x="457534" y="440664"/>
                  </a:cubicBezTo>
                  <a:cubicBezTo>
                    <a:pt x="456106" y="420757"/>
                    <a:pt x="454105" y="400278"/>
                    <a:pt x="447533" y="381609"/>
                  </a:cubicBezTo>
                  <a:close/>
                </a:path>
              </a:pathLst>
            </a:custGeom>
            <a:solidFill>
              <a:srgbClr val="6D4D46"/>
            </a:solidFill>
            <a:ln w="9525" cap="flat">
              <a:noFill/>
              <a:prstDash val="solid"/>
              <a:miter/>
            </a:ln>
          </p:spPr>
          <p:txBody>
            <a:bodyPr/>
            <a:lstStyle/>
            <a:p>
              <a:endParaRPr lang="en-US"/>
            </a:p>
          </p:txBody>
        </p:sp>
        <p:sp>
          <p:nvSpPr>
            <p:cNvPr id="655" name="Freeform: Shape 654">
              <a:extLst>
                <a:ext uri="{FF2B5EF4-FFF2-40B4-BE49-F238E27FC236}">
                  <a16:creationId xmlns:a16="http://schemas.microsoft.com/office/drawing/2014/main" id="{6BCE1DED-35CE-1C55-8255-2465AE6DA2DC}"/>
                </a:ext>
              </a:extLst>
            </p:cNvPr>
            <p:cNvSpPr/>
            <p:nvPr/>
          </p:nvSpPr>
          <p:spPr>
            <a:xfrm>
              <a:off x="6259734" y="2177509"/>
              <a:ext cx="2097326" cy="1468319"/>
            </a:xfrm>
            <a:custGeom>
              <a:avLst/>
              <a:gdLst>
                <a:gd name="csX0" fmla="*/ 2077022 w 2097326"/>
                <a:gd name="csY0" fmla="*/ 749427 h 1468319"/>
                <a:gd name="csX1" fmla="*/ 1965484 w 2097326"/>
                <a:gd name="csY1" fmla="*/ 643414 h 1468319"/>
                <a:gd name="csX2" fmla="*/ 1694212 w 2097326"/>
                <a:gd name="csY2" fmla="*/ 425291 h 1468319"/>
                <a:gd name="csX3" fmla="*/ 1591818 w 2097326"/>
                <a:gd name="csY3" fmla="*/ 314230 h 1468319"/>
                <a:gd name="csX4" fmla="*/ 1347883 w 2097326"/>
                <a:gd name="csY4" fmla="*/ 217932 h 1468319"/>
                <a:gd name="csX5" fmla="*/ 1339977 w 2097326"/>
                <a:gd name="csY5" fmla="*/ 194024 h 1468319"/>
                <a:gd name="csX6" fmla="*/ 1318831 w 2097326"/>
                <a:gd name="csY6" fmla="*/ 160020 h 1468319"/>
                <a:gd name="csX7" fmla="*/ 1014603 w 2097326"/>
                <a:gd name="csY7" fmla="*/ 152590 h 1468319"/>
                <a:gd name="csX8" fmla="*/ 1011460 w 2097326"/>
                <a:gd name="csY8" fmla="*/ 154781 h 1468319"/>
                <a:gd name="csX9" fmla="*/ 1010603 w 2097326"/>
                <a:gd name="csY9" fmla="*/ 156210 h 1468319"/>
                <a:gd name="csX10" fmla="*/ 995934 w 2097326"/>
                <a:gd name="csY10" fmla="*/ 201359 h 1468319"/>
                <a:gd name="csX11" fmla="*/ 993267 w 2097326"/>
                <a:gd name="csY11" fmla="*/ 201549 h 1468319"/>
                <a:gd name="csX12" fmla="*/ 802291 w 2097326"/>
                <a:gd name="csY12" fmla="*/ 224600 h 1468319"/>
                <a:gd name="csX13" fmla="*/ 522351 w 2097326"/>
                <a:gd name="csY13" fmla="*/ 299085 h 1468319"/>
                <a:gd name="csX14" fmla="*/ 312801 w 2097326"/>
                <a:gd name="csY14" fmla="*/ 299180 h 1468319"/>
                <a:gd name="csX15" fmla="*/ 257651 w 2097326"/>
                <a:gd name="csY15" fmla="*/ 152114 h 1468319"/>
                <a:gd name="csX16" fmla="*/ 204597 w 2097326"/>
                <a:gd name="csY16" fmla="*/ 0 h 1468319"/>
                <a:gd name="csX17" fmla="*/ 0 w 2097326"/>
                <a:gd name="csY17" fmla="*/ 40100 h 1468319"/>
                <a:gd name="csX18" fmla="*/ 54769 w 2097326"/>
                <a:gd name="csY18" fmla="*/ 328422 h 1468319"/>
                <a:gd name="csX19" fmla="*/ 74866 w 2097326"/>
                <a:gd name="csY19" fmla="*/ 446437 h 1468319"/>
                <a:gd name="csX20" fmla="*/ 138017 w 2097326"/>
                <a:gd name="csY20" fmla="*/ 529685 h 1468319"/>
                <a:gd name="csX21" fmla="*/ 757238 w 2097326"/>
                <a:gd name="csY21" fmla="*/ 597027 h 1468319"/>
                <a:gd name="csX22" fmla="*/ 687896 w 2097326"/>
                <a:gd name="csY22" fmla="*/ 1442466 h 1468319"/>
                <a:gd name="csX23" fmla="*/ 1028795 w 2097326"/>
                <a:gd name="csY23" fmla="*/ 1424273 h 1468319"/>
                <a:gd name="csX24" fmla="*/ 1366075 w 2097326"/>
                <a:gd name="csY24" fmla="*/ 1451420 h 1468319"/>
                <a:gd name="csX25" fmla="*/ 1564767 w 2097326"/>
                <a:gd name="csY25" fmla="*/ 1468184 h 1468319"/>
                <a:gd name="csX26" fmla="*/ 1568006 w 2097326"/>
                <a:gd name="csY26" fmla="*/ 684847 h 1468319"/>
                <a:gd name="csX27" fmla="*/ 1630871 w 2097326"/>
                <a:gd name="csY27" fmla="*/ 736949 h 1468319"/>
                <a:gd name="csX28" fmla="*/ 1796606 w 2097326"/>
                <a:gd name="csY28" fmla="*/ 805339 h 1468319"/>
                <a:gd name="csX29" fmla="*/ 1760220 w 2097326"/>
                <a:gd name="csY29" fmla="*/ 871442 h 1468319"/>
                <a:gd name="csX30" fmla="*/ 1687830 w 2097326"/>
                <a:gd name="csY30" fmla="*/ 962311 h 1468319"/>
                <a:gd name="csX31" fmla="*/ 1582674 w 2097326"/>
                <a:gd name="csY31" fmla="*/ 1049179 h 1468319"/>
                <a:gd name="csX32" fmla="*/ 1659827 w 2097326"/>
                <a:gd name="csY32" fmla="*/ 1207199 h 1468319"/>
                <a:gd name="csX33" fmla="*/ 1967103 w 2097326"/>
                <a:gd name="csY33" fmla="*/ 1013460 h 1468319"/>
                <a:gd name="csX34" fmla="*/ 2082832 w 2097326"/>
                <a:gd name="csY34" fmla="*/ 897160 h 1468319"/>
                <a:gd name="csX35" fmla="*/ 2076831 w 2097326"/>
                <a:gd name="csY35" fmla="*/ 749332 h 146831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2097326" h="1468319">
                  <a:moveTo>
                    <a:pt x="2077022" y="749427"/>
                  </a:moveTo>
                  <a:cubicBezTo>
                    <a:pt x="2052638" y="702278"/>
                    <a:pt x="2011108" y="668846"/>
                    <a:pt x="1965484" y="643414"/>
                  </a:cubicBezTo>
                  <a:cubicBezTo>
                    <a:pt x="1914144" y="614839"/>
                    <a:pt x="1728597" y="473869"/>
                    <a:pt x="1694212" y="425291"/>
                  </a:cubicBezTo>
                  <a:cubicBezTo>
                    <a:pt x="1664494" y="383286"/>
                    <a:pt x="1633633" y="344900"/>
                    <a:pt x="1591818" y="314230"/>
                  </a:cubicBezTo>
                  <a:cubicBezTo>
                    <a:pt x="1520381" y="261842"/>
                    <a:pt x="1434656" y="234315"/>
                    <a:pt x="1347883" y="217932"/>
                  </a:cubicBezTo>
                  <a:cubicBezTo>
                    <a:pt x="1345787" y="209836"/>
                    <a:pt x="1343311" y="201740"/>
                    <a:pt x="1339977" y="194024"/>
                  </a:cubicBezTo>
                  <a:cubicBezTo>
                    <a:pt x="1335310" y="183356"/>
                    <a:pt x="1328547" y="167354"/>
                    <a:pt x="1318831" y="160020"/>
                  </a:cubicBezTo>
                  <a:cubicBezTo>
                    <a:pt x="1311116" y="154210"/>
                    <a:pt x="1088231" y="146780"/>
                    <a:pt x="1014603" y="152590"/>
                  </a:cubicBezTo>
                  <a:cubicBezTo>
                    <a:pt x="1013079" y="152686"/>
                    <a:pt x="1012031" y="153638"/>
                    <a:pt x="1011460" y="154781"/>
                  </a:cubicBezTo>
                  <a:cubicBezTo>
                    <a:pt x="1011079" y="155162"/>
                    <a:pt x="1010793" y="155638"/>
                    <a:pt x="1010603" y="156210"/>
                  </a:cubicBezTo>
                  <a:cubicBezTo>
                    <a:pt x="1004983" y="170974"/>
                    <a:pt x="1000220" y="186119"/>
                    <a:pt x="995934" y="201359"/>
                  </a:cubicBezTo>
                  <a:cubicBezTo>
                    <a:pt x="995077" y="201359"/>
                    <a:pt x="994124" y="201454"/>
                    <a:pt x="993267" y="201549"/>
                  </a:cubicBezTo>
                  <a:cubicBezTo>
                    <a:pt x="929449" y="207359"/>
                    <a:pt x="865537" y="214789"/>
                    <a:pt x="802291" y="224600"/>
                  </a:cubicBezTo>
                  <a:cubicBezTo>
                    <a:pt x="737425" y="234696"/>
                    <a:pt x="553307" y="294037"/>
                    <a:pt x="522351" y="299085"/>
                  </a:cubicBezTo>
                  <a:cubicBezTo>
                    <a:pt x="487489" y="304800"/>
                    <a:pt x="347377" y="300323"/>
                    <a:pt x="312801" y="299180"/>
                  </a:cubicBezTo>
                  <a:cubicBezTo>
                    <a:pt x="298704" y="255270"/>
                    <a:pt x="273653" y="195453"/>
                    <a:pt x="257651" y="152114"/>
                  </a:cubicBezTo>
                  <a:cubicBezTo>
                    <a:pt x="247650" y="124968"/>
                    <a:pt x="217361" y="26479"/>
                    <a:pt x="204597" y="0"/>
                  </a:cubicBezTo>
                  <a:cubicBezTo>
                    <a:pt x="83344" y="2667"/>
                    <a:pt x="0" y="40100"/>
                    <a:pt x="0" y="40100"/>
                  </a:cubicBezTo>
                  <a:cubicBezTo>
                    <a:pt x="33338" y="133445"/>
                    <a:pt x="50006" y="229648"/>
                    <a:pt x="54769" y="328422"/>
                  </a:cubicBezTo>
                  <a:cubicBezTo>
                    <a:pt x="56674" y="368332"/>
                    <a:pt x="59341" y="409099"/>
                    <a:pt x="74866" y="446437"/>
                  </a:cubicBezTo>
                  <a:cubicBezTo>
                    <a:pt x="88487" y="479012"/>
                    <a:pt x="110871" y="507206"/>
                    <a:pt x="138017" y="529685"/>
                  </a:cubicBezTo>
                  <a:cubicBezTo>
                    <a:pt x="279178" y="646557"/>
                    <a:pt x="719328" y="594741"/>
                    <a:pt x="757238" y="597027"/>
                  </a:cubicBezTo>
                  <a:cubicBezTo>
                    <a:pt x="775716" y="814768"/>
                    <a:pt x="692468" y="1333786"/>
                    <a:pt x="687896" y="1442466"/>
                  </a:cubicBezTo>
                  <a:cubicBezTo>
                    <a:pt x="687896" y="1442466"/>
                    <a:pt x="916400" y="1424559"/>
                    <a:pt x="1028795" y="1424273"/>
                  </a:cubicBezTo>
                  <a:cubicBezTo>
                    <a:pt x="1141666" y="1423988"/>
                    <a:pt x="1254062" y="1439609"/>
                    <a:pt x="1366075" y="1451420"/>
                  </a:cubicBezTo>
                  <a:cubicBezTo>
                    <a:pt x="1366075" y="1451420"/>
                    <a:pt x="1564672" y="1470089"/>
                    <a:pt x="1564767" y="1468184"/>
                  </a:cubicBezTo>
                  <a:cubicBezTo>
                    <a:pt x="1574387" y="1207199"/>
                    <a:pt x="1575435" y="945928"/>
                    <a:pt x="1568006" y="684847"/>
                  </a:cubicBezTo>
                  <a:cubicBezTo>
                    <a:pt x="1589246" y="702850"/>
                    <a:pt x="1609535" y="722185"/>
                    <a:pt x="1630871" y="736949"/>
                  </a:cubicBezTo>
                  <a:cubicBezTo>
                    <a:pt x="1680496" y="771525"/>
                    <a:pt x="1737265" y="794480"/>
                    <a:pt x="1796606" y="805339"/>
                  </a:cubicBezTo>
                  <a:cubicBezTo>
                    <a:pt x="1781556" y="825437"/>
                    <a:pt x="1770888" y="848011"/>
                    <a:pt x="1760220" y="871442"/>
                  </a:cubicBezTo>
                  <a:cubicBezTo>
                    <a:pt x="1743265" y="908590"/>
                    <a:pt x="1718977" y="936212"/>
                    <a:pt x="1687830" y="962311"/>
                  </a:cubicBezTo>
                  <a:cubicBezTo>
                    <a:pt x="1652969" y="991553"/>
                    <a:pt x="1617726" y="1020223"/>
                    <a:pt x="1582674" y="1049179"/>
                  </a:cubicBezTo>
                  <a:cubicBezTo>
                    <a:pt x="1649825" y="1106138"/>
                    <a:pt x="1659827" y="1207199"/>
                    <a:pt x="1659827" y="1207199"/>
                  </a:cubicBezTo>
                  <a:cubicBezTo>
                    <a:pt x="1768126" y="1152525"/>
                    <a:pt x="1871186" y="1087755"/>
                    <a:pt x="1967103" y="1013460"/>
                  </a:cubicBezTo>
                  <a:cubicBezTo>
                    <a:pt x="2009299" y="980789"/>
                    <a:pt x="2059019" y="946595"/>
                    <a:pt x="2082832" y="897160"/>
                  </a:cubicBezTo>
                  <a:cubicBezTo>
                    <a:pt x="2105311" y="850392"/>
                    <a:pt x="2100358" y="794671"/>
                    <a:pt x="2076831" y="749332"/>
                  </a:cubicBezTo>
                  <a:close/>
                </a:path>
              </a:pathLst>
            </a:custGeom>
            <a:solidFill>
              <a:srgbClr val="99E6FF"/>
            </a:solidFill>
            <a:ln w="9525" cap="flat">
              <a:noFill/>
              <a:prstDash val="solid"/>
              <a:miter/>
            </a:ln>
          </p:spPr>
          <p:txBody>
            <a:bodyPr/>
            <a:lstStyle/>
            <a:p>
              <a:endParaRPr lang="en-US"/>
            </a:p>
          </p:txBody>
        </p:sp>
        <p:sp>
          <p:nvSpPr>
            <p:cNvPr id="656" name="Freeform: Shape 655">
              <a:extLst>
                <a:ext uri="{FF2B5EF4-FFF2-40B4-BE49-F238E27FC236}">
                  <a16:creationId xmlns:a16="http://schemas.microsoft.com/office/drawing/2014/main" id="{61406335-8296-6839-E2F6-2BD6E032E8B9}"/>
                </a:ext>
              </a:extLst>
            </p:cNvPr>
            <p:cNvSpPr/>
            <p:nvPr/>
          </p:nvSpPr>
          <p:spPr>
            <a:xfrm>
              <a:off x="7450470" y="3643359"/>
              <a:ext cx="22909" cy="323528"/>
            </a:xfrm>
            <a:custGeom>
              <a:avLst/>
              <a:gdLst>
                <a:gd name="csX0" fmla="*/ 3795 w 22909"/>
                <a:gd name="csY0" fmla="*/ 322183 h 323528"/>
                <a:gd name="csX1" fmla="*/ 22368 w 22909"/>
                <a:gd name="csY1" fmla="*/ 168831 h 323528"/>
                <a:gd name="csX2" fmla="*/ 15510 w 22909"/>
                <a:gd name="csY2" fmla="*/ 1857 h 323528"/>
                <a:gd name="csX3" fmla="*/ 11605 w 22909"/>
                <a:gd name="csY3" fmla="*/ 1857 h 323528"/>
                <a:gd name="csX4" fmla="*/ 18654 w 22909"/>
                <a:gd name="csY4" fmla="*/ 162544 h 323528"/>
                <a:gd name="csX5" fmla="*/ 80 w 22909"/>
                <a:gd name="csY5" fmla="*/ 321135 h 323528"/>
                <a:gd name="csX6" fmla="*/ 3795 w 22909"/>
                <a:gd name="csY6" fmla="*/ 322183 h 323528"/>
                <a:gd name="csX7" fmla="*/ 3795 w 22909"/>
                <a:gd name="csY7" fmla="*/ 322183 h 3235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909" h="323528">
                  <a:moveTo>
                    <a:pt x="3795" y="322183"/>
                  </a:moveTo>
                  <a:cubicBezTo>
                    <a:pt x="16748" y="272177"/>
                    <a:pt x="20749" y="220266"/>
                    <a:pt x="22368" y="168831"/>
                  </a:cubicBezTo>
                  <a:cubicBezTo>
                    <a:pt x="24083" y="113014"/>
                    <a:pt x="21702" y="57293"/>
                    <a:pt x="15510" y="1857"/>
                  </a:cubicBezTo>
                  <a:cubicBezTo>
                    <a:pt x="15224" y="-619"/>
                    <a:pt x="11414" y="-619"/>
                    <a:pt x="11605" y="1857"/>
                  </a:cubicBezTo>
                  <a:cubicBezTo>
                    <a:pt x="17511" y="55197"/>
                    <a:pt x="20082" y="108823"/>
                    <a:pt x="18654" y="162544"/>
                  </a:cubicBezTo>
                  <a:cubicBezTo>
                    <a:pt x="17320" y="215789"/>
                    <a:pt x="13415" y="269510"/>
                    <a:pt x="80" y="321135"/>
                  </a:cubicBezTo>
                  <a:cubicBezTo>
                    <a:pt x="-587" y="323517"/>
                    <a:pt x="3128" y="324564"/>
                    <a:pt x="3795" y="322183"/>
                  </a:cubicBezTo>
                  <a:lnTo>
                    <a:pt x="3795" y="322183"/>
                  </a:lnTo>
                  <a:close/>
                </a:path>
              </a:pathLst>
            </a:custGeom>
            <a:solidFill>
              <a:srgbClr val="2B5580"/>
            </a:solidFill>
            <a:ln w="9525" cap="flat">
              <a:noFill/>
              <a:prstDash val="solid"/>
              <a:miter/>
            </a:ln>
          </p:spPr>
          <p:txBody>
            <a:bodyPr/>
            <a:lstStyle/>
            <a:p>
              <a:endParaRPr lang="en-US"/>
            </a:p>
          </p:txBody>
        </p:sp>
        <p:sp>
          <p:nvSpPr>
            <p:cNvPr id="664" name="Freeform: Shape 663">
              <a:extLst>
                <a:ext uri="{FF2B5EF4-FFF2-40B4-BE49-F238E27FC236}">
                  <a16:creationId xmlns:a16="http://schemas.microsoft.com/office/drawing/2014/main" id="{E10ABF8C-52B0-77D2-A1C9-6ECF19810192}"/>
                </a:ext>
              </a:extLst>
            </p:cNvPr>
            <p:cNvSpPr/>
            <p:nvPr/>
          </p:nvSpPr>
          <p:spPr>
            <a:xfrm>
              <a:off x="7122842" y="5236213"/>
              <a:ext cx="276693" cy="21898"/>
            </a:xfrm>
            <a:custGeom>
              <a:avLst/>
              <a:gdLst>
                <a:gd name="csX0" fmla="*/ 1857 w 276693"/>
                <a:gd name="csY0" fmla="*/ 15014 h 21898"/>
                <a:gd name="csX1" fmla="*/ 275320 w 276693"/>
                <a:gd name="csY1" fmla="*/ 3774 h 21898"/>
                <a:gd name="csX2" fmla="*/ 274273 w 276693"/>
                <a:gd name="csY2" fmla="*/ 60 h 21898"/>
                <a:gd name="csX3" fmla="*/ 1857 w 276693"/>
                <a:gd name="csY3" fmla="*/ 11204 h 21898"/>
                <a:gd name="csX4" fmla="*/ 1857 w 276693"/>
                <a:gd name="csY4" fmla="*/ 15014 h 21898"/>
                <a:gd name="csX5" fmla="*/ 1857 w 276693"/>
                <a:gd name="csY5" fmla="*/ 15014 h 21898"/>
              </a:gdLst>
              <a:ahLst/>
              <a:cxnLst>
                <a:cxn ang="0">
                  <a:pos x="csX0" y="csY0"/>
                </a:cxn>
                <a:cxn ang="0">
                  <a:pos x="csX1" y="csY1"/>
                </a:cxn>
                <a:cxn ang="0">
                  <a:pos x="csX2" y="csY2"/>
                </a:cxn>
                <a:cxn ang="0">
                  <a:pos x="csX3" y="csY3"/>
                </a:cxn>
                <a:cxn ang="0">
                  <a:pos x="csX4" y="csY4"/>
                </a:cxn>
                <a:cxn ang="0">
                  <a:pos x="csX5" y="csY5"/>
                </a:cxn>
              </a:cxnLst>
              <a:rect l="l" t="t" r="r" b="b"/>
              <a:pathLst>
                <a:path w="276693" h="21898">
                  <a:moveTo>
                    <a:pt x="1857" y="15014"/>
                  </a:moveTo>
                  <a:cubicBezTo>
                    <a:pt x="93012" y="27111"/>
                    <a:pt x="185404" y="23206"/>
                    <a:pt x="275320" y="3774"/>
                  </a:cubicBezTo>
                  <a:cubicBezTo>
                    <a:pt x="277701" y="3203"/>
                    <a:pt x="276749" y="-512"/>
                    <a:pt x="274273" y="60"/>
                  </a:cubicBezTo>
                  <a:cubicBezTo>
                    <a:pt x="184738" y="19491"/>
                    <a:pt x="92726" y="23206"/>
                    <a:pt x="1857" y="11204"/>
                  </a:cubicBezTo>
                  <a:cubicBezTo>
                    <a:pt x="-619" y="10918"/>
                    <a:pt x="-619" y="14728"/>
                    <a:pt x="1857" y="15014"/>
                  </a:cubicBezTo>
                  <a:lnTo>
                    <a:pt x="1857" y="15014"/>
                  </a:lnTo>
                  <a:close/>
                </a:path>
              </a:pathLst>
            </a:custGeom>
            <a:solidFill>
              <a:srgbClr val="2B5580"/>
            </a:solidFill>
            <a:ln w="9525" cap="flat">
              <a:noFill/>
              <a:prstDash val="solid"/>
              <a:miter/>
            </a:ln>
          </p:spPr>
          <p:txBody>
            <a:bodyPr/>
            <a:lstStyle/>
            <a:p>
              <a:endParaRPr lang="en-US"/>
            </a:p>
          </p:txBody>
        </p:sp>
        <p:sp>
          <p:nvSpPr>
            <p:cNvPr id="669" name="Freeform: Shape 668">
              <a:extLst>
                <a:ext uri="{FF2B5EF4-FFF2-40B4-BE49-F238E27FC236}">
                  <a16:creationId xmlns:a16="http://schemas.microsoft.com/office/drawing/2014/main" id="{99019096-028A-AF81-FCA3-7D60D0CE3CB5}"/>
                </a:ext>
              </a:extLst>
            </p:cNvPr>
            <p:cNvSpPr/>
            <p:nvPr/>
          </p:nvSpPr>
          <p:spPr>
            <a:xfrm>
              <a:off x="7693675" y="5195749"/>
              <a:ext cx="280544" cy="20147"/>
            </a:xfrm>
            <a:custGeom>
              <a:avLst/>
              <a:gdLst>
                <a:gd name="csX0" fmla="*/ 1857 w 280544"/>
                <a:gd name="csY0" fmla="*/ 13568 h 20147"/>
                <a:gd name="csX1" fmla="*/ 279130 w 280544"/>
                <a:gd name="csY1" fmla="*/ 3757 h 20147"/>
                <a:gd name="csX2" fmla="*/ 278082 w 280544"/>
                <a:gd name="csY2" fmla="*/ 42 h 20147"/>
                <a:gd name="csX3" fmla="*/ 1857 w 280544"/>
                <a:gd name="csY3" fmla="*/ 9662 h 20147"/>
                <a:gd name="csX4" fmla="*/ 1857 w 280544"/>
                <a:gd name="csY4" fmla="*/ 13472 h 20147"/>
                <a:gd name="csX5" fmla="*/ 1857 w 280544"/>
                <a:gd name="csY5" fmla="*/ 13472 h 20147"/>
              </a:gdLst>
              <a:ahLst/>
              <a:cxnLst>
                <a:cxn ang="0">
                  <a:pos x="csX0" y="csY0"/>
                </a:cxn>
                <a:cxn ang="0">
                  <a:pos x="csX1" y="csY1"/>
                </a:cxn>
                <a:cxn ang="0">
                  <a:pos x="csX2" y="csY2"/>
                </a:cxn>
                <a:cxn ang="0">
                  <a:pos x="csX3" y="csY3"/>
                </a:cxn>
                <a:cxn ang="0">
                  <a:pos x="csX4" y="csY4"/>
                </a:cxn>
                <a:cxn ang="0">
                  <a:pos x="csX5" y="csY5"/>
                </a:cxn>
              </a:cxnLst>
              <a:rect l="l" t="t" r="r" b="b"/>
              <a:pathLst>
                <a:path w="280544" h="20147">
                  <a:moveTo>
                    <a:pt x="1857" y="13568"/>
                  </a:moveTo>
                  <a:cubicBezTo>
                    <a:pt x="94250" y="24902"/>
                    <a:pt x="187690" y="21569"/>
                    <a:pt x="279130" y="3757"/>
                  </a:cubicBezTo>
                  <a:cubicBezTo>
                    <a:pt x="281606" y="3281"/>
                    <a:pt x="280559" y="-434"/>
                    <a:pt x="278082" y="42"/>
                  </a:cubicBezTo>
                  <a:cubicBezTo>
                    <a:pt x="187023" y="17759"/>
                    <a:pt x="93869" y="20997"/>
                    <a:pt x="1857" y="9662"/>
                  </a:cubicBezTo>
                  <a:cubicBezTo>
                    <a:pt x="-619" y="9377"/>
                    <a:pt x="-619" y="13187"/>
                    <a:pt x="1857" y="13472"/>
                  </a:cubicBezTo>
                  <a:lnTo>
                    <a:pt x="1857" y="13472"/>
                  </a:lnTo>
                  <a:close/>
                </a:path>
              </a:pathLst>
            </a:custGeom>
            <a:solidFill>
              <a:srgbClr val="2B5580"/>
            </a:solidFill>
            <a:ln w="9525" cap="flat">
              <a:noFill/>
              <a:prstDash val="solid"/>
              <a:miter/>
            </a:ln>
          </p:spPr>
          <p:txBody>
            <a:bodyPr/>
            <a:lstStyle/>
            <a:p>
              <a:endParaRPr lang="en-US"/>
            </a:p>
          </p:txBody>
        </p:sp>
        <p:sp>
          <p:nvSpPr>
            <p:cNvPr id="670" name="Freeform: Shape 669">
              <a:extLst>
                <a:ext uri="{FF2B5EF4-FFF2-40B4-BE49-F238E27FC236}">
                  <a16:creationId xmlns:a16="http://schemas.microsoft.com/office/drawing/2014/main" id="{57F48C47-F24A-486B-CEC5-2E98608B3676}"/>
                </a:ext>
              </a:extLst>
            </p:cNvPr>
            <p:cNvSpPr/>
            <p:nvPr/>
          </p:nvSpPr>
          <p:spPr>
            <a:xfrm>
              <a:off x="7206186" y="4568049"/>
              <a:ext cx="159609" cy="23857"/>
            </a:xfrm>
            <a:custGeom>
              <a:avLst/>
              <a:gdLst>
                <a:gd name="csX0" fmla="*/ 156639 w 159609"/>
                <a:gd name="csY0" fmla="*/ 331 h 23857"/>
                <a:gd name="csX1" fmla="*/ 80153 w 159609"/>
                <a:gd name="csY1" fmla="*/ 16618 h 23857"/>
                <a:gd name="csX2" fmla="*/ 1857 w 159609"/>
                <a:gd name="csY2" fmla="*/ 20047 h 23857"/>
                <a:gd name="csX3" fmla="*/ 1857 w 159609"/>
                <a:gd name="csY3" fmla="*/ 23857 h 23857"/>
                <a:gd name="csX4" fmla="*/ 86154 w 159609"/>
                <a:gd name="csY4" fmla="*/ 19857 h 23857"/>
                <a:gd name="csX5" fmla="*/ 158639 w 159609"/>
                <a:gd name="csY5" fmla="*/ 3569 h 23857"/>
                <a:gd name="csX6" fmla="*/ 156734 w 159609"/>
                <a:gd name="csY6" fmla="*/ 235 h 23857"/>
                <a:gd name="csX7" fmla="*/ 156734 w 159609"/>
                <a:gd name="csY7" fmla="*/ 235 h 238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9609" h="23857">
                  <a:moveTo>
                    <a:pt x="156639" y="331"/>
                  </a:moveTo>
                  <a:cubicBezTo>
                    <a:pt x="133302" y="12523"/>
                    <a:pt x="105871" y="14332"/>
                    <a:pt x="80153" y="16618"/>
                  </a:cubicBezTo>
                  <a:cubicBezTo>
                    <a:pt x="54150" y="18999"/>
                    <a:pt x="28051" y="20047"/>
                    <a:pt x="1857" y="20047"/>
                  </a:cubicBezTo>
                  <a:cubicBezTo>
                    <a:pt x="-619" y="20047"/>
                    <a:pt x="-619" y="23857"/>
                    <a:pt x="1857" y="23857"/>
                  </a:cubicBezTo>
                  <a:cubicBezTo>
                    <a:pt x="29956" y="23857"/>
                    <a:pt x="58150" y="22619"/>
                    <a:pt x="86154" y="19857"/>
                  </a:cubicBezTo>
                  <a:cubicBezTo>
                    <a:pt x="110728" y="17476"/>
                    <a:pt x="136350" y="15190"/>
                    <a:pt x="158639" y="3569"/>
                  </a:cubicBezTo>
                  <a:cubicBezTo>
                    <a:pt x="160830" y="2426"/>
                    <a:pt x="158925" y="-908"/>
                    <a:pt x="156734" y="235"/>
                  </a:cubicBezTo>
                  <a:lnTo>
                    <a:pt x="156734" y="235"/>
                  </a:lnTo>
                  <a:close/>
                </a:path>
              </a:pathLst>
            </a:custGeom>
            <a:solidFill>
              <a:srgbClr val="2B5580"/>
            </a:solidFill>
            <a:ln w="9525" cap="flat">
              <a:noFill/>
              <a:prstDash val="solid"/>
              <a:miter/>
            </a:ln>
          </p:spPr>
          <p:txBody>
            <a:bodyPr/>
            <a:lstStyle/>
            <a:p>
              <a:endParaRPr lang="en-US"/>
            </a:p>
          </p:txBody>
        </p:sp>
        <p:sp>
          <p:nvSpPr>
            <p:cNvPr id="672" name="Freeform: Shape 671">
              <a:extLst>
                <a:ext uri="{FF2B5EF4-FFF2-40B4-BE49-F238E27FC236}">
                  <a16:creationId xmlns:a16="http://schemas.microsoft.com/office/drawing/2014/main" id="{4B9AADC9-EFEC-40E8-3AB5-5FE22EFC0C2C}"/>
                </a:ext>
              </a:extLst>
            </p:cNvPr>
            <p:cNvSpPr/>
            <p:nvPr/>
          </p:nvSpPr>
          <p:spPr>
            <a:xfrm>
              <a:off x="7694914" y="4497267"/>
              <a:ext cx="160324" cy="27523"/>
            </a:xfrm>
            <a:custGeom>
              <a:avLst/>
              <a:gdLst>
                <a:gd name="csX0" fmla="*/ 1857 w 160324"/>
                <a:gd name="csY0" fmla="*/ 25869 h 27523"/>
                <a:gd name="csX1" fmla="*/ 159020 w 160324"/>
                <a:gd name="csY1" fmla="*/ 3866 h 27523"/>
                <a:gd name="csX2" fmla="*/ 157972 w 160324"/>
                <a:gd name="csY2" fmla="*/ 152 h 27523"/>
                <a:gd name="csX3" fmla="*/ 1857 w 160324"/>
                <a:gd name="csY3" fmla="*/ 21964 h 27523"/>
                <a:gd name="csX4" fmla="*/ 1857 w 160324"/>
                <a:gd name="csY4" fmla="*/ 25774 h 27523"/>
                <a:gd name="csX5" fmla="*/ 1857 w 160324"/>
                <a:gd name="csY5" fmla="*/ 25774 h 27523"/>
              </a:gdLst>
              <a:ahLst/>
              <a:cxnLst>
                <a:cxn ang="0">
                  <a:pos x="csX0" y="csY0"/>
                </a:cxn>
                <a:cxn ang="0">
                  <a:pos x="csX1" y="csY1"/>
                </a:cxn>
                <a:cxn ang="0">
                  <a:pos x="csX2" y="csY2"/>
                </a:cxn>
                <a:cxn ang="0">
                  <a:pos x="csX3" y="csY3"/>
                </a:cxn>
                <a:cxn ang="0">
                  <a:pos x="csX4" y="csY4"/>
                </a:cxn>
                <a:cxn ang="0">
                  <a:pos x="csX5" y="csY5"/>
                </a:cxn>
              </a:cxnLst>
              <a:rect l="l" t="t" r="r" b="b"/>
              <a:pathLst>
                <a:path w="160324" h="27523">
                  <a:moveTo>
                    <a:pt x="1857" y="25869"/>
                  </a:moveTo>
                  <a:cubicBezTo>
                    <a:pt x="55198" y="31203"/>
                    <a:pt x="109109" y="23583"/>
                    <a:pt x="159020" y="3866"/>
                  </a:cubicBezTo>
                  <a:cubicBezTo>
                    <a:pt x="161306" y="3009"/>
                    <a:pt x="160354" y="-801"/>
                    <a:pt x="157972" y="152"/>
                  </a:cubicBezTo>
                  <a:cubicBezTo>
                    <a:pt x="108347" y="19773"/>
                    <a:pt x="54912" y="27203"/>
                    <a:pt x="1857" y="21964"/>
                  </a:cubicBezTo>
                  <a:cubicBezTo>
                    <a:pt x="-619" y="21678"/>
                    <a:pt x="-619" y="25583"/>
                    <a:pt x="1857" y="25774"/>
                  </a:cubicBezTo>
                  <a:lnTo>
                    <a:pt x="1857" y="25774"/>
                  </a:lnTo>
                  <a:close/>
                </a:path>
              </a:pathLst>
            </a:custGeom>
            <a:solidFill>
              <a:srgbClr val="2B5580"/>
            </a:solidFill>
            <a:ln w="9525" cap="flat">
              <a:noFill/>
              <a:prstDash val="solid"/>
              <a:miter/>
            </a:ln>
          </p:spPr>
          <p:txBody>
            <a:bodyPr/>
            <a:lstStyle/>
            <a:p>
              <a:endParaRPr lang="en-US"/>
            </a:p>
          </p:txBody>
        </p:sp>
        <p:sp>
          <p:nvSpPr>
            <p:cNvPr id="673" name="Freeform: Shape 672">
              <a:extLst>
                <a:ext uri="{FF2B5EF4-FFF2-40B4-BE49-F238E27FC236}">
                  <a16:creationId xmlns:a16="http://schemas.microsoft.com/office/drawing/2014/main" id="{5D04181C-CBB7-6545-5E94-ADFB639E3D91}"/>
                </a:ext>
              </a:extLst>
            </p:cNvPr>
            <p:cNvSpPr/>
            <p:nvPr/>
          </p:nvSpPr>
          <p:spPr>
            <a:xfrm>
              <a:off x="7119889" y="3646757"/>
              <a:ext cx="243268" cy="14095"/>
            </a:xfrm>
            <a:custGeom>
              <a:avLst/>
              <a:gdLst>
                <a:gd name="csX0" fmla="*/ 1857 w 243268"/>
                <a:gd name="csY0" fmla="*/ 5127 h 14095"/>
                <a:gd name="csX1" fmla="*/ 241411 w 243268"/>
                <a:gd name="csY1" fmla="*/ 14080 h 14095"/>
                <a:gd name="csX2" fmla="*/ 241411 w 243268"/>
                <a:gd name="csY2" fmla="*/ 10270 h 14095"/>
                <a:gd name="csX3" fmla="*/ 1857 w 243268"/>
                <a:gd name="csY3" fmla="*/ 1317 h 14095"/>
                <a:gd name="csX4" fmla="*/ 1857 w 243268"/>
                <a:gd name="csY4" fmla="*/ 5222 h 14095"/>
                <a:gd name="csX5" fmla="*/ 1857 w 243268"/>
                <a:gd name="csY5" fmla="*/ 5222 h 14095"/>
              </a:gdLst>
              <a:ahLst/>
              <a:cxnLst>
                <a:cxn ang="0">
                  <a:pos x="csX0" y="csY0"/>
                </a:cxn>
                <a:cxn ang="0">
                  <a:pos x="csX1" y="csY1"/>
                </a:cxn>
                <a:cxn ang="0">
                  <a:pos x="csX2" y="csY2"/>
                </a:cxn>
                <a:cxn ang="0">
                  <a:pos x="csX3" y="csY3"/>
                </a:cxn>
                <a:cxn ang="0">
                  <a:pos x="csX4" y="csY4"/>
                </a:cxn>
                <a:cxn ang="0">
                  <a:pos x="csX5" y="csY5"/>
                </a:cxn>
              </a:cxnLst>
              <a:rect l="l" t="t" r="r" b="b"/>
              <a:pathLst>
                <a:path w="243268" h="14095">
                  <a:moveTo>
                    <a:pt x="1857" y="5127"/>
                  </a:moveTo>
                  <a:cubicBezTo>
                    <a:pt x="81867" y="-684"/>
                    <a:pt x="161401" y="14652"/>
                    <a:pt x="241411" y="14080"/>
                  </a:cubicBezTo>
                  <a:cubicBezTo>
                    <a:pt x="243888" y="14080"/>
                    <a:pt x="243888" y="10175"/>
                    <a:pt x="241411" y="10270"/>
                  </a:cubicBezTo>
                  <a:cubicBezTo>
                    <a:pt x="161401" y="10842"/>
                    <a:pt x="81963" y="-4494"/>
                    <a:pt x="1857" y="1317"/>
                  </a:cubicBezTo>
                  <a:cubicBezTo>
                    <a:pt x="-619" y="1507"/>
                    <a:pt x="-619" y="5317"/>
                    <a:pt x="1857" y="5222"/>
                  </a:cubicBezTo>
                  <a:lnTo>
                    <a:pt x="1857" y="5222"/>
                  </a:lnTo>
                  <a:close/>
                </a:path>
              </a:pathLst>
            </a:custGeom>
            <a:solidFill>
              <a:srgbClr val="2B5580"/>
            </a:solidFill>
            <a:ln w="9525" cap="flat">
              <a:noFill/>
              <a:prstDash val="solid"/>
              <a:miter/>
            </a:ln>
          </p:spPr>
          <p:txBody>
            <a:bodyPr/>
            <a:lstStyle/>
            <a:p>
              <a:endParaRPr lang="en-US"/>
            </a:p>
          </p:txBody>
        </p:sp>
        <p:sp>
          <p:nvSpPr>
            <p:cNvPr id="674" name="Freeform: Shape 673">
              <a:extLst>
                <a:ext uri="{FF2B5EF4-FFF2-40B4-BE49-F238E27FC236}">
                  <a16:creationId xmlns:a16="http://schemas.microsoft.com/office/drawing/2014/main" id="{19AD69CF-1DA1-2852-A956-A128FBED2595}"/>
                </a:ext>
              </a:extLst>
            </p:cNvPr>
            <p:cNvSpPr/>
            <p:nvPr/>
          </p:nvSpPr>
          <p:spPr>
            <a:xfrm>
              <a:off x="7528988" y="3655020"/>
              <a:ext cx="172497" cy="9722"/>
            </a:xfrm>
            <a:custGeom>
              <a:avLst/>
              <a:gdLst>
                <a:gd name="csX0" fmla="*/ 1857 w 172497"/>
                <a:gd name="csY0" fmla="*/ 9627 h 9722"/>
                <a:gd name="csX1" fmla="*/ 170640 w 172497"/>
                <a:gd name="csY1" fmla="*/ 3817 h 9722"/>
                <a:gd name="csX2" fmla="*/ 170640 w 172497"/>
                <a:gd name="csY2" fmla="*/ 7 h 9722"/>
                <a:gd name="csX3" fmla="*/ 1857 w 172497"/>
                <a:gd name="csY3" fmla="*/ 5817 h 9722"/>
                <a:gd name="csX4" fmla="*/ 1857 w 172497"/>
                <a:gd name="csY4" fmla="*/ 9722 h 9722"/>
                <a:gd name="csX5" fmla="*/ 1857 w 172497"/>
                <a:gd name="csY5" fmla="*/ 9722 h 9722"/>
              </a:gdLst>
              <a:ahLst/>
              <a:cxnLst>
                <a:cxn ang="0">
                  <a:pos x="csX0" y="csY0"/>
                </a:cxn>
                <a:cxn ang="0">
                  <a:pos x="csX1" y="csY1"/>
                </a:cxn>
                <a:cxn ang="0">
                  <a:pos x="csX2" y="csY2"/>
                </a:cxn>
                <a:cxn ang="0">
                  <a:pos x="csX3" y="csY3"/>
                </a:cxn>
                <a:cxn ang="0">
                  <a:pos x="csX4" y="csY4"/>
                </a:cxn>
                <a:cxn ang="0">
                  <a:pos x="csX5" y="csY5"/>
                </a:cxn>
              </a:cxnLst>
              <a:rect l="l" t="t" r="r" b="b"/>
              <a:pathLst>
                <a:path w="172497" h="9722">
                  <a:moveTo>
                    <a:pt x="1857" y="9627"/>
                  </a:moveTo>
                  <a:cubicBezTo>
                    <a:pt x="58150" y="7817"/>
                    <a:pt x="114443" y="6674"/>
                    <a:pt x="170640" y="3817"/>
                  </a:cubicBezTo>
                  <a:cubicBezTo>
                    <a:pt x="173117" y="3721"/>
                    <a:pt x="173117" y="-184"/>
                    <a:pt x="170640" y="7"/>
                  </a:cubicBezTo>
                  <a:cubicBezTo>
                    <a:pt x="114443" y="2864"/>
                    <a:pt x="58150" y="4007"/>
                    <a:pt x="1857" y="5817"/>
                  </a:cubicBezTo>
                  <a:cubicBezTo>
                    <a:pt x="-619" y="5817"/>
                    <a:pt x="-619" y="9722"/>
                    <a:pt x="1857" y="9722"/>
                  </a:cubicBezTo>
                  <a:lnTo>
                    <a:pt x="1857" y="9722"/>
                  </a:lnTo>
                  <a:close/>
                </a:path>
              </a:pathLst>
            </a:custGeom>
            <a:solidFill>
              <a:srgbClr val="2B5580"/>
            </a:solidFill>
            <a:ln w="9525" cap="flat">
              <a:noFill/>
              <a:prstDash val="solid"/>
              <a:miter/>
            </a:ln>
          </p:spPr>
          <p:txBody>
            <a:bodyPr/>
            <a:lstStyle/>
            <a:p>
              <a:endParaRPr lang="en-US"/>
            </a:p>
          </p:txBody>
        </p:sp>
        <p:sp>
          <p:nvSpPr>
            <p:cNvPr id="675" name="Freeform: Shape 674">
              <a:extLst>
                <a:ext uri="{FF2B5EF4-FFF2-40B4-BE49-F238E27FC236}">
                  <a16:creationId xmlns:a16="http://schemas.microsoft.com/office/drawing/2014/main" id="{1A31347E-BF2C-68DA-EA99-17D8E5107857}"/>
                </a:ext>
              </a:extLst>
            </p:cNvPr>
            <p:cNvSpPr/>
            <p:nvPr/>
          </p:nvSpPr>
          <p:spPr>
            <a:xfrm>
              <a:off x="7187707" y="3967777"/>
              <a:ext cx="511144" cy="17564"/>
            </a:xfrm>
            <a:custGeom>
              <a:avLst/>
              <a:gdLst>
                <a:gd name="csX0" fmla="*/ 1857 w 511144"/>
                <a:gd name="csY0" fmla="*/ 4433 h 17564"/>
                <a:gd name="csX1" fmla="*/ 249793 w 511144"/>
                <a:gd name="csY1" fmla="*/ 8052 h 17564"/>
                <a:gd name="csX2" fmla="*/ 381238 w 511144"/>
                <a:gd name="csY2" fmla="*/ 13386 h 17564"/>
                <a:gd name="csX3" fmla="*/ 509731 w 511144"/>
                <a:gd name="csY3" fmla="*/ 4909 h 17564"/>
                <a:gd name="csX4" fmla="*/ 508683 w 511144"/>
                <a:gd name="csY4" fmla="*/ 1194 h 17564"/>
                <a:gd name="csX5" fmla="*/ 372666 w 511144"/>
                <a:gd name="csY5" fmla="*/ 9100 h 17564"/>
                <a:gd name="csX6" fmla="*/ 256175 w 511144"/>
                <a:gd name="csY6" fmla="*/ 2623 h 17564"/>
                <a:gd name="csX7" fmla="*/ 192167 w 511144"/>
                <a:gd name="csY7" fmla="*/ 13482 h 17564"/>
                <a:gd name="csX8" fmla="*/ 132255 w 511144"/>
                <a:gd name="csY8" fmla="*/ 12053 h 17564"/>
                <a:gd name="csX9" fmla="*/ 1857 w 511144"/>
                <a:gd name="csY9" fmla="*/ 527 h 17564"/>
                <a:gd name="csX10" fmla="*/ 1857 w 511144"/>
                <a:gd name="csY10" fmla="*/ 4337 h 17564"/>
                <a:gd name="csX11" fmla="*/ 1857 w 511144"/>
                <a:gd name="csY11" fmla="*/ 4337 h 175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11144" h="17564">
                  <a:moveTo>
                    <a:pt x="1857" y="4433"/>
                  </a:moveTo>
                  <a:cubicBezTo>
                    <a:pt x="83391" y="14053"/>
                    <a:pt x="168926" y="26531"/>
                    <a:pt x="249793" y="8052"/>
                  </a:cubicBezTo>
                  <a:cubicBezTo>
                    <a:pt x="293132" y="-1854"/>
                    <a:pt x="337328" y="11672"/>
                    <a:pt x="381238" y="13386"/>
                  </a:cubicBezTo>
                  <a:cubicBezTo>
                    <a:pt x="424291" y="15196"/>
                    <a:pt x="467249" y="11957"/>
                    <a:pt x="509731" y="4909"/>
                  </a:cubicBezTo>
                  <a:cubicBezTo>
                    <a:pt x="512207" y="4528"/>
                    <a:pt x="511159" y="813"/>
                    <a:pt x="508683" y="1194"/>
                  </a:cubicBezTo>
                  <a:cubicBezTo>
                    <a:pt x="463725" y="8719"/>
                    <a:pt x="418195" y="11672"/>
                    <a:pt x="372666" y="9100"/>
                  </a:cubicBezTo>
                  <a:cubicBezTo>
                    <a:pt x="333899" y="7004"/>
                    <a:pt x="294751" y="-5283"/>
                    <a:pt x="256175" y="2623"/>
                  </a:cubicBezTo>
                  <a:cubicBezTo>
                    <a:pt x="234744" y="7004"/>
                    <a:pt x="214170" y="12529"/>
                    <a:pt x="192167" y="13482"/>
                  </a:cubicBezTo>
                  <a:cubicBezTo>
                    <a:pt x="172164" y="14339"/>
                    <a:pt x="152162" y="13196"/>
                    <a:pt x="132255" y="12053"/>
                  </a:cubicBezTo>
                  <a:cubicBezTo>
                    <a:pt x="88725" y="9576"/>
                    <a:pt x="45196" y="5576"/>
                    <a:pt x="1857" y="527"/>
                  </a:cubicBezTo>
                  <a:cubicBezTo>
                    <a:pt x="-619" y="242"/>
                    <a:pt x="-619" y="4052"/>
                    <a:pt x="1857" y="4337"/>
                  </a:cubicBezTo>
                  <a:lnTo>
                    <a:pt x="1857" y="4337"/>
                  </a:lnTo>
                  <a:close/>
                </a:path>
              </a:pathLst>
            </a:custGeom>
            <a:solidFill>
              <a:srgbClr val="2B5580"/>
            </a:solidFill>
            <a:ln w="9525" cap="flat">
              <a:noFill/>
              <a:prstDash val="solid"/>
              <a:miter/>
            </a:ln>
          </p:spPr>
          <p:txBody>
            <a:bodyPr/>
            <a:lstStyle/>
            <a:p>
              <a:endParaRPr lang="en-US"/>
            </a:p>
          </p:txBody>
        </p:sp>
        <p:sp>
          <p:nvSpPr>
            <p:cNvPr id="676" name="Freeform: Shape 675">
              <a:extLst>
                <a:ext uri="{FF2B5EF4-FFF2-40B4-BE49-F238E27FC236}">
                  <a16:creationId xmlns:a16="http://schemas.microsoft.com/office/drawing/2014/main" id="{7DAF4816-982D-8813-C32A-B034A9481FE7}"/>
                </a:ext>
              </a:extLst>
            </p:cNvPr>
            <p:cNvSpPr/>
            <p:nvPr/>
          </p:nvSpPr>
          <p:spPr>
            <a:xfrm>
              <a:off x="6520331" y="2477150"/>
              <a:ext cx="51607" cy="101123"/>
            </a:xfrm>
            <a:custGeom>
              <a:avLst/>
              <a:gdLst>
                <a:gd name="csX0" fmla="*/ 48203 w 51607"/>
                <a:gd name="csY0" fmla="*/ 587 h 101123"/>
                <a:gd name="csX1" fmla="*/ 7 w 51607"/>
                <a:gd name="csY1" fmla="*/ 99266 h 101123"/>
                <a:gd name="csX2" fmla="*/ 3912 w 51607"/>
                <a:gd name="csY2" fmla="*/ 99266 h 101123"/>
                <a:gd name="csX3" fmla="*/ 50966 w 51607"/>
                <a:gd name="csY3" fmla="*/ 3254 h 101123"/>
                <a:gd name="csX4" fmla="*/ 48203 w 51607"/>
                <a:gd name="csY4" fmla="*/ 492 h 101123"/>
                <a:gd name="csX5" fmla="*/ 48203 w 51607"/>
                <a:gd name="csY5" fmla="*/ 492 h 101123"/>
              </a:gdLst>
              <a:ahLst/>
              <a:cxnLst>
                <a:cxn ang="0">
                  <a:pos x="csX0" y="csY0"/>
                </a:cxn>
                <a:cxn ang="0">
                  <a:pos x="csX1" y="csY1"/>
                </a:cxn>
                <a:cxn ang="0">
                  <a:pos x="csX2" y="csY2"/>
                </a:cxn>
                <a:cxn ang="0">
                  <a:pos x="csX3" y="csY3"/>
                </a:cxn>
                <a:cxn ang="0">
                  <a:pos x="csX4" y="csY4"/>
                </a:cxn>
                <a:cxn ang="0">
                  <a:pos x="csX5" y="csY5"/>
                </a:cxn>
              </a:cxnLst>
              <a:rect l="l" t="t" r="r" b="b"/>
              <a:pathLst>
                <a:path w="51607" h="101123">
                  <a:moveTo>
                    <a:pt x="48203" y="587"/>
                  </a:moveTo>
                  <a:cubicBezTo>
                    <a:pt x="19819" y="25638"/>
                    <a:pt x="2388" y="61547"/>
                    <a:pt x="7" y="99266"/>
                  </a:cubicBezTo>
                  <a:cubicBezTo>
                    <a:pt x="-184" y="101742"/>
                    <a:pt x="3722" y="101742"/>
                    <a:pt x="3912" y="99266"/>
                  </a:cubicBezTo>
                  <a:cubicBezTo>
                    <a:pt x="6198" y="62500"/>
                    <a:pt x="23343" y="27638"/>
                    <a:pt x="50966" y="3254"/>
                  </a:cubicBezTo>
                  <a:cubicBezTo>
                    <a:pt x="52871" y="1635"/>
                    <a:pt x="50108" y="-1128"/>
                    <a:pt x="48203" y="492"/>
                  </a:cubicBezTo>
                  <a:lnTo>
                    <a:pt x="48203" y="492"/>
                  </a:lnTo>
                  <a:close/>
                </a:path>
              </a:pathLst>
            </a:custGeom>
            <a:solidFill>
              <a:srgbClr val="0679C3"/>
            </a:solidFill>
            <a:ln w="9525" cap="flat">
              <a:noFill/>
              <a:prstDash val="solid"/>
              <a:miter/>
            </a:ln>
          </p:spPr>
          <p:txBody>
            <a:bodyPr/>
            <a:lstStyle/>
            <a:p>
              <a:endParaRPr lang="en-US"/>
            </a:p>
          </p:txBody>
        </p:sp>
        <p:sp>
          <p:nvSpPr>
            <p:cNvPr id="678" name="Freeform: Shape 677">
              <a:extLst>
                <a:ext uri="{FF2B5EF4-FFF2-40B4-BE49-F238E27FC236}">
                  <a16:creationId xmlns:a16="http://schemas.microsoft.com/office/drawing/2014/main" id="{892B16B2-B20E-F09C-5FED-A8C1F4C7202F}"/>
                </a:ext>
              </a:extLst>
            </p:cNvPr>
            <p:cNvSpPr/>
            <p:nvPr/>
          </p:nvSpPr>
          <p:spPr>
            <a:xfrm>
              <a:off x="6278005" y="2230371"/>
              <a:ext cx="205043" cy="46909"/>
            </a:xfrm>
            <a:custGeom>
              <a:avLst/>
              <a:gdLst>
                <a:gd name="csX0" fmla="*/ 2971 w 205043"/>
                <a:gd name="csY0" fmla="*/ 46674 h 46909"/>
                <a:gd name="csX1" fmla="*/ 99268 w 205043"/>
                <a:gd name="csY1" fmla="*/ 16670 h 46909"/>
                <a:gd name="csX2" fmla="*/ 203186 w 205043"/>
                <a:gd name="csY2" fmla="*/ 3812 h 46909"/>
                <a:gd name="csX3" fmla="*/ 203186 w 205043"/>
                <a:gd name="csY3" fmla="*/ 2 h 46909"/>
                <a:gd name="csX4" fmla="*/ 98221 w 205043"/>
                <a:gd name="csY4" fmla="*/ 12956 h 46909"/>
                <a:gd name="csX5" fmla="*/ 970 w 205043"/>
                <a:gd name="csY5" fmla="*/ 43340 h 46909"/>
                <a:gd name="csX6" fmla="*/ 2875 w 205043"/>
                <a:gd name="csY6" fmla="*/ 46674 h 46909"/>
                <a:gd name="csX7" fmla="*/ 2875 w 205043"/>
                <a:gd name="csY7" fmla="*/ 46674 h 46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5043" h="46909">
                  <a:moveTo>
                    <a:pt x="2971" y="46674"/>
                  </a:moveTo>
                  <a:cubicBezTo>
                    <a:pt x="32593" y="30863"/>
                    <a:pt x="66693" y="23624"/>
                    <a:pt x="99268" y="16670"/>
                  </a:cubicBezTo>
                  <a:cubicBezTo>
                    <a:pt x="133463" y="9336"/>
                    <a:pt x="168229" y="4669"/>
                    <a:pt x="203186" y="3812"/>
                  </a:cubicBezTo>
                  <a:cubicBezTo>
                    <a:pt x="205663" y="3812"/>
                    <a:pt x="205663" y="-94"/>
                    <a:pt x="203186" y="2"/>
                  </a:cubicBezTo>
                  <a:cubicBezTo>
                    <a:pt x="167848" y="764"/>
                    <a:pt x="132796" y="5621"/>
                    <a:pt x="98221" y="12956"/>
                  </a:cubicBezTo>
                  <a:cubicBezTo>
                    <a:pt x="65264" y="20004"/>
                    <a:pt x="30879" y="27338"/>
                    <a:pt x="970" y="43340"/>
                  </a:cubicBezTo>
                  <a:cubicBezTo>
                    <a:pt x="-1221" y="44483"/>
                    <a:pt x="684" y="47817"/>
                    <a:pt x="2875" y="46674"/>
                  </a:cubicBezTo>
                  <a:lnTo>
                    <a:pt x="2875" y="46674"/>
                  </a:lnTo>
                  <a:close/>
                </a:path>
              </a:pathLst>
            </a:custGeom>
            <a:solidFill>
              <a:srgbClr val="0679C3"/>
            </a:solidFill>
            <a:ln w="9525" cap="flat">
              <a:noFill/>
              <a:prstDash val="solid"/>
              <a:miter/>
            </a:ln>
          </p:spPr>
          <p:txBody>
            <a:bodyPr/>
            <a:lstStyle/>
            <a:p>
              <a:endParaRPr lang="en-US"/>
            </a:p>
          </p:txBody>
        </p:sp>
        <p:sp>
          <p:nvSpPr>
            <p:cNvPr id="679" name="Freeform: Shape 678">
              <a:extLst>
                <a:ext uri="{FF2B5EF4-FFF2-40B4-BE49-F238E27FC236}">
                  <a16:creationId xmlns:a16="http://schemas.microsoft.com/office/drawing/2014/main" id="{F1538985-F872-14BB-94B9-7DF7E6FF46A1}"/>
                </a:ext>
              </a:extLst>
            </p:cNvPr>
            <p:cNvSpPr/>
            <p:nvPr/>
          </p:nvSpPr>
          <p:spPr>
            <a:xfrm>
              <a:off x="7258540" y="2371053"/>
              <a:ext cx="340612" cy="21668"/>
            </a:xfrm>
            <a:custGeom>
              <a:avLst/>
              <a:gdLst>
                <a:gd name="csX0" fmla="*/ 2367 w 340612"/>
                <a:gd name="csY0" fmla="*/ 11244 h 21668"/>
                <a:gd name="csX1" fmla="*/ 172198 w 340612"/>
                <a:gd name="csY1" fmla="*/ 5815 h 21668"/>
                <a:gd name="csX2" fmla="*/ 338218 w 340612"/>
                <a:gd name="csY2" fmla="*/ 21626 h 21668"/>
                <a:gd name="csX3" fmla="*/ 339266 w 340612"/>
                <a:gd name="csY3" fmla="*/ 17912 h 21668"/>
                <a:gd name="csX4" fmla="*/ 172198 w 340612"/>
                <a:gd name="csY4" fmla="*/ 1910 h 21668"/>
                <a:gd name="csX5" fmla="*/ 1414 w 340612"/>
                <a:gd name="csY5" fmla="*/ 7434 h 21668"/>
                <a:gd name="csX6" fmla="*/ 2462 w 340612"/>
                <a:gd name="csY6" fmla="*/ 11149 h 21668"/>
                <a:gd name="csX7" fmla="*/ 2462 w 340612"/>
                <a:gd name="csY7" fmla="*/ 11149 h 216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40612" h="21668">
                  <a:moveTo>
                    <a:pt x="2367" y="11244"/>
                  </a:moveTo>
                  <a:cubicBezTo>
                    <a:pt x="58564" y="2005"/>
                    <a:pt x="115429" y="3148"/>
                    <a:pt x="172198" y="5815"/>
                  </a:cubicBezTo>
                  <a:cubicBezTo>
                    <a:pt x="227728" y="8482"/>
                    <a:pt x="283545" y="10673"/>
                    <a:pt x="338218" y="21626"/>
                  </a:cubicBezTo>
                  <a:cubicBezTo>
                    <a:pt x="340600" y="22103"/>
                    <a:pt x="341647" y="18388"/>
                    <a:pt x="339266" y="17912"/>
                  </a:cubicBezTo>
                  <a:cubicBezTo>
                    <a:pt x="284307" y="6863"/>
                    <a:pt x="228109" y="4577"/>
                    <a:pt x="172198" y="1910"/>
                  </a:cubicBezTo>
                  <a:cubicBezTo>
                    <a:pt x="115143" y="-853"/>
                    <a:pt x="57898" y="-1805"/>
                    <a:pt x="1414" y="7434"/>
                  </a:cubicBezTo>
                  <a:cubicBezTo>
                    <a:pt x="-1062" y="7815"/>
                    <a:pt x="-15" y="11530"/>
                    <a:pt x="2462" y="11149"/>
                  </a:cubicBezTo>
                  <a:lnTo>
                    <a:pt x="2462" y="11149"/>
                  </a:lnTo>
                  <a:close/>
                </a:path>
              </a:pathLst>
            </a:custGeom>
            <a:solidFill>
              <a:srgbClr val="0679C3"/>
            </a:solidFill>
            <a:ln w="9525" cap="flat">
              <a:noFill/>
              <a:prstDash val="solid"/>
              <a:miter/>
            </a:ln>
          </p:spPr>
          <p:txBody>
            <a:bodyPr/>
            <a:lstStyle/>
            <a:p>
              <a:endParaRPr lang="en-US"/>
            </a:p>
          </p:txBody>
        </p:sp>
        <p:sp>
          <p:nvSpPr>
            <p:cNvPr id="681" name="Freeform: Shape 680">
              <a:extLst>
                <a:ext uri="{FF2B5EF4-FFF2-40B4-BE49-F238E27FC236}">
                  <a16:creationId xmlns:a16="http://schemas.microsoft.com/office/drawing/2014/main" id="{23D900DC-2ABF-4CEF-1386-245A44B8AFB5}"/>
                </a:ext>
              </a:extLst>
            </p:cNvPr>
            <p:cNvSpPr/>
            <p:nvPr/>
          </p:nvSpPr>
          <p:spPr>
            <a:xfrm>
              <a:off x="7017019" y="2492747"/>
              <a:ext cx="222602" cy="284272"/>
            </a:xfrm>
            <a:custGeom>
              <a:avLst/>
              <a:gdLst>
                <a:gd name="csX0" fmla="*/ 1857 w 222602"/>
                <a:gd name="csY0" fmla="*/ 284170 h 284272"/>
                <a:gd name="csX1" fmla="*/ 113776 w 222602"/>
                <a:gd name="csY1" fmla="*/ 261406 h 284272"/>
                <a:gd name="csX2" fmla="*/ 185118 w 222602"/>
                <a:gd name="csY2" fmla="*/ 190444 h 284272"/>
                <a:gd name="csX3" fmla="*/ 216170 w 222602"/>
                <a:gd name="csY3" fmla="*/ 1373 h 284272"/>
                <a:gd name="csX4" fmla="*/ 212455 w 222602"/>
                <a:gd name="csY4" fmla="*/ 2421 h 284272"/>
                <a:gd name="csX5" fmla="*/ 183975 w 222602"/>
                <a:gd name="csY5" fmla="*/ 184920 h 284272"/>
                <a:gd name="csX6" fmla="*/ 116062 w 222602"/>
                <a:gd name="csY6" fmla="*/ 256072 h 284272"/>
                <a:gd name="csX7" fmla="*/ 1857 w 222602"/>
                <a:gd name="csY7" fmla="*/ 280456 h 284272"/>
                <a:gd name="csX8" fmla="*/ 1857 w 222602"/>
                <a:gd name="csY8" fmla="*/ 284266 h 284272"/>
                <a:gd name="csX9" fmla="*/ 1857 w 222602"/>
                <a:gd name="csY9" fmla="*/ 284266 h 2842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222602" h="284272">
                  <a:moveTo>
                    <a:pt x="1857" y="284170"/>
                  </a:moveTo>
                  <a:cubicBezTo>
                    <a:pt x="38814" y="281694"/>
                    <a:pt x="79772" y="277122"/>
                    <a:pt x="113776" y="261406"/>
                  </a:cubicBezTo>
                  <a:cubicBezTo>
                    <a:pt x="143970" y="247404"/>
                    <a:pt x="167973" y="218353"/>
                    <a:pt x="185118" y="190444"/>
                  </a:cubicBezTo>
                  <a:cubicBezTo>
                    <a:pt x="219694" y="134247"/>
                    <a:pt x="231124" y="65572"/>
                    <a:pt x="216170" y="1373"/>
                  </a:cubicBezTo>
                  <a:cubicBezTo>
                    <a:pt x="215598" y="-1008"/>
                    <a:pt x="211884" y="-56"/>
                    <a:pt x="212455" y="2421"/>
                  </a:cubicBezTo>
                  <a:cubicBezTo>
                    <a:pt x="226933" y="64238"/>
                    <a:pt x="216360" y="130246"/>
                    <a:pt x="183975" y="184920"/>
                  </a:cubicBezTo>
                  <a:cubicBezTo>
                    <a:pt x="167783" y="212257"/>
                    <a:pt x="144732" y="241117"/>
                    <a:pt x="116062" y="256072"/>
                  </a:cubicBezTo>
                  <a:cubicBezTo>
                    <a:pt x="82439" y="273598"/>
                    <a:pt x="39005" y="277979"/>
                    <a:pt x="1857" y="280456"/>
                  </a:cubicBezTo>
                  <a:cubicBezTo>
                    <a:pt x="-619" y="280646"/>
                    <a:pt x="-619" y="284456"/>
                    <a:pt x="1857" y="284266"/>
                  </a:cubicBezTo>
                  <a:lnTo>
                    <a:pt x="1857" y="284266"/>
                  </a:lnTo>
                  <a:close/>
                </a:path>
              </a:pathLst>
            </a:custGeom>
            <a:solidFill>
              <a:srgbClr val="0679C3"/>
            </a:solidFill>
            <a:ln w="9525" cap="flat">
              <a:noFill/>
              <a:prstDash val="solid"/>
              <a:miter/>
            </a:ln>
          </p:spPr>
          <p:txBody>
            <a:bodyPr/>
            <a:lstStyle/>
            <a:p>
              <a:endParaRPr lang="en-US"/>
            </a:p>
          </p:txBody>
        </p:sp>
        <p:sp>
          <p:nvSpPr>
            <p:cNvPr id="682" name="Freeform: Shape 681">
              <a:extLst>
                <a:ext uri="{FF2B5EF4-FFF2-40B4-BE49-F238E27FC236}">
                  <a16:creationId xmlns:a16="http://schemas.microsoft.com/office/drawing/2014/main" id="{5368C4B3-EC36-BBA5-C4B6-BE9DAC481940}"/>
                </a:ext>
              </a:extLst>
            </p:cNvPr>
            <p:cNvSpPr/>
            <p:nvPr/>
          </p:nvSpPr>
          <p:spPr>
            <a:xfrm>
              <a:off x="7183661" y="2392313"/>
              <a:ext cx="33014" cy="55936"/>
            </a:xfrm>
            <a:custGeom>
              <a:avLst/>
              <a:gdLst>
                <a:gd name="csX0" fmla="*/ 32955 w 33014"/>
                <a:gd name="csY0" fmla="*/ 53516 h 55936"/>
                <a:gd name="csX1" fmla="*/ 2856 w 33014"/>
                <a:gd name="csY1" fmla="*/ 271 h 55936"/>
                <a:gd name="csX2" fmla="*/ 951 w 33014"/>
                <a:gd name="csY2" fmla="*/ 3605 h 55936"/>
                <a:gd name="csX3" fmla="*/ 29241 w 33014"/>
                <a:gd name="csY3" fmla="*/ 54564 h 55936"/>
                <a:gd name="csX4" fmla="*/ 32955 w 33014"/>
                <a:gd name="csY4" fmla="*/ 53516 h 55936"/>
                <a:gd name="csX5" fmla="*/ 32955 w 33014"/>
                <a:gd name="csY5" fmla="*/ 53516 h 55936"/>
              </a:gdLst>
              <a:ahLst/>
              <a:cxnLst>
                <a:cxn ang="0">
                  <a:pos x="csX0" y="csY0"/>
                </a:cxn>
                <a:cxn ang="0">
                  <a:pos x="csX1" y="csY1"/>
                </a:cxn>
                <a:cxn ang="0">
                  <a:pos x="csX2" y="csY2"/>
                </a:cxn>
                <a:cxn ang="0">
                  <a:pos x="csX3" y="csY3"/>
                </a:cxn>
                <a:cxn ang="0">
                  <a:pos x="csX4" y="csY4"/>
                </a:cxn>
                <a:cxn ang="0">
                  <a:pos x="csX5" y="csY5"/>
                </a:cxn>
              </a:cxnLst>
              <a:rect l="l" t="t" r="r" b="b"/>
              <a:pathLst>
                <a:path w="33014" h="55936">
                  <a:moveTo>
                    <a:pt x="32955" y="53516"/>
                  </a:moveTo>
                  <a:cubicBezTo>
                    <a:pt x="27907" y="33609"/>
                    <a:pt x="21620" y="11606"/>
                    <a:pt x="2856" y="271"/>
                  </a:cubicBezTo>
                  <a:cubicBezTo>
                    <a:pt x="761" y="-967"/>
                    <a:pt x="-1240" y="2367"/>
                    <a:pt x="951" y="3605"/>
                  </a:cubicBezTo>
                  <a:cubicBezTo>
                    <a:pt x="18763" y="14368"/>
                    <a:pt x="24478" y="35704"/>
                    <a:pt x="29241" y="54564"/>
                  </a:cubicBezTo>
                  <a:cubicBezTo>
                    <a:pt x="29812" y="56945"/>
                    <a:pt x="33527" y="55992"/>
                    <a:pt x="32955" y="53516"/>
                  </a:cubicBezTo>
                  <a:lnTo>
                    <a:pt x="32955" y="53516"/>
                  </a:lnTo>
                  <a:close/>
                </a:path>
              </a:pathLst>
            </a:custGeom>
            <a:solidFill>
              <a:srgbClr val="0679C3"/>
            </a:solidFill>
            <a:ln w="9525" cap="flat">
              <a:noFill/>
              <a:prstDash val="solid"/>
              <a:miter/>
            </a:ln>
          </p:spPr>
          <p:txBody>
            <a:bodyPr/>
            <a:lstStyle/>
            <a:p>
              <a:endParaRPr lang="en-US"/>
            </a:p>
          </p:txBody>
        </p:sp>
        <p:sp>
          <p:nvSpPr>
            <p:cNvPr id="683" name="Freeform: Shape 682">
              <a:extLst>
                <a:ext uri="{FF2B5EF4-FFF2-40B4-BE49-F238E27FC236}">
                  <a16:creationId xmlns:a16="http://schemas.microsoft.com/office/drawing/2014/main" id="{64D523EF-8F00-996D-DD08-CD035A2F196F}"/>
                </a:ext>
              </a:extLst>
            </p:cNvPr>
            <p:cNvSpPr/>
            <p:nvPr/>
          </p:nvSpPr>
          <p:spPr>
            <a:xfrm>
              <a:off x="7766280" y="2465131"/>
              <a:ext cx="66128" cy="398321"/>
            </a:xfrm>
            <a:custGeom>
              <a:avLst/>
              <a:gdLst>
                <a:gd name="csX0" fmla="*/ 66031 w 66128"/>
                <a:gd name="csY0" fmla="*/ 396559 h 398321"/>
                <a:gd name="csX1" fmla="*/ 3643 w 66128"/>
                <a:gd name="csY1" fmla="*/ 891 h 398321"/>
                <a:gd name="csX2" fmla="*/ 309 w 66128"/>
                <a:gd name="csY2" fmla="*/ 2796 h 398321"/>
                <a:gd name="csX3" fmla="*/ 62222 w 66128"/>
                <a:gd name="csY3" fmla="*/ 396464 h 398321"/>
                <a:gd name="csX4" fmla="*/ 66127 w 66128"/>
                <a:gd name="csY4" fmla="*/ 396464 h 398321"/>
                <a:gd name="csX5" fmla="*/ 66127 w 66128"/>
                <a:gd name="csY5" fmla="*/ 396464 h 398321"/>
              </a:gdLst>
              <a:ahLst/>
              <a:cxnLst>
                <a:cxn ang="0">
                  <a:pos x="csX0" y="csY0"/>
                </a:cxn>
                <a:cxn ang="0">
                  <a:pos x="csX1" y="csY1"/>
                </a:cxn>
                <a:cxn ang="0">
                  <a:pos x="csX2" y="csY2"/>
                </a:cxn>
                <a:cxn ang="0">
                  <a:pos x="csX3" y="csY3"/>
                </a:cxn>
                <a:cxn ang="0">
                  <a:pos x="csX4" y="csY4"/>
                </a:cxn>
                <a:cxn ang="0">
                  <a:pos x="csX5" y="csY5"/>
                </a:cxn>
              </a:cxnLst>
              <a:rect l="l" t="t" r="r" b="b"/>
              <a:pathLst>
                <a:path w="66128" h="398321">
                  <a:moveTo>
                    <a:pt x="66031" y="396559"/>
                  </a:moveTo>
                  <a:cubicBezTo>
                    <a:pt x="56887" y="264066"/>
                    <a:pt x="80890" y="118239"/>
                    <a:pt x="3643" y="891"/>
                  </a:cubicBezTo>
                  <a:cubicBezTo>
                    <a:pt x="2309" y="-1205"/>
                    <a:pt x="-1025" y="795"/>
                    <a:pt x="309" y="2796"/>
                  </a:cubicBezTo>
                  <a:cubicBezTo>
                    <a:pt x="77176" y="119572"/>
                    <a:pt x="53173" y="264638"/>
                    <a:pt x="62222" y="396464"/>
                  </a:cubicBezTo>
                  <a:cubicBezTo>
                    <a:pt x="62412" y="398940"/>
                    <a:pt x="66222" y="398940"/>
                    <a:pt x="66127" y="396464"/>
                  </a:cubicBezTo>
                  <a:lnTo>
                    <a:pt x="66127" y="396464"/>
                  </a:lnTo>
                  <a:close/>
                </a:path>
              </a:pathLst>
            </a:custGeom>
            <a:solidFill>
              <a:srgbClr val="0679C3"/>
            </a:solidFill>
            <a:ln w="9525" cap="flat">
              <a:noFill/>
              <a:prstDash val="solid"/>
              <a:miter/>
            </a:ln>
          </p:spPr>
          <p:txBody>
            <a:bodyPr/>
            <a:lstStyle/>
            <a:p>
              <a:endParaRPr lang="en-US"/>
            </a:p>
          </p:txBody>
        </p:sp>
        <p:sp>
          <p:nvSpPr>
            <p:cNvPr id="684" name="Freeform: Shape 683">
              <a:extLst>
                <a:ext uri="{FF2B5EF4-FFF2-40B4-BE49-F238E27FC236}">
                  <a16:creationId xmlns:a16="http://schemas.microsoft.com/office/drawing/2014/main" id="{59CBBDD9-0075-8ED6-CE02-CCDA933B8227}"/>
                </a:ext>
              </a:extLst>
            </p:cNvPr>
            <p:cNvSpPr/>
            <p:nvPr/>
          </p:nvSpPr>
          <p:spPr>
            <a:xfrm>
              <a:off x="8055604" y="2860917"/>
              <a:ext cx="145004" cy="123653"/>
            </a:xfrm>
            <a:custGeom>
              <a:avLst/>
              <a:gdLst>
                <a:gd name="csX0" fmla="*/ 2641 w 145004"/>
                <a:gd name="csY0" fmla="*/ 123264 h 123653"/>
                <a:gd name="csX1" fmla="*/ 59886 w 145004"/>
                <a:gd name="csY1" fmla="*/ 56303 h 123653"/>
                <a:gd name="csX2" fmla="*/ 143992 w 145004"/>
                <a:gd name="csY2" fmla="*/ 3535 h 123653"/>
                <a:gd name="csX3" fmla="*/ 142087 w 145004"/>
                <a:gd name="csY3" fmla="*/ 201 h 123653"/>
                <a:gd name="csX4" fmla="*/ 60267 w 145004"/>
                <a:gd name="csY4" fmla="*/ 50303 h 123653"/>
                <a:gd name="csX5" fmla="*/ 831 w 145004"/>
                <a:gd name="csY5" fmla="*/ 119930 h 123653"/>
                <a:gd name="csX6" fmla="*/ 2736 w 145004"/>
                <a:gd name="csY6" fmla="*/ 123264 h 123653"/>
                <a:gd name="csX7" fmla="*/ 2736 w 145004"/>
                <a:gd name="csY7" fmla="*/ 123264 h 1236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45004" h="123653">
                  <a:moveTo>
                    <a:pt x="2641" y="123264"/>
                  </a:moveTo>
                  <a:cubicBezTo>
                    <a:pt x="26548" y="105167"/>
                    <a:pt x="40074" y="78116"/>
                    <a:pt x="59886" y="56303"/>
                  </a:cubicBezTo>
                  <a:cubicBezTo>
                    <a:pt x="82555" y="31253"/>
                    <a:pt x="113702" y="17156"/>
                    <a:pt x="143992" y="3535"/>
                  </a:cubicBezTo>
                  <a:cubicBezTo>
                    <a:pt x="146278" y="2487"/>
                    <a:pt x="144278" y="-847"/>
                    <a:pt x="142087" y="201"/>
                  </a:cubicBezTo>
                  <a:cubicBezTo>
                    <a:pt x="112845" y="13250"/>
                    <a:pt x="82746" y="26966"/>
                    <a:pt x="60267" y="50303"/>
                  </a:cubicBezTo>
                  <a:cubicBezTo>
                    <a:pt x="39026" y="72305"/>
                    <a:pt x="25501" y="101166"/>
                    <a:pt x="831" y="119930"/>
                  </a:cubicBezTo>
                  <a:cubicBezTo>
                    <a:pt x="-1169" y="121454"/>
                    <a:pt x="831" y="124788"/>
                    <a:pt x="2736" y="123264"/>
                  </a:cubicBezTo>
                  <a:lnTo>
                    <a:pt x="2736" y="123264"/>
                  </a:lnTo>
                  <a:close/>
                </a:path>
              </a:pathLst>
            </a:custGeom>
            <a:solidFill>
              <a:srgbClr val="0679C3"/>
            </a:solidFill>
            <a:ln w="9525" cap="flat">
              <a:noFill/>
              <a:prstDash val="solid"/>
              <a:miter/>
            </a:ln>
          </p:spPr>
          <p:txBody>
            <a:bodyPr/>
            <a:lstStyle/>
            <a:p>
              <a:endParaRPr lang="en-US"/>
            </a:p>
          </p:txBody>
        </p:sp>
        <p:sp>
          <p:nvSpPr>
            <p:cNvPr id="686" name="Freeform: Shape 685">
              <a:extLst>
                <a:ext uri="{FF2B5EF4-FFF2-40B4-BE49-F238E27FC236}">
                  <a16:creationId xmlns:a16="http://schemas.microsoft.com/office/drawing/2014/main" id="{C86DE09B-C1AA-EA31-81DA-EE51F80E1B36}"/>
                </a:ext>
              </a:extLst>
            </p:cNvPr>
            <p:cNvSpPr/>
            <p:nvPr/>
          </p:nvSpPr>
          <p:spPr>
            <a:xfrm>
              <a:off x="7881004" y="3197752"/>
              <a:ext cx="83256" cy="160176"/>
            </a:xfrm>
            <a:custGeom>
              <a:avLst/>
              <a:gdLst>
                <a:gd name="csX0" fmla="*/ 551 w 83256"/>
                <a:gd name="csY0" fmla="*/ 3314 h 160176"/>
                <a:gd name="csX1" fmla="*/ 79514 w 83256"/>
                <a:gd name="csY1" fmla="*/ 158762 h 160176"/>
                <a:gd name="csX2" fmla="*/ 83229 w 83256"/>
                <a:gd name="csY2" fmla="*/ 157714 h 160176"/>
                <a:gd name="csX3" fmla="*/ 3314 w 83256"/>
                <a:gd name="csY3" fmla="*/ 551 h 160176"/>
                <a:gd name="csX4" fmla="*/ 551 w 83256"/>
                <a:gd name="csY4" fmla="*/ 3314 h 160176"/>
                <a:gd name="csX5" fmla="*/ 551 w 83256"/>
                <a:gd name="csY5" fmla="*/ 3314 h 160176"/>
              </a:gdLst>
              <a:ahLst/>
              <a:cxnLst>
                <a:cxn ang="0">
                  <a:pos x="csX0" y="csY0"/>
                </a:cxn>
                <a:cxn ang="0">
                  <a:pos x="csX1" y="csY1"/>
                </a:cxn>
                <a:cxn ang="0">
                  <a:pos x="csX2" y="csY2"/>
                </a:cxn>
                <a:cxn ang="0">
                  <a:pos x="csX3" y="csY3"/>
                </a:cxn>
                <a:cxn ang="0">
                  <a:pos x="csX4" y="csY4"/>
                </a:cxn>
                <a:cxn ang="0">
                  <a:pos x="csX5" y="csY5"/>
                </a:cxn>
              </a:cxnLst>
              <a:rect l="l" t="t" r="r" b="b"/>
              <a:pathLst>
                <a:path w="83256" h="160176">
                  <a:moveTo>
                    <a:pt x="551" y="3314"/>
                  </a:moveTo>
                  <a:cubicBezTo>
                    <a:pt x="42843" y="45224"/>
                    <a:pt x="70560" y="99993"/>
                    <a:pt x="79514" y="158762"/>
                  </a:cubicBezTo>
                  <a:cubicBezTo>
                    <a:pt x="79895" y="161238"/>
                    <a:pt x="83610" y="160190"/>
                    <a:pt x="83229" y="157714"/>
                  </a:cubicBezTo>
                  <a:cubicBezTo>
                    <a:pt x="74275" y="98278"/>
                    <a:pt x="45986" y="42843"/>
                    <a:pt x="3314" y="551"/>
                  </a:cubicBezTo>
                  <a:cubicBezTo>
                    <a:pt x="1504" y="-1163"/>
                    <a:pt x="-1163" y="1504"/>
                    <a:pt x="551" y="3314"/>
                  </a:cubicBezTo>
                  <a:lnTo>
                    <a:pt x="551" y="3314"/>
                  </a:lnTo>
                  <a:close/>
                </a:path>
              </a:pathLst>
            </a:custGeom>
            <a:solidFill>
              <a:srgbClr val="0679C3"/>
            </a:solidFill>
            <a:ln w="9525" cap="flat">
              <a:noFill/>
              <a:prstDash val="solid"/>
              <a:miter/>
            </a:ln>
          </p:spPr>
          <p:txBody>
            <a:bodyPr/>
            <a:lstStyle/>
            <a:p>
              <a:endParaRPr lang="en-US"/>
            </a:p>
          </p:txBody>
        </p:sp>
        <p:sp>
          <p:nvSpPr>
            <p:cNvPr id="687" name="Freeform: Shape 686">
              <a:extLst>
                <a:ext uri="{FF2B5EF4-FFF2-40B4-BE49-F238E27FC236}">
                  <a16:creationId xmlns:a16="http://schemas.microsoft.com/office/drawing/2014/main" id="{4015A91F-0084-CBED-9C32-5D0929F918CC}"/>
                </a:ext>
              </a:extLst>
            </p:cNvPr>
            <p:cNvSpPr/>
            <p:nvPr/>
          </p:nvSpPr>
          <p:spPr>
            <a:xfrm>
              <a:off x="6954026" y="3549043"/>
              <a:ext cx="869249" cy="48608"/>
            </a:xfrm>
            <a:custGeom>
              <a:avLst/>
              <a:gdLst>
                <a:gd name="csX0" fmla="*/ 2367 w 869249"/>
                <a:gd name="csY0" fmla="*/ 22260 h 48608"/>
                <a:gd name="csX1" fmla="*/ 437278 w 869249"/>
                <a:gd name="csY1" fmla="*/ 7686 h 48608"/>
                <a:gd name="csX2" fmla="*/ 648543 w 869249"/>
                <a:gd name="csY2" fmla="*/ 20450 h 48608"/>
                <a:gd name="csX3" fmla="*/ 866856 w 869249"/>
                <a:gd name="csY3" fmla="*/ 48549 h 48608"/>
                <a:gd name="csX4" fmla="*/ 867904 w 869249"/>
                <a:gd name="csY4" fmla="*/ 44834 h 48608"/>
                <a:gd name="csX5" fmla="*/ 657020 w 869249"/>
                <a:gd name="csY5" fmla="*/ 17211 h 48608"/>
                <a:gd name="csX6" fmla="*/ 437278 w 869249"/>
                <a:gd name="csY6" fmla="*/ 3781 h 48608"/>
                <a:gd name="csX7" fmla="*/ 1414 w 869249"/>
                <a:gd name="csY7" fmla="*/ 18545 h 48608"/>
                <a:gd name="csX8" fmla="*/ 2462 w 869249"/>
                <a:gd name="csY8" fmla="*/ 22260 h 48608"/>
                <a:gd name="csX9" fmla="*/ 2462 w 869249"/>
                <a:gd name="csY9" fmla="*/ 22260 h 486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869249" h="48608">
                  <a:moveTo>
                    <a:pt x="2367" y="22260"/>
                  </a:moveTo>
                  <a:cubicBezTo>
                    <a:pt x="146385" y="1495"/>
                    <a:pt x="292117" y="1019"/>
                    <a:pt x="437278" y="7686"/>
                  </a:cubicBezTo>
                  <a:cubicBezTo>
                    <a:pt x="507763" y="10925"/>
                    <a:pt x="578153" y="15592"/>
                    <a:pt x="648543" y="20450"/>
                  </a:cubicBezTo>
                  <a:cubicBezTo>
                    <a:pt x="721885" y="25593"/>
                    <a:pt x="795037" y="32356"/>
                    <a:pt x="866856" y="48549"/>
                  </a:cubicBezTo>
                  <a:cubicBezTo>
                    <a:pt x="869237" y="49120"/>
                    <a:pt x="870285" y="45405"/>
                    <a:pt x="867904" y="44834"/>
                  </a:cubicBezTo>
                  <a:cubicBezTo>
                    <a:pt x="798562" y="29118"/>
                    <a:pt x="727886" y="22260"/>
                    <a:pt x="657020" y="17211"/>
                  </a:cubicBezTo>
                  <a:cubicBezTo>
                    <a:pt x="583868" y="11973"/>
                    <a:pt x="510621" y="7115"/>
                    <a:pt x="437278" y="3781"/>
                  </a:cubicBezTo>
                  <a:cubicBezTo>
                    <a:pt x="291832" y="-2886"/>
                    <a:pt x="145718" y="-2315"/>
                    <a:pt x="1414" y="18545"/>
                  </a:cubicBezTo>
                  <a:cubicBezTo>
                    <a:pt x="-1062" y="18926"/>
                    <a:pt x="-15" y="22641"/>
                    <a:pt x="2462" y="22260"/>
                  </a:cubicBezTo>
                  <a:lnTo>
                    <a:pt x="2462" y="22260"/>
                  </a:lnTo>
                  <a:close/>
                </a:path>
              </a:pathLst>
            </a:custGeom>
            <a:solidFill>
              <a:srgbClr val="0679C3"/>
            </a:solidFill>
            <a:ln w="9525" cap="flat">
              <a:noFill/>
              <a:prstDash val="solid"/>
              <a:miter/>
            </a:ln>
          </p:spPr>
          <p:txBody>
            <a:bodyPr/>
            <a:lstStyle/>
            <a:p>
              <a:endParaRPr lang="en-US"/>
            </a:p>
          </p:txBody>
        </p:sp>
        <p:sp>
          <p:nvSpPr>
            <p:cNvPr id="688" name="Freeform: Shape 687">
              <a:extLst>
                <a:ext uri="{FF2B5EF4-FFF2-40B4-BE49-F238E27FC236}">
                  <a16:creationId xmlns:a16="http://schemas.microsoft.com/office/drawing/2014/main" id="{7842A06A-7FD6-20AA-9FD8-FAF5B28B75CF}"/>
                </a:ext>
              </a:extLst>
            </p:cNvPr>
            <p:cNvSpPr/>
            <p:nvPr/>
          </p:nvSpPr>
          <p:spPr>
            <a:xfrm>
              <a:off x="6375987" y="2151483"/>
              <a:ext cx="66279" cy="20663"/>
            </a:xfrm>
            <a:custGeom>
              <a:avLst/>
              <a:gdLst>
                <a:gd name="csX0" fmla="*/ 63484 w 66279"/>
                <a:gd name="csY0" fmla="*/ 309 h 20663"/>
                <a:gd name="csX1" fmla="*/ 1857 w 66279"/>
                <a:gd name="csY1" fmla="*/ 16692 h 20663"/>
                <a:gd name="csX2" fmla="*/ 1857 w 66279"/>
                <a:gd name="csY2" fmla="*/ 20502 h 20663"/>
                <a:gd name="csX3" fmla="*/ 65389 w 66279"/>
                <a:gd name="csY3" fmla="*/ 3643 h 20663"/>
                <a:gd name="csX4" fmla="*/ 63484 w 66279"/>
                <a:gd name="csY4" fmla="*/ 309 h 20663"/>
                <a:gd name="csX5" fmla="*/ 63484 w 66279"/>
                <a:gd name="csY5" fmla="*/ 309 h 20663"/>
              </a:gdLst>
              <a:ahLst/>
              <a:cxnLst>
                <a:cxn ang="0">
                  <a:pos x="csX0" y="csY0"/>
                </a:cxn>
                <a:cxn ang="0">
                  <a:pos x="csX1" y="csY1"/>
                </a:cxn>
                <a:cxn ang="0">
                  <a:pos x="csX2" y="csY2"/>
                </a:cxn>
                <a:cxn ang="0">
                  <a:pos x="csX3" y="csY3"/>
                </a:cxn>
                <a:cxn ang="0">
                  <a:pos x="csX4" y="csY4"/>
                </a:cxn>
                <a:cxn ang="0">
                  <a:pos x="csX5" y="csY5"/>
                </a:cxn>
              </a:cxnLst>
              <a:rect l="l" t="t" r="r" b="b"/>
              <a:pathLst>
                <a:path w="66279" h="20663">
                  <a:moveTo>
                    <a:pt x="63484" y="309"/>
                  </a:moveTo>
                  <a:cubicBezTo>
                    <a:pt x="45196" y="12215"/>
                    <a:pt x="23670" y="17930"/>
                    <a:pt x="1857" y="16692"/>
                  </a:cubicBezTo>
                  <a:cubicBezTo>
                    <a:pt x="-619" y="16597"/>
                    <a:pt x="-619" y="20407"/>
                    <a:pt x="1857" y="20502"/>
                  </a:cubicBezTo>
                  <a:cubicBezTo>
                    <a:pt x="24241" y="21740"/>
                    <a:pt x="46625" y="15835"/>
                    <a:pt x="65389" y="3643"/>
                  </a:cubicBezTo>
                  <a:cubicBezTo>
                    <a:pt x="67485" y="2309"/>
                    <a:pt x="65484" y="-1025"/>
                    <a:pt x="63484" y="309"/>
                  </a:cubicBezTo>
                  <a:lnTo>
                    <a:pt x="63484" y="309"/>
                  </a:lnTo>
                  <a:close/>
                </a:path>
              </a:pathLst>
            </a:custGeom>
            <a:solidFill>
              <a:srgbClr val="5E422E"/>
            </a:solidFill>
            <a:ln w="9525" cap="flat">
              <a:noFill/>
              <a:prstDash val="solid"/>
              <a:miter/>
            </a:ln>
          </p:spPr>
          <p:txBody>
            <a:bodyPr/>
            <a:lstStyle/>
            <a:p>
              <a:endParaRPr lang="en-US"/>
            </a:p>
          </p:txBody>
        </p:sp>
        <p:sp>
          <p:nvSpPr>
            <p:cNvPr id="689" name="Freeform: Shape 688">
              <a:extLst>
                <a:ext uri="{FF2B5EF4-FFF2-40B4-BE49-F238E27FC236}">
                  <a16:creationId xmlns:a16="http://schemas.microsoft.com/office/drawing/2014/main" id="{C2B01EA7-1CB5-B6DC-7AF1-F859C8282CD6}"/>
                </a:ext>
              </a:extLst>
            </p:cNvPr>
            <p:cNvSpPr/>
            <p:nvPr/>
          </p:nvSpPr>
          <p:spPr>
            <a:xfrm>
              <a:off x="6402434" y="1933630"/>
              <a:ext cx="11748" cy="120257"/>
            </a:xfrm>
            <a:custGeom>
              <a:avLst/>
              <a:gdLst>
                <a:gd name="csX0" fmla="*/ 1318 w 11748"/>
                <a:gd name="csY0" fmla="*/ 2326 h 120257"/>
                <a:gd name="csX1" fmla="*/ 80 w 11748"/>
                <a:gd name="csY1" fmla="*/ 117864 h 120257"/>
                <a:gd name="csX2" fmla="*/ 3795 w 11748"/>
                <a:gd name="csY2" fmla="*/ 118912 h 120257"/>
                <a:gd name="csX3" fmla="*/ 5033 w 11748"/>
                <a:gd name="csY3" fmla="*/ 1373 h 120257"/>
                <a:gd name="csX4" fmla="*/ 1318 w 11748"/>
                <a:gd name="csY4" fmla="*/ 2421 h 120257"/>
                <a:gd name="csX5" fmla="*/ 1318 w 11748"/>
                <a:gd name="csY5" fmla="*/ 2421 h 120257"/>
              </a:gdLst>
              <a:ahLst/>
              <a:cxnLst>
                <a:cxn ang="0">
                  <a:pos x="csX0" y="csY0"/>
                </a:cxn>
                <a:cxn ang="0">
                  <a:pos x="csX1" y="csY1"/>
                </a:cxn>
                <a:cxn ang="0">
                  <a:pos x="csX2" y="csY2"/>
                </a:cxn>
                <a:cxn ang="0">
                  <a:pos x="csX3" y="csY3"/>
                </a:cxn>
                <a:cxn ang="0">
                  <a:pos x="csX4" y="csY4"/>
                </a:cxn>
                <a:cxn ang="0">
                  <a:pos x="csX5" y="csY5"/>
                </a:cxn>
              </a:cxnLst>
              <a:rect l="l" t="t" r="r" b="b"/>
              <a:pathLst>
                <a:path w="11748" h="120257">
                  <a:moveTo>
                    <a:pt x="1318" y="2326"/>
                  </a:moveTo>
                  <a:cubicBezTo>
                    <a:pt x="10557" y="40330"/>
                    <a:pt x="10081" y="80050"/>
                    <a:pt x="80" y="117864"/>
                  </a:cubicBezTo>
                  <a:cubicBezTo>
                    <a:pt x="-587" y="120245"/>
                    <a:pt x="3128" y="121293"/>
                    <a:pt x="3795" y="118912"/>
                  </a:cubicBezTo>
                  <a:cubicBezTo>
                    <a:pt x="13986" y="80431"/>
                    <a:pt x="14367" y="40045"/>
                    <a:pt x="5033" y="1373"/>
                  </a:cubicBezTo>
                  <a:cubicBezTo>
                    <a:pt x="4461" y="-1008"/>
                    <a:pt x="747" y="-56"/>
                    <a:pt x="1318" y="2421"/>
                  </a:cubicBezTo>
                  <a:lnTo>
                    <a:pt x="1318" y="2421"/>
                  </a:lnTo>
                  <a:close/>
                </a:path>
              </a:pathLst>
            </a:custGeom>
            <a:solidFill>
              <a:srgbClr val="5E422E"/>
            </a:solidFill>
            <a:ln w="9525" cap="flat">
              <a:noFill/>
              <a:prstDash val="solid"/>
              <a:miter/>
            </a:ln>
          </p:spPr>
          <p:txBody>
            <a:bodyPr/>
            <a:lstStyle/>
            <a:p>
              <a:endParaRPr lang="en-US"/>
            </a:p>
          </p:txBody>
        </p:sp>
        <p:sp>
          <p:nvSpPr>
            <p:cNvPr id="690" name="Freeform: Shape 689">
              <a:extLst>
                <a:ext uri="{FF2B5EF4-FFF2-40B4-BE49-F238E27FC236}">
                  <a16:creationId xmlns:a16="http://schemas.microsoft.com/office/drawing/2014/main" id="{B2D08BB0-76DF-5336-3916-58DD2B304B74}"/>
                </a:ext>
              </a:extLst>
            </p:cNvPr>
            <p:cNvSpPr/>
            <p:nvPr/>
          </p:nvSpPr>
          <p:spPr>
            <a:xfrm>
              <a:off x="6339426" y="1908933"/>
              <a:ext cx="14185" cy="76694"/>
            </a:xfrm>
            <a:custGeom>
              <a:avLst/>
              <a:gdLst>
                <a:gd name="csX0" fmla="*/ 223 w 14185"/>
                <a:gd name="csY0" fmla="*/ 2352 h 76694"/>
                <a:gd name="csX1" fmla="*/ 9938 w 14185"/>
                <a:gd name="csY1" fmla="*/ 74838 h 76694"/>
                <a:gd name="csX2" fmla="*/ 13748 w 14185"/>
                <a:gd name="csY2" fmla="*/ 74838 h 76694"/>
                <a:gd name="csX3" fmla="*/ 3842 w 14185"/>
                <a:gd name="csY3" fmla="*/ 1305 h 76694"/>
                <a:gd name="csX4" fmla="*/ 127 w 14185"/>
                <a:gd name="csY4" fmla="*/ 2352 h 76694"/>
                <a:gd name="csX5" fmla="*/ 127 w 14185"/>
                <a:gd name="csY5" fmla="*/ 2352 h 76694"/>
              </a:gdLst>
              <a:ahLst/>
              <a:cxnLst>
                <a:cxn ang="0">
                  <a:pos x="csX0" y="csY0"/>
                </a:cxn>
                <a:cxn ang="0">
                  <a:pos x="csX1" y="csY1"/>
                </a:cxn>
                <a:cxn ang="0">
                  <a:pos x="csX2" y="csY2"/>
                </a:cxn>
                <a:cxn ang="0">
                  <a:pos x="csX3" y="csY3"/>
                </a:cxn>
                <a:cxn ang="0">
                  <a:pos x="csX4" y="csY4"/>
                </a:cxn>
                <a:cxn ang="0">
                  <a:pos x="csX5" y="csY5"/>
                </a:cxn>
              </a:cxnLst>
              <a:rect l="l" t="t" r="r" b="b"/>
              <a:pathLst>
                <a:path w="14185" h="76694">
                  <a:moveTo>
                    <a:pt x="223" y="2352"/>
                  </a:moveTo>
                  <a:cubicBezTo>
                    <a:pt x="8319" y="25593"/>
                    <a:pt x="11653" y="50263"/>
                    <a:pt x="9938" y="74838"/>
                  </a:cubicBezTo>
                  <a:cubicBezTo>
                    <a:pt x="9748" y="77314"/>
                    <a:pt x="13653" y="77314"/>
                    <a:pt x="13748" y="74838"/>
                  </a:cubicBezTo>
                  <a:cubicBezTo>
                    <a:pt x="15463" y="49977"/>
                    <a:pt x="12129" y="24927"/>
                    <a:pt x="3842" y="1305"/>
                  </a:cubicBezTo>
                  <a:cubicBezTo>
                    <a:pt x="2985" y="-981"/>
                    <a:pt x="-730" y="-29"/>
                    <a:pt x="127" y="2352"/>
                  </a:cubicBezTo>
                  <a:lnTo>
                    <a:pt x="127" y="2352"/>
                  </a:lnTo>
                  <a:close/>
                </a:path>
              </a:pathLst>
            </a:custGeom>
            <a:solidFill>
              <a:srgbClr val="5E422E"/>
            </a:solidFill>
            <a:ln w="9525" cap="flat">
              <a:noFill/>
              <a:prstDash val="solid"/>
              <a:miter/>
            </a:ln>
          </p:spPr>
          <p:txBody>
            <a:bodyPr/>
            <a:lstStyle/>
            <a:p>
              <a:endParaRPr lang="en-US"/>
            </a:p>
          </p:txBody>
        </p:sp>
        <p:sp>
          <p:nvSpPr>
            <p:cNvPr id="693" name="Freeform: Shape 692">
              <a:extLst>
                <a:ext uri="{FF2B5EF4-FFF2-40B4-BE49-F238E27FC236}">
                  <a16:creationId xmlns:a16="http://schemas.microsoft.com/office/drawing/2014/main" id="{E9756F7D-34C7-BA44-4200-2E3BBF6A5734}"/>
                </a:ext>
              </a:extLst>
            </p:cNvPr>
            <p:cNvSpPr/>
            <p:nvPr/>
          </p:nvSpPr>
          <p:spPr>
            <a:xfrm>
              <a:off x="6286990" y="1925193"/>
              <a:ext cx="18110" cy="44180"/>
            </a:xfrm>
            <a:custGeom>
              <a:avLst/>
              <a:gdLst>
                <a:gd name="csX0" fmla="*/ 271 w 18110"/>
                <a:gd name="csY0" fmla="*/ 2951 h 44180"/>
                <a:gd name="csX1" fmla="*/ 14368 w 18110"/>
                <a:gd name="csY1" fmla="*/ 42766 h 44180"/>
                <a:gd name="csX2" fmla="*/ 18083 w 18110"/>
                <a:gd name="csY2" fmla="*/ 41718 h 44180"/>
                <a:gd name="csX3" fmla="*/ 3605 w 18110"/>
                <a:gd name="csY3" fmla="*/ 951 h 44180"/>
                <a:gd name="csX4" fmla="*/ 271 w 18110"/>
                <a:gd name="csY4" fmla="*/ 2856 h 44180"/>
                <a:gd name="csX5" fmla="*/ 271 w 18110"/>
                <a:gd name="csY5" fmla="*/ 2856 h 44180"/>
              </a:gdLst>
              <a:ahLst/>
              <a:cxnLst>
                <a:cxn ang="0">
                  <a:pos x="csX0" y="csY0"/>
                </a:cxn>
                <a:cxn ang="0">
                  <a:pos x="csX1" y="csY1"/>
                </a:cxn>
                <a:cxn ang="0">
                  <a:pos x="csX2" y="csY2"/>
                </a:cxn>
                <a:cxn ang="0">
                  <a:pos x="csX3" y="csY3"/>
                </a:cxn>
                <a:cxn ang="0">
                  <a:pos x="csX4" y="csY4"/>
                </a:cxn>
                <a:cxn ang="0">
                  <a:pos x="csX5" y="csY5"/>
                </a:cxn>
              </a:cxnLst>
              <a:rect l="l" t="t" r="r" b="b"/>
              <a:pathLst>
                <a:path w="18110" h="44180">
                  <a:moveTo>
                    <a:pt x="271" y="2951"/>
                  </a:moveTo>
                  <a:cubicBezTo>
                    <a:pt x="7320" y="15334"/>
                    <a:pt x="12082" y="28764"/>
                    <a:pt x="14368" y="42766"/>
                  </a:cubicBezTo>
                  <a:cubicBezTo>
                    <a:pt x="14749" y="45242"/>
                    <a:pt x="18464" y="44195"/>
                    <a:pt x="18083" y="41718"/>
                  </a:cubicBezTo>
                  <a:cubicBezTo>
                    <a:pt x="15797" y="27335"/>
                    <a:pt x="10844" y="13524"/>
                    <a:pt x="3605" y="951"/>
                  </a:cubicBezTo>
                  <a:cubicBezTo>
                    <a:pt x="2367" y="-1240"/>
                    <a:pt x="-967" y="761"/>
                    <a:pt x="271" y="2856"/>
                  </a:cubicBezTo>
                  <a:lnTo>
                    <a:pt x="271" y="2856"/>
                  </a:lnTo>
                  <a:close/>
                </a:path>
              </a:pathLst>
            </a:custGeom>
            <a:solidFill>
              <a:srgbClr val="5E422E"/>
            </a:solidFill>
            <a:ln w="9525" cap="flat">
              <a:noFill/>
              <a:prstDash val="solid"/>
              <a:miter/>
            </a:ln>
          </p:spPr>
          <p:txBody>
            <a:bodyPr/>
            <a:lstStyle/>
            <a:p>
              <a:endParaRPr lang="en-US"/>
            </a:p>
          </p:txBody>
        </p:sp>
        <p:sp>
          <p:nvSpPr>
            <p:cNvPr id="695" name="Freeform: Shape 694">
              <a:extLst>
                <a:ext uri="{FF2B5EF4-FFF2-40B4-BE49-F238E27FC236}">
                  <a16:creationId xmlns:a16="http://schemas.microsoft.com/office/drawing/2014/main" id="{1A1FFE20-101C-1E54-26EA-A4FB525A326C}"/>
                </a:ext>
              </a:extLst>
            </p:cNvPr>
            <p:cNvSpPr/>
            <p:nvPr/>
          </p:nvSpPr>
          <p:spPr>
            <a:xfrm>
              <a:off x="6248812" y="1951982"/>
              <a:ext cx="21632" cy="42346"/>
            </a:xfrm>
            <a:custGeom>
              <a:avLst/>
              <a:gdLst>
                <a:gd name="csX0" fmla="*/ 444 w 21632"/>
                <a:gd name="csY0" fmla="*/ 3404 h 42346"/>
                <a:gd name="csX1" fmla="*/ 17875 w 21632"/>
                <a:gd name="csY1" fmla="*/ 40932 h 42346"/>
                <a:gd name="csX2" fmla="*/ 21590 w 21632"/>
                <a:gd name="csY2" fmla="*/ 39885 h 42346"/>
                <a:gd name="csX3" fmla="*/ 3207 w 21632"/>
                <a:gd name="csY3" fmla="*/ 642 h 42346"/>
                <a:gd name="csX4" fmla="*/ 444 w 21632"/>
                <a:gd name="csY4" fmla="*/ 3404 h 42346"/>
                <a:gd name="csX5" fmla="*/ 444 w 21632"/>
                <a:gd name="csY5" fmla="*/ 3404 h 42346"/>
              </a:gdLst>
              <a:ahLst/>
              <a:cxnLst>
                <a:cxn ang="0">
                  <a:pos x="csX0" y="csY0"/>
                </a:cxn>
                <a:cxn ang="0">
                  <a:pos x="csX1" y="csY1"/>
                </a:cxn>
                <a:cxn ang="0">
                  <a:pos x="csX2" y="csY2"/>
                </a:cxn>
                <a:cxn ang="0">
                  <a:pos x="csX3" y="csY3"/>
                </a:cxn>
                <a:cxn ang="0">
                  <a:pos x="csX4" y="csY4"/>
                </a:cxn>
                <a:cxn ang="0">
                  <a:pos x="csX5" y="csY5"/>
                </a:cxn>
              </a:cxnLst>
              <a:rect l="l" t="t" r="r" b="b"/>
              <a:pathLst>
                <a:path w="21632" h="42346">
                  <a:moveTo>
                    <a:pt x="444" y="3404"/>
                  </a:moveTo>
                  <a:cubicBezTo>
                    <a:pt x="9207" y="14262"/>
                    <a:pt x="15208" y="27216"/>
                    <a:pt x="17875" y="40932"/>
                  </a:cubicBezTo>
                  <a:cubicBezTo>
                    <a:pt x="18352" y="43409"/>
                    <a:pt x="22066" y="42361"/>
                    <a:pt x="21590" y="39885"/>
                  </a:cubicBezTo>
                  <a:cubicBezTo>
                    <a:pt x="18828" y="25502"/>
                    <a:pt x="12446" y="12071"/>
                    <a:pt x="3207" y="642"/>
                  </a:cubicBezTo>
                  <a:cubicBezTo>
                    <a:pt x="1683" y="-1263"/>
                    <a:pt x="-1080" y="1499"/>
                    <a:pt x="444" y="3404"/>
                  </a:cubicBezTo>
                  <a:lnTo>
                    <a:pt x="444" y="3404"/>
                  </a:lnTo>
                  <a:close/>
                </a:path>
              </a:pathLst>
            </a:custGeom>
            <a:solidFill>
              <a:srgbClr val="5E422E"/>
            </a:solidFill>
            <a:ln w="9525" cap="flat">
              <a:noFill/>
              <a:prstDash val="solid"/>
              <a:miter/>
            </a:ln>
          </p:spPr>
          <p:txBody>
            <a:bodyPr/>
            <a:lstStyle/>
            <a:p>
              <a:endParaRPr lang="en-US"/>
            </a:p>
          </p:txBody>
        </p:sp>
        <p:sp>
          <p:nvSpPr>
            <p:cNvPr id="697" name="Freeform: Shape 696">
              <a:extLst>
                <a:ext uri="{FF2B5EF4-FFF2-40B4-BE49-F238E27FC236}">
                  <a16:creationId xmlns:a16="http://schemas.microsoft.com/office/drawing/2014/main" id="{31BAFCA0-1256-18D5-3A3F-9DF46B4B99FE}"/>
                </a:ext>
              </a:extLst>
            </p:cNvPr>
            <p:cNvSpPr/>
            <p:nvPr/>
          </p:nvSpPr>
          <p:spPr>
            <a:xfrm>
              <a:off x="7821848" y="3245006"/>
              <a:ext cx="94664" cy="157608"/>
            </a:xfrm>
            <a:custGeom>
              <a:avLst/>
              <a:gdLst>
                <a:gd name="csX0" fmla="*/ 87902 w 94664"/>
                <a:gd name="csY0" fmla="*/ 81599 h 157608"/>
                <a:gd name="csX1" fmla="*/ 78091 w 94664"/>
                <a:gd name="csY1" fmla="*/ 49690 h 157608"/>
                <a:gd name="csX2" fmla="*/ 39419 w 94664"/>
                <a:gd name="csY2" fmla="*/ 160 h 157608"/>
                <a:gd name="csX3" fmla="*/ 10749 w 94664"/>
                <a:gd name="csY3" fmla="*/ 2161 h 157608"/>
                <a:gd name="csX4" fmla="*/ 3415 w 94664"/>
                <a:gd name="csY4" fmla="*/ 87886 h 157608"/>
                <a:gd name="csX5" fmla="*/ 9130 w 94664"/>
                <a:gd name="csY5" fmla="*/ 157609 h 157608"/>
                <a:gd name="csX6" fmla="*/ 65709 w 94664"/>
                <a:gd name="csY6" fmla="*/ 141511 h 157608"/>
                <a:gd name="csX7" fmla="*/ 94665 w 94664"/>
                <a:gd name="csY7" fmla="*/ 120461 h 157608"/>
                <a:gd name="csX8" fmla="*/ 87807 w 94664"/>
                <a:gd name="csY8" fmla="*/ 81504 h 1576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4664" h="157608">
                  <a:moveTo>
                    <a:pt x="87902" y="81599"/>
                  </a:moveTo>
                  <a:cubicBezTo>
                    <a:pt x="85616" y="70741"/>
                    <a:pt x="82377" y="59977"/>
                    <a:pt x="78091" y="49690"/>
                  </a:cubicBezTo>
                  <a:cubicBezTo>
                    <a:pt x="70090" y="30450"/>
                    <a:pt x="55993" y="13019"/>
                    <a:pt x="39419" y="160"/>
                  </a:cubicBezTo>
                  <a:cubicBezTo>
                    <a:pt x="38372" y="-697"/>
                    <a:pt x="10749" y="2161"/>
                    <a:pt x="10749" y="2161"/>
                  </a:cubicBezTo>
                  <a:cubicBezTo>
                    <a:pt x="10464" y="30640"/>
                    <a:pt x="2653" y="59406"/>
                    <a:pt x="3415" y="87886"/>
                  </a:cubicBezTo>
                  <a:cubicBezTo>
                    <a:pt x="4177" y="113794"/>
                    <a:pt x="-7824" y="137701"/>
                    <a:pt x="9130" y="157609"/>
                  </a:cubicBezTo>
                  <a:cubicBezTo>
                    <a:pt x="34181" y="157609"/>
                    <a:pt x="53898" y="147988"/>
                    <a:pt x="65709" y="141511"/>
                  </a:cubicBezTo>
                  <a:cubicBezTo>
                    <a:pt x="76662" y="135511"/>
                    <a:pt x="85044" y="128462"/>
                    <a:pt x="94665" y="120461"/>
                  </a:cubicBezTo>
                  <a:cubicBezTo>
                    <a:pt x="92379" y="106364"/>
                    <a:pt x="90569" y="94172"/>
                    <a:pt x="87807" y="81504"/>
                  </a:cubicBezTo>
                  <a:close/>
                </a:path>
              </a:pathLst>
            </a:custGeom>
            <a:solidFill>
              <a:srgbClr val="B37C52"/>
            </a:solidFill>
            <a:ln w="9525" cap="flat">
              <a:noFill/>
              <a:prstDash val="solid"/>
              <a:miter/>
            </a:ln>
          </p:spPr>
          <p:txBody>
            <a:bodyPr/>
            <a:lstStyle/>
            <a:p>
              <a:endParaRPr lang="en-US"/>
            </a:p>
          </p:txBody>
        </p:sp>
        <p:sp>
          <p:nvSpPr>
            <p:cNvPr id="698" name="Freeform: Shape 697">
              <a:extLst>
                <a:ext uri="{FF2B5EF4-FFF2-40B4-BE49-F238E27FC236}">
                  <a16:creationId xmlns:a16="http://schemas.microsoft.com/office/drawing/2014/main" id="{CAA31A6A-25A6-0058-C26C-F8A4C0D58A1F}"/>
                </a:ext>
              </a:extLst>
            </p:cNvPr>
            <p:cNvSpPr/>
            <p:nvPr/>
          </p:nvSpPr>
          <p:spPr>
            <a:xfrm>
              <a:off x="4940998" y="1905939"/>
              <a:ext cx="416327" cy="272998"/>
            </a:xfrm>
            <a:custGeom>
              <a:avLst/>
              <a:gdLst>
                <a:gd name="csX0" fmla="*/ 410909 w 416327"/>
                <a:gd name="csY0" fmla="*/ 13252 h 272998"/>
                <a:gd name="csX1" fmla="*/ 407194 w 416327"/>
                <a:gd name="csY1" fmla="*/ 2203 h 272998"/>
                <a:gd name="csX2" fmla="*/ 386906 w 416327"/>
                <a:gd name="csY2" fmla="*/ 8490 h 272998"/>
                <a:gd name="csX3" fmla="*/ 360712 w 416327"/>
                <a:gd name="csY3" fmla="*/ 14967 h 272998"/>
                <a:gd name="csX4" fmla="*/ 293370 w 416327"/>
                <a:gd name="csY4" fmla="*/ 61925 h 272998"/>
                <a:gd name="csX5" fmla="*/ 214598 w 416327"/>
                <a:gd name="csY5" fmla="*/ 79070 h 272998"/>
                <a:gd name="csX6" fmla="*/ 136779 w 416327"/>
                <a:gd name="csY6" fmla="*/ 99358 h 272998"/>
                <a:gd name="csX7" fmla="*/ 23717 w 416327"/>
                <a:gd name="csY7" fmla="*/ 173844 h 272998"/>
                <a:gd name="csX8" fmla="*/ 0 w 416327"/>
                <a:gd name="csY8" fmla="*/ 261093 h 272998"/>
                <a:gd name="csX9" fmla="*/ 110204 w 416327"/>
                <a:gd name="csY9" fmla="*/ 272999 h 272998"/>
                <a:gd name="csX10" fmla="*/ 137922 w 416327"/>
                <a:gd name="csY10" fmla="*/ 202609 h 272998"/>
                <a:gd name="csX11" fmla="*/ 218027 w 416327"/>
                <a:gd name="csY11" fmla="*/ 172510 h 272998"/>
                <a:gd name="csX12" fmla="*/ 291370 w 416327"/>
                <a:gd name="csY12" fmla="*/ 164414 h 272998"/>
                <a:gd name="csX13" fmla="*/ 389763 w 416327"/>
                <a:gd name="csY13" fmla="*/ 72688 h 272998"/>
                <a:gd name="csX14" fmla="*/ 406527 w 416327"/>
                <a:gd name="csY14" fmla="*/ 47161 h 272998"/>
                <a:gd name="csX15" fmla="*/ 416147 w 416327"/>
                <a:gd name="csY15" fmla="*/ 20396 h 272998"/>
                <a:gd name="csX16" fmla="*/ 411099 w 416327"/>
                <a:gd name="csY16" fmla="*/ 13252 h 2729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16327" h="272998">
                  <a:moveTo>
                    <a:pt x="410909" y="13252"/>
                  </a:moveTo>
                  <a:cubicBezTo>
                    <a:pt x="411290" y="8966"/>
                    <a:pt x="410432" y="4965"/>
                    <a:pt x="407194" y="2203"/>
                  </a:cubicBezTo>
                  <a:cubicBezTo>
                    <a:pt x="401098" y="-3131"/>
                    <a:pt x="393192" y="2108"/>
                    <a:pt x="386906" y="8490"/>
                  </a:cubicBezTo>
                  <a:cubicBezTo>
                    <a:pt x="379381" y="108"/>
                    <a:pt x="367094" y="8966"/>
                    <a:pt x="360712" y="14967"/>
                  </a:cubicBezTo>
                  <a:cubicBezTo>
                    <a:pt x="339661" y="34683"/>
                    <a:pt x="321564" y="52971"/>
                    <a:pt x="293370" y="61925"/>
                  </a:cubicBezTo>
                  <a:cubicBezTo>
                    <a:pt x="267843" y="70021"/>
                    <a:pt x="240697" y="73260"/>
                    <a:pt x="214598" y="79070"/>
                  </a:cubicBezTo>
                  <a:cubicBezTo>
                    <a:pt x="188500" y="84880"/>
                    <a:pt x="162211" y="91071"/>
                    <a:pt x="136779" y="99358"/>
                  </a:cubicBezTo>
                  <a:cubicBezTo>
                    <a:pt x="93821" y="113360"/>
                    <a:pt x="44672" y="133362"/>
                    <a:pt x="23717" y="173844"/>
                  </a:cubicBezTo>
                  <a:cubicBezTo>
                    <a:pt x="8763" y="202895"/>
                    <a:pt x="6477" y="228422"/>
                    <a:pt x="0" y="261093"/>
                  </a:cubicBezTo>
                  <a:lnTo>
                    <a:pt x="110204" y="272999"/>
                  </a:lnTo>
                  <a:cubicBezTo>
                    <a:pt x="118396" y="246138"/>
                    <a:pt x="128206" y="219754"/>
                    <a:pt x="137922" y="202609"/>
                  </a:cubicBezTo>
                  <a:cubicBezTo>
                    <a:pt x="153448" y="175368"/>
                    <a:pt x="189452" y="173463"/>
                    <a:pt x="218027" y="172510"/>
                  </a:cubicBezTo>
                  <a:cubicBezTo>
                    <a:pt x="242697" y="171748"/>
                    <a:pt x="267748" y="173177"/>
                    <a:pt x="291370" y="164414"/>
                  </a:cubicBezTo>
                  <a:cubicBezTo>
                    <a:pt x="334137" y="148507"/>
                    <a:pt x="363760" y="108121"/>
                    <a:pt x="389763" y="72688"/>
                  </a:cubicBezTo>
                  <a:cubicBezTo>
                    <a:pt x="395764" y="64497"/>
                    <a:pt x="401669" y="56115"/>
                    <a:pt x="406527" y="47161"/>
                  </a:cubicBezTo>
                  <a:cubicBezTo>
                    <a:pt x="410147" y="40398"/>
                    <a:pt x="417576" y="28778"/>
                    <a:pt x="416147" y="20396"/>
                  </a:cubicBezTo>
                  <a:cubicBezTo>
                    <a:pt x="415576" y="16967"/>
                    <a:pt x="413480" y="14490"/>
                    <a:pt x="411099" y="13252"/>
                  </a:cubicBezTo>
                  <a:close/>
                </a:path>
              </a:pathLst>
            </a:custGeom>
            <a:solidFill>
              <a:srgbClr val="FFDCA6"/>
            </a:solidFill>
            <a:ln w="9525" cap="flat">
              <a:noFill/>
              <a:prstDash val="solid"/>
              <a:miter/>
            </a:ln>
          </p:spPr>
          <p:txBody>
            <a:bodyPr/>
            <a:lstStyle/>
            <a:p>
              <a:endParaRPr lang="en-US"/>
            </a:p>
          </p:txBody>
        </p:sp>
        <p:sp>
          <p:nvSpPr>
            <p:cNvPr id="708" name="Freeform: Shape 707">
              <a:extLst>
                <a:ext uri="{FF2B5EF4-FFF2-40B4-BE49-F238E27FC236}">
                  <a16:creationId xmlns:a16="http://schemas.microsoft.com/office/drawing/2014/main" id="{675956E0-261A-5F6D-A235-F54512F1A9F6}"/>
                </a:ext>
              </a:extLst>
            </p:cNvPr>
            <p:cNvSpPr/>
            <p:nvPr/>
          </p:nvSpPr>
          <p:spPr>
            <a:xfrm>
              <a:off x="5177786" y="1913731"/>
              <a:ext cx="154832" cy="117790"/>
            </a:xfrm>
            <a:custGeom>
              <a:avLst/>
              <a:gdLst>
                <a:gd name="csX0" fmla="*/ 149832 w 154832"/>
                <a:gd name="csY0" fmla="*/ 2126 h 117790"/>
                <a:gd name="csX1" fmla="*/ 127258 w 154832"/>
                <a:gd name="csY1" fmla="*/ 47751 h 117790"/>
                <a:gd name="csX2" fmla="*/ 94301 w 154832"/>
                <a:gd name="csY2" fmla="*/ 81374 h 117790"/>
                <a:gd name="csX3" fmla="*/ 49534 w 154832"/>
                <a:gd name="csY3" fmla="*/ 102996 h 117790"/>
                <a:gd name="csX4" fmla="*/ 1242 w 154832"/>
                <a:gd name="csY4" fmla="*/ 114426 h 117790"/>
                <a:gd name="csX5" fmla="*/ 2195 w 154832"/>
                <a:gd name="csY5" fmla="*/ 117760 h 117790"/>
                <a:gd name="csX6" fmla="*/ 100683 w 154832"/>
                <a:gd name="csY6" fmla="*/ 80517 h 117790"/>
                <a:gd name="csX7" fmla="*/ 138116 w 154832"/>
                <a:gd name="csY7" fmla="*/ 40417 h 117790"/>
                <a:gd name="csX8" fmla="*/ 153261 w 154832"/>
                <a:gd name="csY8" fmla="*/ 1174 h 117790"/>
                <a:gd name="csX9" fmla="*/ 149927 w 154832"/>
                <a:gd name="csY9" fmla="*/ 2126 h 117790"/>
                <a:gd name="csX10" fmla="*/ 149927 w 154832"/>
                <a:gd name="csY10" fmla="*/ 2126 h 1177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54832" h="117790">
                  <a:moveTo>
                    <a:pt x="149832" y="2126"/>
                  </a:moveTo>
                  <a:cubicBezTo>
                    <a:pt x="156404" y="19271"/>
                    <a:pt x="137354" y="36131"/>
                    <a:pt x="127258" y="47751"/>
                  </a:cubicBezTo>
                  <a:cubicBezTo>
                    <a:pt x="116971" y="59562"/>
                    <a:pt x="106398" y="71564"/>
                    <a:pt x="94301" y="81374"/>
                  </a:cubicBezTo>
                  <a:cubicBezTo>
                    <a:pt x="81157" y="92042"/>
                    <a:pt x="65536" y="98043"/>
                    <a:pt x="49534" y="102996"/>
                  </a:cubicBezTo>
                  <a:cubicBezTo>
                    <a:pt x="33722" y="107949"/>
                    <a:pt x="17530" y="111664"/>
                    <a:pt x="1242" y="114426"/>
                  </a:cubicBezTo>
                  <a:cubicBezTo>
                    <a:pt x="-949" y="114807"/>
                    <a:pt x="4" y="118141"/>
                    <a:pt x="2195" y="117760"/>
                  </a:cubicBezTo>
                  <a:cubicBezTo>
                    <a:pt x="36104" y="112140"/>
                    <a:pt x="74299" y="103853"/>
                    <a:pt x="100683" y="80517"/>
                  </a:cubicBezTo>
                  <a:cubicBezTo>
                    <a:pt x="114304" y="68420"/>
                    <a:pt x="126496" y="54419"/>
                    <a:pt x="138116" y="40417"/>
                  </a:cubicBezTo>
                  <a:cubicBezTo>
                    <a:pt x="147165" y="29463"/>
                    <a:pt x="159167" y="16414"/>
                    <a:pt x="153261" y="1174"/>
                  </a:cubicBezTo>
                  <a:cubicBezTo>
                    <a:pt x="152499" y="-922"/>
                    <a:pt x="149070" y="31"/>
                    <a:pt x="149927" y="2126"/>
                  </a:cubicBezTo>
                  <a:lnTo>
                    <a:pt x="149927" y="2126"/>
                  </a:lnTo>
                  <a:close/>
                </a:path>
              </a:pathLst>
            </a:custGeom>
            <a:solidFill>
              <a:srgbClr val="C9A167"/>
            </a:solidFill>
            <a:ln w="9525" cap="flat">
              <a:noFill/>
              <a:prstDash val="solid"/>
              <a:miter/>
            </a:ln>
          </p:spPr>
          <p:txBody>
            <a:bodyPr/>
            <a:lstStyle/>
            <a:p>
              <a:endParaRPr lang="en-US"/>
            </a:p>
          </p:txBody>
        </p:sp>
        <p:sp>
          <p:nvSpPr>
            <p:cNvPr id="709" name="Freeform: Shape 708">
              <a:extLst>
                <a:ext uri="{FF2B5EF4-FFF2-40B4-BE49-F238E27FC236}">
                  <a16:creationId xmlns:a16="http://schemas.microsoft.com/office/drawing/2014/main" id="{997B9B5A-26FE-37CE-A698-69966E137547}"/>
                </a:ext>
              </a:extLst>
            </p:cNvPr>
            <p:cNvSpPr/>
            <p:nvPr/>
          </p:nvSpPr>
          <p:spPr>
            <a:xfrm>
              <a:off x="5230364" y="1920059"/>
              <a:ext cx="124349" cy="126909"/>
            </a:xfrm>
            <a:custGeom>
              <a:avLst/>
              <a:gdLst>
                <a:gd name="csX0" fmla="*/ 120876 w 124349"/>
                <a:gd name="csY0" fmla="*/ 1228 h 126909"/>
                <a:gd name="csX1" fmla="*/ 73537 w 124349"/>
                <a:gd name="csY1" fmla="*/ 77999 h 126909"/>
                <a:gd name="csX2" fmla="*/ 41723 w 124349"/>
                <a:gd name="csY2" fmla="*/ 108956 h 126909"/>
                <a:gd name="csX3" fmla="*/ 1242 w 124349"/>
                <a:gd name="csY3" fmla="*/ 123529 h 126909"/>
                <a:gd name="csX4" fmla="*/ 2195 w 124349"/>
                <a:gd name="csY4" fmla="*/ 126863 h 126909"/>
                <a:gd name="csX5" fmla="*/ 43438 w 124349"/>
                <a:gd name="csY5" fmla="*/ 111908 h 126909"/>
                <a:gd name="csX6" fmla="*/ 75918 w 124349"/>
                <a:gd name="csY6" fmla="*/ 80381 h 126909"/>
                <a:gd name="csX7" fmla="*/ 124210 w 124349"/>
                <a:gd name="csY7" fmla="*/ 2085 h 126909"/>
                <a:gd name="csX8" fmla="*/ 120876 w 124349"/>
                <a:gd name="csY8" fmla="*/ 1133 h 126909"/>
                <a:gd name="csX9" fmla="*/ 120876 w 124349"/>
                <a:gd name="csY9" fmla="*/ 1133 h 1269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4349" h="126909">
                  <a:moveTo>
                    <a:pt x="120876" y="1228"/>
                  </a:moveTo>
                  <a:cubicBezTo>
                    <a:pt x="109256" y="29327"/>
                    <a:pt x="93158" y="54854"/>
                    <a:pt x="73537" y="77999"/>
                  </a:cubicBezTo>
                  <a:cubicBezTo>
                    <a:pt x="64012" y="89239"/>
                    <a:pt x="54392" y="101145"/>
                    <a:pt x="41723" y="108956"/>
                  </a:cubicBezTo>
                  <a:cubicBezTo>
                    <a:pt x="29436" y="116576"/>
                    <a:pt x="15244" y="120290"/>
                    <a:pt x="1242" y="123529"/>
                  </a:cubicBezTo>
                  <a:cubicBezTo>
                    <a:pt x="-949" y="124005"/>
                    <a:pt x="4" y="127339"/>
                    <a:pt x="2195" y="126863"/>
                  </a:cubicBezTo>
                  <a:cubicBezTo>
                    <a:pt x="16482" y="123529"/>
                    <a:pt x="30865" y="119719"/>
                    <a:pt x="43438" y="111908"/>
                  </a:cubicBezTo>
                  <a:cubicBezTo>
                    <a:pt x="56392" y="103907"/>
                    <a:pt x="66203" y="91811"/>
                    <a:pt x="75918" y="80381"/>
                  </a:cubicBezTo>
                  <a:cubicBezTo>
                    <a:pt x="96016" y="56854"/>
                    <a:pt x="112304" y="30755"/>
                    <a:pt x="124210" y="2085"/>
                  </a:cubicBezTo>
                  <a:cubicBezTo>
                    <a:pt x="125067" y="-10"/>
                    <a:pt x="121733" y="-868"/>
                    <a:pt x="120876" y="1133"/>
                  </a:cubicBezTo>
                  <a:lnTo>
                    <a:pt x="120876" y="1133"/>
                  </a:lnTo>
                  <a:close/>
                </a:path>
              </a:pathLst>
            </a:custGeom>
            <a:solidFill>
              <a:srgbClr val="C9A167"/>
            </a:solidFill>
            <a:ln w="9525" cap="flat">
              <a:noFill/>
              <a:prstDash val="solid"/>
              <a:miter/>
            </a:ln>
          </p:spPr>
          <p:txBody>
            <a:bodyPr/>
            <a:lstStyle/>
            <a:p>
              <a:endParaRPr lang="en-US"/>
            </a:p>
          </p:txBody>
        </p:sp>
        <p:sp>
          <p:nvSpPr>
            <p:cNvPr id="710" name="Freeform: Shape 709">
              <a:extLst>
                <a:ext uri="{FF2B5EF4-FFF2-40B4-BE49-F238E27FC236}">
                  <a16:creationId xmlns:a16="http://schemas.microsoft.com/office/drawing/2014/main" id="{B97D2466-52C2-B398-51FA-7D083DB314E6}"/>
                </a:ext>
              </a:extLst>
            </p:cNvPr>
            <p:cNvSpPr/>
            <p:nvPr/>
          </p:nvSpPr>
          <p:spPr>
            <a:xfrm>
              <a:off x="5031668" y="2099161"/>
              <a:ext cx="46588" cy="14568"/>
            </a:xfrm>
            <a:custGeom>
              <a:avLst/>
              <a:gdLst>
                <a:gd name="csX0" fmla="*/ 44394 w 46588"/>
                <a:gd name="csY0" fmla="*/ 10244 h 14568"/>
                <a:gd name="csX1" fmla="*/ 2484 w 46588"/>
                <a:gd name="csY1" fmla="*/ 338 h 14568"/>
                <a:gd name="csX2" fmla="*/ 770 w 46588"/>
                <a:gd name="csY2" fmla="*/ 3291 h 14568"/>
                <a:gd name="csX3" fmla="*/ 45347 w 46588"/>
                <a:gd name="csY3" fmla="*/ 13578 h 14568"/>
                <a:gd name="csX4" fmla="*/ 44394 w 46588"/>
                <a:gd name="csY4" fmla="*/ 10244 h 14568"/>
                <a:gd name="csX5" fmla="*/ 44394 w 46588"/>
                <a:gd name="csY5" fmla="*/ 10244 h 14568"/>
              </a:gdLst>
              <a:ahLst/>
              <a:cxnLst>
                <a:cxn ang="0">
                  <a:pos x="csX0" y="csY0"/>
                </a:cxn>
                <a:cxn ang="0">
                  <a:pos x="csX1" y="csY1"/>
                </a:cxn>
                <a:cxn ang="0">
                  <a:pos x="csX2" y="csY2"/>
                </a:cxn>
                <a:cxn ang="0">
                  <a:pos x="csX3" y="csY3"/>
                </a:cxn>
                <a:cxn ang="0">
                  <a:pos x="csX4" y="csY4"/>
                </a:cxn>
                <a:cxn ang="0">
                  <a:pos x="csX5" y="csY5"/>
                </a:cxn>
              </a:cxnLst>
              <a:rect l="l" t="t" r="r" b="b"/>
              <a:pathLst>
                <a:path w="46588" h="14568">
                  <a:moveTo>
                    <a:pt x="44394" y="10244"/>
                  </a:moveTo>
                  <a:cubicBezTo>
                    <a:pt x="29726" y="13006"/>
                    <a:pt x="14391" y="9292"/>
                    <a:pt x="2484" y="338"/>
                  </a:cubicBezTo>
                  <a:cubicBezTo>
                    <a:pt x="675" y="-996"/>
                    <a:pt x="-1040" y="1957"/>
                    <a:pt x="770" y="3291"/>
                  </a:cubicBezTo>
                  <a:cubicBezTo>
                    <a:pt x="13438" y="12816"/>
                    <a:pt x="29821" y="16531"/>
                    <a:pt x="45347" y="13578"/>
                  </a:cubicBezTo>
                  <a:cubicBezTo>
                    <a:pt x="47538" y="13197"/>
                    <a:pt x="46585" y="9863"/>
                    <a:pt x="44394" y="10244"/>
                  </a:cubicBezTo>
                  <a:lnTo>
                    <a:pt x="44394" y="10244"/>
                  </a:lnTo>
                  <a:close/>
                </a:path>
              </a:pathLst>
            </a:custGeom>
            <a:solidFill>
              <a:srgbClr val="C9A167"/>
            </a:solidFill>
            <a:ln w="9525" cap="flat">
              <a:noFill/>
              <a:prstDash val="solid"/>
              <a:miter/>
            </a:ln>
          </p:spPr>
          <p:txBody>
            <a:bodyPr/>
            <a:lstStyle/>
            <a:p>
              <a:endParaRPr lang="en-US"/>
            </a:p>
          </p:txBody>
        </p:sp>
        <p:sp>
          <p:nvSpPr>
            <p:cNvPr id="711" name="Freeform: Shape 710">
              <a:extLst>
                <a:ext uri="{FF2B5EF4-FFF2-40B4-BE49-F238E27FC236}">
                  <a16:creationId xmlns:a16="http://schemas.microsoft.com/office/drawing/2014/main" id="{30AAA6C9-8351-A175-D507-0187FD45BA66}"/>
                </a:ext>
              </a:extLst>
            </p:cNvPr>
            <p:cNvSpPr/>
            <p:nvPr/>
          </p:nvSpPr>
          <p:spPr>
            <a:xfrm>
              <a:off x="4413789" y="2113120"/>
              <a:ext cx="657701" cy="588454"/>
            </a:xfrm>
            <a:custGeom>
              <a:avLst/>
              <a:gdLst>
                <a:gd name="csX0" fmla="*/ 512731 w 657701"/>
                <a:gd name="csY0" fmla="*/ 0 h 588454"/>
                <a:gd name="csX1" fmla="*/ 468535 w 657701"/>
                <a:gd name="csY1" fmla="*/ 178308 h 588454"/>
                <a:gd name="csX2" fmla="*/ 429006 w 657701"/>
                <a:gd name="csY2" fmla="*/ 274320 h 588454"/>
                <a:gd name="csX3" fmla="*/ 414052 w 657701"/>
                <a:gd name="csY3" fmla="*/ 307848 h 588454"/>
                <a:gd name="csX4" fmla="*/ 193739 w 657701"/>
                <a:gd name="csY4" fmla="*/ 335090 h 588454"/>
                <a:gd name="csX5" fmla="*/ 0 w 657701"/>
                <a:gd name="csY5" fmla="*/ 308800 h 588454"/>
                <a:gd name="csX6" fmla="*/ 39529 w 657701"/>
                <a:gd name="csY6" fmla="*/ 588455 h 588454"/>
                <a:gd name="csX7" fmla="*/ 433388 w 657701"/>
                <a:gd name="csY7" fmla="*/ 517303 h 588454"/>
                <a:gd name="csX8" fmla="*/ 552641 w 657701"/>
                <a:gd name="csY8" fmla="*/ 415861 h 588454"/>
                <a:gd name="csX9" fmla="*/ 657701 w 657701"/>
                <a:gd name="csY9" fmla="*/ 43244 h 588454"/>
                <a:gd name="csX10" fmla="*/ 512731 w 657701"/>
                <a:gd name="csY10" fmla="*/ 0 h 58845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57701" h="588454">
                  <a:moveTo>
                    <a:pt x="512731" y="0"/>
                  </a:moveTo>
                  <a:cubicBezTo>
                    <a:pt x="512731" y="0"/>
                    <a:pt x="492538" y="116681"/>
                    <a:pt x="468535" y="178308"/>
                  </a:cubicBezTo>
                  <a:cubicBezTo>
                    <a:pt x="455962" y="210598"/>
                    <a:pt x="442817" y="242602"/>
                    <a:pt x="429006" y="274320"/>
                  </a:cubicBezTo>
                  <a:cubicBezTo>
                    <a:pt x="424148" y="285464"/>
                    <a:pt x="419005" y="296609"/>
                    <a:pt x="414052" y="307848"/>
                  </a:cubicBezTo>
                  <a:cubicBezTo>
                    <a:pt x="341281" y="321945"/>
                    <a:pt x="267748" y="331375"/>
                    <a:pt x="193739" y="335090"/>
                  </a:cubicBezTo>
                  <a:cubicBezTo>
                    <a:pt x="155162" y="337090"/>
                    <a:pt x="38576" y="307848"/>
                    <a:pt x="0" y="308800"/>
                  </a:cubicBezTo>
                  <a:lnTo>
                    <a:pt x="39529" y="588455"/>
                  </a:lnTo>
                  <a:cubicBezTo>
                    <a:pt x="94679" y="576453"/>
                    <a:pt x="328898" y="545402"/>
                    <a:pt x="433388" y="517303"/>
                  </a:cubicBezTo>
                  <a:cubicBezTo>
                    <a:pt x="480155" y="504730"/>
                    <a:pt x="514445" y="478631"/>
                    <a:pt x="552641" y="415861"/>
                  </a:cubicBezTo>
                  <a:cubicBezTo>
                    <a:pt x="582073" y="367475"/>
                    <a:pt x="639128" y="226028"/>
                    <a:pt x="657701" y="43244"/>
                  </a:cubicBezTo>
                  <a:cubicBezTo>
                    <a:pt x="657701" y="43244"/>
                    <a:pt x="572072" y="28194"/>
                    <a:pt x="512731" y="0"/>
                  </a:cubicBezTo>
                  <a:close/>
                </a:path>
              </a:pathLst>
            </a:custGeom>
            <a:solidFill>
              <a:srgbClr val="5E9DFF"/>
            </a:solidFill>
            <a:ln w="9525" cap="flat">
              <a:noFill/>
              <a:prstDash val="solid"/>
              <a:miter/>
            </a:ln>
          </p:spPr>
          <p:txBody>
            <a:bodyPr/>
            <a:lstStyle/>
            <a:p>
              <a:endParaRPr lang="en-US"/>
            </a:p>
          </p:txBody>
        </p:sp>
        <p:sp>
          <p:nvSpPr>
            <p:cNvPr id="712" name="Freeform: Shape 711">
              <a:extLst>
                <a:ext uri="{FF2B5EF4-FFF2-40B4-BE49-F238E27FC236}">
                  <a16:creationId xmlns:a16="http://schemas.microsoft.com/office/drawing/2014/main" id="{B6A1AFAD-6377-7F36-0427-E256A1C04930}"/>
                </a:ext>
              </a:extLst>
            </p:cNvPr>
            <p:cNvSpPr/>
            <p:nvPr/>
          </p:nvSpPr>
          <p:spPr>
            <a:xfrm>
              <a:off x="4023108" y="5003204"/>
              <a:ext cx="244186" cy="475891"/>
            </a:xfrm>
            <a:custGeom>
              <a:avLst/>
              <a:gdLst>
                <a:gd name="csX0" fmla="*/ 165891 w 244186"/>
                <a:gd name="csY0" fmla="*/ 266596 h 475891"/>
                <a:gd name="csX1" fmla="*/ 186656 w 244186"/>
                <a:gd name="csY1" fmla="*/ 10374 h 475891"/>
                <a:gd name="csX2" fmla="*/ 17111 w 244186"/>
                <a:gd name="csY2" fmla="*/ 9802 h 475891"/>
                <a:gd name="csX3" fmla="*/ 8348 w 244186"/>
                <a:gd name="csY3" fmla="*/ 187253 h 475891"/>
                <a:gd name="csX4" fmla="*/ 3871 w 244186"/>
                <a:gd name="csY4" fmla="*/ 194873 h 475891"/>
                <a:gd name="csX5" fmla="*/ 3014 w 244186"/>
                <a:gd name="csY5" fmla="*/ 222210 h 475891"/>
                <a:gd name="csX6" fmla="*/ 119409 w 244186"/>
                <a:gd name="csY6" fmla="*/ 454906 h 475891"/>
                <a:gd name="csX7" fmla="*/ 143889 w 244186"/>
                <a:gd name="csY7" fmla="*/ 471003 h 475891"/>
                <a:gd name="csX8" fmla="*/ 224851 w 244186"/>
                <a:gd name="csY8" fmla="*/ 475861 h 475891"/>
                <a:gd name="csX9" fmla="*/ 244187 w 244186"/>
                <a:gd name="csY9" fmla="*/ 458906 h 475891"/>
                <a:gd name="csX10" fmla="*/ 233709 w 244186"/>
                <a:gd name="csY10" fmla="*/ 435474 h 475891"/>
                <a:gd name="csX11" fmla="*/ 165796 w 244186"/>
                <a:gd name="csY11" fmla="*/ 266596 h 4758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44186" h="475891">
                  <a:moveTo>
                    <a:pt x="165891" y="266596"/>
                  </a:moveTo>
                  <a:cubicBezTo>
                    <a:pt x="157319" y="216114"/>
                    <a:pt x="170463" y="162298"/>
                    <a:pt x="186656" y="10374"/>
                  </a:cubicBezTo>
                  <a:cubicBezTo>
                    <a:pt x="186656" y="10374"/>
                    <a:pt x="14253" y="-12581"/>
                    <a:pt x="17111" y="9802"/>
                  </a:cubicBezTo>
                  <a:cubicBezTo>
                    <a:pt x="19206" y="26185"/>
                    <a:pt x="8348" y="187253"/>
                    <a:pt x="8348" y="187253"/>
                  </a:cubicBezTo>
                  <a:lnTo>
                    <a:pt x="3871" y="194873"/>
                  </a:lnTo>
                  <a:cubicBezTo>
                    <a:pt x="-987" y="203255"/>
                    <a:pt x="-1272" y="213542"/>
                    <a:pt x="3014" y="222210"/>
                  </a:cubicBezTo>
                  <a:lnTo>
                    <a:pt x="119409" y="454906"/>
                  </a:lnTo>
                  <a:cubicBezTo>
                    <a:pt x="124077" y="464240"/>
                    <a:pt x="133411" y="470336"/>
                    <a:pt x="143889" y="471003"/>
                  </a:cubicBezTo>
                  <a:lnTo>
                    <a:pt x="224851" y="475861"/>
                  </a:lnTo>
                  <a:cubicBezTo>
                    <a:pt x="234948" y="476432"/>
                    <a:pt x="243615" y="468907"/>
                    <a:pt x="244187" y="458906"/>
                  </a:cubicBezTo>
                  <a:lnTo>
                    <a:pt x="233709" y="435474"/>
                  </a:lnTo>
                  <a:cubicBezTo>
                    <a:pt x="191037" y="385087"/>
                    <a:pt x="174845" y="319841"/>
                    <a:pt x="165796" y="266596"/>
                  </a:cubicBezTo>
                  <a:close/>
                </a:path>
              </a:pathLst>
            </a:custGeom>
            <a:solidFill>
              <a:srgbClr val="FFDCA6"/>
            </a:solidFill>
            <a:ln w="9525" cap="flat">
              <a:noFill/>
              <a:prstDash val="solid"/>
              <a:miter/>
            </a:ln>
          </p:spPr>
          <p:txBody>
            <a:bodyPr/>
            <a:lstStyle/>
            <a:p>
              <a:endParaRPr lang="en-US"/>
            </a:p>
          </p:txBody>
        </p:sp>
        <p:sp>
          <p:nvSpPr>
            <p:cNvPr id="713" name="Freeform: Shape 712">
              <a:extLst>
                <a:ext uri="{FF2B5EF4-FFF2-40B4-BE49-F238E27FC236}">
                  <a16:creationId xmlns:a16="http://schemas.microsoft.com/office/drawing/2014/main" id="{7068B6B6-2208-C911-4665-786F28F5C21D}"/>
                </a:ext>
              </a:extLst>
            </p:cNvPr>
            <p:cNvSpPr/>
            <p:nvPr/>
          </p:nvSpPr>
          <p:spPr>
            <a:xfrm>
              <a:off x="3965404" y="5189314"/>
              <a:ext cx="399153" cy="348452"/>
            </a:xfrm>
            <a:custGeom>
              <a:avLst/>
              <a:gdLst>
                <a:gd name="csX0" fmla="*/ 66623 w 399153"/>
                <a:gd name="csY0" fmla="*/ 95 h 348452"/>
                <a:gd name="csX1" fmla="*/ 172256 w 399153"/>
                <a:gd name="csY1" fmla="*/ 208407 h 348452"/>
                <a:gd name="csX2" fmla="*/ 283222 w 399153"/>
                <a:gd name="csY2" fmla="*/ 254889 h 348452"/>
                <a:gd name="csX3" fmla="*/ 291509 w 399153"/>
                <a:gd name="csY3" fmla="*/ 249364 h 348452"/>
                <a:gd name="csX4" fmla="*/ 377900 w 399153"/>
                <a:gd name="csY4" fmla="*/ 283178 h 348452"/>
                <a:gd name="csX5" fmla="*/ 389045 w 399153"/>
                <a:gd name="csY5" fmla="*/ 334232 h 348452"/>
                <a:gd name="csX6" fmla="*/ 348373 w 399153"/>
                <a:gd name="csY6" fmla="*/ 348329 h 348452"/>
                <a:gd name="csX7" fmla="*/ 214356 w 399153"/>
                <a:gd name="csY7" fmla="*/ 340233 h 348452"/>
                <a:gd name="csX8" fmla="*/ 24713 w 399153"/>
                <a:gd name="csY8" fmla="*/ 328803 h 348452"/>
                <a:gd name="csX9" fmla="*/ 19856 w 399153"/>
                <a:gd name="csY9" fmla="*/ 328517 h 348452"/>
                <a:gd name="csX10" fmla="*/ 13474 w 399153"/>
                <a:gd name="csY10" fmla="*/ 321850 h 348452"/>
                <a:gd name="csX11" fmla="*/ 425 w 399153"/>
                <a:gd name="csY11" fmla="*/ 117253 h 348452"/>
                <a:gd name="csX12" fmla="*/ 13474 w 399153"/>
                <a:gd name="csY12" fmla="*/ 49816 h 348452"/>
                <a:gd name="csX13" fmla="*/ 66623 w 399153"/>
                <a:gd name="csY13" fmla="*/ 0 h 3484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399153" h="348452">
                  <a:moveTo>
                    <a:pt x="66623" y="95"/>
                  </a:moveTo>
                  <a:cubicBezTo>
                    <a:pt x="66623" y="95"/>
                    <a:pt x="99485" y="35243"/>
                    <a:pt x="172256" y="208407"/>
                  </a:cubicBezTo>
                  <a:cubicBezTo>
                    <a:pt x="186543" y="242411"/>
                    <a:pt x="251027" y="273272"/>
                    <a:pt x="283222" y="254889"/>
                  </a:cubicBezTo>
                  <a:cubicBezTo>
                    <a:pt x="288556" y="251841"/>
                    <a:pt x="291509" y="249364"/>
                    <a:pt x="291509" y="249364"/>
                  </a:cubicBezTo>
                  <a:lnTo>
                    <a:pt x="377900" y="283178"/>
                  </a:lnTo>
                  <a:cubicBezTo>
                    <a:pt x="395331" y="291751"/>
                    <a:pt x="409523" y="314039"/>
                    <a:pt x="389045" y="334232"/>
                  </a:cubicBezTo>
                  <a:cubicBezTo>
                    <a:pt x="378472" y="344710"/>
                    <a:pt x="363327" y="349282"/>
                    <a:pt x="348373" y="348329"/>
                  </a:cubicBezTo>
                  <a:lnTo>
                    <a:pt x="214356" y="340233"/>
                  </a:lnTo>
                  <a:cubicBezTo>
                    <a:pt x="190829" y="338804"/>
                    <a:pt x="28142" y="329089"/>
                    <a:pt x="24713" y="328803"/>
                  </a:cubicBezTo>
                  <a:lnTo>
                    <a:pt x="19856" y="328517"/>
                  </a:lnTo>
                  <a:cubicBezTo>
                    <a:pt x="16236" y="328327"/>
                    <a:pt x="13474" y="325374"/>
                    <a:pt x="13474" y="321850"/>
                  </a:cubicBezTo>
                  <a:cubicBezTo>
                    <a:pt x="13283" y="283273"/>
                    <a:pt x="4044" y="162687"/>
                    <a:pt x="425" y="117253"/>
                  </a:cubicBezTo>
                  <a:cubicBezTo>
                    <a:pt x="-1385" y="94012"/>
                    <a:pt x="2520" y="70485"/>
                    <a:pt x="13474" y="49816"/>
                  </a:cubicBezTo>
                  <a:cubicBezTo>
                    <a:pt x="23189" y="31337"/>
                    <a:pt x="39477" y="12097"/>
                    <a:pt x="66623" y="0"/>
                  </a:cubicBezTo>
                  <a:close/>
                </a:path>
              </a:pathLst>
            </a:custGeom>
            <a:solidFill>
              <a:srgbClr val="051C2C"/>
            </a:solidFill>
            <a:ln w="9525" cap="flat">
              <a:noFill/>
              <a:prstDash val="solid"/>
              <a:miter/>
            </a:ln>
          </p:spPr>
          <p:txBody>
            <a:bodyPr/>
            <a:lstStyle/>
            <a:p>
              <a:endParaRPr lang="en-US"/>
            </a:p>
          </p:txBody>
        </p:sp>
        <p:sp>
          <p:nvSpPr>
            <p:cNvPr id="714" name="Freeform: Shape 713">
              <a:extLst>
                <a:ext uri="{FF2B5EF4-FFF2-40B4-BE49-F238E27FC236}">
                  <a16:creationId xmlns:a16="http://schemas.microsoft.com/office/drawing/2014/main" id="{1CBF021E-29FA-8D85-0312-F6BC9C50E39A}"/>
                </a:ext>
              </a:extLst>
            </p:cNvPr>
            <p:cNvSpPr/>
            <p:nvPr/>
          </p:nvSpPr>
          <p:spPr>
            <a:xfrm>
              <a:off x="3985640" y="3480910"/>
              <a:ext cx="491299" cy="1606295"/>
            </a:xfrm>
            <a:custGeom>
              <a:avLst/>
              <a:gdLst>
                <a:gd name="csX0" fmla="*/ 357092 w 491299"/>
                <a:gd name="csY0" fmla="*/ 1048036 h 1606295"/>
                <a:gd name="csX1" fmla="*/ 434340 w 491299"/>
                <a:gd name="csY1" fmla="*/ 774383 h 1606295"/>
                <a:gd name="csX2" fmla="*/ 455581 w 491299"/>
                <a:gd name="csY2" fmla="*/ 492347 h 1606295"/>
                <a:gd name="csX3" fmla="*/ 491299 w 491299"/>
                <a:gd name="csY3" fmla="*/ 209836 h 1606295"/>
                <a:gd name="csX4" fmla="*/ 99441 w 491299"/>
                <a:gd name="csY4" fmla="*/ 0 h 1606295"/>
                <a:gd name="csX5" fmla="*/ 123730 w 491299"/>
                <a:gd name="csY5" fmla="*/ 593026 h 1606295"/>
                <a:gd name="csX6" fmla="*/ 137065 w 491299"/>
                <a:gd name="csY6" fmla="*/ 762381 h 1606295"/>
                <a:gd name="csX7" fmla="*/ 99536 w 491299"/>
                <a:gd name="csY7" fmla="*/ 909066 h 1606295"/>
                <a:gd name="csX8" fmla="*/ 18669 w 491299"/>
                <a:gd name="csY8" fmla="*/ 1209104 h 1606295"/>
                <a:gd name="csX9" fmla="*/ 0 w 491299"/>
                <a:gd name="csY9" fmla="*/ 1552861 h 1606295"/>
                <a:gd name="csX10" fmla="*/ 229076 w 491299"/>
                <a:gd name="csY10" fmla="*/ 1606296 h 1606295"/>
                <a:gd name="csX11" fmla="*/ 357188 w 491299"/>
                <a:gd name="csY11" fmla="*/ 1048036 h 16062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91299" h="1606295">
                  <a:moveTo>
                    <a:pt x="357092" y="1048036"/>
                  </a:moveTo>
                  <a:cubicBezTo>
                    <a:pt x="384905" y="957167"/>
                    <a:pt x="421005" y="868966"/>
                    <a:pt x="434340" y="774383"/>
                  </a:cubicBezTo>
                  <a:cubicBezTo>
                    <a:pt x="447485" y="681133"/>
                    <a:pt x="447485" y="586168"/>
                    <a:pt x="455581" y="492347"/>
                  </a:cubicBezTo>
                  <a:cubicBezTo>
                    <a:pt x="463772" y="397764"/>
                    <a:pt x="475964" y="303562"/>
                    <a:pt x="491299" y="209836"/>
                  </a:cubicBezTo>
                  <a:lnTo>
                    <a:pt x="99441" y="0"/>
                  </a:lnTo>
                  <a:cubicBezTo>
                    <a:pt x="82963" y="197834"/>
                    <a:pt x="90773" y="397097"/>
                    <a:pt x="123730" y="593026"/>
                  </a:cubicBezTo>
                  <a:cubicBezTo>
                    <a:pt x="133160" y="649224"/>
                    <a:pt x="142970" y="705231"/>
                    <a:pt x="137065" y="762381"/>
                  </a:cubicBezTo>
                  <a:cubicBezTo>
                    <a:pt x="131826" y="812768"/>
                    <a:pt x="117062" y="861632"/>
                    <a:pt x="99536" y="909066"/>
                  </a:cubicBezTo>
                  <a:cubicBezTo>
                    <a:pt x="63246" y="1007745"/>
                    <a:pt x="30861" y="1103471"/>
                    <a:pt x="18669" y="1209104"/>
                  </a:cubicBezTo>
                  <a:cubicBezTo>
                    <a:pt x="5143" y="1326547"/>
                    <a:pt x="25527" y="1436560"/>
                    <a:pt x="0" y="1552861"/>
                  </a:cubicBezTo>
                  <a:cubicBezTo>
                    <a:pt x="85820" y="1591056"/>
                    <a:pt x="135350" y="1599724"/>
                    <a:pt x="229076" y="1606296"/>
                  </a:cubicBezTo>
                  <a:cubicBezTo>
                    <a:pt x="252412" y="1411034"/>
                    <a:pt x="299466" y="1236726"/>
                    <a:pt x="357188" y="1048036"/>
                  </a:cubicBezTo>
                  <a:close/>
                </a:path>
              </a:pathLst>
            </a:custGeom>
            <a:solidFill>
              <a:srgbClr val="99C4FF"/>
            </a:solidFill>
            <a:ln w="9525" cap="flat">
              <a:noFill/>
              <a:prstDash val="solid"/>
              <a:miter/>
            </a:ln>
          </p:spPr>
          <p:txBody>
            <a:bodyPr/>
            <a:lstStyle/>
            <a:p>
              <a:endParaRPr lang="en-US"/>
            </a:p>
          </p:txBody>
        </p:sp>
        <p:sp>
          <p:nvSpPr>
            <p:cNvPr id="715" name="Freeform: Shape 714">
              <a:extLst>
                <a:ext uri="{FF2B5EF4-FFF2-40B4-BE49-F238E27FC236}">
                  <a16:creationId xmlns:a16="http://schemas.microsoft.com/office/drawing/2014/main" id="{5663675E-19D0-41C7-E534-15D2380674EA}"/>
                </a:ext>
              </a:extLst>
            </p:cNvPr>
            <p:cNvSpPr/>
            <p:nvPr/>
          </p:nvSpPr>
          <p:spPr>
            <a:xfrm>
              <a:off x="4969298" y="5012571"/>
              <a:ext cx="311456" cy="481162"/>
            </a:xfrm>
            <a:custGeom>
              <a:avLst/>
              <a:gdLst>
                <a:gd name="csX0" fmla="*/ 222112 w 311456"/>
                <a:gd name="csY0" fmla="*/ 275518 h 481162"/>
                <a:gd name="csX1" fmla="*/ 155723 w 311456"/>
                <a:gd name="csY1" fmla="*/ 9008 h 481162"/>
                <a:gd name="csX2" fmla="*/ 84 w 311456"/>
                <a:gd name="csY2" fmla="*/ 39488 h 481162"/>
                <a:gd name="csX3" fmla="*/ 60377 w 311456"/>
                <a:gd name="csY3" fmla="*/ 205414 h 481162"/>
                <a:gd name="csX4" fmla="*/ 56377 w 311456"/>
                <a:gd name="csY4" fmla="*/ 213319 h 481162"/>
                <a:gd name="csX5" fmla="*/ 57139 w 311456"/>
                <a:gd name="csY5" fmla="*/ 240656 h 481162"/>
                <a:gd name="csX6" fmla="*/ 186679 w 311456"/>
                <a:gd name="csY6" fmla="*/ 466303 h 481162"/>
                <a:gd name="csX7" fmla="*/ 212015 w 311456"/>
                <a:gd name="csY7" fmla="*/ 480972 h 481162"/>
                <a:gd name="csX8" fmla="*/ 293168 w 311456"/>
                <a:gd name="csY8" fmla="*/ 481162 h 481162"/>
                <a:gd name="csX9" fmla="*/ 311456 w 311456"/>
                <a:gd name="csY9" fmla="*/ 463160 h 481162"/>
                <a:gd name="csX10" fmla="*/ 299645 w 311456"/>
                <a:gd name="csY10" fmla="*/ 440300 h 481162"/>
                <a:gd name="csX11" fmla="*/ 222207 w 311456"/>
                <a:gd name="csY11" fmla="*/ 275518 h 4811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11456" h="481162">
                  <a:moveTo>
                    <a:pt x="222112" y="275518"/>
                  </a:moveTo>
                  <a:cubicBezTo>
                    <a:pt x="201823" y="232465"/>
                    <a:pt x="190298" y="157693"/>
                    <a:pt x="155723" y="9008"/>
                  </a:cubicBezTo>
                  <a:cubicBezTo>
                    <a:pt x="149817" y="-16233"/>
                    <a:pt x="-4107" y="17295"/>
                    <a:pt x="84" y="39488"/>
                  </a:cubicBezTo>
                  <a:cubicBezTo>
                    <a:pt x="3132" y="55776"/>
                    <a:pt x="60377" y="205414"/>
                    <a:pt x="60377" y="205414"/>
                  </a:cubicBezTo>
                  <a:lnTo>
                    <a:pt x="56377" y="213319"/>
                  </a:lnTo>
                  <a:cubicBezTo>
                    <a:pt x="51995" y="221987"/>
                    <a:pt x="52281" y="232179"/>
                    <a:pt x="57139" y="240656"/>
                  </a:cubicBezTo>
                  <a:lnTo>
                    <a:pt x="186679" y="466303"/>
                  </a:lnTo>
                  <a:cubicBezTo>
                    <a:pt x="191822" y="475352"/>
                    <a:pt x="201538" y="480972"/>
                    <a:pt x="212015" y="480972"/>
                  </a:cubicBezTo>
                  <a:lnTo>
                    <a:pt x="293168" y="481162"/>
                  </a:lnTo>
                  <a:cubicBezTo>
                    <a:pt x="303265" y="481162"/>
                    <a:pt x="311456" y="473161"/>
                    <a:pt x="311456" y="463160"/>
                  </a:cubicBezTo>
                  <a:lnTo>
                    <a:pt x="299645" y="440300"/>
                  </a:lnTo>
                  <a:cubicBezTo>
                    <a:pt x="254116" y="392485"/>
                    <a:pt x="245162" y="324381"/>
                    <a:pt x="222207" y="275518"/>
                  </a:cubicBezTo>
                  <a:close/>
                </a:path>
              </a:pathLst>
            </a:custGeom>
            <a:solidFill>
              <a:srgbClr val="FFDCA6"/>
            </a:solidFill>
            <a:ln w="9525" cap="flat">
              <a:noFill/>
              <a:prstDash val="solid"/>
              <a:miter/>
            </a:ln>
          </p:spPr>
          <p:txBody>
            <a:bodyPr/>
            <a:lstStyle/>
            <a:p>
              <a:endParaRPr lang="en-US"/>
            </a:p>
          </p:txBody>
        </p:sp>
        <p:sp>
          <p:nvSpPr>
            <p:cNvPr id="716" name="Freeform: Shape 715">
              <a:extLst>
                <a:ext uri="{FF2B5EF4-FFF2-40B4-BE49-F238E27FC236}">
                  <a16:creationId xmlns:a16="http://schemas.microsoft.com/office/drawing/2014/main" id="{4A059479-6BF2-0250-925C-00803CEDBB54}"/>
                </a:ext>
              </a:extLst>
            </p:cNvPr>
            <p:cNvSpPr/>
            <p:nvPr/>
          </p:nvSpPr>
          <p:spPr>
            <a:xfrm>
              <a:off x="4969352" y="5216842"/>
              <a:ext cx="410652" cy="331565"/>
            </a:xfrm>
            <a:custGeom>
              <a:avLst/>
              <a:gdLst>
                <a:gd name="csX0" fmla="*/ 60704 w 410652"/>
                <a:gd name="csY0" fmla="*/ 0 h 331565"/>
                <a:gd name="csX1" fmla="*/ 178052 w 410652"/>
                <a:gd name="csY1" fmla="*/ 201930 h 331565"/>
                <a:gd name="csX2" fmla="*/ 291495 w 410652"/>
                <a:gd name="csY2" fmla="*/ 241935 h 331565"/>
                <a:gd name="csX3" fmla="*/ 299496 w 410652"/>
                <a:gd name="csY3" fmla="*/ 235934 h 331565"/>
                <a:gd name="csX4" fmla="*/ 387698 w 410652"/>
                <a:gd name="csY4" fmla="*/ 264795 h 331565"/>
                <a:gd name="csX5" fmla="*/ 401795 w 410652"/>
                <a:gd name="csY5" fmla="*/ 315087 h 331565"/>
                <a:gd name="csX6" fmla="*/ 361980 w 410652"/>
                <a:gd name="csY6" fmla="*/ 331565 h 331565"/>
                <a:gd name="csX7" fmla="*/ 227678 w 410652"/>
                <a:gd name="csY7" fmla="*/ 331184 h 331565"/>
                <a:gd name="csX8" fmla="*/ 37654 w 410652"/>
                <a:gd name="csY8" fmla="*/ 330613 h 331565"/>
                <a:gd name="csX9" fmla="*/ 32796 w 410652"/>
                <a:gd name="csY9" fmla="*/ 330613 h 331565"/>
                <a:gd name="csX10" fmla="*/ 26033 w 410652"/>
                <a:gd name="csY10" fmla="*/ 324326 h 331565"/>
                <a:gd name="csX11" fmla="*/ 1268 w 410652"/>
                <a:gd name="csY11" fmla="*/ 120872 h 331565"/>
                <a:gd name="csX12" fmla="*/ 10412 w 410652"/>
                <a:gd name="csY12" fmla="*/ 52768 h 331565"/>
                <a:gd name="csX13" fmla="*/ 60609 w 410652"/>
                <a:gd name="csY13" fmla="*/ 0 h 3315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410652" h="331565">
                  <a:moveTo>
                    <a:pt x="60704" y="0"/>
                  </a:moveTo>
                  <a:cubicBezTo>
                    <a:pt x="60704" y="0"/>
                    <a:pt x="95566" y="33147"/>
                    <a:pt x="178052" y="201930"/>
                  </a:cubicBezTo>
                  <a:cubicBezTo>
                    <a:pt x="194245" y="235077"/>
                    <a:pt x="260444" y="262223"/>
                    <a:pt x="291495" y="241935"/>
                  </a:cubicBezTo>
                  <a:cubicBezTo>
                    <a:pt x="296639" y="238601"/>
                    <a:pt x="299496" y="235934"/>
                    <a:pt x="299496" y="235934"/>
                  </a:cubicBezTo>
                  <a:lnTo>
                    <a:pt x="387698" y="264795"/>
                  </a:lnTo>
                  <a:cubicBezTo>
                    <a:pt x="405509" y="272320"/>
                    <a:pt x="421035" y="293846"/>
                    <a:pt x="401795" y="315087"/>
                  </a:cubicBezTo>
                  <a:cubicBezTo>
                    <a:pt x="391793" y="326136"/>
                    <a:pt x="376934" y="331565"/>
                    <a:pt x="361980" y="331565"/>
                  </a:cubicBezTo>
                  <a:lnTo>
                    <a:pt x="227678" y="331184"/>
                  </a:lnTo>
                  <a:cubicBezTo>
                    <a:pt x="204056" y="331184"/>
                    <a:pt x="41083" y="330708"/>
                    <a:pt x="37654" y="330613"/>
                  </a:cubicBezTo>
                  <a:lnTo>
                    <a:pt x="32796" y="330613"/>
                  </a:lnTo>
                  <a:cubicBezTo>
                    <a:pt x="29177" y="330613"/>
                    <a:pt x="26224" y="327850"/>
                    <a:pt x="26033" y="324326"/>
                  </a:cubicBezTo>
                  <a:cubicBezTo>
                    <a:pt x="23652" y="285750"/>
                    <a:pt x="7460" y="165925"/>
                    <a:pt x="1268" y="120872"/>
                  </a:cubicBezTo>
                  <a:cubicBezTo>
                    <a:pt x="-1875" y="97726"/>
                    <a:pt x="697" y="74009"/>
                    <a:pt x="10412" y="52768"/>
                  </a:cubicBezTo>
                  <a:cubicBezTo>
                    <a:pt x="19080" y="33814"/>
                    <a:pt x="34225" y="13621"/>
                    <a:pt x="60609" y="0"/>
                  </a:cubicBezTo>
                  <a:close/>
                </a:path>
              </a:pathLst>
            </a:custGeom>
            <a:solidFill>
              <a:srgbClr val="051C2C"/>
            </a:solidFill>
            <a:ln w="9525" cap="flat">
              <a:noFill/>
              <a:prstDash val="solid"/>
              <a:miter/>
            </a:ln>
          </p:spPr>
          <p:txBody>
            <a:bodyPr/>
            <a:lstStyle/>
            <a:p>
              <a:endParaRPr lang="en-US"/>
            </a:p>
          </p:txBody>
        </p:sp>
        <p:sp>
          <p:nvSpPr>
            <p:cNvPr id="717" name="Freeform: Shape 716">
              <a:extLst>
                <a:ext uri="{FF2B5EF4-FFF2-40B4-BE49-F238E27FC236}">
                  <a16:creationId xmlns:a16="http://schemas.microsoft.com/office/drawing/2014/main" id="{4227541B-E4B8-4D0B-46E2-63AE54CC7CEE}"/>
                </a:ext>
              </a:extLst>
            </p:cNvPr>
            <p:cNvSpPr/>
            <p:nvPr/>
          </p:nvSpPr>
          <p:spPr>
            <a:xfrm>
              <a:off x="4312062" y="3744658"/>
              <a:ext cx="872394" cy="1415891"/>
            </a:xfrm>
            <a:custGeom>
              <a:avLst/>
              <a:gdLst>
                <a:gd name="csX0" fmla="*/ 721805 w 872394"/>
                <a:gd name="csY0" fmla="*/ 802195 h 1415891"/>
                <a:gd name="csX1" fmla="*/ 660749 w 872394"/>
                <a:gd name="csY1" fmla="*/ 524447 h 1415891"/>
                <a:gd name="csX2" fmla="*/ 546354 w 872394"/>
                <a:gd name="csY2" fmla="*/ 265843 h 1415891"/>
                <a:gd name="csX3" fmla="*/ 444532 w 872394"/>
                <a:gd name="csY3" fmla="*/ 0 h 1415891"/>
                <a:gd name="csX4" fmla="*/ 0 w 872394"/>
                <a:gd name="csY4" fmla="*/ 0 h 1415891"/>
                <a:gd name="csX5" fmla="*/ 301276 w 872394"/>
                <a:gd name="csY5" fmla="*/ 511302 h 1415891"/>
                <a:gd name="csX6" fmla="*/ 392906 w 872394"/>
                <a:gd name="csY6" fmla="*/ 654272 h 1415891"/>
                <a:gd name="csX7" fmla="*/ 429101 w 872394"/>
                <a:gd name="csY7" fmla="*/ 801338 h 1415891"/>
                <a:gd name="csX8" fmla="*/ 499491 w 872394"/>
                <a:gd name="csY8" fmla="*/ 1104043 h 1415891"/>
                <a:gd name="csX9" fmla="*/ 645224 w 872394"/>
                <a:gd name="csY9" fmla="*/ 1415891 h 1415891"/>
                <a:gd name="csX10" fmla="*/ 872395 w 872394"/>
                <a:gd name="csY10" fmla="*/ 1354836 h 1415891"/>
                <a:gd name="csX11" fmla="*/ 721805 w 872394"/>
                <a:gd name="csY11" fmla="*/ 802195 h 14158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872394" h="1415891">
                  <a:moveTo>
                    <a:pt x="721805" y="802195"/>
                  </a:moveTo>
                  <a:cubicBezTo>
                    <a:pt x="703421" y="708946"/>
                    <a:pt x="693706" y="614172"/>
                    <a:pt x="660749" y="524447"/>
                  </a:cubicBezTo>
                  <a:cubicBezTo>
                    <a:pt x="628269" y="435959"/>
                    <a:pt x="583502" y="352330"/>
                    <a:pt x="546354" y="265843"/>
                  </a:cubicBezTo>
                  <a:cubicBezTo>
                    <a:pt x="508921" y="178594"/>
                    <a:pt x="475202" y="89821"/>
                    <a:pt x="444532" y="0"/>
                  </a:cubicBezTo>
                  <a:lnTo>
                    <a:pt x="0" y="0"/>
                  </a:lnTo>
                  <a:cubicBezTo>
                    <a:pt x="78867" y="182118"/>
                    <a:pt x="179737" y="354234"/>
                    <a:pt x="301276" y="511302"/>
                  </a:cubicBezTo>
                  <a:cubicBezTo>
                    <a:pt x="336137" y="556355"/>
                    <a:pt x="371189" y="601123"/>
                    <a:pt x="392906" y="654272"/>
                  </a:cubicBezTo>
                  <a:cubicBezTo>
                    <a:pt x="412052" y="701230"/>
                    <a:pt x="422053" y="751237"/>
                    <a:pt x="429101" y="801338"/>
                  </a:cubicBezTo>
                  <a:cubicBezTo>
                    <a:pt x="443675" y="905447"/>
                    <a:pt x="460343" y="1005173"/>
                    <a:pt x="499491" y="1104043"/>
                  </a:cubicBezTo>
                  <a:cubicBezTo>
                    <a:pt x="543020" y="1214056"/>
                    <a:pt x="612934" y="1301306"/>
                    <a:pt x="645224" y="1415891"/>
                  </a:cubicBezTo>
                  <a:cubicBezTo>
                    <a:pt x="738950" y="1409033"/>
                    <a:pt x="786670" y="1393317"/>
                    <a:pt x="872395" y="1354836"/>
                  </a:cubicBezTo>
                  <a:cubicBezTo>
                    <a:pt x="800862" y="1171670"/>
                    <a:pt x="760000" y="995743"/>
                    <a:pt x="721805" y="802195"/>
                  </a:cubicBezTo>
                  <a:close/>
                </a:path>
              </a:pathLst>
            </a:custGeom>
            <a:solidFill>
              <a:srgbClr val="99C4FF"/>
            </a:solidFill>
            <a:ln w="9525" cap="flat">
              <a:noFill/>
              <a:prstDash val="solid"/>
              <a:miter/>
            </a:ln>
          </p:spPr>
          <p:txBody>
            <a:bodyPr/>
            <a:lstStyle/>
            <a:p>
              <a:endParaRPr lang="en-US"/>
            </a:p>
          </p:txBody>
        </p:sp>
        <p:sp>
          <p:nvSpPr>
            <p:cNvPr id="718" name="Freeform: Shape 717">
              <a:extLst>
                <a:ext uri="{FF2B5EF4-FFF2-40B4-BE49-F238E27FC236}">
                  <a16:creationId xmlns:a16="http://schemas.microsoft.com/office/drawing/2014/main" id="{D576E158-482E-661A-16C8-CB8BAA3B95F6}"/>
                </a:ext>
              </a:extLst>
            </p:cNvPr>
            <p:cNvSpPr/>
            <p:nvPr/>
          </p:nvSpPr>
          <p:spPr>
            <a:xfrm>
              <a:off x="3838606" y="1737452"/>
              <a:ext cx="723465" cy="1251386"/>
            </a:xfrm>
            <a:custGeom>
              <a:avLst/>
              <a:gdLst>
                <a:gd name="csX0" fmla="*/ 715296 w 723465"/>
                <a:gd name="csY0" fmla="*/ 161356 h 1251386"/>
                <a:gd name="csX1" fmla="*/ 696722 w 723465"/>
                <a:gd name="csY1" fmla="*/ 88680 h 1251386"/>
                <a:gd name="csX2" fmla="*/ 651002 w 723465"/>
                <a:gd name="csY2" fmla="*/ 72964 h 1251386"/>
                <a:gd name="csX3" fmla="*/ 641096 w 723465"/>
                <a:gd name="csY3" fmla="*/ 73345 h 1251386"/>
                <a:gd name="csX4" fmla="*/ 596710 w 723465"/>
                <a:gd name="csY4" fmla="*/ 40674 h 1251386"/>
                <a:gd name="csX5" fmla="*/ 511271 w 723465"/>
                <a:gd name="csY5" fmla="*/ 2765 h 1251386"/>
                <a:gd name="csX6" fmla="*/ 439738 w 723465"/>
                <a:gd name="csY6" fmla="*/ 2479 h 1251386"/>
                <a:gd name="csX7" fmla="*/ 367919 w 723465"/>
                <a:gd name="csY7" fmla="*/ 15338 h 1251386"/>
                <a:gd name="csX8" fmla="*/ 145606 w 723465"/>
                <a:gd name="csY8" fmla="*/ 424437 h 1251386"/>
                <a:gd name="csX9" fmla="*/ 112173 w 723465"/>
                <a:gd name="csY9" fmla="*/ 518925 h 1251386"/>
                <a:gd name="csX10" fmla="*/ 41212 w 723465"/>
                <a:gd name="csY10" fmla="*/ 696756 h 1251386"/>
                <a:gd name="csX11" fmla="*/ 21781 w 723465"/>
                <a:gd name="csY11" fmla="*/ 906021 h 1251386"/>
                <a:gd name="csX12" fmla="*/ 5493 w 723465"/>
                <a:gd name="csY12" fmla="*/ 1029274 h 1251386"/>
                <a:gd name="csX13" fmla="*/ 6350 w 723465"/>
                <a:gd name="csY13" fmla="*/ 1143098 h 1251386"/>
                <a:gd name="csX14" fmla="*/ 6636 w 723465"/>
                <a:gd name="csY14" fmla="*/ 1143479 h 1251386"/>
                <a:gd name="csX15" fmla="*/ 6636 w 723465"/>
                <a:gd name="csY15" fmla="*/ 1144051 h 1251386"/>
                <a:gd name="csX16" fmla="*/ 10446 w 723465"/>
                <a:gd name="csY16" fmla="*/ 1144051 h 1251386"/>
                <a:gd name="csX17" fmla="*/ 19971 w 723465"/>
                <a:gd name="csY17" fmla="*/ 1109760 h 1251386"/>
                <a:gd name="csX18" fmla="*/ 33687 w 723465"/>
                <a:gd name="csY18" fmla="*/ 1250064 h 1251386"/>
                <a:gd name="csX19" fmla="*/ 37402 w 723465"/>
                <a:gd name="csY19" fmla="*/ 1249588 h 1251386"/>
                <a:gd name="csX20" fmla="*/ 60167 w 723465"/>
                <a:gd name="csY20" fmla="*/ 1111094 h 1251386"/>
                <a:gd name="csX21" fmla="*/ 61024 w 723465"/>
                <a:gd name="csY21" fmla="*/ 1225108 h 1251386"/>
                <a:gd name="csX22" fmla="*/ 64739 w 723465"/>
                <a:gd name="csY22" fmla="*/ 1224632 h 1251386"/>
                <a:gd name="csX23" fmla="*/ 88361 w 723465"/>
                <a:gd name="csY23" fmla="*/ 1132430 h 1251386"/>
                <a:gd name="csX24" fmla="*/ 87599 w 723465"/>
                <a:gd name="csY24" fmla="*/ 1189485 h 1251386"/>
                <a:gd name="csX25" fmla="*/ 89789 w 723465"/>
                <a:gd name="csY25" fmla="*/ 1220822 h 1251386"/>
                <a:gd name="csX26" fmla="*/ 94647 w 723465"/>
                <a:gd name="csY26" fmla="*/ 1241872 h 1251386"/>
                <a:gd name="csX27" fmla="*/ 97790 w 723465"/>
                <a:gd name="csY27" fmla="*/ 1241015 h 1251386"/>
                <a:gd name="csX28" fmla="*/ 703009 w 723465"/>
                <a:gd name="csY28" fmla="*/ 333854 h 1251386"/>
                <a:gd name="csX29" fmla="*/ 721868 w 723465"/>
                <a:gd name="csY29" fmla="*/ 246605 h 1251386"/>
                <a:gd name="csX30" fmla="*/ 715582 w 723465"/>
                <a:gd name="csY30" fmla="*/ 161451 h 12513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Lst>
              <a:rect l="l" t="t" r="r" b="b"/>
              <a:pathLst>
                <a:path w="723465" h="1251386">
                  <a:moveTo>
                    <a:pt x="715296" y="161356"/>
                  </a:moveTo>
                  <a:cubicBezTo>
                    <a:pt x="712153" y="136877"/>
                    <a:pt x="715582" y="108016"/>
                    <a:pt x="696722" y="88680"/>
                  </a:cubicBezTo>
                  <a:cubicBezTo>
                    <a:pt x="684721" y="76393"/>
                    <a:pt x="667671" y="70964"/>
                    <a:pt x="651002" y="72964"/>
                  </a:cubicBezTo>
                  <a:cubicBezTo>
                    <a:pt x="645097" y="72583"/>
                    <a:pt x="641096" y="73345"/>
                    <a:pt x="641096" y="73345"/>
                  </a:cubicBezTo>
                  <a:cubicBezTo>
                    <a:pt x="631571" y="61725"/>
                    <a:pt x="615855" y="50485"/>
                    <a:pt x="596710" y="40674"/>
                  </a:cubicBezTo>
                  <a:cubicBezTo>
                    <a:pt x="570707" y="22958"/>
                    <a:pt x="542608" y="8385"/>
                    <a:pt x="511271" y="2765"/>
                  </a:cubicBezTo>
                  <a:cubicBezTo>
                    <a:pt x="487649" y="-1521"/>
                    <a:pt x="463550" y="-188"/>
                    <a:pt x="439738" y="2479"/>
                  </a:cubicBezTo>
                  <a:cubicBezTo>
                    <a:pt x="415925" y="5146"/>
                    <a:pt x="389541" y="4670"/>
                    <a:pt x="367919" y="15338"/>
                  </a:cubicBezTo>
                  <a:cubicBezTo>
                    <a:pt x="201422" y="97443"/>
                    <a:pt x="154655" y="389194"/>
                    <a:pt x="145606" y="424437"/>
                  </a:cubicBezTo>
                  <a:cubicBezTo>
                    <a:pt x="137224" y="456822"/>
                    <a:pt x="125222" y="488159"/>
                    <a:pt x="112173" y="518925"/>
                  </a:cubicBezTo>
                  <a:cubicBezTo>
                    <a:pt x="87218" y="577599"/>
                    <a:pt x="57976" y="634939"/>
                    <a:pt x="41212" y="696756"/>
                  </a:cubicBezTo>
                  <a:cubicBezTo>
                    <a:pt x="22638" y="765146"/>
                    <a:pt x="25591" y="835917"/>
                    <a:pt x="21781" y="906021"/>
                  </a:cubicBezTo>
                  <a:cubicBezTo>
                    <a:pt x="19495" y="947645"/>
                    <a:pt x="11780" y="988126"/>
                    <a:pt x="5493" y="1029274"/>
                  </a:cubicBezTo>
                  <a:cubicBezTo>
                    <a:pt x="-412" y="1067089"/>
                    <a:pt x="-3460" y="1105665"/>
                    <a:pt x="6350" y="1143098"/>
                  </a:cubicBezTo>
                  <a:cubicBezTo>
                    <a:pt x="6350" y="1143289"/>
                    <a:pt x="6541" y="1143289"/>
                    <a:pt x="6636" y="1143479"/>
                  </a:cubicBezTo>
                  <a:cubicBezTo>
                    <a:pt x="6636" y="1143669"/>
                    <a:pt x="6636" y="1143860"/>
                    <a:pt x="6636" y="1144051"/>
                  </a:cubicBezTo>
                  <a:cubicBezTo>
                    <a:pt x="6350" y="1146432"/>
                    <a:pt x="10065" y="1146432"/>
                    <a:pt x="10446" y="1144051"/>
                  </a:cubicBezTo>
                  <a:cubicBezTo>
                    <a:pt x="11970" y="1132049"/>
                    <a:pt x="15209" y="1120714"/>
                    <a:pt x="19971" y="1109760"/>
                  </a:cubicBezTo>
                  <a:cubicBezTo>
                    <a:pt x="18828" y="1157005"/>
                    <a:pt x="19781" y="1204534"/>
                    <a:pt x="33687" y="1250064"/>
                  </a:cubicBezTo>
                  <a:cubicBezTo>
                    <a:pt x="34354" y="1252159"/>
                    <a:pt x="37211" y="1251588"/>
                    <a:pt x="37402" y="1249588"/>
                  </a:cubicBezTo>
                  <a:cubicBezTo>
                    <a:pt x="41593" y="1202915"/>
                    <a:pt x="46165" y="1155861"/>
                    <a:pt x="60167" y="1111094"/>
                  </a:cubicBezTo>
                  <a:cubicBezTo>
                    <a:pt x="54928" y="1149099"/>
                    <a:pt x="51689" y="1187485"/>
                    <a:pt x="61024" y="1225108"/>
                  </a:cubicBezTo>
                  <a:cubicBezTo>
                    <a:pt x="61595" y="1227204"/>
                    <a:pt x="64643" y="1226727"/>
                    <a:pt x="64739" y="1224632"/>
                  </a:cubicBezTo>
                  <a:cubicBezTo>
                    <a:pt x="66167" y="1192438"/>
                    <a:pt x="74359" y="1161291"/>
                    <a:pt x="88361" y="1132430"/>
                  </a:cubicBezTo>
                  <a:cubicBezTo>
                    <a:pt x="87218" y="1151385"/>
                    <a:pt x="86837" y="1170435"/>
                    <a:pt x="87599" y="1189485"/>
                  </a:cubicBezTo>
                  <a:cubicBezTo>
                    <a:pt x="87980" y="1199962"/>
                    <a:pt x="88742" y="1210440"/>
                    <a:pt x="89789" y="1220822"/>
                  </a:cubicBezTo>
                  <a:cubicBezTo>
                    <a:pt x="90456" y="1227585"/>
                    <a:pt x="89789" y="1236443"/>
                    <a:pt x="94647" y="1241872"/>
                  </a:cubicBezTo>
                  <a:cubicBezTo>
                    <a:pt x="95600" y="1243015"/>
                    <a:pt x="97409" y="1242348"/>
                    <a:pt x="97790" y="1241015"/>
                  </a:cubicBezTo>
                  <a:cubicBezTo>
                    <a:pt x="119888" y="1167958"/>
                    <a:pt x="702628" y="342712"/>
                    <a:pt x="703009" y="333854"/>
                  </a:cubicBezTo>
                  <a:cubicBezTo>
                    <a:pt x="704247" y="303945"/>
                    <a:pt x="717011" y="275942"/>
                    <a:pt x="721868" y="246605"/>
                  </a:cubicBezTo>
                  <a:cubicBezTo>
                    <a:pt x="726726" y="217363"/>
                    <a:pt x="719297" y="190217"/>
                    <a:pt x="715582" y="161451"/>
                  </a:cubicBezTo>
                  <a:close/>
                </a:path>
              </a:pathLst>
            </a:custGeom>
            <a:solidFill>
              <a:srgbClr val="38221F"/>
            </a:solidFill>
            <a:ln w="9525" cap="flat">
              <a:noFill/>
              <a:prstDash val="solid"/>
              <a:miter/>
            </a:ln>
          </p:spPr>
          <p:txBody>
            <a:bodyPr/>
            <a:lstStyle/>
            <a:p>
              <a:endParaRPr lang="en-US"/>
            </a:p>
          </p:txBody>
        </p:sp>
        <p:sp>
          <p:nvSpPr>
            <p:cNvPr id="719" name="Freeform: Shape 718">
              <a:extLst>
                <a:ext uri="{FF2B5EF4-FFF2-40B4-BE49-F238E27FC236}">
                  <a16:creationId xmlns:a16="http://schemas.microsoft.com/office/drawing/2014/main" id="{C2FC7012-AAA6-5E33-8945-4684388E895F}"/>
                </a:ext>
              </a:extLst>
            </p:cNvPr>
            <p:cNvSpPr/>
            <p:nvPr/>
          </p:nvSpPr>
          <p:spPr>
            <a:xfrm>
              <a:off x="4184522" y="1874614"/>
              <a:ext cx="401825" cy="563403"/>
            </a:xfrm>
            <a:custGeom>
              <a:avLst/>
              <a:gdLst>
                <a:gd name="csX0" fmla="*/ 187357 w 401825"/>
                <a:gd name="csY0" fmla="*/ 563404 h 563403"/>
                <a:gd name="csX1" fmla="*/ 86773 w 401825"/>
                <a:gd name="csY1" fmla="*/ 476726 h 563403"/>
                <a:gd name="csX2" fmla="*/ 7525 w 401825"/>
                <a:gd name="csY2" fmla="*/ 435578 h 563403"/>
                <a:gd name="csX3" fmla="*/ 0 w 401825"/>
                <a:gd name="csY3" fmla="*/ 432340 h 563403"/>
                <a:gd name="csX4" fmla="*/ 55435 w 401825"/>
                <a:gd name="csY4" fmla="*/ 244983 h 563403"/>
                <a:gd name="csX5" fmla="*/ 54864 w 401825"/>
                <a:gd name="csY5" fmla="*/ 229172 h 563403"/>
                <a:gd name="csX6" fmla="*/ 64103 w 401825"/>
                <a:gd name="csY6" fmla="*/ 223266 h 563403"/>
                <a:gd name="csX7" fmla="*/ 59246 w 401825"/>
                <a:gd name="csY7" fmla="*/ 200120 h 563403"/>
                <a:gd name="csX8" fmla="*/ 298894 w 401825"/>
                <a:gd name="csY8" fmla="*/ 0 h 563403"/>
                <a:gd name="csX9" fmla="*/ 361093 w 401825"/>
                <a:gd name="csY9" fmla="*/ 130207 h 563403"/>
                <a:gd name="csX10" fmla="*/ 397764 w 401825"/>
                <a:gd name="csY10" fmla="*/ 212503 h 563403"/>
                <a:gd name="csX11" fmla="*/ 393573 w 401825"/>
                <a:gd name="csY11" fmla="*/ 228219 h 563403"/>
                <a:gd name="csX12" fmla="*/ 378905 w 401825"/>
                <a:gd name="csY12" fmla="*/ 228886 h 563403"/>
                <a:gd name="csX13" fmla="*/ 371761 w 401825"/>
                <a:gd name="csY13" fmla="*/ 236696 h 563403"/>
                <a:gd name="csX14" fmla="*/ 362807 w 401825"/>
                <a:gd name="csY14" fmla="*/ 283178 h 563403"/>
                <a:gd name="csX15" fmla="*/ 354425 w 401825"/>
                <a:gd name="csY15" fmla="*/ 307181 h 563403"/>
                <a:gd name="csX16" fmla="*/ 229172 w 401825"/>
                <a:gd name="csY16" fmla="*/ 388049 h 563403"/>
                <a:gd name="csX17" fmla="*/ 184309 w 401825"/>
                <a:gd name="csY17" fmla="*/ 507111 h 563403"/>
                <a:gd name="csX18" fmla="*/ 187262 w 401825"/>
                <a:gd name="csY18" fmla="*/ 563308 h 5634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401825" h="563403">
                  <a:moveTo>
                    <a:pt x="187357" y="563404"/>
                  </a:moveTo>
                  <a:cubicBezTo>
                    <a:pt x="159925" y="528637"/>
                    <a:pt x="124111" y="500539"/>
                    <a:pt x="86773" y="476726"/>
                  </a:cubicBezTo>
                  <a:cubicBezTo>
                    <a:pt x="61627" y="460724"/>
                    <a:pt x="34862" y="447389"/>
                    <a:pt x="7525" y="435578"/>
                  </a:cubicBezTo>
                  <a:cubicBezTo>
                    <a:pt x="5048" y="434531"/>
                    <a:pt x="2572" y="433483"/>
                    <a:pt x="0" y="432340"/>
                  </a:cubicBezTo>
                  <a:cubicBezTo>
                    <a:pt x="39719" y="378904"/>
                    <a:pt x="58769" y="312134"/>
                    <a:pt x="55435" y="244983"/>
                  </a:cubicBezTo>
                  <a:cubicBezTo>
                    <a:pt x="55150" y="238697"/>
                    <a:pt x="54959" y="233267"/>
                    <a:pt x="54864" y="229172"/>
                  </a:cubicBezTo>
                  <a:cubicBezTo>
                    <a:pt x="54864" y="228600"/>
                    <a:pt x="64008" y="223266"/>
                    <a:pt x="64103" y="223266"/>
                  </a:cubicBezTo>
                  <a:cubicBezTo>
                    <a:pt x="72009" y="220123"/>
                    <a:pt x="51721" y="203835"/>
                    <a:pt x="59246" y="200120"/>
                  </a:cubicBezTo>
                  <a:cubicBezTo>
                    <a:pt x="193453" y="134017"/>
                    <a:pt x="234601" y="35433"/>
                    <a:pt x="298894" y="0"/>
                  </a:cubicBezTo>
                  <a:cubicBezTo>
                    <a:pt x="298894" y="0"/>
                    <a:pt x="351092" y="36481"/>
                    <a:pt x="361093" y="130207"/>
                  </a:cubicBezTo>
                  <a:cubicBezTo>
                    <a:pt x="365284" y="169926"/>
                    <a:pt x="380714" y="194024"/>
                    <a:pt x="397764" y="212503"/>
                  </a:cubicBezTo>
                  <a:cubicBezTo>
                    <a:pt x="403574" y="218789"/>
                    <a:pt x="403955" y="227266"/>
                    <a:pt x="393573" y="228219"/>
                  </a:cubicBezTo>
                  <a:lnTo>
                    <a:pt x="378905" y="228886"/>
                  </a:lnTo>
                  <a:cubicBezTo>
                    <a:pt x="375571" y="228695"/>
                    <a:pt x="372046" y="233553"/>
                    <a:pt x="371761" y="236696"/>
                  </a:cubicBezTo>
                  <a:cubicBezTo>
                    <a:pt x="370046" y="255460"/>
                    <a:pt x="367475" y="266700"/>
                    <a:pt x="362807" y="283178"/>
                  </a:cubicBezTo>
                  <a:cubicBezTo>
                    <a:pt x="360426" y="291560"/>
                    <a:pt x="357664" y="299561"/>
                    <a:pt x="354425" y="307181"/>
                  </a:cubicBezTo>
                  <a:cubicBezTo>
                    <a:pt x="334232" y="354711"/>
                    <a:pt x="282702" y="418338"/>
                    <a:pt x="229172" y="388049"/>
                  </a:cubicBezTo>
                  <a:cubicBezTo>
                    <a:pt x="229172" y="388049"/>
                    <a:pt x="188595" y="436626"/>
                    <a:pt x="184309" y="507111"/>
                  </a:cubicBezTo>
                  <a:cubicBezTo>
                    <a:pt x="184118" y="530162"/>
                    <a:pt x="184023" y="541973"/>
                    <a:pt x="187262" y="563308"/>
                  </a:cubicBezTo>
                  <a:close/>
                </a:path>
              </a:pathLst>
            </a:custGeom>
            <a:solidFill>
              <a:srgbClr val="FFDCA6"/>
            </a:solidFill>
            <a:ln w="9525" cap="flat">
              <a:noFill/>
              <a:prstDash val="solid"/>
              <a:miter/>
            </a:ln>
          </p:spPr>
          <p:txBody>
            <a:bodyPr/>
            <a:lstStyle/>
            <a:p>
              <a:endParaRPr lang="en-US"/>
            </a:p>
          </p:txBody>
        </p:sp>
        <p:sp>
          <p:nvSpPr>
            <p:cNvPr id="720" name="Freeform: Shape 719">
              <a:extLst>
                <a:ext uri="{FF2B5EF4-FFF2-40B4-BE49-F238E27FC236}">
                  <a16:creationId xmlns:a16="http://schemas.microsoft.com/office/drawing/2014/main" id="{FB267812-583A-D59A-B923-450EE98E74FC}"/>
                </a:ext>
              </a:extLst>
            </p:cNvPr>
            <p:cNvSpPr/>
            <p:nvPr/>
          </p:nvSpPr>
          <p:spPr>
            <a:xfrm>
              <a:off x="4316158" y="2182843"/>
              <a:ext cx="97631" cy="112204"/>
            </a:xfrm>
            <a:custGeom>
              <a:avLst/>
              <a:gdLst>
                <a:gd name="csX0" fmla="*/ 97631 w 97631"/>
                <a:gd name="csY0" fmla="*/ 79915 h 112204"/>
                <a:gd name="csX1" fmla="*/ 86011 w 97631"/>
                <a:gd name="csY1" fmla="*/ 96488 h 112204"/>
                <a:gd name="csX2" fmla="*/ 77153 w 97631"/>
                <a:gd name="csY2" fmla="*/ 112204 h 112204"/>
                <a:gd name="csX3" fmla="*/ 0 w 97631"/>
                <a:gd name="csY3" fmla="*/ 0 h 112204"/>
                <a:gd name="csX4" fmla="*/ 97631 w 97631"/>
                <a:gd name="csY4" fmla="*/ 79915 h 112204"/>
              </a:gdLst>
              <a:ahLst/>
              <a:cxnLst>
                <a:cxn ang="0">
                  <a:pos x="csX0" y="csY0"/>
                </a:cxn>
                <a:cxn ang="0">
                  <a:pos x="csX1" y="csY1"/>
                </a:cxn>
                <a:cxn ang="0">
                  <a:pos x="csX2" y="csY2"/>
                </a:cxn>
                <a:cxn ang="0">
                  <a:pos x="csX3" y="csY3"/>
                </a:cxn>
                <a:cxn ang="0">
                  <a:pos x="csX4" y="csY4"/>
                </a:cxn>
              </a:cxnLst>
              <a:rect l="l" t="t" r="r" b="b"/>
              <a:pathLst>
                <a:path w="97631" h="112204">
                  <a:moveTo>
                    <a:pt x="97631" y="79915"/>
                  </a:moveTo>
                  <a:cubicBezTo>
                    <a:pt x="97631" y="79915"/>
                    <a:pt x="89249" y="90869"/>
                    <a:pt x="86011" y="96488"/>
                  </a:cubicBezTo>
                  <a:cubicBezTo>
                    <a:pt x="83725" y="100394"/>
                    <a:pt x="77153" y="112204"/>
                    <a:pt x="77153" y="112204"/>
                  </a:cubicBezTo>
                  <a:cubicBezTo>
                    <a:pt x="95" y="82296"/>
                    <a:pt x="0" y="0"/>
                    <a:pt x="0" y="0"/>
                  </a:cubicBezTo>
                  <a:cubicBezTo>
                    <a:pt x="55531" y="75343"/>
                    <a:pt x="97631" y="79915"/>
                    <a:pt x="97631" y="79915"/>
                  </a:cubicBezTo>
                  <a:close/>
                </a:path>
              </a:pathLst>
            </a:custGeom>
            <a:solidFill>
              <a:srgbClr val="C9A167">
                <a:alpha val="40000"/>
              </a:srgbClr>
            </a:solidFill>
            <a:ln w="9525" cap="flat">
              <a:noFill/>
              <a:prstDash val="solid"/>
              <a:miter/>
            </a:ln>
          </p:spPr>
          <p:txBody>
            <a:bodyPr/>
            <a:lstStyle/>
            <a:p>
              <a:endParaRPr lang="en-US"/>
            </a:p>
          </p:txBody>
        </p:sp>
        <p:sp>
          <p:nvSpPr>
            <p:cNvPr id="721" name="Freeform: Shape 720">
              <a:extLst>
                <a:ext uri="{FF2B5EF4-FFF2-40B4-BE49-F238E27FC236}">
                  <a16:creationId xmlns:a16="http://schemas.microsoft.com/office/drawing/2014/main" id="{7DD1F962-54F5-1CB8-6793-87C734B494FA}"/>
                </a:ext>
              </a:extLst>
            </p:cNvPr>
            <p:cNvSpPr/>
            <p:nvPr/>
          </p:nvSpPr>
          <p:spPr>
            <a:xfrm>
              <a:off x="4212730" y="2020334"/>
              <a:ext cx="83697" cy="87178"/>
            </a:xfrm>
            <a:custGeom>
              <a:avLst/>
              <a:gdLst>
                <a:gd name="csX0" fmla="*/ 82 w 83697"/>
                <a:gd name="csY0" fmla="*/ 44685 h 87178"/>
                <a:gd name="csX1" fmla="*/ 44468 w 83697"/>
                <a:gd name="csY1" fmla="*/ 87166 h 87178"/>
                <a:gd name="csX2" fmla="*/ 83616 w 83697"/>
                <a:gd name="csY2" fmla="*/ 42494 h 87178"/>
                <a:gd name="csX3" fmla="*/ 39229 w 83697"/>
                <a:gd name="csY3" fmla="*/ 13 h 87178"/>
                <a:gd name="csX4" fmla="*/ 82 w 83697"/>
                <a:gd name="csY4" fmla="*/ 44685 h 87178"/>
              </a:gdLst>
              <a:ahLst/>
              <a:cxnLst>
                <a:cxn ang="0">
                  <a:pos x="csX0" y="csY0"/>
                </a:cxn>
                <a:cxn ang="0">
                  <a:pos x="csX1" y="csY1"/>
                </a:cxn>
                <a:cxn ang="0">
                  <a:pos x="csX2" y="csY2"/>
                </a:cxn>
                <a:cxn ang="0">
                  <a:pos x="csX3" y="csY3"/>
                </a:cxn>
                <a:cxn ang="0">
                  <a:pos x="csX4" y="csY4"/>
                </a:cxn>
              </a:cxnLst>
              <a:rect l="l" t="t" r="r" b="b"/>
              <a:pathLst>
                <a:path w="83697" h="87178">
                  <a:moveTo>
                    <a:pt x="82" y="44685"/>
                  </a:moveTo>
                  <a:cubicBezTo>
                    <a:pt x="1510" y="68783"/>
                    <a:pt x="21417" y="87738"/>
                    <a:pt x="44468" y="87166"/>
                  </a:cubicBezTo>
                  <a:cubicBezTo>
                    <a:pt x="67518" y="86500"/>
                    <a:pt x="85044" y="66497"/>
                    <a:pt x="83616" y="42494"/>
                  </a:cubicBezTo>
                  <a:cubicBezTo>
                    <a:pt x="82187" y="18396"/>
                    <a:pt x="62280" y="-559"/>
                    <a:pt x="39229" y="13"/>
                  </a:cubicBezTo>
                  <a:cubicBezTo>
                    <a:pt x="16179" y="679"/>
                    <a:pt x="-1347" y="20682"/>
                    <a:pt x="82" y="44685"/>
                  </a:cubicBezTo>
                  <a:close/>
                </a:path>
              </a:pathLst>
            </a:custGeom>
            <a:solidFill>
              <a:srgbClr val="FFDCA6"/>
            </a:solidFill>
            <a:ln w="9525" cap="flat">
              <a:noFill/>
              <a:prstDash val="solid"/>
              <a:miter/>
            </a:ln>
          </p:spPr>
          <p:txBody>
            <a:bodyPr/>
            <a:lstStyle/>
            <a:p>
              <a:endParaRPr lang="en-US"/>
            </a:p>
          </p:txBody>
        </p:sp>
        <p:sp>
          <p:nvSpPr>
            <p:cNvPr id="722" name="Freeform: Shape 721">
              <a:extLst>
                <a:ext uri="{FF2B5EF4-FFF2-40B4-BE49-F238E27FC236}">
                  <a16:creationId xmlns:a16="http://schemas.microsoft.com/office/drawing/2014/main" id="{280795A4-209A-90D9-8792-85EEC4076913}"/>
                </a:ext>
              </a:extLst>
            </p:cNvPr>
            <p:cNvSpPr/>
            <p:nvPr/>
          </p:nvSpPr>
          <p:spPr>
            <a:xfrm>
              <a:off x="4239683" y="2043565"/>
              <a:ext cx="26407" cy="33509"/>
            </a:xfrm>
            <a:custGeom>
              <a:avLst/>
              <a:gdLst>
                <a:gd name="csX0" fmla="*/ 180 w 26407"/>
                <a:gd name="csY0" fmla="*/ 1738 h 33509"/>
                <a:gd name="csX1" fmla="*/ 3038 w 26407"/>
                <a:gd name="csY1" fmla="*/ 118 h 33509"/>
                <a:gd name="csX2" fmla="*/ 18754 w 26407"/>
                <a:gd name="csY2" fmla="*/ 10024 h 33509"/>
                <a:gd name="csX3" fmla="*/ 26374 w 26407"/>
                <a:gd name="csY3" fmla="*/ 27931 h 33509"/>
                <a:gd name="csX4" fmla="*/ 21611 w 26407"/>
                <a:gd name="csY4" fmla="*/ 28026 h 33509"/>
                <a:gd name="csX5" fmla="*/ 16849 w 26407"/>
                <a:gd name="csY5" fmla="*/ 15358 h 33509"/>
                <a:gd name="csX6" fmla="*/ 16754 w 26407"/>
                <a:gd name="csY6" fmla="*/ 15358 h 33509"/>
                <a:gd name="csX7" fmla="*/ 15801 w 26407"/>
                <a:gd name="csY7" fmla="*/ 15549 h 33509"/>
                <a:gd name="csX8" fmla="*/ 14087 w 26407"/>
                <a:gd name="csY8" fmla="*/ 16120 h 33509"/>
                <a:gd name="csX9" fmla="*/ 13610 w 26407"/>
                <a:gd name="csY9" fmla="*/ 16311 h 33509"/>
                <a:gd name="csX10" fmla="*/ 12944 w 26407"/>
                <a:gd name="csY10" fmla="*/ 16692 h 33509"/>
                <a:gd name="csX11" fmla="*/ 11610 w 26407"/>
                <a:gd name="csY11" fmla="*/ 17549 h 33509"/>
                <a:gd name="csX12" fmla="*/ 11610 w 26407"/>
                <a:gd name="csY12" fmla="*/ 17549 h 33509"/>
                <a:gd name="csX13" fmla="*/ 11420 w 26407"/>
                <a:gd name="csY13" fmla="*/ 17644 h 33509"/>
                <a:gd name="csX14" fmla="*/ 11039 w 26407"/>
                <a:gd name="csY14" fmla="*/ 18025 h 33509"/>
                <a:gd name="csX15" fmla="*/ 10277 w 26407"/>
                <a:gd name="csY15" fmla="*/ 18882 h 33509"/>
                <a:gd name="csX16" fmla="*/ 10181 w 26407"/>
                <a:gd name="csY16" fmla="*/ 19073 h 33509"/>
                <a:gd name="csX17" fmla="*/ 9896 w 26407"/>
                <a:gd name="csY17" fmla="*/ 19549 h 33509"/>
                <a:gd name="csX18" fmla="*/ 9705 w 26407"/>
                <a:gd name="csY18" fmla="*/ 20026 h 33509"/>
                <a:gd name="csX19" fmla="*/ 9705 w 26407"/>
                <a:gd name="csY19" fmla="*/ 20216 h 33509"/>
                <a:gd name="csX20" fmla="*/ 9419 w 26407"/>
                <a:gd name="csY20" fmla="*/ 21073 h 33509"/>
                <a:gd name="csX21" fmla="*/ 9419 w 26407"/>
                <a:gd name="csY21" fmla="*/ 21645 h 33509"/>
                <a:gd name="csX22" fmla="*/ 9419 w 26407"/>
                <a:gd name="csY22" fmla="*/ 21645 h 33509"/>
                <a:gd name="csX23" fmla="*/ 9419 w 26407"/>
                <a:gd name="csY23" fmla="*/ 22693 h 33509"/>
                <a:gd name="csX24" fmla="*/ 9419 w 26407"/>
                <a:gd name="csY24" fmla="*/ 23550 h 33509"/>
                <a:gd name="csX25" fmla="*/ 9419 w 26407"/>
                <a:gd name="csY25" fmla="*/ 23550 h 33509"/>
                <a:gd name="csX26" fmla="*/ 9419 w 26407"/>
                <a:gd name="csY26" fmla="*/ 23836 h 33509"/>
                <a:gd name="csX27" fmla="*/ 9610 w 26407"/>
                <a:gd name="csY27" fmla="*/ 24407 h 33509"/>
                <a:gd name="csX28" fmla="*/ 9991 w 26407"/>
                <a:gd name="csY28" fmla="*/ 25359 h 33509"/>
                <a:gd name="csX29" fmla="*/ 10181 w 26407"/>
                <a:gd name="csY29" fmla="*/ 25836 h 33509"/>
                <a:gd name="csX30" fmla="*/ 10277 w 26407"/>
                <a:gd name="csY30" fmla="*/ 26026 h 33509"/>
                <a:gd name="csX31" fmla="*/ 10848 w 26407"/>
                <a:gd name="csY31" fmla="*/ 26979 h 33509"/>
                <a:gd name="csX32" fmla="*/ 11515 w 26407"/>
                <a:gd name="csY32" fmla="*/ 27836 h 33509"/>
                <a:gd name="csX33" fmla="*/ 11610 w 26407"/>
                <a:gd name="csY33" fmla="*/ 27931 h 33509"/>
                <a:gd name="csX34" fmla="*/ 11991 w 26407"/>
                <a:gd name="csY34" fmla="*/ 28312 h 33509"/>
                <a:gd name="csX35" fmla="*/ 12944 w 26407"/>
                <a:gd name="csY35" fmla="*/ 29074 h 33509"/>
                <a:gd name="csX36" fmla="*/ 13420 w 26407"/>
                <a:gd name="csY36" fmla="*/ 29360 h 33509"/>
                <a:gd name="csX37" fmla="*/ 13610 w 26407"/>
                <a:gd name="csY37" fmla="*/ 29360 h 33509"/>
                <a:gd name="csX38" fmla="*/ 14658 w 26407"/>
                <a:gd name="csY38" fmla="*/ 32313 h 33509"/>
                <a:gd name="csX39" fmla="*/ 11420 w 26407"/>
                <a:gd name="csY39" fmla="*/ 33265 h 33509"/>
                <a:gd name="csX40" fmla="*/ 6467 w 26407"/>
                <a:gd name="csY40" fmla="*/ 28693 h 33509"/>
                <a:gd name="csX41" fmla="*/ 5324 w 26407"/>
                <a:gd name="csY41" fmla="*/ 17835 h 33509"/>
                <a:gd name="csX42" fmla="*/ 13706 w 26407"/>
                <a:gd name="csY42" fmla="*/ 11548 h 33509"/>
                <a:gd name="csX43" fmla="*/ 1895 w 26407"/>
                <a:gd name="csY43" fmla="*/ 4405 h 33509"/>
                <a:gd name="csX44" fmla="*/ 85 w 26407"/>
                <a:gd name="csY44" fmla="*/ 1738 h 335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26407" h="33509">
                  <a:moveTo>
                    <a:pt x="180" y="1738"/>
                  </a:moveTo>
                  <a:cubicBezTo>
                    <a:pt x="466" y="690"/>
                    <a:pt x="1799" y="-358"/>
                    <a:pt x="3038" y="118"/>
                  </a:cubicBezTo>
                  <a:cubicBezTo>
                    <a:pt x="9134" y="2118"/>
                    <a:pt x="14658" y="5262"/>
                    <a:pt x="18754" y="10024"/>
                  </a:cubicBezTo>
                  <a:cubicBezTo>
                    <a:pt x="23231" y="15168"/>
                    <a:pt x="25326" y="21549"/>
                    <a:pt x="26374" y="27931"/>
                  </a:cubicBezTo>
                  <a:cubicBezTo>
                    <a:pt x="26850" y="30789"/>
                    <a:pt x="22088" y="30884"/>
                    <a:pt x="21611" y="28026"/>
                  </a:cubicBezTo>
                  <a:cubicBezTo>
                    <a:pt x="20849" y="23645"/>
                    <a:pt x="19421" y="19263"/>
                    <a:pt x="16849" y="15358"/>
                  </a:cubicBezTo>
                  <a:cubicBezTo>
                    <a:pt x="16849" y="15358"/>
                    <a:pt x="16849" y="15358"/>
                    <a:pt x="16754" y="15358"/>
                  </a:cubicBezTo>
                  <a:cubicBezTo>
                    <a:pt x="16468" y="15358"/>
                    <a:pt x="16182" y="15453"/>
                    <a:pt x="15801" y="15549"/>
                  </a:cubicBezTo>
                  <a:cubicBezTo>
                    <a:pt x="15230" y="15739"/>
                    <a:pt x="14658" y="15834"/>
                    <a:pt x="14087" y="16120"/>
                  </a:cubicBezTo>
                  <a:cubicBezTo>
                    <a:pt x="13896" y="16120"/>
                    <a:pt x="13801" y="16216"/>
                    <a:pt x="13610" y="16311"/>
                  </a:cubicBezTo>
                  <a:cubicBezTo>
                    <a:pt x="13420" y="16406"/>
                    <a:pt x="13134" y="16501"/>
                    <a:pt x="12944" y="16692"/>
                  </a:cubicBezTo>
                  <a:cubicBezTo>
                    <a:pt x="12467" y="16978"/>
                    <a:pt x="12086" y="17263"/>
                    <a:pt x="11610" y="17549"/>
                  </a:cubicBezTo>
                  <a:cubicBezTo>
                    <a:pt x="11610" y="17549"/>
                    <a:pt x="11610" y="17549"/>
                    <a:pt x="11610" y="17549"/>
                  </a:cubicBezTo>
                  <a:cubicBezTo>
                    <a:pt x="11610" y="17549"/>
                    <a:pt x="11515" y="17549"/>
                    <a:pt x="11420" y="17644"/>
                  </a:cubicBezTo>
                  <a:cubicBezTo>
                    <a:pt x="11324" y="17740"/>
                    <a:pt x="11134" y="17930"/>
                    <a:pt x="11039" y="18025"/>
                  </a:cubicBezTo>
                  <a:cubicBezTo>
                    <a:pt x="10753" y="18311"/>
                    <a:pt x="10563" y="18597"/>
                    <a:pt x="10277" y="18882"/>
                  </a:cubicBezTo>
                  <a:cubicBezTo>
                    <a:pt x="10277" y="18882"/>
                    <a:pt x="10277" y="18978"/>
                    <a:pt x="10181" y="19073"/>
                  </a:cubicBezTo>
                  <a:cubicBezTo>
                    <a:pt x="10181" y="19263"/>
                    <a:pt x="9991" y="19359"/>
                    <a:pt x="9896" y="19549"/>
                  </a:cubicBezTo>
                  <a:cubicBezTo>
                    <a:pt x="9896" y="19740"/>
                    <a:pt x="9705" y="19835"/>
                    <a:pt x="9705" y="20026"/>
                  </a:cubicBezTo>
                  <a:cubicBezTo>
                    <a:pt x="9705" y="20121"/>
                    <a:pt x="9705" y="20216"/>
                    <a:pt x="9705" y="20216"/>
                  </a:cubicBezTo>
                  <a:cubicBezTo>
                    <a:pt x="9705" y="20502"/>
                    <a:pt x="9515" y="20788"/>
                    <a:pt x="9419" y="21073"/>
                  </a:cubicBezTo>
                  <a:cubicBezTo>
                    <a:pt x="9419" y="21264"/>
                    <a:pt x="9419" y="21454"/>
                    <a:pt x="9419" y="21645"/>
                  </a:cubicBezTo>
                  <a:cubicBezTo>
                    <a:pt x="9419" y="21645"/>
                    <a:pt x="9419" y="21645"/>
                    <a:pt x="9419" y="21645"/>
                  </a:cubicBezTo>
                  <a:cubicBezTo>
                    <a:pt x="9419" y="22026"/>
                    <a:pt x="9419" y="22311"/>
                    <a:pt x="9419" y="22693"/>
                  </a:cubicBezTo>
                  <a:cubicBezTo>
                    <a:pt x="9419" y="22883"/>
                    <a:pt x="9419" y="23264"/>
                    <a:pt x="9419" y="23550"/>
                  </a:cubicBezTo>
                  <a:cubicBezTo>
                    <a:pt x="9419" y="23550"/>
                    <a:pt x="9419" y="23550"/>
                    <a:pt x="9419" y="23550"/>
                  </a:cubicBezTo>
                  <a:cubicBezTo>
                    <a:pt x="9419" y="23550"/>
                    <a:pt x="9419" y="23740"/>
                    <a:pt x="9419" y="23836"/>
                  </a:cubicBezTo>
                  <a:cubicBezTo>
                    <a:pt x="9419" y="24026"/>
                    <a:pt x="9515" y="24216"/>
                    <a:pt x="9610" y="24407"/>
                  </a:cubicBezTo>
                  <a:cubicBezTo>
                    <a:pt x="9705" y="24693"/>
                    <a:pt x="9800" y="25074"/>
                    <a:pt x="9991" y="25359"/>
                  </a:cubicBezTo>
                  <a:cubicBezTo>
                    <a:pt x="9991" y="25359"/>
                    <a:pt x="10181" y="25741"/>
                    <a:pt x="10181" y="25836"/>
                  </a:cubicBezTo>
                  <a:cubicBezTo>
                    <a:pt x="10181" y="25836"/>
                    <a:pt x="10181" y="26026"/>
                    <a:pt x="10277" y="26026"/>
                  </a:cubicBezTo>
                  <a:cubicBezTo>
                    <a:pt x="10467" y="26312"/>
                    <a:pt x="10658" y="26598"/>
                    <a:pt x="10848" y="26979"/>
                  </a:cubicBezTo>
                  <a:cubicBezTo>
                    <a:pt x="11039" y="27265"/>
                    <a:pt x="11324" y="27550"/>
                    <a:pt x="11515" y="27836"/>
                  </a:cubicBezTo>
                  <a:cubicBezTo>
                    <a:pt x="11134" y="27360"/>
                    <a:pt x="11515" y="27836"/>
                    <a:pt x="11610" y="27931"/>
                  </a:cubicBezTo>
                  <a:cubicBezTo>
                    <a:pt x="11705" y="28026"/>
                    <a:pt x="11896" y="28217"/>
                    <a:pt x="11991" y="28312"/>
                  </a:cubicBezTo>
                  <a:cubicBezTo>
                    <a:pt x="12277" y="28598"/>
                    <a:pt x="12563" y="28884"/>
                    <a:pt x="12944" y="29074"/>
                  </a:cubicBezTo>
                  <a:cubicBezTo>
                    <a:pt x="13134" y="29170"/>
                    <a:pt x="13229" y="29265"/>
                    <a:pt x="13420" y="29360"/>
                  </a:cubicBezTo>
                  <a:cubicBezTo>
                    <a:pt x="12848" y="28979"/>
                    <a:pt x="13420" y="29360"/>
                    <a:pt x="13610" y="29360"/>
                  </a:cubicBezTo>
                  <a:cubicBezTo>
                    <a:pt x="14753" y="30027"/>
                    <a:pt x="15325" y="31265"/>
                    <a:pt x="14658" y="32313"/>
                  </a:cubicBezTo>
                  <a:cubicBezTo>
                    <a:pt x="14087" y="33361"/>
                    <a:pt x="12563" y="33837"/>
                    <a:pt x="11420" y="33265"/>
                  </a:cubicBezTo>
                  <a:cubicBezTo>
                    <a:pt x="9419" y="32122"/>
                    <a:pt x="7705" y="30598"/>
                    <a:pt x="6467" y="28693"/>
                  </a:cubicBezTo>
                  <a:cubicBezTo>
                    <a:pt x="4276" y="25359"/>
                    <a:pt x="3704" y="21359"/>
                    <a:pt x="5324" y="17835"/>
                  </a:cubicBezTo>
                  <a:cubicBezTo>
                    <a:pt x="6848" y="14501"/>
                    <a:pt x="10086" y="12596"/>
                    <a:pt x="13706" y="11548"/>
                  </a:cubicBezTo>
                  <a:cubicBezTo>
                    <a:pt x="10467" y="8310"/>
                    <a:pt x="6276" y="5928"/>
                    <a:pt x="1895" y="4405"/>
                  </a:cubicBezTo>
                  <a:cubicBezTo>
                    <a:pt x="656" y="4024"/>
                    <a:pt x="-296" y="2976"/>
                    <a:pt x="85" y="1738"/>
                  </a:cubicBezTo>
                  <a:close/>
                </a:path>
              </a:pathLst>
            </a:custGeom>
            <a:solidFill>
              <a:srgbClr val="C9A167"/>
            </a:solidFill>
            <a:ln w="9525" cap="flat">
              <a:noFill/>
              <a:prstDash val="solid"/>
              <a:miter/>
            </a:ln>
          </p:spPr>
          <p:txBody>
            <a:bodyPr/>
            <a:lstStyle/>
            <a:p>
              <a:endParaRPr lang="en-US"/>
            </a:p>
          </p:txBody>
        </p:sp>
        <p:sp>
          <p:nvSpPr>
            <p:cNvPr id="723" name="Freeform: Shape 722">
              <a:extLst>
                <a:ext uri="{FF2B5EF4-FFF2-40B4-BE49-F238E27FC236}">
                  <a16:creationId xmlns:a16="http://schemas.microsoft.com/office/drawing/2014/main" id="{CF57DB7D-9692-4777-7607-A787CFC0CFAC}"/>
                </a:ext>
              </a:extLst>
            </p:cNvPr>
            <p:cNvSpPr/>
            <p:nvPr/>
          </p:nvSpPr>
          <p:spPr>
            <a:xfrm>
              <a:off x="3913952" y="2303020"/>
              <a:ext cx="870930" cy="1507074"/>
            </a:xfrm>
            <a:custGeom>
              <a:avLst/>
              <a:gdLst>
                <a:gd name="csX0" fmla="*/ 785015 w 870930"/>
                <a:gd name="csY0" fmla="*/ 901475 h 1507074"/>
                <a:gd name="csX1" fmla="*/ 774538 w 870930"/>
                <a:gd name="csY1" fmla="*/ 700211 h 1507074"/>
                <a:gd name="csX2" fmla="*/ 491074 w 870930"/>
                <a:gd name="csY2" fmla="*/ 101851 h 1507074"/>
                <a:gd name="csX3" fmla="*/ 345627 w 870930"/>
                <a:gd name="csY3" fmla="*/ 4220 h 1507074"/>
                <a:gd name="csX4" fmla="*/ 278381 w 870930"/>
                <a:gd name="csY4" fmla="*/ 2791 h 1507074"/>
                <a:gd name="csX5" fmla="*/ 109693 w 870930"/>
                <a:gd name="csY5" fmla="*/ 122139 h 1507074"/>
                <a:gd name="csX6" fmla="*/ 64925 w 870930"/>
                <a:gd name="csY6" fmla="*/ 261490 h 1507074"/>
                <a:gd name="csX7" fmla="*/ 47876 w 870930"/>
                <a:gd name="csY7" fmla="*/ 503996 h 1507074"/>
                <a:gd name="csX8" fmla="*/ 5299 w 870930"/>
                <a:gd name="csY8" fmla="*/ 638966 h 1507074"/>
                <a:gd name="csX9" fmla="*/ 80927 w 870930"/>
                <a:gd name="csY9" fmla="*/ 816226 h 1507074"/>
                <a:gd name="csX10" fmla="*/ 85976 w 870930"/>
                <a:gd name="csY10" fmla="*/ 1133028 h 1507074"/>
                <a:gd name="csX11" fmla="*/ 94358 w 870930"/>
                <a:gd name="csY11" fmla="*/ 1507074 h 1507074"/>
                <a:gd name="csX12" fmla="*/ 464023 w 870930"/>
                <a:gd name="csY12" fmla="*/ 1468689 h 1507074"/>
                <a:gd name="csX13" fmla="*/ 870931 w 870930"/>
                <a:gd name="csY13" fmla="*/ 1488405 h 1507074"/>
                <a:gd name="csX14" fmla="*/ 785111 w 870930"/>
                <a:gd name="csY14" fmla="*/ 901379 h 15070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70930" h="1507074">
                  <a:moveTo>
                    <a:pt x="785015" y="901475"/>
                  </a:moveTo>
                  <a:cubicBezTo>
                    <a:pt x="777872" y="834514"/>
                    <a:pt x="778253" y="767363"/>
                    <a:pt x="774538" y="700211"/>
                  </a:cubicBezTo>
                  <a:cubicBezTo>
                    <a:pt x="761679" y="471516"/>
                    <a:pt x="646998" y="265205"/>
                    <a:pt x="491074" y="101851"/>
                  </a:cubicBezTo>
                  <a:cubicBezTo>
                    <a:pt x="450878" y="59750"/>
                    <a:pt x="403920" y="17650"/>
                    <a:pt x="345627" y="4220"/>
                  </a:cubicBezTo>
                  <a:cubicBezTo>
                    <a:pt x="323529" y="-829"/>
                    <a:pt x="300383" y="-1400"/>
                    <a:pt x="278381" y="2791"/>
                  </a:cubicBezTo>
                  <a:cubicBezTo>
                    <a:pt x="206086" y="5839"/>
                    <a:pt x="143411" y="58607"/>
                    <a:pt x="109693" y="122139"/>
                  </a:cubicBezTo>
                  <a:cubicBezTo>
                    <a:pt x="86642" y="165478"/>
                    <a:pt x="73974" y="213484"/>
                    <a:pt x="64925" y="261490"/>
                  </a:cubicBezTo>
                  <a:cubicBezTo>
                    <a:pt x="54448" y="316830"/>
                    <a:pt x="46733" y="479136"/>
                    <a:pt x="47876" y="503996"/>
                  </a:cubicBezTo>
                  <a:cubicBezTo>
                    <a:pt x="41875" y="521427"/>
                    <a:pt x="11204" y="610772"/>
                    <a:pt x="5299" y="638966"/>
                  </a:cubicBezTo>
                  <a:cubicBezTo>
                    <a:pt x="-23848" y="779364"/>
                    <a:pt x="76546" y="813559"/>
                    <a:pt x="80927" y="816226"/>
                  </a:cubicBezTo>
                  <a:cubicBezTo>
                    <a:pt x="91024" y="921572"/>
                    <a:pt x="92738" y="1027395"/>
                    <a:pt x="85976" y="1133028"/>
                  </a:cubicBezTo>
                  <a:cubicBezTo>
                    <a:pt x="77879" y="1257710"/>
                    <a:pt x="61687" y="1384487"/>
                    <a:pt x="94358" y="1507074"/>
                  </a:cubicBezTo>
                  <a:cubicBezTo>
                    <a:pt x="94358" y="1507074"/>
                    <a:pt x="343151" y="1448686"/>
                    <a:pt x="464023" y="1468689"/>
                  </a:cubicBezTo>
                  <a:cubicBezTo>
                    <a:pt x="528507" y="1479357"/>
                    <a:pt x="800065" y="1478690"/>
                    <a:pt x="870931" y="1488405"/>
                  </a:cubicBezTo>
                  <a:cubicBezTo>
                    <a:pt x="866930" y="1358865"/>
                    <a:pt x="792350" y="969674"/>
                    <a:pt x="785111" y="901379"/>
                  </a:cubicBezTo>
                  <a:close/>
                </a:path>
              </a:pathLst>
            </a:custGeom>
            <a:solidFill>
              <a:srgbClr val="5E9DFF"/>
            </a:solidFill>
            <a:ln w="9525" cap="flat">
              <a:noFill/>
              <a:prstDash val="solid"/>
              <a:miter/>
            </a:ln>
          </p:spPr>
          <p:txBody>
            <a:bodyPr/>
            <a:lstStyle/>
            <a:p>
              <a:endParaRPr lang="en-US"/>
            </a:p>
          </p:txBody>
        </p:sp>
        <p:sp>
          <p:nvSpPr>
            <p:cNvPr id="724" name="Freeform: Shape 723">
              <a:extLst>
                <a:ext uri="{FF2B5EF4-FFF2-40B4-BE49-F238E27FC236}">
                  <a16:creationId xmlns:a16="http://schemas.microsoft.com/office/drawing/2014/main" id="{83D7CF5A-F981-0717-8105-8947CB64B208}"/>
                </a:ext>
              </a:extLst>
            </p:cNvPr>
            <p:cNvSpPr/>
            <p:nvPr/>
          </p:nvSpPr>
          <p:spPr>
            <a:xfrm>
              <a:off x="3995136" y="3118349"/>
              <a:ext cx="299543" cy="49575"/>
            </a:xfrm>
            <a:custGeom>
              <a:avLst/>
              <a:gdLst>
                <a:gd name="csX0" fmla="*/ 1553 w 299543"/>
                <a:gd name="csY0" fmla="*/ 4421 h 49575"/>
                <a:gd name="csX1" fmla="*/ 297400 w 299543"/>
                <a:gd name="csY1" fmla="*/ 49569 h 49575"/>
                <a:gd name="csX2" fmla="*/ 297400 w 299543"/>
                <a:gd name="csY2" fmla="*/ 45093 h 49575"/>
                <a:gd name="csX3" fmla="*/ 2792 w 299543"/>
                <a:gd name="csY3" fmla="*/ 135 h 49575"/>
                <a:gd name="csX4" fmla="*/ 1553 w 299543"/>
                <a:gd name="csY4" fmla="*/ 4516 h 49575"/>
                <a:gd name="csX5" fmla="*/ 1553 w 299543"/>
                <a:gd name="csY5" fmla="*/ 4516 h 49575"/>
              </a:gdLst>
              <a:ahLst/>
              <a:cxnLst>
                <a:cxn ang="0">
                  <a:pos x="csX0" y="csY0"/>
                </a:cxn>
                <a:cxn ang="0">
                  <a:pos x="csX1" y="csY1"/>
                </a:cxn>
                <a:cxn ang="0">
                  <a:pos x="csX2" y="csY2"/>
                </a:cxn>
                <a:cxn ang="0">
                  <a:pos x="csX3" y="csY3"/>
                </a:cxn>
                <a:cxn ang="0">
                  <a:pos x="csX4" y="csY4"/>
                </a:cxn>
                <a:cxn ang="0">
                  <a:pos x="csX5" y="csY5"/>
                </a:cxn>
              </a:cxnLst>
              <a:rect l="l" t="t" r="r" b="b"/>
              <a:pathLst>
                <a:path w="299543" h="49575">
                  <a:moveTo>
                    <a:pt x="1553" y="4421"/>
                  </a:moveTo>
                  <a:cubicBezTo>
                    <a:pt x="96613" y="36044"/>
                    <a:pt x="198149" y="42330"/>
                    <a:pt x="297400" y="49569"/>
                  </a:cubicBezTo>
                  <a:cubicBezTo>
                    <a:pt x="300257" y="49760"/>
                    <a:pt x="300257" y="45283"/>
                    <a:pt x="297400" y="45093"/>
                  </a:cubicBezTo>
                  <a:cubicBezTo>
                    <a:pt x="198530" y="37854"/>
                    <a:pt x="97470" y="31567"/>
                    <a:pt x="2792" y="135"/>
                  </a:cubicBezTo>
                  <a:cubicBezTo>
                    <a:pt x="29" y="-818"/>
                    <a:pt x="-1209" y="3564"/>
                    <a:pt x="1553" y="4516"/>
                  </a:cubicBezTo>
                  <a:lnTo>
                    <a:pt x="1553" y="4516"/>
                  </a:lnTo>
                  <a:close/>
                </a:path>
              </a:pathLst>
            </a:custGeom>
            <a:solidFill>
              <a:srgbClr val="2B5580"/>
            </a:solidFill>
            <a:ln w="9525" cap="flat">
              <a:noFill/>
              <a:prstDash val="solid"/>
              <a:miter/>
            </a:ln>
          </p:spPr>
          <p:txBody>
            <a:bodyPr/>
            <a:lstStyle/>
            <a:p>
              <a:endParaRPr lang="en-US"/>
            </a:p>
          </p:txBody>
        </p:sp>
        <p:sp>
          <p:nvSpPr>
            <p:cNvPr id="725" name="Freeform: Shape 724">
              <a:extLst>
                <a:ext uri="{FF2B5EF4-FFF2-40B4-BE49-F238E27FC236}">
                  <a16:creationId xmlns:a16="http://schemas.microsoft.com/office/drawing/2014/main" id="{7B1838BE-D809-D146-EE6F-422924467AE7}"/>
                </a:ext>
              </a:extLst>
            </p:cNvPr>
            <p:cNvSpPr/>
            <p:nvPr/>
          </p:nvSpPr>
          <p:spPr>
            <a:xfrm>
              <a:off x="4058138" y="2911533"/>
              <a:ext cx="248497" cy="85257"/>
            </a:xfrm>
            <a:custGeom>
              <a:avLst/>
              <a:gdLst>
                <a:gd name="csX0" fmla="*/ 246876 w 248497"/>
                <a:gd name="csY0" fmla="*/ 80840 h 85257"/>
                <a:gd name="csX1" fmla="*/ 126861 w 248497"/>
                <a:gd name="csY1" fmla="*/ 24643 h 85257"/>
                <a:gd name="csX2" fmla="*/ 2179 w 248497"/>
                <a:gd name="csY2" fmla="*/ 68 h 85257"/>
                <a:gd name="csX3" fmla="*/ 2179 w 248497"/>
                <a:gd name="csY3" fmla="*/ 4545 h 85257"/>
                <a:gd name="csX4" fmla="*/ 136672 w 248497"/>
                <a:gd name="csY4" fmla="*/ 33787 h 85257"/>
                <a:gd name="csX5" fmla="*/ 245638 w 248497"/>
                <a:gd name="csY5" fmla="*/ 85222 h 85257"/>
                <a:gd name="csX6" fmla="*/ 246876 w 248497"/>
                <a:gd name="csY6" fmla="*/ 80840 h 85257"/>
                <a:gd name="csX7" fmla="*/ 246876 w 248497"/>
                <a:gd name="csY7" fmla="*/ 80840 h 852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48497" h="85257">
                  <a:moveTo>
                    <a:pt x="246876" y="80840"/>
                  </a:moveTo>
                  <a:cubicBezTo>
                    <a:pt x="203252" y="73316"/>
                    <a:pt x="167152" y="41502"/>
                    <a:pt x="126861" y="24643"/>
                  </a:cubicBezTo>
                  <a:cubicBezTo>
                    <a:pt x="87333" y="8165"/>
                    <a:pt x="45042" y="-884"/>
                    <a:pt x="2179" y="68"/>
                  </a:cubicBezTo>
                  <a:cubicBezTo>
                    <a:pt x="-679" y="68"/>
                    <a:pt x="-774" y="4640"/>
                    <a:pt x="2179" y="4545"/>
                  </a:cubicBezTo>
                  <a:cubicBezTo>
                    <a:pt x="48756" y="3497"/>
                    <a:pt x="94476" y="14356"/>
                    <a:pt x="136672" y="33787"/>
                  </a:cubicBezTo>
                  <a:cubicBezTo>
                    <a:pt x="172962" y="50456"/>
                    <a:pt x="205538" y="78269"/>
                    <a:pt x="245638" y="85222"/>
                  </a:cubicBezTo>
                  <a:cubicBezTo>
                    <a:pt x="248495" y="85698"/>
                    <a:pt x="249734" y="81317"/>
                    <a:pt x="246876" y="80840"/>
                  </a:cubicBezTo>
                  <a:lnTo>
                    <a:pt x="246876" y="80840"/>
                  </a:lnTo>
                  <a:close/>
                </a:path>
              </a:pathLst>
            </a:custGeom>
            <a:solidFill>
              <a:srgbClr val="2B5580"/>
            </a:solidFill>
            <a:ln w="9525" cap="flat">
              <a:noFill/>
              <a:prstDash val="solid"/>
              <a:miter/>
            </a:ln>
          </p:spPr>
          <p:txBody>
            <a:bodyPr/>
            <a:lstStyle/>
            <a:p>
              <a:endParaRPr lang="en-US"/>
            </a:p>
          </p:txBody>
        </p:sp>
        <p:sp>
          <p:nvSpPr>
            <p:cNvPr id="726" name="Freeform: Shape 725">
              <a:extLst>
                <a:ext uri="{FF2B5EF4-FFF2-40B4-BE49-F238E27FC236}">
                  <a16:creationId xmlns:a16="http://schemas.microsoft.com/office/drawing/2014/main" id="{BF44269B-28C2-32AF-F0AD-BD42355D2670}"/>
                </a:ext>
              </a:extLst>
            </p:cNvPr>
            <p:cNvSpPr/>
            <p:nvPr/>
          </p:nvSpPr>
          <p:spPr>
            <a:xfrm>
              <a:off x="4203477" y="2394426"/>
              <a:ext cx="78200" cy="555488"/>
            </a:xfrm>
            <a:custGeom>
              <a:avLst/>
              <a:gdLst>
                <a:gd name="csX0" fmla="*/ 4572 w 78200"/>
                <a:gd name="csY0" fmla="*/ 553274 h 555488"/>
                <a:gd name="csX1" fmla="*/ 59436 w 78200"/>
                <a:gd name="csY1" fmla="*/ 239426 h 555488"/>
                <a:gd name="csX2" fmla="*/ 76295 w 78200"/>
                <a:gd name="csY2" fmla="*/ 109981 h 555488"/>
                <a:gd name="csX3" fmla="*/ 25051 w 78200"/>
                <a:gd name="csY3" fmla="*/ 729 h 555488"/>
                <a:gd name="csX4" fmla="*/ 21812 w 78200"/>
                <a:gd name="csY4" fmla="*/ 3968 h 555488"/>
                <a:gd name="csX5" fmla="*/ 73723 w 78200"/>
                <a:gd name="csY5" fmla="*/ 135127 h 555488"/>
                <a:gd name="csX6" fmla="*/ 43529 w 78200"/>
                <a:gd name="csY6" fmla="*/ 276097 h 555488"/>
                <a:gd name="csX7" fmla="*/ 0 w 78200"/>
                <a:gd name="csY7" fmla="*/ 553274 h 555488"/>
                <a:gd name="csX8" fmla="*/ 4477 w 78200"/>
                <a:gd name="csY8" fmla="*/ 553274 h 555488"/>
                <a:gd name="csX9" fmla="*/ 4477 w 78200"/>
                <a:gd name="csY9" fmla="*/ 553274 h 5554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8200" h="555488">
                  <a:moveTo>
                    <a:pt x="4572" y="553274"/>
                  </a:moveTo>
                  <a:cubicBezTo>
                    <a:pt x="7239" y="445451"/>
                    <a:pt x="28575" y="342391"/>
                    <a:pt x="59436" y="239426"/>
                  </a:cubicBezTo>
                  <a:cubicBezTo>
                    <a:pt x="72009" y="197420"/>
                    <a:pt x="82677" y="154082"/>
                    <a:pt x="76295" y="109981"/>
                  </a:cubicBezTo>
                  <a:cubicBezTo>
                    <a:pt x="70390" y="69023"/>
                    <a:pt x="52292" y="31685"/>
                    <a:pt x="25051" y="729"/>
                  </a:cubicBezTo>
                  <a:cubicBezTo>
                    <a:pt x="23146" y="-1462"/>
                    <a:pt x="19907" y="1777"/>
                    <a:pt x="21812" y="3968"/>
                  </a:cubicBezTo>
                  <a:cubicBezTo>
                    <a:pt x="53816" y="40353"/>
                    <a:pt x="72962" y="86454"/>
                    <a:pt x="73723" y="135127"/>
                  </a:cubicBezTo>
                  <a:cubicBezTo>
                    <a:pt x="74486" y="183799"/>
                    <a:pt x="57150" y="230091"/>
                    <a:pt x="43529" y="276097"/>
                  </a:cubicBezTo>
                  <a:cubicBezTo>
                    <a:pt x="16954" y="366108"/>
                    <a:pt x="2381" y="459453"/>
                    <a:pt x="0" y="553274"/>
                  </a:cubicBezTo>
                  <a:cubicBezTo>
                    <a:pt x="0" y="556227"/>
                    <a:pt x="4477" y="556227"/>
                    <a:pt x="4477" y="553274"/>
                  </a:cubicBezTo>
                  <a:lnTo>
                    <a:pt x="4477" y="553274"/>
                  </a:lnTo>
                  <a:close/>
                </a:path>
              </a:pathLst>
            </a:custGeom>
            <a:solidFill>
              <a:srgbClr val="2B5580"/>
            </a:solidFill>
            <a:ln w="9525" cap="flat">
              <a:noFill/>
              <a:prstDash val="solid"/>
              <a:miter/>
            </a:ln>
          </p:spPr>
          <p:txBody>
            <a:bodyPr/>
            <a:lstStyle/>
            <a:p>
              <a:endParaRPr lang="en-US"/>
            </a:p>
          </p:txBody>
        </p:sp>
        <p:sp>
          <p:nvSpPr>
            <p:cNvPr id="727" name="Freeform: Shape 726">
              <a:extLst>
                <a:ext uri="{FF2B5EF4-FFF2-40B4-BE49-F238E27FC236}">
                  <a16:creationId xmlns:a16="http://schemas.microsoft.com/office/drawing/2014/main" id="{9F768DC9-5944-CB60-B73C-C0992C29F29E}"/>
                </a:ext>
              </a:extLst>
            </p:cNvPr>
            <p:cNvSpPr/>
            <p:nvPr/>
          </p:nvSpPr>
          <p:spPr>
            <a:xfrm>
              <a:off x="3962670" y="2419722"/>
              <a:ext cx="123997" cy="387229"/>
            </a:xfrm>
            <a:custGeom>
              <a:avLst/>
              <a:gdLst>
                <a:gd name="csX0" fmla="*/ 4397 w 123997"/>
                <a:gd name="csY0" fmla="*/ 385580 h 387229"/>
                <a:gd name="csX1" fmla="*/ 52022 w 123997"/>
                <a:gd name="csY1" fmla="*/ 190889 h 387229"/>
                <a:gd name="csX2" fmla="*/ 123269 w 123997"/>
                <a:gd name="csY2" fmla="*/ 3818 h 387229"/>
                <a:gd name="csX3" fmla="*/ 120030 w 123997"/>
                <a:gd name="csY3" fmla="*/ 580 h 387229"/>
                <a:gd name="csX4" fmla="*/ 50117 w 123997"/>
                <a:gd name="csY4" fmla="*/ 176411 h 387229"/>
                <a:gd name="csX5" fmla="*/ 111 w 123997"/>
                <a:gd name="csY5" fmla="*/ 384437 h 387229"/>
                <a:gd name="csX6" fmla="*/ 4492 w 123997"/>
                <a:gd name="csY6" fmla="*/ 385676 h 387229"/>
                <a:gd name="csX7" fmla="*/ 4492 w 123997"/>
                <a:gd name="csY7" fmla="*/ 385676 h 3872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3997" h="387229">
                  <a:moveTo>
                    <a:pt x="4397" y="385580"/>
                  </a:moveTo>
                  <a:cubicBezTo>
                    <a:pt x="24018" y="321668"/>
                    <a:pt x="39830" y="256612"/>
                    <a:pt x="52022" y="190889"/>
                  </a:cubicBezTo>
                  <a:cubicBezTo>
                    <a:pt x="64214" y="125072"/>
                    <a:pt x="69738" y="51062"/>
                    <a:pt x="123269" y="3818"/>
                  </a:cubicBezTo>
                  <a:cubicBezTo>
                    <a:pt x="125460" y="1913"/>
                    <a:pt x="122221" y="-1325"/>
                    <a:pt x="120030" y="580"/>
                  </a:cubicBezTo>
                  <a:cubicBezTo>
                    <a:pt x="69357" y="45347"/>
                    <a:pt x="61261" y="113546"/>
                    <a:pt x="50117" y="176411"/>
                  </a:cubicBezTo>
                  <a:cubicBezTo>
                    <a:pt x="37639" y="246611"/>
                    <a:pt x="20970" y="316238"/>
                    <a:pt x="111" y="384437"/>
                  </a:cubicBezTo>
                  <a:cubicBezTo>
                    <a:pt x="-747" y="387200"/>
                    <a:pt x="3635" y="388438"/>
                    <a:pt x="4492" y="385676"/>
                  </a:cubicBezTo>
                  <a:lnTo>
                    <a:pt x="4492" y="385676"/>
                  </a:lnTo>
                  <a:close/>
                </a:path>
              </a:pathLst>
            </a:custGeom>
            <a:solidFill>
              <a:srgbClr val="2B5580"/>
            </a:solidFill>
            <a:ln w="9525" cap="flat">
              <a:noFill/>
              <a:prstDash val="solid"/>
              <a:miter/>
            </a:ln>
          </p:spPr>
          <p:txBody>
            <a:bodyPr/>
            <a:lstStyle/>
            <a:p>
              <a:endParaRPr lang="en-US"/>
            </a:p>
          </p:txBody>
        </p:sp>
        <p:sp>
          <p:nvSpPr>
            <p:cNvPr id="728" name="Freeform: Shape 727">
              <a:extLst>
                <a:ext uri="{FF2B5EF4-FFF2-40B4-BE49-F238E27FC236}">
                  <a16:creationId xmlns:a16="http://schemas.microsoft.com/office/drawing/2014/main" id="{E6D8AEC4-4740-C378-8771-588C61D7F329}"/>
                </a:ext>
              </a:extLst>
            </p:cNvPr>
            <p:cNvSpPr/>
            <p:nvPr/>
          </p:nvSpPr>
          <p:spPr>
            <a:xfrm>
              <a:off x="4107894" y="2873202"/>
              <a:ext cx="100109" cy="76830"/>
            </a:xfrm>
            <a:custGeom>
              <a:avLst/>
              <a:gdLst>
                <a:gd name="csX0" fmla="*/ 99870 w 100109"/>
                <a:gd name="csY0" fmla="*/ 73356 h 76830"/>
                <a:gd name="csX1" fmla="*/ 2143 w 100109"/>
                <a:gd name="csY1" fmla="*/ 13 h 76830"/>
                <a:gd name="csX2" fmla="*/ 2143 w 100109"/>
                <a:gd name="csY2" fmla="*/ 4490 h 76830"/>
                <a:gd name="csX3" fmla="*/ 95964 w 100109"/>
                <a:gd name="csY3" fmla="*/ 75642 h 76830"/>
                <a:gd name="csX4" fmla="*/ 99870 w 100109"/>
                <a:gd name="csY4" fmla="*/ 73356 h 76830"/>
                <a:gd name="csX5" fmla="*/ 99870 w 100109"/>
                <a:gd name="csY5" fmla="*/ 73356 h 76830"/>
              </a:gdLst>
              <a:ahLst/>
              <a:cxnLst>
                <a:cxn ang="0">
                  <a:pos x="csX0" y="csY0"/>
                </a:cxn>
                <a:cxn ang="0">
                  <a:pos x="csX1" y="csY1"/>
                </a:cxn>
                <a:cxn ang="0">
                  <a:pos x="csX2" y="csY2"/>
                </a:cxn>
                <a:cxn ang="0">
                  <a:pos x="csX3" y="csY3"/>
                </a:cxn>
                <a:cxn ang="0">
                  <a:pos x="csX4" y="csY4"/>
                </a:cxn>
                <a:cxn ang="0">
                  <a:pos x="csX5" y="csY5"/>
                </a:cxn>
              </a:cxnLst>
              <a:rect l="l" t="t" r="r" b="b"/>
              <a:pathLst>
                <a:path w="100109" h="76830">
                  <a:moveTo>
                    <a:pt x="99870" y="73356"/>
                  </a:moveTo>
                  <a:cubicBezTo>
                    <a:pt x="81963" y="34113"/>
                    <a:pt x="45387" y="4966"/>
                    <a:pt x="2143" y="13"/>
                  </a:cubicBezTo>
                  <a:cubicBezTo>
                    <a:pt x="-714" y="-273"/>
                    <a:pt x="-714" y="4204"/>
                    <a:pt x="2143" y="4490"/>
                  </a:cubicBezTo>
                  <a:cubicBezTo>
                    <a:pt x="43863" y="9252"/>
                    <a:pt x="78819" y="38018"/>
                    <a:pt x="95964" y="75642"/>
                  </a:cubicBezTo>
                  <a:cubicBezTo>
                    <a:pt x="97203" y="78309"/>
                    <a:pt x="101108" y="76023"/>
                    <a:pt x="99870" y="73356"/>
                  </a:cubicBezTo>
                  <a:lnTo>
                    <a:pt x="99870" y="73356"/>
                  </a:lnTo>
                  <a:close/>
                </a:path>
              </a:pathLst>
            </a:custGeom>
            <a:solidFill>
              <a:srgbClr val="2B5580"/>
            </a:solidFill>
            <a:ln w="9525" cap="flat">
              <a:noFill/>
              <a:prstDash val="solid"/>
              <a:miter/>
            </a:ln>
          </p:spPr>
          <p:txBody>
            <a:bodyPr/>
            <a:lstStyle/>
            <a:p>
              <a:endParaRPr lang="en-US"/>
            </a:p>
          </p:txBody>
        </p:sp>
        <p:sp>
          <p:nvSpPr>
            <p:cNvPr id="729" name="Freeform: Shape 728">
              <a:extLst>
                <a:ext uri="{FF2B5EF4-FFF2-40B4-BE49-F238E27FC236}">
                  <a16:creationId xmlns:a16="http://schemas.microsoft.com/office/drawing/2014/main" id="{5951296C-97E8-9504-D583-5910573C900D}"/>
                </a:ext>
              </a:extLst>
            </p:cNvPr>
            <p:cNvSpPr/>
            <p:nvPr/>
          </p:nvSpPr>
          <p:spPr>
            <a:xfrm>
              <a:off x="4292993" y="2997040"/>
              <a:ext cx="564686" cy="278808"/>
            </a:xfrm>
            <a:custGeom>
              <a:avLst/>
              <a:gdLst>
                <a:gd name="csX0" fmla="*/ 561328 w 564686"/>
                <a:gd name="csY0" fmla="*/ 213455 h 278808"/>
                <a:gd name="csX1" fmla="*/ 555708 w 564686"/>
                <a:gd name="csY1" fmla="*/ 188976 h 278808"/>
                <a:gd name="csX2" fmla="*/ 528371 w 564686"/>
                <a:gd name="csY2" fmla="*/ 167640 h 278808"/>
                <a:gd name="csX3" fmla="*/ 510940 w 564686"/>
                <a:gd name="csY3" fmla="*/ 158401 h 278808"/>
                <a:gd name="csX4" fmla="*/ 510940 w 564686"/>
                <a:gd name="csY4" fmla="*/ 157448 h 278808"/>
                <a:gd name="csX5" fmla="*/ 431311 w 564686"/>
                <a:gd name="csY5" fmla="*/ 111919 h 278808"/>
                <a:gd name="csX6" fmla="*/ 305010 w 564686"/>
                <a:gd name="csY6" fmla="*/ 76772 h 278808"/>
                <a:gd name="csX7" fmla="*/ 169374 w 564686"/>
                <a:gd name="csY7" fmla="*/ 51530 h 278808"/>
                <a:gd name="csX8" fmla="*/ 12783 w 564686"/>
                <a:gd name="csY8" fmla="*/ 0 h 278808"/>
                <a:gd name="csX9" fmla="*/ 115 w 564686"/>
                <a:gd name="csY9" fmla="*/ 150209 h 278808"/>
                <a:gd name="csX10" fmla="*/ 189471 w 564686"/>
                <a:gd name="csY10" fmla="*/ 190786 h 278808"/>
                <a:gd name="csX11" fmla="*/ 348539 w 564686"/>
                <a:gd name="csY11" fmla="*/ 228695 h 278808"/>
                <a:gd name="csX12" fmla="*/ 411880 w 564686"/>
                <a:gd name="csY12" fmla="*/ 268224 h 278808"/>
                <a:gd name="csX13" fmla="*/ 477507 w 564686"/>
                <a:gd name="csY13" fmla="*/ 278035 h 278808"/>
                <a:gd name="csX14" fmla="*/ 526847 w 564686"/>
                <a:gd name="csY14" fmla="*/ 264700 h 278808"/>
                <a:gd name="csX15" fmla="*/ 529038 w 564686"/>
                <a:gd name="csY15" fmla="*/ 255461 h 278808"/>
                <a:gd name="csX16" fmla="*/ 548469 w 564686"/>
                <a:gd name="csY16" fmla="*/ 251841 h 278808"/>
                <a:gd name="csX17" fmla="*/ 554565 w 564686"/>
                <a:gd name="csY17" fmla="*/ 243935 h 278808"/>
                <a:gd name="csX18" fmla="*/ 550564 w 564686"/>
                <a:gd name="csY18" fmla="*/ 234791 h 278808"/>
                <a:gd name="csX19" fmla="*/ 550564 w 564686"/>
                <a:gd name="csY19" fmla="*/ 234791 h 278808"/>
                <a:gd name="csX20" fmla="*/ 558851 w 564686"/>
                <a:gd name="csY20" fmla="*/ 230505 h 278808"/>
                <a:gd name="csX21" fmla="*/ 560851 w 564686"/>
                <a:gd name="csY21" fmla="*/ 213836 h 278808"/>
                <a:gd name="csX22" fmla="*/ 561328 w 564686"/>
                <a:gd name="csY22" fmla="*/ 213455 h 2788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564686" h="278808">
                  <a:moveTo>
                    <a:pt x="561328" y="213455"/>
                  </a:moveTo>
                  <a:cubicBezTo>
                    <a:pt x="568948" y="205454"/>
                    <a:pt x="562090" y="195167"/>
                    <a:pt x="555708" y="188976"/>
                  </a:cubicBezTo>
                  <a:cubicBezTo>
                    <a:pt x="547421" y="180880"/>
                    <a:pt x="538182" y="173736"/>
                    <a:pt x="528371" y="167640"/>
                  </a:cubicBezTo>
                  <a:cubicBezTo>
                    <a:pt x="522846" y="164211"/>
                    <a:pt x="516751" y="161449"/>
                    <a:pt x="510940" y="158401"/>
                  </a:cubicBezTo>
                  <a:cubicBezTo>
                    <a:pt x="510940" y="158115"/>
                    <a:pt x="511131" y="157829"/>
                    <a:pt x="510940" y="157448"/>
                  </a:cubicBezTo>
                  <a:cubicBezTo>
                    <a:pt x="499701" y="123063"/>
                    <a:pt x="460363" y="122015"/>
                    <a:pt x="431311" y="111919"/>
                  </a:cubicBezTo>
                  <a:cubicBezTo>
                    <a:pt x="389020" y="97250"/>
                    <a:pt x="349777" y="82772"/>
                    <a:pt x="305010" y="76772"/>
                  </a:cubicBezTo>
                  <a:cubicBezTo>
                    <a:pt x="258528" y="70580"/>
                    <a:pt x="215094" y="62675"/>
                    <a:pt x="169374" y="51530"/>
                  </a:cubicBezTo>
                  <a:cubicBezTo>
                    <a:pt x="125844" y="40862"/>
                    <a:pt x="56217" y="11049"/>
                    <a:pt x="12783" y="0"/>
                  </a:cubicBezTo>
                  <a:cubicBezTo>
                    <a:pt x="12783" y="0"/>
                    <a:pt x="-1409" y="150114"/>
                    <a:pt x="115" y="150209"/>
                  </a:cubicBezTo>
                  <a:cubicBezTo>
                    <a:pt x="59550" y="155162"/>
                    <a:pt x="131083" y="180118"/>
                    <a:pt x="189471" y="190786"/>
                  </a:cubicBezTo>
                  <a:cubicBezTo>
                    <a:pt x="242907" y="200501"/>
                    <a:pt x="299485" y="203264"/>
                    <a:pt x="348539" y="228695"/>
                  </a:cubicBezTo>
                  <a:cubicBezTo>
                    <a:pt x="370637" y="240221"/>
                    <a:pt x="389401" y="257270"/>
                    <a:pt x="411880" y="268224"/>
                  </a:cubicBezTo>
                  <a:cubicBezTo>
                    <a:pt x="432645" y="278321"/>
                    <a:pt x="454648" y="280130"/>
                    <a:pt x="477507" y="278035"/>
                  </a:cubicBezTo>
                  <a:cubicBezTo>
                    <a:pt x="491128" y="276701"/>
                    <a:pt x="518179" y="277559"/>
                    <a:pt x="526847" y="264700"/>
                  </a:cubicBezTo>
                  <a:cubicBezTo>
                    <a:pt x="528847" y="261747"/>
                    <a:pt x="529324" y="258509"/>
                    <a:pt x="529038" y="255461"/>
                  </a:cubicBezTo>
                  <a:cubicBezTo>
                    <a:pt x="535610" y="255746"/>
                    <a:pt x="542754" y="255461"/>
                    <a:pt x="548469" y="251841"/>
                  </a:cubicBezTo>
                  <a:cubicBezTo>
                    <a:pt x="551231" y="250031"/>
                    <a:pt x="554088" y="247364"/>
                    <a:pt x="554565" y="243935"/>
                  </a:cubicBezTo>
                  <a:cubicBezTo>
                    <a:pt x="555041" y="240316"/>
                    <a:pt x="552755" y="237363"/>
                    <a:pt x="550564" y="234791"/>
                  </a:cubicBezTo>
                  <a:cubicBezTo>
                    <a:pt x="550564" y="234791"/>
                    <a:pt x="550564" y="234791"/>
                    <a:pt x="550564" y="234791"/>
                  </a:cubicBezTo>
                  <a:cubicBezTo>
                    <a:pt x="553707" y="234315"/>
                    <a:pt x="556660" y="233172"/>
                    <a:pt x="558851" y="230505"/>
                  </a:cubicBezTo>
                  <a:cubicBezTo>
                    <a:pt x="562375" y="226124"/>
                    <a:pt x="562756" y="219170"/>
                    <a:pt x="560851" y="213836"/>
                  </a:cubicBezTo>
                  <a:cubicBezTo>
                    <a:pt x="560947" y="213741"/>
                    <a:pt x="561137" y="213646"/>
                    <a:pt x="561328" y="213455"/>
                  </a:cubicBezTo>
                  <a:close/>
                </a:path>
              </a:pathLst>
            </a:custGeom>
            <a:solidFill>
              <a:srgbClr val="FFDCA6"/>
            </a:solidFill>
            <a:ln w="9525" cap="flat">
              <a:noFill/>
              <a:prstDash val="solid"/>
              <a:miter/>
            </a:ln>
          </p:spPr>
          <p:txBody>
            <a:bodyPr/>
            <a:lstStyle/>
            <a:p>
              <a:endParaRPr lang="en-US"/>
            </a:p>
          </p:txBody>
        </p:sp>
        <p:sp>
          <p:nvSpPr>
            <p:cNvPr id="730" name="Freeform: Shape 729">
              <a:extLst>
                <a:ext uri="{FF2B5EF4-FFF2-40B4-BE49-F238E27FC236}">
                  <a16:creationId xmlns:a16="http://schemas.microsoft.com/office/drawing/2014/main" id="{08336E55-6A89-BA8F-4A14-E20A3785C5FB}"/>
                </a:ext>
              </a:extLst>
            </p:cNvPr>
            <p:cNvSpPr/>
            <p:nvPr/>
          </p:nvSpPr>
          <p:spPr>
            <a:xfrm>
              <a:off x="4290345" y="3147535"/>
              <a:ext cx="5339" cy="20383"/>
            </a:xfrm>
            <a:custGeom>
              <a:avLst/>
              <a:gdLst>
                <a:gd name="csX0" fmla="*/ 762 w 5339"/>
                <a:gd name="csY0" fmla="*/ 2286 h 20383"/>
                <a:gd name="csX1" fmla="*/ 0 w 5339"/>
                <a:gd name="csY1" fmla="*/ 18098 h 20383"/>
                <a:gd name="csX2" fmla="*/ 2286 w 5339"/>
                <a:gd name="csY2" fmla="*/ 20383 h 20383"/>
                <a:gd name="csX3" fmla="*/ 4572 w 5339"/>
                <a:gd name="csY3" fmla="*/ 18098 h 20383"/>
                <a:gd name="csX4" fmla="*/ 5334 w 5339"/>
                <a:gd name="csY4" fmla="*/ 2286 h 20383"/>
                <a:gd name="csX5" fmla="*/ 3048 w 5339"/>
                <a:gd name="csY5" fmla="*/ 0 h 20383"/>
                <a:gd name="csX6" fmla="*/ 762 w 5339"/>
                <a:gd name="csY6" fmla="*/ 2286 h 20383"/>
                <a:gd name="csX7" fmla="*/ 762 w 5339"/>
                <a:gd name="csY7" fmla="*/ 2286 h 203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339" h="20383">
                  <a:moveTo>
                    <a:pt x="762" y="2286"/>
                  </a:moveTo>
                  <a:cubicBezTo>
                    <a:pt x="191" y="7525"/>
                    <a:pt x="0" y="12859"/>
                    <a:pt x="0" y="18098"/>
                  </a:cubicBezTo>
                  <a:cubicBezTo>
                    <a:pt x="0" y="19336"/>
                    <a:pt x="1048" y="20383"/>
                    <a:pt x="2286" y="20383"/>
                  </a:cubicBezTo>
                  <a:cubicBezTo>
                    <a:pt x="3524" y="20383"/>
                    <a:pt x="4572" y="19336"/>
                    <a:pt x="4572" y="18098"/>
                  </a:cubicBezTo>
                  <a:cubicBezTo>
                    <a:pt x="4572" y="12763"/>
                    <a:pt x="4858" y="7525"/>
                    <a:pt x="5334" y="2286"/>
                  </a:cubicBezTo>
                  <a:cubicBezTo>
                    <a:pt x="5429" y="1048"/>
                    <a:pt x="4191" y="0"/>
                    <a:pt x="3048" y="0"/>
                  </a:cubicBezTo>
                  <a:cubicBezTo>
                    <a:pt x="1715" y="0"/>
                    <a:pt x="952" y="1048"/>
                    <a:pt x="762" y="2286"/>
                  </a:cubicBezTo>
                  <a:lnTo>
                    <a:pt x="762" y="2286"/>
                  </a:lnTo>
                  <a:close/>
                </a:path>
              </a:pathLst>
            </a:custGeom>
            <a:solidFill>
              <a:srgbClr val="EDDCCC"/>
            </a:solidFill>
            <a:ln w="9525" cap="flat">
              <a:noFill/>
              <a:prstDash val="solid"/>
              <a:miter/>
            </a:ln>
          </p:spPr>
          <p:txBody>
            <a:bodyPr/>
            <a:lstStyle/>
            <a:p>
              <a:endParaRPr lang="en-US"/>
            </a:p>
          </p:txBody>
        </p:sp>
        <p:sp>
          <p:nvSpPr>
            <p:cNvPr id="731" name="Freeform: Shape 730">
              <a:extLst>
                <a:ext uri="{FF2B5EF4-FFF2-40B4-BE49-F238E27FC236}">
                  <a16:creationId xmlns:a16="http://schemas.microsoft.com/office/drawing/2014/main" id="{77C4DBB0-455D-F69A-2614-D3CF44DCFE50}"/>
                </a:ext>
              </a:extLst>
            </p:cNvPr>
            <p:cNvSpPr/>
            <p:nvPr/>
          </p:nvSpPr>
          <p:spPr>
            <a:xfrm>
              <a:off x="4232410" y="2974287"/>
              <a:ext cx="22317" cy="187823"/>
            </a:xfrm>
            <a:custGeom>
              <a:avLst/>
              <a:gdLst>
                <a:gd name="csX0" fmla="*/ 17740 w 22317"/>
                <a:gd name="csY0" fmla="*/ 2179 h 187823"/>
                <a:gd name="csX1" fmla="*/ 23 w 22317"/>
                <a:gd name="csY1" fmla="*/ 184964 h 187823"/>
                <a:gd name="csX2" fmla="*/ 4405 w 22317"/>
                <a:gd name="csY2" fmla="*/ 186202 h 187823"/>
                <a:gd name="csX3" fmla="*/ 22312 w 22317"/>
                <a:gd name="csY3" fmla="*/ 2179 h 187823"/>
                <a:gd name="csX4" fmla="*/ 17835 w 22317"/>
                <a:gd name="csY4" fmla="*/ 2179 h 187823"/>
                <a:gd name="csX5" fmla="*/ 17835 w 22317"/>
                <a:gd name="csY5" fmla="*/ 2179 h 187823"/>
              </a:gdLst>
              <a:ahLst/>
              <a:cxnLst>
                <a:cxn ang="0">
                  <a:pos x="csX0" y="csY0"/>
                </a:cxn>
                <a:cxn ang="0">
                  <a:pos x="csX1" y="csY1"/>
                </a:cxn>
                <a:cxn ang="0">
                  <a:pos x="csX2" y="csY2"/>
                </a:cxn>
                <a:cxn ang="0">
                  <a:pos x="csX3" y="csY3"/>
                </a:cxn>
                <a:cxn ang="0">
                  <a:pos x="csX4" y="csY4"/>
                </a:cxn>
                <a:cxn ang="0">
                  <a:pos x="csX5" y="csY5"/>
                </a:cxn>
              </a:cxnLst>
              <a:rect l="l" t="t" r="r" b="b"/>
              <a:pathLst>
                <a:path w="22317" h="187823">
                  <a:moveTo>
                    <a:pt x="17740" y="2179"/>
                  </a:moveTo>
                  <a:cubicBezTo>
                    <a:pt x="14406" y="63330"/>
                    <a:pt x="8501" y="124289"/>
                    <a:pt x="23" y="184964"/>
                  </a:cubicBezTo>
                  <a:cubicBezTo>
                    <a:pt x="-358" y="187821"/>
                    <a:pt x="4024" y="189060"/>
                    <a:pt x="4405" y="186202"/>
                  </a:cubicBezTo>
                  <a:cubicBezTo>
                    <a:pt x="12882" y="125147"/>
                    <a:pt x="18883" y="63806"/>
                    <a:pt x="22312" y="2179"/>
                  </a:cubicBezTo>
                  <a:cubicBezTo>
                    <a:pt x="22502" y="-774"/>
                    <a:pt x="17930" y="-678"/>
                    <a:pt x="17835" y="2179"/>
                  </a:cubicBezTo>
                  <a:lnTo>
                    <a:pt x="17835" y="2179"/>
                  </a:lnTo>
                  <a:close/>
                </a:path>
              </a:pathLst>
            </a:custGeom>
            <a:solidFill>
              <a:srgbClr val="2B5580"/>
            </a:solidFill>
            <a:ln w="9525" cap="flat">
              <a:noFill/>
              <a:prstDash val="solid"/>
              <a:miter/>
            </a:ln>
          </p:spPr>
          <p:txBody>
            <a:bodyPr/>
            <a:lstStyle/>
            <a:p>
              <a:endParaRPr lang="en-US"/>
            </a:p>
          </p:txBody>
        </p:sp>
        <p:sp>
          <p:nvSpPr>
            <p:cNvPr id="732" name="Freeform: Shape 731">
              <a:extLst>
                <a:ext uri="{FF2B5EF4-FFF2-40B4-BE49-F238E27FC236}">
                  <a16:creationId xmlns:a16="http://schemas.microsoft.com/office/drawing/2014/main" id="{7C16FA9C-1C2C-6E7F-C3B9-B17DBB67F932}"/>
                </a:ext>
              </a:extLst>
            </p:cNvPr>
            <p:cNvSpPr/>
            <p:nvPr/>
          </p:nvSpPr>
          <p:spPr>
            <a:xfrm>
              <a:off x="4001967" y="3723639"/>
              <a:ext cx="777284" cy="48348"/>
            </a:xfrm>
            <a:custGeom>
              <a:avLst/>
              <a:gdLst>
                <a:gd name="csX0" fmla="*/ 2819 w 777284"/>
                <a:gd name="csY0" fmla="*/ 48260 h 48348"/>
                <a:gd name="csX1" fmla="*/ 198367 w 777284"/>
                <a:gd name="csY1" fmla="*/ 16161 h 48348"/>
                <a:gd name="csX2" fmla="*/ 389343 w 777284"/>
                <a:gd name="csY2" fmla="*/ 4731 h 48348"/>
                <a:gd name="csX3" fmla="*/ 577843 w 777284"/>
                <a:gd name="csY3" fmla="*/ 23114 h 48348"/>
                <a:gd name="csX4" fmla="*/ 775106 w 777284"/>
                <a:gd name="csY4" fmla="*/ 26067 h 48348"/>
                <a:gd name="csX5" fmla="*/ 775106 w 777284"/>
                <a:gd name="csY5" fmla="*/ 21590 h 48348"/>
                <a:gd name="csX6" fmla="*/ 577843 w 777284"/>
                <a:gd name="csY6" fmla="*/ 18637 h 48348"/>
                <a:gd name="csX7" fmla="*/ 380866 w 777284"/>
                <a:gd name="csY7" fmla="*/ 64 h 48348"/>
                <a:gd name="csX8" fmla="*/ 185699 w 777284"/>
                <a:gd name="csY8" fmla="*/ 13017 h 48348"/>
                <a:gd name="csX9" fmla="*/ 1580 w 777284"/>
                <a:gd name="csY9" fmla="*/ 43879 h 48348"/>
                <a:gd name="csX10" fmla="*/ 2819 w 777284"/>
                <a:gd name="csY10" fmla="*/ 48260 h 48348"/>
                <a:gd name="csX11" fmla="*/ 2819 w 777284"/>
                <a:gd name="csY11" fmla="*/ 48260 h 483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777284" h="48348">
                  <a:moveTo>
                    <a:pt x="2819" y="48260"/>
                  </a:moveTo>
                  <a:cubicBezTo>
                    <a:pt x="66446" y="29877"/>
                    <a:pt x="132835" y="23495"/>
                    <a:pt x="198367" y="16161"/>
                  </a:cubicBezTo>
                  <a:cubicBezTo>
                    <a:pt x="261708" y="9017"/>
                    <a:pt x="325526" y="3493"/>
                    <a:pt x="389343" y="4731"/>
                  </a:cubicBezTo>
                  <a:cubicBezTo>
                    <a:pt x="452684" y="6064"/>
                    <a:pt x="514883" y="17399"/>
                    <a:pt x="577843" y="23114"/>
                  </a:cubicBezTo>
                  <a:cubicBezTo>
                    <a:pt x="643375" y="29115"/>
                    <a:pt x="709383" y="27496"/>
                    <a:pt x="775106" y="26067"/>
                  </a:cubicBezTo>
                  <a:cubicBezTo>
                    <a:pt x="777963" y="26067"/>
                    <a:pt x="778058" y="21495"/>
                    <a:pt x="775106" y="21590"/>
                  </a:cubicBezTo>
                  <a:cubicBezTo>
                    <a:pt x="709383" y="23114"/>
                    <a:pt x="643470" y="24638"/>
                    <a:pt x="577843" y="18637"/>
                  </a:cubicBezTo>
                  <a:cubicBezTo>
                    <a:pt x="512025" y="12637"/>
                    <a:pt x="447160" y="826"/>
                    <a:pt x="380866" y="64"/>
                  </a:cubicBezTo>
                  <a:cubicBezTo>
                    <a:pt x="315620" y="-698"/>
                    <a:pt x="250469" y="5493"/>
                    <a:pt x="185699" y="13017"/>
                  </a:cubicBezTo>
                  <a:cubicBezTo>
                    <a:pt x="123881" y="20161"/>
                    <a:pt x="61588" y="26543"/>
                    <a:pt x="1580" y="43879"/>
                  </a:cubicBezTo>
                  <a:cubicBezTo>
                    <a:pt x="-1182" y="44641"/>
                    <a:pt x="-39" y="49022"/>
                    <a:pt x="2819" y="48260"/>
                  </a:cubicBezTo>
                  <a:lnTo>
                    <a:pt x="2819" y="48260"/>
                  </a:lnTo>
                  <a:close/>
                </a:path>
              </a:pathLst>
            </a:custGeom>
            <a:solidFill>
              <a:srgbClr val="2B5580"/>
            </a:solidFill>
            <a:ln w="9525" cap="flat">
              <a:noFill/>
              <a:prstDash val="solid"/>
              <a:miter/>
            </a:ln>
          </p:spPr>
          <p:txBody>
            <a:bodyPr/>
            <a:lstStyle/>
            <a:p>
              <a:endParaRPr lang="en-US"/>
            </a:p>
          </p:txBody>
        </p:sp>
        <p:sp>
          <p:nvSpPr>
            <p:cNvPr id="733" name="Freeform: Shape 732">
              <a:extLst>
                <a:ext uri="{FF2B5EF4-FFF2-40B4-BE49-F238E27FC236}">
                  <a16:creationId xmlns:a16="http://schemas.microsoft.com/office/drawing/2014/main" id="{8C9D50CB-6415-97DB-5F60-2DE1173471E2}"/>
                </a:ext>
              </a:extLst>
            </p:cNvPr>
            <p:cNvSpPr/>
            <p:nvPr/>
          </p:nvSpPr>
          <p:spPr>
            <a:xfrm>
              <a:off x="4186667" y="2310938"/>
              <a:ext cx="316597" cy="234181"/>
            </a:xfrm>
            <a:custGeom>
              <a:avLst/>
              <a:gdLst>
                <a:gd name="csX0" fmla="*/ 1189 w 316597"/>
                <a:gd name="csY0" fmla="*/ 4017 h 234181"/>
                <a:gd name="csX1" fmla="*/ 309704 w 316597"/>
                <a:gd name="csY1" fmla="*/ 233570 h 234181"/>
                <a:gd name="csX2" fmla="*/ 313514 w 316597"/>
                <a:gd name="csY2" fmla="*/ 232617 h 234181"/>
                <a:gd name="csX3" fmla="*/ 316562 w 316597"/>
                <a:gd name="csY3" fmla="*/ 214520 h 234181"/>
                <a:gd name="csX4" fmla="*/ 312180 w 316597"/>
                <a:gd name="csY4" fmla="*/ 213281 h 234181"/>
                <a:gd name="csX5" fmla="*/ 309132 w 316597"/>
                <a:gd name="csY5" fmla="*/ 231379 h 234181"/>
                <a:gd name="csX6" fmla="*/ 312942 w 316597"/>
                <a:gd name="csY6" fmla="*/ 230426 h 234181"/>
                <a:gd name="csX7" fmla="*/ 3475 w 316597"/>
                <a:gd name="csY7" fmla="*/ 207 h 234181"/>
                <a:gd name="csX8" fmla="*/ 1189 w 316597"/>
                <a:gd name="csY8" fmla="*/ 4113 h 234181"/>
                <a:gd name="csX9" fmla="*/ 1189 w 316597"/>
                <a:gd name="csY9" fmla="*/ 4113 h 2341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16597" h="234181">
                  <a:moveTo>
                    <a:pt x="1189" y="4017"/>
                  </a:moveTo>
                  <a:cubicBezTo>
                    <a:pt x="120347" y="56024"/>
                    <a:pt x="216263" y="145464"/>
                    <a:pt x="309704" y="233570"/>
                  </a:cubicBezTo>
                  <a:cubicBezTo>
                    <a:pt x="310847" y="234618"/>
                    <a:pt x="313228" y="234332"/>
                    <a:pt x="313514" y="232617"/>
                  </a:cubicBezTo>
                  <a:cubicBezTo>
                    <a:pt x="314561" y="226617"/>
                    <a:pt x="315514" y="220521"/>
                    <a:pt x="316562" y="214520"/>
                  </a:cubicBezTo>
                  <a:cubicBezTo>
                    <a:pt x="317038" y="211662"/>
                    <a:pt x="312656" y="210424"/>
                    <a:pt x="312180" y="213281"/>
                  </a:cubicBezTo>
                  <a:cubicBezTo>
                    <a:pt x="311132" y="219282"/>
                    <a:pt x="310180" y="225378"/>
                    <a:pt x="309132" y="231379"/>
                  </a:cubicBezTo>
                  <a:cubicBezTo>
                    <a:pt x="310370" y="231093"/>
                    <a:pt x="311609" y="230712"/>
                    <a:pt x="312942" y="230426"/>
                  </a:cubicBezTo>
                  <a:cubicBezTo>
                    <a:pt x="219216" y="142130"/>
                    <a:pt x="123014" y="52404"/>
                    <a:pt x="3475" y="207"/>
                  </a:cubicBezTo>
                  <a:cubicBezTo>
                    <a:pt x="808" y="-936"/>
                    <a:pt x="-1478" y="2970"/>
                    <a:pt x="1189" y="4113"/>
                  </a:cubicBezTo>
                  <a:lnTo>
                    <a:pt x="1189" y="4113"/>
                  </a:lnTo>
                  <a:close/>
                </a:path>
              </a:pathLst>
            </a:custGeom>
            <a:solidFill>
              <a:srgbClr val="2B5580"/>
            </a:solidFill>
            <a:ln w="9525" cap="flat">
              <a:noFill/>
              <a:prstDash val="solid"/>
              <a:miter/>
            </a:ln>
          </p:spPr>
          <p:txBody>
            <a:bodyPr/>
            <a:lstStyle/>
            <a:p>
              <a:endParaRPr lang="en-US"/>
            </a:p>
          </p:txBody>
        </p:sp>
        <p:sp>
          <p:nvSpPr>
            <p:cNvPr id="734" name="Freeform: Shape 733">
              <a:extLst>
                <a:ext uri="{FF2B5EF4-FFF2-40B4-BE49-F238E27FC236}">
                  <a16:creationId xmlns:a16="http://schemas.microsoft.com/office/drawing/2014/main" id="{5125A280-76D1-22A2-4241-4E77BA61417E}"/>
                </a:ext>
              </a:extLst>
            </p:cNvPr>
            <p:cNvSpPr/>
            <p:nvPr/>
          </p:nvSpPr>
          <p:spPr>
            <a:xfrm>
              <a:off x="3852031" y="2005581"/>
              <a:ext cx="283950" cy="846736"/>
            </a:xfrm>
            <a:custGeom>
              <a:avLst/>
              <a:gdLst>
                <a:gd name="csX0" fmla="*/ 4450 w 283950"/>
                <a:gd name="csY0" fmla="*/ 845156 h 846736"/>
                <a:gd name="csX1" fmla="*/ 43027 w 283950"/>
                <a:gd name="csY1" fmla="*/ 605126 h 846736"/>
                <a:gd name="csX2" fmla="*/ 85318 w 283950"/>
                <a:gd name="csY2" fmla="*/ 383479 h 846736"/>
                <a:gd name="csX3" fmla="*/ 152278 w 283950"/>
                <a:gd name="csY3" fmla="*/ 292325 h 846736"/>
                <a:gd name="csX4" fmla="*/ 211143 w 283950"/>
                <a:gd name="csY4" fmla="*/ 205742 h 846736"/>
                <a:gd name="csX5" fmla="*/ 283914 w 283950"/>
                <a:gd name="csY5" fmla="*/ 2860 h 846736"/>
                <a:gd name="csX6" fmla="*/ 279532 w 283950"/>
                <a:gd name="csY6" fmla="*/ 1622 h 846736"/>
                <a:gd name="csX7" fmla="*/ 199713 w 283950"/>
                <a:gd name="csY7" fmla="*/ 216220 h 846736"/>
                <a:gd name="csX8" fmla="*/ 129895 w 283950"/>
                <a:gd name="csY8" fmla="*/ 311851 h 846736"/>
                <a:gd name="csX9" fmla="*/ 75412 w 283950"/>
                <a:gd name="csY9" fmla="*/ 394052 h 846736"/>
                <a:gd name="csX10" fmla="*/ 39598 w 283950"/>
                <a:gd name="csY10" fmla="*/ 590552 h 846736"/>
                <a:gd name="csX11" fmla="*/ 69 w 283950"/>
                <a:gd name="csY11" fmla="*/ 843917 h 846736"/>
                <a:gd name="csX12" fmla="*/ 4450 w 283950"/>
                <a:gd name="csY12" fmla="*/ 845156 h 846736"/>
                <a:gd name="csX13" fmla="*/ 4450 w 283950"/>
                <a:gd name="csY13" fmla="*/ 845156 h 8467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83950" h="846736">
                  <a:moveTo>
                    <a:pt x="4450" y="845156"/>
                  </a:moveTo>
                  <a:cubicBezTo>
                    <a:pt x="23691" y="766193"/>
                    <a:pt x="36454" y="686088"/>
                    <a:pt x="43027" y="605126"/>
                  </a:cubicBezTo>
                  <a:cubicBezTo>
                    <a:pt x="49027" y="530450"/>
                    <a:pt x="51504" y="451868"/>
                    <a:pt x="85318" y="383479"/>
                  </a:cubicBezTo>
                  <a:cubicBezTo>
                    <a:pt x="102272" y="349094"/>
                    <a:pt x="128466" y="321852"/>
                    <a:pt x="152278" y="292325"/>
                  </a:cubicBezTo>
                  <a:cubicBezTo>
                    <a:pt x="174281" y="265178"/>
                    <a:pt x="193903" y="236127"/>
                    <a:pt x="211143" y="205742"/>
                  </a:cubicBezTo>
                  <a:cubicBezTo>
                    <a:pt x="246766" y="142687"/>
                    <a:pt x="271055" y="74107"/>
                    <a:pt x="283914" y="2860"/>
                  </a:cubicBezTo>
                  <a:cubicBezTo>
                    <a:pt x="284390" y="2"/>
                    <a:pt x="280104" y="-1236"/>
                    <a:pt x="279532" y="1622"/>
                  </a:cubicBezTo>
                  <a:cubicBezTo>
                    <a:pt x="265816" y="77345"/>
                    <a:pt x="239146" y="150116"/>
                    <a:pt x="199713" y="216220"/>
                  </a:cubicBezTo>
                  <a:cubicBezTo>
                    <a:pt x="179425" y="250319"/>
                    <a:pt x="155612" y="281561"/>
                    <a:pt x="129895" y="311851"/>
                  </a:cubicBezTo>
                  <a:cubicBezTo>
                    <a:pt x="108273" y="337283"/>
                    <a:pt x="88747" y="363191"/>
                    <a:pt x="75412" y="394052"/>
                  </a:cubicBezTo>
                  <a:cubicBezTo>
                    <a:pt x="48837" y="455869"/>
                    <a:pt x="44741" y="524354"/>
                    <a:pt x="39598" y="590552"/>
                  </a:cubicBezTo>
                  <a:cubicBezTo>
                    <a:pt x="33025" y="676087"/>
                    <a:pt x="20452" y="760478"/>
                    <a:pt x="69" y="843917"/>
                  </a:cubicBezTo>
                  <a:cubicBezTo>
                    <a:pt x="-598" y="846775"/>
                    <a:pt x="3784" y="847918"/>
                    <a:pt x="4450" y="845156"/>
                  </a:cubicBezTo>
                  <a:lnTo>
                    <a:pt x="4450" y="845156"/>
                  </a:lnTo>
                  <a:close/>
                </a:path>
              </a:pathLst>
            </a:custGeom>
            <a:solidFill>
              <a:srgbClr val="6D4D46"/>
            </a:solidFill>
            <a:ln w="9525" cap="flat">
              <a:noFill/>
              <a:prstDash val="solid"/>
              <a:miter/>
            </a:ln>
          </p:spPr>
          <p:txBody>
            <a:bodyPr/>
            <a:lstStyle/>
            <a:p>
              <a:endParaRPr lang="en-US"/>
            </a:p>
          </p:txBody>
        </p:sp>
        <p:sp>
          <p:nvSpPr>
            <p:cNvPr id="735" name="Freeform: Shape 734">
              <a:extLst>
                <a:ext uri="{FF2B5EF4-FFF2-40B4-BE49-F238E27FC236}">
                  <a16:creationId xmlns:a16="http://schemas.microsoft.com/office/drawing/2014/main" id="{960159E8-7AD5-B646-178F-0A7ACF7859FF}"/>
                </a:ext>
              </a:extLst>
            </p:cNvPr>
            <p:cNvSpPr/>
            <p:nvPr/>
          </p:nvSpPr>
          <p:spPr>
            <a:xfrm>
              <a:off x="4292865" y="1874873"/>
              <a:ext cx="119449" cy="166008"/>
            </a:xfrm>
            <a:custGeom>
              <a:avLst/>
              <a:gdLst>
                <a:gd name="csX0" fmla="*/ 4434 w 119449"/>
                <a:gd name="csY0" fmla="*/ 164428 h 166008"/>
                <a:gd name="csX1" fmla="*/ 23674 w 119449"/>
                <a:gd name="csY1" fmla="*/ 118041 h 166008"/>
                <a:gd name="csX2" fmla="*/ 60441 w 119449"/>
                <a:gd name="csY2" fmla="*/ 79370 h 166008"/>
                <a:gd name="csX3" fmla="*/ 119210 w 119449"/>
                <a:gd name="csY3" fmla="*/ 3456 h 166008"/>
                <a:gd name="csX4" fmla="*/ 115305 w 119449"/>
                <a:gd name="csY4" fmla="*/ 1170 h 166008"/>
                <a:gd name="csX5" fmla="*/ 50725 w 119449"/>
                <a:gd name="csY5" fmla="*/ 81751 h 166008"/>
                <a:gd name="csX6" fmla="*/ 52 w 119449"/>
                <a:gd name="csY6" fmla="*/ 163190 h 166008"/>
                <a:gd name="csX7" fmla="*/ 4434 w 119449"/>
                <a:gd name="csY7" fmla="*/ 164428 h 166008"/>
                <a:gd name="csX8" fmla="*/ 4434 w 119449"/>
                <a:gd name="csY8" fmla="*/ 164428 h 1660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19449" h="166008">
                  <a:moveTo>
                    <a:pt x="4434" y="164428"/>
                  </a:moveTo>
                  <a:cubicBezTo>
                    <a:pt x="8053" y="147855"/>
                    <a:pt x="14435" y="132234"/>
                    <a:pt x="23674" y="118041"/>
                  </a:cubicBezTo>
                  <a:cubicBezTo>
                    <a:pt x="33676" y="102897"/>
                    <a:pt x="46820" y="91181"/>
                    <a:pt x="60441" y="79370"/>
                  </a:cubicBezTo>
                  <a:cubicBezTo>
                    <a:pt x="85111" y="58034"/>
                    <a:pt x="105113" y="32983"/>
                    <a:pt x="119210" y="3456"/>
                  </a:cubicBezTo>
                  <a:cubicBezTo>
                    <a:pt x="120448" y="884"/>
                    <a:pt x="116543" y="-1497"/>
                    <a:pt x="115305" y="1170"/>
                  </a:cubicBezTo>
                  <a:cubicBezTo>
                    <a:pt x="99874" y="33459"/>
                    <a:pt x="77491" y="58510"/>
                    <a:pt x="50725" y="81751"/>
                  </a:cubicBezTo>
                  <a:cubicBezTo>
                    <a:pt x="25484" y="103754"/>
                    <a:pt x="7196" y="130138"/>
                    <a:pt x="52" y="163190"/>
                  </a:cubicBezTo>
                  <a:cubicBezTo>
                    <a:pt x="-519" y="166047"/>
                    <a:pt x="3767" y="167190"/>
                    <a:pt x="4434" y="164428"/>
                  </a:cubicBezTo>
                  <a:lnTo>
                    <a:pt x="4434" y="164428"/>
                  </a:lnTo>
                  <a:close/>
                </a:path>
              </a:pathLst>
            </a:custGeom>
            <a:solidFill>
              <a:srgbClr val="6D4D46"/>
            </a:solidFill>
            <a:ln w="9525" cap="flat">
              <a:noFill/>
              <a:prstDash val="solid"/>
              <a:miter/>
            </a:ln>
          </p:spPr>
          <p:txBody>
            <a:bodyPr/>
            <a:lstStyle/>
            <a:p>
              <a:endParaRPr lang="en-US"/>
            </a:p>
          </p:txBody>
        </p:sp>
        <p:sp>
          <p:nvSpPr>
            <p:cNvPr id="736" name="Freeform: Shape 735">
              <a:extLst>
                <a:ext uri="{FF2B5EF4-FFF2-40B4-BE49-F238E27FC236}">
                  <a16:creationId xmlns:a16="http://schemas.microsoft.com/office/drawing/2014/main" id="{3A33BEA2-0571-BC54-BABA-B0F4383A14B4}"/>
                </a:ext>
              </a:extLst>
            </p:cNvPr>
            <p:cNvSpPr/>
            <p:nvPr/>
          </p:nvSpPr>
          <p:spPr>
            <a:xfrm>
              <a:off x="4270386" y="1907076"/>
              <a:ext cx="52363" cy="107844"/>
            </a:xfrm>
            <a:custGeom>
              <a:avLst/>
              <a:gdLst>
                <a:gd name="csX0" fmla="*/ 4434 w 52363"/>
                <a:gd name="csY0" fmla="*/ 106223 h 107844"/>
                <a:gd name="csX1" fmla="*/ 51868 w 52363"/>
                <a:gd name="csY1" fmla="*/ 4019 h 107844"/>
                <a:gd name="csX2" fmla="*/ 48630 w 52363"/>
                <a:gd name="csY2" fmla="*/ 781 h 107844"/>
                <a:gd name="csX3" fmla="*/ 52 w 52363"/>
                <a:gd name="csY3" fmla="*/ 104984 h 107844"/>
                <a:gd name="csX4" fmla="*/ 4434 w 52363"/>
                <a:gd name="csY4" fmla="*/ 106223 h 107844"/>
                <a:gd name="csX5" fmla="*/ 4434 w 52363"/>
                <a:gd name="csY5" fmla="*/ 106223 h 107844"/>
              </a:gdLst>
              <a:ahLst/>
              <a:cxnLst>
                <a:cxn ang="0">
                  <a:pos x="csX0" y="csY0"/>
                </a:cxn>
                <a:cxn ang="0">
                  <a:pos x="csX1" y="csY1"/>
                </a:cxn>
                <a:cxn ang="0">
                  <a:pos x="csX2" y="csY2"/>
                </a:cxn>
                <a:cxn ang="0">
                  <a:pos x="csX3" y="csY3"/>
                </a:cxn>
                <a:cxn ang="0">
                  <a:pos x="csX4" y="csY4"/>
                </a:cxn>
                <a:cxn ang="0">
                  <a:pos x="csX5" y="csY5"/>
                </a:cxn>
              </a:cxnLst>
              <a:rect l="l" t="t" r="r" b="b"/>
              <a:pathLst>
                <a:path w="52363" h="107844">
                  <a:moveTo>
                    <a:pt x="4434" y="106223"/>
                  </a:moveTo>
                  <a:cubicBezTo>
                    <a:pt x="12435" y="69075"/>
                    <a:pt x="28627" y="34118"/>
                    <a:pt x="51868" y="4019"/>
                  </a:cubicBezTo>
                  <a:cubicBezTo>
                    <a:pt x="53583" y="1733"/>
                    <a:pt x="50440" y="-1505"/>
                    <a:pt x="48630" y="781"/>
                  </a:cubicBezTo>
                  <a:cubicBezTo>
                    <a:pt x="24913" y="31451"/>
                    <a:pt x="8244" y="67075"/>
                    <a:pt x="52" y="104984"/>
                  </a:cubicBezTo>
                  <a:cubicBezTo>
                    <a:pt x="-519" y="107842"/>
                    <a:pt x="3767" y="109080"/>
                    <a:pt x="4434" y="106223"/>
                  </a:cubicBezTo>
                  <a:lnTo>
                    <a:pt x="4434" y="106223"/>
                  </a:lnTo>
                  <a:close/>
                </a:path>
              </a:pathLst>
            </a:custGeom>
            <a:solidFill>
              <a:srgbClr val="6D4D46"/>
            </a:solidFill>
            <a:ln w="9525" cap="flat">
              <a:noFill/>
              <a:prstDash val="solid"/>
              <a:miter/>
            </a:ln>
          </p:spPr>
          <p:txBody>
            <a:bodyPr/>
            <a:lstStyle/>
            <a:p>
              <a:endParaRPr lang="en-US"/>
            </a:p>
          </p:txBody>
        </p:sp>
        <p:sp>
          <p:nvSpPr>
            <p:cNvPr id="737" name="Freeform: Shape 736">
              <a:extLst>
                <a:ext uri="{FF2B5EF4-FFF2-40B4-BE49-F238E27FC236}">
                  <a16:creationId xmlns:a16="http://schemas.microsoft.com/office/drawing/2014/main" id="{D37B2ACB-1634-C1EB-F17A-995B66D9DBB0}"/>
                </a:ext>
              </a:extLst>
            </p:cNvPr>
            <p:cNvSpPr/>
            <p:nvPr/>
          </p:nvSpPr>
          <p:spPr>
            <a:xfrm>
              <a:off x="3892272" y="2255076"/>
              <a:ext cx="192066" cy="601949"/>
            </a:xfrm>
            <a:custGeom>
              <a:avLst/>
              <a:gdLst>
                <a:gd name="csX0" fmla="*/ 4405 w 192066"/>
                <a:gd name="csY0" fmla="*/ 600423 h 601949"/>
                <a:gd name="csX1" fmla="*/ 29075 w 192066"/>
                <a:gd name="csY1" fmla="*/ 434402 h 601949"/>
                <a:gd name="csX2" fmla="*/ 43172 w 192066"/>
                <a:gd name="csY2" fmla="*/ 275144 h 601949"/>
                <a:gd name="csX3" fmla="*/ 191476 w 192066"/>
                <a:gd name="csY3" fmla="*/ 3968 h 601949"/>
                <a:gd name="csX4" fmla="*/ 188238 w 192066"/>
                <a:gd name="csY4" fmla="*/ 729 h 601949"/>
                <a:gd name="csX5" fmla="*/ 41553 w 192066"/>
                <a:gd name="csY5" fmla="*/ 250570 h 601949"/>
                <a:gd name="csX6" fmla="*/ 26503 w 192066"/>
                <a:gd name="csY6" fmla="*/ 420210 h 601949"/>
                <a:gd name="csX7" fmla="*/ 24 w 192066"/>
                <a:gd name="csY7" fmla="*/ 599090 h 601949"/>
                <a:gd name="csX8" fmla="*/ 4405 w 192066"/>
                <a:gd name="csY8" fmla="*/ 600328 h 601949"/>
                <a:gd name="csX9" fmla="*/ 4405 w 192066"/>
                <a:gd name="csY9" fmla="*/ 600328 h 6019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2066" h="601949">
                  <a:moveTo>
                    <a:pt x="4405" y="600423"/>
                  </a:moveTo>
                  <a:cubicBezTo>
                    <a:pt x="12597" y="545083"/>
                    <a:pt x="20979" y="489838"/>
                    <a:pt x="29075" y="434402"/>
                  </a:cubicBezTo>
                  <a:cubicBezTo>
                    <a:pt x="36790" y="381348"/>
                    <a:pt x="38314" y="328484"/>
                    <a:pt x="43172" y="275144"/>
                  </a:cubicBezTo>
                  <a:cubicBezTo>
                    <a:pt x="53173" y="166464"/>
                    <a:pt x="122325" y="83025"/>
                    <a:pt x="191476" y="3968"/>
                  </a:cubicBezTo>
                  <a:cubicBezTo>
                    <a:pt x="193381" y="1777"/>
                    <a:pt x="190238" y="-1462"/>
                    <a:pt x="188238" y="729"/>
                  </a:cubicBezTo>
                  <a:cubicBezTo>
                    <a:pt x="124706" y="73405"/>
                    <a:pt x="57079" y="151986"/>
                    <a:pt x="41553" y="250570"/>
                  </a:cubicBezTo>
                  <a:cubicBezTo>
                    <a:pt x="32695" y="306577"/>
                    <a:pt x="34409" y="363917"/>
                    <a:pt x="26503" y="420210"/>
                  </a:cubicBezTo>
                  <a:cubicBezTo>
                    <a:pt x="18121" y="479932"/>
                    <a:pt x="8882" y="539463"/>
                    <a:pt x="24" y="599090"/>
                  </a:cubicBezTo>
                  <a:cubicBezTo>
                    <a:pt x="-357" y="601947"/>
                    <a:pt x="3929" y="603185"/>
                    <a:pt x="4405" y="600328"/>
                  </a:cubicBezTo>
                  <a:lnTo>
                    <a:pt x="4405" y="600328"/>
                  </a:lnTo>
                  <a:close/>
                </a:path>
              </a:pathLst>
            </a:custGeom>
            <a:solidFill>
              <a:srgbClr val="6D4D46"/>
            </a:solidFill>
            <a:ln w="9525" cap="flat">
              <a:noFill/>
              <a:prstDash val="solid"/>
              <a:miter/>
            </a:ln>
          </p:spPr>
          <p:txBody>
            <a:bodyPr/>
            <a:lstStyle/>
            <a:p>
              <a:endParaRPr lang="en-US"/>
            </a:p>
          </p:txBody>
        </p:sp>
        <p:sp>
          <p:nvSpPr>
            <p:cNvPr id="738" name="Freeform: Shape 737">
              <a:extLst>
                <a:ext uri="{FF2B5EF4-FFF2-40B4-BE49-F238E27FC236}">
                  <a16:creationId xmlns:a16="http://schemas.microsoft.com/office/drawing/2014/main" id="{669A3241-3458-85CF-2879-2C4BA0FB6683}"/>
                </a:ext>
              </a:extLst>
            </p:cNvPr>
            <p:cNvSpPr/>
            <p:nvPr/>
          </p:nvSpPr>
          <p:spPr>
            <a:xfrm>
              <a:off x="4063341" y="2117595"/>
              <a:ext cx="135043" cy="240946"/>
            </a:xfrm>
            <a:custGeom>
              <a:avLst/>
              <a:gdLst>
                <a:gd name="csX0" fmla="*/ 3928 w 135043"/>
                <a:gd name="csY0" fmla="*/ 240318 h 240946"/>
                <a:gd name="csX1" fmla="*/ 134992 w 135043"/>
                <a:gd name="csY1" fmla="*/ 2860 h 240946"/>
                <a:gd name="csX2" fmla="*/ 130611 w 135043"/>
                <a:gd name="csY2" fmla="*/ 1622 h 240946"/>
                <a:gd name="csX3" fmla="*/ 690 w 135043"/>
                <a:gd name="csY3" fmla="*/ 237080 h 240946"/>
                <a:gd name="csX4" fmla="*/ 3928 w 135043"/>
                <a:gd name="csY4" fmla="*/ 240318 h 240946"/>
                <a:gd name="csX5" fmla="*/ 3928 w 135043"/>
                <a:gd name="csY5" fmla="*/ 240318 h 240946"/>
              </a:gdLst>
              <a:ahLst/>
              <a:cxnLst>
                <a:cxn ang="0">
                  <a:pos x="csX0" y="csY0"/>
                </a:cxn>
                <a:cxn ang="0">
                  <a:pos x="csX1" y="csY1"/>
                </a:cxn>
                <a:cxn ang="0">
                  <a:pos x="csX2" y="csY2"/>
                </a:cxn>
                <a:cxn ang="0">
                  <a:pos x="csX3" y="csY3"/>
                </a:cxn>
                <a:cxn ang="0">
                  <a:pos x="csX4" y="csY4"/>
                </a:cxn>
                <a:cxn ang="0">
                  <a:pos x="csX5" y="csY5"/>
                </a:cxn>
              </a:cxnLst>
              <a:rect l="l" t="t" r="r" b="b"/>
              <a:pathLst>
                <a:path w="135043" h="240946">
                  <a:moveTo>
                    <a:pt x="3928" y="240318"/>
                  </a:moveTo>
                  <a:cubicBezTo>
                    <a:pt x="71175" y="176977"/>
                    <a:pt x="117276" y="93538"/>
                    <a:pt x="134992" y="2860"/>
                  </a:cubicBezTo>
                  <a:cubicBezTo>
                    <a:pt x="135564" y="2"/>
                    <a:pt x="131182" y="-1236"/>
                    <a:pt x="130611" y="1622"/>
                  </a:cubicBezTo>
                  <a:cubicBezTo>
                    <a:pt x="112990" y="91538"/>
                    <a:pt x="67365" y="174215"/>
                    <a:pt x="690" y="237080"/>
                  </a:cubicBezTo>
                  <a:cubicBezTo>
                    <a:pt x="-1406" y="239080"/>
                    <a:pt x="1738" y="242318"/>
                    <a:pt x="3928" y="240318"/>
                  </a:cubicBezTo>
                  <a:lnTo>
                    <a:pt x="3928" y="240318"/>
                  </a:lnTo>
                  <a:close/>
                </a:path>
              </a:pathLst>
            </a:custGeom>
            <a:solidFill>
              <a:srgbClr val="6D4D46"/>
            </a:solidFill>
            <a:ln w="9525" cap="flat">
              <a:noFill/>
              <a:prstDash val="solid"/>
              <a:miter/>
            </a:ln>
          </p:spPr>
          <p:txBody>
            <a:bodyPr/>
            <a:lstStyle/>
            <a:p>
              <a:endParaRPr lang="en-US"/>
            </a:p>
          </p:txBody>
        </p:sp>
        <p:sp>
          <p:nvSpPr>
            <p:cNvPr id="739" name="Freeform: Shape 738">
              <a:extLst>
                <a:ext uri="{FF2B5EF4-FFF2-40B4-BE49-F238E27FC236}">
                  <a16:creationId xmlns:a16="http://schemas.microsoft.com/office/drawing/2014/main" id="{F36684A1-0B48-C523-7B1A-D11D5DB5BB05}"/>
                </a:ext>
              </a:extLst>
            </p:cNvPr>
            <p:cNvSpPr/>
            <p:nvPr/>
          </p:nvSpPr>
          <p:spPr>
            <a:xfrm>
              <a:off x="4740235" y="3135431"/>
              <a:ext cx="63458" cy="21023"/>
            </a:xfrm>
            <a:custGeom>
              <a:avLst/>
              <a:gdLst>
                <a:gd name="csX0" fmla="*/ 62174 w 63458"/>
                <a:gd name="csY0" fmla="*/ 17343 h 21023"/>
                <a:gd name="csX1" fmla="*/ 32742 w 63458"/>
                <a:gd name="csY1" fmla="*/ 6294 h 21023"/>
                <a:gd name="csX2" fmla="*/ 1786 w 63458"/>
                <a:gd name="csY2" fmla="*/ 7 h 21023"/>
                <a:gd name="csX3" fmla="*/ 1786 w 63458"/>
                <a:gd name="csY3" fmla="*/ 3722 h 21023"/>
                <a:gd name="csX4" fmla="*/ 32742 w 63458"/>
                <a:gd name="csY4" fmla="*/ 10294 h 21023"/>
                <a:gd name="csX5" fmla="*/ 61127 w 63458"/>
                <a:gd name="csY5" fmla="*/ 20962 h 21023"/>
                <a:gd name="csX6" fmla="*/ 62079 w 63458"/>
                <a:gd name="csY6" fmla="*/ 17343 h 21023"/>
                <a:gd name="csX7" fmla="*/ 62079 w 63458"/>
                <a:gd name="csY7" fmla="*/ 17343 h 210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63458" h="21023">
                  <a:moveTo>
                    <a:pt x="62174" y="17343"/>
                  </a:moveTo>
                  <a:cubicBezTo>
                    <a:pt x="51983" y="14771"/>
                    <a:pt x="42648" y="9723"/>
                    <a:pt x="32742" y="6294"/>
                  </a:cubicBezTo>
                  <a:cubicBezTo>
                    <a:pt x="22741" y="2865"/>
                    <a:pt x="12359" y="769"/>
                    <a:pt x="1786" y="7"/>
                  </a:cubicBezTo>
                  <a:cubicBezTo>
                    <a:pt x="-595" y="-183"/>
                    <a:pt x="-595" y="3531"/>
                    <a:pt x="1786" y="3722"/>
                  </a:cubicBezTo>
                  <a:cubicBezTo>
                    <a:pt x="12359" y="4579"/>
                    <a:pt x="22741" y="6770"/>
                    <a:pt x="32742" y="10294"/>
                  </a:cubicBezTo>
                  <a:cubicBezTo>
                    <a:pt x="42267" y="13723"/>
                    <a:pt x="51316" y="18486"/>
                    <a:pt x="61127" y="20962"/>
                  </a:cubicBezTo>
                  <a:cubicBezTo>
                    <a:pt x="63508" y="21534"/>
                    <a:pt x="64460" y="17914"/>
                    <a:pt x="62079" y="17343"/>
                  </a:cubicBezTo>
                  <a:lnTo>
                    <a:pt x="62079" y="17343"/>
                  </a:lnTo>
                  <a:close/>
                </a:path>
              </a:pathLst>
            </a:custGeom>
            <a:solidFill>
              <a:srgbClr val="C9A167"/>
            </a:solidFill>
            <a:ln w="9525" cap="flat">
              <a:noFill/>
              <a:prstDash val="solid"/>
              <a:miter/>
            </a:ln>
          </p:spPr>
          <p:txBody>
            <a:bodyPr/>
            <a:lstStyle/>
            <a:p>
              <a:endParaRPr lang="en-US"/>
            </a:p>
          </p:txBody>
        </p:sp>
        <p:sp>
          <p:nvSpPr>
            <p:cNvPr id="740" name="Freeform: Shape 739">
              <a:extLst>
                <a:ext uri="{FF2B5EF4-FFF2-40B4-BE49-F238E27FC236}">
                  <a16:creationId xmlns:a16="http://schemas.microsoft.com/office/drawing/2014/main" id="{DE70576B-3DEC-D003-5665-834AE75DBF0C}"/>
                </a:ext>
              </a:extLst>
            </p:cNvPr>
            <p:cNvSpPr/>
            <p:nvPr/>
          </p:nvSpPr>
          <p:spPr>
            <a:xfrm>
              <a:off x="4797601" y="3180639"/>
              <a:ext cx="57748" cy="31932"/>
            </a:xfrm>
            <a:custGeom>
              <a:avLst/>
              <a:gdLst>
                <a:gd name="csX0" fmla="*/ 57101 w 57748"/>
                <a:gd name="csY0" fmla="*/ 28713 h 31932"/>
                <a:gd name="csX1" fmla="*/ 2332 w 57748"/>
                <a:gd name="csY1" fmla="*/ 43 h 31932"/>
                <a:gd name="csX2" fmla="*/ 1379 w 57748"/>
                <a:gd name="csY2" fmla="*/ 3663 h 31932"/>
                <a:gd name="csX3" fmla="*/ 54529 w 57748"/>
                <a:gd name="csY3" fmla="*/ 31380 h 31932"/>
                <a:gd name="csX4" fmla="*/ 57196 w 57748"/>
                <a:gd name="csY4" fmla="*/ 28713 h 31932"/>
                <a:gd name="csX5" fmla="*/ 57196 w 57748"/>
                <a:gd name="csY5" fmla="*/ 28713 h 31932"/>
              </a:gdLst>
              <a:ahLst/>
              <a:cxnLst>
                <a:cxn ang="0">
                  <a:pos x="csX0" y="csY0"/>
                </a:cxn>
                <a:cxn ang="0">
                  <a:pos x="csX1" y="csY1"/>
                </a:cxn>
                <a:cxn ang="0">
                  <a:pos x="csX2" y="csY2"/>
                </a:cxn>
                <a:cxn ang="0">
                  <a:pos x="csX3" y="csY3"/>
                </a:cxn>
                <a:cxn ang="0">
                  <a:pos x="csX4" y="csY4"/>
                </a:cxn>
                <a:cxn ang="0">
                  <a:pos x="csX5" y="csY5"/>
                </a:cxn>
              </a:cxnLst>
              <a:rect l="l" t="t" r="r" b="b"/>
              <a:pathLst>
                <a:path w="57748" h="31932">
                  <a:moveTo>
                    <a:pt x="57101" y="28713"/>
                  </a:moveTo>
                  <a:cubicBezTo>
                    <a:pt x="41956" y="14235"/>
                    <a:pt x="22906" y="4139"/>
                    <a:pt x="2332" y="43"/>
                  </a:cubicBezTo>
                  <a:cubicBezTo>
                    <a:pt x="-49" y="-433"/>
                    <a:pt x="-1002" y="3186"/>
                    <a:pt x="1379" y="3663"/>
                  </a:cubicBezTo>
                  <a:cubicBezTo>
                    <a:pt x="21382" y="7663"/>
                    <a:pt x="39860" y="17283"/>
                    <a:pt x="54529" y="31380"/>
                  </a:cubicBezTo>
                  <a:cubicBezTo>
                    <a:pt x="56243" y="33095"/>
                    <a:pt x="58910" y="30428"/>
                    <a:pt x="57196" y="28713"/>
                  </a:cubicBezTo>
                  <a:lnTo>
                    <a:pt x="57196" y="28713"/>
                  </a:lnTo>
                  <a:close/>
                </a:path>
              </a:pathLst>
            </a:custGeom>
            <a:solidFill>
              <a:srgbClr val="C9A167"/>
            </a:solidFill>
            <a:ln w="9525" cap="flat">
              <a:noFill/>
              <a:prstDash val="solid"/>
              <a:miter/>
            </a:ln>
          </p:spPr>
          <p:txBody>
            <a:bodyPr/>
            <a:lstStyle/>
            <a:p>
              <a:endParaRPr lang="en-US"/>
            </a:p>
          </p:txBody>
        </p:sp>
        <p:sp>
          <p:nvSpPr>
            <p:cNvPr id="741" name="Freeform: Shape 740">
              <a:extLst>
                <a:ext uri="{FF2B5EF4-FFF2-40B4-BE49-F238E27FC236}">
                  <a16:creationId xmlns:a16="http://schemas.microsoft.com/office/drawing/2014/main" id="{A876CC15-885F-1ECA-EB18-D4194853DA18}"/>
                </a:ext>
              </a:extLst>
            </p:cNvPr>
            <p:cNvSpPr/>
            <p:nvPr/>
          </p:nvSpPr>
          <p:spPr>
            <a:xfrm>
              <a:off x="4793003" y="3208480"/>
              <a:ext cx="52095" cy="25271"/>
            </a:xfrm>
            <a:custGeom>
              <a:avLst/>
              <a:gdLst>
                <a:gd name="csX0" fmla="*/ 51125 w 52095"/>
                <a:gd name="csY0" fmla="*/ 21827 h 25271"/>
                <a:gd name="csX1" fmla="*/ 1786 w 52095"/>
                <a:gd name="csY1" fmla="*/ 15 h 25271"/>
                <a:gd name="csX2" fmla="*/ 1786 w 52095"/>
                <a:gd name="csY2" fmla="*/ 3730 h 25271"/>
                <a:gd name="csX3" fmla="*/ 49220 w 52095"/>
                <a:gd name="csY3" fmla="*/ 25066 h 25271"/>
                <a:gd name="csX4" fmla="*/ 51125 w 52095"/>
                <a:gd name="csY4" fmla="*/ 21827 h 25271"/>
                <a:gd name="csX5" fmla="*/ 51125 w 52095"/>
                <a:gd name="csY5" fmla="*/ 21827 h 25271"/>
              </a:gdLst>
              <a:ahLst/>
              <a:cxnLst>
                <a:cxn ang="0">
                  <a:pos x="csX0" y="csY0"/>
                </a:cxn>
                <a:cxn ang="0">
                  <a:pos x="csX1" y="csY1"/>
                </a:cxn>
                <a:cxn ang="0">
                  <a:pos x="csX2" y="csY2"/>
                </a:cxn>
                <a:cxn ang="0">
                  <a:pos x="csX3" y="csY3"/>
                </a:cxn>
                <a:cxn ang="0">
                  <a:pos x="csX4" y="csY4"/>
                </a:cxn>
                <a:cxn ang="0">
                  <a:pos x="csX5" y="csY5"/>
                </a:cxn>
              </a:cxnLst>
              <a:rect l="l" t="t" r="r" b="b"/>
              <a:pathLst>
                <a:path w="52095" h="25271">
                  <a:moveTo>
                    <a:pt x="51125" y="21827"/>
                  </a:moveTo>
                  <a:cubicBezTo>
                    <a:pt x="34838" y="14207"/>
                    <a:pt x="20360" y="1825"/>
                    <a:pt x="1786" y="15"/>
                  </a:cubicBezTo>
                  <a:cubicBezTo>
                    <a:pt x="-595" y="-270"/>
                    <a:pt x="-595" y="3539"/>
                    <a:pt x="1786" y="3730"/>
                  </a:cubicBezTo>
                  <a:cubicBezTo>
                    <a:pt x="19502" y="5540"/>
                    <a:pt x="33599" y="17732"/>
                    <a:pt x="49220" y="25066"/>
                  </a:cubicBezTo>
                  <a:cubicBezTo>
                    <a:pt x="51411" y="26114"/>
                    <a:pt x="53316" y="22875"/>
                    <a:pt x="51125" y="21827"/>
                  </a:cubicBezTo>
                  <a:lnTo>
                    <a:pt x="51125" y="21827"/>
                  </a:lnTo>
                  <a:close/>
                </a:path>
              </a:pathLst>
            </a:custGeom>
            <a:solidFill>
              <a:srgbClr val="C9A167"/>
            </a:solidFill>
            <a:ln w="9525" cap="flat">
              <a:noFill/>
              <a:prstDash val="solid"/>
              <a:miter/>
            </a:ln>
          </p:spPr>
          <p:txBody>
            <a:bodyPr/>
            <a:lstStyle/>
            <a:p>
              <a:endParaRPr lang="en-US"/>
            </a:p>
          </p:txBody>
        </p:sp>
        <p:sp>
          <p:nvSpPr>
            <p:cNvPr id="742" name="Freeform: Shape 741">
              <a:extLst>
                <a:ext uri="{FF2B5EF4-FFF2-40B4-BE49-F238E27FC236}">
                  <a16:creationId xmlns:a16="http://schemas.microsoft.com/office/drawing/2014/main" id="{1AFBA44C-3289-CBF7-AC8E-920466B2ECBB}"/>
                </a:ext>
              </a:extLst>
            </p:cNvPr>
            <p:cNvSpPr/>
            <p:nvPr/>
          </p:nvSpPr>
          <p:spPr>
            <a:xfrm>
              <a:off x="4758196" y="3239341"/>
              <a:ext cx="64574" cy="17549"/>
            </a:xfrm>
            <a:custGeom>
              <a:avLst/>
              <a:gdLst>
                <a:gd name="csX0" fmla="*/ 62311 w 64574"/>
                <a:gd name="csY0" fmla="*/ 12017 h 17549"/>
                <a:gd name="csX1" fmla="*/ 2875 w 64574"/>
                <a:gd name="csY1" fmla="*/ 206 h 17549"/>
                <a:gd name="csX2" fmla="*/ 970 w 64574"/>
                <a:gd name="csY2" fmla="*/ 3444 h 17549"/>
                <a:gd name="csX3" fmla="*/ 63264 w 64574"/>
                <a:gd name="csY3" fmla="*/ 15636 h 17549"/>
                <a:gd name="csX4" fmla="*/ 62311 w 64574"/>
                <a:gd name="csY4" fmla="*/ 12017 h 17549"/>
                <a:gd name="csX5" fmla="*/ 62311 w 64574"/>
                <a:gd name="csY5" fmla="*/ 12017 h 17549"/>
              </a:gdLst>
              <a:ahLst/>
              <a:cxnLst>
                <a:cxn ang="0">
                  <a:pos x="csX0" y="csY0"/>
                </a:cxn>
                <a:cxn ang="0">
                  <a:pos x="csX1" y="csY1"/>
                </a:cxn>
                <a:cxn ang="0">
                  <a:pos x="csX2" y="csY2"/>
                </a:cxn>
                <a:cxn ang="0">
                  <a:pos x="csX3" y="csY3"/>
                </a:cxn>
                <a:cxn ang="0">
                  <a:pos x="csX4" y="csY4"/>
                </a:cxn>
                <a:cxn ang="0">
                  <a:pos x="csX5" y="csY5"/>
                </a:cxn>
              </a:cxnLst>
              <a:rect l="l" t="t" r="r" b="b"/>
              <a:pathLst>
                <a:path w="64574" h="17549">
                  <a:moveTo>
                    <a:pt x="62311" y="12017"/>
                  </a:moveTo>
                  <a:cubicBezTo>
                    <a:pt x="41642" y="17732"/>
                    <a:pt x="21354" y="8778"/>
                    <a:pt x="2875" y="206"/>
                  </a:cubicBezTo>
                  <a:cubicBezTo>
                    <a:pt x="684" y="-842"/>
                    <a:pt x="-1221" y="2397"/>
                    <a:pt x="970" y="3444"/>
                  </a:cubicBezTo>
                  <a:cubicBezTo>
                    <a:pt x="20401" y="12398"/>
                    <a:pt x="41642" y="21637"/>
                    <a:pt x="63264" y="15636"/>
                  </a:cubicBezTo>
                  <a:cubicBezTo>
                    <a:pt x="65550" y="14970"/>
                    <a:pt x="64597" y="11350"/>
                    <a:pt x="62311" y="12017"/>
                  </a:cubicBezTo>
                  <a:lnTo>
                    <a:pt x="62311" y="12017"/>
                  </a:lnTo>
                  <a:close/>
                </a:path>
              </a:pathLst>
            </a:custGeom>
            <a:solidFill>
              <a:srgbClr val="C9A167"/>
            </a:solidFill>
            <a:ln w="9525" cap="flat">
              <a:noFill/>
              <a:prstDash val="solid"/>
              <a:miter/>
            </a:ln>
          </p:spPr>
          <p:txBody>
            <a:bodyPr/>
            <a:lstStyle/>
            <a:p>
              <a:endParaRPr lang="en-US"/>
            </a:p>
          </p:txBody>
        </p:sp>
        <p:sp>
          <p:nvSpPr>
            <p:cNvPr id="743" name="Freeform: Shape 742">
              <a:extLst>
                <a:ext uri="{FF2B5EF4-FFF2-40B4-BE49-F238E27FC236}">
                  <a16:creationId xmlns:a16="http://schemas.microsoft.com/office/drawing/2014/main" id="{478E83F8-45BD-69F6-6552-AF0065C27AC4}"/>
                </a:ext>
              </a:extLst>
            </p:cNvPr>
            <p:cNvSpPr/>
            <p:nvPr/>
          </p:nvSpPr>
          <p:spPr>
            <a:xfrm>
              <a:off x="4635987" y="3150280"/>
              <a:ext cx="16862" cy="73950"/>
            </a:xfrm>
            <a:custGeom>
              <a:avLst/>
              <a:gdLst>
                <a:gd name="csX0" fmla="*/ 5640 w 16862"/>
                <a:gd name="csY0" fmla="*/ 71550 h 73950"/>
                <a:gd name="csX1" fmla="*/ 16689 w 16862"/>
                <a:gd name="csY1" fmla="*/ 2875 h 73950"/>
                <a:gd name="csX2" fmla="*/ 13451 w 16862"/>
                <a:gd name="csY2" fmla="*/ 970 h 73950"/>
                <a:gd name="csX3" fmla="*/ 2021 w 16862"/>
                <a:gd name="csY3" fmla="*/ 72598 h 73950"/>
                <a:gd name="csX4" fmla="*/ 5640 w 16862"/>
                <a:gd name="csY4" fmla="*/ 71646 h 73950"/>
                <a:gd name="csX5" fmla="*/ 5640 w 16862"/>
                <a:gd name="csY5" fmla="*/ 71646 h 73950"/>
              </a:gdLst>
              <a:ahLst/>
              <a:cxnLst>
                <a:cxn ang="0">
                  <a:pos x="csX0" y="csY0"/>
                </a:cxn>
                <a:cxn ang="0">
                  <a:pos x="csX1" y="csY1"/>
                </a:cxn>
                <a:cxn ang="0">
                  <a:pos x="csX2" y="csY2"/>
                </a:cxn>
                <a:cxn ang="0">
                  <a:pos x="csX3" y="csY3"/>
                </a:cxn>
                <a:cxn ang="0">
                  <a:pos x="csX4" y="csY4"/>
                </a:cxn>
                <a:cxn ang="0">
                  <a:pos x="csX5" y="csY5"/>
                </a:cxn>
              </a:cxnLst>
              <a:rect l="l" t="t" r="r" b="b"/>
              <a:pathLst>
                <a:path w="16862" h="73950">
                  <a:moveTo>
                    <a:pt x="5640" y="71550"/>
                  </a:moveTo>
                  <a:cubicBezTo>
                    <a:pt x="116" y="48024"/>
                    <a:pt x="7545" y="24402"/>
                    <a:pt x="16689" y="2875"/>
                  </a:cubicBezTo>
                  <a:cubicBezTo>
                    <a:pt x="17642" y="684"/>
                    <a:pt x="14403" y="-1221"/>
                    <a:pt x="13451" y="970"/>
                  </a:cubicBezTo>
                  <a:cubicBezTo>
                    <a:pt x="3830" y="23545"/>
                    <a:pt x="-3790" y="47928"/>
                    <a:pt x="2021" y="72598"/>
                  </a:cubicBezTo>
                  <a:cubicBezTo>
                    <a:pt x="2592" y="74979"/>
                    <a:pt x="6212" y="73932"/>
                    <a:pt x="5640" y="71646"/>
                  </a:cubicBezTo>
                  <a:lnTo>
                    <a:pt x="5640" y="71646"/>
                  </a:lnTo>
                  <a:close/>
                </a:path>
              </a:pathLst>
            </a:custGeom>
            <a:solidFill>
              <a:srgbClr val="C9A167"/>
            </a:solidFill>
            <a:ln w="9525" cap="flat">
              <a:noFill/>
              <a:prstDash val="solid"/>
              <a:miter/>
            </a:ln>
          </p:spPr>
          <p:txBody>
            <a:bodyPr/>
            <a:lstStyle/>
            <a:p>
              <a:endParaRPr lang="en-US"/>
            </a:p>
          </p:txBody>
        </p:sp>
        <p:sp>
          <p:nvSpPr>
            <p:cNvPr id="744" name="Freeform: Shape 743">
              <a:extLst>
                <a:ext uri="{FF2B5EF4-FFF2-40B4-BE49-F238E27FC236}">
                  <a16:creationId xmlns:a16="http://schemas.microsoft.com/office/drawing/2014/main" id="{E4706A24-3A9B-D8E2-335E-CA4AAB263EA1}"/>
                </a:ext>
              </a:extLst>
            </p:cNvPr>
            <p:cNvSpPr/>
            <p:nvPr/>
          </p:nvSpPr>
          <p:spPr>
            <a:xfrm>
              <a:off x="4320809" y="3768139"/>
              <a:ext cx="119959" cy="229582"/>
            </a:xfrm>
            <a:custGeom>
              <a:avLst/>
              <a:gdLst>
                <a:gd name="csX0" fmla="*/ 207 w 119959"/>
                <a:gd name="csY0" fmla="*/ 3475 h 229582"/>
                <a:gd name="csX1" fmla="*/ 115745 w 119959"/>
                <a:gd name="csY1" fmla="*/ 228455 h 229582"/>
                <a:gd name="csX2" fmla="*/ 119651 w 119959"/>
                <a:gd name="csY2" fmla="*/ 226169 h 229582"/>
                <a:gd name="csX3" fmla="*/ 4113 w 119959"/>
                <a:gd name="csY3" fmla="*/ 1189 h 229582"/>
                <a:gd name="csX4" fmla="*/ 207 w 119959"/>
                <a:gd name="csY4" fmla="*/ 3475 h 229582"/>
                <a:gd name="csX5" fmla="*/ 207 w 119959"/>
                <a:gd name="csY5" fmla="*/ 3475 h 229582"/>
              </a:gdLst>
              <a:ahLst/>
              <a:cxnLst>
                <a:cxn ang="0">
                  <a:pos x="csX0" y="csY0"/>
                </a:cxn>
                <a:cxn ang="0">
                  <a:pos x="csX1" y="csY1"/>
                </a:cxn>
                <a:cxn ang="0">
                  <a:pos x="csX2" y="csY2"/>
                </a:cxn>
                <a:cxn ang="0">
                  <a:pos x="csX3" y="csY3"/>
                </a:cxn>
                <a:cxn ang="0">
                  <a:pos x="csX4" y="csY4"/>
                </a:cxn>
                <a:cxn ang="0">
                  <a:pos x="csX5" y="csY5"/>
                </a:cxn>
              </a:cxnLst>
              <a:rect l="l" t="t" r="r" b="b"/>
              <a:pathLst>
                <a:path w="119959" h="229582">
                  <a:moveTo>
                    <a:pt x="207" y="3475"/>
                  </a:moveTo>
                  <a:cubicBezTo>
                    <a:pt x="33735" y="81103"/>
                    <a:pt x="74121" y="154922"/>
                    <a:pt x="115745" y="228455"/>
                  </a:cubicBezTo>
                  <a:cubicBezTo>
                    <a:pt x="117174" y="231027"/>
                    <a:pt x="121079" y="228741"/>
                    <a:pt x="119651" y="226169"/>
                  </a:cubicBezTo>
                  <a:cubicBezTo>
                    <a:pt x="78026" y="152636"/>
                    <a:pt x="37641" y="78818"/>
                    <a:pt x="4113" y="1189"/>
                  </a:cubicBezTo>
                  <a:cubicBezTo>
                    <a:pt x="2969" y="-1478"/>
                    <a:pt x="-936" y="808"/>
                    <a:pt x="207" y="3475"/>
                  </a:cubicBezTo>
                  <a:lnTo>
                    <a:pt x="207" y="3475"/>
                  </a:lnTo>
                  <a:close/>
                </a:path>
              </a:pathLst>
            </a:custGeom>
            <a:solidFill>
              <a:srgbClr val="82A6C9"/>
            </a:solidFill>
            <a:ln w="9525" cap="flat">
              <a:noFill/>
              <a:prstDash val="solid"/>
              <a:miter/>
            </a:ln>
          </p:spPr>
          <p:txBody>
            <a:bodyPr/>
            <a:lstStyle/>
            <a:p>
              <a:endParaRPr lang="en-US"/>
            </a:p>
          </p:txBody>
        </p:sp>
        <p:sp>
          <p:nvSpPr>
            <p:cNvPr id="745" name="Freeform: Shape 744">
              <a:extLst>
                <a:ext uri="{FF2B5EF4-FFF2-40B4-BE49-F238E27FC236}">
                  <a16:creationId xmlns:a16="http://schemas.microsoft.com/office/drawing/2014/main" id="{8AA24AC4-5D85-2B1F-5C37-D14EBF977C75}"/>
                </a:ext>
              </a:extLst>
            </p:cNvPr>
            <p:cNvSpPr/>
            <p:nvPr/>
          </p:nvSpPr>
          <p:spPr>
            <a:xfrm>
              <a:off x="3995657" y="4969013"/>
              <a:ext cx="222536" cy="63161"/>
            </a:xfrm>
            <a:custGeom>
              <a:avLst/>
              <a:gdLst>
                <a:gd name="csX0" fmla="*/ 1127 w 222536"/>
                <a:gd name="csY0" fmla="*/ 4083 h 63161"/>
                <a:gd name="csX1" fmla="*/ 220393 w 222536"/>
                <a:gd name="csY1" fmla="*/ 63139 h 63161"/>
                <a:gd name="csX2" fmla="*/ 220393 w 222536"/>
                <a:gd name="csY2" fmla="*/ 58662 h 63161"/>
                <a:gd name="csX3" fmla="*/ 3413 w 222536"/>
                <a:gd name="csY3" fmla="*/ 273 h 63161"/>
                <a:gd name="csX4" fmla="*/ 1127 w 222536"/>
                <a:gd name="csY4" fmla="*/ 4179 h 63161"/>
                <a:gd name="csX5" fmla="*/ 1127 w 222536"/>
                <a:gd name="csY5" fmla="*/ 4179 h 63161"/>
              </a:gdLst>
              <a:ahLst/>
              <a:cxnLst>
                <a:cxn ang="0">
                  <a:pos x="csX0" y="csY0"/>
                </a:cxn>
                <a:cxn ang="0">
                  <a:pos x="csX1" y="csY1"/>
                </a:cxn>
                <a:cxn ang="0">
                  <a:pos x="csX2" y="csY2"/>
                </a:cxn>
                <a:cxn ang="0">
                  <a:pos x="csX3" y="csY3"/>
                </a:cxn>
                <a:cxn ang="0">
                  <a:pos x="csX4" y="csY4"/>
                </a:cxn>
                <a:cxn ang="0">
                  <a:pos x="csX5" y="csY5"/>
                </a:cxn>
              </a:cxnLst>
              <a:rect l="l" t="t" r="r" b="b"/>
              <a:pathLst>
                <a:path w="222536" h="63161">
                  <a:moveTo>
                    <a:pt x="1127" y="4083"/>
                  </a:moveTo>
                  <a:cubicBezTo>
                    <a:pt x="69136" y="39612"/>
                    <a:pt x="145050" y="53423"/>
                    <a:pt x="220393" y="63139"/>
                  </a:cubicBezTo>
                  <a:cubicBezTo>
                    <a:pt x="223250" y="63520"/>
                    <a:pt x="223250" y="58948"/>
                    <a:pt x="220393" y="58662"/>
                  </a:cubicBezTo>
                  <a:cubicBezTo>
                    <a:pt x="145812" y="49137"/>
                    <a:pt x="70660" y="35421"/>
                    <a:pt x="3413" y="273"/>
                  </a:cubicBezTo>
                  <a:cubicBezTo>
                    <a:pt x="842" y="-1060"/>
                    <a:pt x="-1444" y="2845"/>
                    <a:pt x="1127" y="4179"/>
                  </a:cubicBezTo>
                  <a:lnTo>
                    <a:pt x="1127" y="4179"/>
                  </a:lnTo>
                  <a:close/>
                </a:path>
              </a:pathLst>
            </a:custGeom>
            <a:solidFill>
              <a:srgbClr val="82A6C9"/>
            </a:solidFill>
            <a:ln w="9525" cap="flat">
              <a:noFill/>
              <a:prstDash val="solid"/>
              <a:miter/>
            </a:ln>
          </p:spPr>
          <p:txBody>
            <a:bodyPr/>
            <a:lstStyle/>
            <a:p>
              <a:endParaRPr lang="en-US"/>
            </a:p>
          </p:txBody>
        </p:sp>
        <p:sp>
          <p:nvSpPr>
            <p:cNvPr id="746" name="Freeform: Shape 745">
              <a:extLst>
                <a:ext uri="{FF2B5EF4-FFF2-40B4-BE49-F238E27FC236}">
                  <a16:creationId xmlns:a16="http://schemas.microsoft.com/office/drawing/2014/main" id="{CB9920DD-208D-ED64-7D42-702B6CD41269}"/>
                </a:ext>
              </a:extLst>
            </p:cNvPr>
            <p:cNvSpPr/>
            <p:nvPr/>
          </p:nvSpPr>
          <p:spPr>
            <a:xfrm>
              <a:off x="4939200" y="5048755"/>
              <a:ext cx="223147" cy="56643"/>
            </a:xfrm>
            <a:custGeom>
              <a:avLst/>
              <a:gdLst>
                <a:gd name="csX0" fmla="*/ 2179 w 223147"/>
                <a:gd name="csY0" fmla="*/ 56644 h 56643"/>
                <a:gd name="csX1" fmla="*/ 111526 w 223147"/>
                <a:gd name="csY1" fmla="*/ 38832 h 56643"/>
                <a:gd name="csX2" fmla="*/ 221635 w 223147"/>
                <a:gd name="csY2" fmla="*/ 4542 h 56643"/>
                <a:gd name="csX3" fmla="*/ 220397 w 223147"/>
                <a:gd name="csY3" fmla="*/ 161 h 56643"/>
                <a:gd name="csX4" fmla="*/ 114098 w 223147"/>
                <a:gd name="csY4" fmla="*/ 33403 h 56643"/>
                <a:gd name="csX5" fmla="*/ 2179 w 223147"/>
                <a:gd name="csY5" fmla="*/ 52072 h 56643"/>
                <a:gd name="csX6" fmla="*/ 2179 w 223147"/>
                <a:gd name="csY6" fmla="*/ 56548 h 56643"/>
                <a:gd name="csX7" fmla="*/ 2179 w 223147"/>
                <a:gd name="csY7" fmla="*/ 56548 h 566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23147" h="56643">
                  <a:moveTo>
                    <a:pt x="2179" y="56644"/>
                  </a:moveTo>
                  <a:cubicBezTo>
                    <a:pt x="39136" y="54453"/>
                    <a:pt x="75712" y="48548"/>
                    <a:pt x="111526" y="38832"/>
                  </a:cubicBezTo>
                  <a:cubicBezTo>
                    <a:pt x="148578" y="28831"/>
                    <a:pt x="185821" y="18448"/>
                    <a:pt x="221635" y="4542"/>
                  </a:cubicBezTo>
                  <a:cubicBezTo>
                    <a:pt x="224302" y="3494"/>
                    <a:pt x="223159" y="-887"/>
                    <a:pt x="220397" y="161"/>
                  </a:cubicBezTo>
                  <a:cubicBezTo>
                    <a:pt x="185726" y="13591"/>
                    <a:pt x="149912" y="23592"/>
                    <a:pt x="114098" y="33403"/>
                  </a:cubicBezTo>
                  <a:cubicBezTo>
                    <a:pt x="77426" y="43499"/>
                    <a:pt x="40184" y="49786"/>
                    <a:pt x="2179" y="52072"/>
                  </a:cubicBezTo>
                  <a:cubicBezTo>
                    <a:pt x="-678" y="52262"/>
                    <a:pt x="-774" y="56739"/>
                    <a:pt x="2179" y="56548"/>
                  </a:cubicBezTo>
                  <a:lnTo>
                    <a:pt x="2179" y="56548"/>
                  </a:lnTo>
                  <a:close/>
                </a:path>
              </a:pathLst>
            </a:custGeom>
            <a:solidFill>
              <a:srgbClr val="82A6C9"/>
            </a:solidFill>
            <a:ln w="9525" cap="flat">
              <a:noFill/>
              <a:prstDash val="solid"/>
              <a:miter/>
            </a:ln>
          </p:spPr>
          <p:txBody>
            <a:bodyPr/>
            <a:lstStyle/>
            <a:p>
              <a:endParaRPr lang="en-US"/>
            </a:p>
          </p:txBody>
        </p:sp>
        <p:sp>
          <p:nvSpPr>
            <p:cNvPr id="747" name="Freeform: Shape 746">
              <a:extLst>
                <a:ext uri="{FF2B5EF4-FFF2-40B4-BE49-F238E27FC236}">
                  <a16:creationId xmlns:a16="http://schemas.microsoft.com/office/drawing/2014/main" id="{8E149D29-0E34-297F-DE2D-35A979BC0FE1}"/>
                </a:ext>
              </a:extLst>
            </p:cNvPr>
            <p:cNvSpPr/>
            <p:nvPr/>
          </p:nvSpPr>
          <p:spPr>
            <a:xfrm>
              <a:off x="4121639" y="4288855"/>
              <a:ext cx="62151" cy="29794"/>
            </a:xfrm>
            <a:custGeom>
              <a:avLst/>
              <a:gdLst>
                <a:gd name="csX0" fmla="*/ 1067 w 62151"/>
                <a:gd name="csY0" fmla="*/ 4252 h 29794"/>
                <a:gd name="csX1" fmla="*/ 59360 w 62151"/>
                <a:gd name="csY1" fmla="*/ 29684 h 29794"/>
                <a:gd name="csX2" fmla="*/ 60598 w 62151"/>
                <a:gd name="csY2" fmla="*/ 25302 h 29794"/>
                <a:gd name="csX3" fmla="*/ 3353 w 62151"/>
                <a:gd name="csY3" fmla="*/ 347 h 29794"/>
                <a:gd name="csX4" fmla="*/ 1067 w 62151"/>
                <a:gd name="csY4" fmla="*/ 4252 h 29794"/>
                <a:gd name="csX5" fmla="*/ 1067 w 62151"/>
                <a:gd name="csY5" fmla="*/ 4252 h 29794"/>
              </a:gdLst>
              <a:ahLst/>
              <a:cxnLst>
                <a:cxn ang="0">
                  <a:pos x="csX0" y="csY0"/>
                </a:cxn>
                <a:cxn ang="0">
                  <a:pos x="csX1" y="csY1"/>
                </a:cxn>
                <a:cxn ang="0">
                  <a:pos x="csX2" y="csY2"/>
                </a:cxn>
                <a:cxn ang="0">
                  <a:pos x="csX3" y="csY3"/>
                </a:cxn>
                <a:cxn ang="0">
                  <a:pos x="csX4" y="csY4"/>
                </a:cxn>
                <a:cxn ang="0">
                  <a:pos x="csX5" y="csY5"/>
                </a:cxn>
              </a:cxnLst>
              <a:rect l="l" t="t" r="r" b="b"/>
              <a:pathLst>
                <a:path w="62151" h="29794">
                  <a:moveTo>
                    <a:pt x="1067" y="4252"/>
                  </a:moveTo>
                  <a:cubicBezTo>
                    <a:pt x="19355" y="15110"/>
                    <a:pt x="38976" y="23683"/>
                    <a:pt x="59360" y="29684"/>
                  </a:cubicBezTo>
                  <a:cubicBezTo>
                    <a:pt x="62122" y="30541"/>
                    <a:pt x="63360" y="26159"/>
                    <a:pt x="60598" y="25302"/>
                  </a:cubicBezTo>
                  <a:cubicBezTo>
                    <a:pt x="40500" y="19397"/>
                    <a:pt x="21355" y="11015"/>
                    <a:pt x="3353" y="347"/>
                  </a:cubicBezTo>
                  <a:cubicBezTo>
                    <a:pt x="876" y="-1177"/>
                    <a:pt x="-1410" y="2728"/>
                    <a:pt x="1067" y="4252"/>
                  </a:cubicBezTo>
                  <a:lnTo>
                    <a:pt x="1067" y="4252"/>
                  </a:lnTo>
                  <a:close/>
                </a:path>
              </a:pathLst>
            </a:custGeom>
            <a:solidFill>
              <a:srgbClr val="82A6C9"/>
            </a:solidFill>
            <a:ln w="9525" cap="flat">
              <a:noFill/>
              <a:prstDash val="solid"/>
              <a:miter/>
            </a:ln>
          </p:spPr>
          <p:txBody>
            <a:bodyPr/>
            <a:lstStyle/>
            <a:p>
              <a:endParaRPr lang="en-US"/>
            </a:p>
          </p:txBody>
        </p:sp>
        <p:sp>
          <p:nvSpPr>
            <p:cNvPr id="748" name="Freeform: Shape 747">
              <a:extLst>
                <a:ext uri="{FF2B5EF4-FFF2-40B4-BE49-F238E27FC236}">
                  <a16:creationId xmlns:a16="http://schemas.microsoft.com/office/drawing/2014/main" id="{E00B3608-3FA4-9600-411A-14FAB093115D}"/>
                </a:ext>
              </a:extLst>
            </p:cNvPr>
            <p:cNvSpPr/>
            <p:nvPr/>
          </p:nvSpPr>
          <p:spPr>
            <a:xfrm>
              <a:off x="4706542" y="4393670"/>
              <a:ext cx="82439" cy="14872"/>
            </a:xfrm>
            <a:custGeom>
              <a:avLst/>
              <a:gdLst>
                <a:gd name="csX0" fmla="*/ 1189 w 82439"/>
                <a:gd name="csY0" fmla="*/ 4117 h 14872"/>
                <a:gd name="csX1" fmla="*/ 80818 w 82439"/>
                <a:gd name="csY1" fmla="*/ 11165 h 14872"/>
                <a:gd name="csX2" fmla="*/ 79580 w 82439"/>
                <a:gd name="csY2" fmla="*/ 6784 h 14872"/>
                <a:gd name="csX3" fmla="*/ 3475 w 82439"/>
                <a:gd name="csY3" fmla="*/ 211 h 14872"/>
                <a:gd name="csX4" fmla="*/ 1189 w 82439"/>
                <a:gd name="csY4" fmla="*/ 4117 h 14872"/>
                <a:gd name="csX5" fmla="*/ 1189 w 82439"/>
                <a:gd name="csY5" fmla="*/ 4117 h 14872"/>
              </a:gdLst>
              <a:ahLst/>
              <a:cxnLst>
                <a:cxn ang="0">
                  <a:pos x="csX0" y="csY0"/>
                </a:cxn>
                <a:cxn ang="0">
                  <a:pos x="csX1" y="csY1"/>
                </a:cxn>
                <a:cxn ang="0">
                  <a:pos x="csX2" y="csY2"/>
                </a:cxn>
                <a:cxn ang="0">
                  <a:pos x="csX3" y="csY3"/>
                </a:cxn>
                <a:cxn ang="0">
                  <a:pos x="csX4" y="csY4"/>
                </a:cxn>
                <a:cxn ang="0">
                  <a:pos x="csX5" y="csY5"/>
                </a:cxn>
              </a:cxnLst>
              <a:rect l="l" t="t" r="r" b="b"/>
              <a:pathLst>
                <a:path w="82439" h="14872">
                  <a:moveTo>
                    <a:pt x="1189" y="4117"/>
                  </a:moveTo>
                  <a:cubicBezTo>
                    <a:pt x="26144" y="15356"/>
                    <a:pt x="54243" y="17928"/>
                    <a:pt x="80818" y="11165"/>
                  </a:cubicBezTo>
                  <a:cubicBezTo>
                    <a:pt x="83675" y="10403"/>
                    <a:pt x="82437" y="6117"/>
                    <a:pt x="79580" y="6784"/>
                  </a:cubicBezTo>
                  <a:cubicBezTo>
                    <a:pt x="54243" y="13261"/>
                    <a:pt x="27287" y="10975"/>
                    <a:pt x="3475" y="211"/>
                  </a:cubicBezTo>
                  <a:cubicBezTo>
                    <a:pt x="808" y="-932"/>
                    <a:pt x="-1478" y="2878"/>
                    <a:pt x="1189" y="4117"/>
                  </a:cubicBezTo>
                  <a:lnTo>
                    <a:pt x="1189" y="4117"/>
                  </a:lnTo>
                  <a:close/>
                </a:path>
              </a:pathLst>
            </a:custGeom>
            <a:solidFill>
              <a:srgbClr val="82A6C9"/>
            </a:solidFill>
            <a:ln w="9525" cap="flat">
              <a:noFill/>
              <a:prstDash val="solid"/>
              <a:miter/>
            </a:ln>
          </p:spPr>
          <p:txBody>
            <a:bodyPr/>
            <a:lstStyle/>
            <a:p>
              <a:endParaRPr lang="en-US"/>
            </a:p>
          </p:txBody>
        </p:sp>
        <p:sp>
          <p:nvSpPr>
            <p:cNvPr id="749" name="Freeform: Shape 748">
              <a:extLst>
                <a:ext uri="{FF2B5EF4-FFF2-40B4-BE49-F238E27FC236}">
                  <a16:creationId xmlns:a16="http://schemas.microsoft.com/office/drawing/2014/main" id="{19E0CB57-0CB7-5739-8106-EB19336CCE98}"/>
                </a:ext>
              </a:extLst>
            </p:cNvPr>
            <p:cNvSpPr/>
            <p:nvPr/>
          </p:nvSpPr>
          <p:spPr>
            <a:xfrm>
              <a:off x="4420544" y="2422335"/>
              <a:ext cx="179351" cy="254459"/>
            </a:xfrm>
            <a:custGeom>
              <a:avLst/>
              <a:gdLst>
                <a:gd name="csX0" fmla="*/ 675 w 179351"/>
                <a:gd name="csY0" fmla="*/ 3968 h 254459"/>
                <a:gd name="csX1" fmla="*/ 51158 w 179351"/>
                <a:gd name="csY1" fmla="*/ 61689 h 254459"/>
                <a:gd name="csX2" fmla="*/ 98783 w 179351"/>
                <a:gd name="csY2" fmla="*/ 121982 h 254459"/>
                <a:gd name="csX3" fmla="*/ 175173 w 179351"/>
                <a:gd name="csY3" fmla="*/ 253332 h 254459"/>
                <a:gd name="csX4" fmla="*/ 179078 w 179351"/>
                <a:gd name="csY4" fmla="*/ 251046 h 254459"/>
                <a:gd name="csX5" fmla="*/ 100402 w 179351"/>
                <a:gd name="csY5" fmla="*/ 116077 h 254459"/>
                <a:gd name="csX6" fmla="*/ 57444 w 179351"/>
                <a:gd name="csY6" fmla="*/ 62070 h 254459"/>
                <a:gd name="csX7" fmla="*/ 3818 w 179351"/>
                <a:gd name="csY7" fmla="*/ 729 h 254459"/>
                <a:gd name="csX8" fmla="*/ 580 w 179351"/>
                <a:gd name="csY8" fmla="*/ 3968 h 254459"/>
                <a:gd name="csX9" fmla="*/ 580 w 179351"/>
                <a:gd name="csY9" fmla="*/ 3968 h 25445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9351" h="254459">
                  <a:moveTo>
                    <a:pt x="675" y="3968"/>
                  </a:moveTo>
                  <a:cubicBezTo>
                    <a:pt x="17534" y="23208"/>
                    <a:pt x="34298" y="42449"/>
                    <a:pt x="51158" y="61689"/>
                  </a:cubicBezTo>
                  <a:cubicBezTo>
                    <a:pt x="68112" y="81120"/>
                    <a:pt x="85162" y="99980"/>
                    <a:pt x="98783" y="121982"/>
                  </a:cubicBezTo>
                  <a:cubicBezTo>
                    <a:pt x="125453" y="164940"/>
                    <a:pt x="152218" y="208184"/>
                    <a:pt x="175173" y="253332"/>
                  </a:cubicBezTo>
                  <a:cubicBezTo>
                    <a:pt x="176507" y="255904"/>
                    <a:pt x="180412" y="253618"/>
                    <a:pt x="179078" y="251046"/>
                  </a:cubicBezTo>
                  <a:cubicBezTo>
                    <a:pt x="155552" y="204755"/>
                    <a:pt x="128215" y="159892"/>
                    <a:pt x="100402" y="116077"/>
                  </a:cubicBezTo>
                  <a:cubicBezTo>
                    <a:pt x="88019" y="96455"/>
                    <a:pt x="72684" y="79501"/>
                    <a:pt x="57444" y="62070"/>
                  </a:cubicBezTo>
                  <a:cubicBezTo>
                    <a:pt x="39537" y="41591"/>
                    <a:pt x="21725" y="21208"/>
                    <a:pt x="3818" y="729"/>
                  </a:cubicBezTo>
                  <a:cubicBezTo>
                    <a:pt x="1913" y="-1462"/>
                    <a:pt x="-1325" y="1777"/>
                    <a:pt x="580" y="3968"/>
                  </a:cubicBezTo>
                  <a:lnTo>
                    <a:pt x="580" y="3968"/>
                  </a:lnTo>
                  <a:close/>
                </a:path>
              </a:pathLst>
            </a:custGeom>
            <a:solidFill>
              <a:srgbClr val="2B5580"/>
            </a:solidFill>
            <a:ln w="9525" cap="flat">
              <a:noFill/>
              <a:prstDash val="solid"/>
              <a:miter/>
            </a:ln>
          </p:spPr>
          <p:txBody>
            <a:bodyPr/>
            <a:lstStyle/>
            <a:p>
              <a:endParaRPr lang="en-US"/>
            </a:p>
          </p:txBody>
        </p:sp>
        <p:sp>
          <p:nvSpPr>
            <p:cNvPr id="750" name="Freeform: Shape 749">
              <a:extLst>
                <a:ext uri="{FF2B5EF4-FFF2-40B4-BE49-F238E27FC236}">
                  <a16:creationId xmlns:a16="http://schemas.microsoft.com/office/drawing/2014/main" id="{920716EE-A7BC-BBF1-32B6-2BC8643A6C9B}"/>
                </a:ext>
              </a:extLst>
            </p:cNvPr>
            <p:cNvSpPr/>
            <p:nvPr/>
          </p:nvSpPr>
          <p:spPr>
            <a:xfrm>
              <a:off x="4825734" y="2420911"/>
              <a:ext cx="41450" cy="94152"/>
            </a:xfrm>
            <a:custGeom>
              <a:avLst/>
              <a:gdLst>
                <a:gd name="csX0" fmla="*/ 774 w 41450"/>
                <a:gd name="csY0" fmla="*/ 3867 h 94152"/>
                <a:gd name="csX1" fmla="*/ 36873 w 41450"/>
                <a:gd name="csY1" fmla="*/ 91973 h 94152"/>
                <a:gd name="csX2" fmla="*/ 41350 w 41450"/>
                <a:gd name="csY2" fmla="*/ 91973 h 94152"/>
                <a:gd name="csX3" fmla="*/ 3917 w 41450"/>
                <a:gd name="csY3" fmla="*/ 629 h 94152"/>
                <a:gd name="csX4" fmla="*/ 678 w 41450"/>
                <a:gd name="csY4" fmla="*/ 3867 h 94152"/>
                <a:gd name="csX5" fmla="*/ 678 w 41450"/>
                <a:gd name="csY5" fmla="*/ 3867 h 94152"/>
              </a:gdLst>
              <a:ahLst/>
              <a:cxnLst>
                <a:cxn ang="0">
                  <a:pos x="csX0" y="csY0"/>
                </a:cxn>
                <a:cxn ang="0">
                  <a:pos x="csX1" y="csY1"/>
                </a:cxn>
                <a:cxn ang="0">
                  <a:pos x="csX2" y="csY2"/>
                </a:cxn>
                <a:cxn ang="0">
                  <a:pos x="csX3" y="csY3"/>
                </a:cxn>
                <a:cxn ang="0">
                  <a:pos x="csX4" y="csY4"/>
                </a:cxn>
                <a:cxn ang="0">
                  <a:pos x="csX5" y="csY5"/>
                </a:cxn>
              </a:cxnLst>
              <a:rect l="l" t="t" r="r" b="b"/>
              <a:pathLst>
                <a:path w="41450" h="94152">
                  <a:moveTo>
                    <a:pt x="774" y="3867"/>
                  </a:moveTo>
                  <a:cubicBezTo>
                    <a:pt x="24967" y="26441"/>
                    <a:pt x="38302" y="58921"/>
                    <a:pt x="36873" y="91973"/>
                  </a:cubicBezTo>
                  <a:cubicBezTo>
                    <a:pt x="36778" y="94926"/>
                    <a:pt x="41255" y="94831"/>
                    <a:pt x="41350" y="91973"/>
                  </a:cubicBezTo>
                  <a:cubicBezTo>
                    <a:pt x="42779" y="57779"/>
                    <a:pt x="28872" y="23965"/>
                    <a:pt x="3917" y="629"/>
                  </a:cubicBezTo>
                  <a:cubicBezTo>
                    <a:pt x="1821" y="-1372"/>
                    <a:pt x="-1417" y="1867"/>
                    <a:pt x="678" y="3867"/>
                  </a:cubicBezTo>
                  <a:lnTo>
                    <a:pt x="678" y="3867"/>
                  </a:lnTo>
                  <a:close/>
                </a:path>
              </a:pathLst>
            </a:custGeom>
            <a:solidFill>
              <a:srgbClr val="2B5580"/>
            </a:solidFill>
            <a:ln w="9525" cap="flat">
              <a:noFill/>
              <a:prstDash val="solid"/>
              <a:miter/>
            </a:ln>
          </p:spPr>
          <p:txBody>
            <a:bodyPr/>
            <a:lstStyle/>
            <a:p>
              <a:endParaRPr lang="en-US"/>
            </a:p>
          </p:txBody>
        </p:sp>
        <p:sp>
          <p:nvSpPr>
            <p:cNvPr id="751" name="Freeform: Shape 750">
              <a:extLst>
                <a:ext uri="{FF2B5EF4-FFF2-40B4-BE49-F238E27FC236}">
                  <a16:creationId xmlns:a16="http://schemas.microsoft.com/office/drawing/2014/main" id="{79426BEA-FA1A-9134-BE0A-319676F8A397}"/>
                </a:ext>
              </a:extLst>
            </p:cNvPr>
            <p:cNvSpPr/>
            <p:nvPr/>
          </p:nvSpPr>
          <p:spPr>
            <a:xfrm>
              <a:off x="4913642" y="2174115"/>
              <a:ext cx="149182" cy="46090"/>
            </a:xfrm>
            <a:custGeom>
              <a:avLst/>
              <a:gdLst>
                <a:gd name="csX0" fmla="*/ 1067 w 149182"/>
                <a:gd name="csY0" fmla="*/ 4252 h 46090"/>
                <a:gd name="csX1" fmla="*/ 146323 w 149182"/>
                <a:gd name="csY1" fmla="*/ 46067 h 46090"/>
                <a:gd name="csX2" fmla="*/ 147561 w 149182"/>
                <a:gd name="csY2" fmla="*/ 41685 h 46090"/>
                <a:gd name="csX3" fmla="*/ 3353 w 149182"/>
                <a:gd name="csY3" fmla="*/ 347 h 46090"/>
                <a:gd name="csX4" fmla="*/ 1067 w 149182"/>
                <a:gd name="csY4" fmla="*/ 4252 h 46090"/>
                <a:gd name="csX5" fmla="*/ 1067 w 149182"/>
                <a:gd name="csY5" fmla="*/ 4252 h 46090"/>
              </a:gdLst>
              <a:ahLst/>
              <a:cxnLst>
                <a:cxn ang="0">
                  <a:pos x="csX0" y="csY0"/>
                </a:cxn>
                <a:cxn ang="0">
                  <a:pos x="csX1" y="csY1"/>
                </a:cxn>
                <a:cxn ang="0">
                  <a:pos x="csX2" y="csY2"/>
                </a:cxn>
                <a:cxn ang="0">
                  <a:pos x="csX3" y="csY3"/>
                </a:cxn>
                <a:cxn ang="0">
                  <a:pos x="csX4" y="csY4"/>
                </a:cxn>
                <a:cxn ang="0">
                  <a:pos x="csX5" y="csY5"/>
                </a:cxn>
              </a:cxnLst>
              <a:rect l="l" t="t" r="r" b="b"/>
              <a:pathLst>
                <a:path w="149182" h="46090">
                  <a:moveTo>
                    <a:pt x="1067" y="4252"/>
                  </a:moveTo>
                  <a:cubicBezTo>
                    <a:pt x="44786" y="31398"/>
                    <a:pt x="96317" y="39113"/>
                    <a:pt x="146323" y="46067"/>
                  </a:cubicBezTo>
                  <a:cubicBezTo>
                    <a:pt x="149180" y="46448"/>
                    <a:pt x="150419" y="42066"/>
                    <a:pt x="147561" y="41685"/>
                  </a:cubicBezTo>
                  <a:cubicBezTo>
                    <a:pt x="97936" y="34732"/>
                    <a:pt x="46691" y="27207"/>
                    <a:pt x="3353" y="347"/>
                  </a:cubicBezTo>
                  <a:cubicBezTo>
                    <a:pt x="876" y="-1177"/>
                    <a:pt x="-1410" y="2728"/>
                    <a:pt x="1067" y="4252"/>
                  </a:cubicBezTo>
                  <a:lnTo>
                    <a:pt x="1067" y="4252"/>
                  </a:lnTo>
                  <a:close/>
                </a:path>
              </a:pathLst>
            </a:custGeom>
            <a:solidFill>
              <a:srgbClr val="2B5580"/>
            </a:solidFill>
            <a:ln w="9525" cap="flat">
              <a:noFill/>
              <a:prstDash val="solid"/>
              <a:miter/>
            </a:ln>
          </p:spPr>
          <p:txBody>
            <a:bodyPr/>
            <a:lstStyle/>
            <a:p>
              <a:endParaRPr lang="en-US"/>
            </a:p>
          </p:txBody>
        </p:sp>
        <p:sp>
          <p:nvSpPr>
            <p:cNvPr id="752" name="Oval 751">
              <a:extLst>
                <a:ext uri="{FF2B5EF4-FFF2-40B4-BE49-F238E27FC236}">
                  <a16:creationId xmlns:a16="http://schemas.microsoft.com/office/drawing/2014/main" id="{2D3F6C19-C367-943B-C578-F22C9DBC56AF}"/>
                </a:ext>
              </a:extLst>
            </p:cNvPr>
            <p:cNvSpPr/>
            <p:nvPr/>
          </p:nvSpPr>
          <p:spPr>
            <a:xfrm>
              <a:off x="7551134" y="1324546"/>
              <a:ext cx="72961" cy="68961"/>
            </a:xfrm>
            <a:prstGeom prst="ellipse">
              <a:avLst/>
            </a:prstGeom>
            <a:solidFill>
              <a:srgbClr val="FFFFFF"/>
            </a:solidFill>
            <a:ln w="9525" cap="flat">
              <a:noFill/>
              <a:prstDash val="solid"/>
              <a:miter/>
            </a:ln>
          </p:spPr>
          <p:txBody>
            <a:bodyPr/>
            <a:lstStyle/>
            <a:p>
              <a:endParaRPr lang="en-US"/>
            </a:p>
          </p:txBody>
        </p:sp>
        <p:sp>
          <p:nvSpPr>
            <p:cNvPr id="753" name="Oval 752">
              <a:extLst>
                <a:ext uri="{FF2B5EF4-FFF2-40B4-BE49-F238E27FC236}">
                  <a16:creationId xmlns:a16="http://schemas.microsoft.com/office/drawing/2014/main" id="{9A77125B-F53E-C5D9-C117-36805AD68572}"/>
                </a:ext>
              </a:extLst>
            </p:cNvPr>
            <p:cNvSpPr/>
            <p:nvPr/>
          </p:nvSpPr>
          <p:spPr>
            <a:xfrm>
              <a:off x="7433024" y="1325022"/>
              <a:ext cx="72961" cy="68961"/>
            </a:xfrm>
            <a:prstGeom prst="ellipse">
              <a:avLst/>
            </a:prstGeom>
            <a:solidFill>
              <a:srgbClr val="FFFFFF"/>
            </a:solidFill>
            <a:ln w="9525" cap="flat">
              <a:noFill/>
              <a:prstDash val="solid"/>
              <a:miter/>
            </a:ln>
          </p:spPr>
          <p:txBody>
            <a:bodyPr/>
            <a:lstStyle/>
            <a:p>
              <a:endParaRPr lang="en-US"/>
            </a:p>
          </p:txBody>
        </p:sp>
        <p:sp>
          <p:nvSpPr>
            <p:cNvPr id="754" name="Freeform: Shape 753">
              <a:extLst>
                <a:ext uri="{FF2B5EF4-FFF2-40B4-BE49-F238E27FC236}">
                  <a16:creationId xmlns:a16="http://schemas.microsoft.com/office/drawing/2014/main" id="{CCBCF9A5-4FB8-E96F-9B0B-36E1D2577AC8}"/>
                </a:ext>
              </a:extLst>
            </p:cNvPr>
            <p:cNvSpPr/>
            <p:nvPr/>
          </p:nvSpPr>
          <p:spPr>
            <a:xfrm>
              <a:off x="7309675" y="1325022"/>
              <a:ext cx="72961" cy="68961"/>
            </a:xfrm>
            <a:custGeom>
              <a:avLst/>
              <a:gdLst>
                <a:gd name="csX0" fmla="*/ 72961 w 72961"/>
                <a:gd name="csY0" fmla="*/ 34481 h 68961"/>
                <a:gd name="csX1" fmla="*/ 36481 w 72961"/>
                <a:gd name="csY1" fmla="*/ 68961 h 68961"/>
                <a:gd name="csX2" fmla="*/ 0 w 72961"/>
                <a:gd name="csY2" fmla="*/ 34481 h 68961"/>
                <a:gd name="csX3" fmla="*/ 36481 w 72961"/>
                <a:gd name="csY3" fmla="*/ 0 h 68961"/>
                <a:gd name="csX4" fmla="*/ 72961 w 72961"/>
                <a:gd name="csY4" fmla="*/ 34481 h 68961"/>
              </a:gdLst>
              <a:ahLst/>
              <a:cxnLst>
                <a:cxn ang="0">
                  <a:pos x="csX0" y="csY0"/>
                </a:cxn>
                <a:cxn ang="0">
                  <a:pos x="csX1" y="csY1"/>
                </a:cxn>
                <a:cxn ang="0">
                  <a:pos x="csX2" y="csY2"/>
                </a:cxn>
                <a:cxn ang="0">
                  <a:pos x="csX3" y="csY3"/>
                </a:cxn>
                <a:cxn ang="0">
                  <a:pos x="csX4" y="csY4"/>
                </a:cxn>
              </a:cxnLst>
              <a:rect l="l" t="t" r="r" b="b"/>
              <a:pathLst>
                <a:path w="72961" h="68961">
                  <a:moveTo>
                    <a:pt x="72961" y="34481"/>
                  </a:moveTo>
                  <a:cubicBezTo>
                    <a:pt x="72961" y="53530"/>
                    <a:pt x="56578" y="68961"/>
                    <a:pt x="36481" y="68961"/>
                  </a:cubicBezTo>
                  <a:cubicBezTo>
                    <a:pt x="16383" y="68961"/>
                    <a:pt x="0" y="53530"/>
                    <a:pt x="0" y="34481"/>
                  </a:cubicBezTo>
                  <a:cubicBezTo>
                    <a:pt x="0" y="15431"/>
                    <a:pt x="16383" y="0"/>
                    <a:pt x="36481" y="0"/>
                  </a:cubicBezTo>
                  <a:cubicBezTo>
                    <a:pt x="56578" y="0"/>
                    <a:pt x="72961" y="15431"/>
                    <a:pt x="72961" y="34481"/>
                  </a:cubicBezTo>
                  <a:close/>
                </a:path>
              </a:pathLst>
            </a:custGeom>
            <a:solidFill>
              <a:srgbClr val="FFFFFF"/>
            </a:solidFill>
            <a:ln w="9525" cap="flat">
              <a:noFill/>
              <a:prstDash val="solid"/>
              <a:miter/>
            </a:ln>
          </p:spPr>
          <p:txBody>
            <a:bodyPr/>
            <a:lstStyle/>
            <a:p>
              <a:endParaRPr lang="en-US"/>
            </a:p>
          </p:txBody>
        </p:sp>
      </p:grpSp>
      <p:pic>
        <p:nvPicPr>
          <p:cNvPr id="755" name="Graphic 754">
            <a:extLst>
              <a:ext uri="{FF2B5EF4-FFF2-40B4-BE49-F238E27FC236}">
                <a16:creationId xmlns:a16="http://schemas.microsoft.com/office/drawing/2014/main" id="{114443CC-BD1B-C9B6-5531-5313A74E17F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391373" y="1624474"/>
            <a:ext cx="1381517" cy="964705"/>
          </a:xfrm>
          <a:prstGeom prst="rect">
            <a:avLst/>
          </a:prstGeom>
        </p:spPr>
      </p:pic>
      <p:grpSp>
        <p:nvGrpSpPr>
          <p:cNvPr id="771" name="Group 770">
            <a:extLst>
              <a:ext uri="{FF2B5EF4-FFF2-40B4-BE49-F238E27FC236}">
                <a16:creationId xmlns:a16="http://schemas.microsoft.com/office/drawing/2014/main" id="{FCC6E04F-869C-3757-72D3-C1A616CDA2D5}"/>
              </a:ext>
            </a:extLst>
          </p:cNvPr>
          <p:cNvGrpSpPr/>
          <p:nvPr/>
        </p:nvGrpSpPr>
        <p:grpSpPr>
          <a:xfrm>
            <a:off x="9296295" y="1414737"/>
            <a:ext cx="1359278" cy="1059743"/>
            <a:chOff x="9136039" y="1414737"/>
            <a:chExt cx="1359278" cy="1059743"/>
          </a:xfrm>
        </p:grpSpPr>
        <p:grpSp>
          <p:nvGrpSpPr>
            <p:cNvPr id="757" name="Graphic 602">
              <a:extLst>
                <a:ext uri="{FF2B5EF4-FFF2-40B4-BE49-F238E27FC236}">
                  <a16:creationId xmlns:a16="http://schemas.microsoft.com/office/drawing/2014/main" id="{1951A377-1F70-E380-B667-D8E5B267158B}"/>
                </a:ext>
              </a:extLst>
            </p:cNvPr>
            <p:cNvGrpSpPr/>
            <p:nvPr/>
          </p:nvGrpSpPr>
          <p:grpSpPr>
            <a:xfrm>
              <a:off x="9136039" y="1414737"/>
              <a:ext cx="762589" cy="481600"/>
              <a:chOff x="3105150" y="1195387"/>
              <a:chExt cx="3203638" cy="2023205"/>
            </a:xfrm>
          </p:grpSpPr>
          <p:sp>
            <p:nvSpPr>
              <p:cNvPr id="431" name="Rectangle 430">
                <a:extLst>
                  <a:ext uri="{FF2B5EF4-FFF2-40B4-BE49-F238E27FC236}">
                    <a16:creationId xmlns:a16="http://schemas.microsoft.com/office/drawing/2014/main" id="{50E654B9-18C7-8B04-3E60-B85391CFA79C}"/>
                  </a:ext>
                </a:extLst>
              </p:cNvPr>
              <p:cNvSpPr/>
              <p:nvPr/>
            </p:nvSpPr>
            <p:spPr>
              <a:xfrm>
                <a:off x="3105150" y="1195387"/>
                <a:ext cx="3203638" cy="2023205"/>
              </a:xfrm>
              <a:prstGeom prst="rect">
                <a:avLst/>
              </a:prstGeom>
              <a:solidFill>
                <a:srgbClr val="757575"/>
              </a:solidFill>
              <a:ln w="9525" cap="flat">
                <a:noFill/>
                <a:prstDash val="solid"/>
                <a:miter/>
              </a:ln>
            </p:spPr>
            <p:txBody>
              <a:bodyPr/>
              <a:lstStyle/>
              <a:p>
                <a:endParaRPr lang="en-US"/>
              </a:p>
            </p:txBody>
          </p:sp>
          <p:sp>
            <p:nvSpPr>
              <p:cNvPr id="432" name="Freeform: Shape 431">
                <a:extLst>
                  <a:ext uri="{FF2B5EF4-FFF2-40B4-BE49-F238E27FC236}">
                    <a16:creationId xmlns:a16="http://schemas.microsoft.com/office/drawing/2014/main" id="{B10A454F-15EF-03BF-9583-81A6FC1D0BCE}"/>
                  </a:ext>
                </a:extLst>
              </p:cNvPr>
              <p:cNvSpPr/>
              <p:nvPr/>
            </p:nvSpPr>
            <p:spPr>
              <a:xfrm>
                <a:off x="3786755" y="1545153"/>
                <a:ext cx="1871367" cy="572443"/>
              </a:xfrm>
              <a:custGeom>
                <a:avLst/>
                <a:gdLst>
                  <a:gd name="csX0" fmla="*/ 999652 w 1871367"/>
                  <a:gd name="csY0" fmla="*/ 572444 h 572443"/>
                  <a:gd name="csX1" fmla="*/ 420627 w 1871367"/>
                  <a:gd name="csY1" fmla="*/ 548631 h 572443"/>
                  <a:gd name="csX2" fmla="*/ 142116 w 1871367"/>
                  <a:gd name="csY2" fmla="*/ 488338 h 572443"/>
                  <a:gd name="csX3" fmla="*/ 4956 w 1871367"/>
                  <a:gd name="csY3" fmla="*/ 365465 h 572443"/>
                  <a:gd name="csX4" fmla="*/ 31055 w 1871367"/>
                  <a:gd name="csY4" fmla="*/ 245165 h 572443"/>
                  <a:gd name="csX5" fmla="*/ 353476 w 1871367"/>
                  <a:gd name="csY5" fmla="*/ 98003 h 572443"/>
                  <a:gd name="csX6" fmla="*/ 909069 w 1871367"/>
                  <a:gd name="csY6" fmla="*/ 58475 h 572443"/>
                  <a:gd name="csX7" fmla="*/ 922976 w 1871367"/>
                  <a:gd name="csY7" fmla="*/ 73143 h 572443"/>
                  <a:gd name="csX8" fmla="*/ 908307 w 1871367"/>
                  <a:gd name="csY8" fmla="*/ 87050 h 572443"/>
                  <a:gd name="csX9" fmla="*/ 359191 w 1871367"/>
                  <a:gd name="csY9" fmla="*/ 126007 h 572443"/>
                  <a:gd name="csX10" fmla="*/ 53439 w 1871367"/>
                  <a:gd name="csY10" fmla="*/ 262786 h 572443"/>
                  <a:gd name="csX11" fmla="*/ 32484 w 1871367"/>
                  <a:gd name="csY11" fmla="*/ 357941 h 572443"/>
                  <a:gd name="csX12" fmla="*/ 1214346 w 1871367"/>
                  <a:gd name="csY12" fmla="*/ 542440 h 572443"/>
                  <a:gd name="csX13" fmla="*/ 1623921 w 1871367"/>
                  <a:gd name="csY13" fmla="*/ 499768 h 572443"/>
                  <a:gd name="csX14" fmla="*/ 1813849 w 1871367"/>
                  <a:gd name="csY14" fmla="*/ 400517 h 572443"/>
                  <a:gd name="csX15" fmla="*/ 1839662 w 1871367"/>
                  <a:gd name="csY15" fmla="*/ 290789 h 572443"/>
                  <a:gd name="csX16" fmla="*/ 1491523 w 1871367"/>
                  <a:gd name="csY16" fmla="*/ 85811 h 572443"/>
                  <a:gd name="csX17" fmla="*/ 752669 w 1871367"/>
                  <a:gd name="csY17" fmla="*/ 35234 h 572443"/>
                  <a:gd name="csX18" fmla="*/ 737429 w 1871367"/>
                  <a:gd name="csY18" fmla="*/ 21994 h 572443"/>
                  <a:gd name="csX19" fmla="*/ 750669 w 1871367"/>
                  <a:gd name="csY19" fmla="*/ 6754 h 572443"/>
                  <a:gd name="csX20" fmla="*/ 1498191 w 1871367"/>
                  <a:gd name="csY20" fmla="*/ 57998 h 572443"/>
                  <a:gd name="csX21" fmla="*/ 1867666 w 1871367"/>
                  <a:gd name="csY21" fmla="*/ 285074 h 572443"/>
                  <a:gd name="csX22" fmla="*/ 1836138 w 1871367"/>
                  <a:gd name="csY22" fmla="*/ 418424 h 572443"/>
                  <a:gd name="csX23" fmla="*/ 1214727 w 1871367"/>
                  <a:gd name="csY23" fmla="*/ 570920 h 572443"/>
                  <a:gd name="csX24" fmla="*/ 999652 w 1871367"/>
                  <a:gd name="csY24" fmla="*/ 572253 h 572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871367" h="572443">
                    <a:moveTo>
                      <a:pt x="999652" y="572444"/>
                    </a:moveTo>
                    <a:cubicBezTo>
                      <a:pt x="796389" y="572444"/>
                      <a:pt x="588839" y="567776"/>
                      <a:pt x="420627" y="548631"/>
                    </a:cubicBezTo>
                    <a:cubicBezTo>
                      <a:pt x="300708" y="534915"/>
                      <a:pt x="209649" y="515198"/>
                      <a:pt x="142116" y="488338"/>
                    </a:cubicBezTo>
                    <a:cubicBezTo>
                      <a:pt x="64773" y="457572"/>
                      <a:pt x="18577" y="416234"/>
                      <a:pt x="4956" y="365465"/>
                    </a:cubicBezTo>
                    <a:cubicBezTo>
                      <a:pt x="-6664" y="322412"/>
                      <a:pt x="2194" y="281931"/>
                      <a:pt x="31055" y="245165"/>
                    </a:cubicBezTo>
                    <a:cubicBezTo>
                      <a:pt x="81061" y="181728"/>
                      <a:pt x="192599" y="130865"/>
                      <a:pt x="353476" y="98003"/>
                    </a:cubicBezTo>
                    <a:cubicBezTo>
                      <a:pt x="508067" y="66571"/>
                      <a:pt x="700186" y="52855"/>
                      <a:pt x="909069" y="58475"/>
                    </a:cubicBezTo>
                    <a:cubicBezTo>
                      <a:pt x="916975" y="58665"/>
                      <a:pt x="923166" y="65237"/>
                      <a:pt x="922976" y="73143"/>
                    </a:cubicBezTo>
                    <a:cubicBezTo>
                      <a:pt x="922785" y="81049"/>
                      <a:pt x="916213" y="87240"/>
                      <a:pt x="908307" y="87050"/>
                    </a:cubicBezTo>
                    <a:cubicBezTo>
                      <a:pt x="701520" y="81430"/>
                      <a:pt x="511686" y="94955"/>
                      <a:pt x="359191" y="126007"/>
                    </a:cubicBezTo>
                    <a:cubicBezTo>
                      <a:pt x="204981" y="157439"/>
                      <a:pt x="99254" y="204683"/>
                      <a:pt x="53439" y="262786"/>
                    </a:cubicBezTo>
                    <a:cubicBezTo>
                      <a:pt x="30102" y="292504"/>
                      <a:pt x="23149" y="323555"/>
                      <a:pt x="32484" y="357941"/>
                    </a:cubicBezTo>
                    <a:cubicBezTo>
                      <a:pt x="85347" y="554346"/>
                      <a:pt x="764766" y="547202"/>
                      <a:pt x="1214346" y="542440"/>
                    </a:cubicBezTo>
                    <a:cubicBezTo>
                      <a:pt x="1383414" y="540630"/>
                      <a:pt x="1521241" y="526343"/>
                      <a:pt x="1623921" y="499768"/>
                    </a:cubicBezTo>
                    <a:cubicBezTo>
                      <a:pt x="1715932" y="476051"/>
                      <a:pt x="1779845" y="442618"/>
                      <a:pt x="1813849" y="400517"/>
                    </a:cubicBezTo>
                    <a:cubicBezTo>
                      <a:pt x="1839281" y="369085"/>
                      <a:pt x="1847949" y="332128"/>
                      <a:pt x="1839662" y="290789"/>
                    </a:cubicBezTo>
                    <a:cubicBezTo>
                      <a:pt x="1823279" y="209827"/>
                      <a:pt x="1696406" y="135056"/>
                      <a:pt x="1491523" y="85811"/>
                    </a:cubicBezTo>
                    <a:cubicBezTo>
                      <a:pt x="1283497" y="35805"/>
                      <a:pt x="1014225" y="17422"/>
                      <a:pt x="752669" y="35234"/>
                    </a:cubicBezTo>
                    <a:cubicBezTo>
                      <a:pt x="744763" y="35805"/>
                      <a:pt x="738000" y="29804"/>
                      <a:pt x="737429" y="21994"/>
                    </a:cubicBezTo>
                    <a:cubicBezTo>
                      <a:pt x="736857" y="14088"/>
                      <a:pt x="742858" y="7325"/>
                      <a:pt x="750669" y="6754"/>
                    </a:cubicBezTo>
                    <a:cubicBezTo>
                      <a:pt x="1014987" y="-11344"/>
                      <a:pt x="1287402" y="7325"/>
                      <a:pt x="1498191" y="57998"/>
                    </a:cubicBezTo>
                    <a:cubicBezTo>
                      <a:pt x="1717456" y="110767"/>
                      <a:pt x="1848616" y="191348"/>
                      <a:pt x="1867666" y="285074"/>
                    </a:cubicBezTo>
                    <a:cubicBezTo>
                      <a:pt x="1877762" y="335176"/>
                      <a:pt x="1867189" y="380039"/>
                      <a:pt x="1836138" y="418424"/>
                    </a:cubicBezTo>
                    <a:cubicBezTo>
                      <a:pt x="1757080" y="516151"/>
                      <a:pt x="1548006" y="567395"/>
                      <a:pt x="1214727" y="570920"/>
                    </a:cubicBezTo>
                    <a:cubicBezTo>
                      <a:pt x="1144908" y="571682"/>
                      <a:pt x="1072614" y="572253"/>
                      <a:pt x="999652" y="572253"/>
                    </a:cubicBezTo>
                    <a:close/>
                  </a:path>
                </a:pathLst>
              </a:custGeom>
              <a:solidFill>
                <a:srgbClr val="FFFFFF"/>
              </a:solidFill>
              <a:ln w="9525" cap="flat">
                <a:noFill/>
                <a:prstDash val="solid"/>
                <a:miter/>
              </a:ln>
            </p:spPr>
            <p:txBody>
              <a:bodyPr/>
              <a:lstStyle/>
              <a:p>
                <a:endParaRPr lang="en-US"/>
              </a:p>
            </p:txBody>
          </p:sp>
          <p:sp>
            <p:nvSpPr>
              <p:cNvPr id="433" name="Freeform: Shape 432">
                <a:extLst>
                  <a:ext uri="{FF2B5EF4-FFF2-40B4-BE49-F238E27FC236}">
                    <a16:creationId xmlns:a16="http://schemas.microsoft.com/office/drawing/2014/main" id="{71C957BB-98F8-DB0D-9D3D-DA9D505E5F25}"/>
                  </a:ext>
                </a:extLst>
              </p:cNvPr>
              <p:cNvSpPr/>
              <p:nvPr/>
            </p:nvSpPr>
            <p:spPr>
              <a:xfrm>
                <a:off x="3713125" y="2167027"/>
                <a:ext cx="334242" cy="436726"/>
              </a:xfrm>
              <a:custGeom>
                <a:avLst/>
                <a:gdLst>
                  <a:gd name="csX0" fmla="*/ 14293 w 334242"/>
                  <a:gd name="csY0" fmla="*/ 436726 h 436726"/>
                  <a:gd name="csX1" fmla="*/ 5720 w 334242"/>
                  <a:gd name="csY1" fmla="*/ 433869 h 436726"/>
                  <a:gd name="csX2" fmla="*/ 2863 w 334242"/>
                  <a:gd name="csY2" fmla="*/ 413867 h 436726"/>
                  <a:gd name="csX3" fmla="*/ 308520 w 334242"/>
                  <a:gd name="csY3" fmla="*/ 5720 h 436726"/>
                  <a:gd name="csX4" fmla="*/ 328522 w 334242"/>
                  <a:gd name="csY4" fmla="*/ 2863 h 436726"/>
                  <a:gd name="csX5" fmla="*/ 331380 w 334242"/>
                  <a:gd name="csY5" fmla="*/ 22865 h 436726"/>
                  <a:gd name="csX6" fmla="*/ 25723 w 334242"/>
                  <a:gd name="csY6" fmla="*/ 431011 h 436726"/>
                  <a:gd name="csX7" fmla="*/ 14293 w 334242"/>
                  <a:gd name="csY7" fmla="*/ 436726 h 4367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34242" h="436726">
                    <a:moveTo>
                      <a:pt x="14293" y="436726"/>
                    </a:moveTo>
                    <a:cubicBezTo>
                      <a:pt x="11340" y="436726"/>
                      <a:pt x="8292" y="435774"/>
                      <a:pt x="5720" y="433869"/>
                    </a:cubicBezTo>
                    <a:cubicBezTo>
                      <a:pt x="-566" y="429106"/>
                      <a:pt x="-1900" y="420153"/>
                      <a:pt x="2863" y="413867"/>
                    </a:cubicBezTo>
                    <a:lnTo>
                      <a:pt x="308520" y="5720"/>
                    </a:lnTo>
                    <a:cubicBezTo>
                      <a:pt x="313282" y="-566"/>
                      <a:pt x="322236" y="-1900"/>
                      <a:pt x="328522" y="2863"/>
                    </a:cubicBezTo>
                    <a:cubicBezTo>
                      <a:pt x="334809" y="7625"/>
                      <a:pt x="336142" y="16579"/>
                      <a:pt x="331380" y="22865"/>
                    </a:cubicBezTo>
                    <a:lnTo>
                      <a:pt x="25723" y="431011"/>
                    </a:lnTo>
                    <a:cubicBezTo>
                      <a:pt x="22960" y="434726"/>
                      <a:pt x="18579" y="436726"/>
                      <a:pt x="14293" y="436726"/>
                    </a:cubicBezTo>
                    <a:close/>
                  </a:path>
                </a:pathLst>
              </a:custGeom>
              <a:solidFill>
                <a:srgbClr val="FFFFFF"/>
              </a:solidFill>
              <a:ln w="9525" cap="flat">
                <a:noFill/>
                <a:prstDash val="solid"/>
                <a:miter/>
              </a:ln>
            </p:spPr>
            <p:txBody>
              <a:bodyPr/>
              <a:lstStyle/>
              <a:p>
                <a:endParaRPr lang="en-US"/>
              </a:p>
            </p:txBody>
          </p:sp>
          <p:sp>
            <p:nvSpPr>
              <p:cNvPr id="434" name="Freeform: Shape 433">
                <a:extLst>
                  <a:ext uri="{FF2B5EF4-FFF2-40B4-BE49-F238E27FC236}">
                    <a16:creationId xmlns:a16="http://schemas.microsoft.com/office/drawing/2014/main" id="{8906B877-BF82-C1B3-7813-5C2A920D828A}"/>
                  </a:ext>
                </a:extLst>
              </p:cNvPr>
              <p:cNvSpPr/>
              <p:nvPr/>
            </p:nvSpPr>
            <p:spPr>
              <a:xfrm>
                <a:off x="3702272" y="2429160"/>
                <a:ext cx="206748" cy="181546"/>
              </a:xfrm>
              <a:custGeom>
                <a:avLst/>
                <a:gdLst>
                  <a:gd name="csX0" fmla="*/ 12478 w 206748"/>
                  <a:gd name="csY0" fmla="*/ 181451 h 181546"/>
                  <a:gd name="csX1" fmla="*/ 10954 w 206748"/>
                  <a:gd name="csY1" fmla="*/ 161449 h 181546"/>
                  <a:gd name="csX2" fmla="*/ 0 w 206748"/>
                  <a:gd name="csY2" fmla="*/ 14288 h 181546"/>
                  <a:gd name="csX3" fmla="*/ 14288 w 206748"/>
                  <a:gd name="csY3" fmla="*/ 0 h 181546"/>
                  <a:gd name="csX4" fmla="*/ 28575 w 206748"/>
                  <a:gd name="csY4" fmla="*/ 14192 h 181546"/>
                  <a:gd name="csX5" fmla="*/ 37909 w 206748"/>
                  <a:gd name="csY5" fmla="*/ 139255 h 181546"/>
                  <a:gd name="csX6" fmla="*/ 186690 w 206748"/>
                  <a:gd name="csY6" fmla="*/ 74295 h 181546"/>
                  <a:gd name="csX7" fmla="*/ 205549 w 206748"/>
                  <a:gd name="csY7" fmla="*/ 81629 h 181546"/>
                  <a:gd name="csX8" fmla="*/ 198215 w 206748"/>
                  <a:gd name="csY8" fmla="*/ 100489 h 181546"/>
                  <a:gd name="csX9" fmla="*/ 12668 w 206748"/>
                  <a:gd name="csY9" fmla="*/ 181546 h 181546"/>
                  <a:gd name="csX10" fmla="*/ 28575 w 206748"/>
                  <a:gd name="csY10" fmla="*/ 14192 h 181546"/>
                  <a:gd name="csX11" fmla="*/ 28575 w 206748"/>
                  <a:gd name="csY11" fmla="*/ 14192 h 181546"/>
                  <a:gd name="csX12" fmla="*/ 28575 w 206748"/>
                  <a:gd name="csY12" fmla="*/ 14192 h 1815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06748" h="181546">
                    <a:moveTo>
                      <a:pt x="12478" y="181451"/>
                    </a:moveTo>
                    <a:lnTo>
                      <a:pt x="10954" y="161449"/>
                    </a:lnTo>
                    <a:cubicBezTo>
                      <a:pt x="9144" y="138017"/>
                      <a:pt x="0" y="20955"/>
                      <a:pt x="0" y="14288"/>
                    </a:cubicBezTo>
                    <a:cubicBezTo>
                      <a:pt x="0" y="6382"/>
                      <a:pt x="6382" y="0"/>
                      <a:pt x="14288" y="0"/>
                    </a:cubicBezTo>
                    <a:cubicBezTo>
                      <a:pt x="22193" y="0"/>
                      <a:pt x="28575" y="6382"/>
                      <a:pt x="28575" y="14192"/>
                    </a:cubicBezTo>
                    <a:cubicBezTo>
                      <a:pt x="28670" y="19717"/>
                      <a:pt x="33719" y="86011"/>
                      <a:pt x="37909" y="139255"/>
                    </a:cubicBezTo>
                    <a:lnTo>
                      <a:pt x="186690" y="74295"/>
                    </a:lnTo>
                    <a:cubicBezTo>
                      <a:pt x="193929" y="71152"/>
                      <a:pt x="202311" y="74390"/>
                      <a:pt x="205549" y="81629"/>
                    </a:cubicBezTo>
                    <a:cubicBezTo>
                      <a:pt x="208693" y="88868"/>
                      <a:pt x="205454" y="97250"/>
                      <a:pt x="198215" y="100489"/>
                    </a:cubicBezTo>
                    <a:lnTo>
                      <a:pt x="12668" y="181546"/>
                    </a:lnTo>
                    <a:close/>
                    <a:moveTo>
                      <a:pt x="28575" y="14192"/>
                    </a:moveTo>
                    <a:lnTo>
                      <a:pt x="28575" y="14192"/>
                    </a:lnTo>
                    <a:lnTo>
                      <a:pt x="28575" y="14192"/>
                    </a:lnTo>
                    <a:close/>
                  </a:path>
                </a:pathLst>
              </a:custGeom>
              <a:solidFill>
                <a:srgbClr val="FFFFFF"/>
              </a:solidFill>
              <a:ln w="9525" cap="flat">
                <a:noFill/>
                <a:prstDash val="solid"/>
                <a:miter/>
              </a:ln>
            </p:spPr>
            <p:txBody>
              <a:bodyPr/>
              <a:lstStyle/>
              <a:p>
                <a:endParaRPr lang="en-US"/>
              </a:p>
            </p:txBody>
          </p:sp>
          <p:sp>
            <p:nvSpPr>
              <p:cNvPr id="435" name="Freeform: Shape 434">
                <a:extLst>
                  <a:ext uri="{FF2B5EF4-FFF2-40B4-BE49-F238E27FC236}">
                    <a16:creationId xmlns:a16="http://schemas.microsoft.com/office/drawing/2014/main" id="{59A36002-F969-FBFB-5E7A-188C4353EA62}"/>
                  </a:ext>
                </a:extLst>
              </p:cNvPr>
              <p:cNvSpPr/>
              <p:nvPr/>
            </p:nvSpPr>
            <p:spPr>
              <a:xfrm>
                <a:off x="5356854" y="2167027"/>
                <a:ext cx="334242" cy="436726"/>
              </a:xfrm>
              <a:custGeom>
                <a:avLst/>
                <a:gdLst>
                  <a:gd name="csX0" fmla="*/ 319950 w 334242"/>
                  <a:gd name="csY0" fmla="*/ 436726 h 436726"/>
                  <a:gd name="csX1" fmla="*/ 308520 w 334242"/>
                  <a:gd name="csY1" fmla="*/ 431011 h 436726"/>
                  <a:gd name="csX2" fmla="*/ 2863 w 334242"/>
                  <a:gd name="csY2" fmla="*/ 22865 h 436726"/>
                  <a:gd name="csX3" fmla="*/ 5720 w 334242"/>
                  <a:gd name="csY3" fmla="*/ 2863 h 436726"/>
                  <a:gd name="csX4" fmla="*/ 25723 w 334242"/>
                  <a:gd name="csY4" fmla="*/ 5720 h 436726"/>
                  <a:gd name="csX5" fmla="*/ 331380 w 334242"/>
                  <a:gd name="csY5" fmla="*/ 413867 h 436726"/>
                  <a:gd name="csX6" fmla="*/ 328523 w 334242"/>
                  <a:gd name="csY6" fmla="*/ 433869 h 436726"/>
                  <a:gd name="csX7" fmla="*/ 319950 w 334242"/>
                  <a:gd name="csY7" fmla="*/ 436726 h 4367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34242" h="436726">
                    <a:moveTo>
                      <a:pt x="319950" y="436726"/>
                    </a:moveTo>
                    <a:cubicBezTo>
                      <a:pt x="315568" y="436726"/>
                      <a:pt x="311282" y="434726"/>
                      <a:pt x="308520" y="431011"/>
                    </a:cubicBezTo>
                    <a:lnTo>
                      <a:pt x="2863" y="22865"/>
                    </a:lnTo>
                    <a:cubicBezTo>
                      <a:pt x="-1900" y="16579"/>
                      <a:pt x="-566" y="7625"/>
                      <a:pt x="5720" y="2863"/>
                    </a:cubicBezTo>
                    <a:cubicBezTo>
                      <a:pt x="12007" y="-1900"/>
                      <a:pt x="20960" y="-566"/>
                      <a:pt x="25723" y="5720"/>
                    </a:cubicBezTo>
                    <a:lnTo>
                      <a:pt x="331380" y="413867"/>
                    </a:lnTo>
                    <a:cubicBezTo>
                      <a:pt x="336143" y="420153"/>
                      <a:pt x="334809" y="429106"/>
                      <a:pt x="328523" y="433869"/>
                    </a:cubicBezTo>
                    <a:cubicBezTo>
                      <a:pt x="325951" y="435774"/>
                      <a:pt x="322903" y="436726"/>
                      <a:pt x="319950" y="436726"/>
                    </a:cubicBezTo>
                    <a:close/>
                  </a:path>
                </a:pathLst>
              </a:custGeom>
              <a:solidFill>
                <a:srgbClr val="FFFFFF"/>
              </a:solidFill>
              <a:ln w="9525" cap="flat">
                <a:noFill/>
                <a:prstDash val="solid"/>
                <a:miter/>
              </a:ln>
            </p:spPr>
            <p:txBody>
              <a:bodyPr/>
              <a:lstStyle/>
              <a:p>
                <a:endParaRPr lang="en-US"/>
              </a:p>
            </p:txBody>
          </p:sp>
          <p:sp>
            <p:nvSpPr>
              <p:cNvPr id="436" name="Freeform: Shape 435">
                <a:extLst>
                  <a:ext uri="{FF2B5EF4-FFF2-40B4-BE49-F238E27FC236}">
                    <a16:creationId xmlns:a16="http://schemas.microsoft.com/office/drawing/2014/main" id="{F8045C61-90A7-5F04-DC80-DBCDE7C753CD}"/>
                  </a:ext>
                </a:extLst>
              </p:cNvPr>
              <p:cNvSpPr/>
              <p:nvPr/>
            </p:nvSpPr>
            <p:spPr>
              <a:xfrm>
                <a:off x="5509742" y="2429065"/>
                <a:ext cx="192303" cy="178593"/>
              </a:xfrm>
              <a:custGeom>
                <a:avLst/>
                <a:gdLst>
                  <a:gd name="csX0" fmla="*/ 180016 w 192303"/>
                  <a:gd name="csY0" fmla="*/ 178498 h 178593"/>
                  <a:gd name="csX1" fmla="*/ 10662 w 192303"/>
                  <a:gd name="csY1" fmla="*/ 134398 h 178593"/>
                  <a:gd name="csX2" fmla="*/ 470 w 192303"/>
                  <a:gd name="csY2" fmla="*/ 116967 h 178593"/>
                  <a:gd name="csX3" fmla="*/ 17901 w 192303"/>
                  <a:gd name="csY3" fmla="*/ 106775 h 178593"/>
                  <a:gd name="csX4" fmla="*/ 154203 w 192303"/>
                  <a:gd name="csY4" fmla="*/ 142304 h 178593"/>
                  <a:gd name="csX5" fmla="*/ 163728 w 192303"/>
                  <a:gd name="csY5" fmla="*/ 14288 h 178593"/>
                  <a:gd name="csX6" fmla="*/ 178016 w 192303"/>
                  <a:gd name="csY6" fmla="*/ 0 h 178593"/>
                  <a:gd name="csX7" fmla="*/ 192303 w 192303"/>
                  <a:gd name="csY7" fmla="*/ 14383 h 178593"/>
                  <a:gd name="csX8" fmla="*/ 181350 w 192303"/>
                  <a:gd name="csY8" fmla="*/ 161544 h 178593"/>
                  <a:gd name="csX9" fmla="*/ 180016 w 192303"/>
                  <a:gd name="csY9" fmla="*/ 178594 h 1785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92303" h="178593">
                    <a:moveTo>
                      <a:pt x="180016" y="178498"/>
                    </a:moveTo>
                    <a:lnTo>
                      <a:pt x="10662" y="134398"/>
                    </a:lnTo>
                    <a:cubicBezTo>
                      <a:pt x="3042" y="132397"/>
                      <a:pt x="-1530" y="124587"/>
                      <a:pt x="470" y="116967"/>
                    </a:cubicBezTo>
                    <a:cubicBezTo>
                      <a:pt x="2470" y="109347"/>
                      <a:pt x="10281" y="104775"/>
                      <a:pt x="17901" y="106775"/>
                    </a:cubicBezTo>
                    <a:lnTo>
                      <a:pt x="154203" y="142304"/>
                    </a:lnTo>
                    <a:cubicBezTo>
                      <a:pt x="158394" y="88487"/>
                      <a:pt x="163633" y="19717"/>
                      <a:pt x="163728" y="14288"/>
                    </a:cubicBezTo>
                    <a:cubicBezTo>
                      <a:pt x="163728" y="6382"/>
                      <a:pt x="170110" y="0"/>
                      <a:pt x="178016" y="0"/>
                    </a:cubicBezTo>
                    <a:cubicBezTo>
                      <a:pt x="185922" y="0"/>
                      <a:pt x="192303" y="6477"/>
                      <a:pt x="192303" y="14383"/>
                    </a:cubicBezTo>
                    <a:cubicBezTo>
                      <a:pt x="192303" y="21146"/>
                      <a:pt x="183159" y="138208"/>
                      <a:pt x="181350" y="161544"/>
                    </a:cubicBezTo>
                    <a:lnTo>
                      <a:pt x="180016" y="178594"/>
                    </a:lnTo>
                    <a:close/>
                  </a:path>
                </a:pathLst>
              </a:custGeom>
              <a:solidFill>
                <a:srgbClr val="FFFFFF"/>
              </a:solidFill>
              <a:ln w="9525" cap="flat">
                <a:noFill/>
                <a:prstDash val="solid"/>
                <a:miter/>
              </a:ln>
            </p:spPr>
            <p:txBody>
              <a:bodyPr/>
              <a:lstStyle/>
              <a:p>
                <a:endParaRPr lang="en-US"/>
              </a:p>
            </p:txBody>
          </p:sp>
          <p:sp>
            <p:nvSpPr>
              <p:cNvPr id="437" name="Freeform: Shape 436">
                <a:extLst>
                  <a:ext uri="{FF2B5EF4-FFF2-40B4-BE49-F238E27FC236}">
                    <a16:creationId xmlns:a16="http://schemas.microsoft.com/office/drawing/2014/main" id="{03BECE78-8FB2-CF23-55C8-BF3D753335F8}"/>
                  </a:ext>
                </a:extLst>
              </p:cNvPr>
              <p:cNvSpPr/>
              <p:nvPr/>
            </p:nvSpPr>
            <p:spPr>
              <a:xfrm>
                <a:off x="4705254" y="2211037"/>
                <a:ext cx="28575" cy="438531"/>
              </a:xfrm>
              <a:custGeom>
                <a:avLst/>
                <a:gdLst>
                  <a:gd name="csX0" fmla="*/ 14288 w 28575"/>
                  <a:gd name="csY0" fmla="*/ 438531 h 438531"/>
                  <a:gd name="csX1" fmla="*/ 0 w 28575"/>
                  <a:gd name="csY1" fmla="*/ 424244 h 438531"/>
                  <a:gd name="csX2" fmla="*/ 0 w 28575"/>
                  <a:gd name="csY2" fmla="*/ 14288 h 438531"/>
                  <a:gd name="csX3" fmla="*/ 14288 w 28575"/>
                  <a:gd name="csY3" fmla="*/ 0 h 438531"/>
                  <a:gd name="csX4" fmla="*/ 28575 w 28575"/>
                  <a:gd name="csY4" fmla="*/ 14288 h 438531"/>
                  <a:gd name="csX5" fmla="*/ 28575 w 28575"/>
                  <a:gd name="csY5" fmla="*/ 424244 h 438531"/>
                  <a:gd name="csX6" fmla="*/ 14288 w 28575"/>
                  <a:gd name="csY6" fmla="*/ 438531 h 43853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8575" h="438531">
                    <a:moveTo>
                      <a:pt x="14288" y="438531"/>
                    </a:moveTo>
                    <a:cubicBezTo>
                      <a:pt x="6382" y="438531"/>
                      <a:pt x="0" y="432149"/>
                      <a:pt x="0" y="424244"/>
                    </a:cubicBezTo>
                    <a:lnTo>
                      <a:pt x="0" y="14288"/>
                    </a:lnTo>
                    <a:cubicBezTo>
                      <a:pt x="0" y="6382"/>
                      <a:pt x="6382" y="0"/>
                      <a:pt x="14288" y="0"/>
                    </a:cubicBezTo>
                    <a:cubicBezTo>
                      <a:pt x="22193" y="0"/>
                      <a:pt x="28575" y="6382"/>
                      <a:pt x="28575" y="14288"/>
                    </a:cubicBezTo>
                    <a:lnTo>
                      <a:pt x="28575" y="424244"/>
                    </a:lnTo>
                    <a:cubicBezTo>
                      <a:pt x="28575" y="432149"/>
                      <a:pt x="22193" y="438531"/>
                      <a:pt x="14288" y="438531"/>
                    </a:cubicBezTo>
                    <a:close/>
                  </a:path>
                </a:pathLst>
              </a:custGeom>
              <a:solidFill>
                <a:srgbClr val="FFFFFF"/>
              </a:solidFill>
              <a:ln w="9525" cap="flat">
                <a:noFill/>
                <a:prstDash val="solid"/>
                <a:miter/>
              </a:ln>
            </p:spPr>
            <p:txBody>
              <a:bodyPr/>
              <a:lstStyle/>
              <a:p>
                <a:endParaRPr lang="en-US"/>
              </a:p>
            </p:txBody>
          </p:sp>
          <p:sp>
            <p:nvSpPr>
              <p:cNvPr id="438" name="Freeform: Shape 437">
                <a:extLst>
                  <a:ext uri="{FF2B5EF4-FFF2-40B4-BE49-F238E27FC236}">
                    <a16:creationId xmlns:a16="http://schemas.microsoft.com/office/drawing/2014/main" id="{2E1DAA2B-29D2-7393-BE55-580AB6EF4A2C}"/>
                  </a:ext>
                </a:extLst>
              </p:cNvPr>
              <p:cNvSpPr/>
              <p:nvPr/>
            </p:nvSpPr>
            <p:spPr>
              <a:xfrm>
                <a:off x="4593946" y="2518448"/>
                <a:ext cx="238014" cy="182650"/>
              </a:xfrm>
              <a:custGeom>
                <a:avLst/>
                <a:gdLst>
                  <a:gd name="csX0" fmla="*/ 126262 w 238014"/>
                  <a:gd name="csY0" fmla="*/ 182555 h 182650"/>
                  <a:gd name="csX1" fmla="*/ 3009 w 238014"/>
                  <a:gd name="csY1" fmla="*/ 23107 h 182650"/>
                  <a:gd name="csX2" fmla="*/ 5581 w 238014"/>
                  <a:gd name="csY2" fmla="*/ 3009 h 182650"/>
                  <a:gd name="csX3" fmla="*/ 25678 w 238014"/>
                  <a:gd name="csY3" fmla="*/ 5581 h 182650"/>
                  <a:gd name="csX4" fmla="*/ 124834 w 238014"/>
                  <a:gd name="csY4" fmla="*/ 133882 h 182650"/>
                  <a:gd name="csX5" fmla="*/ 211892 w 238014"/>
                  <a:gd name="csY5" fmla="*/ 6247 h 182650"/>
                  <a:gd name="csX6" fmla="*/ 231799 w 238014"/>
                  <a:gd name="csY6" fmla="*/ 2533 h 182650"/>
                  <a:gd name="csX7" fmla="*/ 235514 w 238014"/>
                  <a:gd name="csY7" fmla="*/ 22440 h 182650"/>
                  <a:gd name="csX8" fmla="*/ 126262 w 238014"/>
                  <a:gd name="csY8" fmla="*/ 182650 h 18265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8014" h="182650">
                    <a:moveTo>
                      <a:pt x="126262" y="182555"/>
                    </a:moveTo>
                    <a:lnTo>
                      <a:pt x="3009" y="23107"/>
                    </a:lnTo>
                    <a:cubicBezTo>
                      <a:pt x="-1849" y="16820"/>
                      <a:pt x="-706" y="7866"/>
                      <a:pt x="5581" y="3009"/>
                    </a:cubicBezTo>
                    <a:cubicBezTo>
                      <a:pt x="11867" y="-1849"/>
                      <a:pt x="20821" y="-706"/>
                      <a:pt x="25678" y="5581"/>
                    </a:cubicBezTo>
                    <a:lnTo>
                      <a:pt x="124834" y="133882"/>
                    </a:lnTo>
                    <a:lnTo>
                      <a:pt x="211892" y="6247"/>
                    </a:lnTo>
                    <a:cubicBezTo>
                      <a:pt x="216369" y="-230"/>
                      <a:pt x="225227" y="-1944"/>
                      <a:pt x="231799" y="2533"/>
                    </a:cubicBezTo>
                    <a:cubicBezTo>
                      <a:pt x="238276" y="7009"/>
                      <a:pt x="239991" y="15868"/>
                      <a:pt x="235514" y="22440"/>
                    </a:cubicBezTo>
                    <a:lnTo>
                      <a:pt x="126262" y="182650"/>
                    </a:lnTo>
                    <a:close/>
                  </a:path>
                </a:pathLst>
              </a:custGeom>
              <a:solidFill>
                <a:srgbClr val="FFFFFF"/>
              </a:solidFill>
              <a:ln w="9525" cap="flat">
                <a:noFill/>
                <a:prstDash val="solid"/>
                <a:miter/>
              </a:ln>
            </p:spPr>
            <p:txBody>
              <a:bodyPr/>
              <a:lstStyle/>
              <a:p>
                <a:endParaRPr lang="en-US"/>
              </a:p>
            </p:txBody>
          </p:sp>
          <p:sp>
            <p:nvSpPr>
              <p:cNvPr id="439" name="Freeform: Shape 438">
                <a:extLst>
                  <a:ext uri="{FF2B5EF4-FFF2-40B4-BE49-F238E27FC236}">
                    <a16:creationId xmlns:a16="http://schemas.microsoft.com/office/drawing/2014/main" id="{DFF50004-D404-6AF4-3860-E9C1567FA410}"/>
                  </a:ext>
                </a:extLst>
              </p:cNvPr>
              <p:cNvSpPr/>
              <p:nvPr/>
            </p:nvSpPr>
            <p:spPr>
              <a:xfrm>
                <a:off x="3379469" y="2762725"/>
                <a:ext cx="493013" cy="28575"/>
              </a:xfrm>
              <a:custGeom>
                <a:avLst/>
                <a:gdLst>
                  <a:gd name="csX0" fmla="*/ 478726 w 493013"/>
                  <a:gd name="csY0" fmla="*/ 28575 h 28575"/>
                  <a:gd name="csX1" fmla="*/ 14288 w 493013"/>
                  <a:gd name="csY1" fmla="*/ 28575 h 28575"/>
                  <a:gd name="csX2" fmla="*/ 0 w 493013"/>
                  <a:gd name="csY2" fmla="*/ 14288 h 28575"/>
                  <a:gd name="csX3" fmla="*/ 14288 w 493013"/>
                  <a:gd name="csY3" fmla="*/ 0 h 28575"/>
                  <a:gd name="csX4" fmla="*/ 478726 w 493013"/>
                  <a:gd name="csY4" fmla="*/ 0 h 28575"/>
                  <a:gd name="csX5" fmla="*/ 493014 w 493013"/>
                  <a:gd name="csY5" fmla="*/ 14288 h 28575"/>
                  <a:gd name="csX6" fmla="*/ 478726 w 493013"/>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93013" h="28575">
                    <a:moveTo>
                      <a:pt x="478726" y="28575"/>
                    </a:moveTo>
                    <a:lnTo>
                      <a:pt x="14288" y="28575"/>
                    </a:lnTo>
                    <a:cubicBezTo>
                      <a:pt x="6382" y="28575"/>
                      <a:pt x="0" y="22193"/>
                      <a:pt x="0" y="14288"/>
                    </a:cubicBezTo>
                    <a:cubicBezTo>
                      <a:pt x="0" y="6382"/>
                      <a:pt x="6382" y="0"/>
                      <a:pt x="14288" y="0"/>
                    </a:cubicBezTo>
                    <a:lnTo>
                      <a:pt x="478726" y="0"/>
                    </a:lnTo>
                    <a:cubicBezTo>
                      <a:pt x="486632" y="0"/>
                      <a:pt x="493014" y="6382"/>
                      <a:pt x="493014" y="14288"/>
                    </a:cubicBezTo>
                    <a:cubicBezTo>
                      <a:pt x="493014" y="22193"/>
                      <a:pt x="486632" y="28575"/>
                      <a:pt x="478726" y="28575"/>
                    </a:cubicBezTo>
                    <a:close/>
                  </a:path>
                </a:pathLst>
              </a:custGeom>
              <a:solidFill>
                <a:srgbClr val="FFFFFF"/>
              </a:solidFill>
              <a:ln w="9525" cap="flat">
                <a:noFill/>
                <a:prstDash val="solid"/>
                <a:miter/>
              </a:ln>
            </p:spPr>
            <p:txBody>
              <a:bodyPr/>
              <a:lstStyle/>
              <a:p>
                <a:endParaRPr lang="en-US"/>
              </a:p>
            </p:txBody>
          </p:sp>
          <p:sp>
            <p:nvSpPr>
              <p:cNvPr id="440" name="Freeform: Shape 439">
                <a:extLst>
                  <a:ext uri="{FF2B5EF4-FFF2-40B4-BE49-F238E27FC236}">
                    <a16:creationId xmlns:a16="http://schemas.microsoft.com/office/drawing/2014/main" id="{F3F4422C-BF12-94DA-EAE3-AA00D3A46274}"/>
                  </a:ext>
                </a:extLst>
              </p:cNvPr>
              <p:cNvSpPr/>
              <p:nvPr/>
            </p:nvSpPr>
            <p:spPr>
              <a:xfrm>
                <a:off x="3379469" y="2903314"/>
                <a:ext cx="493013" cy="28575"/>
              </a:xfrm>
              <a:custGeom>
                <a:avLst/>
                <a:gdLst>
                  <a:gd name="csX0" fmla="*/ 478726 w 493013"/>
                  <a:gd name="csY0" fmla="*/ 28575 h 28575"/>
                  <a:gd name="csX1" fmla="*/ 14288 w 493013"/>
                  <a:gd name="csY1" fmla="*/ 28575 h 28575"/>
                  <a:gd name="csX2" fmla="*/ 0 w 493013"/>
                  <a:gd name="csY2" fmla="*/ 14288 h 28575"/>
                  <a:gd name="csX3" fmla="*/ 14288 w 493013"/>
                  <a:gd name="csY3" fmla="*/ 0 h 28575"/>
                  <a:gd name="csX4" fmla="*/ 478726 w 493013"/>
                  <a:gd name="csY4" fmla="*/ 0 h 28575"/>
                  <a:gd name="csX5" fmla="*/ 493014 w 493013"/>
                  <a:gd name="csY5" fmla="*/ 14288 h 28575"/>
                  <a:gd name="csX6" fmla="*/ 478726 w 493013"/>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93013" h="28575">
                    <a:moveTo>
                      <a:pt x="478726" y="28575"/>
                    </a:moveTo>
                    <a:lnTo>
                      <a:pt x="14288" y="28575"/>
                    </a:lnTo>
                    <a:cubicBezTo>
                      <a:pt x="6382" y="28575"/>
                      <a:pt x="0" y="22193"/>
                      <a:pt x="0" y="14288"/>
                    </a:cubicBezTo>
                    <a:cubicBezTo>
                      <a:pt x="0" y="6382"/>
                      <a:pt x="6382" y="0"/>
                      <a:pt x="14288" y="0"/>
                    </a:cubicBezTo>
                    <a:lnTo>
                      <a:pt x="478726" y="0"/>
                    </a:lnTo>
                    <a:cubicBezTo>
                      <a:pt x="486632" y="0"/>
                      <a:pt x="493014" y="6382"/>
                      <a:pt x="493014" y="14288"/>
                    </a:cubicBezTo>
                    <a:cubicBezTo>
                      <a:pt x="493014" y="22193"/>
                      <a:pt x="486632" y="28575"/>
                      <a:pt x="478726" y="28575"/>
                    </a:cubicBezTo>
                    <a:close/>
                  </a:path>
                </a:pathLst>
              </a:custGeom>
              <a:solidFill>
                <a:srgbClr val="FFFFFF"/>
              </a:solidFill>
              <a:ln w="9525" cap="flat">
                <a:noFill/>
                <a:prstDash val="solid"/>
                <a:miter/>
              </a:ln>
            </p:spPr>
            <p:txBody>
              <a:bodyPr/>
              <a:lstStyle/>
              <a:p>
                <a:endParaRPr lang="en-US"/>
              </a:p>
            </p:txBody>
          </p:sp>
          <p:sp>
            <p:nvSpPr>
              <p:cNvPr id="441" name="Freeform: Shape 440">
                <a:extLst>
                  <a:ext uri="{FF2B5EF4-FFF2-40B4-BE49-F238E27FC236}">
                    <a16:creationId xmlns:a16="http://schemas.microsoft.com/office/drawing/2014/main" id="{0181B3C2-7327-C267-ED88-E8E685CEC6C6}"/>
                  </a:ext>
                </a:extLst>
              </p:cNvPr>
              <p:cNvSpPr/>
              <p:nvPr/>
            </p:nvSpPr>
            <p:spPr>
              <a:xfrm>
                <a:off x="4454175" y="2762725"/>
                <a:ext cx="493013" cy="28575"/>
              </a:xfrm>
              <a:custGeom>
                <a:avLst/>
                <a:gdLst>
                  <a:gd name="csX0" fmla="*/ 478726 w 493013"/>
                  <a:gd name="csY0" fmla="*/ 28575 h 28575"/>
                  <a:gd name="csX1" fmla="*/ 14288 w 493013"/>
                  <a:gd name="csY1" fmla="*/ 28575 h 28575"/>
                  <a:gd name="csX2" fmla="*/ 0 w 493013"/>
                  <a:gd name="csY2" fmla="*/ 14288 h 28575"/>
                  <a:gd name="csX3" fmla="*/ 14288 w 493013"/>
                  <a:gd name="csY3" fmla="*/ 0 h 28575"/>
                  <a:gd name="csX4" fmla="*/ 478726 w 493013"/>
                  <a:gd name="csY4" fmla="*/ 0 h 28575"/>
                  <a:gd name="csX5" fmla="*/ 493014 w 493013"/>
                  <a:gd name="csY5" fmla="*/ 14288 h 28575"/>
                  <a:gd name="csX6" fmla="*/ 478726 w 493013"/>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93013" h="28575">
                    <a:moveTo>
                      <a:pt x="478726" y="28575"/>
                    </a:moveTo>
                    <a:lnTo>
                      <a:pt x="14288" y="28575"/>
                    </a:lnTo>
                    <a:cubicBezTo>
                      <a:pt x="6382" y="28575"/>
                      <a:pt x="0" y="22193"/>
                      <a:pt x="0" y="14288"/>
                    </a:cubicBezTo>
                    <a:cubicBezTo>
                      <a:pt x="0" y="6382"/>
                      <a:pt x="6382" y="0"/>
                      <a:pt x="14288" y="0"/>
                    </a:cubicBezTo>
                    <a:lnTo>
                      <a:pt x="478726" y="0"/>
                    </a:lnTo>
                    <a:cubicBezTo>
                      <a:pt x="486632" y="0"/>
                      <a:pt x="493014" y="6382"/>
                      <a:pt x="493014" y="14288"/>
                    </a:cubicBezTo>
                    <a:cubicBezTo>
                      <a:pt x="493014" y="22193"/>
                      <a:pt x="486632" y="28575"/>
                      <a:pt x="478726" y="28575"/>
                    </a:cubicBezTo>
                    <a:close/>
                  </a:path>
                </a:pathLst>
              </a:custGeom>
              <a:solidFill>
                <a:srgbClr val="FFFFFF"/>
              </a:solidFill>
              <a:ln w="9525" cap="flat">
                <a:noFill/>
                <a:prstDash val="solid"/>
                <a:miter/>
              </a:ln>
            </p:spPr>
            <p:txBody>
              <a:bodyPr/>
              <a:lstStyle/>
              <a:p>
                <a:endParaRPr lang="en-US"/>
              </a:p>
            </p:txBody>
          </p:sp>
          <p:sp>
            <p:nvSpPr>
              <p:cNvPr id="442" name="Freeform: Shape 441">
                <a:extLst>
                  <a:ext uri="{FF2B5EF4-FFF2-40B4-BE49-F238E27FC236}">
                    <a16:creationId xmlns:a16="http://schemas.microsoft.com/office/drawing/2014/main" id="{578A0031-BE05-9585-79D1-3D42D57905FB}"/>
                  </a:ext>
                </a:extLst>
              </p:cNvPr>
              <p:cNvSpPr/>
              <p:nvPr/>
            </p:nvSpPr>
            <p:spPr>
              <a:xfrm>
                <a:off x="4454175" y="2903314"/>
                <a:ext cx="421385" cy="28575"/>
              </a:xfrm>
              <a:custGeom>
                <a:avLst/>
                <a:gdLst>
                  <a:gd name="csX0" fmla="*/ 407098 w 421385"/>
                  <a:gd name="csY0" fmla="*/ 28575 h 28575"/>
                  <a:gd name="csX1" fmla="*/ 14288 w 421385"/>
                  <a:gd name="csY1" fmla="*/ 28575 h 28575"/>
                  <a:gd name="csX2" fmla="*/ 0 w 421385"/>
                  <a:gd name="csY2" fmla="*/ 14288 h 28575"/>
                  <a:gd name="csX3" fmla="*/ 14288 w 421385"/>
                  <a:gd name="csY3" fmla="*/ 0 h 28575"/>
                  <a:gd name="csX4" fmla="*/ 407098 w 421385"/>
                  <a:gd name="csY4" fmla="*/ 0 h 28575"/>
                  <a:gd name="csX5" fmla="*/ 421386 w 421385"/>
                  <a:gd name="csY5" fmla="*/ 14288 h 28575"/>
                  <a:gd name="csX6" fmla="*/ 407098 w 421385"/>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21385" h="28575">
                    <a:moveTo>
                      <a:pt x="407098" y="28575"/>
                    </a:moveTo>
                    <a:lnTo>
                      <a:pt x="14288" y="28575"/>
                    </a:lnTo>
                    <a:cubicBezTo>
                      <a:pt x="6382" y="28575"/>
                      <a:pt x="0" y="22193"/>
                      <a:pt x="0" y="14288"/>
                    </a:cubicBezTo>
                    <a:cubicBezTo>
                      <a:pt x="0" y="6382"/>
                      <a:pt x="6382" y="0"/>
                      <a:pt x="14288" y="0"/>
                    </a:cubicBezTo>
                    <a:lnTo>
                      <a:pt x="407098" y="0"/>
                    </a:lnTo>
                    <a:cubicBezTo>
                      <a:pt x="415004" y="0"/>
                      <a:pt x="421386" y="6382"/>
                      <a:pt x="421386" y="14288"/>
                    </a:cubicBezTo>
                    <a:cubicBezTo>
                      <a:pt x="421386" y="22193"/>
                      <a:pt x="415004" y="28575"/>
                      <a:pt x="407098" y="28575"/>
                    </a:cubicBezTo>
                    <a:close/>
                  </a:path>
                </a:pathLst>
              </a:custGeom>
              <a:solidFill>
                <a:srgbClr val="FFFFFF"/>
              </a:solidFill>
              <a:ln w="9525" cap="flat">
                <a:noFill/>
                <a:prstDash val="solid"/>
                <a:miter/>
              </a:ln>
            </p:spPr>
            <p:txBody>
              <a:bodyPr/>
              <a:lstStyle/>
              <a:p>
                <a:endParaRPr lang="en-US"/>
              </a:p>
            </p:txBody>
          </p:sp>
          <p:sp>
            <p:nvSpPr>
              <p:cNvPr id="443" name="Freeform: Shape 442">
                <a:extLst>
                  <a:ext uri="{FF2B5EF4-FFF2-40B4-BE49-F238E27FC236}">
                    <a16:creationId xmlns:a16="http://schemas.microsoft.com/office/drawing/2014/main" id="{7447D783-441F-D01E-ECD4-6110DD1BEA9C}"/>
                  </a:ext>
                </a:extLst>
              </p:cNvPr>
              <p:cNvSpPr/>
              <p:nvPr/>
            </p:nvSpPr>
            <p:spPr>
              <a:xfrm>
                <a:off x="5871019" y="2762725"/>
                <a:ext cx="178403" cy="28575"/>
              </a:xfrm>
              <a:custGeom>
                <a:avLst/>
                <a:gdLst>
                  <a:gd name="csX0" fmla="*/ 164116 w 178403"/>
                  <a:gd name="csY0" fmla="*/ 28575 h 28575"/>
                  <a:gd name="csX1" fmla="*/ 14288 w 178403"/>
                  <a:gd name="csY1" fmla="*/ 28575 h 28575"/>
                  <a:gd name="csX2" fmla="*/ 0 w 178403"/>
                  <a:gd name="csY2" fmla="*/ 14288 h 28575"/>
                  <a:gd name="csX3" fmla="*/ 14288 w 178403"/>
                  <a:gd name="csY3" fmla="*/ 0 h 28575"/>
                  <a:gd name="csX4" fmla="*/ 164116 w 178403"/>
                  <a:gd name="csY4" fmla="*/ 0 h 28575"/>
                  <a:gd name="csX5" fmla="*/ 178403 w 178403"/>
                  <a:gd name="csY5" fmla="*/ 14288 h 28575"/>
                  <a:gd name="csX6" fmla="*/ 164116 w 178403"/>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78403" h="28575">
                    <a:moveTo>
                      <a:pt x="164116" y="28575"/>
                    </a:moveTo>
                    <a:lnTo>
                      <a:pt x="14288" y="28575"/>
                    </a:lnTo>
                    <a:cubicBezTo>
                      <a:pt x="6382" y="28575"/>
                      <a:pt x="0" y="22193"/>
                      <a:pt x="0" y="14288"/>
                    </a:cubicBezTo>
                    <a:cubicBezTo>
                      <a:pt x="0" y="6382"/>
                      <a:pt x="6382" y="0"/>
                      <a:pt x="14288" y="0"/>
                    </a:cubicBezTo>
                    <a:lnTo>
                      <a:pt x="164116" y="0"/>
                    </a:lnTo>
                    <a:cubicBezTo>
                      <a:pt x="172021" y="0"/>
                      <a:pt x="178403" y="6382"/>
                      <a:pt x="178403" y="14288"/>
                    </a:cubicBezTo>
                    <a:cubicBezTo>
                      <a:pt x="178403" y="22193"/>
                      <a:pt x="172021" y="28575"/>
                      <a:pt x="164116" y="28575"/>
                    </a:cubicBezTo>
                    <a:close/>
                  </a:path>
                </a:pathLst>
              </a:custGeom>
              <a:solidFill>
                <a:srgbClr val="FFFFFF"/>
              </a:solidFill>
              <a:ln w="9525" cap="flat">
                <a:noFill/>
                <a:prstDash val="solid"/>
                <a:miter/>
              </a:ln>
            </p:spPr>
            <p:txBody>
              <a:bodyPr/>
              <a:lstStyle/>
              <a:p>
                <a:endParaRPr lang="en-US"/>
              </a:p>
            </p:txBody>
          </p:sp>
          <p:sp>
            <p:nvSpPr>
              <p:cNvPr id="444" name="Freeform: Shape 443">
                <a:extLst>
                  <a:ext uri="{FF2B5EF4-FFF2-40B4-BE49-F238E27FC236}">
                    <a16:creationId xmlns:a16="http://schemas.microsoft.com/office/drawing/2014/main" id="{40CA72C3-B545-ED6A-8C97-63CC7D55163A}"/>
                  </a:ext>
                </a:extLst>
              </p:cNvPr>
              <p:cNvSpPr/>
              <p:nvPr/>
            </p:nvSpPr>
            <p:spPr>
              <a:xfrm>
                <a:off x="5556408" y="2762725"/>
                <a:ext cx="254031" cy="28575"/>
              </a:xfrm>
              <a:custGeom>
                <a:avLst/>
                <a:gdLst>
                  <a:gd name="csX0" fmla="*/ 239744 w 254031"/>
                  <a:gd name="csY0" fmla="*/ 28575 h 28575"/>
                  <a:gd name="csX1" fmla="*/ 14288 w 254031"/>
                  <a:gd name="csY1" fmla="*/ 28575 h 28575"/>
                  <a:gd name="csX2" fmla="*/ 0 w 254031"/>
                  <a:gd name="csY2" fmla="*/ 14288 h 28575"/>
                  <a:gd name="csX3" fmla="*/ 14288 w 254031"/>
                  <a:gd name="csY3" fmla="*/ 0 h 28575"/>
                  <a:gd name="csX4" fmla="*/ 239744 w 254031"/>
                  <a:gd name="csY4" fmla="*/ 0 h 28575"/>
                  <a:gd name="csX5" fmla="*/ 254032 w 254031"/>
                  <a:gd name="csY5" fmla="*/ 14288 h 28575"/>
                  <a:gd name="csX6" fmla="*/ 239744 w 254031"/>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031" h="28575">
                    <a:moveTo>
                      <a:pt x="239744" y="28575"/>
                    </a:moveTo>
                    <a:lnTo>
                      <a:pt x="14288" y="28575"/>
                    </a:lnTo>
                    <a:cubicBezTo>
                      <a:pt x="6382" y="28575"/>
                      <a:pt x="0" y="22193"/>
                      <a:pt x="0" y="14288"/>
                    </a:cubicBezTo>
                    <a:cubicBezTo>
                      <a:pt x="0" y="6382"/>
                      <a:pt x="6382" y="0"/>
                      <a:pt x="14288" y="0"/>
                    </a:cubicBezTo>
                    <a:lnTo>
                      <a:pt x="239744" y="0"/>
                    </a:lnTo>
                    <a:cubicBezTo>
                      <a:pt x="247650" y="0"/>
                      <a:pt x="254032" y="6382"/>
                      <a:pt x="254032" y="14288"/>
                    </a:cubicBezTo>
                    <a:cubicBezTo>
                      <a:pt x="254032" y="22193"/>
                      <a:pt x="247650" y="28575"/>
                      <a:pt x="239744" y="28575"/>
                    </a:cubicBezTo>
                    <a:close/>
                  </a:path>
                </a:pathLst>
              </a:custGeom>
              <a:solidFill>
                <a:srgbClr val="FFFFFF"/>
              </a:solidFill>
              <a:ln w="9525" cap="flat">
                <a:noFill/>
                <a:prstDash val="solid"/>
                <a:miter/>
              </a:ln>
            </p:spPr>
            <p:txBody>
              <a:bodyPr/>
              <a:lstStyle/>
              <a:p>
                <a:endParaRPr lang="en-US"/>
              </a:p>
            </p:txBody>
          </p:sp>
          <p:sp>
            <p:nvSpPr>
              <p:cNvPr id="445" name="Freeform: Shape 444">
                <a:extLst>
                  <a:ext uri="{FF2B5EF4-FFF2-40B4-BE49-F238E27FC236}">
                    <a16:creationId xmlns:a16="http://schemas.microsoft.com/office/drawing/2014/main" id="{DDE8F45C-C7C4-2398-2CA8-C3CE0AE1B2A5}"/>
                  </a:ext>
                </a:extLst>
              </p:cNvPr>
              <p:cNvSpPr/>
              <p:nvPr/>
            </p:nvSpPr>
            <p:spPr>
              <a:xfrm>
                <a:off x="5556408" y="2903314"/>
                <a:ext cx="493013" cy="28575"/>
              </a:xfrm>
              <a:custGeom>
                <a:avLst/>
                <a:gdLst>
                  <a:gd name="csX0" fmla="*/ 478726 w 493013"/>
                  <a:gd name="csY0" fmla="*/ 28575 h 28575"/>
                  <a:gd name="csX1" fmla="*/ 14288 w 493013"/>
                  <a:gd name="csY1" fmla="*/ 28575 h 28575"/>
                  <a:gd name="csX2" fmla="*/ 0 w 493013"/>
                  <a:gd name="csY2" fmla="*/ 14288 h 28575"/>
                  <a:gd name="csX3" fmla="*/ 14288 w 493013"/>
                  <a:gd name="csY3" fmla="*/ 0 h 28575"/>
                  <a:gd name="csX4" fmla="*/ 478726 w 493013"/>
                  <a:gd name="csY4" fmla="*/ 0 h 28575"/>
                  <a:gd name="csX5" fmla="*/ 493014 w 493013"/>
                  <a:gd name="csY5" fmla="*/ 14288 h 28575"/>
                  <a:gd name="csX6" fmla="*/ 478726 w 493013"/>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93013" h="28575">
                    <a:moveTo>
                      <a:pt x="478726" y="28575"/>
                    </a:moveTo>
                    <a:lnTo>
                      <a:pt x="14288" y="28575"/>
                    </a:lnTo>
                    <a:cubicBezTo>
                      <a:pt x="6382" y="28575"/>
                      <a:pt x="0" y="22193"/>
                      <a:pt x="0" y="14288"/>
                    </a:cubicBezTo>
                    <a:cubicBezTo>
                      <a:pt x="0" y="6382"/>
                      <a:pt x="6382" y="0"/>
                      <a:pt x="14288" y="0"/>
                    </a:cubicBezTo>
                    <a:lnTo>
                      <a:pt x="478726" y="0"/>
                    </a:lnTo>
                    <a:cubicBezTo>
                      <a:pt x="486632" y="0"/>
                      <a:pt x="493014" y="6382"/>
                      <a:pt x="493014" y="14288"/>
                    </a:cubicBezTo>
                    <a:cubicBezTo>
                      <a:pt x="493014" y="22193"/>
                      <a:pt x="486632" y="28575"/>
                      <a:pt x="478726" y="28575"/>
                    </a:cubicBezTo>
                    <a:close/>
                  </a:path>
                </a:pathLst>
              </a:custGeom>
              <a:solidFill>
                <a:srgbClr val="FFFFFF"/>
              </a:solidFill>
              <a:ln w="9525" cap="flat">
                <a:noFill/>
                <a:prstDash val="solid"/>
                <a:miter/>
              </a:ln>
            </p:spPr>
            <p:txBody>
              <a:bodyPr/>
              <a:lstStyle/>
              <a:p>
                <a:endParaRPr lang="en-US"/>
              </a:p>
            </p:txBody>
          </p:sp>
          <p:sp>
            <p:nvSpPr>
              <p:cNvPr id="446" name="Freeform: Shape 445">
                <a:extLst>
                  <a:ext uri="{FF2B5EF4-FFF2-40B4-BE49-F238E27FC236}">
                    <a16:creationId xmlns:a16="http://schemas.microsoft.com/office/drawing/2014/main" id="{AB20F9AD-830C-029C-61DB-23884E18C713}"/>
                  </a:ext>
                </a:extLst>
              </p:cNvPr>
              <p:cNvSpPr/>
              <p:nvPr/>
            </p:nvSpPr>
            <p:spPr>
              <a:xfrm>
                <a:off x="4928806" y="1779269"/>
                <a:ext cx="309562" cy="28575"/>
              </a:xfrm>
              <a:custGeom>
                <a:avLst/>
                <a:gdLst>
                  <a:gd name="csX0" fmla="*/ 295275 w 309562"/>
                  <a:gd name="csY0" fmla="*/ 28575 h 28575"/>
                  <a:gd name="csX1" fmla="*/ 14288 w 309562"/>
                  <a:gd name="csY1" fmla="*/ 28575 h 28575"/>
                  <a:gd name="csX2" fmla="*/ 0 w 309562"/>
                  <a:gd name="csY2" fmla="*/ 14288 h 28575"/>
                  <a:gd name="csX3" fmla="*/ 14288 w 309562"/>
                  <a:gd name="csY3" fmla="*/ 0 h 28575"/>
                  <a:gd name="csX4" fmla="*/ 295275 w 309562"/>
                  <a:gd name="csY4" fmla="*/ 0 h 28575"/>
                  <a:gd name="csX5" fmla="*/ 309563 w 309562"/>
                  <a:gd name="csY5" fmla="*/ 14288 h 28575"/>
                  <a:gd name="csX6" fmla="*/ 295275 w 309562"/>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09562" h="28575">
                    <a:moveTo>
                      <a:pt x="295275" y="28575"/>
                    </a:moveTo>
                    <a:lnTo>
                      <a:pt x="14288" y="28575"/>
                    </a:lnTo>
                    <a:cubicBezTo>
                      <a:pt x="6382" y="28575"/>
                      <a:pt x="0" y="22193"/>
                      <a:pt x="0" y="14288"/>
                    </a:cubicBezTo>
                    <a:cubicBezTo>
                      <a:pt x="0" y="6382"/>
                      <a:pt x="6382" y="0"/>
                      <a:pt x="14288" y="0"/>
                    </a:cubicBezTo>
                    <a:lnTo>
                      <a:pt x="295275" y="0"/>
                    </a:lnTo>
                    <a:cubicBezTo>
                      <a:pt x="303181" y="0"/>
                      <a:pt x="309563" y="6382"/>
                      <a:pt x="309563" y="14288"/>
                    </a:cubicBezTo>
                    <a:cubicBezTo>
                      <a:pt x="309563" y="22193"/>
                      <a:pt x="303181" y="28575"/>
                      <a:pt x="295275" y="28575"/>
                    </a:cubicBezTo>
                    <a:close/>
                  </a:path>
                </a:pathLst>
              </a:custGeom>
              <a:solidFill>
                <a:srgbClr val="FFFFFF"/>
              </a:solidFill>
              <a:ln w="9525" cap="flat">
                <a:noFill/>
                <a:prstDash val="solid"/>
                <a:miter/>
              </a:ln>
            </p:spPr>
            <p:txBody>
              <a:bodyPr/>
              <a:lstStyle/>
              <a:p>
                <a:endParaRPr lang="en-US"/>
              </a:p>
            </p:txBody>
          </p:sp>
          <p:sp>
            <p:nvSpPr>
              <p:cNvPr id="447" name="Freeform: Shape 446">
                <a:extLst>
                  <a:ext uri="{FF2B5EF4-FFF2-40B4-BE49-F238E27FC236}">
                    <a16:creationId xmlns:a16="http://schemas.microsoft.com/office/drawing/2014/main" id="{00415599-1977-5F97-5A84-8E48CCE9A5A2}"/>
                  </a:ext>
                </a:extLst>
              </p:cNvPr>
              <p:cNvSpPr/>
              <p:nvPr/>
            </p:nvSpPr>
            <p:spPr>
              <a:xfrm>
                <a:off x="4224527" y="1779269"/>
                <a:ext cx="584549" cy="28575"/>
              </a:xfrm>
              <a:custGeom>
                <a:avLst/>
                <a:gdLst>
                  <a:gd name="csX0" fmla="*/ 570262 w 584549"/>
                  <a:gd name="csY0" fmla="*/ 28575 h 28575"/>
                  <a:gd name="csX1" fmla="*/ 14288 w 584549"/>
                  <a:gd name="csY1" fmla="*/ 28575 h 28575"/>
                  <a:gd name="csX2" fmla="*/ 0 w 584549"/>
                  <a:gd name="csY2" fmla="*/ 14288 h 28575"/>
                  <a:gd name="csX3" fmla="*/ 14288 w 584549"/>
                  <a:gd name="csY3" fmla="*/ 0 h 28575"/>
                  <a:gd name="csX4" fmla="*/ 570262 w 584549"/>
                  <a:gd name="csY4" fmla="*/ 0 h 28575"/>
                  <a:gd name="csX5" fmla="*/ 584549 w 584549"/>
                  <a:gd name="csY5" fmla="*/ 14288 h 28575"/>
                  <a:gd name="csX6" fmla="*/ 570262 w 584549"/>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84549" h="28575">
                    <a:moveTo>
                      <a:pt x="570262" y="28575"/>
                    </a:moveTo>
                    <a:lnTo>
                      <a:pt x="14288" y="28575"/>
                    </a:lnTo>
                    <a:cubicBezTo>
                      <a:pt x="6382" y="28575"/>
                      <a:pt x="0" y="22193"/>
                      <a:pt x="0" y="14288"/>
                    </a:cubicBezTo>
                    <a:cubicBezTo>
                      <a:pt x="0" y="6382"/>
                      <a:pt x="6382" y="0"/>
                      <a:pt x="14288" y="0"/>
                    </a:cubicBezTo>
                    <a:lnTo>
                      <a:pt x="570262" y="0"/>
                    </a:lnTo>
                    <a:cubicBezTo>
                      <a:pt x="578168" y="0"/>
                      <a:pt x="584549" y="6382"/>
                      <a:pt x="584549" y="14288"/>
                    </a:cubicBezTo>
                    <a:cubicBezTo>
                      <a:pt x="584549" y="22193"/>
                      <a:pt x="578168" y="28575"/>
                      <a:pt x="570262" y="28575"/>
                    </a:cubicBezTo>
                    <a:close/>
                  </a:path>
                </a:pathLst>
              </a:custGeom>
              <a:solidFill>
                <a:srgbClr val="FFFFFF"/>
              </a:solidFill>
              <a:ln w="9525" cap="flat">
                <a:noFill/>
                <a:prstDash val="solid"/>
                <a:miter/>
              </a:ln>
            </p:spPr>
            <p:txBody>
              <a:bodyPr/>
              <a:lstStyle/>
              <a:p>
                <a:endParaRPr lang="en-US"/>
              </a:p>
            </p:txBody>
          </p:sp>
          <p:sp>
            <p:nvSpPr>
              <p:cNvPr id="768" name="Freeform: Shape 767">
                <a:extLst>
                  <a:ext uri="{FF2B5EF4-FFF2-40B4-BE49-F238E27FC236}">
                    <a16:creationId xmlns:a16="http://schemas.microsoft.com/office/drawing/2014/main" id="{09270DFA-5E9E-B9D9-0765-78533444AB6C}"/>
                  </a:ext>
                </a:extLst>
              </p:cNvPr>
              <p:cNvSpPr/>
              <p:nvPr/>
            </p:nvSpPr>
            <p:spPr>
              <a:xfrm>
                <a:off x="4224432" y="1921001"/>
                <a:ext cx="1013936" cy="28575"/>
              </a:xfrm>
              <a:custGeom>
                <a:avLst/>
                <a:gdLst>
                  <a:gd name="csX0" fmla="*/ 999649 w 1013936"/>
                  <a:gd name="csY0" fmla="*/ 28575 h 28575"/>
                  <a:gd name="csX1" fmla="*/ 14288 w 1013936"/>
                  <a:gd name="csY1" fmla="*/ 28575 h 28575"/>
                  <a:gd name="csX2" fmla="*/ 0 w 1013936"/>
                  <a:gd name="csY2" fmla="*/ 14288 h 28575"/>
                  <a:gd name="csX3" fmla="*/ 14288 w 1013936"/>
                  <a:gd name="csY3" fmla="*/ 0 h 28575"/>
                  <a:gd name="csX4" fmla="*/ 999649 w 1013936"/>
                  <a:gd name="csY4" fmla="*/ 0 h 28575"/>
                  <a:gd name="csX5" fmla="*/ 1013936 w 1013936"/>
                  <a:gd name="csY5" fmla="*/ 14288 h 28575"/>
                  <a:gd name="csX6" fmla="*/ 999649 w 1013936"/>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13936" h="28575">
                    <a:moveTo>
                      <a:pt x="999649" y="28575"/>
                    </a:moveTo>
                    <a:lnTo>
                      <a:pt x="14288" y="28575"/>
                    </a:lnTo>
                    <a:cubicBezTo>
                      <a:pt x="6382" y="28575"/>
                      <a:pt x="0" y="22193"/>
                      <a:pt x="0" y="14288"/>
                    </a:cubicBezTo>
                    <a:cubicBezTo>
                      <a:pt x="0" y="6382"/>
                      <a:pt x="6382" y="0"/>
                      <a:pt x="14288" y="0"/>
                    </a:cubicBezTo>
                    <a:lnTo>
                      <a:pt x="999649" y="0"/>
                    </a:lnTo>
                    <a:cubicBezTo>
                      <a:pt x="1007554" y="0"/>
                      <a:pt x="1013936" y="6382"/>
                      <a:pt x="1013936" y="14288"/>
                    </a:cubicBezTo>
                    <a:cubicBezTo>
                      <a:pt x="1013936" y="22193"/>
                      <a:pt x="1007554" y="28575"/>
                      <a:pt x="999649" y="28575"/>
                    </a:cubicBezTo>
                    <a:close/>
                  </a:path>
                </a:pathLst>
              </a:custGeom>
              <a:solidFill>
                <a:srgbClr val="FFFFFF"/>
              </a:solidFill>
              <a:ln w="9525" cap="flat">
                <a:noFill/>
                <a:prstDash val="solid"/>
                <a:miter/>
              </a:ln>
            </p:spPr>
            <p:txBody>
              <a:bodyPr/>
              <a:lstStyle/>
              <a:p>
                <a:endParaRPr lang="en-US"/>
              </a:p>
            </p:txBody>
          </p:sp>
          <p:sp>
            <p:nvSpPr>
              <p:cNvPr id="769" name="Freeform: Shape 768">
                <a:extLst>
                  <a:ext uri="{FF2B5EF4-FFF2-40B4-BE49-F238E27FC236}">
                    <a16:creationId xmlns:a16="http://schemas.microsoft.com/office/drawing/2014/main" id="{476E37D4-E030-B0D5-5338-56F290811CCB}"/>
                  </a:ext>
                </a:extLst>
              </p:cNvPr>
              <p:cNvSpPr/>
              <p:nvPr/>
            </p:nvSpPr>
            <p:spPr>
              <a:xfrm>
                <a:off x="3349656" y="1430368"/>
                <a:ext cx="564641" cy="28575"/>
              </a:xfrm>
              <a:custGeom>
                <a:avLst/>
                <a:gdLst>
                  <a:gd name="csX0" fmla="*/ 550355 w 564641"/>
                  <a:gd name="csY0" fmla="*/ 28575 h 28575"/>
                  <a:gd name="csX1" fmla="*/ 14288 w 564641"/>
                  <a:gd name="csY1" fmla="*/ 28575 h 28575"/>
                  <a:gd name="csX2" fmla="*/ 0 w 564641"/>
                  <a:gd name="csY2" fmla="*/ 14288 h 28575"/>
                  <a:gd name="csX3" fmla="*/ 14288 w 564641"/>
                  <a:gd name="csY3" fmla="*/ 0 h 28575"/>
                  <a:gd name="csX4" fmla="*/ 550355 w 564641"/>
                  <a:gd name="csY4" fmla="*/ 0 h 28575"/>
                  <a:gd name="csX5" fmla="*/ 564642 w 564641"/>
                  <a:gd name="csY5" fmla="*/ 14288 h 28575"/>
                  <a:gd name="csX6" fmla="*/ 550355 w 564641"/>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64641" h="28575">
                    <a:moveTo>
                      <a:pt x="550355" y="28575"/>
                    </a:moveTo>
                    <a:lnTo>
                      <a:pt x="14288" y="28575"/>
                    </a:lnTo>
                    <a:cubicBezTo>
                      <a:pt x="6382" y="28575"/>
                      <a:pt x="0" y="22193"/>
                      <a:pt x="0" y="14288"/>
                    </a:cubicBezTo>
                    <a:cubicBezTo>
                      <a:pt x="0" y="6382"/>
                      <a:pt x="6382" y="0"/>
                      <a:pt x="14288" y="0"/>
                    </a:cubicBezTo>
                    <a:lnTo>
                      <a:pt x="550355" y="0"/>
                    </a:lnTo>
                    <a:cubicBezTo>
                      <a:pt x="558260" y="0"/>
                      <a:pt x="564642" y="6382"/>
                      <a:pt x="564642" y="14288"/>
                    </a:cubicBezTo>
                    <a:cubicBezTo>
                      <a:pt x="564642" y="22193"/>
                      <a:pt x="558260" y="28575"/>
                      <a:pt x="550355" y="28575"/>
                    </a:cubicBezTo>
                    <a:close/>
                  </a:path>
                </a:pathLst>
              </a:custGeom>
              <a:solidFill>
                <a:srgbClr val="FFFFFF"/>
              </a:solidFill>
              <a:ln w="9525" cap="flat">
                <a:noFill/>
                <a:prstDash val="solid"/>
                <a:miter/>
              </a:ln>
            </p:spPr>
            <p:txBody>
              <a:bodyPr/>
              <a:lstStyle/>
              <a:p>
                <a:endParaRPr lang="en-US"/>
              </a:p>
            </p:txBody>
          </p:sp>
          <p:sp>
            <p:nvSpPr>
              <p:cNvPr id="770" name="Freeform: Shape 769">
                <a:extLst>
                  <a:ext uri="{FF2B5EF4-FFF2-40B4-BE49-F238E27FC236}">
                    <a16:creationId xmlns:a16="http://schemas.microsoft.com/office/drawing/2014/main" id="{A1860D79-33C7-EB8C-F228-F931482E1721}"/>
                  </a:ext>
                </a:extLst>
              </p:cNvPr>
              <p:cNvSpPr/>
              <p:nvPr/>
            </p:nvSpPr>
            <p:spPr>
              <a:xfrm>
                <a:off x="3349656" y="1561242"/>
                <a:ext cx="392049" cy="28575"/>
              </a:xfrm>
              <a:custGeom>
                <a:avLst/>
                <a:gdLst>
                  <a:gd name="csX0" fmla="*/ 377762 w 392049"/>
                  <a:gd name="csY0" fmla="*/ 28575 h 28575"/>
                  <a:gd name="csX1" fmla="*/ 14288 w 392049"/>
                  <a:gd name="csY1" fmla="*/ 28575 h 28575"/>
                  <a:gd name="csX2" fmla="*/ 0 w 392049"/>
                  <a:gd name="csY2" fmla="*/ 14288 h 28575"/>
                  <a:gd name="csX3" fmla="*/ 14288 w 392049"/>
                  <a:gd name="csY3" fmla="*/ 0 h 28575"/>
                  <a:gd name="csX4" fmla="*/ 377762 w 392049"/>
                  <a:gd name="csY4" fmla="*/ 0 h 28575"/>
                  <a:gd name="csX5" fmla="*/ 392049 w 392049"/>
                  <a:gd name="csY5" fmla="*/ 14288 h 28575"/>
                  <a:gd name="csX6" fmla="*/ 377762 w 392049"/>
                  <a:gd name="csY6" fmla="*/ 28575 h 2857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92049" h="28575">
                    <a:moveTo>
                      <a:pt x="377762" y="28575"/>
                    </a:moveTo>
                    <a:lnTo>
                      <a:pt x="14288" y="28575"/>
                    </a:lnTo>
                    <a:cubicBezTo>
                      <a:pt x="6382" y="28575"/>
                      <a:pt x="0" y="22193"/>
                      <a:pt x="0" y="14288"/>
                    </a:cubicBezTo>
                    <a:cubicBezTo>
                      <a:pt x="0" y="6382"/>
                      <a:pt x="6382" y="0"/>
                      <a:pt x="14288" y="0"/>
                    </a:cubicBezTo>
                    <a:lnTo>
                      <a:pt x="377762" y="0"/>
                    </a:lnTo>
                    <a:cubicBezTo>
                      <a:pt x="385667" y="0"/>
                      <a:pt x="392049" y="6382"/>
                      <a:pt x="392049" y="14288"/>
                    </a:cubicBezTo>
                    <a:cubicBezTo>
                      <a:pt x="392049" y="22193"/>
                      <a:pt x="385667" y="28575"/>
                      <a:pt x="377762" y="28575"/>
                    </a:cubicBezTo>
                    <a:close/>
                  </a:path>
                </a:pathLst>
              </a:custGeom>
              <a:solidFill>
                <a:srgbClr val="FFFFFF"/>
              </a:solidFill>
              <a:ln w="9525" cap="flat">
                <a:noFill/>
                <a:prstDash val="solid"/>
                <a:miter/>
              </a:ln>
            </p:spPr>
            <p:txBody>
              <a:bodyPr/>
              <a:lstStyle/>
              <a:p>
                <a:endParaRPr lang="en-US"/>
              </a:p>
            </p:txBody>
          </p:sp>
        </p:grpSp>
        <p:sp>
          <p:nvSpPr>
            <p:cNvPr id="758" name="Freeform: Shape 757">
              <a:extLst>
                <a:ext uri="{FF2B5EF4-FFF2-40B4-BE49-F238E27FC236}">
                  <a16:creationId xmlns:a16="http://schemas.microsoft.com/office/drawing/2014/main" id="{6BF1256C-B2C2-6BDE-2151-4F0F52E1FED8}"/>
                </a:ext>
              </a:extLst>
            </p:cNvPr>
            <p:cNvSpPr/>
            <p:nvPr/>
          </p:nvSpPr>
          <p:spPr>
            <a:xfrm>
              <a:off x="10033497" y="1451651"/>
              <a:ext cx="332000" cy="489329"/>
            </a:xfrm>
            <a:custGeom>
              <a:avLst/>
              <a:gdLst>
                <a:gd name="csX0" fmla="*/ 49681 w 1394732"/>
                <a:gd name="csY0" fmla="*/ 835046 h 2055675"/>
                <a:gd name="csX1" fmla="*/ 268185 w 1394732"/>
                <a:gd name="csY1" fmla="*/ 169344 h 2055675"/>
                <a:gd name="csX2" fmla="*/ 1196586 w 1394732"/>
                <a:gd name="csY2" fmla="*/ 211825 h 2055675"/>
                <a:gd name="csX3" fmla="*/ 1084287 w 1394732"/>
                <a:gd name="csY3" fmla="*/ 1310439 h 2055675"/>
                <a:gd name="csX4" fmla="*/ 1060284 w 1394732"/>
                <a:gd name="csY4" fmla="*/ 1354349 h 2055675"/>
                <a:gd name="csX5" fmla="*/ 1091906 w 1394732"/>
                <a:gd name="csY5" fmla="*/ 1424453 h 2055675"/>
                <a:gd name="csX6" fmla="*/ 1349082 w 1394732"/>
                <a:gd name="csY6" fmla="*/ 2055675 h 2055675"/>
                <a:gd name="csX7" fmla="*/ 934363 w 1394732"/>
                <a:gd name="csY7" fmla="*/ 1907656 h 2055675"/>
                <a:gd name="csX8" fmla="*/ 49681 w 1394732"/>
                <a:gd name="csY8" fmla="*/ 834951 h 20556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4732" h="2055675">
                  <a:moveTo>
                    <a:pt x="49681" y="835046"/>
                  </a:moveTo>
                  <a:cubicBezTo>
                    <a:pt x="-83288" y="430996"/>
                    <a:pt x="71493" y="194490"/>
                    <a:pt x="268185" y="169344"/>
                  </a:cubicBezTo>
                  <a:cubicBezTo>
                    <a:pt x="432396" y="-90689"/>
                    <a:pt x="949413" y="-31253"/>
                    <a:pt x="1196586" y="211825"/>
                  </a:cubicBezTo>
                  <a:cubicBezTo>
                    <a:pt x="1457666" y="468619"/>
                    <a:pt x="1499481" y="1002972"/>
                    <a:pt x="1084287" y="1310439"/>
                  </a:cubicBezTo>
                  <a:cubicBezTo>
                    <a:pt x="1084287" y="1310439"/>
                    <a:pt x="1052664" y="1338061"/>
                    <a:pt x="1060284" y="1354349"/>
                  </a:cubicBezTo>
                  <a:cubicBezTo>
                    <a:pt x="1067904" y="1370732"/>
                    <a:pt x="1091906" y="1424453"/>
                    <a:pt x="1091906" y="1424453"/>
                  </a:cubicBezTo>
                  <a:cubicBezTo>
                    <a:pt x="1240211" y="1700678"/>
                    <a:pt x="1368703" y="1943756"/>
                    <a:pt x="1349082" y="2055675"/>
                  </a:cubicBezTo>
                  <a:cubicBezTo>
                    <a:pt x="1349082" y="2055675"/>
                    <a:pt x="996847" y="1901370"/>
                    <a:pt x="934363" y="1907656"/>
                  </a:cubicBezTo>
                  <a:cubicBezTo>
                    <a:pt x="871879" y="1913848"/>
                    <a:pt x="49681" y="834951"/>
                    <a:pt x="49681" y="834951"/>
                  </a:cubicBezTo>
                  <a:close/>
                </a:path>
              </a:pathLst>
            </a:custGeom>
            <a:solidFill>
              <a:srgbClr val="995641"/>
            </a:solidFill>
            <a:ln w="9525" cap="flat">
              <a:noFill/>
              <a:prstDash val="solid"/>
              <a:miter/>
            </a:ln>
          </p:spPr>
          <p:txBody>
            <a:bodyPr/>
            <a:lstStyle/>
            <a:p>
              <a:endParaRPr lang="en-US"/>
            </a:p>
          </p:txBody>
        </p:sp>
        <p:sp>
          <p:nvSpPr>
            <p:cNvPr id="759" name="Freeform: Shape 758">
              <a:extLst>
                <a:ext uri="{FF2B5EF4-FFF2-40B4-BE49-F238E27FC236}">
                  <a16:creationId xmlns:a16="http://schemas.microsoft.com/office/drawing/2014/main" id="{2A9B8FC6-DB33-9A4C-1977-364C6E63FA7F}"/>
                </a:ext>
              </a:extLst>
            </p:cNvPr>
            <p:cNvSpPr/>
            <p:nvPr/>
          </p:nvSpPr>
          <p:spPr>
            <a:xfrm>
              <a:off x="10257748" y="1763608"/>
              <a:ext cx="35665" cy="29089"/>
            </a:xfrm>
            <a:custGeom>
              <a:avLst/>
              <a:gdLst>
                <a:gd name="csX0" fmla="*/ 0 w 149828"/>
                <a:gd name="csY0" fmla="*/ 122206 h 122205"/>
                <a:gd name="csX1" fmla="*/ 149828 w 149828"/>
                <a:gd name="csY1" fmla="*/ 114110 h 122205"/>
                <a:gd name="csX2" fmla="*/ 142208 w 149828"/>
                <a:gd name="csY2" fmla="*/ 0 h 122205"/>
                <a:gd name="csX3" fmla="*/ 0 w 149828"/>
                <a:gd name="csY3" fmla="*/ 3620 h 122205"/>
                <a:gd name="csX4" fmla="*/ 0 w 149828"/>
                <a:gd name="csY4" fmla="*/ 122206 h 122205"/>
              </a:gdLst>
              <a:ahLst/>
              <a:cxnLst>
                <a:cxn ang="0">
                  <a:pos x="csX0" y="csY0"/>
                </a:cxn>
                <a:cxn ang="0">
                  <a:pos x="csX1" y="csY1"/>
                </a:cxn>
                <a:cxn ang="0">
                  <a:pos x="csX2" y="csY2"/>
                </a:cxn>
                <a:cxn ang="0">
                  <a:pos x="csX3" y="csY3"/>
                </a:cxn>
                <a:cxn ang="0">
                  <a:pos x="csX4" y="csY4"/>
                </a:cxn>
              </a:cxnLst>
              <a:rect l="l" t="t" r="r" b="b"/>
              <a:pathLst>
                <a:path w="149828" h="122205">
                  <a:moveTo>
                    <a:pt x="0" y="122206"/>
                  </a:moveTo>
                  <a:lnTo>
                    <a:pt x="149828" y="114110"/>
                  </a:lnTo>
                  <a:lnTo>
                    <a:pt x="142208" y="0"/>
                  </a:lnTo>
                  <a:lnTo>
                    <a:pt x="0" y="3620"/>
                  </a:lnTo>
                  <a:lnTo>
                    <a:pt x="0" y="122206"/>
                  </a:lnTo>
                  <a:close/>
                </a:path>
              </a:pathLst>
            </a:custGeom>
            <a:solidFill>
              <a:srgbClr val="00A9F4"/>
            </a:solidFill>
            <a:ln w="9525" cap="flat">
              <a:noFill/>
              <a:prstDash val="solid"/>
              <a:miter/>
            </a:ln>
          </p:spPr>
          <p:txBody>
            <a:bodyPr/>
            <a:lstStyle/>
            <a:p>
              <a:endParaRPr lang="en-US"/>
            </a:p>
          </p:txBody>
        </p:sp>
        <p:sp>
          <p:nvSpPr>
            <p:cNvPr id="760" name="Freeform: Shape 759">
              <a:extLst>
                <a:ext uri="{FF2B5EF4-FFF2-40B4-BE49-F238E27FC236}">
                  <a16:creationId xmlns:a16="http://schemas.microsoft.com/office/drawing/2014/main" id="{F75CC91E-1769-0B55-47BF-D1816D9D62D0}"/>
                </a:ext>
              </a:extLst>
            </p:cNvPr>
            <p:cNvSpPr/>
            <p:nvPr/>
          </p:nvSpPr>
          <p:spPr>
            <a:xfrm>
              <a:off x="10032722" y="1542382"/>
              <a:ext cx="268006" cy="411264"/>
            </a:xfrm>
            <a:custGeom>
              <a:avLst/>
              <a:gdLst>
                <a:gd name="csX0" fmla="*/ 1027439 w 1125893"/>
                <a:gd name="csY0" fmla="*/ 1538403 h 1727723"/>
                <a:gd name="csX1" fmla="*/ 956954 w 1125893"/>
                <a:gd name="csY1" fmla="*/ 811932 h 1727723"/>
                <a:gd name="csX2" fmla="*/ 1125737 w 1125893"/>
                <a:gd name="csY2" fmla="*/ 673819 h 1727723"/>
                <a:gd name="csX3" fmla="*/ 1014485 w 1125893"/>
                <a:gd name="csY3" fmla="*/ 525705 h 1727723"/>
                <a:gd name="csX4" fmla="*/ 943143 w 1125893"/>
                <a:gd name="csY4" fmla="*/ 526086 h 1727723"/>
                <a:gd name="csX5" fmla="*/ 259057 w 1125893"/>
                <a:gd name="csY5" fmla="*/ 21 h 1727723"/>
                <a:gd name="csX6" fmla="*/ 167141 w 1125893"/>
                <a:gd name="csY6" fmla="*/ 36025 h 1727723"/>
                <a:gd name="csX7" fmla="*/ 89322 w 1125893"/>
                <a:gd name="csY7" fmla="*/ 168042 h 1727723"/>
                <a:gd name="csX8" fmla="*/ 5787 w 1125893"/>
                <a:gd name="csY8" fmla="*/ 698584 h 1727723"/>
                <a:gd name="csX9" fmla="*/ 303253 w 1125893"/>
                <a:gd name="csY9" fmla="*/ 1186836 h 1727723"/>
                <a:gd name="csX10" fmla="*/ 314112 w 1125893"/>
                <a:gd name="csY10" fmla="*/ 1188550 h 1727723"/>
                <a:gd name="csX11" fmla="*/ 283155 w 1125893"/>
                <a:gd name="csY11" fmla="*/ 1559263 h 1727723"/>
                <a:gd name="csX12" fmla="*/ 510803 w 1125893"/>
                <a:gd name="csY12" fmla="*/ 1727665 h 1727723"/>
                <a:gd name="csX13" fmla="*/ 909805 w 1125893"/>
                <a:gd name="csY13" fmla="*/ 1647560 h 1727723"/>
                <a:gd name="csX14" fmla="*/ 1027439 w 1125893"/>
                <a:gd name="csY14" fmla="*/ 1538308 h 17277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25893" h="1727723">
                  <a:moveTo>
                    <a:pt x="1027439" y="1538403"/>
                  </a:moveTo>
                  <a:cubicBezTo>
                    <a:pt x="956954" y="1281324"/>
                    <a:pt x="946762" y="1115874"/>
                    <a:pt x="956954" y="811932"/>
                  </a:cubicBezTo>
                  <a:cubicBezTo>
                    <a:pt x="1042108" y="825362"/>
                    <a:pt x="1121641" y="762402"/>
                    <a:pt x="1125737" y="673819"/>
                  </a:cubicBezTo>
                  <a:cubicBezTo>
                    <a:pt x="1128976" y="604858"/>
                    <a:pt x="1081636" y="541993"/>
                    <a:pt x="1014485" y="525705"/>
                  </a:cubicBezTo>
                  <a:cubicBezTo>
                    <a:pt x="990006" y="519800"/>
                    <a:pt x="965622" y="520276"/>
                    <a:pt x="943143" y="526086"/>
                  </a:cubicBezTo>
                  <a:cubicBezTo>
                    <a:pt x="698160" y="504369"/>
                    <a:pt x="350116" y="265006"/>
                    <a:pt x="259057" y="21"/>
                  </a:cubicBezTo>
                  <a:cubicBezTo>
                    <a:pt x="259057" y="21"/>
                    <a:pt x="216861" y="-2075"/>
                    <a:pt x="167141" y="36025"/>
                  </a:cubicBezTo>
                  <a:cubicBezTo>
                    <a:pt x="125231" y="68220"/>
                    <a:pt x="98180" y="116035"/>
                    <a:pt x="89322" y="168042"/>
                  </a:cubicBezTo>
                  <a:cubicBezTo>
                    <a:pt x="68367" y="290343"/>
                    <a:pt x="16360" y="597619"/>
                    <a:pt x="5787" y="698584"/>
                  </a:cubicBezTo>
                  <a:cubicBezTo>
                    <a:pt x="-20882" y="952806"/>
                    <a:pt x="39030" y="1134353"/>
                    <a:pt x="303253" y="1186836"/>
                  </a:cubicBezTo>
                  <a:cubicBezTo>
                    <a:pt x="306301" y="1187407"/>
                    <a:pt x="309921" y="1187979"/>
                    <a:pt x="314112" y="1188550"/>
                  </a:cubicBezTo>
                  <a:cubicBezTo>
                    <a:pt x="323542" y="1265988"/>
                    <a:pt x="320398" y="1457441"/>
                    <a:pt x="283155" y="1559263"/>
                  </a:cubicBezTo>
                  <a:cubicBezTo>
                    <a:pt x="303729" y="1669944"/>
                    <a:pt x="425364" y="1729856"/>
                    <a:pt x="510803" y="1727665"/>
                  </a:cubicBezTo>
                  <a:cubicBezTo>
                    <a:pt x="596337" y="1725570"/>
                    <a:pt x="849702" y="1674516"/>
                    <a:pt x="909805" y="1647560"/>
                  </a:cubicBezTo>
                  <a:cubicBezTo>
                    <a:pt x="970003" y="1620604"/>
                    <a:pt x="1027439" y="1538308"/>
                    <a:pt x="1027439" y="1538308"/>
                  </a:cubicBezTo>
                  <a:close/>
                </a:path>
              </a:pathLst>
            </a:custGeom>
            <a:solidFill>
              <a:srgbClr val="DAA872"/>
            </a:solidFill>
            <a:ln w="9525" cap="flat">
              <a:noFill/>
              <a:prstDash val="solid"/>
              <a:miter/>
            </a:ln>
          </p:spPr>
          <p:txBody>
            <a:bodyPr/>
            <a:lstStyle/>
            <a:p>
              <a:endParaRPr lang="en-US"/>
            </a:p>
          </p:txBody>
        </p:sp>
        <p:sp>
          <p:nvSpPr>
            <p:cNvPr id="761" name="Freeform: Shape 760">
              <a:extLst>
                <a:ext uri="{FF2B5EF4-FFF2-40B4-BE49-F238E27FC236}">
                  <a16:creationId xmlns:a16="http://schemas.microsoft.com/office/drawing/2014/main" id="{0ADCF104-B5CD-6ECA-DED6-6E5ED84B046A}"/>
                </a:ext>
              </a:extLst>
            </p:cNvPr>
            <p:cNvSpPr/>
            <p:nvPr/>
          </p:nvSpPr>
          <p:spPr>
            <a:xfrm>
              <a:off x="9611948" y="1908581"/>
              <a:ext cx="883369" cy="565899"/>
            </a:xfrm>
            <a:custGeom>
              <a:avLst/>
              <a:gdLst>
                <a:gd name="csX0" fmla="*/ 1236821 w 3711036"/>
                <a:gd name="csY0" fmla="*/ 1950053 h 2377344"/>
                <a:gd name="csX1" fmla="*/ 941261 w 3711036"/>
                <a:gd name="csY1" fmla="*/ 2142935 h 2377344"/>
                <a:gd name="csX2" fmla="*/ 627221 w 3711036"/>
                <a:gd name="csY2" fmla="*/ 2008918 h 2377344"/>
                <a:gd name="csX3" fmla="*/ 0 w 3711036"/>
                <a:gd name="csY3" fmla="*/ 817912 h 2377344"/>
                <a:gd name="csX4" fmla="*/ 475107 w 3711036"/>
                <a:gd name="csY4" fmla="*/ 542258 h 2377344"/>
                <a:gd name="csX5" fmla="*/ 867728 w 3711036"/>
                <a:gd name="csY5" fmla="*/ 1217390 h 2377344"/>
                <a:gd name="csX6" fmla="*/ 1225677 w 3711036"/>
                <a:gd name="csY6" fmla="*/ 605695 h 2377344"/>
                <a:gd name="csX7" fmla="*/ 1630204 w 3711036"/>
                <a:gd name="csY7" fmla="*/ 147257 h 2377344"/>
                <a:gd name="csX8" fmla="*/ 2050828 w 3711036"/>
                <a:gd name="csY8" fmla="*/ 20955 h 2377344"/>
                <a:gd name="csX9" fmla="*/ 2795111 w 3711036"/>
                <a:gd name="csY9" fmla="*/ 0 h 2377344"/>
                <a:gd name="csX10" fmla="*/ 3549777 w 3711036"/>
                <a:gd name="csY10" fmla="*/ 661797 h 2377344"/>
                <a:gd name="csX11" fmla="*/ 3711036 w 3711036"/>
                <a:gd name="csY11" fmla="*/ 1973389 h 2377344"/>
                <a:gd name="csX12" fmla="*/ 3518821 w 3711036"/>
                <a:gd name="csY12" fmla="*/ 2205228 h 2377344"/>
                <a:gd name="csX13" fmla="*/ 3239357 w 3711036"/>
                <a:gd name="csY13" fmla="*/ 2199894 h 2377344"/>
                <a:gd name="csX14" fmla="*/ 3250978 w 3711036"/>
                <a:gd name="csY14" fmla="*/ 2377345 h 2377344"/>
                <a:gd name="csX15" fmla="*/ 1599819 w 3711036"/>
                <a:gd name="csY15" fmla="*/ 2377345 h 2377344"/>
                <a:gd name="csX16" fmla="*/ 1596104 w 3711036"/>
                <a:gd name="csY16" fmla="*/ 1952911 h 2377344"/>
                <a:gd name="csX17" fmla="*/ 1471803 w 3711036"/>
                <a:gd name="csY17" fmla="*/ 1642205 h 2377344"/>
                <a:gd name="csX18" fmla="*/ 1236917 w 3711036"/>
                <a:gd name="csY18" fmla="*/ 1949958 h 237734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711036" h="2377344">
                  <a:moveTo>
                    <a:pt x="1236821" y="1950053"/>
                  </a:moveTo>
                  <a:cubicBezTo>
                    <a:pt x="1145572" y="2089880"/>
                    <a:pt x="1034129" y="2133600"/>
                    <a:pt x="941261" y="2142935"/>
                  </a:cubicBezTo>
                  <a:cubicBezTo>
                    <a:pt x="835247" y="2153603"/>
                    <a:pt x="726281" y="2123599"/>
                    <a:pt x="627221" y="2008918"/>
                  </a:cubicBezTo>
                  <a:cubicBezTo>
                    <a:pt x="330232" y="1664970"/>
                    <a:pt x="0" y="817912"/>
                    <a:pt x="0" y="817912"/>
                  </a:cubicBezTo>
                  <a:lnTo>
                    <a:pt x="475107" y="542258"/>
                  </a:lnTo>
                  <a:lnTo>
                    <a:pt x="867728" y="1217390"/>
                  </a:lnTo>
                  <a:cubicBezTo>
                    <a:pt x="867728" y="1217390"/>
                    <a:pt x="1128618" y="778097"/>
                    <a:pt x="1225677" y="605695"/>
                  </a:cubicBezTo>
                  <a:cubicBezTo>
                    <a:pt x="1358932" y="368713"/>
                    <a:pt x="1432655" y="267843"/>
                    <a:pt x="1630204" y="147257"/>
                  </a:cubicBezTo>
                  <a:cubicBezTo>
                    <a:pt x="1677924" y="118110"/>
                    <a:pt x="1833658" y="37814"/>
                    <a:pt x="2050828" y="20955"/>
                  </a:cubicBezTo>
                  <a:cubicBezTo>
                    <a:pt x="2067020" y="203549"/>
                    <a:pt x="2544223" y="171450"/>
                    <a:pt x="2795111" y="0"/>
                  </a:cubicBezTo>
                  <a:cubicBezTo>
                    <a:pt x="3370898" y="138208"/>
                    <a:pt x="3504819" y="473869"/>
                    <a:pt x="3549777" y="661797"/>
                  </a:cubicBezTo>
                  <a:cubicBezTo>
                    <a:pt x="3594450" y="848678"/>
                    <a:pt x="3711416" y="1780032"/>
                    <a:pt x="3711036" y="1973389"/>
                  </a:cubicBezTo>
                  <a:cubicBezTo>
                    <a:pt x="3710749" y="2111407"/>
                    <a:pt x="3609975" y="2196941"/>
                    <a:pt x="3518821" y="2205228"/>
                  </a:cubicBezTo>
                  <a:cubicBezTo>
                    <a:pt x="3452241" y="2211324"/>
                    <a:pt x="3381947" y="2212562"/>
                    <a:pt x="3239357" y="2199894"/>
                  </a:cubicBezTo>
                  <a:lnTo>
                    <a:pt x="3250978" y="2377345"/>
                  </a:lnTo>
                  <a:lnTo>
                    <a:pt x="1599819" y="2377345"/>
                  </a:lnTo>
                  <a:cubicBezTo>
                    <a:pt x="1607344" y="2255330"/>
                    <a:pt x="1613726" y="2075117"/>
                    <a:pt x="1596104" y="1952911"/>
                  </a:cubicBezTo>
                  <a:cubicBezTo>
                    <a:pt x="1596104" y="1952911"/>
                    <a:pt x="1515428" y="1646206"/>
                    <a:pt x="1471803" y="1642205"/>
                  </a:cubicBezTo>
                  <a:cubicBezTo>
                    <a:pt x="1428179" y="1638205"/>
                    <a:pt x="1236917" y="1949958"/>
                    <a:pt x="1236917" y="1949958"/>
                  </a:cubicBezTo>
                  <a:close/>
                </a:path>
              </a:pathLst>
            </a:custGeom>
            <a:solidFill>
              <a:schemeClr val="accent4">
                <a:lumMod val="25000"/>
              </a:schemeClr>
            </a:solidFill>
            <a:ln w="9525" cap="flat">
              <a:noFill/>
              <a:prstDash val="solid"/>
              <a:miter/>
            </a:ln>
          </p:spPr>
          <p:txBody>
            <a:bodyPr/>
            <a:lstStyle/>
            <a:p>
              <a:endParaRPr lang="en-US"/>
            </a:p>
          </p:txBody>
        </p:sp>
        <p:sp>
          <p:nvSpPr>
            <p:cNvPr id="762" name="Freeform: Shape 761">
              <a:extLst>
                <a:ext uri="{FF2B5EF4-FFF2-40B4-BE49-F238E27FC236}">
                  <a16:creationId xmlns:a16="http://schemas.microsoft.com/office/drawing/2014/main" id="{F546E2EF-276A-AAA5-45AE-5F6DFE3F139E}"/>
                </a:ext>
              </a:extLst>
            </p:cNvPr>
            <p:cNvSpPr/>
            <p:nvPr/>
          </p:nvSpPr>
          <p:spPr>
            <a:xfrm>
              <a:off x="9561667" y="1817183"/>
              <a:ext cx="157502" cy="276728"/>
            </a:xfrm>
            <a:custGeom>
              <a:avLst/>
              <a:gdLst>
                <a:gd name="csX0" fmla="*/ 292097 w 661666"/>
                <a:gd name="csY0" fmla="*/ 1162535 h 1162534"/>
                <a:gd name="csX1" fmla="*/ 113789 w 661666"/>
                <a:gd name="csY1" fmla="*/ 933839 h 1162534"/>
                <a:gd name="csX2" fmla="*/ 65021 w 661666"/>
                <a:gd name="csY2" fmla="*/ 817253 h 1162534"/>
                <a:gd name="csX3" fmla="*/ 3394 w 661666"/>
                <a:gd name="csY3" fmla="*/ 581605 h 1162534"/>
                <a:gd name="csX4" fmla="*/ 86547 w 661666"/>
                <a:gd name="csY4" fmla="*/ 540266 h 1162534"/>
                <a:gd name="csX5" fmla="*/ 227898 w 661666"/>
                <a:gd name="csY5" fmla="*/ 454065 h 1162534"/>
                <a:gd name="csX6" fmla="*/ 335245 w 661666"/>
                <a:gd name="csY6" fmla="*/ 360053 h 1162534"/>
                <a:gd name="csX7" fmla="*/ 305527 w 661666"/>
                <a:gd name="csY7" fmla="*/ 248897 h 1162534"/>
                <a:gd name="csX8" fmla="*/ 279619 w 661666"/>
                <a:gd name="csY8" fmla="*/ 6009 h 1162534"/>
                <a:gd name="csX9" fmla="*/ 486121 w 661666"/>
                <a:gd name="csY9" fmla="*/ 224798 h 1162534"/>
                <a:gd name="csX10" fmla="*/ 580133 w 661666"/>
                <a:gd name="csY10" fmla="*/ 640184 h 1162534"/>
                <a:gd name="csX11" fmla="*/ 661667 w 661666"/>
                <a:gd name="csY11" fmla="*/ 947746 h 1162534"/>
                <a:gd name="csX12" fmla="*/ 292192 w 661666"/>
                <a:gd name="csY12" fmla="*/ 1162344 h 11625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661666" h="1162534">
                  <a:moveTo>
                    <a:pt x="292097" y="1162535"/>
                  </a:moveTo>
                  <a:cubicBezTo>
                    <a:pt x="235042" y="1103575"/>
                    <a:pt x="165891" y="1042234"/>
                    <a:pt x="113789" y="933839"/>
                  </a:cubicBezTo>
                  <a:cubicBezTo>
                    <a:pt x="90071" y="884500"/>
                    <a:pt x="75689" y="847352"/>
                    <a:pt x="65021" y="817253"/>
                  </a:cubicBezTo>
                  <a:cubicBezTo>
                    <a:pt x="6347" y="805823"/>
                    <a:pt x="-7464" y="635707"/>
                    <a:pt x="3394" y="581605"/>
                  </a:cubicBezTo>
                  <a:cubicBezTo>
                    <a:pt x="6252" y="567222"/>
                    <a:pt x="33112" y="522359"/>
                    <a:pt x="86547" y="540266"/>
                  </a:cubicBezTo>
                  <a:cubicBezTo>
                    <a:pt x="80928" y="482831"/>
                    <a:pt x="156842" y="420442"/>
                    <a:pt x="227898" y="454065"/>
                  </a:cubicBezTo>
                  <a:cubicBezTo>
                    <a:pt x="196180" y="356910"/>
                    <a:pt x="251996" y="316143"/>
                    <a:pt x="335245" y="360053"/>
                  </a:cubicBezTo>
                  <a:cubicBezTo>
                    <a:pt x="326958" y="334717"/>
                    <a:pt x="326196" y="294045"/>
                    <a:pt x="305527" y="248897"/>
                  </a:cubicBezTo>
                  <a:cubicBezTo>
                    <a:pt x="255235" y="139359"/>
                    <a:pt x="193037" y="49824"/>
                    <a:pt x="279619" y="6009"/>
                  </a:cubicBezTo>
                  <a:cubicBezTo>
                    <a:pt x="352390" y="-30757"/>
                    <a:pt x="435067" y="108498"/>
                    <a:pt x="486121" y="224798"/>
                  </a:cubicBezTo>
                  <a:cubicBezTo>
                    <a:pt x="546224" y="361768"/>
                    <a:pt x="545271" y="514358"/>
                    <a:pt x="580133" y="640184"/>
                  </a:cubicBezTo>
                  <a:cubicBezTo>
                    <a:pt x="612804" y="758103"/>
                    <a:pt x="611565" y="876118"/>
                    <a:pt x="661667" y="947746"/>
                  </a:cubicBezTo>
                  <a:cubicBezTo>
                    <a:pt x="661667" y="947746"/>
                    <a:pt x="341722" y="1138436"/>
                    <a:pt x="292192" y="1162344"/>
                  </a:cubicBezTo>
                  <a:close/>
                </a:path>
              </a:pathLst>
            </a:custGeom>
            <a:solidFill>
              <a:srgbClr val="DAA872"/>
            </a:solidFill>
            <a:ln w="9525" cap="flat">
              <a:noFill/>
              <a:prstDash val="solid"/>
              <a:miter/>
            </a:ln>
          </p:spPr>
          <p:txBody>
            <a:bodyPr/>
            <a:lstStyle/>
            <a:p>
              <a:endParaRPr lang="en-US"/>
            </a:p>
          </p:txBody>
        </p:sp>
        <p:sp>
          <p:nvSpPr>
            <p:cNvPr id="763" name="Freeform: Shape 762">
              <a:extLst>
                <a:ext uri="{FF2B5EF4-FFF2-40B4-BE49-F238E27FC236}">
                  <a16:creationId xmlns:a16="http://schemas.microsoft.com/office/drawing/2014/main" id="{9275A9EE-F2FA-DA8B-AA0F-DDF6F91E642E}"/>
                </a:ext>
              </a:extLst>
            </p:cNvPr>
            <p:cNvSpPr/>
            <p:nvPr/>
          </p:nvSpPr>
          <p:spPr>
            <a:xfrm>
              <a:off x="9949066" y="2045235"/>
              <a:ext cx="42359" cy="257677"/>
            </a:xfrm>
            <a:custGeom>
              <a:avLst/>
              <a:gdLst>
                <a:gd name="csX0" fmla="*/ 153106 w 177951"/>
                <a:gd name="csY0" fmla="*/ 1082501 h 1082501"/>
                <a:gd name="csX1" fmla="*/ 139200 w 177951"/>
                <a:gd name="csY1" fmla="*/ 1071643 h 1082501"/>
                <a:gd name="csX2" fmla="*/ 77001 w 177951"/>
                <a:gd name="csY2" fmla="*/ 876190 h 1082501"/>
                <a:gd name="csX3" fmla="*/ 420 w 177951"/>
                <a:gd name="csY3" fmla="*/ 527861 h 1082501"/>
                <a:gd name="csX4" fmla="*/ 150534 w 177951"/>
                <a:gd name="csY4" fmla="*/ 8653 h 1082501"/>
                <a:gd name="csX5" fmla="*/ 169298 w 177951"/>
                <a:gd name="csY5" fmla="*/ 1128 h 1082501"/>
                <a:gd name="csX6" fmla="*/ 176823 w 177951"/>
                <a:gd name="csY6" fmla="*/ 19892 h 1082501"/>
                <a:gd name="csX7" fmla="*/ 28995 w 177951"/>
                <a:gd name="csY7" fmla="*/ 529004 h 1082501"/>
                <a:gd name="csX8" fmla="*/ 103957 w 177951"/>
                <a:gd name="csY8" fmla="*/ 866570 h 1082501"/>
                <a:gd name="csX9" fmla="*/ 167012 w 177951"/>
                <a:gd name="csY9" fmla="*/ 1064689 h 1082501"/>
                <a:gd name="csX10" fmla="*/ 156535 w 177951"/>
                <a:gd name="csY10" fmla="*/ 1082025 h 1082501"/>
                <a:gd name="csX11" fmla="*/ 153106 w 177951"/>
                <a:gd name="csY11" fmla="*/ 1082406 h 10825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77951" h="1082501">
                  <a:moveTo>
                    <a:pt x="153106" y="1082501"/>
                  </a:moveTo>
                  <a:cubicBezTo>
                    <a:pt x="146724" y="1082501"/>
                    <a:pt x="140819" y="1078120"/>
                    <a:pt x="139200" y="1071643"/>
                  </a:cubicBezTo>
                  <a:cubicBezTo>
                    <a:pt x="122340" y="1003730"/>
                    <a:pt x="99290" y="938864"/>
                    <a:pt x="77001" y="876190"/>
                  </a:cubicBezTo>
                  <a:cubicBezTo>
                    <a:pt x="35091" y="758366"/>
                    <a:pt x="-4533" y="647113"/>
                    <a:pt x="420" y="527861"/>
                  </a:cubicBezTo>
                  <a:cubicBezTo>
                    <a:pt x="8231" y="340028"/>
                    <a:pt x="80526" y="171530"/>
                    <a:pt x="150534" y="8653"/>
                  </a:cubicBezTo>
                  <a:cubicBezTo>
                    <a:pt x="153678" y="1414"/>
                    <a:pt x="162060" y="-1920"/>
                    <a:pt x="169298" y="1128"/>
                  </a:cubicBezTo>
                  <a:cubicBezTo>
                    <a:pt x="176537" y="4271"/>
                    <a:pt x="179871" y="12653"/>
                    <a:pt x="176823" y="19892"/>
                  </a:cubicBezTo>
                  <a:cubicBezTo>
                    <a:pt x="107862" y="180388"/>
                    <a:pt x="36615" y="346314"/>
                    <a:pt x="28995" y="529004"/>
                  </a:cubicBezTo>
                  <a:cubicBezTo>
                    <a:pt x="24328" y="642732"/>
                    <a:pt x="63000" y="751412"/>
                    <a:pt x="103957" y="866570"/>
                  </a:cubicBezTo>
                  <a:cubicBezTo>
                    <a:pt x="126531" y="929911"/>
                    <a:pt x="149772" y="995347"/>
                    <a:pt x="167012" y="1064689"/>
                  </a:cubicBezTo>
                  <a:cubicBezTo>
                    <a:pt x="168918" y="1072310"/>
                    <a:pt x="164250" y="1080120"/>
                    <a:pt x="156535" y="1082025"/>
                  </a:cubicBezTo>
                  <a:cubicBezTo>
                    <a:pt x="155392" y="1082311"/>
                    <a:pt x="154249" y="1082406"/>
                    <a:pt x="153106" y="1082406"/>
                  </a:cubicBezTo>
                  <a:close/>
                </a:path>
              </a:pathLst>
            </a:custGeom>
            <a:solidFill>
              <a:srgbClr val="0679C3"/>
            </a:solidFill>
            <a:ln w="9525" cap="flat">
              <a:noFill/>
              <a:prstDash val="solid"/>
              <a:miter/>
            </a:ln>
          </p:spPr>
          <p:txBody>
            <a:bodyPr/>
            <a:lstStyle/>
            <a:p>
              <a:endParaRPr lang="en-US"/>
            </a:p>
          </p:txBody>
        </p:sp>
        <p:sp>
          <p:nvSpPr>
            <p:cNvPr id="764" name="Freeform: Shape 763">
              <a:extLst>
                <a:ext uri="{FF2B5EF4-FFF2-40B4-BE49-F238E27FC236}">
                  <a16:creationId xmlns:a16="http://schemas.microsoft.com/office/drawing/2014/main" id="{C900D884-78AA-583C-3C2B-739A7564AD68}"/>
                </a:ext>
              </a:extLst>
            </p:cNvPr>
            <p:cNvSpPr/>
            <p:nvPr/>
          </p:nvSpPr>
          <p:spPr>
            <a:xfrm>
              <a:off x="10317516" y="2152410"/>
              <a:ext cx="21581" cy="139619"/>
            </a:xfrm>
            <a:custGeom>
              <a:avLst/>
              <a:gdLst>
                <a:gd name="csX0" fmla="*/ 76286 w 90660"/>
                <a:gd name="csY0" fmla="*/ 586541 h 586540"/>
                <a:gd name="csX1" fmla="*/ 62094 w 90660"/>
                <a:gd name="csY1" fmla="*/ 573777 h 586540"/>
                <a:gd name="csX2" fmla="*/ 86 w 90660"/>
                <a:gd name="csY2" fmla="*/ 15898 h 586540"/>
                <a:gd name="csX3" fmla="*/ 12755 w 90660"/>
                <a:gd name="csY3" fmla="*/ 86 h 586540"/>
                <a:gd name="csX4" fmla="*/ 28567 w 90660"/>
                <a:gd name="csY4" fmla="*/ 12755 h 586540"/>
                <a:gd name="csX5" fmla="*/ 90574 w 90660"/>
                <a:gd name="csY5" fmla="*/ 570634 h 586540"/>
                <a:gd name="csX6" fmla="*/ 77906 w 90660"/>
                <a:gd name="csY6" fmla="*/ 586446 h 586540"/>
                <a:gd name="csX7" fmla="*/ 76286 w 90660"/>
                <a:gd name="csY7" fmla="*/ 586446 h 58654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0660" h="586540">
                  <a:moveTo>
                    <a:pt x="76286" y="586541"/>
                  </a:moveTo>
                  <a:cubicBezTo>
                    <a:pt x="69143" y="586541"/>
                    <a:pt x="62952" y="581111"/>
                    <a:pt x="62094" y="573777"/>
                  </a:cubicBezTo>
                  <a:lnTo>
                    <a:pt x="86" y="15898"/>
                  </a:lnTo>
                  <a:cubicBezTo>
                    <a:pt x="-771" y="8088"/>
                    <a:pt x="4849" y="944"/>
                    <a:pt x="12755" y="86"/>
                  </a:cubicBezTo>
                  <a:cubicBezTo>
                    <a:pt x="20661" y="-771"/>
                    <a:pt x="27709" y="4849"/>
                    <a:pt x="28567" y="12755"/>
                  </a:cubicBezTo>
                  <a:lnTo>
                    <a:pt x="90574" y="570634"/>
                  </a:lnTo>
                  <a:cubicBezTo>
                    <a:pt x="91431" y="578444"/>
                    <a:pt x="85811" y="585588"/>
                    <a:pt x="77906" y="586446"/>
                  </a:cubicBezTo>
                  <a:cubicBezTo>
                    <a:pt x="77334" y="586446"/>
                    <a:pt x="76858" y="586446"/>
                    <a:pt x="76286" y="586446"/>
                  </a:cubicBezTo>
                  <a:close/>
                </a:path>
              </a:pathLst>
            </a:custGeom>
            <a:solidFill>
              <a:srgbClr val="0679C3"/>
            </a:solidFill>
            <a:ln w="9525" cap="flat">
              <a:noFill/>
              <a:prstDash val="solid"/>
              <a:miter/>
            </a:ln>
          </p:spPr>
          <p:txBody>
            <a:bodyPr/>
            <a:lstStyle/>
            <a:p>
              <a:endParaRPr lang="en-US"/>
            </a:p>
          </p:txBody>
        </p:sp>
        <p:sp>
          <p:nvSpPr>
            <p:cNvPr id="765" name="Freeform: Shape 764">
              <a:extLst>
                <a:ext uri="{FF2B5EF4-FFF2-40B4-BE49-F238E27FC236}">
                  <a16:creationId xmlns:a16="http://schemas.microsoft.com/office/drawing/2014/main" id="{A7A995DE-D97A-0696-6D1B-FECFB5EE6ADD}"/>
                </a:ext>
              </a:extLst>
            </p:cNvPr>
            <p:cNvSpPr/>
            <p:nvPr/>
          </p:nvSpPr>
          <p:spPr>
            <a:xfrm>
              <a:off x="10180298" y="2272033"/>
              <a:ext cx="216717" cy="25596"/>
            </a:xfrm>
            <a:custGeom>
              <a:avLst/>
              <a:gdLst>
                <a:gd name="csX0" fmla="*/ 896104 w 910429"/>
                <a:gd name="csY0" fmla="*/ 107433 h 107528"/>
                <a:gd name="csX1" fmla="*/ 895055 w 910429"/>
                <a:gd name="csY1" fmla="*/ 107433 h 107528"/>
                <a:gd name="csX2" fmla="*/ 12659 w 910429"/>
                <a:gd name="csY2" fmla="*/ 28471 h 107528"/>
                <a:gd name="csX3" fmla="*/ 86 w 910429"/>
                <a:gd name="csY3" fmla="*/ 12659 h 107528"/>
                <a:gd name="csX4" fmla="*/ 15898 w 910429"/>
                <a:gd name="csY4" fmla="*/ 86 h 107528"/>
                <a:gd name="csX5" fmla="*/ 897151 w 910429"/>
                <a:gd name="csY5" fmla="*/ 78953 h 107528"/>
                <a:gd name="csX6" fmla="*/ 910391 w 910429"/>
                <a:gd name="csY6" fmla="*/ 94289 h 107528"/>
                <a:gd name="csX7" fmla="*/ 896104 w 910429"/>
                <a:gd name="csY7" fmla="*/ 107528 h 1075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10429" h="107528">
                  <a:moveTo>
                    <a:pt x="896104" y="107433"/>
                  </a:moveTo>
                  <a:cubicBezTo>
                    <a:pt x="896104" y="107433"/>
                    <a:pt x="895437" y="107433"/>
                    <a:pt x="895055" y="107433"/>
                  </a:cubicBezTo>
                  <a:cubicBezTo>
                    <a:pt x="889436" y="107052"/>
                    <a:pt x="333176" y="66000"/>
                    <a:pt x="12659" y="28471"/>
                  </a:cubicBezTo>
                  <a:cubicBezTo>
                    <a:pt x="4849" y="27518"/>
                    <a:pt x="-771" y="20470"/>
                    <a:pt x="86" y="12659"/>
                  </a:cubicBezTo>
                  <a:cubicBezTo>
                    <a:pt x="1039" y="4849"/>
                    <a:pt x="8088" y="-771"/>
                    <a:pt x="15898" y="86"/>
                  </a:cubicBezTo>
                  <a:cubicBezTo>
                    <a:pt x="335843" y="37520"/>
                    <a:pt x="891531" y="78477"/>
                    <a:pt x="897151" y="78953"/>
                  </a:cubicBezTo>
                  <a:cubicBezTo>
                    <a:pt x="905057" y="79525"/>
                    <a:pt x="910962" y="86383"/>
                    <a:pt x="910391" y="94289"/>
                  </a:cubicBezTo>
                  <a:cubicBezTo>
                    <a:pt x="909820" y="101813"/>
                    <a:pt x="903533" y="107528"/>
                    <a:pt x="896104" y="107528"/>
                  </a:cubicBezTo>
                  <a:close/>
                </a:path>
              </a:pathLst>
            </a:custGeom>
            <a:solidFill>
              <a:srgbClr val="0679C3"/>
            </a:solidFill>
            <a:ln w="9525" cap="flat">
              <a:noFill/>
              <a:prstDash val="solid"/>
              <a:miter/>
            </a:ln>
          </p:spPr>
          <p:txBody>
            <a:bodyPr/>
            <a:lstStyle/>
            <a:p>
              <a:endParaRPr lang="en-US"/>
            </a:p>
          </p:txBody>
        </p:sp>
        <p:sp>
          <p:nvSpPr>
            <p:cNvPr id="766" name="Freeform: Shape 765">
              <a:extLst>
                <a:ext uri="{FF2B5EF4-FFF2-40B4-BE49-F238E27FC236}">
                  <a16:creationId xmlns:a16="http://schemas.microsoft.com/office/drawing/2014/main" id="{C600FACD-3858-B08F-B4E9-872F25F89964}"/>
                </a:ext>
              </a:extLst>
            </p:cNvPr>
            <p:cNvSpPr/>
            <p:nvPr/>
          </p:nvSpPr>
          <p:spPr>
            <a:xfrm>
              <a:off x="10166193" y="2380310"/>
              <a:ext cx="216191" cy="54582"/>
            </a:xfrm>
            <a:custGeom>
              <a:avLst/>
              <a:gdLst>
                <a:gd name="csX0" fmla="*/ 894017 w 908218"/>
                <a:gd name="csY0" fmla="*/ 229299 h 229299"/>
                <a:gd name="csX1" fmla="*/ 892302 w 908218"/>
                <a:gd name="csY1" fmla="*/ 229204 h 229299"/>
                <a:gd name="csX2" fmla="*/ 13430 w 908218"/>
                <a:gd name="csY2" fmla="*/ 92425 h 229299"/>
                <a:gd name="csX3" fmla="*/ 0 w 908218"/>
                <a:gd name="csY3" fmla="*/ 89948 h 229299"/>
                <a:gd name="csX4" fmla="*/ 10287 w 908218"/>
                <a:gd name="csY4" fmla="*/ 12415 h 229299"/>
                <a:gd name="csX5" fmla="*/ 26289 w 908218"/>
                <a:gd name="csY5" fmla="*/ 128 h 229299"/>
                <a:gd name="csX6" fmla="*/ 38576 w 908218"/>
                <a:gd name="csY6" fmla="*/ 16129 h 229299"/>
                <a:gd name="csX7" fmla="*/ 31909 w 908218"/>
                <a:gd name="csY7" fmla="*/ 66612 h 229299"/>
                <a:gd name="csX8" fmla="*/ 895636 w 908218"/>
                <a:gd name="csY8" fmla="*/ 200724 h 229299"/>
                <a:gd name="csX9" fmla="*/ 908113 w 908218"/>
                <a:gd name="csY9" fmla="*/ 216631 h 229299"/>
                <a:gd name="csX10" fmla="*/ 893921 w 908218"/>
                <a:gd name="csY10" fmla="*/ 229204 h 22929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08218" h="229299">
                  <a:moveTo>
                    <a:pt x="894017" y="229299"/>
                  </a:moveTo>
                  <a:cubicBezTo>
                    <a:pt x="893445" y="229299"/>
                    <a:pt x="892874" y="229299"/>
                    <a:pt x="892302" y="229204"/>
                  </a:cubicBezTo>
                  <a:cubicBezTo>
                    <a:pt x="518446" y="184627"/>
                    <a:pt x="18383" y="93377"/>
                    <a:pt x="13430" y="92425"/>
                  </a:cubicBezTo>
                  <a:lnTo>
                    <a:pt x="0" y="89948"/>
                  </a:lnTo>
                  <a:lnTo>
                    <a:pt x="10287" y="12415"/>
                  </a:lnTo>
                  <a:cubicBezTo>
                    <a:pt x="11335" y="4604"/>
                    <a:pt x="18479" y="-920"/>
                    <a:pt x="26289" y="128"/>
                  </a:cubicBezTo>
                  <a:cubicBezTo>
                    <a:pt x="34099" y="1175"/>
                    <a:pt x="39624" y="8319"/>
                    <a:pt x="38576" y="16129"/>
                  </a:cubicBezTo>
                  <a:lnTo>
                    <a:pt x="31909" y="66612"/>
                  </a:lnTo>
                  <a:cubicBezTo>
                    <a:pt x="114109" y="81471"/>
                    <a:pt x="556927" y="160338"/>
                    <a:pt x="895636" y="200724"/>
                  </a:cubicBezTo>
                  <a:cubicBezTo>
                    <a:pt x="903446" y="201677"/>
                    <a:pt x="909066" y="208725"/>
                    <a:pt x="908113" y="216631"/>
                  </a:cubicBezTo>
                  <a:cubicBezTo>
                    <a:pt x="907256" y="223870"/>
                    <a:pt x="901065" y="229204"/>
                    <a:pt x="893921" y="229204"/>
                  </a:cubicBezTo>
                  <a:close/>
                </a:path>
              </a:pathLst>
            </a:custGeom>
            <a:solidFill>
              <a:srgbClr val="0679C3"/>
            </a:solidFill>
            <a:ln w="9525" cap="flat">
              <a:noFill/>
              <a:prstDash val="solid"/>
              <a:miter/>
            </a:ln>
          </p:spPr>
          <p:txBody>
            <a:bodyPr/>
            <a:lstStyle/>
            <a:p>
              <a:endParaRPr lang="en-US"/>
            </a:p>
          </p:txBody>
        </p:sp>
        <p:sp>
          <p:nvSpPr>
            <p:cNvPr id="767" name="Freeform: Shape 766">
              <a:extLst>
                <a:ext uri="{FF2B5EF4-FFF2-40B4-BE49-F238E27FC236}">
                  <a16:creationId xmlns:a16="http://schemas.microsoft.com/office/drawing/2014/main" id="{976D4DFF-6B3C-4DAB-F0E0-A6BCCC7DA990}"/>
                </a:ext>
              </a:extLst>
            </p:cNvPr>
            <p:cNvSpPr/>
            <p:nvPr/>
          </p:nvSpPr>
          <p:spPr>
            <a:xfrm>
              <a:off x="9571293" y="1993385"/>
              <a:ext cx="59104" cy="26702"/>
            </a:xfrm>
            <a:custGeom>
              <a:avLst/>
              <a:gdLst>
                <a:gd name="csX0" fmla="*/ 64018 w 248297"/>
                <a:gd name="csY0" fmla="*/ 112176 h 112175"/>
                <a:gd name="csX1" fmla="*/ 4773 w 248297"/>
                <a:gd name="csY1" fmla="*/ 83791 h 112175"/>
                <a:gd name="csX2" fmla="*/ 3630 w 248297"/>
                <a:gd name="csY2" fmla="*/ 63598 h 112175"/>
                <a:gd name="csX3" fmla="*/ 23823 w 248297"/>
                <a:gd name="csY3" fmla="*/ 62455 h 112175"/>
                <a:gd name="csX4" fmla="*/ 76877 w 248297"/>
                <a:gd name="csY4" fmla="*/ 81410 h 112175"/>
                <a:gd name="csX5" fmla="*/ 90974 w 248297"/>
                <a:gd name="csY5" fmla="*/ 69884 h 112175"/>
                <a:gd name="csX6" fmla="*/ 82687 w 248297"/>
                <a:gd name="csY6" fmla="*/ 12925 h 112175"/>
                <a:gd name="csX7" fmla="*/ 82687 w 248297"/>
                <a:gd name="csY7" fmla="*/ 12925 h 112175"/>
                <a:gd name="csX8" fmla="*/ 108405 w 248297"/>
                <a:gd name="csY8" fmla="*/ 447 h 112175"/>
                <a:gd name="csX9" fmla="*/ 108405 w 248297"/>
                <a:gd name="csY9" fmla="*/ 638 h 112175"/>
                <a:gd name="csX10" fmla="*/ 168222 w 248297"/>
                <a:gd name="csY10" fmla="*/ 42834 h 112175"/>
                <a:gd name="csX11" fmla="*/ 220514 w 248297"/>
                <a:gd name="csY11" fmla="*/ 9687 h 112175"/>
                <a:gd name="csX12" fmla="*/ 238611 w 248297"/>
                <a:gd name="csY12" fmla="*/ 733 h 112175"/>
                <a:gd name="csX13" fmla="*/ 247565 w 248297"/>
                <a:gd name="csY13" fmla="*/ 18831 h 112175"/>
                <a:gd name="csX14" fmla="*/ 169936 w 248297"/>
                <a:gd name="csY14" fmla="*/ 71313 h 112175"/>
                <a:gd name="csX15" fmla="*/ 121930 w 248297"/>
                <a:gd name="csY15" fmla="*/ 59407 h 112175"/>
                <a:gd name="csX16" fmla="*/ 117168 w 248297"/>
                <a:gd name="csY16" fmla="*/ 81315 h 112175"/>
                <a:gd name="csX17" fmla="*/ 85164 w 248297"/>
                <a:gd name="csY17" fmla="*/ 108747 h 112175"/>
                <a:gd name="csX18" fmla="*/ 64018 w 248297"/>
                <a:gd name="csY18" fmla="*/ 112080 h 1121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48297" h="112175">
                  <a:moveTo>
                    <a:pt x="64018" y="112176"/>
                  </a:moveTo>
                  <a:cubicBezTo>
                    <a:pt x="44682" y="112176"/>
                    <a:pt x="26394" y="103127"/>
                    <a:pt x="4773" y="83791"/>
                  </a:cubicBezTo>
                  <a:cubicBezTo>
                    <a:pt x="-1133" y="78552"/>
                    <a:pt x="-1609" y="69504"/>
                    <a:pt x="3630" y="63598"/>
                  </a:cubicBezTo>
                  <a:cubicBezTo>
                    <a:pt x="8868" y="57692"/>
                    <a:pt x="17917" y="57216"/>
                    <a:pt x="23823" y="62455"/>
                  </a:cubicBezTo>
                  <a:cubicBezTo>
                    <a:pt x="48397" y="84458"/>
                    <a:pt x="61446" y="86077"/>
                    <a:pt x="76877" y="81410"/>
                  </a:cubicBezTo>
                  <a:cubicBezTo>
                    <a:pt x="84021" y="79219"/>
                    <a:pt x="88497" y="75600"/>
                    <a:pt x="90974" y="69884"/>
                  </a:cubicBezTo>
                  <a:cubicBezTo>
                    <a:pt x="98403" y="52930"/>
                    <a:pt x="87164" y="22355"/>
                    <a:pt x="82687" y="12925"/>
                  </a:cubicBezTo>
                  <a:cubicBezTo>
                    <a:pt x="82687" y="12925"/>
                    <a:pt x="82687" y="12925"/>
                    <a:pt x="82687" y="12925"/>
                  </a:cubicBezTo>
                  <a:lnTo>
                    <a:pt x="108405" y="447"/>
                  </a:lnTo>
                  <a:cubicBezTo>
                    <a:pt x="108405" y="447"/>
                    <a:pt x="108405" y="543"/>
                    <a:pt x="108405" y="638"/>
                  </a:cubicBezTo>
                  <a:cubicBezTo>
                    <a:pt x="122502" y="29784"/>
                    <a:pt x="143266" y="44358"/>
                    <a:pt x="168222" y="42834"/>
                  </a:cubicBezTo>
                  <a:cubicBezTo>
                    <a:pt x="192891" y="41309"/>
                    <a:pt x="215656" y="24165"/>
                    <a:pt x="220514" y="9687"/>
                  </a:cubicBezTo>
                  <a:cubicBezTo>
                    <a:pt x="223086" y="2257"/>
                    <a:pt x="231182" y="-1743"/>
                    <a:pt x="238611" y="733"/>
                  </a:cubicBezTo>
                  <a:cubicBezTo>
                    <a:pt x="246041" y="3305"/>
                    <a:pt x="250041" y="11401"/>
                    <a:pt x="247565" y="18831"/>
                  </a:cubicBezTo>
                  <a:cubicBezTo>
                    <a:pt x="238230" y="46167"/>
                    <a:pt x="204226" y="69218"/>
                    <a:pt x="169936" y="71313"/>
                  </a:cubicBezTo>
                  <a:cubicBezTo>
                    <a:pt x="157839" y="72075"/>
                    <a:pt x="139932" y="70551"/>
                    <a:pt x="121930" y="59407"/>
                  </a:cubicBezTo>
                  <a:cubicBezTo>
                    <a:pt x="121549" y="66932"/>
                    <a:pt x="120120" y="74361"/>
                    <a:pt x="117168" y="81315"/>
                  </a:cubicBezTo>
                  <a:cubicBezTo>
                    <a:pt x="111357" y="94650"/>
                    <a:pt x="100213" y="104175"/>
                    <a:pt x="85164" y="108747"/>
                  </a:cubicBezTo>
                  <a:cubicBezTo>
                    <a:pt x="77829" y="110937"/>
                    <a:pt x="70876" y="112080"/>
                    <a:pt x="64018" y="112080"/>
                  </a:cubicBezTo>
                  <a:close/>
                </a:path>
              </a:pathLst>
            </a:custGeom>
            <a:solidFill>
              <a:srgbClr val="A37E52"/>
            </a:solidFill>
            <a:ln w="9525" cap="flat">
              <a:noFill/>
              <a:prstDash val="solid"/>
              <a:miter/>
            </a:ln>
          </p:spPr>
          <p:txBody>
            <a:bodyPr/>
            <a:lstStyle/>
            <a:p>
              <a:endParaRPr lang="en-US"/>
            </a:p>
          </p:txBody>
        </p:sp>
        <p:sp>
          <p:nvSpPr>
            <p:cNvPr id="324" name="Freeform: Shape 323">
              <a:extLst>
                <a:ext uri="{FF2B5EF4-FFF2-40B4-BE49-F238E27FC236}">
                  <a16:creationId xmlns:a16="http://schemas.microsoft.com/office/drawing/2014/main" id="{8A417C30-0A7B-019D-FBEF-0D48C2799621}"/>
                </a:ext>
              </a:extLst>
            </p:cNvPr>
            <p:cNvSpPr/>
            <p:nvPr/>
          </p:nvSpPr>
          <p:spPr>
            <a:xfrm>
              <a:off x="9579888" y="1943225"/>
              <a:ext cx="17564" cy="55164"/>
            </a:xfrm>
            <a:custGeom>
              <a:avLst/>
              <a:gdLst>
                <a:gd name="csX0" fmla="*/ 59436 w 73787"/>
                <a:gd name="csY0" fmla="*/ 231743 h 231743"/>
                <a:gd name="csX1" fmla="*/ 47244 w 73787"/>
                <a:gd name="csY1" fmla="*/ 224980 h 231743"/>
                <a:gd name="csX2" fmla="*/ 0 w 73787"/>
                <a:gd name="csY2" fmla="*/ 14288 h 231743"/>
                <a:gd name="csX3" fmla="*/ 14288 w 73787"/>
                <a:gd name="csY3" fmla="*/ 0 h 231743"/>
                <a:gd name="csX4" fmla="*/ 14288 w 73787"/>
                <a:gd name="csY4" fmla="*/ 0 h 231743"/>
                <a:gd name="csX5" fmla="*/ 28575 w 73787"/>
                <a:gd name="csY5" fmla="*/ 14288 h 231743"/>
                <a:gd name="csX6" fmla="*/ 71628 w 73787"/>
                <a:gd name="csY6" fmla="*/ 209931 h 231743"/>
                <a:gd name="csX7" fmla="*/ 66961 w 73787"/>
                <a:gd name="csY7" fmla="*/ 229648 h 231743"/>
                <a:gd name="csX8" fmla="*/ 59436 w 73787"/>
                <a:gd name="csY8" fmla="*/ 231743 h 2317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73787" h="231743">
                  <a:moveTo>
                    <a:pt x="59436" y="231743"/>
                  </a:moveTo>
                  <a:cubicBezTo>
                    <a:pt x="54674" y="231743"/>
                    <a:pt x="50006" y="229362"/>
                    <a:pt x="47244" y="224980"/>
                  </a:cubicBezTo>
                  <a:cubicBezTo>
                    <a:pt x="476" y="149257"/>
                    <a:pt x="0" y="19812"/>
                    <a:pt x="0" y="14288"/>
                  </a:cubicBezTo>
                  <a:cubicBezTo>
                    <a:pt x="0" y="6382"/>
                    <a:pt x="6382" y="0"/>
                    <a:pt x="14288" y="0"/>
                  </a:cubicBezTo>
                  <a:lnTo>
                    <a:pt x="14288" y="0"/>
                  </a:lnTo>
                  <a:cubicBezTo>
                    <a:pt x="22193" y="0"/>
                    <a:pt x="28575" y="6382"/>
                    <a:pt x="28575" y="14288"/>
                  </a:cubicBezTo>
                  <a:cubicBezTo>
                    <a:pt x="28575" y="15526"/>
                    <a:pt x="29147" y="141161"/>
                    <a:pt x="71628" y="209931"/>
                  </a:cubicBezTo>
                  <a:cubicBezTo>
                    <a:pt x="75819" y="216694"/>
                    <a:pt x="73724" y="225457"/>
                    <a:pt x="66961" y="229648"/>
                  </a:cubicBezTo>
                  <a:cubicBezTo>
                    <a:pt x="64579" y="231077"/>
                    <a:pt x="62008" y="231743"/>
                    <a:pt x="59436" y="231743"/>
                  </a:cubicBezTo>
                  <a:close/>
                </a:path>
              </a:pathLst>
            </a:custGeom>
            <a:solidFill>
              <a:srgbClr val="A37E52"/>
            </a:solidFill>
            <a:ln w="9525" cap="flat">
              <a:noFill/>
              <a:prstDash val="solid"/>
              <a:miter/>
            </a:ln>
          </p:spPr>
          <p:txBody>
            <a:bodyPr/>
            <a:lstStyle/>
            <a:p>
              <a:endParaRPr lang="en-US"/>
            </a:p>
          </p:txBody>
        </p:sp>
        <p:sp>
          <p:nvSpPr>
            <p:cNvPr id="325" name="Freeform: Shape 324">
              <a:extLst>
                <a:ext uri="{FF2B5EF4-FFF2-40B4-BE49-F238E27FC236}">
                  <a16:creationId xmlns:a16="http://schemas.microsoft.com/office/drawing/2014/main" id="{C1F21525-E285-AD52-DF45-748F0FA3EE39}"/>
                </a:ext>
              </a:extLst>
            </p:cNvPr>
            <p:cNvSpPr/>
            <p:nvPr/>
          </p:nvSpPr>
          <p:spPr>
            <a:xfrm>
              <a:off x="9610629" y="1927492"/>
              <a:ext cx="20422" cy="63165"/>
            </a:xfrm>
            <a:custGeom>
              <a:avLst/>
              <a:gdLst>
                <a:gd name="csX0" fmla="*/ 71456 w 85791"/>
                <a:gd name="csY0" fmla="*/ 265356 h 265356"/>
                <a:gd name="csX1" fmla="*/ 63169 w 85791"/>
                <a:gd name="csY1" fmla="*/ 262689 h 265356"/>
                <a:gd name="csX2" fmla="*/ 3162 w 85791"/>
                <a:gd name="csY2" fmla="*/ 12753 h 265356"/>
                <a:gd name="csX3" fmla="*/ 18973 w 85791"/>
                <a:gd name="csY3" fmla="*/ 85 h 265356"/>
                <a:gd name="csX4" fmla="*/ 31641 w 85791"/>
                <a:gd name="csY4" fmla="*/ 15897 h 265356"/>
                <a:gd name="csX5" fmla="*/ 79838 w 85791"/>
                <a:gd name="csY5" fmla="*/ 239448 h 265356"/>
                <a:gd name="csX6" fmla="*/ 83076 w 85791"/>
                <a:gd name="csY6" fmla="*/ 259356 h 265356"/>
                <a:gd name="csX7" fmla="*/ 71456 w 85791"/>
                <a:gd name="csY7" fmla="*/ 265356 h 2653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5791" h="265356">
                  <a:moveTo>
                    <a:pt x="71456" y="265356"/>
                  </a:moveTo>
                  <a:cubicBezTo>
                    <a:pt x="68598" y="265356"/>
                    <a:pt x="65646" y="264499"/>
                    <a:pt x="63169" y="262689"/>
                  </a:cubicBezTo>
                  <a:cubicBezTo>
                    <a:pt x="22878" y="233829"/>
                    <a:pt x="-10650" y="138674"/>
                    <a:pt x="3162" y="12753"/>
                  </a:cubicBezTo>
                  <a:cubicBezTo>
                    <a:pt x="4019" y="4943"/>
                    <a:pt x="11067" y="-772"/>
                    <a:pt x="18973" y="85"/>
                  </a:cubicBezTo>
                  <a:cubicBezTo>
                    <a:pt x="26784" y="942"/>
                    <a:pt x="32499" y="7991"/>
                    <a:pt x="31641" y="15897"/>
                  </a:cubicBezTo>
                  <a:cubicBezTo>
                    <a:pt x="17640" y="143532"/>
                    <a:pt x="53835" y="220779"/>
                    <a:pt x="79838" y="239448"/>
                  </a:cubicBezTo>
                  <a:cubicBezTo>
                    <a:pt x="86220" y="244020"/>
                    <a:pt x="87744" y="252974"/>
                    <a:pt x="83076" y="259356"/>
                  </a:cubicBezTo>
                  <a:cubicBezTo>
                    <a:pt x="80314" y="263261"/>
                    <a:pt x="75933" y="265356"/>
                    <a:pt x="71456" y="265356"/>
                  </a:cubicBezTo>
                  <a:close/>
                </a:path>
              </a:pathLst>
            </a:custGeom>
            <a:solidFill>
              <a:srgbClr val="A37E52"/>
            </a:solidFill>
            <a:ln w="9525" cap="flat">
              <a:noFill/>
              <a:prstDash val="solid"/>
              <a:miter/>
            </a:ln>
          </p:spPr>
          <p:txBody>
            <a:bodyPr/>
            <a:lstStyle/>
            <a:p>
              <a:endParaRPr lang="en-US"/>
            </a:p>
          </p:txBody>
        </p:sp>
        <p:sp>
          <p:nvSpPr>
            <p:cNvPr id="326" name="Freeform: Shape 325">
              <a:extLst>
                <a:ext uri="{FF2B5EF4-FFF2-40B4-BE49-F238E27FC236}">
                  <a16:creationId xmlns:a16="http://schemas.microsoft.com/office/drawing/2014/main" id="{5C8D7263-AD34-1C8C-224C-50B4180418A9}"/>
                </a:ext>
              </a:extLst>
            </p:cNvPr>
            <p:cNvSpPr/>
            <p:nvPr/>
          </p:nvSpPr>
          <p:spPr>
            <a:xfrm>
              <a:off x="9801431" y="2112934"/>
              <a:ext cx="331543" cy="302754"/>
            </a:xfrm>
            <a:custGeom>
              <a:avLst/>
              <a:gdLst>
                <a:gd name="csX0" fmla="*/ 431565 w 1392814"/>
                <a:gd name="csY0" fmla="*/ 1271873 h 1271873"/>
                <a:gd name="csX1" fmla="*/ 1357395 w 1392814"/>
                <a:gd name="csY1" fmla="*/ 1271873 h 1271873"/>
                <a:gd name="csX2" fmla="*/ 1391018 w 1392814"/>
                <a:gd name="csY2" fmla="*/ 1225391 h 1271873"/>
                <a:gd name="csX3" fmla="*/ 994873 w 1392814"/>
                <a:gd name="csY3" fmla="*/ 24289 h 1271873"/>
                <a:gd name="csX4" fmla="*/ 961250 w 1392814"/>
                <a:gd name="csY4" fmla="*/ 0 h 1271873"/>
                <a:gd name="csX5" fmla="*/ 35420 w 1392814"/>
                <a:gd name="csY5" fmla="*/ 0 h 1271873"/>
                <a:gd name="csX6" fmla="*/ 1797 w 1392814"/>
                <a:gd name="csY6" fmla="*/ 46482 h 1271873"/>
                <a:gd name="csX7" fmla="*/ 397942 w 1392814"/>
                <a:gd name="csY7" fmla="*/ 1247585 h 1271873"/>
                <a:gd name="csX8" fmla="*/ 431565 w 1392814"/>
                <a:gd name="csY8" fmla="*/ 1271873 h 127187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92814" h="1271873">
                  <a:moveTo>
                    <a:pt x="431565" y="1271873"/>
                  </a:moveTo>
                  <a:lnTo>
                    <a:pt x="1357395" y="1271873"/>
                  </a:lnTo>
                  <a:cubicBezTo>
                    <a:pt x="1381493" y="1271873"/>
                    <a:pt x="1398543" y="1248347"/>
                    <a:pt x="1391018" y="1225391"/>
                  </a:cubicBezTo>
                  <a:lnTo>
                    <a:pt x="994873" y="24289"/>
                  </a:lnTo>
                  <a:cubicBezTo>
                    <a:pt x="990111" y="9811"/>
                    <a:pt x="976585" y="0"/>
                    <a:pt x="961250" y="0"/>
                  </a:cubicBezTo>
                  <a:lnTo>
                    <a:pt x="35420" y="0"/>
                  </a:lnTo>
                  <a:cubicBezTo>
                    <a:pt x="11322" y="0"/>
                    <a:pt x="-5728" y="23527"/>
                    <a:pt x="1797" y="46482"/>
                  </a:cubicBezTo>
                  <a:lnTo>
                    <a:pt x="397942" y="1247585"/>
                  </a:lnTo>
                  <a:cubicBezTo>
                    <a:pt x="402704" y="1262063"/>
                    <a:pt x="416230" y="1271873"/>
                    <a:pt x="431565" y="1271873"/>
                  </a:cubicBezTo>
                  <a:close/>
                </a:path>
              </a:pathLst>
            </a:custGeom>
            <a:solidFill>
              <a:srgbClr val="2251FF"/>
            </a:solidFill>
            <a:ln w="9525" cap="flat">
              <a:noFill/>
              <a:prstDash val="solid"/>
              <a:miter/>
            </a:ln>
          </p:spPr>
          <p:txBody>
            <a:bodyPr/>
            <a:lstStyle/>
            <a:p>
              <a:endParaRPr lang="en-US"/>
            </a:p>
          </p:txBody>
        </p:sp>
        <p:sp>
          <p:nvSpPr>
            <p:cNvPr id="331" name="Freeform: Shape 330">
              <a:extLst>
                <a:ext uri="{FF2B5EF4-FFF2-40B4-BE49-F238E27FC236}">
                  <a16:creationId xmlns:a16="http://schemas.microsoft.com/office/drawing/2014/main" id="{76F5DC75-4A30-F389-0AB6-8B485EFF7F90}"/>
                </a:ext>
              </a:extLst>
            </p:cNvPr>
            <p:cNvSpPr/>
            <p:nvPr/>
          </p:nvSpPr>
          <p:spPr>
            <a:xfrm>
              <a:off x="9926348" y="2220812"/>
              <a:ext cx="253970" cy="166217"/>
            </a:xfrm>
            <a:custGeom>
              <a:avLst/>
              <a:gdLst>
                <a:gd name="csX0" fmla="*/ 660976 w 1066931"/>
                <a:gd name="csY0" fmla="*/ 140494 h 698277"/>
                <a:gd name="csX1" fmla="*/ 456760 w 1066931"/>
                <a:gd name="csY1" fmla="*/ 134779 h 698277"/>
                <a:gd name="csX2" fmla="*/ 101954 w 1066931"/>
                <a:gd name="csY2" fmla="*/ 119920 h 698277"/>
                <a:gd name="csX3" fmla="*/ 233208 w 1066931"/>
                <a:gd name="csY3" fmla="*/ 235172 h 698277"/>
                <a:gd name="csX4" fmla="*/ 169486 w 1066931"/>
                <a:gd name="csY4" fmla="*/ 220980 h 698277"/>
                <a:gd name="csX5" fmla="*/ 1084 w 1066931"/>
                <a:gd name="csY5" fmla="*/ 256032 h 698277"/>
                <a:gd name="csX6" fmla="*/ 97477 w 1066931"/>
                <a:gd name="csY6" fmla="*/ 351663 h 698277"/>
                <a:gd name="csX7" fmla="*/ 162818 w 1066931"/>
                <a:gd name="csY7" fmla="*/ 364617 h 698277"/>
                <a:gd name="csX8" fmla="*/ 21944 w 1066931"/>
                <a:gd name="csY8" fmla="*/ 411766 h 698277"/>
                <a:gd name="csX9" fmla="*/ 163104 w 1066931"/>
                <a:gd name="csY9" fmla="*/ 501301 h 698277"/>
                <a:gd name="csX10" fmla="*/ 263688 w 1066931"/>
                <a:gd name="csY10" fmla="*/ 513207 h 698277"/>
                <a:gd name="csX11" fmla="*/ 96429 w 1066931"/>
                <a:gd name="csY11" fmla="*/ 573310 h 698277"/>
                <a:gd name="csX12" fmla="*/ 210253 w 1066931"/>
                <a:gd name="csY12" fmla="*/ 635413 h 698277"/>
                <a:gd name="csX13" fmla="*/ 630972 w 1066931"/>
                <a:gd name="csY13" fmla="*/ 663321 h 698277"/>
                <a:gd name="csX14" fmla="*/ 947202 w 1066931"/>
                <a:gd name="csY14" fmla="*/ 684562 h 698277"/>
                <a:gd name="csX15" fmla="*/ 1023688 w 1066931"/>
                <a:gd name="csY15" fmla="*/ 698278 h 698277"/>
                <a:gd name="csX16" fmla="*/ 1066931 w 1066931"/>
                <a:gd name="csY16" fmla="*/ 238887 h 698277"/>
                <a:gd name="csX17" fmla="*/ 1007876 w 1066931"/>
                <a:gd name="csY17" fmla="*/ 220313 h 698277"/>
                <a:gd name="csX18" fmla="*/ 881861 w 1066931"/>
                <a:gd name="csY18" fmla="*/ 163354 h 698277"/>
                <a:gd name="csX19" fmla="*/ 614780 w 1066931"/>
                <a:gd name="csY19" fmla="*/ 0 h 698277"/>
                <a:gd name="csX20" fmla="*/ 661167 w 1066931"/>
                <a:gd name="csY20" fmla="*/ 140589 h 6982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066931" h="698277">
                  <a:moveTo>
                    <a:pt x="660976" y="140494"/>
                  </a:moveTo>
                  <a:cubicBezTo>
                    <a:pt x="635830" y="152400"/>
                    <a:pt x="579251" y="156877"/>
                    <a:pt x="456760" y="134779"/>
                  </a:cubicBezTo>
                  <a:cubicBezTo>
                    <a:pt x="306646" y="107728"/>
                    <a:pt x="124433" y="68104"/>
                    <a:pt x="101954" y="119920"/>
                  </a:cubicBezTo>
                  <a:cubicBezTo>
                    <a:pt x="76808" y="177832"/>
                    <a:pt x="121575" y="211931"/>
                    <a:pt x="233208" y="235172"/>
                  </a:cubicBezTo>
                  <a:cubicBezTo>
                    <a:pt x="211967" y="230791"/>
                    <a:pt x="185012" y="224885"/>
                    <a:pt x="169486" y="220980"/>
                  </a:cubicBezTo>
                  <a:cubicBezTo>
                    <a:pt x="92238" y="201549"/>
                    <a:pt x="8990" y="201835"/>
                    <a:pt x="1084" y="256032"/>
                  </a:cubicBezTo>
                  <a:cubicBezTo>
                    <a:pt x="-8917" y="324231"/>
                    <a:pt x="52424" y="339471"/>
                    <a:pt x="97477" y="351663"/>
                  </a:cubicBezTo>
                  <a:cubicBezTo>
                    <a:pt x="113288" y="355950"/>
                    <a:pt x="136053" y="360331"/>
                    <a:pt x="162818" y="364617"/>
                  </a:cubicBezTo>
                  <a:cubicBezTo>
                    <a:pt x="94048" y="363093"/>
                    <a:pt x="30802" y="374618"/>
                    <a:pt x="21944" y="411766"/>
                  </a:cubicBezTo>
                  <a:cubicBezTo>
                    <a:pt x="8418" y="468440"/>
                    <a:pt x="100049" y="490919"/>
                    <a:pt x="163104" y="501301"/>
                  </a:cubicBezTo>
                  <a:cubicBezTo>
                    <a:pt x="184345" y="504825"/>
                    <a:pt x="227684" y="509778"/>
                    <a:pt x="263688" y="513207"/>
                  </a:cubicBezTo>
                  <a:cubicBezTo>
                    <a:pt x="147769" y="513493"/>
                    <a:pt x="91857" y="523304"/>
                    <a:pt x="96429" y="573310"/>
                  </a:cubicBezTo>
                  <a:cubicBezTo>
                    <a:pt x="100525" y="618744"/>
                    <a:pt x="154627" y="628936"/>
                    <a:pt x="210253" y="635413"/>
                  </a:cubicBezTo>
                  <a:cubicBezTo>
                    <a:pt x="343698" y="650938"/>
                    <a:pt x="431709" y="659702"/>
                    <a:pt x="630972" y="663321"/>
                  </a:cubicBezTo>
                  <a:cubicBezTo>
                    <a:pt x="807185" y="666464"/>
                    <a:pt x="845189" y="671132"/>
                    <a:pt x="947202" y="684562"/>
                  </a:cubicBezTo>
                  <a:cubicBezTo>
                    <a:pt x="972920" y="687991"/>
                    <a:pt x="997780" y="692658"/>
                    <a:pt x="1023688" y="698278"/>
                  </a:cubicBezTo>
                  <a:lnTo>
                    <a:pt x="1066931" y="238887"/>
                  </a:lnTo>
                  <a:cubicBezTo>
                    <a:pt x="1047215" y="233077"/>
                    <a:pt x="1027498" y="226886"/>
                    <a:pt x="1007876" y="220313"/>
                  </a:cubicBezTo>
                  <a:cubicBezTo>
                    <a:pt x="976063" y="209836"/>
                    <a:pt x="925200" y="194215"/>
                    <a:pt x="881861" y="163354"/>
                  </a:cubicBezTo>
                  <a:cubicBezTo>
                    <a:pt x="781277" y="91631"/>
                    <a:pt x="724793" y="48959"/>
                    <a:pt x="614780" y="0"/>
                  </a:cubicBezTo>
                  <a:lnTo>
                    <a:pt x="661167" y="140589"/>
                  </a:lnTo>
                  <a:close/>
                </a:path>
              </a:pathLst>
            </a:custGeom>
            <a:solidFill>
              <a:srgbClr val="DAA872"/>
            </a:solidFill>
            <a:ln w="9525" cap="flat">
              <a:noFill/>
              <a:prstDash val="solid"/>
              <a:miter/>
            </a:ln>
          </p:spPr>
          <p:txBody>
            <a:bodyPr/>
            <a:lstStyle/>
            <a:p>
              <a:endParaRPr lang="en-US"/>
            </a:p>
          </p:txBody>
        </p:sp>
        <p:sp>
          <p:nvSpPr>
            <p:cNvPr id="423" name="Freeform: Shape 422">
              <a:extLst>
                <a:ext uri="{FF2B5EF4-FFF2-40B4-BE49-F238E27FC236}">
                  <a16:creationId xmlns:a16="http://schemas.microsoft.com/office/drawing/2014/main" id="{768ED8EE-EEDB-7C98-6646-9CF3E9EF53BB}"/>
                </a:ext>
              </a:extLst>
            </p:cNvPr>
            <p:cNvSpPr/>
            <p:nvPr/>
          </p:nvSpPr>
          <p:spPr>
            <a:xfrm>
              <a:off x="9969160" y="2271642"/>
              <a:ext cx="70939" cy="18301"/>
            </a:xfrm>
            <a:custGeom>
              <a:avLst/>
              <a:gdLst>
                <a:gd name="csX0" fmla="*/ 283766 w 298017"/>
                <a:gd name="csY0" fmla="*/ 76884 h 76883"/>
                <a:gd name="csX1" fmla="*/ 281576 w 298017"/>
                <a:gd name="csY1" fmla="*/ 76693 h 76883"/>
                <a:gd name="csX2" fmla="*/ 11447 w 298017"/>
                <a:gd name="csY2" fmla="*/ 28306 h 76883"/>
                <a:gd name="csX3" fmla="*/ 303 w 298017"/>
                <a:gd name="csY3" fmla="*/ 11447 h 76883"/>
                <a:gd name="csX4" fmla="*/ 17162 w 298017"/>
                <a:gd name="csY4" fmla="*/ 303 h 76883"/>
                <a:gd name="csX5" fmla="*/ 285862 w 298017"/>
                <a:gd name="csY5" fmla="*/ 48404 h 76883"/>
                <a:gd name="csX6" fmla="*/ 297863 w 298017"/>
                <a:gd name="csY6" fmla="*/ 64692 h 76883"/>
                <a:gd name="csX7" fmla="*/ 283766 w 298017"/>
                <a:gd name="csY7" fmla="*/ 76884 h 76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98017" h="76883">
                  <a:moveTo>
                    <a:pt x="283766" y="76884"/>
                  </a:moveTo>
                  <a:cubicBezTo>
                    <a:pt x="283100" y="76884"/>
                    <a:pt x="282338" y="76884"/>
                    <a:pt x="281576" y="76693"/>
                  </a:cubicBezTo>
                  <a:cubicBezTo>
                    <a:pt x="239094" y="70311"/>
                    <a:pt x="92504" y="44879"/>
                    <a:pt x="11447" y="28306"/>
                  </a:cubicBezTo>
                  <a:cubicBezTo>
                    <a:pt x="3731" y="26687"/>
                    <a:pt x="-1317" y="19162"/>
                    <a:pt x="303" y="11447"/>
                  </a:cubicBezTo>
                  <a:cubicBezTo>
                    <a:pt x="1922" y="3731"/>
                    <a:pt x="9446" y="-1317"/>
                    <a:pt x="17162" y="303"/>
                  </a:cubicBezTo>
                  <a:cubicBezTo>
                    <a:pt x="97838" y="16781"/>
                    <a:pt x="243571" y="42022"/>
                    <a:pt x="285862" y="48404"/>
                  </a:cubicBezTo>
                  <a:cubicBezTo>
                    <a:pt x="293672" y="49547"/>
                    <a:pt x="299006" y="56881"/>
                    <a:pt x="297863" y="64692"/>
                  </a:cubicBezTo>
                  <a:cubicBezTo>
                    <a:pt x="296816" y="71740"/>
                    <a:pt x="290720" y="76884"/>
                    <a:pt x="283766" y="76884"/>
                  </a:cubicBezTo>
                  <a:close/>
                </a:path>
              </a:pathLst>
            </a:custGeom>
            <a:solidFill>
              <a:srgbClr val="A37E52"/>
            </a:solidFill>
            <a:ln w="9525" cap="flat">
              <a:noFill/>
              <a:prstDash val="solid"/>
              <a:miter/>
            </a:ln>
          </p:spPr>
          <p:txBody>
            <a:bodyPr/>
            <a:lstStyle/>
            <a:p>
              <a:endParaRPr lang="en-US"/>
            </a:p>
          </p:txBody>
        </p:sp>
        <p:sp>
          <p:nvSpPr>
            <p:cNvPr id="424" name="Freeform: Shape 423">
              <a:extLst>
                <a:ext uri="{FF2B5EF4-FFF2-40B4-BE49-F238E27FC236}">
                  <a16:creationId xmlns:a16="http://schemas.microsoft.com/office/drawing/2014/main" id="{CECAC71F-9367-EE83-D675-149BD7E80D21}"/>
                </a:ext>
              </a:extLst>
            </p:cNvPr>
            <p:cNvSpPr/>
            <p:nvPr/>
          </p:nvSpPr>
          <p:spPr>
            <a:xfrm>
              <a:off x="9963793" y="2304524"/>
              <a:ext cx="71653" cy="14054"/>
            </a:xfrm>
            <a:custGeom>
              <a:avLst/>
              <a:gdLst>
                <a:gd name="csX0" fmla="*/ 286690 w 301016"/>
                <a:gd name="csY0" fmla="*/ 59043 h 59043"/>
                <a:gd name="csX1" fmla="*/ 285548 w 301016"/>
                <a:gd name="csY1" fmla="*/ 59043 h 59043"/>
                <a:gd name="csX2" fmla="*/ 12085 w 301016"/>
                <a:gd name="csY2" fmla="*/ 28373 h 59043"/>
                <a:gd name="csX3" fmla="*/ 179 w 301016"/>
                <a:gd name="csY3" fmla="*/ 12085 h 59043"/>
                <a:gd name="csX4" fmla="*/ 16466 w 301016"/>
                <a:gd name="csY4" fmla="*/ 179 h 59043"/>
                <a:gd name="csX5" fmla="*/ 287833 w 301016"/>
                <a:gd name="csY5" fmla="*/ 30563 h 59043"/>
                <a:gd name="csX6" fmla="*/ 300978 w 301016"/>
                <a:gd name="csY6" fmla="*/ 45899 h 59043"/>
                <a:gd name="csX7" fmla="*/ 286786 w 301016"/>
                <a:gd name="csY7" fmla="*/ 59043 h 590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01016" h="59043">
                  <a:moveTo>
                    <a:pt x="286690" y="59043"/>
                  </a:moveTo>
                  <a:cubicBezTo>
                    <a:pt x="286690" y="59043"/>
                    <a:pt x="285929" y="59043"/>
                    <a:pt x="285548" y="59043"/>
                  </a:cubicBezTo>
                  <a:cubicBezTo>
                    <a:pt x="211633" y="53233"/>
                    <a:pt x="94476" y="41136"/>
                    <a:pt x="12085" y="28373"/>
                  </a:cubicBezTo>
                  <a:cubicBezTo>
                    <a:pt x="4274" y="27134"/>
                    <a:pt x="-1060" y="19895"/>
                    <a:pt x="179" y="12085"/>
                  </a:cubicBezTo>
                  <a:cubicBezTo>
                    <a:pt x="1417" y="4275"/>
                    <a:pt x="8751" y="-1060"/>
                    <a:pt x="16466" y="179"/>
                  </a:cubicBezTo>
                  <a:cubicBezTo>
                    <a:pt x="98191" y="12752"/>
                    <a:pt x="214396" y="24753"/>
                    <a:pt x="287833" y="30563"/>
                  </a:cubicBezTo>
                  <a:cubicBezTo>
                    <a:pt x="295739" y="31230"/>
                    <a:pt x="301549" y="38088"/>
                    <a:pt x="300978" y="45899"/>
                  </a:cubicBezTo>
                  <a:cubicBezTo>
                    <a:pt x="300406" y="53423"/>
                    <a:pt x="294120" y="59043"/>
                    <a:pt x="286786" y="59043"/>
                  </a:cubicBezTo>
                  <a:close/>
                </a:path>
              </a:pathLst>
            </a:custGeom>
            <a:solidFill>
              <a:srgbClr val="A37E52"/>
            </a:solidFill>
            <a:ln w="9525" cap="flat">
              <a:noFill/>
              <a:prstDash val="solid"/>
              <a:miter/>
            </a:ln>
          </p:spPr>
          <p:txBody>
            <a:bodyPr/>
            <a:lstStyle/>
            <a:p>
              <a:endParaRPr lang="en-US"/>
            </a:p>
          </p:txBody>
        </p:sp>
        <p:sp>
          <p:nvSpPr>
            <p:cNvPr id="425" name="Freeform: Shape 424">
              <a:extLst>
                <a:ext uri="{FF2B5EF4-FFF2-40B4-BE49-F238E27FC236}">
                  <a16:creationId xmlns:a16="http://schemas.microsoft.com/office/drawing/2014/main" id="{88342EE2-5326-96C8-2314-D2C0F7AEA16B}"/>
                </a:ext>
              </a:extLst>
            </p:cNvPr>
            <p:cNvSpPr/>
            <p:nvPr/>
          </p:nvSpPr>
          <p:spPr>
            <a:xfrm>
              <a:off x="9982914" y="2339286"/>
              <a:ext cx="48902" cy="10015"/>
            </a:xfrm>
            <a:custGeom>
              <a:avLst/>
              <a:gdLst>
                <a:gd name="csX0" fmla="*/ 191124 w 205438"/>
                <a:gd name="csY0" fmla="*/ 42072 h 42072"/>
                <a:gd name="csX1" fmla="*/ 190172 w 205438"/>
                <a:gd name="csY1" fmla="*/ 42072 h 42072"/>
                <a:gd name="csX2" fmla="*/ 13007 w 205438"/>
                <a:gd name="csY2" fmla="*/ 28547 h 42072"/>
                <a:gd name="csX3" fmla="*/ 53 w 205438"/>
                <a:gd name="csY3" fmla="*/ 13021 h 42072"/>
                <a:gd name="csX4" fmla="*/ 15579 w 205438"/>
                <a:gd name="csY4" fmla="*/ 67 h 42072"/>
                <a:gd name="csX5" fmla="*/ 192077 w 205438"/>
                <a:gd name="csY5" fmla="*/ 13497 h 42072"/>
                <a:gd name="csX6" fmla="*/ 205412 w 205438"/>
                <a:gd name="csY6" fmla="*/ 28737 h 42072"/>
                <a:gd name="csX7" fmla="*/ 191124 w 205438"/>
                <a:gd name="csY7" fmla="*/ 42072 h 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05438" h="42072">
                  <a:moveTo>
                    <a:pt x="191124" y="42072"/>
                  </a:moveTo>
                  <a:cubicBezTo>
                    <a:pt x="191124" y="42072"/>
                    <a:pt x="190458" y="42072"/>
                    <a:pt x="190172" y="42072"/>
                  </a:cubicBezTo>
                  <a:cubicBezTo>
                    <a:pt x="189219" y="42072"/>
                    <a:pt x="89874" y="35500"/>
                    <a:pt x="13007" y="28547"/>
                  </a:cubicBezTo>
                  <a:cubicBezTo>
                    <a:pt x="5101" y="27880"/>
                    <a:pt x="-614" y="20927"/>
                    <a:pt x="53" y="13021"/>
                  </a:cubicBezTo>
                  <a:cubicBezTo>
                    <a:pt x="720" y="5115"/>
                    <a:pt x="7673" y="-695"/>
                    <a:pt x="15579" y="67"/>
                  </a:cubicBezTo>
                  <a:cubicBezTo>
                    <a:pt x="92160" y="6925"/>
                    <a:pt x="191029" y="13402"/>
                    <a:pt x="192077" y="13497"/>
                  </a:cubicBezTo>
                  <a:cubicBezTo>
                    <a:pt x="199983" y="13974"/>
                    <a:pt x="205888" y="20832"/>
                    <a:pt x="205412" y="28737"/>
                  </a:cubicBezTo>
                  <a:cubicBezTo>
                    <a:pt x="204936" y="36262"/>
                    <a:pt x="198649" y="42072"/>
                    <a:pt x="191124" y="42072"/>
                  </a:cubicBezTo>
                  <a:close/>
                </a:path>
              </a:pathLst>
            </a:custGeom>
            <a:solidFill>
              <a:srgbClr val="A37E52"/>
            </a:solidFill>
            <a:ln w="9525" cap="flat">
              <a:noFill/>
              <a:prstDash val="solid"/>
              <a:miter/>
            </a:ln>
          </p:spPr>
          <p:txBody>
            <a:bodyPr/>
            <a:lstStyle/>
            <a:p>
              <a:endParaRPr lang="en-US"/>
            </a:p>
          </p:txBody>
        </p:sp>
        <p:sp>
          <p:nvSpPr>
            <p:cNvPr id="426" name="Freeform: Shape 425">
              <a:extLst>
                <a:ext uri="{FF2B5EF4-FFF2-40B4-BE49-F238E27FC236}">
                  <a16:creationId xmlns:a16="http://schemas.microsoft.com/office/drawing/2014/main" id="{3CE88EFD-3D4A-512E-DD9F-37B60D74681A}"/>
                </a:ext>
              </a:extLst>
            </p:cNvPr>
            <p:cNvSpPr/>
            <p:nvPr/>
          </p:nvSpPr>
          <p:spPr>
            <a:xfrm>
              <a:off x="9504669" y="1919169"/>
              <a:ext cx="307655" cy="54588"/>
            </a:xfrm>
            <a:custGeom>
              <a:avLst/>
              <a:gdLst>
                <a:gd name="csX0" fmla="*/ 130831 w 1292460"/>
                <a:gd name="csY0" fmla="*/ 191 h 229323"/>
                <a:gd name="csX1" fmla="*/ 1283832 w 1292460"/>
                <a:gd name="csY1" fmla="*/ 105156 h 229323"/>
                <a:gd name="csX2" fmla="*/ 1292405 w 1292460"/>
                <a:gd name="csY2" fmla="*/ 115538 h 229323"/>
                <a:gd name="csX3" fmla="*/ 1281928 w 1292460"/>
                <a:gd name="csY3" fmla="*/ 220790 h 229323"/>
                <a:gd name="csX4" fmla="*/ 1271545 w 1292460"/>
                <a:gd name="csY4" fmla="*/ 229267 h 229323"/>
                <a:gd name="csX5" fmla="*/ 123211 w 1292460"/>
                <a:gd name="csY5" fmla="*/ 115729 h 229323"/>
                <a:gd name="csX6" fmla="*/ 2339 w 1292460"/>
                <a:gd name="csY6" fmla="*/ 46577 h 229323"/>
                <a:gd name="csX7" fmla="*/ 3291 w 1292460"/>
                <a:gd name="csY7" fmla="*/ 38100 h 229323"/>
                <a:gd name="csX8" fmla="*/ 130831 w 1292460"/>
                <a:gd name="csY8" fmla="*/ 0 h 2293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92460" h="229323">
                  <a:moveTo>
                    <a:pt x="130831" y="191"/>
                  </a:moveTo>
                  <a:lnTo>
                    <a:pt x="1283832" y="105156"/>
                  </a:lnTo>
                  <a:cubicBezTo>
                    <a:pt x="1289071" y="105632"/>
                    <a:pt x="1292976" y="110300"/>
                    <a:pt x="1292405" y="115538"/>
                  </a:cubicBezTo>
                  <a:lnTo>
                    <a:pt x="1281928" y="220790"/>
                  </a:lnTo>
                  <a:cubicBezTo>
                    <a:pt x="1281451" y="226028"/>
                    <a:pt x="1276784" y="229838"/>
                    <a:pt x="1271545" y="229267"/>
                  </a:cubicBezTo>
                  <a:lnTo>
                    <a:pt x="123211" y="115729"/>
                  </a:lnTo>
                  <a:lnTo>
                    <a:pt x="2339" y="46577"/>
                  </a:lnTo>
                  <a:cubicBezTo>
                    <a:pt x="-1185" y="44577"/>
                    <a:pt x="-614" y="39243"/>
                    <a:pt x="3291" y="38100"/>
                  </a:cubicBezTo>
                  <a:lnTo>
                    <a:pt x="130831" y="0"/>
                  </a:lnTo>
                  <a:close/>
                </a:path>
              </a:pathLst>
            </a:custGeom>
            <a:solidFill>
              <a:srgbClr val="2251FF"/>
            </a:solidFill>
            <a:ln w="9525" cap="flat">
              <a:noFill/>
              <a:prstDash val="solid"/>
              <a:miter/>
            </a:ln>
          </p:spPr>
          <p:txBody>
            <a:bodyPr/>
            <a:lstStyle/>
            <a:p>
              <a:endParaRPr lang="en-US"/>
            </a:p>
          </p:txBody>
        </p:sp>
        <p:sp>
          <p:nvSpPr>
            <p:cNvPr id="427" name="Freeform: Shape 426">
              <a:extLst>
                <a:ext uri="{FF2B5EF4-FFF2-40B4-BE49-F238E27FC236}">
                  <a16:creationId xmlns:a16="http://schemas.microsoft.com/office/drawing/2014/main" id="{37936BD4-BC85-09E3-6DC2-45AA1BC9A14B}"/>
                </a:ext>
              </a:extLst>
            </p:cNvPr>
            <p:cNvSpPr/>
            <p:nvPr/>
          </p:nvSpPr>
          <p:spPr>
            <a:xfrm>
              <a:off x="9609768" y="1898886"/>
              <a:ext cx="86003" cy="147548"/>
            </a:xfrm>
            <a:custGeom>
              <a:avLst/>
              <a:gdLst>
                <a:gd name="csX0" fmla="*/ 361299 w 361298"/>
                <a:gd name="csY0" fmla="*/ 286665 h 619848"/>
                <a:gd name="csX1" fmla="*/ 107172 w 361298"/>
                <a:gd name="csY1" fmla="*/ 9392 h 619848"/>
                <a:gd name="csX2" fmla="*/ 12684 w 361298"/>
                <a:gd name="csY2" fmla="*/ 98546 h 619848"/>
                <a:gd name="csX3" fmla="*/ 123650 w 361298"/>
                <a:gd name="csY3" fmla="*/ 251327 h 619848"/>
                <a:gd name="csX4" fmla="*/ 134032 w 361298"/>
                <a:gd name="csY4" fmla="*/ 619849 h 619848"/>
                <a:gd name="csX5" fmla="*/ 361299 w 361298"/>
                <a:gd name="csY5" fmla="*/ 286760 h 619848"/>
              </a:gdLst>
              <a:ahLst/>
              <a:cxnLst>
                <a:cxn ang="0">
                  <a:pos x="csX0" y="csY0"/>
                </a:cxn>
                <a:cxn ang="0">
                  <a:pos x="csX1" y="csY1"/>
                </a:cxn>
                <a:cxn ang="0">
                  <a:pos x="csX2" y="csY2"/>
                </a:cxn>
                <a:cxn ang="0">
                  <a:pos x="csX3" y="csY3"/>
                </a:cxn>
                <a:cxn ang="0">
                  <a:pos x="csX4" y="csY4"/>
                </a:cxn>
                <a:cxn ang="0">
                  <a:pos x="csX5" y="csY5"/>
                </a:cxn>
              </a:cxnLst>
              <a:rect l="l" t="t" r="r" b="b"/>
              <a:pathLst>
                <a:path w="361298" h="619848">
                  <a:moveTo>
                    <a:pt x="361299" y="286665"/>
                  </a:moveTo>
                  <a:cubicBezTo>
                    <a:pt x="308149" y="177222"/>
                    <a:pt x="189373" y="47396"/>
                    <a:pt x="107172" y="9392"/>
                  </a:cubicBezTo>
                  <a:cubicBezTo>
                    <a:pt x="40973" y="-21279"/>
                    <a:pt x="-29321" y="27013"/>
                    <a:pt x="12684" y="98546"/>
                  </a:cubicBezTo>
                  <a:cubicBezTo>
                    <a:pt x="58785" y="177032"/>
                    <a:pt x="107363" y="224371"/>
                    <a:pt x="123650" y="251327"/>
                  </a:cubicBezTo>
                  <a:cubicBezTo>
                    <a:pt x="29829" y="405632"/>
                    <a:pt x="82121" y="557841"/>
                    <a:pt x="134032" y="619849"/>
                  </a:cubicBezTo>
                  <a:lnTo>
                    <a:pt x="361299" y="286760"/>
                  </a:lnTo>
                  <a:close/>
                </a:path>
              </a:pathLst>
            </a:custGeom>
            <a:solidFill>
              <a:srgbClr val="DAA872"/>
            </a:solidFill>
            <a:ln w="9525" cap="flat">
              <a:noFill/>
              <a:prstDash val="solid"/>
              <a:miter/>
            </a:ln>
          </p:spPr>
          <p:txBody>
            <a:bodyPr/>
            <a:lstStyle/>
            <a:p>
              <a:endParaRPr lang="en-US"/>
            </a:p>
          </p:txBody>
        </p:sp>
        <p:sp>
          <p:nvSpPr>
            <p:cNvPr id="428" name="Freeform: Shape 427">
              <a:extLst>
                <a:ext uri="{FF2B5EF4-FFF2-40B4-BE49-F238E27FC236}">
                  <a16:creationId xmlns:a16="http://schemas.microsoft.com/office/drawing/2014/main" id="{29389146-C79E-20D6-EF66-19A53A8FBB57}"/>
                </a:ext>
              </a:extLst>
            </p:cNvPr>
            <p:cNvSpPr/>
            <p:nvPr/>
          </p:nvSpPr>
          <p:spPr>
            <a:xfrm>
              <a:off x="9623482" y="1955288"/>
              <a:ext cx="21591" cy="94523"/>
            </a:xfrm>
            <a:custGeom>
              <a:avLst/>
              <a:gdLst>
                <a:gd name="csX0" fmla="*/ 76419 w 90702"/>
                <a:gd name="csY0" fmla="*/ 397093 h 397092"/>
                <a:gd name="csX1" fmla="*/ 65465 w 90702"/>
                <a:gd name="csY1" fmla="*/ 391949 h 397092"/>
                <a:gd name="csX2" fmla="*/ 53845 w 90702"/>
                <a:gd name="csY2" fmla="*/ 6853 h 397092"/>
                <a:gd name="csX3" fmla="*/ 73466 w 90702"/>
                <a:gd name="csY3" fmla="*/ 2091 h 397092"/>
                <a:gd name="csX4" fmla="*/ 78229 w 90702"/>
                <a:gd name="csY4" fmla="*/ 21712 h 397092"/>
                <a:gd name="csX5" fmla="*/ 87373 w 90702"/>
                <a:gd name="csY5" fmla="*/ 373661 h 397092"/>
                <a:gd name="csX6" fmla="*/ 85563 w 90702"/>
                <a:gd name="csY6" fmla="*/ 393759 h 397092"/>
                <a:gd name="csX7" fmla="*/ 76419 w 90702"/>
                <a:gd name="csY7" fmla="*/ 397093 h 397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90702" h="397092">
                  <a:moveTo>
                    <a:pt x="76419" y="397093"/>
                  </a:moveTo>
                  <a:cubicBezTo>
                    <a:pt x="72323" y="397093"/>
                    <a:pt x="68323" y="395378"/>
                    <a:pt x="65465" y="391949"/>
                  </a:cubicBezTo>
                  <a:cubicBezTo>
                    <a:pt x="8220" y="323560"/>
                    <a:pt x="-42072" y="164587"/>
                    <a:pt x="53845" y="6853"/>
                  </a:cubicBezTo>
                  <a:cubicBezTo>
                    <a:pt x="57941" y="91"/>
                    <a:pt x="66704" y="-2005"/>
                    <a:pt x="73466" y="2091"/>
                  </a:cubicBezTo>
                  <a:cubicBezTo>
                    <a:pt x="80229" y="6187"/>
                    <a:pt x="82325" y="14950"/>
                    <a:pt x="78229" y="21712"/>
                  </a:cubicBezTo>
                  <a:cubicBezTo>
                    <a:pt x="-9877" y="166683"/>
                    <a:pt x="35462" y="311558"/>
                    <a:pt x="87373" y="373661"/>
                  </a:cubicBezTo>
                  <a:cubicBezTo>
                    <a:pt x="92421" y="379757"/>
                    <a:pt x="91659" y="388711"/>
                    <a:pt x="85563" y="393759"/>
                  </a:cubicBezTo>
                  <a:cubicBezTo>
                    <a:pt x="82896" y="396045"/>
                    <a:pt x="79658" y="397093"/>
                    <a:pt x="76419" y="397093"/>
                  </a:cubicBezTo>
                  <a:close/>
                </a:path>
              </a:pathLst>
            </a:custGeom>
            <a:solidFill>
              <a:srgbClr val="A37E52"/>
            </a:solidFill>
            <a:ln w="9525" cap="flat">
              <a:noFill/>
              <a:prstDash val="solid"/>
              <a:miter/>
            </a:ln>
          </p:spPr>
          <p:txBody>
            <a:bodyPr/>
            <a:lstStyle/>
            <a:p>
              <a:endParaRPr lang="en-US"/>
            </a:p>
          </p:txBody>
        </p:sp>
        <p:sp>
          <p:nvSpPr>
            <p:cNvPr id="429" name="Freeform: Shape 428">
              <a:extLst>
                <a:ext uri="{FF2B5EF4-FFF2-40B4-BE49-F238E27FC236}">
                  <a16:creationId xmlns:a16="http://schemas.microsoft.com/office/drawing/2014/main" id="{DB6739CC-5AFE-22F2-0EA7-3035D69A0F80}"/>
                </a:ext>
              </a:extLst>
            </p:cNvPr>
            <p:cNvSpPr/>
            <p:nvPr/>
          </p:nvSpPr>
          <p:spPr>
            <a:xfrm>
              <a:off x="9637009" y="1900471"/>
              <a:ext cx="37340" cy="33844"/>
            </a:xfrm>
            <a:custGeom>
              <a:avLst/>
              <a:gdLst>
                <a:gd name="csX0" fmla="*/ 142559 w 156867"/>
                <a:gd name="csY0" fmla="*/ 142178 h 142177"/>
                <a:gd name="csX1" fmla="*/ 131795 w 156867"/>
                <a:gd name="csY1" fmla="*/ 137320 h 142177"/>
                <a:gd name="csX2" fmla="*/ 6923 w 156867"/>
                <a:gd name="csY2" fmla="*/ 26544 h 142177"/>
                <a:gd name="csX3" fmla="*/ 2065 w 156867"/>
                <a:gd name="csY3" fmla="*/ 6923 h 142177"/>
                <a:gd name="csX4" fmla="*/ 21686 w 156867"/>
                <a:gd name="csY4" fmla="*/ 2065 h 142177"/>
                <a:gd name="csX5" fmla="*/ 153322 w 156867"/>
                <a:gd name="csY5" fmla="*/ 118460 h 142177"/>
                <a:gd name="csX6" fmla="*/ 151988 w 156867"/>
                <a:gd name="csY6" fmla="*/ 138653 h 142177"/>
                <a:gd name="csX7" fmla="*/ 142559 w 156867"/>
                <a:gd name="csY7" fmla="*/ 142178 h 1421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56867" h="142177">
                  <a:moveTo>
                    <a:pt x="142559" y="142178"/>
                  </a:moveTo>
                  <a:cubicBezTo>
                    <a:pt x="138558" y="142178"/>
                    <a:pt x="134653" y="140558"/>
                    <a:pt x="131795" y="137320"/>
                  </a:cubicBezTo>
                  <a:cubicBezTo>
                    <a:pt x="89123" y="88647"/>
                    <a:pt x="44737" y="49309"/>
                    <a:pt x="6923" y="26544"/>
                  </a:cubicBezTo>
                  <a:cubicBezTo>
                    <a:pt x="160" y="22448"/>
                    <a:pt x="-2031" y="13685"/>
                    <a:pt x="2065" y="6923"/>
                  </a:cubicBezTo>
                  <a:cubicBezTo>
                    <a:pt x="6161" y="160"/>
                    <a:pt x="14924" y="-2031"/>
                    <a:pt x="21686" y="2065"/>
                  </a:cubicBezTo>
                  <a:cubicBezTo>
                    <a:pt x="61977" y="26354"/>
                    <a:pt x="108745" y="67692"/>
                    <a:pt x="153322" y="118460"/>
                  </a:cubicBezTo>
                  <a:cubicBezTo>
                    <a:pt x="158561" y="124366"/>
                    <a:pt x="157894" y="133415"/>
                    <a:pt x="151988" y="138653"/>
                  </a:cubicBezTo>
                  <a:cubicBezTo>
                    <a:pt x="149321" y="141035"/>
                    <a:pt x="145892" y="142178"/>
                    <a:pt x="142559" y="142178"/>
                  </a:cubicBezTo>
                  <a:close/>
                </a:path>
              </a:pathLst>
            </a:custGeom>
            <a:solidFill>
              <a:srgbClr val="A37E52"/>
            </a:solidFill>
            <a:ln w="9525" cap="flat">
              <a:noFill/>
              <a:prstDash val="solid"/>
              <a:miter/>
            </a:ln>
          </p:spPr>
          <p:txBody>
            <a:bodyPr/>
            <a:lstStyle/>
            <a:p>
              <a:endParaRPr lang="en-US"/>
            </a:p>
          </p:txBody>
        </p:sp>
      </p:grpSp>
      <p:grpSp>
        <p:nvGrpSpPr>
          <p:cNvPr id="774" name="Group 773">
            <a:extLst>
              <a:ext uri="{FF2B5EF4-FFF2-40B4-BE49-F238E27FC236}">
                <a16:creationId xmlns:a16="http://schemas.microsoft.com/office/drawing/2014/main" id="{D514950F-8B5C-941F-394E-E1C886F5AA27}"/>
              </a:ext>
            </a:extLst>
          </p:cNvPr>
          <p:cNvGrpSpPr/>
          <p:nvPr/>
        </p:nvGrpSpPr>
        <p:grpSpPr>
          <a:xfrm>
            <a:off x="8088198" y="904565"/>
            <a:ext cx="3549066" cy="160664"/>
            <a:chOff x="8088198" y="904565"/>
            <a:chExt cx="3549066" cy="160664"/>
          </a:xfrm>
        </p:grpSpPr>
        <p:sp>
          <p:nvSpPr>
            <p:cNvPr id="253" name="TextBox 252">
              <a:extLst>
                <a:ext uri="{FF2B5EF4-FFF2-40B4-BE49-F238E27FC236}">
                  <a16:creationId xmlns:a16="http://schemas.microsoft.com/office/drawing/2014/main" id="{5C6E5D55-8C21-4EC4-606F-1FFABCBEF3E1}"/>
                </a:ext>
              </a:extLst>
            </p:cNvPr>
            <p:cNvSpPr txBox="1"/>
            <p:nvPr/>
          </p:nvSpPr>
          <p:spPr>
            <a:xfrm>
              <a:off x="8373927" y="904565"/>
              <a:ext cx="1195840" cy="153888"/>
            </a:xfrm>
            <a:prstGeom prst="rect">
              <a:avLst/>
            </a:prstGeom>
          </p:spPr>
          <p:txBody>
            <a:bodyPr vert="horz" wrap="non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Intake to PO creation</a:t>
              </a:r>
            </a:p>
          </p:txBody>
        </p:sp>
        <p:sp>
          <p:nvSpPr>
            <p:cNvPr id="254" name="TextBox 253">
              <a:extLst>
                <a:ext uri="{FF2B5EF4-FFF2-40B4-BE49-F238E27FC236}">
                  <a16:creationId xmlns:a16="http://schemas.microsoft.com/office/drawing/2014/main" id="{EEEAFC4E-2D51-D053-B06F-5BC782B1AE15}"/>
                </a:ext>
              </a:extLst>
            </p:cNvPr>
            <p:cNvSpPr txBox="1"/>
            <p:nvPr/>
          </p:nvSpPr>
          <p:spPr>
            <a:xfrm>
              <a:off x="10106396" y="904565"/>
              <a:ext cx="1530868" cy="153888"/>
            </a:xfrm>
            <a:prstGeom prst="rect">
              <a:avLst/>
            </a:prstGeom>
          </p:spPr>
          <p:txBody>
            <a:bodyPr vert="horz" wrap="non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Invoicing and reconciliation</a:t>
              </a:r>
            </a:p>
          </p:txBody>
        </p:sp>
        <p:sp>
          <p:nvSpPr>
            <p:cNvPr id="772" name="Rectangle 771">
              <a:extLst>
                <a:ext uri="{FF2B5EF4-FFF2-40B4-BE49-F238E27FC236}">
                  <a16:creationId xmlns:a16="http://schemas.microsoft.com/office/drawing/2014/main" id="{62FB6587-DC32-27E9-5287-04A8E7DAAFA4}"/>
                </a:ext>
              </a:extLst>
            </p:cNvPr>
            <p:cNvSpPr/>
            <p:nvPr/>
          </p:nvSpPr>
          <p:spPr>
            <a:xfrm>
              <a:off x="8088198" y="904973"/>
              <a:ext cx="207390" cy="160256"/>
            </a:xfrm>
            <a:prstGeom prst="rect">
              <a:avLst/>
            </a:prstGeom>
            <a:solidFill>
              <a:srgbClr val="D6D6D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773" name="Rectangle 772">
              <a:extLst>
                <a:ext uri="{FF2B5EF4-FFF2-40B4-BE49-F238E27FC236}">
                  <a16:creationId xmlns:a16="http://schemas.microsoft.com/office/drawing/2014/main" id="{CF5AA2CB-63B3-D13D-4847-1965ED84ABCE}"/>
                </a:ext>
              </a:extLst>
            </p:cNvPr>
            <p:cNvSpPr/>
            <p:nvPr/>
          </p:nvSpPr>
          <p:spPr>
            <a:xfrm>
              <a:off x="9851011" y="904973"/>
              <a:ext cx="207390" cy="160256"/>
            </a:xfrm>
            <a:prstGeom prst="rect">
              <a:avLst/>
            </a:prstGeom>
            <a:solidFill>
              <a:schemeClr val="accent2">
                <a:lumMod val="40000"/>
                <a:lumOff val="6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grpSp>
      <p:grpSp>
        <p:nvGrpSpPr>
          <p:cNvPr id="7" name="sticker">
            <a:extLst>
              <a:ext uri="{FF2B5EF4-FFF2-40B4-BE49-F238E27FC236}">
                <a16:creationId xmlns:a16="http://schemas.microsoft.com/office/drawing/2014/main" id="{C202B4A1-D313-70EF-47FB-4E91F2546FF5}"/>
              </a:ext>
            </a:extLst>
          </p:cNvPr>
          <p:cNvGrpSpPr/>
          <p:nvPr/>
        </p:nvGrpSpPr>
        <p:grpSpPr>
          <a:xfrm>
            <a:off x="558192" y="1153531"/>
            <a:ext cx="698909" cy="156966"/>
            <a:chOff x="558192" y="1289273"/>
            <a:chExt cx="698909" cy="156966"/>
          </a:xfrm>
        </p:grpSpPr>
        <p:sp>
          <p:nvSpPr>
            <p:cNvPr id="8" name="StickerRectangle">
              <a:extLst>
                <a:ext uri="{FF2B5EF4-FFF2-40B4-BE49-F238E27FC236}">
                  <a16:creationId xmlns:a16="http://schemas.microsoft.com/office/drawing/2014/main" id="{59019323-FCE2-D705-8811-F5D77483EEB6}"/>
                </a:ext>
              </a:extLst>
            </p:cNvPr>
            <p:cNvSpPr>
              <a:spLocks noChangeArrowheads="1"/>
            </p:cNvSpPr>
            <p:nvPr userDrawn="1"/>
          </p:nvSpPr>
          <p:spPr bwMode="gray">
            <a:xfrm>
              <a:off x="558192" y="1289273"/>
              <a:ext cx="69890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Preliminary</a:t>
              </a:r>
              <a:endParaRPr lang="en-US" sz="800" baseline="0">
                <a:solidFill>
                  <a:schemeClr val="tx1"/>
                </a:solidFill>
                <a:latin typeface="+mn-lt"/>
                <a:ea typeface="+mn-ea"/>
              </a:endParaRPr>
            </a:p>
          </p:txBody>
        </p:sp>
        <p:cxnSp>
          <p:nvCxnSpPr>
            <p:cNvPr id="9" name="StickerUnderline">
              <a:extLst>
                <a:ext uri="{FF2B5EF4-FFF2-40B4-BE49-F238E27FC236}">
                  <a16:creationId xmlns:a16="http://schemas.microsoft.com/office/drawing/2014/main" id="{66C2EE5B-2B61-4D04-037F-7975C676706F}"/>
                </a:ext>
              </a:extLst>
            </p:cNvPr>
            <p:cNvCxnSpPr>
              <a:cxnSpLocks noChangeShapeType="1"/>
              <a:stCxn id="8" idx="4"/>
              <a:endCxn id="8" idx="6"/>
            </p:cNvCxnSpPr>
            <p:nvPr/>
          </p:nvCxnSpPr>
          <p:spPr bwMode="gray">
            <a:xfrm>
              <a:off x="558192" y="1446239"/>
              <a:ext cx="69890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913967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E6F04-D885-F187-7CBB-F446F04CD22B}"/>
            </a:ext>
          </a:extLst>
        </p:cNvPr>
        <p:cNvGrpSpPr/>
        <p:nvPr/>
      </p:nvGrpSpPr>
      <p:grpSpPr>
        <a:xfrm>
          <a:off x="0" y="0"/>
          <a:ext cx="0" cy="0"/>
          <a:chOff x="0" y="0"/>
          <a:chExt cx="0" cy="0"/>
        </a:xfrm>
      </p:grpSpPr>
      <p:graphicFrame>
        <p:nvGraphicFramePr>
          <p:cNvPr id="38" name="Object 2" hidden="1">
            <a:extLst>
              <a:ext uri="{FF2B5EF4-FFF2-40B4-BE49-F238E27FC236}">
                <a16:creationId xmlns:a16="http://schemas.microsoft.com/office/drawing/2014/main" id="{B1E160A9-CE7F-EA10-0625-FAA165544D77}"/>
              </a:ext>
            </a:extLst>
          </p:cNvPr>
          <p:cNvGraphicFramePr>
            <a:graphicFrameLocks noChangeAspect="1"/>
          </p:cNvGraphicFramePr>
          <p:nvPr>
            <p:custDataLst>
              <p:tags r:id="rId1"/>
            </p:custDataLst>
            <p:extLst>
              <p:ext uri="{D42A27DB-BD31-4B8C-83A1-F6EECF244321}">
                <p14:modId xmlns:p14="http://schemas.microsoft.com/office/powerpoint/2010/main" val="38876871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0" imgW="395" imgH="396" progId="TCLayout.ActiveDocument.1">
                  <p:embed/>
                </p:oleObj>
              </mc:Choice>
              <mc:Fallback>
                <p:oleObj name="think-cell Slide" r:id="rId30" imgW="395" imgH="396" progId="TCLayout.ActiveDocument.1">
                  <p:embed/>
                  <p:pic>
                    <p:nvPicPr>
                      <p:cNvPr id="38" name="Object 2" hidden="1">
                        <a:extLst>
                          <a:ext uri="{FF2B5EF4-FFF2-40B4-BE49-F238E27FC236}">
                            <a16:creationId xmlns:a16="http://schemas.microsoft.com/office/drawing/2014/main" id="{B1E160A9-CE7F-EA10-0625-FAA165544D77}"/>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74" name="Rectangle 73">
            <a:extLst>
              <a:ext uri="{FF2B5EF4-FFF2-40B4-BE49-F238E27FC236}">
                <a16:creationId xmlns:a16="http://schemas.microsoft.com/office/drawing/2014/main" id="{4A8DB2DE-4E6A-D813-2709-B39DC9FC130C}"/>
              </a:ext>
            </a:extLst>
          </p:cNvPr>
          <p:cNvSpPr/>
          <p:nvPr/>
        </p:nvSpPr>
        <p:spPr>
          <a:xfrm>
            <a:off x="7789450" y="1962763"/>
            <a:ext cx="1735031" cy="2288957"/>
          </a:xfrm>
          <a:prstGeom prst="rect">
            <a:avLst/>
          </a:prstGeom>
          <a:solidFill>
            <a:schemeClr val="accent5">
              <a:lumMod val="20000"/>
              <a:lumOff val="80000"/>
            </a:schemeClr>
          </a:solidFill>
          <a:ln w="6350" cap="sq">
            <a:noFill/>
            <a:miter lim="800000"/>
          </a:ln>
          <a:effectLst>
            <a:outerShdw blurRad="50800" dist="38100" dir="2700000" algn="tl" rotWithShape="0">
              <a:prstClr val="black">
                <a:alpha val="4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76" name="Rectangle 75">
            <a:extLst>
              <a:ext uri="{FF2B5EF4-FFF2-40B4-BE49-F238E27FC236}">
                <a16:creationId xmlns:a16="http://schemas.microsoft.com/office/drawing/2014/main" id="{37B9C0CC-0EB9-9E82-4E42-38421BB2C874}"/>
              </a:ext>
            </a:extLst>
          </p:cNvPr>
          <p:cNvSpPr/>
          <p:nvPr/>
        </p:nvSpPr>
        <p:spPr>
          <a:xfrm>
            <a:off x="9773456" y="1962763"/>
            <a:ext cx="1889985" cy="2288957"/>
          </a:xfrm>
          <a:prstGeom prst="rect">
            <a:avLst/>
          </a:prstGeom>
          <a:solidFill>
            <a:schemeClr val="accent5">
              <a:lumMod val="20000"/>
              <a:lumOff val="80000"/>
            </a:schemeClr>
          </a:solidFill>
          <a:ln w="6350" cap="sq">
            <a:noFill/>
            <a:miter lim="800000"/>
          </a:ln>
          <a:effectLst>
            <a:outerShdw blurRad="50800" dist="38100" dir="2700000" algn="tl" rotWithShape="0">
              <a:prstClr val="black">
                <a:alpha val="4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70" name="Rectangle 69">
            <a:extLst>
              <a:ext uri="{FF2B5EF4-FFF2-40B4-BE49-F238E27FC236}">
                <a16:creationId xmlns:a16="http://schemas.microsoft.com/office/drawing/2014/main" id="{84686D24-6CDA-B87E-198B-61B8894CA2FE}"/>
              </a:ext>
            </a:extLst>
          </p:cNvPr>
          <p:cNvSpPr/>
          <p:nvPr/>
        </p:nvSpPr>
        <p:spPr>
          <a:xfrm>
            <a:off x="5596867" y="1962763"/>
            <a:ext cx="1910858" cy="2270351"/>
          </a:xfrm>
          <a:prstGeom prst="rect">
            <a:avLst/>
          </a:prstGeom>
          <a:solidFill>
            <a:schemeClr val="accent5">
              <a:lumMod val="20000"/>
              <a:lumOff val="80000"/>
            </a:schemeClr>
          </a:solidFill>
          <a:ln w="6350" cap="sq">
            <a:noFill/>
            <a:miter lim="800000"/>
          </a:ln>
          <a:effectLst>
            <a:outerShdw blurRad="50800" dist="38100" dir="2700000" algn="tl" rotWithShape="0">
              <a:prstClr val="black">
                <a:alpha val="4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47" name="Rectangle 46">
            <a:extLst>
              <a:ext uri="{FF2B5EF4-FFF2-40B4-BE49-F238E27FC236}">
                <a16:creationId xmlns:a16="http://schemas.microsoft.com/office/drawing/2014/main" id="{9C27C331-A2C7-7503-0FA5-58116458F8C2}"/>
              </a:ext>
            </a:extLst>
          </p:cNvPr>
          <p:cNvSpPr/>
          <p:nvPr/>
        </p:nvSpPr>
        <p:spPr>
          <a:xfrm>
            <a:off x="1722346" y="2744809"/>
            <a:ext cx="1910858" cy="1566567"/>
          </a:xfrm>
          <a:prstGeom prst="rect">
            <a:avLst/>
          </a:prstGeom>
          <a:solidFill>
            <a:schemeClr val="accent5">
              <a:lumMod val="20000"/>
              <a:lumOff val="80000"/>
            </a:schemeClr>
          </a:solidFill>
          <a:ln w="6350" cap="sq">
            <a:noFill/>
            <a:miter lim="800000"/>
          </a:ln>
          <a:effectLst>
            <a:outerShdw blurRad="50800" dist="38100" dir="2700000" algn="tl" rotWithShape="0">
              <a:prstClr val="black">
                <a:alpha val="4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2" name="2. Slide Title">
            <a:extLst>
              <a:ext uri="{FF2B5EF4-FFF2-40B4-BE49-F238E27FC236}">
                <a16:creationId xmlns:a16="http://schemas.microsoft.com/office/drawing/2014/main" id="{8155C199-20B7-EBF9-253D-24BAC708A7A6}"/>
              </a:ext>
            </a:extLst>
          </p:cNvPr>
          <p:cNvSpPr>
            <a:spLocks noGrp="1"/>
          </p:cNvSpPr>
          <p:nvPr>
            <p:ph type="title"/>
            <p:custDataLst>
              <p:tags r:id="rId2"/>
            </p:custDataLst>
          </p:nvPr>
        </p:nvSpPr>
        <p:spPr>
          <a:xfrm>
            <a:off x="554736" y="245323"/>
            <a:ext cx="11467218" cy="479111"/>
          </a:xfrm>
        </p:spPr>
        <p:txBody>
          <a:bodyPr vert="horz"/>
          <a:lstStyle/>
          <a:p>
            <a:r>
              <a:rPr lang="en-US" dirty="0"/>
              <a:t>C. </a:t>
            </a:r>
            <a:r>
              <a:rPr lang="en-US" i="1" dirty="0"/>
              <a:t>NSP handling: </a:t>
            </a:r>
            <a:r>
              <a:rPr lang="en-US" dirty="0"/>
              <a:t>Horizons to achieve ‘bold vision’</a:t>
            </a:r>
            <a:endParaRPr lang="en-US" i="1" dirty="0"/>
          </a:p>
        </p:txBody>
      </p:sp>
      <p:sp>
        <p:nvSpPr>
          <p:cNvPr id="29" name="4. Footnote">
            <a:extLst>
              <a:ext uri="{FF2B5EF4-FFF2-40B4-BE49-F238E27FC236}">
                <a16:creationId xmlns:a16="http://schemas.microsoft.com/office/drawing/2014/main" id="{C2E8D1DB-3A12-3AE9-54EA-5F35493DB1AE}"/>
              </a:ext>
            </a:extLst>
          </p:cNvPr>
          <p:cNvSpPr txBox="1"/>
          <p:nvPr>
            <p:custDataLst>
              <p:tags r:id="rId3"/>
            </p:custDataLst>
          </p:nvPr>
        </p:nvSpPr>
        <p:spPr>
          <a:xfrm>
            <a:off x="593353" y="6534835"/>
            <a:ext cx="9234425" cy="323165"/>
          </a:xfrm>
          <a:prstGeom prst="rect">
            <a:avLst/>
          </a:prstGeom>
          <a:noFill/>
        </p:spPr>
        <p:txBody>
          <a:bodyPr wrap="square" lIns="0" tIns="0" rIns="0" bIns="0" rtlCol="0" anchor="b">
            <a:spAutoFit/>
          </a:bodyPr>
          <a:lstStyle/>
          <a:p>
            <a:pPr marL="203200" lvl="0" indent="-212725">
              <a:defRPr/>
            </a:pPr>
            <a:r>
              <a:rPr lang="en-US" sz="700" kern="1200">
                <a:latin typeface="+mn-lt"/>
                <a:ea typeface="+mn-ea"/>
                <a:cs typeface="Arial" panose="020B0604020202020204" pitchFamily="34" charset="0"/>
              </a:rPr>
              <a:t>1.	Indicative only; timeline will depend materially on the maturity of the existing technology stack and system architecture</a:t>
            </a:r>
          </a:p>
          <a:p>
            <a:pPr marL="203200" lvl="0" indent="-212725">
              <a:defRPr/>
            </a:pPr>
            <a:r>
              <a:rPr lang="en-US" sz="700" kern="1200">
                <a:latin typeface="+mn-lt"/>
                <a:ea typeface="+mn-ea"/>
                <a:cs typeface="Arial" panose="020B0604020202020204" pitchFamily="34" charset="0"/>
              </a:rPr>
              <a:t>2.	MVP ready in 6 weeks, time to production ~6 months</a:t>
            </a:r>
          </a:p>
          <a:p>
            <a:pPr marL="203200" lvl="0" indent="-212725">
              <a:defRPr/>
            </a:pPr>
            <a:r>
              <a:rPr lang="en-US" sz="700" kern="1200">
                <a:latin typeface="+mn-lt"/>
                <a:ea typeface="+mn-ea"/>
                <a:cs typeface="Arial" panose="020B0604020202020204" pitchFamily="34" charset="0"/>
              </a:rPr>
              <a:t>3.	Impact calculated based on NSP handling process baseline</a:t>
            </a:r>
          </a:p>
        </p:txBody>
      </p:sp>
      <p:sp>
        <p:nvSpPr>
          <p:cNvPr id="129" name="TextBox 128">
            <a:extLst>
              <a:ext uri="{FF2B5EF4-FFF2-40B4-BE49-F238E27FC236}">
                <a16:creationId xmlns:a16="http://schemas.microsoft.com/office/drawing/2014/main" id="{2ACC7397-9C8E-F503-3435-3EC146FD51D0}"/>
              </a:ext>
            </a:extLst>
          </p:cNvPr>
          <p:cNvSpPr txBox="1"/>
          <p:nvPr/>
        </p:nvSpPr>
        <p:spPr>
          <a:xfrm>
            <a:off x="590622" y="1657320"/>
            <a:ext cx="930890"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Aspiration</a:t>
            </a:r>
          </a:p>
        </p:txBody>
      </p:sp>
      <p:sp>
        <p:nvSpPr>
          <p:cNvPr id="22" name="TextBox 21">
            <a:extLst>
              <a:ext uri="{FF2B5EF4-FFF2-40B4-BE49-F238E27FC236}">
                <a16:creationId xmlns:a16="http://schemas.microsoft.com/office/drawing/2014/main" id="{1A4A307F-DF07-7F01-605C-29B7DC577DC4}"/>
              </a:ext>
            </a:extLst>
          </p:cNvPr>
          <p:cNvSpPr txBox="1"/>
          <p:nvPr/>
        </p:nvSpPr>
        <p:spPr>
          <a:xfrm>
            <a:off x="577753" y="4414337"/>
            <a:ext cx="930890"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How it works</a:t>
            </a:r>
          </a:p>
        </p:txBody>
      </p:sp>
      <p:cxnSp>
        <p:nvCxnSpPr>
          <p:cNvPr id="30" name="LineBasicDefault 25">
            <a:extLst>
              <a:ext uri="{FF2B5EF4-FFF2-40B4-BE49-F238E27FC236}">
                <a16:creationId xmlns:a16="http://schemas.microsoft.com/office/drawing/2014/main" id="{C48E1CCF-1D26-C0EC-719D-4E773FCCCD0E}"/>
              </a:ext>
            </a:extLst>
          </p:cNvPr>
          <p:cNvCxnSpPr>
            <a:cxnSpLocks/>
          </p:cNvCxnSpPr>
          <p:nvPr>
            <p:custDataLst>
              <p:tags r:id="rId4"/>
            </p:custDataLst>
          </p:nvPr>
        </p:nvCxnSpPr>
        <p:spPr>
          <a:xfrm>
            <a:off x="554736" y="4370867"/>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20A5A4EF-03A2-B534-1C8A-44DA4C4387F3}"/>
              </a:ext>
            </a:extLst>
          </p:cNvPr>
          <p:cNvSpPr txBox="1">
            <a:spLocks/>
          </p:cNvSpPr>
          <p:nvPr/>
        </p:nvSpPr>
        <p:spPr>
          <a:xfrm>
            <a:off x="1783526" y="4414337"/>
            <a:ext cx="1806085" cy="115505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TM-only NSP handling reduces potential errors &amp; FSP/TM back and forth; extraction agent ensures intake completion prior to NSP creation; targeted SAP fixes to drive speed</a:t>
            </a:r>
          </a:p>
        </p:txBody>
      </p:sp>
      <p:sp>
        <p:nvSpPr>
          <p:cNvPr id="5" name="TextBox 4">
            <a:extLst>
              <a:ext uri="{FF2B5EF4-FFF2-40B4-BE49-F238E27FC236}">
                <a16:creationId xmlns:a16="http://schemas.microsoft.com/office/drawing/2014/main" id="{00279AFA-809C-892B-3912-6419CB6C051B}"/>
              </a:ext>
            </a:extLst>
          </p:cNvPr>
          <p:cNvSpPr txBox="1">
            <a:spLocks/>
          </p:cNvSpPr>
          <p:nvPr/>
        </p:nvSpPr>
        <p:spPr>
          <a:xfrm>
            <a:off x="3805657" y="4414337"/>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Co-pilot ingests intake data and past orders to recommend products, vendors, and pricing, with reps refining initial draft</a:t>
            </a:r>
          </a:p>
        </p:txBody>
      </p:sp>
      <p:sp>
        <p:nvSpPr>
          <p:cNvPr id="7" name="TextBox 6">
            <a:extLst>
              <a:ext uri="{FF2B5EF4-FFF2-40B4-BE49-F238E27FC236}">
                <a16:creationId xmlns:a16="http://schemas.microsoft.com/office/drawing/2014/main" id="{F322C964-6DDE-F458-AE28-65E3E9D8C19C}"/>
              </a:ext>
            </a:extLst>
          </p:cNvPr>
          <p:cNvSpPr txBox="1">
            <a:spLocks/>
          </p:cNvSpPr>
          <p:nvPr/>
        </p:nvSpPr>
        <p:spPr>
          <a:xfrm>
            <a:off x="5779483" y="4414337"/>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System automatically generates complete NSP quotes (cost, vendor, pricing) using standardized data and rules, with minimal human input</a:t>
            </a:r>
            <a:endParaRPr kumimoji="0" lang="en-US" sz="1000" b="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8" name="TextBox 7">
            <a:extLst>
              <a:ext uri="{FF2B5EF4-FFF2-40B4-BE49-F238E27FC236}">
                <a16:creationId xmlns:a16="http://schemas.microsoft.com/office/drawing/2014/main" id="{34A8BD1A-1D4E-948C-DB89-8FD799F1A876}"/>
              </a:ext>
            </a:extLst>
          </p:cNvPr>
          <p:cNvSpPr txBox="1">
            <a:spLocks/>
          </p:cNvSpPr>
          <p:nvPr/>
        </p:nvSpPr>
        <p:spPr>
          <a:xfrm>
            <a:off x="7827886" y="4414337"/>
            <a:ext cx="1608083" cy="52412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Agents manage cost data, configure NSPs, and execute updates autonomously, with humans providing final approval to ensure CX &amp; order quality</a:t>
            </a:r>
            <a:endParaRPr kumimoji="0" lang="en-US" sz="1000" b="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90" name="TextBox 89">
            <a:extLst>
              <a:ext uri="{FF2B5EF4-FFF2-40B4-BE49-F238E27FC236}">
                <a16:creationId xmlns:a16="http://schemas.microsoft.com/office/drawing/2014/main" id="{D5B45F0B-A88F-3C6E-BF2D-86DB80647287}"/>
              </a:ext>
            </a:extLst>
          </p:cNvPr>
          <p:cNvSpPr txBox="1"/>
          <p:nvPr/>
        </p:nvSpPr>
        <p:spPr>
          <a:xfrm>
            <a:off x="577753" y="6061248"/>
            <a:ext cx="1054892"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1400" b="1">
                <a:solidFill>
                  <a:srgbClr val="000000"/>
                </a:solidFill>
                <a:latin typeface="Arial"/>
              </a:rPr>
              <a:t>Horizon </a:t>
            </a: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impact</a:t>
            </a:r>
            <a:r>
              <a:rPr kumimoji="0" lang="en-US" sz="1400" b="1" i="0" u="none" strike="noStrike" kern="1200" cap="none" spc="0" normalizeH="0" baseline="30000" noProof="0">
                <a:ln>
                  <a:noFill/>
                </a:ln>
                <a:solidFill>
                  <a:srgbClr val="000000"/>
                </a:solidFill>
                <a:effectLst/>
                <a:uLnTx/>
                <a:uFillTx/>
                <a:latin typeface="Arial"/>
                <a:ea typeface="+mn-ea"/>
                <a:cs typeface="Arial" panose="020B0604020202020204" pitchFamily="34" charset="0"/>
              </a:rPr>
              <a:t>3</a:t>
            </a:r>
            <a:r>
              <a:rPr kumimoji="0" lang="en-US" sz="1400" b="1" i="0" u="none" strike="noStrike" kern="1200" cap="none" spc="0" normalizeH="0" noProof="0">
                <a:ln>
                  <a:noFill/>
                </a:ln>
                <a:solidFill>
                  <a:srgbClr val="000000"/>
                </a:solidFill>
                <a:effectLst/>
                <a:uLnTx/>
                <a:uFillTx/>
                <a:latin typeface="Arial"/>
                <a:ea typeface="+mn-ea"/>
                <a:cs typeface="Arial" panose="020B0604020202020204" pitchFamily="34" charset="0"/>
              </a:rPr>
              <a:t> </a:t>
            </a:r>
          </a:p>
        </p:txBody>
      </p:sp>
      <p:cxnSp>
        <p:nvCxnSpPr>
          <p:cNvPr id="91" name="LineBasicDefault 25">
            <a:extLst>
              <a:ext uri="{FF2B5EF4-FFF2-40B4-BE49-F238E27FC236}">
                <a16:creationId xmlns:a16="http://schemas.microsoft.com/office/drawing/2014/main" id="{0858FC70-6694-51D4-BA5F-55EF8533FDF2}"/>
              </a:ext>
            </a:extLst>
          </p:cNvPr>
          <p:cNvCxnSpPr>
            <a:cxnSpLocks/>
          </p:cNvCxnSpPr>
          <p:nvPr>
            <p:custDataLst>
              <p:tags r:id="rId5"/>
            </p:custDataLst>
          </p:nvPr>
        </p:nvCxnSpPr>
        <p:spPr>
          <a:xfrm>
            <a:off x="554736" y="6030055"/>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63AB7F1-07D7-E2D0-A569-66EBF613D3B3}"/>
              </a:ext>
            </a:extLst>
          </p:cNvPr>
          <p:cNvSpPr txBox="1"/>
          <p:nvPr/>
        </p:nvSpPr>
        <p:spPr>
          <a:xfrm>
            <a:off x="577753" y="1980152"/>
            <a:ext cx="930890"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Value levers</a:t>
            </a:r>
          </a:p>
        </p:txBody>
      </p:sp>
      <p:cxnSp>
        <p:nvCxnSpPr>
          <p:cNvPr id="33" name="LineBasicDefault 25">
            <a:extLst>
              <a:ext uri="{FF2B5EF4-FFF2-40B4-BE49-F238E27FC236}">
                <a16:creationId xmlns:a16="http://schemas.microsoft.com/office/drawing/2014/main" id="{0220701F-9911-76F7-A149-B7DEC8264551}"/>
              </a:ext>
            </a:extLst>
          </p:cNvPr>
          <p:cNvCxnSpPr>
            <a:cxnSpLocks/>
          </p:cNvCxnSpPr>
          <p:nvPr>
            <p:custDataLst>
              <p:tags r:id="rId6"/>
            </p:custDataLst>
          </p:nvPr>
        </p:nvCxnSpPr>
        <p:spPr>
          <a:xfrm>
            <a:off x="554736" y="1932941"/>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C45C59B5-D9FA-656C-4094-37B6B0D332DA}"/>
              </a:ext>
            </a:extLst>
          </p:cNvPr>
          <p:cNvSpPr txBox="1">
            <a:spLocks/>
          </p:cNvSpPr>
          <p:nvPr>
            <p:custDataLst>
              <p:tags r:id="rId7"/>
            </p:custDataLst>
          </p:nvPr>
        </p:nvSpPr>
        <p:spPr>
          <a:xfrm>
            <a:off x="1577135" y="1980151"/>
            <a:ext cx="2064535" cy="221084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TM-only NSP creation with min. fields requirement:</a:t>
            </a:r>
            <a:r>
              <a:rPr lang="en-US" sz="1000"/>
              <a:t> Amended process to reduce errors (QOE blocks non-compliant orders)</a:t>
            </a:r>
          </a:p>
          <a:p>
            <a:pPr marL="171450" indent="-171450">
              <a:buFont typeface="Arial" panose="020B0604020202020204" pitchFamily="34" charset="0"/>
              <a:buChar char="•"/>
            </a:pPr>
            <a:r>
              <a:rPr lang="en-US" sz="1000" b="1"/>
              <a:t>Extraction agent reviews and standardizes FSP requests to normalize intake info for TMs:</a:t>
            </a:r>
          </a:p>
          <a:p>
            <a:pPr marL="400050" lvl="1" indent="-171450">
              <a:buFont typeface="Arial" panose="020B0604020202020204" pitchFamily="34" charset="0"/>
              <a:buChar char="•"/>
            </a:pPr>
            <a:r>
              <a:rPr lang="en-US" sz="1000"/>
              <a:t>Extracts data and inputs into standardized min. required fields (e.g., vendor, mock-up)</a:t>
            </a:r>
          </a:p>
          <a:p>
            <a:pPr marL="171450" indent="-171450">
              <a:buFont typeface="Arial" panose="020B0604020202020204" pitchFamily="34" charset="0"/>
              <a:buChar char="•"/>
            </a:pPr>
            <a:r>
              <a:rPr kumimoji="0" lang="en-US" sz="1000" b="1" i="0" u="none" strike="noStrike" kern="1200" cap="none" spc="0" normalizeH="0" baseline="0" noProof="0">
                <a:ln>
                  <a:noFill/>
                </a:ln>
                <a:solidFill>
                  <a:srgbClr val="000000"/>
                </a:solidFill>
                <a:effectLst/>
                <a:uLnTx/>
                <a:uFillTx/>
                <a:latin typeface="Arial"/>
                <a:ea typeface="+mn-ea"/>
                <a:cs typeface="+mn-cs"/>
              </a:rPr>
              <a:t>Resolve simple SAP issues</a:t>
            </a:r>
            <a:r>
              <a:rPr lang="en-US" sz="1000">
                <a:solidFill>
                  <a:srgbClr val="000000"/>
                </a:solidFill>
                <a:latin typeface="Arial"/>
                <a:cs typeface="+mn-cs"/>
              </a:rPr>
              <a:t> (e.g., </a:t>
            </a:r>
            <a:r>
              <a:rPr kumimoji="0" lang="en-US" sz="1000" i="0" u="none" strike="noStrike" kern="1200" cap="none" spc="0" normalizeH="0" baseline="0" noProof="0">
                <a:ln>
                  <a:noFill/>
                </a:ln>
                <a:solidFill>
                  <a:srgbClr val="000000"/>
                </a:solidFill>
                <a:effectLst/>
                <a:uLnTx/>
                <a:uFillTx/>
                <a:latin typeface="Arial"/>
                <a:ea typeface="+mn-ea"/>
                <a:cs typeface="+mn-cs"/>
              </a:rPr>
              <a:t>ensure attachment names carry over from QOE into ME57)</a:t>
            </a:r>
            <a:endParaRPr lang="en-US" sz="1000"/>
          </a:p>
        </p:txBody>
      </p:sp>
      <p:sp>
        <p:nvSpPr>
          <p:cNvPr id="134" name="TextBox 133">
            <a:extLst>
              <a:ext uri="{FF2B5EF4-FFF2-40B4-BE49-F238E27FC236}">
                <a16:creationId xmlns:a16="http://schemas.microsoft.com/office/drawing/2014/main" id="{0EB9E4AD-6928-F285-4FB1-C5AC861A2858}"/>
              </a:ext>
            </a:extLst>
          </p:cNvPr>
          <p:cNvSpPr txBox="1">
            <a:spLocks/>
          </p:cNvSpPr>
          <p:nvPr>
            <p:custDataLst>
              <p:tags r:id="rId8"/>
            </p:custDataLst>
          </p:nvPr>
        </p:nvSpPr>
        <p:spPr>
          <a:xfrm>
            <a:off x="7643209" y="1980152"/>
            <a:ext cx="1825846" cy="201016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Automate NSP handling E2E: </a:t>
            </a:r>
            <a:r>
              <a:rPr lang="en-US" sz="1000"/>
              <a:t>Agent dynamically intakes and validates NSPs from order intake to cost validation (human-in-the-loop governance for review and final approval)</a:t>
            </a:r>
          </a:p>
          <a:p>
            <a:pPr marL="400050" lvl="1" indent="-171450">
              <a:spcAft>
                <a:spcPts val="0"/>
              </a:spcAft>
              <a:buFont typeface="Arial" panose="020B0604020202020204" pitchFamily="34" charset="0"/>
              <a:buChar char="•"/>
              <a:defRPr/>
            </a:pPr>
            <a:r>
              <a:rPr kumimoji="0" lang="en-US" sz="1000" b="1" i="0" u="none" strike="noStrike" kern="1200" cap="none" spc="0" normalizeH="0" baseline="0" noProof="0">
                <a:ln>
                  <a:noFill/>
                </a:ln>
                <a:solidFill>
                  <a:srgbClr val="000000"/>
                </a:solidFill>
                <a:effectLst/>
                <a:uLnTx/>
                <a:uFillTx/>
                <a:latin typeface="Arial"/>
                <a:ea typeface="+mn-ea"/>
                <a:cs typeface="+mn-cs"/>
              </a:rPr>
              <a:t>Automation of pricing/ invoicing activities: </a:t>
            </a:r>
            <a:r>
              <a:rPr kumimoji="0" lang="en-US" sz="1000" b="0" i="0" u="none" strike="noStrike" kern="1200" cap="none" spc="0" normalizeH="0" baseline="0" noProof="0">
                <a:ln>
                  <a:noFill/>
                </a:ln>
                <a:solidFill>
                  <a:srgbClr val="000000"/>
                </a:solidFill>
                <a:effectLst/>
                <a:uLnTx/>
                <a:uFillTx/>
                <a:latin typeface="Arial"/>
                <a:ea typeface="+mn-ea"/>
                <a:cs typeface="+mn-cs"/>
              </a:rPr>
              <a:t>Agent generates POs, finds invoice errors, establishes feedback loop b/w Purch. &amp; Merch. </a:t>
            </a:r>
            <a:r>
              <a:rPr lang="en-US" sz="1000">
                <a:solidFill>
                  <a:srgbClr val="000000"/>
                </a:solidFill>
                <a:latin typeface="Arial"/>
                <a:cs typeface="+mn-cs"/>
              </a:rPr>
              <a:t>t</a:t>
            </a:r>
            <a:r>
              <a:rPr kumimoji="0" lang="en-US" sz="1000" b="0" i="0" u="none" strike="noStrike" kern="1200" cap="none" spc="0" normalizeH="0" baseline="0" noProof="0">
                <a:ln>
                  <a:noFill/>
                </a:ln>
                <a:solidFill>
                  <a:srgbClr val="000000"/>
                </a:solidFill>
                <a:effectLst/>
                <a:uLnTx/>
                <a:uFillTx/>
                <a:latin typeface="Arial"/>
                <a:ea typeface="+mn-ea"/>
                <a:cs typeface="+mn-cs"/>
              </a:rPr>
              <a:t>o update stale cost data</a:t>
            </a:r>
          </a:p>
          <a:p>
            <a:pPr marL="171450" indent="-171450">
              <a:buFont typeface="Arial" panose="020B0604020202020204" pitchFamily="34" charset="0"/>
              <a:buChar char="•"/>
            </a:pPr>
            <a:endParaRPr lang="en-US" sz="1000"/>
          </a:p>
          <a:p>
            <a:pPr marL="171450" indent="-171450">
              <a:buFont typeface="Arial" panose="020B0604020202020204" pitchFamily="34" charset="0"/>
              <a:buChar char="•"/>
            </a:pPr>
            <a:endParaRPr lang="en-US" sz="1000"/>
          </a:p>
        </p:txBody>
      </p:sp>
      <p:sp>
        <p:nvSpPr>
          <p:cNvPr id="37" name="TextBox 36">
            <a:extLst>
              <a:ext uri="{FF2B5EF4-FFF2-40B4-BE49-F238E27FC236}">
                <a16:creationId xmlns:a16="http://schemas.microsoft.com/office/drawing/2014/main" id="{6004DFD7-BAC1-F9A5-FAB2-2A6D3937D3E8}"/>
              </a:ext>
            </a:extLst>
          </p:cNvPr>
          <p:cNvSpPr txBox="1">
            <a:spLocks/>
          </p:cNvSpPr>
          <p:nvPr/>
        </p:nvSpPr>
        <p:spPr>
          <a:xfrm>
            <a:off x="9827779" y="4414337"/>
            <a:ext cx="1608083" cy="995166"/>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TMs use predictive ordering engine to draft NSPs for FSPs to share with coordinators enhanced by NSP order validation (e.g., live vendor cost data, recommended products)</a:t>
            </a:r>
            <a:endParaRPr kumimoji="0" lang="en-US" sz="1000" b="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1" name="TextBox 40">
            <a:extLst>
              <a:ext uri="{FF2B5EF4-FFF2-40B4-BE49-F238E27FC236}">
                <a16:creationId xmlns:a16="http://schemas.microsoft.com/office/drawing/2014/main" id="{6E30DECF-774A-3A24-D300-9BB55B21C59D}"/>
              </a:ext>
            </a:extLst>
          </p:cNvPr>
          <p:cNvSpPr txBox="1">
            <a:spLocks/>
          </p:cNvSpPr>
          <p:nvPr>
            <p:custDataLst>
              <p:tags r:id="rId9"/>
            </p:custDataLst>
          </p:nvPr>
        </p:nvSpPr>
        <p:spPr>
          <a:xfrm>
            <a:off x="9628686" y="1980152"/>
            <a:ext cx="2035186" cy="1813051"/>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Predictive NSPs based on enriched customer data</a:t>
            </a:r>
            <a:r>
              <a:rPr lang="en-US" sz="1000"/>
              <a:t>: Agent predicts &amp; prepares NSPs based on past orders</a:t>
            </a:r>
          </a:p>
          <a:p>
            <a:pPr marL="400050" lvl="1" indent="-171450">
              <a:buFont typeface="Arial" panose="020B0604020202020204" pitchFamily="34" charset="0"/>
              <a:buChar char="•"/>
            </a:pPr>
            <a:r>
              <a:rPr lang="en-US" sz="1000" b="1"/>
              <a:t>Provides cross-sell / upsell recommendations: </a:t>
            </a:r>
            <a:r>
              <a:rPr lang="en-US" sz="1000"/>
              <a:t>Suggests products in real-time to add to orders</a:t>
            </a:r>
          </a:p>
          <a:p>
            <a:pPr marL="400050" lvl="1" indent="-171450">
              <a:buFont typeface="Arial" panose="020B0604020202020204" pitchFamily="34" charset="0"/>
              <a:buChar char="•"/>
            </a:pPr>
            <a:r>
              <a:rPr lang="en-US" sz="1000" b="1"/>
              <a:t>Reminds FSP </a:t>
            </a:r>
            <a:r>
              <a:rPr lang="en-US" sz="1000"/>
              <a:t>to reach out to clients around key dates</a:t>
            </a:r>
          </a:p>
          <a:p>
            <a:pPr marL="400050" lvl="1" indent="-171450">
              <a:buFont typeface="Arial" panose="020B0604020202020204" pitchFamily="34" charset="0"/>
              <a:buChar char="•"/>
            </a:pPr>
            <a:r>
              <a:rPr lang="en-US" sz="1000" b="1"/>
              <a:t>Auto-suggests SKUs: </a:t>
            </a:r>
            <a:r>
              <a:rPr lang="en-US" sz="1000"/>
              <a:t>Proposes items similar to NSP to limit margin erosion</a:t>
            </a:r>
          </a:p>
        </p:txBody>
      </p:sp>
      <p:sp>
        <p:nvSpPr>
          <p:cNvPr id="58" name="Arrow: Chevron 57">
            <a:extLst>
              <a:ext uri="{FF2B5EF4-FFF2-40B4-BE49-F238E27FC236}">
                <a16:creationId xmlns:a16="http://schemas.microsoft.com/office/drawing/2014/main" id="{D07E5C36-F284-122A-026D-9CDF9B1F4EE9}"/>
              </a:ext>
            </a:extLst>
          </p:cNvPr>
          <p:cNvSpPr>
            <a:spLocks/>
          </p:cNvSpPr>
          <p:nvPr/>
        </p:nvSpPr>
        <p:spPr>
          <a:xfrm>
            <a:off x="1577136" y="1024903"/>
            <a:ext cx="2011680" cy="384474"/>
          </a:xfrm>
          <a:prstGeom prst="chevron">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050" b="1" i="0" u="none" strike="noStrike" kern="1200" cap="none" spc="0" normalizeH="0" baseline="0" noProof="0">
                <a:ln>
                  <a:noFill/>
                </a:ln>
                <a:solidFill>
                  <a:srgbClr val="000000"/>
                </a:solidFill>
                <a:effectLst/>
                <a:uLnTx/>
                <a:uFillTx/>
                <a:latin typeface="Arial"/>
                <a:ea typeface="+mn-ea"/>
                <a:cs typeface="+mn-cs"/>
              </a:rPr>
              <a:t>Horizon 1: </a:t>
            </a:r>
            <a:r>
              <a:rPr kumimoji="0" lang="en-US" sz="1050" b="0" i="0" u="none" strike="noStrike" kern="1200" cap="none" spc="0" normalizeH="0" baseline="0" noProof="0">
                <a:ln>
                  <a:noFill/>
                </a:ln>
                <a:solidFill>
                  <a:srgbClr val="000000"/>
                </a:solidFill>
                <a:effectLst/>
                <a:uLnTx/>
                <a:uFillTx/>
                <a:latin typeface="Arial"/>
                <a:ea typeface="+mn-ea"/>
                <a:cs typeface="+mn-cs"/>
              </a:rPr>
              <a:t>Quick Wins (by June 2026)</a:t>
            </a:r>
            <a:r>
              <a:rPr kumimoji="0" lang="en-US" sz="1050" b="0" i="0" u="none" strike="noStrike" kern="1200" cap="none" spc="0" normalizeH="0" baseline="30000" noProof="0">
                <a:ln>
                  <a:noFill/>
                </a:ln>
                <a:solidFill>
                  <a:srgbClr val="000000"/>
                </a:solidFill>
                <a:effectLst/>
                <a:uLnTx/>
                <a:uFillTx/>
                <a:latin typeface="Arial"/>
                <a:ea typeface="+mn-ea"/>
                <a:cs typeface="+mn-cs"/>
              </a:rPr>
              <a:t>1</a:t>
            </a:r>
            <a:r>
              <a:rPr kumimoji="0" lang="en-US" sz="1050" b="0" i="0" u="none" strike="noStrike" kern="1200" cap="none" spc="0" normalizeH="0" noProof="0">
                <a:ln>
                  <a:noFill/>
                </a:ln>
                <a:solidFill>
                  <a:srgbClr val="000000"/>
                </a:solidFill>
                <a:effectLst/>
                <a:uLnTx/>
                <a:uFillTx/>
                <a:latin typeface="Arial"/>
                <a:ea typeface="+mn-ea"/>
                <a:cs typeface="+mn-cs"/>
              </a:rPr>
              <a:t> </a:t>
            </a:r>
          </a:p>
        </p:txBody>
      </p:sp>
      <p:sp>
        <p:nvSpPr>
          <p:cNvPr id="62" name="Arrow: Chevron 61">
            <a:extLst>
              <a:ext uri="{FF2B5EF4-FFF2-40B4-BE49-F238E27FC236}">
                <a16:creationId xmlns:a16="http://schemas.microsoft.com/office/drawing/2014/main" id="{FA164F45-A43A-9077-C469-B23337AD9CB5}"/>
              </a:ext>
            </a:extLst>
          </p:cNvPr>
          <p:cNvSpPr>
            <a:spLocks/>
          </p:cNvSpPr>
          <p:nvPr/>
        </p:nvSpPr>
        <p:spPr>
          <a:xfrm>
            <a:off x="3616246" y="1024903"/>
            <a:ext cx="3969452" cy="384474"/>
          </a:xfrm>
          <a:prstGeom prst="chevron">
            <a:avLst/>
          </a:prstGeom>
          <a:solidFill>
            <a:schemeClr val="accent3">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defRPr/>
            </a:pPr>
            <a:r>
              <a:rPr kumimoji="0" lang="en-US" sz="1050" b="1" i="0" u="none" strike="noStrike" kern="1200" cap="none" spc="0" normalizeH="0" baseline="0" noProof="0">
                <a:ln>
                  <a:noFill/>
                </a:ln>
                <a:solidFill>
                  <a:srgbClr val="000000"/>
                </a:solidFill>
                <a:effectLst/>
                <a:uLnTx/>
                <a:uFillTx/>
                <a:latin typeface="Arial"/>
                <a:ea typeface="+mn-ea"/>
                <a:cs typeface="+mn-cs"/>
              </a:rPr>
              <a:t>Horizon 2: </a:t>
            </a:r>
            <a:r>
              <a:rPr kumimoji="0" lang="en-US" sz="1050" b="0" i="0" u="none" strike="noStrike" kern="1200" cap="none" spc="0" normalizeH="0" baseline="0" noProof="0">
                <a:ln>
                  <a:noFill/>
                </a:ln>
                <a:solidFill>
                  <a:srgbClr val="000000"/>
                </a:solidFill>
                <a:effectLst/>
                <a:uLnTx/>
                <a:uFillTx/>
                <a:latin typeface="Arial"/>
                <a:ea typeface="+mn-ea"/>
                <a:cs typeface="+mn-cs"/>
              </a:rPr>
              <a:t>mid-term initiatives (by end-2026)</a:t>
            </a:r>
            <a:r>
              <a:rPr lang="en-US" sz="1050" baseline="30000">
                <a:solidFill>
                  <a:srgbClr val="000000"/>
                </a:solidFill>
              </a:rPr>
              <a:t>1</a:t>
            </a:r>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
        <p:nvSpPr>
          <p:cNvPr id="63" name="Arrow: Chevron 62">
            <a:extLst>
              <a:ext uri="{FF2B5EF4-FFF2-40B4-BE49-F238E27FC236}">
                <a16:creationId xmlns:a16="http://schemas.microsoft.com/office/drawing/2014/main" id="{FC164BD6-C330-83BD-5AA5-537A2504B46E}"/>
              </a:ext>
            </a:extLst>
          </p:cNvPr>
          <p:cNvSpPr>
            <a:spLocks/>
          </p:cNvSpPr>
          <p:nvPr/>
        </p:nvSpPr>
        <p:spPr>
          <a:xfrm>
            <a:off x="7632057" y="1024903"/>
            <a:ext cx="4049140" cy="384474"/>
          </a:xfrm>
          <a:prstGeom prst="chevron">
            <a:avLst/>
          </a:prstGeom>
          <a:solidFill>
            <a:schemeClr val="accent3">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defRPr/>
            </a:pPr>
            <a:r>
              <a:rPr kumimoji="0" lang="en-US" sz="1050" b="1" i="0" u="none" strike="noStrike" kern="1200" cap="none" spc="0" normalizeH="0" baseline="0" noProof="0">
                <a:ln>
                  <a:noFill/>
                </a:ln>
                <a:solidFill>
                  <a:schemeClr val="bg2"/>
                </a:solidFill>
                <a:effectLst/>
                <a:uLnTx/>
                <a:uFillTx/>
                <a:latin typeface="Arial"/>
                <a:ea typeface="+mn-ea"/>
                <a:cs typeface="+mn-cs"/>
              </a:rPr>
              <a:t>Horizon 3:</a:t>
            </a:r>
            <a:r>
              <a:rPr kumimoji="0" lang="en-US" sz="1050" i="0" u="none" strike="noStrike" kern="1200" cap="none" spc="0" normalizeH="0" baseline="0" noProof="0">
                <a:ln>
                  <a:noFill/>
                </a:ln>
                <a:solidFill>
                  <a:schemeClr val="bg2"/>
                </a:solidFill>
                <a:effectLst/>
                <a:uLnTx/>
                <a:uFillTx/>
                <a:latin typeface="Arial"/>
                <a:ea typeface="+mn-ea"/>
                <a:cs typeface="+mn-cs"/>
              </a:rPr>
              <a:t> Bold vision </a:t>
            </a:r>
            <a:r>
              <a:rPr lang="en-US" sz="1050">
                <a:solidFill>
                  <a:schemeClr val="bg2"/>
                </a:solidFill>
              </a:rPr>
              <a:t>(by June 2027)</a:t>
            </a:r>
            <a:r>
              <a:rPr lang="en-US" sz="1050" baseline="30000">
                <a:solidFill>
                  <a:schemeClr val="bg1"/>
                </a:solidFill>
              </a:rPr>
              <a:t>1</a:t>
            </a:r>
            <a:endParaRPr kumimoji="0" lang="en-US" sz="1050" i="0" u="none" strike="noStrike" kern="1200" cap="none" spc="0" normalizeH="0" baseline="0" noProof="0">
              <a:ln>
                <a:noFill/>
              </a:ln>
              <a:solidFill>
                <a:schemeClr val="bg1"/>
              </a:solidFill>
              <a:effectLst/>
              <a:uLnTx/>
              <a:uFillTx/>
              <a:latin typeface="Arial"/>
              <a:ea typeface="+mn-ea"/>
              <a:cs typeface="+mn-cs"/>
            </a:endParaRPr>
          </a:p>
        </p:txBody>
      </p:sp>
      <p:sp>
        <p:nvSpPr>
          <p:cNvPr id="64" name="TextBox 63">
            <a:extLst>
              <a:ext uri="{FF2B5EF4-FFF2-40B4-BE49-F238E27FC236}">
                <a16:creationId xmlns:a16="http://schemas.microsoft.com/office/drawing/2014/main" id="{FA96E697-6648-463A-79F0-E6C72CBBE730}"/>
              </a:ext>
            </a:extLst>
          </p:cNvPr>
          <p:cNvSpPr txBox="1"/>
          <p:nvPr/>
        </p:nvSpPr>
        <p:spPr>
          <a:xfrm>
            <a:off x="1577136" y="1549599"/>
            <a:ext cx="1883358" cy="3231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chemeClr val="accent3">
                    <a:lumMod val="40000"/>
                    <a:lumOff val="60000"/>
                  </a:schemeClr>
                </a:solidFill>
              </a:rPr>
              <a:t>Standardize NSP intake process &amp; base configuration</a:t>
            </a:r>
            <a:endParaRPr lang="en-US" sz="1050" i="1">
              <a:solidFill>
                <a:schemeClr val="accent3">
                  <a:lumMod val="40000"/>
                  <a:lumOff val="60000"/>
                </a:schemeClr>
              </a:solidFill>
            </a:endParaRPr>
          </a:p>
        </p:txBody>
      </p:sp>
      <p:sp>
        <p:nvSpPr>
          <p:cNvPr id="59" name="TextBox 58">
            <a:extLst>
              <a:ext uri="{FF2B5EF4-FFF2-40B4-BE49-F238E27FC236}">
                <a16:creationId xmlns:a16="http://schemas.microsoft.com/office/drawing/2014/main" id="{20C2469B-C879-F1F5-BE2E-82C0B46864F3}"/>
              </a:ext>
            </a:extLst>
          </p:cNvPr>
          <p:cNvSpPr txBox="1">
            <a:spLocks/>
          </p:cNvSpPr>
          <p:nvPr>
            <p:custDataLst>
              <p:tags r:id="rId10"/>
            </p:custDataLst>
          </p:nvPr>
        </p:nvSpPr>
        <p:spPr>
          <a:xfrm>
            <a:off x="5490221" y="1980151"/>
            <a:ext cx="1914876" cy="2158344"/>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Co-pilot leverages data tables to assist with vendor &amp; specifications selection</a:t>
            </a:r>
          </a:p>
          <a:p>
            <a:pPr marL="400050" lvl="1" indent="-171450">
              <a:buFont typeface="Arial" panose="020B0604020202020204" pitchFamily="34" charset="0"/>
              <a:buChar char="•"/>
            </a:pPr>
            <a:r>
              <a:rPr lang="en-US" sz="1000" b="1"/>
              <a:t>Recommends items, </a:t>
            </a:r>
            <a:r>
              <a:rPr lang="en-US" sz="1000"/>
              <a:t>deco, &amp; configurations based on past orders</a:t>
            </a:r>
          </a:p>
          <a:p>
            <a:pPr marL="400050" lvl="1" indent="-171450">
              <a:buFont typeface="Arial" panose="020B0604020202020204" pitchFamily="34" charset="0"/>
              <a:buChar char="•"/>
            </a:pPr>
            <a:r>
              <a:rPr lang="en-US" sz="1000" b="1"/>
              <a:t>Pre-fill pricing</a:t>
            </a:r>
            <a:r>
              <a:rPr lang="en-US" sz="1000"/>
              <a:t>: auto-populates costs from data &amp; margin based on business rules</a:t>
            </a:r>
          </a:p>
          <a:p>
            <a:pPr marL="400050" lvl="1" indent="-171450">
              <a:buFont typeface="Arial" panose="020B0604020202020204" pitchFamily="34" charset="0"/>
              <a:buChar char="•"/>
            </a:pPr>
            <a:r>
              <a:rPr lang="en-US" sz="1000" b="1"/>
              <a:t>Requests customer feedback </a:t>
            </a:r>
            <a:r>
              <a:rPr lang="en-US" sz="1000"/>
              <a:t>&amp; produces quote once approved</a:t>
            </a:r>
          </a:p>
          <a:p>
            <a:pPr marL="400050" lvl="1" indent="-171450">
              <a:buFont typeface="Arial" panose="020B0604020202020204" pitchFamily="34" charset="0"/>
              <a:buChar char="•"/>
            </a:pPr>
            <a:endParaRPr lang="en-US" sz="1000"/>
          </a:p>
          <a:p>
            <a:pPr marL="171450" indent="-171450">
              <a:buFont typeface="Arial" panose="020B0604020202020204" pitchFamily="34" charset="0"/>
              <a:buChar char="•"/>
            </a:pPr>
            <a:endParaRPr lang="en-US" sz="1000"/>
          </a:p>
        </p:txBody>
      </p:sp>
      <p:sp>
        <p:nvSpPr>
          <p:cNvPr id="65" name="TextBox 64">
            <a:extLst>
              <a:ext uri="{FF2B5EF4-FFF2-40B4-BE49-F238E27FC236}">
                <a16:creationId xmlns:a16="http://schemas.microsoft.com/office/drawing/2014/main" id="{5C66737B-5996-E75B-D765-B55152D0451C}"/>
              </a:ext>
            </a:extLst>
          </p:cNvPr>
          <p:cNvSpPr txBox="1"/>
          <p:nvPr/>
        </p:nvSpPr>
        <p:spPr>
          <a:xfrm>
            <a:off x="5490221" y="1546251"/>
            <a:ext cx="1883358" cy="32651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rgbClr val="7A97FF"/>
                </a:solidFill>
              </a:rPr>
              <a:t>Co-pilot assisted NSP configuration</a:t>
            </a:r>
          </a:p>
        </p:txBody>
      </p:sp>
      <p:sp>
        <p:nvSpPr>
          <p:cNvPr id="67" name="TextBox 66">
            <a:extLst>
              <a:ext uri="{FF2B5EF4-FFF2-40B4-BE49-F238E27FC236}">
                <a16:creationId xmlns:a16="http://schemas.microsoft.com/office/drawing/2014/main" id="{11880015-9F5B-3285-CF83-6CB9DC5D09B9}"/>
              </a:ext>
            </a:extLst>
          </p:cNvPr>
          <p:cNvSpPr txBox="1"/>
          <p:nvPr/>
        </p:nvSpPr>
        <p:spPr>
          <a:xfrm>
            <a:off x="7585697" y="1549599"/>
            <a:ext cx="1790975" cy="3231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chemeClr val="accent3"/>
                </a:solidFill>
              </a:rPr>
              <a:t>Agent-first NSP handling with human guidance</a:t>
            </a:r>
          </a:p>
        </p:txBody>
      </p:sp>
      <p:sp>
        <p:nvSpPr>
          <p:cNvPr id="69" name="TextBox 68">
            <a:extLst>
              <a:ext uri="{FF2B5EF4-FFF2-40B4-BE49-F238E27FC236}">
                <a16:creationId xmlns:a16="http://schemas.microsoft.com/office/drawing/2014/main" id="{AE3834E1-60E5-4FB1-2887-B0A35EAF7078}"/>
              </a:ext>
            </a:extLst>
          </p:cNvPr>
          <p:cNvSpPr txBox="1"/>
          <p:nvPr/>
        </p:nvSpPr>
        <p:spPr>
          <a:xfrm>
            <a:off x="9547090" y="1549599"/>
            <a:ext cx="1883358" cy="3231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chemeClr val="accent3"/>
                </a:solidFill>
              </a:rPr>
              <a:t>AI-guided NSP self-serve platform</a:t>
            </a:r>
          </a:p>
        </p:txBody>
      </p:sp>
      <p:sp>
        <p:nvSpPr>
          <p:cNvPr id="3" name="TextBox 2">
            <a:extLst>
              <a:ext uri="{FF2B5EF4-FFF2-40B4-BE49-F238E27FC236}">
                <a16:creationId xmlns:a16="http://schemas.microsoft.com/office/drawing/2014/main" id="{ED99AFA1-A266-79FE-7FDC-C3B5F58F5254}"/>
              </a:ext>
            </a:extLst>
          </p:cNvPr>
          <p:cNvSpPr txBox="1"/>
          <p:nvPr/>
        </p:nvSpPr>
        <p:spPr>
          <a:xfrm>
            <a:off x="577753" y="5536841"/>
            <a:ext cx="1054892"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Pain points addressed</a:t>
            </a:r>
          </a:p>
        </p:txBody>
      </p:sp>
      <p:cxnSp>
        <p:nvCxnSpPr>
          <p:cNvPr id="6" name="LineBasicDefault 25">
            <a:extLst>
              <a:ext uri="{FF2B5EF4-FFF2-40B4-BE49-F238E27FC236}">
                <a16:creationId xmlns:a16="http://schemas.microsoft.com/office/drawing/2014/main" id="{CAFB2111-F3EA-4956-FA9B-F13548952130}"/>
              </a:ext>
            </a:extLst>
          </p:cNvPr>
          <p:cNvCxnSpPr>
            <a:cxnSpLocks/>
          </p:cNvCxnSpPr>
          <p:nvPr>
            <p:custDataLst>
              <p:tags r:id="rId11"/>
            </p:custDataLst>
          </p:nvPr>
        </p:nvCxnSpPr>
        <p:spPr>
          <a:xfrm>
            <a:off x="554736" y="5472889"/>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8E0FBD7B-59C8-6186-8FA7-F12A6B9C9AC5}"/>
              </a:ext>
            </a:extLst>
          </p:cNvPr>
          <p:cNvCxnSpPr>
            <a:cxnSpLocks/>
          </p:cNvCxnSpPr>
          <p:nvPr/>
        </p:nvCxnSpPr>
        <p:spPr>
          <a:xfrm>
            <a:off x="1666904" y="5644563"/>
            <a:ext cx="9784080" cy="0"/>
          </a:xfrm>
          <a:prstGeom prst="straightConnector1">
            <a:avLst/>
          </a:prstGeom>
          <a:ln w="9525" cap="flat">
            <a:solidFill>
              <a:schemeClr val="bg1">
                <a:lumMod val="5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7C3DB7AD-FB55-84E6-31B9-E92C8D157F6E}"/>
              </a:ext>
            </a:extLst>
          </p:cNvPr>
          <p:cNvSpPr/>
          <p:nvPr/>
        </p:nvSpPr>
        <p:spPr>
          <a:xfrm>
            <a:off x="5885970" y="5548437"/>
            <a:ext cx="983556" cy="226670"/>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cxnSp>
        <p:nvCxnSpPr>
          <p:cNvPr id="25" name="Straight Arrow Connector 24">
            <a:extLst>
              <a:ext uri="{FF2B5EF4-FFF2-40B4-BE49-F238E27FC236}">
                <a16:creationId xmlns:a16="http://schemas.microsoft.com/office/drawing/2014/main" id="{241BC0BB-C110-B83E-685E-5D98EB6CFD33}"/>
              </a:ext>
            </a:extLst>
          </p:cNvPr>
          <p:cNvCxnSpPr>
            <a:cxnSpLocks/>
          </p:cNvCxnSpPr>
          <p:nvPr/>
        </p:nvCxnSpPr>
        <p:spPr>
          <a:xfrm>
            <a:off x="3805657" y="5804928"/>
            <a:ext cx="7663291" cy="0"/>
          </a:xfrm>
          <a:prstGeom prst="straightConnector1">
            <a:avLst/>
          </a:prstGeom>
          <a:ln w="9525" cap="flat">
            <a:solidFill>
              <a:schemeClr val="accent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7" name="TrackerNumBlue 21">
            <a:extLst>
              <a:ext uri="{FF2B5EF4-FFF2-40B4-BE49-F238E27FC236}">
                <a16:creationId xmlns:a16="http://schemas.microsoft.com/office/drawing/2014/main" id="{A1851F91-CC89-B6C2-8ECE-2E20B41FF88F}"/>
              </a:ext>
            </a:extLst>
          </p:cNvPr>
          <p:cNvSpPr/>
          <p:nvPr>
            <p:custDataLst>
              <p:tags r:id="rId12"/>
            </p:custDataLst>
          </p:nvPr>
        </p:nvSpPr>
        <p:spPr>
          <a:xfrm>
            <a:off x="7542753" y="5700254"/>
            <a:ext cx="210312" cy="20934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5</a:t>
            </a:r>
          </a:p>
        </p:txBody>
      </p:sp>
      <p:grpSp>
        <p:nvGrpSpPr>
          <p:cNvPr id="26" name="Group 25">
            <a:extLst>
              <a:ext uri="{FF2B5EF4-FFF2-40B4-BE49-F238E27FC236}">
                <a16:creationId xmlns:a16="http://schemas.microsoft.com/office/drawing/2014/main" id="{5EEA1541-D90A-6359-0776-2C8ED73C41F7}"/>
              </a:ext>
            </a:extLst>
          </p:cNvPr>
          <p:cNvGrpSpPr/>
          <p:nvPr/>
        </p:nvGrpSpPr>
        <p:grpSpPr>
          <a:xfrm>
            <a:off x="5783231" y="5562708"/>
            <a:ext cx="1155912" cy="193149"/>
            <a:chOff x="5952292" y="5232061"/>
            <a:chExt cx="1155912" cy="193149"/>
          </a:xfrm>
        </p:grpSpPr>
        <p:sp>
          <p:nvSpPr>
            <p:cNvPr id="14" name="TrackerNumBlue 21">
              <a:extLst>
                <a:ext uri="{FF2B5EF4-FFF2-40B4-BE49-F238E27FC236}">
                  <a16:creationId xmlns:a16="http://schemas.microsoft.com/office/drawing/2014/main" id="{20924260-4A02-D1E9-00B9-CA00E14A770E}"/>
                </a:ext>
              </a:extLst>
            </p:cNvPr>
            <p:cNvSpPr/>
            <p:nvPr>
              <p:custDataLst>
                <p:tags r:id="rId24"/>
              </p:custDataLst>
            </p:nvPr>
          </p:nvSpPr>
          <p:spPr>
            <a:xfrm>
              <a:off x="6273257" y="5233078"/>
              <a:ext cx="210312" cy="192132"/>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2</a:t>
              </a:r>
            </a:p>
          </p:txBody>
        </p:sp>
        <p:sp>
          <p:nvSpPr>
            <p:cNvPr id="15" name="TrackerNumBlue 21">
              <a:extLst>
                <a:ext uri="{FF2B5EF4-FFF2-40B4-BE49-F238E27FC236}">
                  <a16:creationId xmlns:a16="http://schemas.microsoft.com/office/drawing/2014/main" id="{6055869D-1EAC-A986-50FB-BFAF79679B41}"/>
                </a:ext>
              </a:extLst>
            </p:cNvPr>
            <p:cNvSpPr/>
            <p:nvPr>
              <p:custDataLst>
                <p:tags r:id="rId25"/>
              </p:custDataLst>
            </p:nvPr>
          </p:nvSpPr>
          <p:spPr>
            <a:xfrm>
              <a:off x="6594222" y="5233078"/>
              <a:ext cx="210312" cy="192132"/>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3</a:t>
              </a:r>
            </a:p>
          </p:txBody>
        </p:sp>
        <p:sp>
          <p:nvSpPr>
            <p:cNvPr id="16" name="TrackerNumBlue 21">
              <a:extLst>
                <a:ext uri="{FF2B5EF4-FFF2-40B4-BE49-F238E27FC236}">
                  <a16:creationId xmlns:a16="http://schemas.microsoft.com/office/drawing/2014/main" id="{6C21CA00-EFB6-89E5-3A05-5F13A93583CF}"/>
                </a:ext>
              </a:extLst>
            </p:cNvPr>
            <p:cNvSpPr/>
            <p:nvPr>
              <p:custDataLst>
                <p:tags r:id="rId26"/>
              </p:custDataLst>
            </p:nvPr>
          </p:nvSpPr>
          <p:spPr>
            <a:xfrm>
              <a:off x="5952292" y="5233078"/>
              <a:ext cx="210312" cy="192132"/>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1</a:t>
              </a:r>
            </a:p>
          </p:txBody>
        </p:sp>
        <p:sp>
          <p:nvSpPr>
            <p:cNvPr id="24" name="TrackerNumBlue 21">
              <a:extLst>
                <a:ext uri="{FF2B5EF4-FFF2-40B4-BE49-F238E27FC236}">
                  <a16:creationId xmlns:a16="http://schemas.microsoft.com/office/drawing/2014/main" id="{C9DD8C04-78A4-587A-4E62-67F1A4CFAEA7}"/>
                </a:ext>
              </a:extLst>
            </p:cNvPr>
            <p:cNvSpPr/>
            <p:nvPr>
              <p:custDataLst>
                <p:tags r:id="rId27"/>
              </p:custDataLst>
            </p:nvPr>
          </p:nvSpPr>
          <p:spPr>
            <a:xfrm>
              <a:off x="6915187" y="5232061"/>
              <a:ext cx="193017" cy="192132"/>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4</a:t>
              </a:r>
            </a:p>
          </p:txBody>
        </p:sp>
      </p:grpSp>
      <p:sp>
        <p:nvSpPr>
          <p:cNvPr id="17" name="Oval 16">
            <a:extLst>
              <a:ext uri="{FF2B5EF4-FFF2-40B4-BE49-F238E27FC236}">
                <a16:creationId xmlns:a16="http://schemas.microsoft.com/office/drawing/2014/main" id="{2CEE7433-CD24-EC8E-6368-13BDDC77E31F}"/>
              </a:ext>
            </a:extLst>
          </p:cNvPr>
          <p:cNvSpPr/>
          <p:nvPr/>
        </p:nvSpPr>
        <p:spPr>
          <a:xfrm>
            <a:off x="8704354" y="781128"/>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8" name="Oval 17">
            <a:extLst>
              <a:ext uri="{FF2B5EF4-FFF2-40B4-BE49-F238E27FC236}">
                <a16:creationId xmlns:a16="http://schemas.microsoft.com/office/drawing/2014/main" id="{D7208885-8E4D-290D-8392-1522739EF857}"/>
              </a:ext>
            </a:extLst>
          </p:cNvPr>
          <p:cNvSpPr/>
          <p:nvPr/>
        </p:nvSpPr>
        <p:spPr>
          <a:xfrm>
            <a:off x="9995333" y="781128"/>
            <a:ext cx="126269" cy="125122"/>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20" name="TextBox 19">
            <a:extLst>
              <a:ext uri="{FF2B5EF4-FFF2-40B4-BE49-F238E27FC236}">
                <a16:creationId xmlns:a16="http://schemas.microsoft.com/office/drawing/2014/main" id="{ACA73318-7340-C52A-4E2E-1D0E3EAF2EBD}"/>
              </a:ext>
            </a:extLst>
          </p:cNvPr>
          <p:cNvSpPr txBox="1"/>
          <p:nvPr/>
        </p:nvSpPr>
        <p:spPr>
          <a:xfrm>
            <a:off x="8879965" y="761585"/>
            <a:ext cx="1289033"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t>Tech improvement</a:t>
            </a:r>
          </a:p>
        </p:txBody>
      </p:sp>
      <p:sp>
        <p:nvSpPr>
          <p:cNvPr id="21" name="TextBox 20">
            <a:extLst>
              <a:ext uri="{FF2B5EF4-FFF2-40B4-BE49-F238E27FC236}">
                <a16:creationId xmlns:a16="http://schemas.microsoft.com/office/drawing/2014/main" id="{4A0755BF-0805-AEC3-A385-A4298803BBEF}"/>
              </a:ext>
            </a:extLst>
          </p:cNvPr>
          <p:cNvSpPr txBox="1"/>
          <p:nvPr/>
        </p:nvSpPr>
        <p:spPr>
          <a:xfrm>
            <a:off x="10179915" y="761585"/>
            <a:ext cx="1289033"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t>Process improvement</a:t>
            </a:r>
          </a:p>
        </p:txBody>
      </p:sp>
      <p:sp>
        <p:nvSpPr>
          <p:cNvPr id="44" name="Oval 43">
            <a:extLst>
              <a:ext uri="{FF2B5EF4-FFF2-40B4-BE49-F238E27FC236}">
                <a16:creationId xmlns:a16="http://schemas.microsoft.com/office/drawing/2014/main" id="{A75BB9D7-CAD8-5041-4A6D-F8D686944D00}"/>
              </a:ext>
            </a:extLst>
          </p:cNvPr>
          <p:cNvSpPr/>
          <p:nvPr/>
        </p:nvSpPr>
        <p:spPr>
          <a:xfrm>
            <a:off x="1514001" y="2841094"/>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40" name="TextBox 39">
            <a:extLst>
              <a:ext uri="{FF2B5EF4-FFF2-40B4-BE49-F238E27FC236}">
                <a16:creationId xmlns:a16="http://schemas.microsoft.com/office/drawing/2014/main" id="{15416D38-289C-D549-591D-FCA1A7633525}"/>
              </a:ext>
            </a:extLst>
          </p:cNvPr>
          <p:cNvSpPr txBox="1">
            <a:spLocks/>
          </p:cNvSpPr>
          <p:nvPr>
            <p:custDataLst>
              <p:tags r:id="rId13"/>
            </p:custDataLst>
          </p:nvPr>
        </p:nvSpPr>
        <p:spPr>
          <a:xfrm>
            <a:off x="3579363" y="1980151"/>
            <a:ext cx="2014914" cy="222805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Build data product/tables (e.g., cost sheets) needed to standardize</a:t>
            </a:r>
            <a:r>
              <a:rPr lang="en-US" sz="1000" b="1" baseline="30000"/>
              <a:t>2</a:t>
            </a:r>
            <a:r>
              <a:rPr lang="en-US" sz="1000" b="1"/>
              <a:t>: </a:t>
            </a:r>
            <a:r>
              <a:rPr lang="en-US" sz="1000"/>
              <a:t>Standardized format serves as a foundation for agentic deployment for NSP handling</a:t>
            </a:r>
          </a:p>
          <a:p>
            <a:pPr lvl="1" indent="0">
              <a:buNone/>
            </a:pPr>
            <a:r>
              <a:rPr lang="en-US" sz="1000" b="1"/>
              <a:t>Agentic capabilities to update data tables:</a:t>
            </a:r>
          </a:p>
          <a:p>
            <a:pPr marL="400050" lvl="1" indent="-171450">
              <a:buFont typeface="Arial" panose="020B0604020202020204" pitchFamily="34" charset="0"/>
              <a:buChar char="•"/>
            </a:pPr>
            <a:r>
              <a:rPr lang="en-US" sz="1000"/>
              <a:t>Reads &amp; writes cost data</a:t>
            </a:r>
          </a:p>
          <a:p>
            <a:pPr marL="400050" lvl="1" indent="-171450">
              <a:buFont typeface="Arial" panose="020B0604020202020204" pitchFamily="34" charset="0"/>
              <a:buChar char="•"/>
            </a:pPr>
            <a:r>
              <a:rPr lang="en-US" sz="1000"/>
              <a:t>Drafts email to vendors requesting updated costs </a:t>
            </a:r>
            <a:r>
              <a:rPr lang="en-US" sz="1000" i="1"/>
              <a:t>(decision point: human or agent to send)</a:t>
            </a:r>
          </a:p>
        </p:txBody>
      </p:sp>
      <p:sp>
        <p:nvSpPr>
          <p:cNvPr id="42" name="TextBox 41">
            <a:extLst>
              <a:ext uri="{FF2B5EF4-FFF2-40B4-BE49-F238E27FC236}">
                <a16:creationId xmlns:a16="http://schemas.microsoft.com/office/drawing/2014/main" id="{7C9A07EB-FB3A-B2FB-F616-D6ACF976717B}"/>
              </a:ext>
            </a:extLst>
          </p:cNvPr>
          <p:cNvSpPr txBox="1"/>
          <p:nvPr/>
        </p:nvSpPr>
        <p:spPr>
          <a:xfrm>
            <a:off x="3661270" y="1549599"/>
            <a:ext cx="1616833" cy="3231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rgbClr val="7A97FF"/>
                </a:solidFill>
              </a:rPr>
              <a:t>Foundational agentic data products</a:t>
            </a:r>
          </a:p>
        </p:txBody>
      </p:sp>
      <p:sp>
        <p:nvSpPr>
          <p:cNvPr id="45" name="Oval 44">
            <a:extLst>
              <a:ext uri="{FF2B5EF4-FFF2-40B4-BE49-F238E27FC236}">
                <a16:creationId xmlns:a16="http://schemas.microsoft.com/office/drawing/2014/main" id="{5B2A8619-C3C1-B4B1-E837-E2E7306E77F1}"/>
              </a:ext>
            </a:extLst>
          </p:cNvPr>
          <p:cNvSpPr/>
          <p:nvPr/>
        </p:nvSpPr>
        <p:spPr>
          <a:xfrm>
            <a:off x="3535001" y="2005060"/>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46" name="Oval 45">
            <a:extLst>
              <a:ext uri="{FF2B5EF4-FFF2-40B4-BE49-F238E27FC236}">
                <a16:creationId xmlns:a16="http://schemas.microsoft.com/office/drawing/2014/main" id="{A08378B8-3150-9E4D-6232-280FA52FE72F}"/>
              </a:ext>
            </a:extLst>
          </p:cNvPr>
          <p:cNvSpPr/>
          <p:nvPr/>
        </p:nvSpPr>
        <p:spPr>
          <a:xfrm>
            <a:off x="5468008" y="2005060"/>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50" name="Oval 49">
            <a:extLst>
              <a:ext uri="{FF2B5EF4-FFF2-40B4-BE49-F238E27FC236}">
                <a16:creationId xmlns:a16="http://schemas.microsoft.com/office/drawing/2014/main" id="{C724E4C7-7782-2A88-798E-988A09444872}"/>
              </a:ext>
            </a:extLst>
          </p:cNvPr>
          <p:cNvSpPr/>
          <p:nvPr>
            <p:custDataLst>
              <p:tags r:id="rId14"/>
            </p:custDataLst>
          </p:nvPr>
        </p:nvSpPr>
        <p:spPr>
          <a:xfrm>
            <a:off x="9626096" y="2005060"/>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52" name="Arc 51">
            <a:extLst>
              <a:ext uri="{FF2B5EF4-FFF2-40B4-BE49-F238E27FC236}">
                <a16:creationId xmlns:a16="http://schemas.microsoft.com/office/drawing/2014/main" id="{0D397C08-0EEB-9111-BBDD-2901D5815924}"/>
              </a:ext>
            </a:extLst>
          </p:cNvPr>
          <p:cNvSpPr/>
          <p:nvPr>
            <p:custDataLst>
              <p:tags r:id="rId15"/>
            </p:custDataLst>
          </p:nvPr>
        </p:nvSpPr>
        <p:spPr>
          <a:xfrm>
            <a:off x="9635721" y="2005060"/>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0" name="Group 59">
            <a:extLst>
              <a:ext uri="{FF2B5EF4-FFF2-40B4-BE49-F238E27FC236}">
                <a16:creationId xmlns:a16="http://schemas.microsoft.com/office/drawing/2014/main" id="{A81C6E3D-8DFB-AFA4-C6F8-E4668DFE8E77}"/>
              </a:ext>
            </a:extLst>
          </p:cNvPr>
          <p:cNvGrpSpPr/>
          <p:nvPr/>
        </p:nvGrpSpPr>
        <p:grpSpPr>
          <a:xfrm>
            <a:off x="7594164" y="2005060"/>
            <a:ext cx="126269" cy="125122"/>
            <a:chOff x="9448267" y="2550071"/>
            <a:chExt cx="126269" cy="125122"/>
          </a:xfrm>
        </p:grpSpPr>
        <p:sp>
          <p:nvSpPr>
            <p:cNvPr id="54" name="Oval 53">
              <a:extLst>
                <a:ext uri="{FF2B5EF4-FFF2-40B4-BE49-F238E27FC236}">
                  <a16:creationId xmlns:a16="http://schemas.microsoft.com/office/drawing/2014/main" id="{27C77506-6441-4161-F7BA-CD214E00A6A1}"/>
                </a:ext>
              </a:extLst>
            </p:cNvPr>
            <p:cNvSpPr/>
            <p:nvPr>
              <p:custDataLst>
                <p:tags r:id="rId22"/>
              </p:custDataLst>
            </p:nvPr>
          </p:nvSpPr>
          <p:spPr>
            <a:xfrm>
              <a:off x="9448267" y="2550071"/>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57" name="Arc 56">
              <a:extLst>
                <a:ext uri="{FF2B5EF4-FFF2-40B4-BE49-F238E27FC236}">
                  <a16:creationId xmlns:a16="http://schemas.microsoft.com/office/drawing/2014/main" id="{E9800187-FA36-FE7F-4125-8BF279D6AD7A}"/>
                </a:ext>
              </a:extLst>
            </p:cNvPr>
            <p:cNvSpPr/>
            <p:nvPr>
              <p:custDataLst>
                <p:tags r:id="rId23"/>
              </p:custDataLst>
            </p:nvPr>
          </p:nvSpPr>
          <p:spPr>
            <a:xfrm>
              <a:off x="9448267" y="2550071"/>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61" name="Oval 60">
            <a:extLst>
              <a:ext uri="{FF2B5EF4-FFF2-40B4-BE49-F238E27FC236}">
                <a16:creationId xmlns:a16="http://schemas.microsoft.com/office/drawing/2014/main" id="{E1C08E7D-8526-CF5F-5A62-7C57AF919970}"/>
              </a:ext>
            </a:extLst>
          </p:cNvPr>
          <p:cNvSpPr/>
          <p:nvPr/>
        </p:nvSpPr>
        <p:spPr>
          <a:xfrm>
            <a:off x="1514001" y="2005060"/>
            <a:ext cx="126269" cy="125122"/>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cxnSp>
        <p:nvCxnSpPr>
          <p:cNvPr id="73" name="Straight Arrow Connector 72">
            <a:extLst>
              <a:ext uri="{FF2B5EF4-FFF2-40B4-BE49-F238E27FC236}">
                <a16:creationId xmlns:a16="http://schemas.microsoft.com/office/drawing/2014/main" id="{7BFFFA55-6680-655D-FF83-E8CCA016D73C}"/>
              </a:ext>
            </a:extLst>
          </p:cNvPr>
          <p:cNvCxnSpPr>
            <a:cxnSpLocks/>
          </p:cNvCxnSpPr>
          <p:nvPr/>
        </p:nvCxnSpPr>
        <p:spPr>
          <a:xfrm>
            <a:off x="3610279" y="6225999"/>
            <a:ext cx="3931920" cy="0"/>
          </a:xfrm>
          <a:prstGeom prst="straightConnector1">
            <a:avLst/>
          </a:prstGeom>
          <a:ln w="6350" cap="flat">
            <a:solidFill>
              <a:schemeClr val="tx1">
                <a:lumMod val="50000"/>
                <a:lumOff val="5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72" name="TextBox 71">
            <a:extLst>
              <a:ext uri="{FF2B5EF4-FFF2-40B4-BE49-F238E27FC236}">
                <a16:creationId xmlns:a16="http://schemas.microsoft.com/office/drawing/2014/main" id="{0D5433F1-9F54-BCCB-5852-4493A34125F2}"/>
              </a:ext>
            </a:extLst>
          </p:cNvPr>
          <p:cNvSpPr txBox="1">
            <a:spLocks/>
          </p:cNvSpPr>
          <p:nvPr>
            <p:custDataLst>
              <p:tags r:id="rId16"/>
            </p:custDataLst>
          </p:nvPr>
        </p:nvSpPr>
        <p:spPr>
          <a:xfrm>
            <a:off x="4781043" y="6147875"/>
            <a:ext cx="1593317" cy="177894"/>
          </a:xfrm>
          <a:prstGeom prst="rect">
            <a:avLst/>
          </a:prstGeom>
          <a:solidFill>
            <a:schemeClr val="bg1"/>
          </a:solid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a:t>25-40% productivity gain</a:t>
            </a:r>
          </a:p>
          <a:p>
            <a:endParaRPr lang="en-US" sz="1050"/>
          </a:p>
        </p:txBody>
      </p:sp>
      <p:cxnSp>
        <p:nvCxnSpPr>
          <p:cNvPr id="75" name="Straight Arrow Connector 74">
            <a:extLst>
              <a:ext uri="{FF2B5EF4-FFF2-40B4-BE49-F238E27FC236}">
                <a16:creationId xmlns:a16="http://schemas.microsoft.com/office/drawing/2014/main" id="{E5C35578-D316-FF15-0259-8B2DFE3E94A0}"/>
              </a:ext>
            </a:extLst>
          </p:cNvPr>
          <p:cNvCxnSpPr>
            <a:cxnSpLocks/>
          </p:cNvCxnSpPr>
          <p:nvPr/>
        </p:nvCxnSpPr>
        <p:spPr>
          <a:xfrm>
            <a:off x="7588124" y="6225999"/>
            <a:ext cx="4023360" cy="0"/>
          </a:xfrm>
          <a:prstGeom prst="straightConnector1">
            <a:avLst/>
          </a:prstGeom>
          <a:ln w="6350" cap="flat">
            <a:solidFill>
              <a:schemeClr val="tx1">
                <a:lumMod val="50000"/>
                <a:lumOff val="5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3DDD3B3E-8DCC-55E8-D19F-85B317E3936C}"/>
              </a:ext>
            </a:extLst>
          </p:cNvPr>
          <p:cNvSpPr txBox="1">
            <a:spLocks/>
          </p:cNvSpPr>
          <p:nvPr>
            <p:custDataLst>
              <p:tags r:id="rId17"/>
            </p:custDataLst>
          </p:nvPr>
        </p:nvSpPr>
        <p:spPr>
          <a:xfrm>
            <a:off x="8781658" y="6147875"/>
            <a:ext cx="1617937" cy="207716"/>
          </a:xfrm>
          <a:prstGeom prst="rect">
            <a:avLst/>
          </a:prstGeom>
          <a:solidFill>
            <a:schemeClr val="bg1"/>
          </a:solid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a:t>50-80% productivity gain</a:t>
            </a:r>
          </a:p>
        </p:txBody>
      </p:sp>
      <p:cxnSp>
        <p:nvCxnSpPr>
          <p:cNvPr id="9" name="Straight Arrow Connector 8">
            <a:extLst>
              <a:ext uri="{FF2B5EF4-FFF2-40B4-BE49-F238E27FC236}">
                <a16:creationId xmlns:a16="http://schemas.microsoft.com/office/drawing/2014/main" id="{1E7F939A-2013-2D8B-B32A-7BC059C43573}"/>
              </a:ext>
            </a:extLst>
          </p:cNvPr>
          <p:cNvCxnSpPr>
            <a:cxnSpLocks/>
          </p:cNvCxnSpPr>
          <p:nvPr/>
        </p:nvCxnSpPr>
        <p:spPr>
          <a:xfrm>
            <a:off x="1667435" y="6237521"/>
            <a:ext cx="1853197" cy="0"/>
          </a:xfrm>
          <a:prstGeom prst="straightConnector1">
            <a:avLst/>
          </a:prstGeom>
          <a:ln w="6350" cap="flat">
            <a:solidFill>
              <a:schemeClr val="bg1">
                <a:lumMod val="5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4A6053A2-55F9-3EEC-745C-1B9DAA5FD761}"/>
              </a:ext>
            </a:extLst>
          </p:cNvPr>
          <p:cNvSpPr txBox="1">
            <a:spLocks/>
          </p:cNvSpPr>
          <p:nvPr>
            <p:custDataLst>
              <p:tags r:id="rId18"/>
            </p:custDataLst>
          </p:nvPr>
        </p:nvSpPr>
        <p:spPr>
          <a:xfrm>
            <a:off x="1810160" y="6147874"/>
            <a:ext cx="1617937" cy="262811"/>
          </a:xfrm>
          <a:prstGeom prst="rect">
            <a:avLst/>
          </a:prstGeom>
          <a:solidFill>
            <a:srgbClr val="FEFFFF"/>
          </a:solid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a:t>15-25% productivity gain</a:t>
            </a:r>
          </a:p>
        </p:txBody>
      </p:sp>
      <p:sp>
        <p:nvSpPr>
          <p:cNvPr id="13" name="Sticky">
            <a:extLst>
              <a:ext uri="{FF2B5EF4-FFF2-40B4-BE49-F238E27FC236}">
                <a16:creationId xmlns:a16="http://schemas.microsoft.com/office/drawing/2014/main" id="{F9C45FE7-9B6E-DCE2-046F-DD5362FA8C3D}"/>
              </a:ext>
            </a:extLst>
          </p:cNvPr>
          <p:cNvSpPr/>
          <p:nvPr>
            <p:custDataLst>
              <p:tags r:id="rId19"/>
            </p:custDataLst>
          </p:nvPr>
        </p:nvSpPr>
        <p:spPr>
          <a:xfrm>
            <a:off x="12303212" y="3376781"/>
            <a:ext cx="3374824" cy="1575928"/>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spcBef>
                <a:spcPts val="300"/>
              </a:spcBef>
              <a:spcAft>
                <a:spcPts val="300"/>
              </a:spcAft>
            </a:pPr>
            <a:r>
              <a:rPr lang="en-US" sz="1200">
                <a:solidFill>
                  <a:srgbClr val="000000"/>
                </a:solidFill>
              </a:rPr>
              <a:t>Building cost sheet data product / data table – building the foundational data product that you need for co-pilot in the future. Co-pilot for CPQ (look Khalid’s pages)..</a:t>
            </a:r>
          </a:p>
          <a:p>
            <a:pPr>
              <a:spcBef>
                <a:spcPts val="300"/>
              </a:spcBef>
              <a:spcAft>
                <a:spcPts val="300"/>
              </a:spcAft>
            </a:pPr>
            <a:r>
              <a:rPr lang="en-US" sz="1200">
                <a:solidFill>
                  <a:srgbClr val="000000"/>
                </a:solidFill>
              </a:rPr>
              <a:t>Building foundation to get data ready and build co-pilot on top.</a:t>
            </a:r>
          </a:p>
        </p:txBody>
      </p:sp>
      <p:sp>
        <p:nvSpPr>
          <p:cNvPr id="28" name="Oval 27">
            <a:extLst>
              <a:ext uri="{FF2B5EF4-FFF2-40B4-BE49-F238E27FC236}">
                <a16:creationId xmlns:a16="http://schemas.microsoft.com/office/drawing/2014/main" id="{288690E2-67A2-E3BA-AD8F-7CAA68AFAC2C}"/>
              </a:ext>
            </a:extLst>
          </p:cNvPr>
          <p:cNvSpPr/>
          <p:nvPr/>
        </p:nvSpPr>
        <p:spPr>
          <a:xfrm>
            <a:off x="1514001" y="3862925"/>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32" name="Sticky">
            <a:extLst>
              <a:ext uri="{FF2B5EF4-FFF2-40B4-BE49-F238E27FC236}">
                <a16:creationId xmlns:a16="http://schemas.microsoft.com/office/drawing/2014/main" id="{7249C672-CE07-949C-FBC5-6A41B7BC3C7B}"/>
              </a:ext>
            </a:extLst>
          </p:cNvPr>
          <p:cNvSpPr/>
          <p:nvPr>
            <p:custDataLst>
              <p:tags r:id="rId20"/>
            </p:custDataLst>
          </p:nvPr>
        </p:nvSpPr>
        <p:spPr>
          <a:xfrm>
            <a:off x="12221616" y="5045358"/>
            <a:ext cx="3374824" cy="822947"/>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spcBef>
                <a:spcPts val="300"/>
              </a:spcBef>
              <a:spcAft>
                <a:spcPts val="300"/>
              </a:spcAft>
            </a:pPr>
            <a:r>
              <a:rPr lang="en-US" sz="1200">
                <a:solidFill>
                  <a:srgbClr val="000000"/>
                </a:solidFill>
              </a:rPr>
              <a:t>Agent first, with human guidance. Consolidate cost-agent into point 1. Check with Pricing team.</a:t>
            </a:r>
          </a:p>
        </p:txBody>
      </p:sp>
      <p:sp>
        <p:nvSpPr>
          <p:cNvPr id="34" name="Sticky">
            <a:extLst>
              <a:ext uri="{FF2B5EF4-FFF2-40B4-BE49-F238E27FC236}">
                <a16:creationId xmlns:a16="http://schemas.microsoft.com/office/drawing/2014/main" id="{FE3CD0AA-856B-0AF2-4FFC-B9D497046B68}"/>
              </a:ext>
            </a:extLst>
          </p:cNvPr>
          <p:cNvSpPr/>
          <p:nvPr>
            <p:custDataLst>
              <p:tags r:id="rId21"/>
            </p:custDataLst>
          </p:nvPr>
        </p:nvSpPr>
        <p:spPr>
          <a:xfrm>
            <a:off x="12315162" y="1057322"/>
            <a:ext cx="1905000" cy="2288957"/>
          </a:xfrm>
          <a:prstGeom prst="foldedCorner">
            <a:avLst/>
          </a:prstGeom>
          <a:solidFill>
            <a:srgbClr val="FFFF66"/>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3500" tIns="70759" rIns="63500" bIns="63500" numCol="1" spcCol="0" rtlCol="0" fromWordArt="0" anchor="t" anchorCtr="0" forceAA="0" compatLnSpc="1">
            <a:prstTxWarp prst="textNoShape">
              <a:avLst/>
            </a:prstTxWarp>
            <a:spAutoFit/>
          </a:bodyPr>
          <a:lstStyle/>
          <a:p>
            <a:pPr>
              <a:spcBef>
                <a:spcPts val="300"/>
              </a:spcBef>
              <a:spcAft>
                <a:spcPts val="300"/>
              </a:spcAft>
            </a:pPr>
            <a:r>
              <a:rPr lang="en-US" sz="1000">
                <a:solidFill>
                  <a:srgbClr val="000000"/>
                </a:solidFill>
              </a:rPr>
              <a:t>Live cross-sell upsell recommendations</a:t>
            </a:r>
          </a:p>
          <a:p>
            <a:pPr>
              <a:spcBef>
                <a:spcPts val="300"/>
              </a:spcBef>
              <a:spcAft>
                <a:spcPts val="300"/>
              </a:spcAft>
            </a:pPr>
            <a:endParaRPr lang="en-US" sz="1000">
              <a:solidFill>
                <a:srgbClr val="000000"/>
              </a:solidFill>
            </a:endParaRPr>
          </a:p>
          <a:p>
            <a:pPr>
              <a:spcBef>
                <a:spcPts val="300"/>
              </a:spcBef>
              <a:spcAft>
                <a:spcPts val="300"/>
              </a:spcAft>
            </a:pPr>
            <a:r>
              <a:rPr lang="en-US" sz="1000">
                <a:solidFill>
                  <a:srgbClr val="000000"/>
                </a:solidFill>
              </a:rPr>
              <a:t>Auto-suggest invoicing activities moves to be part of E2E NSP handling (CPQ agent capabilities)</a:t>
            </a:r>
          </a:p>
          <a:p>
            <a:pPr>
              <a:spcBef>
                <a:spcPts val="300"/>
              </a:spcBef>
              <a:spcAft>
                <a:spcPts val="300"/>
              </a:spcAft>
            </a:pPr>
            <a:endParaRPr lang="en-US" sz="1000">
              <a:solidFill>
                <a:srgbClr val="000000"/>
              </a:solidFill>
            </a:endParaRPr>
          </a:p>
          <a:p>
            <a:pPr>
              <a:spcBef>
                <a:spcPts val="300"/>
              </a:spcBef>
              <a:spcAft>
                <a:spcPts val="300"/>
              </a:spcAft>
            </a:pPr>
            <a:r>
              <a:rPr lang="en-US" sz="1000">
                <a:solidFill>
                  <a:srgbClr val="000000"/>
                </a:solidFill>
              </a:rPr>
              <a:t>Last step all about building new functionality for that agent</a:t>
            </a:r>
          </a:p>
        </p:txBody>
      </p:sp>
      <p:sp>
        <p:nvSpPr>
          <p:cNvPr id="48" name="Rectangle 47">
            <a:extLst>
              <a:ext uri="{FF2B5EF4-FFF2-40B4-BE49-F238E27FC236}">
                <a16:creationId xmlns:a16="http://schemas.microsoft.com/office/drawing/2014/main" id="{796BE22A-EF19-26C1-2737-B21F9A0A2709}"/>
              </a:ext>
            </a:extLst>
          </p:cNvPr>
          <p:cNvSpPr/>
          <p:nvPr/>
        </p:nvSpPr>
        <p:spPr>
          <a:xfrm>
            <a:off x="6695039" y="760295"/>
            <a:ext cx="265857" cy="171556"/>
          </a:xfrm>
          <a:prstGeom prst="rect">
            <a:avLst/>
          </a:prstGeom>
          <a:solidFill>
            <a:schemeClr val="accent5">
              <a:lumMod val="20000"/>
              <a:lumOff val="80000"/>
            </a:schemeClr>
          </a:solidFill>
          <a:ln w="6350" cap="sq">
            <a:noFill/>
            <a:miter lim="800000"/>
          </a:ln>
          <a:effectLst>
            <a:outerShdw blurRad="50800" dist="38100" dir="2700000" algn="tl" rotWithShape="0">
              <a:prstClr val="black">
                <a:alpha val="4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49" name="TextBox 48">
            <a:extLst>
              <a:ext uri="{FF2B5EF4-FFF2-40B4-BE49-F238E27FC236}">
                <a16:creationId xmlns:a16="http://schemas.microsoft.com/office/drawing/2014/main" id="{8D7ECB57-1FC7-745F-B13A-140B8F37075A}"/>
              </a:ext>
            </a:extLst>
          </p:cNvPr>
          <p:cNvSpPr txBox="1"/>
          <p:nvPr/>
        </p:nvSpPr>
        <p:spPr>
          <a:xfrm>
            <a:off x="7044278" y="775111"/>
            <a:ext cx="1737380"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t>Intertwined with Order Intake</a:t>
            </a:r>
          </a:p>
        </p:txBody>
      </p:sp>
    </p:spTree>
    <p:extLst>
      <p:ext uri="{BB962C8B-B14F-4D97-AF65-F5344CB8AC3E}">
        <p14:creationId xmlns:p14="http://schemas.microsoft.com/office/powerpoint/2010/main" val="1920582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08A76D-EB5B-A3C4-A07C-8E4207B0B66C}"/>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876CD5C7-91D5-159C-DC40-4237C06107E0}"/>
              </a:ext>
            </a:extLst>
          </p:cNvPr>
          <p:cNvGraphicFramePr>
            <a:graphicFrameLocks noChangeAspect="1"/>
          </p:cNvGraphicFramePr>
          <p:nvPr>
            <p:custDataLst>
              <p:tags r:id="rId1"/>
            </p:custDataLst>
            <p:extLst>
              <p:ext uri="{D42A27DB-BD31-4B8C-83A1-F6EECF244321}">
                <p14:modId xmlns:p14="http://schemas.microsoft.com/office/powerpoint/2010/main" val="129762063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6" imgW="404" imgH="405" progId="TCLayout.ActiveDocument.1">
                  <p:embed/>
                </p:oleObj>
              </mc:Choice>
              <mc:Fallback>
                <p:oleObj name="think-cell Slide" r:id="rId46" imgW="404" imgH="405" progId="TCLayout.ActiveDocument.1">
                  <p:embed/>
                  <p:pic>
                    <p:nvPicPr>
                      <p:cNvPr id="6" name="Object 2" hidden="1">
                        <a:extLst>
                          <a:ext uri="{FF2B5EF4-FFF2-40B4-BE49-F238E27FC236}">
                            <a16:creationId xmlns:a16="http://schemas.microsoft.com/office/drawing/2014/main" id="{876CD5C7-91D5-159C-DC40-4237C06107E0}"/>
                          </a:ext>
                        </a:extLst>
                      </p:cNvPr>
                      <p:cNvPicPr/>
                      <p:nvPr/>
                    </p:nvPicPr>
                    <p:blipFill>
                      <a:blip r:embed="rId47"/>
                      <a:stretch>
                        <a:fillRect/>
                      </a:stretch>
                    </p:blipFill>
                    <p:spPr>
                      <a:xfrm>
                        <a:off x="1588" y="1588"/>
                        <a:ext cx="1588" cy="1588"/>
                      </a:xfrm>
                      <a:prstGeom prst="rect">
                        <a:avLst/>
                      </a:prstGeom>
                    </p:spPr>
                  </p:pic>
                </p:oleObj>
              </mc:Fallback>
            </mc:AlternateContent>
          </a:graphicData>
        </a:graphic>
      </p:graphicFrame>
      <p:cxnSp>
        <p:nvCxnSpPr>
          <p:cNvPr id="61" name="Connector: Elbow 60">
            <a:extLst>
              <a:ext uri="{FF2B5EF4-FFF2-40B4-BE49-F238E27FC236}">
                <a16:creationId xmlns:a16="http://schemas.microsoft.com/office/drawing/2014/main" id="{0CA113FA-BFB8-CDF8-10DF-385000BA7C63}"/>
              </a:ext>
            </a:extLst>
          </p:cNvPr>
          <p:cNvCxnSpPr>
            <a:cxnSpLocks/>
            <a:stCxn id="34" idx="0"/>
            <a:endCxn id="40" idx="2"/>
          </p:cNvCxnSpPr>
          <p:nvPr/>
        </p:nvCxnSpPr>
        <p:spPr>
          <a:xfrm rot="16200000" flipV="1">
            <a:off x="4991879" y="2486711"/>
            <a:ext cx="2465253" cy="4453606"/>
          </a:xfrm>
          <a:prstGeom prst="bentConnector3">
            <a:avLst>
              <a:gd name="adj1" fmla="val 5000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71FAA928-0903-88D0-3575-0F325C091A72}"/>
              </a:ext>
            </a:extLst>
          </p:cNvPr>
          <p:cNvCxnSpPr>
            <a:cxnSpLocks/>
          </p:cNvCxnSpPr>
          <p:nvPr/>
        </p:nvCxnSpPr>
        <p:spPr>
          <a:xfrm>
            <a:off x="10232369" y="3623165"/>
            <a:ext cx="0" cy="1246946"/>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13F053E-3062-19BB-542C-40B7A9134353}"/>
              </a:ext>
            </a:extLst>
          </p:cNvPr>
          <p:cNvCxnSpPr>
            <a:cxnSpLocks/>
            <a:stCxn id="29" idx="2"/>
            <a:endCxn id="33" idx="0"/>
          </p:cNvCxnSpPr>
          <p:nvPr/>
        </p:nvCxnSpPr>
        <p:spPr>
          <a:xfrm>
            <a:off x="8441683" y="4631018"/>
            <a:ext cx="0" cy="231359"/>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 name="2. Slide Title">
            <a:extLst>
              <a:ext uri="{FF2B5EF4-FFF2-40B4-BE49-F238E27FC236}">
                <a16:creationId xmlns:a16="http://schemas.microsoft.com/office/drawing/2014/main" id="{1AF1CFC8-D1F8-8792-DE40-4C043BC552DB}"/>
              </a:ext>
            </a:extLst>
          </p:cNvPr>
          <p:cNvSpPr>
            <a:spLocks noGrp="1"/>
          </p:cNvSpPr>
          <p:nvPr>
            <p:ph type="title"/>
            <p:custDataLst>
              <p:tags r:id="rId2"/>
            </p:custDataLst>
          </p:nvPr>
        </p:nvSpPr>
        <p:spPr>
          <a:xfrm>
            <a:off x="554736" y="186702"/>
            <a:ext cx="11637264" cy="387798"/>
          </a:xfrm>
        </p:spPr>
        <p:txBody>
          <a:bodyPr vert="horz"/>
          <a:lstStyle/>
          <a:p>
            <a:r>
              <a:rPr lang="en-US" sz="2400" dirty="0"/>
              <a:t>D. </a:t>
            </a:r>
            <a:r>
              <a:rPr lang="en-US" sz="2400" i="1" dirty="0"/>
              <a:t>R&amp;R: </a:t>
            </a:r>
            <a:r>
              <a:rPr lang="en-US" sz="2400" dirty="0"/>
              <a:t>Process flow and key pain points (1/2)</a:t>
            </a:r>
          </a:p>
        </p:txBody>
      </p:sp>
      <p:sp>
        <p:nvSpPr>
          <p:cNvPr id="12" name="Arrow: Pentagon 11">
            <a:extLst>
              <a:ext uri="{FF2B5EF4-FFF2-40B4-BE49-F238E27FC236}">
                <a16:creationId xmlns:a16="http://schemas.microsoft.com/office/drawing/2014/main" id="{539969B3-15F2-5508-D04F-4069CB1B22F2}"/>
              </a:ext>
            </a:extLst>
          </p:cNvPr>
          <p:cNvSpPr>
            <a:spLocks/>
          </p:cNvSpPr>
          <p:nvPr>
            <p:custDataLst>
              <p:tags r:id="rId3"/>
            </p:custDataLst>
          </p:nvPr>
        </p:nvSpPr>
        <p:spPr>
          <a:xfrm>
            <a:off x="2021526" y="1096614"/>
            <a:ext cx="9237024" cy="246655"/>
          </a:xfrm>
          <a:prstGeom prst="homePlate">
            <a:avLst>
              <a:gd name="adj" fmla="val 18199"/>
            </a:avLst>
          </a:prstGeom>
          <a:solidFill>
            <a:schemeClr val="accent1"/>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vert="horz" rtlCol="0" anchor="ctr">
            <a:noAutofit/>
          </a:bodyPr>
          <a:lstStyle/>
          <a:p>
            <a:pPr marL="0" marR="0" lvl="1" indent="0" algn="l" defTabSz="457258" rtl="0" eaLnBrk="1" fontAlgn="auto" latinLnBrk="0" hangingPunct="1">
              <a:lnSpc>
                <a:spcPct val="100000"/>
              </a:lnSpc>
              <a:spcBef>
                <a:spcPts val="0"/>
              </a:spcBef>
              <a:spcAft>
                <a:spcPts val="0"/>
              </a:spcAft>
              <a:buClrTx/>
              <a:buSzTx/>
              <a:buFontTx/>
              <a:buNone/>
              <a:tabLst/>
              <a:defRPr/>
            </a:pPr>
            <a:r>
              <a:rPr lang="en-US" sz="1100" b="1">
                <a:solidFill>
                  <a:srgbClr val="FFFFFF"/>
                </a:solidFill>
                <a:latin typeface="Arial" panose="020B0604020202020204"/>
              </a:rPr>
              <a:t>Customer care</a:t>
            </a:r>
            <a:r>
              <a:rPr kumimoji="0" lang="en-US" sz="1100" b="1" i="0" u="none" strike="noStrike" kern="1200" cap="none" spc="0" normalizeH="0" baseline="0" noProof="0">
                <a:ln>
                  <a:noFill/>
                </a:ln>
                <a:solidFill>
                  <a:srgbClr val="FFFFFF"/>
                </a:solidFill>
                <a:effectLst/>
                <a:uLnTx/>
                <a:uFillTx/>
                <a:latin typeface="Arial" panose="020B0604020202020204"/>
                <a:ea typeface="+mn-ea"/>
                <a:cs typeface="+mn-cs"/>
              </a:rPr>
              <a:t>: request originates from end customer (e.g., parents)</a:t>
            </a:r>
          </a:p>
        </p:txBody>
      </p:sp>
      <p:sp>
        <p:nvSpPr>
          <p:cNvPr id="17" name="TextBox 16">
            <a:extLst>
              <a:ext uri="{FF2B5EF4-FFF2-40B4-BE49-F238E27FC236}">
                <a16:creationId xmlns:a16="http://schemas.microsoft.com/office/drawing/2014/main" id="{A05AFDC9-66C8-99E2-9B01-BAB512FD8648}"/>
              </a:ext>
            </a:extLst>
          </p:cNvPr>
          <p:cNvSpPr txBox="1"/>
          <p:nvPr/>
        </p:nvSpPr>
        <p:spPr>
          <a:xfrm>
            <a:off x="554736" y="1194616"/>
            <a:ext cx="1091184"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Key stakeholders  </a:t>
            </a:r>
          </a:p>
        </p:txBody>
      </p:sp>
      <p:cxnSp>
        <p:nvCxnSpPr>
          <p:cNvPr id="18" name="LineBasicDefault 37">
            <a:extLst>
              <a:ext uri="{FF2B5EF4-FFF2-40B4-BE49-F238E27FC236}">
                <a16:creationId xmlns:a16="http://schemas.microsoft.com/office/drawing/2014/main" id="{800D4169-F64C-DC2C-9485-A9BAE460CF52}"/>
              </a:ext>
            </a:extLst>
          </p:cNvPr>
          <p:cNvCxnSpPr>
            <a:cxnSpLocks/>
          </p:cNvCxnSpPr>
          <p:nvPr>
            <p:custDataLst>
              <p:tags r:id="rId4"/>
            </p:custDataLst>
          </p:nvPr>
        </p:nvCxnSpPr>
        <p:spPr>
          <a:xfrm>
            <a:off x="557313" y="1629793"/>
            <a:ext cx="10617667"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E3D8F836-DBA2-6152-1F01-D54E44DC267E}"/>
              </a:ext>
            </a:extLst>
          </p:cNvPr>
          <p:cNvSpPr txBox="1">
            <a:spLocks/>
          </p:cNvSpPr>
          <p:nvPr>
            <p:custDataLst>
              <p:tags r:id="rId5"/>
            </p:custDataLst>
          </p:nvPr>
        </p:nvSpPr>
        <p:spPr>
          <a:xfrm>
            <a:off x="1010437" y="1871837"/>
            <a:ext cx="899222" cy="261035"/>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Care /</a:t>
            </a:r>
          </a:p>
        </p:txBody>
      </p:sp>
      <p:pic>
        <p:nvPicPr>
          <p:cNvPr id="23" name="CustomIcon">
            <a:extLst>
              <a:ext uri="{FF2B5EF4-FFF2-40B4-BE49-F238E27FC236}">
                <a16:creationId xmlns:a16="http://schemas.microsoft.com/office/drawing/2014/main" id="{4C941AED-5A4B-49A2-AF4E-6963FC1095E8}"/>
              </a:ext>
            </a:extLst>
          </p:cNvPr>
          <p:cNvPicPr>
            <a:picLocks noChangeAspect="1"/>
          </p:cNvPicPr>
          <p:nvPr>
            <p:custDataLst>
              <p:tags r:id="rId6"/>
            </p:custDataLst>
          </p:nvPr>
        </p:nvPicPr>
        <p:blipFill>
          <a:blip>
            <a:extLst>
              <a:ext uri="{96DAC541-7B7A-43D3-8B79-37D633B846F1}">
                <asvg:svgBlip xmlns:asvg="http://schemas.microsoft.com/office/drawing/2016/SVG/main" r:embed="rId48"/>
              </a:ext>
            </a:extLst>
          </a:blip>
          <a:stretch>
            <a:fillRect/>
          </a:stretch>
        </p:blipFill>
        <p:spPr>
          <a:xfrm>
            <a:off x="552293" y="1779015"/>
            <a:ext cx="390844" cy="344003"/>
          </a:xfrm>
          <a:prstGeom prst="rect">
            <a:avLst/>
          </a:prstGeom>
        </p:spPr>
      </p:pic>
      <p:sp>
        <p:nvSpPr>
          <p:cNvPr id="24" name="TextBox 23">
            <a:extLst>
              <a:ext uri="{FF2B5EF4-FFF2-40B4-BE49-F238E27FC236}">
                <a16:creationId xmlns:a16="http://schemas.microsoft.com/office/drawing/2014/main" id="{3BA6E081-971C-FF16-DF0C-219E37CEEA8D}"/>
              </a:ext>
            </a:extLst>
          </p:cNvPr>
          <p:cNvSpPr txBox="1">
            <a:spLocks/>
          </p:cNvSpPr>
          <p:nvPr>
            <p:custDataLst>
              <p:tags r:id="rId7"/>
            </p:custDataLst>
          </p:nvPr>
        </p:nvSpPr>
        <p:spPr>
          <a:xfrm>
            <a:off x="1963285" y="1683542"/>
            <a:ext cx="4068834" cy="421353"/>
          </a:xfrm>
          <a:prstGeom prst="roundRect">
            <a:avLst/>
          </a:prstGeom>
          <a:solidFill>
            <a:srgbClr val="D3DCFF"/>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Consumer contacts Customer Care by phone, email, chat, or text and a case is queued on Gladly (CRM) and assigned a representative (CCR)</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cxnSp>
        <p:nvCxnSpPr>
          <p:cNvPr id="3" name="GreyLineContentSeparatorDefault 69">
            <a:extLst>
              <a:ext uri="{FF2B5EF4-FFF2-40B4-BE49-F238E27FC236}">
                <a16:creationId xmlns:a16="http://schemas.microsoft.com/office/drawing/2014/main" id="{BE6AF6FA-E000-7C33-347E-40376B785034}"/>
              </a:ext>
            </a:extLst>
          </p:cNvPr>
          <p:cNvCxnSpPr>
            <a:cxnSpLocks/>
          </p:cNvCxnSpPr>
          <p:nvPr>
            <p:custDataLst>
              <p:tags r:id="rId8"/>
            </p:custDataLst>
          </p:nvPr>
        </p:nvCxnSpPr>
        <p:spPr>
          <a:xfrm>
            <a:off x="547689" y="4780379"/>
            <a:ext cx="10617667"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4E464EC-DE59-0642-8830-50E69BE61CF7}"/>
              </a:ext>
            </a:extLst>
          </p:cNvPr>
          <p:cNvSpPr txBox="1">
            <a:spLocks/>
          </p:cNvSpPr>
          <p:nvPr>
            <p:custDataLst>
              <p:tags r:id="rId9"/>
            </p:custDataLst>
          </p:nvPr>
        </p:nvSpPr>
        <p:spPr>
          <a:xfrm>
            <a:off x="1010437" y="4893491"/>
            <a:ext cx="899222" cy="261035"/>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Pro</a:t>
            </a:r>
          </a:p>
        </p:txBody>
      </p:sp>
      <p:pic>
        <p:nvPicPr>
          <p:cNvPr id="5" name="CustomIcon">
            <a:extLst>
              <a:ext uri="{FF2B5EF4-FFF2-40B4-BE49-F238E27FC236}">
                <a16:creationId xmlns:a16="http://schemas.microsoft.com/office/drawing/2014/main" id="{F858E30B-273F-8779-C62F-338905E80BCF}"/>
              </a:ext>
            </a:extLst>
          </p:cNvPr>
          <p:cNvPicPr>
            <a:picLocks/>
          </p:cNvPicPr>
          <p:nvPr>
            <p:custDataLst>
              <p:tags r:id="rId10"/>
            </p:custDataLst>
          </p:nvPr>
        </p:nvPicPr>
        <p:blipFill>
          <a:blip>
            <a:extLst>
              <a:ext uri="{96DAC541-7B7A-43D3-8B79-37D633B846F1}">
                <asvg:svgBlip xmlns:asvg="http://schemas.microsoft.com/office/drawing/2016/SVG/main" r:embed="rId48"/>
              </a:ext>
            </a:extLst>
          </a:blip>
          <a:stretch>
            <a:fillRect/>
          </a:stretch>
        </p:blipFill>
        <p:spPr>
          <a:xfrm>
            <a:off x="552293" y="4852007"/>
            <a:ext cx="390844" cy="344003"/>
          </a:xfrm>
          <a:prstGeom prst="rect">
            <a:avLst/>
          </a:prstGeom>
        </p:spPr>
      </p:pic>
      <p:pic>
        <p:nvPicPr>
          <p:cNvPr id="7" name="CustomIcon">
            <a:extLst>
              <a:ext uri="{FF2B5EF4-FFF2-40B4-BE49-F238E27FC236}">
                <a16:creationId xmlns:a16="http://schemas.microsoft.com/office/drawing/2014/main" id="{6C8194A1-1AF3-C743-9585-907AD471D4E6}"/>
              </a:ext>
            </a:extLst>
          </p:cNvPr>
          <p:cNvPicPr>
            <a:picLocks/>
          </p:cNvPicPr>
          <p:nvPr>
            <p:custDataLst>
              <p:tags r:id="rId11"/>
            </p:custDataLst>
          </p:nvPr>
        </p:nvPicPr>
        <p:blipFill>
          <a:blip>
            <a:extLst>
              <a:ext uri="{96DAC541-7B7A-43D3-8B79-37D633B846F1}">
                <asvg:svgBlip xmlns:asvg="http://schemas.microsoft.com/office/drawing/2016/SVG/main" r:embed="rId49"/>
              </a:ext>
            </a:extLst>
          </a:blip>
          <a:stretch>
            <a:fillRect/>
          </a:stretch>
        </p:blipFill>
        <p:spPr>
          <a:xfrm>
            <a:off x="552293" y="5410542"/>
            <a:ext cx="390844" cy="344003"/>
          </a:xfrm>
          <a:prstGeom prst="rect">
            <a:avLst/>
          </a:prstGeom>
        </p:spPr>
      </p:pic>
      <p:cxnSp>
        <p:nvCxnSpPr>
          <p:cNvPr id="8" name="GreyLineContentSeparatorDefault 69">
            <a:extLst>
              <a:ext uri="{FF2B5EF4-FFF2-40B4-BE49-F238E27FC236}">
                <a16:creationId xmlns:a16="http://schemas.microsoft.com/office/drawing/2014/main" id="{9551F383-92A7-449F-4BA4-33F369112577}"/>
              </a:ext>
            </a:extLst>
          </p:cNvPr>
          <p:cNvCxnSpPr>
            <a:cxnSpLocks/>
          </p:cNvCxnSpPr>
          <p:nvPr>
            <p:custDataLst>
              <p:tags r:id="rId12"/>
            </p:custDataLst>
          </p:nvPr>
        </p:nvCxnSpPr>
        <p:spPr>
          <a:xfrm>
            <a:off x="557314" y="5853892"/>
            <a:ext cx="10617667"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 name="GreyLineContentSeparatorDefault 69">
            <a:extLst>
              <a:ext uri="{FF2B5EF4-FFF2-40B4-BE49-F238E27FC236}">
                <a16:creationId xmlns:a16="http://schemas.microsoft.com/office/drawing/2014/main" id="{3C517780-FB9F-9F2B-6DF7-8C9E23CD3D8F}"/>
              </a:ext>
            </a:extLst>
          </p:cNvPr>
          <p:cNvCxnSpPr>
            <a:cxnSpLocks/>
          </p:cNvCxnSpPr>
          <p:nvPr>
            <p:custDataLst>
              <p:tags r:id="rId13"/>
            </p:custDataLst>
          </p:nvPr>
        </p:nvCxnSpPr>
        <p:spPr>
          <a:xfrm>
            <a:off x="547689" y="5356478"/>
            <a:ext cx="10617667"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10" name="CustomIcon">
            <a:extLst>
              <a:ext uri="{FF2B5EF4-FFF2-40B4-BE49-F238E27FC236}">
                <a16:creationId xmlns:a16="http://schemas.microsoft.com/office/drawing/2014/main" id="{CC15F776-B2AA-A034-ED62-EEA092F1ECBF}"/>
              </a:ext>
            </a:extLst>
          </p:cNvPr>
          <p:cNvPicPr>
            <a:picLocks/>
          </p:cNvPicPr>
          <p:nvPr>
            <p:custDataLst>
              <p:tags r:id="rId14"/>
            </p:custDataLst>
          </p:nvPr>
        </p:nvPicPr>
        <p:blipFill>
          <a:blip>
            <a:extLst>
              <a:ext uri="{96DAC541-7B7A-43D3-8B79-37D633B846F1}">
                <asvg:svgBlip xmlns:asvg="http://schemas.microsoft.com/office/drawing/2016/SVG/main" r:embed="rId50"/>
              </a:ext>
            </a:extLst>
          </a:blip>
          <a:stretch>
            <a:fillRect/>
          </a:stretch>
        </p:blipFill>
        <p:spPr>
          <a:xfrm>
            <a:off x="552293" y="6080961"/>
            <a:ext cx="390844" cy="344003"/>
          </a:xfrm>
          <a:prstGeom prst="rect">
            <a:avLst/>
          </a:prstGeom>
        </p:spPr>
      </p:pic>
      <p:sp>
        <p:nvSpPr>
          <p:cNvPr id="11" name="TextBox 10">
            <a:extLst>
              <a:ext uri="{FF2B5EF4-FFF2-40B4-BE49-F238E27FC236}">
                <a16:creationId xmlns:a16="http://schemas.microsoft.com/office/drawing/2014/main" id="{51F84E61-0DB9-83E3-671E-9D207992E1E7}"/>
              </a:ext>
            </a:extLst>
          </p:cNvPr>
          <p:cNvSpPr txBox="1">
            <a:spLocks/>
          </p:cNvSpPr>
          <p:nvPr>
            <p:custDataLst>
              <p:tags r:id="rId15"/>
            </p:custDataLst>
          </p:nvPr>
        </p:nvSpPr>
        <p:spPr>
          <a:xfrm>
            <a:off x="1010437" y="5152941"/>
            <a:ext cx="899222" cy="493556"/>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None/>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SSR / TM</a:t>
            </a:r>
          </a:p>
        </p:txBody>
      </p:sp>
      <p:sp>
        <p:nvSpPr>
          <p:cNvPr id="13" name="TextBox 12">
            <a:extLst>
              <a:ext uri="{FF2B5EF4-FFF2-40B4-BE49-F238E27FC236}">
                <a16:creationId xmlns:a16="http://schemas.microsoft.com/office/drawing/2014/main" id="{2AEC2056-AD1F-72B4-F43C-5093505A368D}"/>
              </a:ext>
            </a:extLst>
          </p:cNvPr>
          <p:cNvSpPr txBox="1">
            <a:spLocks/>
          </p:cNvSpPr>
          <p:nvPr>
            <p:custDataLst>
              <p:tags r:id="rId16"/>
            </p:custDataLst>
          </p:nvPr>
        </p:nvSpPr>
        <p:spPr>
          <a:xfrm>
            <a:off x="1010437" y="6006184"/>
            <a:ext cx="899222" cy="493556"/>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None/>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Financial services: AR / MTS AR</a:t>
            </a:r>
          </a:p>
        </p:txBody>
      </p:sp>
      <p:sp>
        <p:nvSpPr>
          <p:cNvPr id="14" name="TextBox 13">
            <a:extLst>
              <a:ext uri="{FF2B5EF4-FFF2-40B4-BE49-F238E27FC236}">
                <a16:creationId xmlns:a16="http://schemas.microsoft.com/office/drawing/2014/main" id="{708A7E43-9794-C239-5BD4-603DDC4C1940}"/>
              </a:ext>
            </a:extLst>
          </p:cNvPr>
          <p:cNvSpPr txBox="1">
            <a:spLocks/>
          </p:cNvSpPr>
          <p:nvPr>
            <p:custDataLst>
              <p:tags r:id="rId17"/>
            </p:custDataLst>
          </p:nvPr>
        </p:nvSpPr>
        <p:spPr>
          <a:xfrm>
            <a:off x="6407266" y="2190777"/>
            <a:ext cx="4068834" cy="671327"/>
          </a:xfrm>
          <a:prstGeom prst="roundRect">
            <a:avLst/>
          </a:prstGeom>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CCR triages issue type (decoration issue, defective items, incorrect sizing, incorrect/missing items) and validates using order details and admin tools.</a:t>
            </a: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CCR decides resolution (refund with or without return, remake/replacement) and aligns timing with customer</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sp>
        <p:nvSpPr>
          <p:cNvPr id="28" name="TextBox 27">
            <a:extLst>
              <a:ext uri="{FF2B5EF4-FFF2-40B4-BE49-F238E27FC236}">
                <a16:creationId xmlns:a16="http://schemas.microsoft.com/office/drawing/2014/main" id="{F00DA609-2763-BEAC-AA35-51588546AC16}"/>
              </a:ext>
            </a:extLst>
          </p:cNvPr>
          <p:cNvSpPr txBox="1">
            <a:spLocks/>
          </p:cNvSpPr>
          <p:nvPr>
            <p:custDataLst>
              <p:tags r:id="rId18"/>
            </p:custDataLst>
          </p:nvPr>
        </p:nvSpPr>
        <p:spPr>
          <a:xfrm>
            <a:off x="10012679" y="2982608"/>
            <a:ext cx="1171456" cy="660398"/>
          </a:xfrm>
          <a:prstGeom prst="roundRect">
            <a:avLst/>
          </a:prstGeom>
          <a:solidFill>
            <a:srgbClr val="D3DCFF"/>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If return, remake or replacement, CCR submits details and a task is created for internal R&amp;R</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sp>
        <p:nvSpPr>
          <p:cNvPr id="34" name="TextBox 33">
            <a:extLst>
              <a:ext uri="{FF2B5EF4-FFF2-40B4-BE49-F238E27FC236}">
                <a16:creationId xmlns:a16="http://schemas.microsoft.com/office/drawing/2014/main" id="{0DE8BF3C-D5C6-E04C-8D31-C5B57594A7BB}"/>
              </a:ext>
            </a:extLst>
          </p:cNvPr>
          <p:cNvSpPr txBox="1">
            <a:spLocks/>
          </p:cNvSpPr>
          <p:nvPr>
            <p:custDataLst>
              <p:tags r:id="rId19"/>
            </p:custDataLst>
          </p:nvPr>
        </p:nvSpPr>
        <p:spPr>
          <a:xfrm>
            <a:off x="6416891" y="5946140"/>
            <a:ext cx="4068834" cy="421353"/>
          </a:xfrm>
          <a:prstGeom prst="roundRect">
            <a:avLst/>
          </a:prstGeom>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Handles credit memo refunds for exceptions (e.g. refund posting failures, when funds cannot return to the original payment source, issuing checks),and confirming the credit is matched to the correct customer and amount</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pic>
        <p:nvPicPr>
          <p:cNvPr id="50" name="CustomIcon">
            <a:extLst>
              <a:ext uri="{FF2B5EF4-FFF2-40B4-BE49-F238E27FC236}">
                <a16:creationId xmlns:a16="http://schemas.microsoft.com/office/drawing/2014/main" id="{E7A8E465-474F-407B-2DE5-F779AFCCB76A}"/>
              </a:ext>
            </a:extLst>
          </p:cNvPr>
          <p:cNvPicPr>
            <a:picLocks noChangeAspect="1"/>
          </p:cNvPicPr>
          <p:nvPr>
            <p:custDataLst>
              <p:tags r:id="rId20"/>
            </p:custDataLst>
          </p:nvPr>
        </p:nvPicPr>
        <p:blipFill>
          <a:blip>
            <a:extLst>
              <a:ext uri="{96DAC541-7B7A-43D3-8B79-37D633B846F1}">
                <asvg:svgBlip xmlns:asvg="http://schemas.microsoft.com/office/drawing/2016/SVG/main" r:embed="rId51"/>
              </a:ext>
            </a:extLst>
          </a:blip>
          <a:stretch>
            <a:fillRect/>
          </a:stretch>
        </p:blipFill>
        <p:spPr>
          <a:xfrm>
            <a:off x="10222151" y="4218314"/>
            <a:ext cx="222364" cy="222364"/>
          </a:xfrm>
          <a:prstGeom prst="rect">
            <a:avLst/>
          </a:prstGeom>
        </p:spPr>
      </p:pic>
      <p:sp>
        <p:nvSpPr>
          <p:cNvPr id="53" name="Legend1">
            <a:extLst>
              <a:ext uri="{FF2B5EF4-FFF2-40B4-BE49-F238E27FC236}">
                <a16:creationId xmlns:a16="http://schemas.microsoft.com/office/drawing/2014/main" id="{3BF9F52E-A8A0-92D4-7249-17EDF5F4147B}"/>
              </a:ext>
            </a:extLst>
          </p:cNvPr>
          <p:cNvSpPr txBox="1">
            <a:spLocks/>
          </p:cNvSpPr>
          <p:nvPr/>
        </p:nvSpPr>
        <p:spPr>
          <a:xfrm>
            <a:off x="10741056" y="3941844"/>
            <a:ext cx="741883" cy="548497"/>
          </a:xfrm>
          <a:prstGeom prst="rect">
            <a:avLst/>
          </a:prstGeom>
          <a:noFill/>
          <a:ln>
            <a:noFill/>
            <a:miter lim="800000"/>
          </a:ln>
        </p:spPr>
        <p:txBody>
          <a:bodyPr wrap="square" lIns="0" tIns="0" rIns="0" bIns="0" rtlCol="0" anchor="ctr" anchorCtr="0">
            <a:no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System fragmentation across SAP, QOE, VOE</a:t>
            </a:r>
          </a:p>
        </p:txBody>
      </p:sp>
      <p:pic>
        <p:nvPicPr>
          <p:cNvPr id="58" name="CustomIcon">
            <a:extLst>
              <a:ext uri="{FF2B5EF4-FFF2-40B4-BE49-F238E27FC236}">
                <a16:creationId xmlns:a16="http://schemas.microsoft.com/office/drawing/2014/main" id="{660EC313-1751-5F88-14F3-132F2C15EEFF}"/>
              </a:ext>
            </a:extLst>
          </p:cNvPr>
          <p:cNvPicPr>
            <a:picLocks noChangeAspect="1"/>
          </p:cNvPicPr>
          <p:nvPr>
            <p:custDataLst>
              <p:tags r:id="rId21"/>
            </p:custDataLst>
          </p:nvPr>
        </p:nvPicPr>
        <p:blipFill>
          <a:blip>
            <a:extLst>
              <a:ext uri="{96DAC541-7B7A-43D3-8B79-37D633B846F1}">
                <asvg:svgBlip xmlns:asvg="http://schemas.microsoft.com/office/drawing/2016/SVG/main" r:embed="rId51"/>
              </a:ext>
            </a:extLst>
          </a:blip>
          <a:stretch>
            <a:fillRect/>
          </a:stretch>
        </p:blipFill>
        <p:spPr>
          <a:xfrm>
            <a:off x="4694932" y="2463888"/>
            <a:ext cx="222364" cy="222364"/>
          </a:xfrm>
          <a:prstGeom prst="rect">
            <a:avLst/>
          </a:prstGeom>
        </p:spPr>
      </p:pic>
      <p:sp>
        <p:nvSpPr>
          <p:cNvPr id="59" name="Legend1">
            <a:extLst>
              <a:ext uri="{FF2B5EF4-FFF2-40B4-BE49-F238E27FC236}">
                <a16:creationId xmlns:a16="http://schemas.microsoft.com/office/drawing/2014/main" id="{3F38FD2D-DDE0-378A-B3E9-225A2D556BB5}"/>
              </a:ext>
            </a:extLst>
          </p:cNvPr>
          <p:cNvSpPr txBox="1">
            <a:spLocks/>
          </p:cNvSpPr>
          <p:nvPr/>
        </p:nvSpPr>
        <p:spPr>
          <a:xfrm>
            <a:off x="4957700" y="2353263"/>
            <a:ext cx="1398536" cy="482115"/>
          </a:xfrm>
          <a:prstGeom prst="rect">
            <a:avLst/>
          </a:prstGeom>
          <a:noFill/>
          <a:ln>
            <a:noFill/>
            <a:miter lim="800000"/>
          </a:ln>
        </p:spPr>
        <p:txBody>
          <a:bodyPr wrap="square" lIns="0" tIns="0" rIns="0" bIns="0" rtlCol="0" anchor="ctr" anchorCtr="0">
            <a:no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SOP inconsistency, heavy tribal knowledge, validation steps vary by case</a:t>
            </a:r>
          </a:p>
        </p:txBody>
      </p:sp>
      <p:sp>
        <p:nvSpPr>
          <p:cNvPr id="62" name="TrackerNumWhite 63">
            <a:extLst>
              <a:ext uri="{FF2B5EF4-FFF2-40B4-BE49-F238E27FC236}">
                <a16:creationId xmlns:a16="http://schemas.microsoft.com/office/drawing/2014/main" id="{8B143255-D589-AF82-CBFA-4E748641DA10}"/>
              </a:ext>
            </a:extLst>
          </p:cNvPr>
          <p:cNvSpPr/>
          <p:nvPr>
            <p:custDataLst>
              <p:tags r:id="rId22"/>
            </p:custDataLst>
          </p:nvPr>
        </p:nvSpPr>
        <p:spPr>
          <a:xfrm>
            <a:off x="1745273" y="1654218"/>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1</a:t>
            </a:r>
          </a:p>
        </p:txBody>
      </p:sp>
      <p:sp>
        <p:nvSpPr>
          <p:cNvPr id="66" name="TrackerNumWhite 63">
            <a:extLst>
              <a:ext uri="{FF2B5EF4-FFF2-40B4-BE49-F238E27FC236}">
                <a16:creationId xmlns:a16="http://schemas.microsoft.com/office/drawing/2014/main" id="{1A0F462A-C184-1513-660C-5EF850228930}"/>
              </a:ext>
            </a:extLst>
          </p:cNvPr>
          <p:cNvSpPr/>
          <p:nvPr>
            <p:custDataLst>
              <p:tags r:id="rId23"/>
            </p:custDataLst>
          </p:nvPr>
        </p:nvSpPr>
        <p:spPr>
          <a:xfrm>
            <a:off x="6205347" y="2067299"/>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2</a:t>
            </a:r>
          </a:p>
        </p:txBody>
      </p:sp>
      <p:sp>
        <p:nvSpPr>
          <p:cNvPr id="73" name="TrackerNumWhite 63">
            <a:extLst>
              <a:ext uri="{FF2B5EF4-FFF2-40B4-BE49-F238E27FC236}">
                <a16:creationId xmlns:a16="http://schemas.microsoft.com/office/drawing/2014/main" id="{0CFA9402-0999-80F2-2380-A907CBB171BA}"/>
              </a:ext>
            </a:extLst>
          </p:cNvPr>
          <p:cNvSpPr/>
          <p:nvPr>
            <p:custDataLst>
              <p:tags r:id="rId24"/>
            </p:custDataLst>
          </p:nvPr>
        </p:nvSpPr>
        <p:spPr>
          <a:xfrm>
            <a:off x="6195586" y="5864407"/>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4</a:t>
            </a:r>
          </a:p>
        </p:txBody>
      </p:sp>
      <p:cxnSp>
        <p:nvCxnSpPr>
          <p:cNvPr id="97" name="Straight Arrow Connector 96">
            <a:extLst>
              <a:ext uri="{FF2B5EF4-FFF2-40B4-BE49-F238E27FC236}">
                <a16:creationId xmlns:a16="http://schemas.microsoft.com/office/drawing/2014/main" id="{73FB1294-1939-B123-5839-B83BA7F0B050}"/>
              </a:ext>
            </a:extLst>
          </p:cNvPr>
          <p:cNvCxnSpPr>
            <a:cxnSpLocks/>
            <a:stCxn id="14" idx="2"/>
          </p:cNvCxnSpPr>
          <p:nvPr/>
        </p:nvCxnSpPr>
        <p:spPr>
          <a:xfrm>
            <a:off x="8441683" y="2862104"/>
            <a:ext cx="0" cy="120504"/>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19" name="Straight Arrow Connector 118">
            <a:extLst>
              <a:ext uri="{FF2B5EF4-FFF2-40B4-BE49-F238E27FC236}">
                <a16:creationId xmlns:a16="http://schemas.microsoft.com/office/drawing/2014/main" id="{679AF958-CB38-7BE0-692E-B86B6B88F9E4}"/>
              </a:ext>
            </a:extLst>
          </p:cNvPr>
          <p:cNvCxnSpPr>
            <a:cxnSpLocks/>
          </p:cNvCxnSpPr>
          <p:nvPr/>
        </p:nvCxnSpPr>
        <p:spPr>
          <a:xfrm flipH="1">
            <a:off x="7887768" y="3572461"/>
            <a:ext cx="0" cy="1289916"/>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69" name="TrackerNumWhite 63">
            <a:extLst>
              <a:ext uri="{FF2B5EF4-FFF2-40B4-BE49-F238E27FC236}">
                <a16:creationId xmlns:a16="http://schemas.microsoft.com/office/drawing/2014/main" id="{B67869AC-003E-DFAC-5A3A-E6EE37C76872}"/>
              </a:ext>
            </a:extLst>
          </p:cNvPr>
          <p:cNvSpPr/>
          <p:nvPr>
            <p:custDataLst>
              <p:tags r:id="rId25"/>
            </p:custDataLst>
          </p:nvPr>
        </p:nvSpPr>
        <p:spPr>
          <a:xfrm>
            <a:off x="6205347" y="3716242"/>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3c</a:t>
            </a:r>
          </a:p>
        </p:txBody>
      </p:sp>
      <p:sp>
        <p:nvSpPr>
          <p:cNvPr id="169" name="TextBox 168">
            <a:extLst>
              <a:ext uri="{FF2B5EF4-FFF2-40B4-BE49-F238E27FC236}">
                <a16:creationId xmlns:a16="http://schemas.microsoft.com/office/drawing/2014/main" id="{B807ECE1-380B-1CF1-B9F7-BA5E35E3D76F}"/>
              </a:ext>
            </a:extLst>
          </p:cNvPr>
          <p:cNvSpPr txBox="1">
            <a:spLocks/>
          </p:cNvSpPr>
          <p:nvPr/>
        </p:nvSpPr>
        <p:spPr>
          <a:xfrm>
            <a:off x="9239790" y="855109"/>
            <a:ext cx="864019"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Sequential flow</a:t>
            </a:r>
          </a:p>
        </p:txBody>
      </p:sp>
      <p:cxnSp>
        <p:nvCxnSpPr>
          <p:cNvPr id="171" name="Straight Arrow Connector 170">
            <a:extLst>
              <a:ext uri="{FF2B5EF4-FFF2-40B4-BE49-F238E27FC236}">
                <a16:creationId xmlns:a16="http://schemas.microsoft.com/office/drawing/2014/main" id="{1CEDC751-42B4-5450-E9B8-DC7DD0160AFC}"/>
              </a:ext>
            </a:extLst>
          </p:cNvPr>
          <p:cNvCxnSpPr>
            <a:cxnSpLocks/>
          </p:cNvCxnSpPr>
          <p:nvPr/>
        </p:nvCxnSpPr>
        <p:spPr>
          <a:xfrm>
            <a:off x="8956074" y="932053"/>
            <a:ext cx="230556" cy="0"/>
          </a:xfrm>
          <a:prstGeom prst="straightConnector1">
            <a:avLst/>
          </a:prstGeom>
          <a:ln w="6350" cmpd="sng">
            <a:solidFill>
              <a:schemeClr val="tx1">
                <a:lumMod val="50000"/>
                <a:lumOff val="50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173" name="TextBox 172">
            <a:extLst>
              <a:ext uri="{FF2B5EF4-FFF2-40B4-BE49-F238E27FC236}">
                <a16:creationId xmlns:a16="http://schemas.microsoft.com/office/drawing/2014/main" id="{391A24F5-B43B-7266-1533-30C11108ECC5}"/>
              </a:ext>
            </a:extLst>
          </p:cNvPr>
          <p:cNvSpPr txBox="1">
            <a:spLocks/>
          </p:cNvSpPr>
          <p:nvPr/>
        </p:nvSpPr>
        <p:spPr>
          <a:xfrm>
            <a:off x="10516460" y="855109"/>
            <a:ext cx="716543"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Iterative flow</a:t>
            </a:r>
          </a:p>
        </p:txBody>
      </p:sp>
      <p:cxnSp>
        <p:nvCxnSpPr>
          <p:cNvPr id="174" name="Straight Arrow Connector 173">
            <a:extLst>
              <a:ext uri="{FF2B5EF4-FFF2-40B4-BE49-F238E27FC236}">
                <a16:creationId xmlns:a16="http://schemas.microsoft.com/office/drawing/2014/main" id="{9B13B351-9937-4043-B56E-E485D61DB5E7}"/>
              </a:ext>
            </a:extLst>
          </p:cNvPr>
          <p:cNvCxnSpPr>
            <a:cxnSpLocks/>
          </p:cNvCxnSpPr>
          <p:nvPr/>
        </p:nvCxnSpPr>
        <p:spPr>
          <a:xfrm>
            <a:off x="10232746" y="932053"/>
            <a:ext cx="230556" cy="0"/>
          </a:xfrm>
          <a:prstGeom prst="straightConnector1">
            <a:avLst/>
          </a:prstGeom>
          <a:ln w="6350" cmpd="sng">
            <a:solidFill>
              <a:schemeClr val="bg1">
                <a:lumMod val="50000"/>
              </a:schemeClr>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75" name="Legend1">
            <a:extLst>
              <a:ext uri="{FF2B5EF4-FFF2-40B4-BE49-F238E27FC236}">
                <a16:creationId xmlns:a16="http://schemas.microsoft.com/office/drawing/2014/main" id="{8D9D560E-1215-C4FC-FAE4-27ABFFCC42ED}"/>
              </a:ext>
            </a:extLst>
          </p:cNvPr>
          <p:cNvSpPr txBox="1"/>
          <p:nvPr/>
        </p:nvSpPr>
        <p:spPr>
          <a:xfrm>
            <a:off x="8261277" y="855109"/>
            <a:ext cx="56586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Pain point</a:t>
            </a:r>
          </a:p>
        </p:txBody>
      </p:sp>
      <p:pic>
        <p:nvPicPr>
          <p:cNvPr id="176" name="CustomIcon">
            <a:extLst>
              <a:ext uri="{FF2B5EF4-FFF2-40B4-BE49-F238E27FC236}">
                <a16:creationId xmlns:a16="http://schemas.microsoft.com/office/drawing/2014/main" id="{B57412C5-A650-FAB2-40E3-FEF9E62C47FC}"/>
              </a:ext>
            </a:extLst>
          </p:cNvPr>
          <p:cNvPicPr>
            <a:picLocks/>
          </p:cNvPicPr>
          <p:nvPr>
            <p:custDataLst>
              <p:tags r:id="rId26"/>
            </p:custDataLst>
          </p:nvPr>
        </p:nvPicPr>
        <p:blipFill>
          <a:blip>
            <a:extLst>
              <a:ext uri="{96DAC541-7B7A-43D3-8B79-37D633B846F1}">
                <asvg:svgBlip xmlns:asvg="http://schemas.microsoft.com/office/drawing/2016/SVG/main" r:embed="rId51"/>
              </a:ext>
            </a:extLst>
          </a:blip>
          <a:stretch>
            <a:fillRect/>
          </a:stretch>
        </p:blipFill>
        <p:spPr>
          <a:xfrm>
            <a:off x="8024991" y="838706"/>
            <a:ext cx="183126" cy="182880"/>
          </a:xfrm>
          <a:prstGeom prst="rect">
            <a:avLst/>
          </a:prstGeom>
        </p:spPr>
      </p:pic>
      <p:sp>
        <p:nvSpPr>
          <p:cNvPr id="178" name="Legend1">
            <a:extLst>
              <a:ext uri="{FF2B5EF4-FFF2-40B4-BE49-F238E27FC236}">
                <a16:creationId xmlns:a16="http://schemas.microsoft.com/office/drawing/2014/main" id="{4C10E554-CA7A-9119-15AA-D0134EC7D824}"/>
              </a:ext>
            </a:extLst>
          </p:cNvPr>
          <p:cNvSpPr txBox="1"/>
          <p:nvPr/>
        </p:nvSpPr>
        <p:spPr>
          <a:xfrm>
            <a:off x="6128005" y="855109"/>
            <a:ext cx="1829027"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Strong process/initiative in place</a:t>
            </a:r>
          </a:p>
        </p:txBody>
      </p:sp>
      <p:sp>
        <p:nvSpPr>
          <p:cNvPr id="179" name="Legend1">
            <a:extLst>
              <a:ext uri="{FF2B5EF4-FFF2-40B4-BE49-F238E27FC236}">
                <a16:creationId xmlns:a16="http://schemas.microsoft.com/office/drawing/2014/main" id="{F53212B1-FD34-508F-42D3-A1232DCA0A7D}"/>
              </a:ext>
            </a:extLst>
          </p:cNvPr>
          <p:cNvSpPr txBox="1"/>
          <p:nvPr/>
        </p:nvSpPr>
        <p:spPr>
          <a:xfrm>
            <a:off x="4309983" y="855109"/>
            <a:ext cx="1506823"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Tech / vendor dependency</a:t>
            </a:r>
          </a:p>
        </p:txBody>
      </p:sp>
      <p:sp>
        <p:nvSpPr>
          <p:cNvPr id="180" name="Rectangle: Rounded Corners 179">
            <a:extLst>
              <a:ext uri="{FF2B5EF4-FFF2-40B4-BE49-F238E27FC236}">
                <a16:creationId xmlns:a16="http://schemas.microsoft.com/office/drawing/2014/main" id="{5DAE54EE-3952-3331-D99B-76B59992DD80}"/>
              </a:ext>
            </a:extLst>
          </p:cNvPr>
          <p:cNvSpPr>
            <a:spLocks/>
          </p:cNvSpPr>
          <p:nvPr/>
        </p:nvSpPr>
        <p:spPr>
          <a:xfrm>
            <a:off x="4065352" y="838706"/>
            <a:ext cx="201168" cy="179067"/>
          </a:xfrm>
          <a:prstGeom prst="round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81" name="Star: 5 Points 180">
            <a:extLst>
              <a:ext uri="{FF2B5EF4-FFF2-40B4-BE49-F238E27FC236}">
                <a16:creationId xmlns:a16="http://schemas.microsoft.com/office/drawing/2014/main" id="{EEF4521D-C534-218B-9CBE-B927AB58DE4B}"/>
              </a:ext>
            </a:extLst>
          </p:cNvPr>
          <p:cNvSpPr>
            <a:spLocks/>
          </p:cNvSpPr>
          <p:nvPr/>
        </p:nvSpPr>
        <p:spPr>
          <a:xfrm>
            <a:off x="5884873" y="838706"/>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82" name="Star: 5 Points 181">
            <a:extLst>
              <a:ext uri="{FF2B5EF4-FFF2-40B4-BE49-F238E27FC236}">
                <a16:creationId xmlns:a16="http://schemas.microsoft.com/office/drawing/2014/main" id="{3CEDADDC-B0DB-B1C4-2469-1BB4650B85FB}"/>
              </a:ext>
            </a:extLst>
          </p:cNvPr>
          <p:cNvSpPr>
            <a:spLocks/>
          </p:cNvSpPr>
          <p:nvPr/>
        </p:nvSpPr>
        <p:spPr>
          <a:xfrm>
            <a:off x="1937259" y="3611412"/>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84" name="Legend1">
            <a:extLst>
              <a:ext uri="{FF2B5EF4-FFF2-40B4-BE49-F238E27FC236}">
                <a16:creationId xmlns:a16="http://schemas.microsoft.com/office/drawing/2014/main" id="{F67039C4-688F-CEA8-967A-6088D63A240B}"/>
              </a:ext>
            </a:extLst>
          </p:cNvPr>
          <p:cNvSpPr txBox="1">
            <a:spLocks/>
          </p:cNvSpPr>
          <p:nvPr/>
        </p:nvSpPr>
        <p:spPr>
          <a:xfrm>
            <a:off x="2266105" y="3461795"/>
            <a:ext cx="1336277" cy="482115"/>
          </a:xfrm>
          <a:prstGeom prst="rect">
            <a:avLst/>
          </a:prstGeom>
          <a:noFill/>
          <a:ln>
            <a:noFill/>
            <a:miter lim="800000"/>
          </a:ln>
        </p:spPr>
        <p:txBody>
          <a:bodyPr wrap="square" lIns="0" tIns="0" rIns="0" bIns="0" rtlCol="0" anchor="ctr" anchorCtr="0">
            <a:no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Customer communication is coordinated</a:t>
            </a:r>
          </a:p>
        </p:txBody>
      </p:sp>
      <p:sp>
        <p:nvSpPr>
          <p:cNvPr id="68" name="TrackerNumWhite 63">
            <a:extLst>
              <a:ext uri="{FF2B5EF4-FFF2-40B4-BE49-F238E27FC236}">
                <a16:creationId xmlns:a16="http://schemas.microsoft.com/office/drawing/2014/main" id="{051307CF-E3AC-E937-C5D8-861EEA2DBFEA}"/>
              </a:ext>
            </a:extLst>
          </p:cNvPr>
          <p:cNvSpPr/>
          <p:nvPr>
            <p:custDataLst>
              <p:tags r:id="rId27"/>
            </p:custDataLst>
          </p:nvPr>
        </p:nvSpPr>
        <p:spPr>
          <a:xfrm>
            <a:off x="9851236" y="2887981"/>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3b</a:t>
            </a:r>
          </a:p>
        </p:txBody>
      </p:sp>
      <p:cxnSp>
        <p:nvCxnSpPr>
          <p:cNvPr id="30" name="Straight Arrow Connector 29">
            <a:extLst>
              <a:ext uri="{FF2B5EF4-FFF2-40B4-BE49-F238E27FC236}">
                <a16:creationId xmlns:a16="http://schemas.microsoft.com/office/drawing/2014/main" id="{58E8177E-387D-9722-A46F-0FE9D1F21457}"/>
              </a:ext>
            </a:extLst>
          </p:cNvPr>
          <p:cNvCxnSpPr>
            <a:cxnSpLocks/>
            <a:endCxn id="28" idx="1"/>
          </p:cNvCxnSpPr>
          <p:nvPr/>
        </p:nvCxnSpPr>
        <p:spPr>
          <a:xfrm flipV="1">
            <a:off x="9196820" y="3312807"/>
            <a:ext cx="815859" cy="2792"/>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7E49DC6D-7F12-C20E-F13F-F13F32863B28}"/>
              </a:ext>
            </a:extLst>
          </p:cNvPr>
          <p:cNvCxnSpPr>
            <a:cxnSpLocks/>
          </p:cNvCxnSpPr>
          <p:nvPr/>
        </p:nvCxnSpPr>
        <p:spPr>
          <a:xfrm>
            <a:off x="10088879" y="3630109"/>
            <a:ext cx="0" cy="234196"/>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40" name="TextBox 39">
            <a:extLst>
              <a:ext uri="{FF2B5EF4-FFF2-40B4-BE49-F238E27FC236}">
                <a16:creationId xmlns:a16="http://schemas.microsoft.com/office/drawing/2014/main" id="{A8B180D6-6BCA-1EA6-BC04-4A76F9BB6B7C}"/>
              </a:ext>
            </a:extLst>
          </p:cNvPr>
          <p:cNvSpPr txBox="1">
            <a:spLocks/>
          </p:cNvSpPr>
          <p:nvPr>
            <p:custDataLst>
              <p:tags r:id="rId28"/>
            </p:custDataLst>
          </p:nvPr>
        </p:nvSpPr>
        <p:spPr>
          <a:xfrm>
            <a:off x="1963285" y="3078190"/>
            <a:ext cx="4068834" cy="402697"/>
          </a:xfrm>
          <a:prstGeom prst="roundRect">
            <a:avLst/>
          </a:prstGeom>
          <a:solidFill>
            <a:schemeClr val="bg1"/>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lvl="0" algn="ctr">
              <a:defRPr/>
            </a:pPr>
            <a:r>
              <a:rPr lang="en-US" sz="900">
                <a:solidFill>
                  <a:srgbClr val="000000"/>
                </a:solidFill>
              </a:rPr>
              <a:t>Team reaches out to customer as needed and keep updates in the same thread and close once shipped or refund confirmed</a:t>
            </a:r>
          </a:p>
        </p:txBody>
      </p:sp>
      <p:sp>
        <p:nvSpPr>
          <p:cNvPr id="71" name="TrackerNumWhite 63">
            <a:extLst>
              <a:ext uri="{FF2B5EF4-FFF2-40B4-BE49-F238E27FC236}">
                <a16:creationId xmlns:a16="http://schemas.microsoft.com/office/drawing/2014/main" id="{8F879161-CF92-2F41-2869-BB599ABB8D9E}"/>
              </a:ext>
            </a:extLst>
          </p:cNvPr>
          <p:cNvSpPr/>
          <p:nvPr>
            <p:custDataLst>
              <p:tags r:id="rId29"/>
            </p:custDataLst>
          </p:nvPr>
        </p:nvSpPr>
        <p:spPr>
          <a:xfrm>
            <a:off x="1745273" y="3029785"/>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5</a:t>
            </a:r>
          </a:p>
        </p:txBody>
      </p:sp>
      <p:sp>
        <p:nvSpPr>
          <p:cNvPr id="51" name="Arrow: Pentagon 50">
            <a:extLst>
              <a:ext uri="{FF2B5EF4-FFF2-40B4-BE49-F238E27FC236}">
                <a16:creationId xmlns:a16="http://schemas.microsoft.com/office/drawing/2014/main" id="{571D15D4-2075-2CA1-8C9D-7891E71CB414}"/>
              </a:ext>
            </a:extLst>
          </p:cNvPr>
          <p:cNvSpPr>
            <a:spLocks/>
          </p:cNvSpPr>
          <p:nvPr>
            <p:custDataLst>
              <p:tags r:id="rId30"/>
            </p:custDataLst>
          </p:nvPr>
        </p:nvSpPr>
        <p:spPr>
          <a:xfrm>
            <a:off x="2021526" y="1380724"/>
            <a:ext cx="4808640" cy="209312"/>
          </a:xfrm>
          <a:prstGeom prst="homePlate">
            <a:avLst>
              <a:gd name="adj" fmla="val 18199"/>
            </a:avLst>
          </a:prstGeom>
          <a:solidFill>
            <a:schemeClr val="accent1"/>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vert="horz" rtlCol="0" anchor="ctr">
            <a:noAutofit/>
          </a:bodyPr>
          <a:lstStyle/>
          <a:p>
            <a:pPr marL="0" marR="0" lvl="1" indent="0" algn="l" defTabSz="457258"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rial" panose="020B0604020202020204"/>
                <a:ea typeface="+mn-ea"/>
                <a:cs typeface="+mn-cs"/>
              </a:rPr>
              <a:t>Customer communication and follow-ups</a:t>
            </a:r>
          </a:p>
        </p:txBody>
      </p:sp>
      <p:sp>
        <p:nvSpPr>
          <p:cNvPr id="63" name="Arrow: Chevron 62">
            <a:extLst>
              <a:ext uri="{FF2B5EF4-FFF2-40B4-BE49-F238E27FC236}">
                <a16:creationId xmlns:a16="http://schemas.microsoft.com/office/drawing/2014/main" id="{AD2BB45A-D5AE-97FD-11ED-4B91BB5D4FD7}"/>
              </a:ext>
            </a:extLst>
          </p:cNvPr>
          <p:cNvSpPr>
            <a:spLocks/>
          </p:cNvSpPr>
          <p:nvPr>
            <p:custDataLst>
              <p:tags r:id="rId31"/>
            </p:custDataLst>
          </p:nvPr>
        </p:nvSpPr>
        <p:spPr>
          <a:xfrm>
            <a:off x="6419035" y="1380724"/>
            <a:ext cx="4808640" cy="209312"/>
          </a:xfrm>
          <a:prstGeom prst="chevron">
            <a:avLst>
              <a:gd name="adj" fmla="val 18199"/>
            </a:avLst>
          </a:prstGeom>
          <a:solidFill>
            <a:schemeClr val="accent1"/>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spcBef>
                <a:spcPts val="0"/>
              </a:spcBef>
              <a:spcAft>
                <a:spcPts val="0"/>
              </a:spcAft>
            </a:pPr>
            <a:r>
              <a:rPr lang="en-US" sz="1100" b="1"/>
              <a:t>Credit, refunds, fin. reconciliation</a:t>
            </a:r>
          </a:p>
        </p:txBody>
      </p:sp>
      <p:pic>
        <p:nvPicPr>
          <p:cNvPr id="83" name="CustomIcon">
            <a:extLst>
              <a:ext uri="{FF2B5EF4-FFF2-40B4-BE49-F238E27FC236}">
                <a16:creationId xmlns:a16="http://schemas.microsoft.com/office/drawing/2014/main" id="{B24EA395-ADE0-6B1D-FD8C-5994513492C9}"/>
              </a:ext>
            </a:extLst>
          </p:cNvPr>
          <p:cNvPicPr>
            <a:picLocks noChangeAspect="1"/>
          </p:cNvPicPr>
          <p:nvPr>
            <p:custDataLst>
              <p:tags r:id="rId32"/>
            </p:custDataLst>
          </p:nvPr>
        </p:nvPicPr>
        <p:blipFill>
          <a:blip>
            <a:extLst>
              <a:ext uri="{96DAC541-7B7A-43D3-8B79-37D633B846F1}">
                <asvg:svgBlip xmlns:asvg="http://schemas.microsoft.com/office/drawing/2016/SVG/main" r:embed="rId51"/>
              </a:ext>
            </a:extLst>
          </a:blip>
          <a:stretch>
            <a:fillRect/>
          </a:stretch>
        </p:blipFill>
        <p:spPr>
          <a:xfrm>
            <a:off x="10501850" y="4071719"/>
            <a:ext cx="222364" cy="222364"/>
          </a:xfrm>
          <a:prstGeom prst="rect">
            <a:avLst/>
          </a:prstGeom>
        </p:spPr>
      </p:pic>
      <p:cxnSp>
        <p:nvCxnSpPr>
          <p:cNvPr id="70" name="Straight Arrow Connector 69">
            <a:extLst>
              <a:ext uri="{FF2B5EF4-FFF2-40B4-BE49-F238E27FC236}">
                <a16:creationId xmlns:a16="http://schemas.microsoft.com/office/drawing/2014/main" id="{69D7D762-5166-FCC8-4E67-2413FC7DC2F7}"/>
              </a:ext>
            </a:extLst>
          </p:cNvPr>
          <p:cNvCxnSpPr>
            <a:cxnSpLocks/>
            <a:stCxn id="27" idx="1"/>
            <a:endCxn id="40" idx="3"/>
          </p:cNvCxnSpPr>
          <p:nvPr/>
        </p:nvCxnSpPr>
        <p:spPr>
          <a:xfrm flipH="1">
            <a:off x="6032119" y="3277099"/>
            <a:ext cx="375147" cy="244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802142D-1C2F-57F9-15E0-796D9A8DFB8E}"/>
              </a:ext>
            </a:extLst>
          </p:cNvPr>
          <p:cNvSpPr txBox="1">
            <a:spLocks/>
          </p:cNvSpPr>
          <p:nvPr>
            <p:custDataLst>
              <p:tags r:id="rId33"/>
            </p:custDataLst>
          </p:nvPr>
        </p:nvSpPr>
        <p:spPr>
          <a:xfrm>
            <a:off x="6407266" y="2988569"/>
            <a:ext cx="2789554" cy="577059"/>
          </a:xfrm>
          <a:prstGeom prst="roundRect">
            <a:avLst/>
          </a:prstGeom>
          <a:solidFill>
            <a:srgbClr val="D3DCFF"/>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CCR confirms refund amount and reason, and whether return is required. If no return required, CCR processes the refund in SAP using the standard refund path and sends confirmation to the customer</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cxnSp>
        <p:nvCxnSpPr>
          <p:cNvPr id="15" name="Straight Connector 14">
            <a:extLst>
              <a:ext uri="{FF2B5EF4-FFF2-40B4-BE49-F238E27FC236}">
                <a16:creationId xmlns:a16="http://schemas.microsoft.com/office/drawing/2014/main" id="{25FFF835-75D8-8BCB-7572-E7D5E475C71E}"/>
              </a:ext>
            </a:extLst>
          </p:cNvPr>
          <p:cNvCxnSpPr>
            <a:cxnSpLocks/>
          </p:cNvCxnSpPr>
          <p:nvPr/>
        </p:nvCxnSpPr>
        <p:spPr>
          <a:xfrm>
            <a:off x="5598505" y="2104895"/>
            <a:ext cx="0" cy="90732"/>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11FDE26-14A1-464E-2D0E-3009889BECC8}"/>
              </a:ext>
            </a:extLst>
          </p:cNvPr>
          <p:cNvCxnSpPr>
            <a:cxnSpLocks/>
          </p:cNvCxnSpPr>
          <p:nvPr/>
        </p:nvCxnSpPr>
        <p:spPr>
          <a:xfrm flipV="1">
            <a:off x="5597852" y="2190777"/>
            <a:ext cx="548947" cy="485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67" name="TrackerNumWhite 63">
            <a:extLst>
              <a:ext uri="{FF2B5EF4-FFF2-40B4-BE49-F238E27FC236}">
                <a16:creationId xmlns:a16="http://schemas.microsoft.com/office/drawing/2014/main" id="{56129C92-C55B-7B52-E4CF-682E070E3C93}"/>
              </a:ext>
            </a:extLst>
          </p:cNvPr>
          <p:cNvSpPr/>
          <p:nvPr>
            <p:custDataLst>
              <p:tags r:id="rId34"/>
            </p:custDataLst>
          </p:nvPr>
        </p:nvSpPr>
        <p:spPr>
          <a:xfrm>
            <a:off x="6205347" y="2915811"/>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3a</a:t>
            </a:r>
          </a:p>
        </p:txBody>
      </p:sp>
      <p:cxnSp>
        <p:nvCxnSpPr>
          <p:cNvPr id="36" name="Straight Connector 35">
            <a:extLst>
              <a:ext uri="{FF2B5EF4-FFF2-40B4-BE49-F238E27FC236}">
                <a16:creationId xmlns:a16="http://schemas.microsoft.com/office/drawing/2014/main" id="{4943604E-7D72-6C19-45B4-31AB7B9E9401}"/>
              </a:ext>
            </a:extLst>
          </p:cNvPr>
          <p:cNvCxnSpPr>
            <a:cxnSpLocks/>
          </p:cNvCxnSpPr>
          <p:nvPr/>
        </p:nvCxnSpPr>
        <p:spPr>
          <a:xfrm flipH="1">
            <a:off x="5958739" y="4204102"/>
            <a:ext cx="443447" cy="0"/>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4D9E5B4-48F4-70C6-C6CF-0C9BE1B233B0}"/>
              </a:ext>
            </a:extLst>
          </p:cNvPr>
          <p:cNvCxnSpPr>
            <a:cxnSpLocks/>
          </p:cNvCxnSpPr>
          <p:nvPr/>
        </p:nvCxnSpPr>
        <p:spPr>
          <a:xfrm flipV="1">
            <a:off x="5958739" y="3496375"/>
            <a:ext cx="0" cy="707727"/>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48" name="Legend1">
            <a:extLst>
              <a:ext uri="{FF2B5EF4-FFF2-40B4-BE49-F238E27FC236}">
                <a16:creationId xmlns:a16="http://schemas.microsoft.com/office/drawing/2014/main" id="{B0BD087A-25DB-6F3A-C343-1994AAEE6442}"/>
              </a:ext>
            </a:extLst>
          </p:cNvPr>
          <p:cNvSpPr txBox="1">
            <a:spLocks/>
          </p:cNvSpPr>
          <p:nvPr/>
        </p:nvSpPr>
        <p:spPr>
          <a:xfrm>
            <a:off x="3932209" y="3622158"/>
            <a:ext cx="2040817" cy="482115"/>
          </a:xfrm>
          <a:prstGeom prst="rect">
            <a:avLst/>
          </a:prstGeom>
          <a:solidFill>
            <a:schemeClr val="bg1"/>
          </a:solidFill>
          <a:ln>
            <a:noFill/>
            <a:miter lim="800000"/>
          </a:ln>
        </p:spPr>
        <p:txBody>
          <a:bodyPr wrap="square" lIns="0" tIns="0" rIns="0" bIns="0" rtlCol="0" anchor="ctr" anchorCtr="0">
            <a:noAutofit/>
          </a:bodyPr>
          <a:lstStyle/>
          <a:p>
            <a:pPr lvl="0" defTabSz="761910">
              <a:spcAft>
                <a:spcPts val="500"/>
              </a:spcAft>
              <a:defRPr/>
            </a:pPr>
            <a:r>
              <a:rPr lang="en-US" sz="800">
                <a:solidFill>
                  <a:srgbClr val="000000"/>
                </a:solidFill>
              </a:rPr>
              <a:t>NSP often defaults to refunds since replacements are complicated and slow</a:t>
            </a:r>
          </a:p>
        </p:txBody>
      </p:sp>
      <p:pic>
        <p:nvPicPr>
          <p:cNvPr id="49" name="CustomIcon">
            <a:extLst>
              <a:ext uri="{FF2B5EF4-FFF2-40B4-BE49-F238E27FC236}">
                <a16:creationId xmlns:a16="http://schemas.microsoft.com/office/drawing/2014/main" id="{F16C148D-22CF-6650-1868-261841344752}"/>
              </a:ext>
            </a:extLst>
          </p:cNvPr>
          <p:cNvPicPr>
            <a:picLocks noChangeAspect="1"/>
          </p:cNvPicPr>
          <p:nvPr>
            <p:custDataLst>
              <p:tags r:id="rId35"/>
            </p:custDataLst>
          </p:nvPr>
        </p:nvPicPr>
        <p:blipFill>
          <a:blip>
            <a:extLst>
              <a:ext uri="{96DAC541-7B7A-43D3-8B79-37D633B846F1}">
                <asvg:svgBlip xmlns:asvg="http://schemas.microsoft.com/office/drawing/2016/SVG/main" r:embed="rId51"/>
              </a:ext>
            </a:extLst>
          </a:blip>
          <a:stretch>
            <a:fillRect/>
          </a:stretch>
        </p:blipFill>
        <p:spPr>
          <a:xfrm>
            <a:off x="5822407" y="3718884"/>
            <a:ext cx="222364" cy="222364"/>
          </a:xfrm>
          <a:prstGeom prst="rect">
            <a:avLst/>
          </a:prstGeom>
        </p:spPr>
      </p:pic>
      <p:cxnSp>
        <p:nvCxnSpPr>
          <p:cNvPr id="37" name="Connector: Elbow 36">
            <a:extLst>
              <a:ext uri="{FF2B5EF4-FFF2-40B4-BE49-F238E27FC236}">
                <a16:creationId xmlns:a16="http://schemas.microsoft.com/office/drawing/2014/main" id="{AEA522AC-045C-2943-B891-16C6660AF939}"/>
              </a:ext>
            </a:extLst>
          </p:cNvPr>
          <p:cNvCxnSpPr>
            <a:cxnSpLocks/>
          </p:cNvCxnSpPr>
          <p:nvPr/>
        </p:nvCxnSpPr>
        <p:spPr>
          <a:xfrm rot="10800000">
            <a:off x="5973027" y="3461796"/>
            <a:ext cx="4039653" cy="149619"/>
          </a:xfrm>
          <a:prstGeom prst="bentConnector3">
            <a:avLst>
              <a:gd name="adj1" fmla="val 91606"/>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54" name="3. Subtitle">
            <a:extLst>
              <a:ext uri="{FF2B5EF4-FFF2-40B4-BE49-F238E27FC236}">
                <a16:creationId xmlns:a16="http://schemas.microsoft.com/office/drawing/2014/main" id="{F0F79162-07F9-4729-CCE0-0005762E98A4}"/>
              </a:ext>
            </a:extLst>
          </p:cNvPr>
          <p:cNvSpPr>
            <a:spLocks noGrp="1"/>
          </p:cNvSpPr>
          <p:nvPr>
            <p:ph type="subTitle" idx="1"/>
            <p:custDataLst>
              <p:tags r:id="rId36"/>
            </p:custDataLst>
          </p:nvPr>
        </p:nvSpPr>
        <p:spPr>
          <a:xfrm>
            <a:off x="554736" y="592453"/>
            <a:ext cx="11082528" cy="215444"/>
          </a:xfrm>
          <a:noFill/>
          <a:ln/>
          <a:extLst>
            <a:ext uri="{909E8E84-426E-40DD-AFC4-6F175D3DCCD1}">
              <a14:hiddenFill xmlns:a14="http://schemas.microsoft.com/office/drawing/2010/main">
                <a:solidFill>
                  <a:srgbClr val="FFFFFF"/>
                </a:solidFill>
              </a14:hiddenFill>
            </a:ext>
          </a:extLst>
        </p:spPr>
        <p:txBody>
          <a:bodyPr/>
          <a:lstStyle/>
          <a:p>
            <a:pPr>
              <a:buNone/>
            </a:pPr>
            <a:r>
              <a:rPr lang="en-US" sz="1400"/>
              <a:t>Customer Care (D2C)</a:t>
            </a:r>
          </a:p>
        </p:txBody>
      </p:sp>
      <p:pic>
        <p:nvPicPr>
          <p:cNvPr id="32" name="CustomIcon">
            <a:extLst>
              <a:ext uri="{FF2B5EF4-FFF2-40B4-BE49-F238E27FC236}">
                <a16:creationId xmlns:a16="http://schemas.microsoft.com/office/drawing/2014/main" id="{8B58C99D-DB90-E2B1-D039-A240D1513E20}"/>
              </a:ext>
            </a:extLst>
          </p:cNvPr>
          <p:cNvPicPr>
            <a:picLocks noChangeAspect="1"/>
          </p:cNvPicPr>
          <p:nvPr>
            <p:custDataLst>
              <p:tags r:id="rId37"/>
            </p:custDataLst>
          </p:nvPr>
        </p:nvPicPr>
        <p:blipFill>
          <a:blip>
            <a:extLst>
              <a:ext uri="{96DAC541-7B7A-43D3-8B79-37D633B846F1}">
                <asvg:svgBlip xmlns:asvg="http://schemas.microsoft.com/office/drawing/2016/SVG/main" r:embed="rId51"/>
              </a:ext>
            </a:extLst>
          </a:blip>
          <a:stretch>
            <a:fillRect/>
          </a:stretch>
        </p:blipFill>
        <p:spPr>
          <a:xfrm>
            <a:off x="6154123" y="1758142"/>
            <a:ext cx="222364" cy="222364"/>
          </a:xfrm>
          <a:prstGeom prst="rect">
            <a:avLst/>
          </a:prstGeom>
        </p:spPr>
      </p:pic>
      <p:sp>
        <p:nvSpPr>
          <p:cNvPr id="38" name="Legend1">
            <a:extLst>
              <a:ext uri="{FF2B5EF4-FFF2-40B4-BE49-F238E27FC236}">
                <a16:creationId xmlns:a16="http://schemas.microsoft.com/office/drawing/2014/main" id="{DE0A6A4A-649A-31B8-5320-7C5C68AFA995}"/>
              </a:ext>
            </a:extLst>
          </p:cNvPr>
          <p:cNvSpPr txBox="1">
            <a:spLocks/>
          </p:cNvSpPr>
          <p:nvPr/>
        </p:nvSpPr>
        <p:spPr>
          <a:xfrm>
            <a:off x="6416890" y="1647517"/>
            <a:ext cx="2539183" cy="482115"/>
          </a:xfrm>
          <a:prstGeom prst="rect">
            <a:avLst/>
          </a:prstGeom>
          <a:noFill/>
          <a:ln>
            <a:noFill/>
            <a:miter lim="800000"/>
          </a:ln>
        </p:spPr>
        <p:txBody>
          <a:bodyPr wrap="square" lIns="0" tIns="0" rIns="0" bIns="0" rtlCol="0" anchor="ctr" anchorCtr="0">
            <a:no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Intake is incomplete in 40-50% cases</a:t>
            </a:r>
          </a:p>
        </p:txBody>
      </p:sp>
      <p:sp>
        <p:nvSpPr>
          <p:cNvPr id="43" name="Legend1">
            <a:extLst>
              <a:ext uri="{FF2B5EF4-FFF2-40B4-BE49-F238E27FC236}">
                <a16:creationId xmlns:a16="http://schemas.microsoft.com/office/drawing/2014/main" id="{04CC8100-5229-8A1F-9463-229758619DC1}"/>
              </a:ext>
            </a:extLst>
          </p:cNvPr>
          <p:cNvSpPr txBox="1">
            <a:spLocks/>
          </p:cNvSpPr>
          <p:nvPr/>
        </p:nvSpPr>
        <p:spPr>
          <a:xfrm>
            <a:off x="10846514" y="2297381"/>
            <a:ext cx="824071" cy="548497"/>
          </a:xfrm>
          <a:prstGeom prst="rect">
            <a:avLst/>
          </a:prstGeom>
          <a:noFill/>
          <a:ln>
            <a:noFill/>
            <a:miter lim="800000"/>
          </a:ln>
        </p:spPr>
        <p:txBody>
          <a:bodyPr wrap="square" lIns="0" tIns="0" rIns="0" bIns="0" rtlCol="0" anchor="ctr" anchorCtr="0">
            <a:no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Repetitive  manual process to execute refund / return / replacements</a:t>
            </a:r>
          </a:p>
        </p:txBody>
      </p:sp>
      <p:pic>
        <p:nvPicPr>
          <p:cNvPr id="45" name="CustomIcon">
            <a:extLst>
              <a:ext uri="{FF2B5EF4-FFF2-40B4-BE49-F238E27FC236}">
                <a16:creationId xmlns:a16="http://schemas.microsoft.com/office/drawing/2014/main" id="{FC3C60E7-0418-DD96-ECA2-699D1F17FCCD}"/>
              </a:ext>
            </a:extLst>
          </p:cNvPr>
          <p:cNvPicPr>
            <a:picLocks noChangeAspect="1"/>
          </p:cNvPicPr>
          <p:nvPr>
            <p:custDataLst>
              <p:tags r:id="rId38"/>
            </p:custDataLst>
          </p:nvPr>
        </p:nvPicPr>
        <p:blipFill>
          <a:blip>
            <a:extLst>
              <a:ext uri="{96DAC541-7B7A-43D3-8B79-37D633B846F1}">
                <asvg:svgBlip xmlns:asvg="http://schemas.microsoft.com/office/drawing/2016/SVG/main" r:embed="rId51"/>
              </a:ext>
            </a:extLst>
          </a:blip>
          <a:stretch>
            <a:fillRect/>
          </a:stretch>
        </p:blipFill>
        <p:spPr>
          <a:xfrm>
            <a:off x="10573987" y="2530373"/>
            <a:ext cx="222364" cy="222364"/>
          </a:xfrm>
          <a:prstGeom prst="rect">
            <a:avLst/>
          </a:prstGeom>
        </p:spPr>
      </p:pic>
      <p:sp>
        <p:nvSpPr>
          <p:cNvPr id="56" name="Star: 5 Points 55">
            <a:extLst>
              <a:ext uri="{FF2B5EF4-FFF2-40B4-BE49-F238E27FC236}">
                <a16:creationId xmlns:a16="http://schemas.microsoft.com/office/drawing/2014/main" id="{073488DF-F08F-4650-5FB3-B620022C2E9D}"/>
              </a:ext>
            </a:extLst>
          </p:cNvPr>
          <p:cNvSpPr>
            <a:spLocks/>
          </p:cNvSpPr>
          <p:nvPr/>
        </p:nvSpPr>
        <p:spPr>
          <a:xfrm>
            <a:off x="6045317" y="4270705"/>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57" name="Legend1">
            <a:extLst>
              <a:ext uri="{FF2B5EF4-FFF2-40B4-BE49-F238E27FC236}">
                <a16:creationId xmlns:a16="http://schemas.microsoft.com/office/drawing/2014/main" id="{AE9D5307-5DC5-2BA0-C3FD-7DE2235F2A03}"/>
              </a:ext>
            </a:extLst>
          </p:cNvPr>
          <p:cNvSpPr txBox="1"/>
          <p:nvPr/>
        </p:nvSpPr>
        <p:spPr>
          <a:xfrm>
            <a:off x="4446464" y="4251991"/>
            <a:ext cx="1572516" cy="246221"/>
          </a:xfrm>
          <a:prstGeom prst="rect">
            <a:avLst/>
          </a:prstGeom>
          <a:noFill/>
          <a:ln>
            <a:noFill/>
            <a:miter lim="800000"/>
          </a:ln>
        </p:spPr>
        <p:txBody>
          <a:bodyPr wrap="squar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System guardrails exist to prevent use of incorrect system</a:t>
            </a:r>
          </a:p>
        </p:txBody>
      </p:sp>
      <p:sp>
        <p:nvSpPr>
          <p:cNvPr id="65" name="TextBox 64">
            <a:extLst>
              <a:ext uri="{FF2B5EF4-FFF2-40B4-BE49-F238E27FC236}">
                <a16:creationId xmlns:a16="http://schemas.microsoft.com/office/drawing/2014/main" id="{5DF655AD-07B8-CC55-EA8D-6C8352A1C6AB}"/>
              </a:ext>
            </a:extLst>
          </p:cNvPr>
          <p:cNvSpPr txBox="1">
            <a:spLocks/>
          </p:cNvSpPr>
          <p:nvPr>
            <p:custDataLst>
              <p:tags r:id="rId39"/>
            </p:custDataLst>
          </p:nvPr>
        </p:nvSpPr>
        <p:spPr>
          <a:xfrm>
            <a:off x="6407266" y="5396982"/>
            <a:ext cx="4068834" cy="421353"/>
          </a:xfrm>
          <a:prstGeom prst="roundRect">
            <a:avLst/>
          </a:prstGeom>
          <a:solidFill>
            <a:schemeClr val="bg1"/>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Limited involvement; only pulled in during special cases (e.g. low visibility order, NSP handling)</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sp>
        <p:nvSpPr>
          <p:cNvPr id="74" name="TrackerNumWhite 63">
            <a:extLst>
              <a:ext uri="{FF2B5EF4-FFF2-40B4-BE49-F238E27FC236}">
                <a16:creationId xmlns:a16="http://schemas.microsoft.com/office/drawing/2014/main" id="{3A573E0F-F115-B286-BCE0-356358892F1E}"/>
              </a:ext>
            </a:extLst>
          </p:cNvPr>
          <p:cNvSpPr/>
          <p:nvPr>
            <p:custDataLst>
              <p:tags r:id="rId40"/>
            </p:custDataLst>
          </p:nvPr>
        </p:nvSpPr>
        <p:spPr>
          <a:xfrm>
            <a:off x="6215037" y="5308683"/>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3</a:t>
            </a:r>
          </a:p>
        </p:txBody>
      </p:sp>
      <p:cxnSp>
        <p:nvCxnSpPr>
          <p:cNvPr id="75" name="Straight Arrow Connector 74">
            <a:extLst>
              <a:ext uri="{FF2B5EF4-FFF2-40B4-BE49-F238E27FC236}">
                <a16:creationId xmlns:a16="http://schemas.microsoft.com/office/drawing/2014/main" id="{5129FFCF-DBBA-A3AA-2C48-1EF80F961485}"/>
              </a:ext>
            </a:extLst>
          </p:cNvPr>
          <p:cNvCxnSpPr>
            <a:cxnSpLocks/>
          </p:cNvCxnSpPr>
          <p:nvPr/>
        </p:nvCxnSpPr>
        <p:spPr>
          <a:xfrm>
            <a:off x="7887768" y="3571134"/>
            <a:ext cx="0" cy="1825812"/>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3E7A5FF7-B588-D221-4941-9083DA5DB3B7}"/>
              </a:ext>
            </a:extLst>
          </p:cNvPr>
          <p:cNvSpPr txBox="1">
            <a:spLocks/>
          </p:cNvSpPr>
          <p:nvPr>
            <p:custDataLst>
              <p:tags r:id="rId41"/>
            </p:custDataLst>
          </p:nvPr>
        </p:nvSpPr>
        <p:spPr>
          <a:xfrm>
            <a:off x="6407266" y="4862377"/>
            <a:ext cx="4068834" cy="421353"/>
          </a:xfrm>
          <a:prstGeom prst="roundRect">
            <a:avLst/>
          </a:prstGeom>
          <a:solidFill>
            <a:schemeClr val="bg1"/>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Limited involvement; only pulled in during special cases (e.g. low visibility order, NSP handling)</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sp>
        <p:nvSpPr>
          <p:cNvPr id="72" name="TrackerNumWhite 63">
            <a:extLst>
              <a:ext uri="{FF2B5EF4-FFF2-40B4-BE49-F238E27FC236}">
                <a16:creationId xmlns:a16="http://schemas.microsoft.com/office/drawing/2014/main" id="{643F8B83-E0DC-A038-3A52-FBFC2E04441D}"/>
              </a:ext>
            </a:extLst>
          </p:cNvPr>
          <p:cNvSpPr/>
          <p:nvPr>
            <p:custDataLst>
              <p:tags r:id="rId42"/>
            </p:custDataLst>
          </p:nvPr>
        </p:nvSpPr>
        <p:spPr>
          <a:xfrm>
            <a:off x="6220987" y="4752103"/>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3</a:t>
            </a:r>
          </a:p>
        </p:txBody>
      </p:sp>
      <p:sp>
        <p:nvSpPr>
          <p:cNvPr id="29" name="TextBox 28">
            <a:extLst>
              <a:ext uri="{FF2B5EF4-FFF2-40B4-BE49-F238E27FC236}">
                <a16:creationId xmlns:a16="http://schemas.microsoft.com/office/drawing/2014/main" id="{1055017D-C3D1-95AC-8630-41130FAEB5EA}"/>
              </a:ext>
            </a:extLst>
          </p:cNvPr>
          <p:cNvSpPr txBox="1">
            <a:spLocks/>
          </p:cNvSpPr>
          <p:nvPr>
            <p:custDataLst>
              <p:tags r:id="rId43"/>
            </p:custDataLst>
          </p:nvPr>
        </p:nvSpPr>
        <p:spPr>
          <a:xfrm>
            <a:off x="6407266" y="3848305"/>
            <a:ext cx="4068834" cy="782713"/>
          </a:xfrm>
          <a:prstGeom prst="roundRect">
            <a:avLst/>
          </a:prstGeom>
          <a:solidFill>
            <a:srgbClr val="D3DCFF"/>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If return required, internal R&amp;R generates the return label or pickup instructions and tracks receipt as needed</a:t>
            </a:r>
          </a:p>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 case of remake / replacements, internal RR checks completeness of reorder details and executes replacement in the correct system (QOE, VOE or SAP) and generates return label if needed</a:t>
            </a:r>
          </a:p>
        </p:txBody>
      </p:sp>
    </p:spTree>
    <p:extLst>
      <p:ext uri="{BB962C8B-B14F-4D97-AF65-F5344CB8AC3E}">
        <p14:creationId xmlns:p14="http://schemas.microsoft.com/office/powerpoint/2010/main" val="17164798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335A75-E9E2-DEE7-A340-C83B20D39B1F}"/>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C0B9BD19-DCF0-4802-5CE7-B0AFD4C4A872}"/>
              </a:ext>
            </a:extLst>
          </p:cNvPr>
          <p:cNvGraphicFramePr>
            <a:graphicFrameLocks noChangeAspect="1"/>
          </p:cNvGraphicFramePr>
          <p:nvPr>
            <p:custDataLst>
              <p:tags r:id="rId1"/>
            </p:custDataLst>
            <p:extLst>
              <p:ext uri="{D42A27DB-BD31-4B8C-83A1-F6EECF244321}">
                <p14:modId xmlns:p14="http://schemas.microsoft.com/office/powerpoint/2010/main" val="4407958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3" imgW="404" imgH="405" progId="TCLayout.ActiveDocument.1">
                  <p:embed/>
                </p:oleObj>
              </mc:Choice>
              <mc:Fallback>
                <p:oleObj name="think-cell Slide" r:id="rId43" imgW="404" imgH="405" progId="TCLayout.ActiveDocument.1">
                  <p:embed/>
                  <p:pic>
                    <p:nvPicPr>
                      <p:cNvPr id="6" name="Object 2" hidden="1">
                        <a:extLst>
                          <a:ext uri="{FF2B5EF4-FFF2-40B4-BE49-F238E27FC236}">
                            <a16:creationId xmlns:a16="http://schemas.microsoft.com/office/drawing/2014/main" id="{C0B9BD19-DCF0-4802-5CE7-B0AFD4C4A872}"/>
                          </a:ext>
                        </a:extLst>
                      </p:cNvPr>
                      <p:cNvPicPr/>
                      <p:nvPr/>
                    </p:nvPicPr>
                    <p:blipFill>
                      <a:blip r:embed="rId44"/>
                      <a:stretch>
                        <a:fillRect/>
                      </a:stretch>
                    </p:blipFill>
                    <p:spPr>
                      <a:xfrm>
                        <a:off x="1588" y="1588"/>
                        <a:ext cx="1588" cy="1588"/>
                      </a:xfrm>
                      <a:prstGeom prst="rect">
                        <a:avLst/>
                      </a:prstGeom>
                    </p:spPr>
                  </p:pic>
                </p:oleObj>
              </mc:Fallback>
            </mc:AlternateContent>
          </a:graphicData>
        </a:graphic>
      </p:graphicFrame>
      <p:cxnSp>
        <p:nvCxnSpPr>
          <p:cNvPr id="8" name="GreyLineContentSeparatorDefault 69">
            <a:extLst>
              <a:ext uri="{FF2B5EF4-FFF2-40B4-BE49-F238E27FC236}">
                <a16:creationId xmlns:a16="http://schemas.microsoft.com/office/drawing/2014/main" id="{FF1C3C38-F051-E984-F591-4F1443E9435F}"/>
              </a:ext>
            </a:extLst>
          </p:cNvPr>
          <p:cNvCxnSpPr>
            <a:cxnSpLocks/>
          </p:cNvCxnSpPr>
          <p:nvPr>
            <p:custDataLst>
              <p:tags r:id="rId2"/>
            </p:custDataLst>
          </p:nvPr>
        </p:nvCxnSpPr>
        <p:spPr>
          <a:xfrm>
            <a:off x="557314" y="5940517"/>
            <a:ext cx="10617667"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3" name="Straight Arrow Connector 112">
            <a:extLst>
              <a:ext uri="{FF2B5EF4-FFF2-40B4-BE49-F238E27FC236}">
                <a16:creationId xmlns:a16="http://schemas.microsoft.com/office/drawing/2014/main" id="{2CDF787C-B934-6B16-2D2C-E5CDE1192C8E}"/>
              </a:ext>
            </a:extLst>
          </p:cNvPr>
          <p:cNvCxnSpPr>
            <a:cxnSpLocks/>
          </p:cNvCxnSpPr>
          <p:nvPr/>
        </p:nvCxnSpPr>
        <p:spPr>
          <a:xfrm>
            <a:off x="7777972" y="3091002"/>
            <a:ext cx="0" cy="2903263"/>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61" name="Straight Arrow Connector 160">
            <a:extLst>
              <a:ext uri="{FF2B5EF4-FFF2-40B4-BE49-F238E27FC236}">
                <a16:creationId xmlns:a16="http://schemas.microsoft.com/office/drawing/2014/main" id="{C5E01B91-0754-5FD3-E894-8BB96ACEB741}"/>
              </a:ext>
            </a:extLst>
          </p:cNvPr>
          <p:cNvCxnSpPr>
            <a:cxnSpLocks/>
          </p:cNvCxnSpPr>
          <p:nvPr/>
        </p:nvCxnSpPr>
        <p:spPr>
          <a:xfrm flipV="1">
            <a:off x="10018252" y="4122052"/>
            <a:ext cx="0" cy="1872213"/>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37" name="Straight Arrow Connector 136">
            <a:extLst>
              <a:ext uri="{FF2B5EF4-FFF2-40B4-BE49-F238E27FC236}">
                <a16:creationId xmlns:a16="http://schemas.microsoft.com/office/drawing/2014/main" id="{E52266A5-D839-3364-E924-4411A1AD8F5D}"/>
              </a:ext>
            </a:extLst>
          </p:cNvPr>
          <p:cNvCxnSpPr>
            <a:cxnSpLocks/>
          </p:cNvCxnSpPr>
          <p:nvPr/>
        </p:nvCxnSpPr>
        <p:spPr>
          <a:xfrm flipV="1">
            <a:off x="4355921" y="2182333"/>
            <a:ext cx="0" cy="275113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 name="2. Slide Title">
            <a:extLst>
              <a:ext uri="{FF2B5EF4-FFF2-40B4-BE49-F238E27FC236}">
                <a16:creationId xmlns:a16="http://schemas.microsoft.com/office/drawing/2014/main" id="{C8C07090-88D4-0E60-1D33-E0D7DE2CF20A}"/>
              </a:ext>
            </a:extLst>
          </p:cNvPr>
          <p:cNvSpPr>
            <a:spLocks noGrp="1"/>
          </p:cNvSpPr>
          <p:nvPr>
            <p:ph type="title"/>
            <p:custDataLst>
              <p:tags r:id="rId3"/>
            </p:custDataLst>
          </p:nvPr>
        </p:nvSpPr>
        <p:spPr>
          <a:xfrm>
            <a:off x="554736" y="155889"/>
            <a:ext cx="11082528" cy="432072"/>
          </a:xfrm>
        </p:spPr>
        <p:txBody>
          <a:bodyPr vert="horz"/>
          <a:lstStyle/>
          <a:p>
            <a:r>
              <a:rPr lang="en-US" sz="2400" dirty="0"/>
              <a:t>D. </a:t>
            </a:r>
            <a:r>
              <a:rPr lang="en-US" sz="2400" i="1" dirty="0"/>
              <a:t>R&amp;R: </a:t>
            </a:r>
            <a:r>
              <a:rPr lang="en-US" sz="2400" dirty="0"/>
              <a:t>Process flow and key pain points (2/2)</a:t>
            </a:r>
          </a:p>
        </p:txBody>
      </p:sp>
      <p:sp>
        <p:nvSpPr>
          <p:cNvPr id="12" name="Arrow: Pentagon 11">
            <a:extLst>
              <a:ext uri="{FF2B5EF4-FFF2-40B4-BE49-F238E27FC236}">
                <a16:creationId xmlns:a16="http://schemas.microsoft.com/office/drawing/2014/main" id="{003089C2-9535-B6E2-9E48-E1DB3659A0CF}"/>
              </a:ext>
            </a:extLst>
          </p:cNvPr>
          <p:cNvSpPr>
            <a:spLocks/>
          </p:cNvSpPr>
          <p:nvPr>
            <p:custDataLst>
              <p:tags r:id="rId4"/>
            </p:custDataLst>
          </p:nvPr>
        </p:nvSpPr>
        <p:spPr>
          <a:xfrm>
            <a:off x="2021526" y="1426816"/>
            <a:ext cx="4633439" cy="210863"/>
          </a:xfrm>
          <a:prstGeom prst="homePlate">
            <a:avLst>
              <a:gd name="adj" fmla="val 18199"/>
            </a:avLst>
          </a:prstGeom>
          <a:solidFill>
            <a:schemeClr val="accent1"/>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vert="horz" rtlCol="0" anchor="ctr">
            <a:noAutofit/>
          </a:bodyPr>
          <a:lstStyle/>
          <a:p>
            <a:pPr marL="0" marR="0" lvl="1" indent="0" algn="l" defTabSz="457258"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Arial" panose="020B0604020202020204"/>
                <a:ea typeface="+mn-ea"/>
                <a:cs typeface="+mn-cs"/>
              </a:rPr>
              <a:t>Communications and follow-ups</a:t>
            </a:r>
          </a:p>
        </p:txBody>
      </p:sp>
      <p:sp>
        <p:nvSpPr>
          <p:cNvPr id="17" name="TextBox 16">
            <a:extLst>
              <a:ext uri="{FF2B5EF4-FFF2-40B4-BE49-F238E27FC236}">
                <a16:creationId xmlns:a16="http://schemas.microsoft.com/office/drawing/2014/main" id="{83AFA472-4F4D-A4FE-DBEA-0DD9C1C08532}"/>
              </a:ext>
            </a:extLst>
          </p:cNvPr>
          <p:cNvSpPr txBox="1"/>
          <p:nvPr/>
        </p:nvSpPr>
        <p:spPr>
          <a:xfrm>
            <a:off x="554736" y="1242741"/>
            <a:ext cx="1091184"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Key stakeholders  </a:t>
            </a:r>
          </a:p>
        </p:txBody>
      </p:sp>
      <p:cxnSp>
        <p:nvCxnSpPr>
          <p:cNvPr id="18" name="LineBasicDefault 37">
            <a:extLst>
              <a:ext uri="{FF2B5EF4-FFF2-40B4-BE49-F238E27FC236}">
                <a16:creationId xmlns:a16="http://schemas.microsoft.com/office/drawing/2014/main" id="{27788A34-CD9A-342D-A7BA-8C5934D155D6}"/>
              </a:ext>
            </a:extLst>
          </p:cNvPr>
          <p:cNvCxnSpPr>
            <a:cxnSpLocks/>
          </p:cNvCxnSpPr>
          <p:nvPr>
            <p:custDataLst>
              <p:tags r:id="rId5"/>
            </p:custDataLst>
          </p:nvPr>
        </p:nvCxnSpPr>
        <p:spPr>
          <a:xfrm>
            <a:off x="557313" y="1677918"/>
            <a:ext cx="10617667"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BB214538-DA57-1B72-13EB-C615C8456777}"/>
              </a:ext>
            </a:extLst>
          </p:cNvPr>
          <p:cNvSpPr txBox="1">
            <a:spLocks/>
          </p:cNvSpPr>
          <p:nvPr>
            <p:custDataLst>
              <p:tags r:id="rId6"/>
            </p:custDataLst>
          </p:nvPr>
        </p:nvSpPr>
        <p:spPr>
          <a:xfrm>
            <a:off x="1027327" y="2044910"/>
            <a:ext cx="696032" cy="261035"/>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None/>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Returns &amp; Replacement pod</a:t>
            </a:r>
          </a:p>
        </p:txBody>
      </p:sp>
      <p:pic>
        <p:nvPicPr>
          <p:cNvPr id="23" name="CustomIcon">
            <a:extLst>
              <a:ext uri="{FF2B5EF4-FFF2-40B4-BE49-F238E27FC236}">
                <a16:creationId xmlns:a16="http://schemas.microsoft.com/office/drawing/2014/main" id="{75809A56-9230-D0FD-3A5E-6AD2FB1B1B92}"/>
              </a:ext>
            </a:extLst>
          </p:cNvPr>
          <p:cNvPicPr>
            <a:picLocks noChangeAspect="1"/>
          </p:cNvPicPr>
          <p:nvPr>
            <p:custDataLst>
              <p:tags r:id="rId7"/>
            </p:custDataLst>
          </p:nvPr>
        </p:nvPicPr>
        <p:blipFill>
          <a:blip>
            <a:extLst>
              <a:ext uri="{96DAC541-7B7A-43D3-8B79-37D633B846F1}">
                <asvg:svgBlip xmlns:asvg="http://schemas.microsoft.com/office/drawing/2016/SVG/main" r:embed="rId45"/>
              </a:ext>
            </a:extLst>
          </a:blip>
          <a:stretch>
            <a:fillRect/>
          </a:stretch>
        </p:blipFill>
        <p:spPr>
          <a:xfrm>
            <a:off x="552293" y="1916801"/>
            <a:ext cx="390844" cy="344003"/>
          </a:xfrm>
          <a:prstGeom prst="rect">
            <a:avLst/>
          </a:prstGeom>
        </p:spPr>
      </p:pic>
      <p:sp>
        <p:nvSpPr>
          <p:cNvPr id="24" name="TextBox 23">
            <a:extLst>
              <a:ext uri="{FF2B5EF4-FFF2-40B4-BE49-F238E27FC236}">
                <a16:creationId xmlns:a16="http://schemas.microsoft.com/office/drawing/2014/main" id="{0C40E821-C278-C376-35C4-ECC59E306341}"/>
              </a:ext>
            </a:extLst>
          </p:cNvPr>
          <p:cNvSpPr txBox="1">
            <a:spLocks/>
          </p:cNvSpPr>
          <p:nvPr>
            <p:custDataLst>
              <p:tags r:id="rId8"/>
            </p:custDataLst>
          </p:nvPr>
        </p:nvSpPr>
        <p:spPr>
          <a:xfrm>
            <a:off x="2021526" y="1731667"/>
            <a:ext cx="4212246" cy="421353"/>
          </a:xfrm>
          <a:prstGeom prst="roundRect">
            <a:avLst/>
          </a:prstGeom>
          <a:solidFill>
            <a:srgbClr val="D3DCFF"/>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lvl="0" algn="ctr">
              <a:defRPr/>
            </a:pPr>
            <a:r>
              <a:rPr lang="en-US" sz="900">
                <a:solidFill>
                  <a:srgbClr val="000000"/>
                </a:solidFill>
              </a:rPr>
              <a:t>FSP/SSR or decorators contact R&amp;R pod by email, and a case is queued on Engage and assigned a pod member</a:t>
            </a:r>
            <a:endParaRPr lang="en-US" sz="900">
              <a:solidFill>
                <a:srgbClr val="00A9F4"/>
              </a:solidFill>
            </a:endParaRPr>
          </a:p>
        </p:txBody>
      </p:sp>
      <p:cxnSp>
        <p:nvCxnSpPr>
          <p:cNvPr id="3" name="GreyLineContentSeparatorDefault 69">
            <a:extLst>
              <a:ext uri="{FF2B5EF4-FFF2-40B4-BE49-F238E27FC236}">
                <a16:creationId xmlns:a16="http://schemas.microsoft.com/office/drawing/2014/main" id="{A1F6F978-7559-9BAD-B0E4-969E04989631}"/>
              </a:ext>
            </a:extLst>
          </p:cNvPr>
          <p:cNvCxnSpPr>
            <a:cxnSpLocks/>
          </p:cNvCxnSpPr>
          <p:nvPr>
            <p:custDataLst>
              <p:tags r:id="rId9"/>
            </p:custDataLst>
          </p:nvPr>
        </p:nvCxnSpPr>
        <p:spPr>
          <a:xfrm>
            <a:off x="547689" y="4862372"/>
            <a:ext cx="10617667"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EDFB0E7E-F19D-46C6-FCA4-2C43BA537DC7}"/>
              </a:ext>
            </a:extLst>
          </p:cNvPr>
          <p:cNvSpPr txBox="1">
            <a:spLocks/>
          </p:cNvSpPr>
          <p:nvPr>
            <p:custDataLst>
              <p:tags r:id="rId10"/>
            </p:custDataLst>
          </p:nvPr>
        </p:nvSpPr>
        <p:spPr>
          <a:xfrm>
            <a:off x="1027327" y="5033374"/>
            <a:ext cx="696032" cy="169277"/>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Pro</a:t>
            </a:r>
          </a:p>
        </p:txBody>
      </p:sp>
      <p:pic>
        <p:nvPicPr>
          <p:cNvPr id="5" name="CustomIcon">
            <a:extLst>
              <a:ext uri="{FF2B5EF4-FFF2-40B4-BE49-F238E27FC236}">
                <a16:creationId xmlns:a16="http://schemas.microsoft.com/office/drawing/2014/main" id="{0B543660-5550-5E1B-F6AA-A673813A6501}"/>
              </a:ext>
            </a:extLst>
          </p:cNvPr>
          <p:cNvPicPr>
            <a:picLocks/>
          </p:cNvPicPr>
          <p:nvPr>
            <p:custDataLst>
              <p:tags r:id="rId11"/>
            </p:custDataLst>
          </p:nvPr>
        </p:nvPicPr>
        <p:blipFill>
          <a:blip>
            <a:extLst>
              <a:ext uri="{96DAC541-7B7A-43D3-8B79-37D633B846F1}">
                <asvg:svgBlip xmlns:asvg="http://schemas.microsoft.com/office/drawing/2016/SVG/main" r:embed="rId45"/>
              </a:ext>
            </a:extLst>
          </a:blip>
          <a:stretch>
            <a:fillRect/>
          </a:stretch>
        </p:blipFill>
        <p:spPr>
          <a:xfrm>
            <a:off x="552293" y="4900132"/>
            <a:ext cx="390844" cy="344003"/>
          </a:xfrm>
          <a:prstGeom prst="rect">
            <a:avLst/>
          </a:prstGeom>
        </p:spPr>
      </p:pic>
      <p:pic>
        <p:nvPicPr>
          <p:cNvPr id="7" name="CustomIcon">
            <a:extLst>
              <a:ext uri="{FF2B5EF4-FFF2-40B4-BE49-F238E27FC236}">
                <a16:creationId xmlns:a16="http://schemas.microsoft.com/office/drawing/2014/main" id="{DC94EBDE-A745-E771-27D4-5E14DD1A64EB}"/>
              </a:ext>
            </a:extLst>
          </p:cNvPr>
          <p:cNvPicPr>
            <a:picLocks/>
          </p:cNvPicPr>
          <p:nvPr>
            <p:custDataLst>
              <p:tags r:id="rId12"/>
            </p:custDataLst>
          </p:nvPr>
        </p:nvPicPr>
        <p:blipFill>
          <a:blip>
            <a:extLst>
              <a:ext uri="{96DAC541-7B7A-43D3-8B79-37D633B846F1}">
                <asvg:svgBlip xmlns:asvg="http://schemas.microsoft.com/office/drawing/2016/SVG/main" r:embed="rId46"/>
              </a:ext>
            </a:extLst>
          </a:blip>
          <a:stretch>
            <a:fillRect/>
          </a:stretch>
        </p:blipFill>
        <p:spPr>
          <a:xfrm>
            <a:off x="552293" y="5458667"/>
            <a:ext cx="390844" cy="344003"/>
          </a:xfrm>
          <a:prstGeom prst="rect">
            <a:avLst/>
          </a:prstGeom>
        </p:spPr>
      </p:pic>
      <p:cxnSp>
        <p:nvCxnSpPr>
          <p:cNvPr id="9" name="GreyLineContentSeparatorDefault 69">
            <a:extLst>
              <a:ext uri="{FF2B5EF4-FFF2-40B4-BE49-F238E27FC236}">
                <a16:creationId xmlns:a16="http://schemas.microsoft.com/office/drawing/2014/main" id="{83BC7C55-40E4-5B97-8B59-ADD6354A80D4}"/>
              </a:ext>
            </a:extLst>
          </p:cNvPr>
          <p:cNvCxnSpPr>
            <a:cxnSpLocks/>
          </p:cNvCxnSpPr>
          <p:nvPr>
            <p:custDataLst>
              <p:tags r:id="rId13"/>
            </p:custDataLst>
          </p:nvPr>
        </p:nvCxnSpPr>
        <p:spPr>
          <a:xfrm>
            <a:off x="547689" y="5369577"/>
            <a:ext cx="10617667"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pic>
        <p:nvPicPr>
          <p:cNvPr id="10" name="CustomIcon">
            <a:extLst>
              <a:ext uri="{FF2B5EF4-FFF2-40B4-BE49-F238E27FC236}">
                <a16:creationId xmlns:a16="http://schemas.microsoft.com/office/drawing/2014/main" id="{E0283F56-C59E-5248-0795-42DF7ED31600}"/>
              </a:ext>
            </a:extLst>
          </p:cNvPr>
          <p:cNvPicPr>
            <a:picLocks/>
          </p:cNvPicPr>
          <p:nvPr>
            <p:custDataLst>
              <p:tags r:id="rId14"/>
            </p:custDataLst>
          </p:nvPr>
        </p:nvPicPr>
        <p:blipFill>
          <a:blip>
            <a:extLst>
              <a:ext uri="{96DAC541-7B7A-43D3-8B79-37D633B846F1}">
                <asvg:svgBlip xmlns:asvg="http://schemas.microsoft.com/office/drawing/2016/SVG/main" r:embed="rId47"/>
              </a:ext>
            </a:extLst>
          </a:blip>
          <a:stretch>
            <a:fillRect/>
          </a:stretch>
        </p:blipFill>
        <p:spPr>
          <a:xfrm>
            <a:off x="552293" y="5949357"/>
            <a:ext cx="390844" cy="344003"/>
          </a:xfrm>
          <a:prstGeom prst="rect">
            <a:avLst/>
          </a:prstGeom>
        </p:spPr>
      </p:pic>
      <p:sp>
        <p:nvSpPr>
          <p:cNvPr id="11" name="TextBox 10">
            <a:extLst>
              <a:ext uri="{FF2B5EF4-FFF2-40B4-BE49-F238E27FC236}">
                <a16:creationId xmlns:a16="http://schemas.microsoft.com/office/drawing/2014/main" id="{0881CA94-74D8-3464-1A47-1B558E50EB86}"/>
              </a:ext>
            </a:extLst>
          </p:cNvPr>
          <p:cNvSpPr txBox="1">
            <a:spLocks/>
          </p:cNvSpPr>
          <p:nvPr>
            <p:custDataLst>
              <p:tags r:id="rId15"/>
            </p:custDataLst>
          </p:nvPr>
        </p:nvSpPr>
        <p:spPr>
          <a:xfrm>
            <a:off x="1027327" y="5563845"/>
            <a:ext cx="696032" cy="169277"/>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None/>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SSR / TM</a:t>
            </a:r>
          </a:p>
        </p:txBody>
      </p:sp>
      <p:sp>
        <p:nvSpPr>
          <p:cNvPr id="13" name="TextBox 12">
            <a:extLst>
              <a:ext uri="{FF2B5EF4-FFF2-40B4-BE49-F238E27FC236}">
                <a16:creationId xmlns:a16="http://schemas.microsoft.com/office/drawing/2014/main" id="{6BE3F08D-A086-5412-7850-39EC61640546}"/>
              </a:ext>
            </a:extLst>
          </p:cNvPr>
          <p:cNvSpPr txBox="1">
            <a:spLocks/>
          </p:cNvSpPr>
          <p:nvPr>
            <p:custDataLst>
              <p:tags r:id="rId16"/>
            </p:custDataLst>
          </p:nvPr>
        </p:nvSpPr>
        <p:spPr>
          <a:xfrm>
            <a:off x="1027327" y="6159262"/>
            <a:ext cx="696032" cy="493556"/>
          </a:xfrm>
          <a:prstGeom prst="rect">
            <a:avLst/>
          </a:prstGeom>
        </p:spPr>
        <p:txBody>
          <a:bodyPr vert="horz" wrap="square" lIns="0" tIns="0" rIns="0" bIns="0" rtlCol="0" anchor="b">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None/>
              <a:tabLst/>
              <a:defRPr/>
            </a:pP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Financial services: AR / MTS AR</a:t>
            </a:r>
          </a:p>
        </p:txBody>
      </p:sp>
      <p:sp>
        <p:nvSpPr>
          <p:cNvPr id="41" name="TextBox 40">
            <a:extLst>
              <a:ext uri="{FF2B5EF4-FFF2-40B4-BE49-F238E27FC236}">
                <a16:creationId xmlns:a16="http://schemas.microsoft.com/office/drawing/2014/main" id="{91261E70-5E28-95F2-B3D5-F3E8A5AB4E23}"/>
              </a:ext>
            </a:extLst>
          </p:cNvPr>
          <p:cNvSpPr txBox="1">
            <a:spLocks/>
          </p:cNvSpPr>
          <p:nvPr>
            <p:custDataLst>
              <p:tags r:id="rId17"/>
            </p:custDataLst>
          </p:nvPr>
        </p:nvSpPr>
        <p:spPr>
          <a:xfrm>
            <a:off x="2021526" y="4910502"/>
            <a:ext cx="4212246" cy="421353"/>
          </a:xfrm>
          <a:prstGeom prst="roundRect">
            <a:avLst/>
          </a:prstGeom>
          <a:solidFill>
            <a:schemeClr val="bg1"/>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FSP initiates the request, provides context, and owns customer communications and approvals</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sp>
        <p:nvSpPr>
          <p:cNvPr id="42" name="TextBox 41">
            <a:extLst>
              <a:ext uri="{FF2B5EF4-FFF2-40B4-BE49-F238E27FC236}">
                <a16:creationId xmlns:a16="http://schemas.microsoft.com/office/drawing/2014/main" id="{CFC94C34-D7D3-65DD-89B6-04493BC91881}"/>
              </a:ext>
            </a:extLst>
          </p:cNvPr>
          <p:cNvSpPr txBox="1">
            <a:spLocks/>
          </p:cNvSpPr>
          <p:nvPr>
            <p:custDataLst>
              <p:tags r:id="rId18"/>
            </p:custDataLst>
          </p:nvPr>
        </p:nvSpPr>
        <p:spPr>
          <a:xfrm>
            <a:off x="6492680" y="5434097"/>
            <a:ext cx="4682300" cy="421353"/>
          </a:xfrm>
          <a:prstGeom prst="roundRect">
            <a:avLst/>
          </a:prstGeom>
          <a:solidFill>
            <a:schemeClr val="bg1"/>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Support intake and provides invoice and order references, and may process some credits or refunds depending on routing</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sp>
        <p:nvSpPr>
          <p:cNvPr id="46" name="TextBox 45">
            <a:extLst>
              <a:ext uri="{FF2B5EF4-FFF2-40B4-BE49-F238E27FC236}">
                <a16:creationId xmlns:a16="http://schemas.microsoft.com/office/drawing/2014/main" id="{8FF20753-BE6A-A975-23B3-0BC63D038A41}"/>
              </a:ext>
            </a:extLst>
          </p:cNvPr>
          <p:cNvSpPr txBox="1">
            <a:spLocks/>
          </p:cNvSpPr>
          <p:nvPr>
            <p:custDataLst>
              <p:tags r:id="rId19"/>
            </p:custDataLst>
          </p:nvPr>
        </p:nvSpPr>
        <p:spPr>
          <a:xfrm>
            <a:off x="6492680" y="5994266"/>
            <a:ext cx="4682300" cy="439672"/>
          </a:xfrm>
          <a:prstGeom prst="roundRect">
            <a:avLst/>
          </a:prstGeom>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algn="ctr">
              <a:buNone/>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Applies credits to invoices for net terms accounts and supports credit memo workflows when needed</a:t>
            </a:r>
            <a:r>
              <a:rPr lang="en-US" sz="900">
                <a:solidFill>
                  <a:srgbClr val="000000"/>
                </a:solidFill>
              </a:rPr>
              <a:t>, handles exceptions (e.g. refund posting failures, when funds cannot return to the original payment source, issuing checks)</a:t>
            </a:r>
            <a:endParaRPr lang="en-US" sz="900">
              <a:solidFill>
                <a:srgbClr val="00A9F4"/>
              </a:solidFill>
            </a:endParaRPr>
          </a:p>
        </p:txBody>
      </p:sp>
      <p:pic>
        <p:nvPicPr>
          <p:cNvPr id="60" name="CustomIcon">
            <a:extLst>
              <a:ext uri="{FF2B5EF4-FFF2-40B4-BE49-F238E27FC236}">
                <a16:creationId xmlns:a16="http://schemas.microsoft.com/office/drawing/2014/main" id="{BC2A8481-99C1-2848-4469-D52149822252}"/>
              </a:ext>
            </a:extLst>
          </p:cNvPr>
          <p:cNvPicPr>
            <a:picLocks noChangeAspect="1"/>
          </p:cNvPicPr>
          <p:nvPr>
            <p:custDataLst>
              <p:tags r:id="rId20"/>
            </p:custDataLst>
          </p:nvPr>
        </p:nvPicPr>
        <p:blipFill>
          <a:blip>
            <a:extLst>
              <a:ext uri="{96DAC541-7B7A-43D3-8B79-37D633B846F1}">
                <asvg:svgBlip xmlns:asvg="http://schemas.microsoft.com/office/drawing/2016/SVG/main" r:embed="rId48"/>
              </a:ext>
            </a:extLst>
          </a:blip>
          <a:stretch>
            <a:fillRect/>
          </a:stretch>
        </p:blipFill>
        <p:spPr>
          <a:xfrm>
            <a:off x="6366364" y="1815324"/>
            <a:ext cx="222364" cy="222364"/>
          </a:xfrm>
          <a:prstGeom prst="rect">
            <a:avLst/>
          </a:prstGeom>
        </p:spPr>
      </p:pic>
      <p:sp>
        <p:nvSpPr>
          <p:cNvPr id="61" name="Legend1">
            <a:extLst>
              <a:ext uri="{FF2B5EF4-FFF2-40B4-BE49-F238E27FC236}">
                <a16:creationId xmlns:a16="http://schemas.microsoft.com/office/drawing/2014/main" id="{F0CBE9BA-5C77-AC12-B19C-25DE871457E7}"/>
              </a:ext>
            </a:extLst>
          </p:cNvPr>
          <p:cNvSpPr txBox="1"/>
          <p:nvPr/>
        </p:nvSpPr>
        <p:spPr>
          <a:xfrm>
            <a:off x="6654965" y="1866428"/>
            <a:ext cx="2097203" cy="123111"/>
          </a:xfrm>
          <a:prstGeom prst="rect">
            <a:avLst/>
          </a:prstGeom>
          <a:noFill/>
          <a:ln>
            <a:noFill/>
            <a:miter lim="800000"/>
          </a:ln>
        </p:spPr>
        <p:txBody>
          <a:bodyPr wrap="squar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Poor intake quality drives back and forth</a:t>
            </a:r>
          </a:p>
        </p:txBody>
      </p:sp>
      <p:sp>
        <p:nvSpPr>
          <p:cNvPr id="62" name="TrackerNumWhite 63">
            <a:extLst>
              <a:ext uri="{FF2B5EF4-FFF2-40B4-BE49-F238E27FC236}">
                <a16:creationId xmlns:a16="http://schemas.microsoft.com/office/drawing/2014/main" id="{C5406CF5-5BC2-BEAD-747F-B468E47C75A6}"/>
              </a:ext>
            </a:extLst>
          </p:cNvPr>
          <p:cNvSpPr/>
          <p:nvPr>
            <p:custDataLst>
              <p:tags r:id="rId21"/>
            </p:custDataLst>
          </p:nvPr>
        </p:nvSpPr>
        <p:spPr>
          <a:xfrm>
            <a:off x="1817683" y="1721593"/>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2</a:t>
            </a:r>
          </a:p>
        </p:txBody>
      </p:sp>
      <p:sp>
        <p:nvSpPr>
          <p:cNvPr id="74" name="TrackerNumWhite 63">
            <a:extLst>
              <a:ext uri="{FF2B5EF4-FFF2-40B4-BE49-F238E27FC236}">
                <a16:creationId xmlns:a16="http://schemas.microsoft.com/office/drawing/2014/main" id="{5B9C622C-396B-E0EF-AEC5-B8AD95B0217E}"/>
              </a:ext>
            </a:extLst>
          </p:cNvPr>
          <p:cNvSpPr/>
          <p:nvPr>
            <p:custDataLst>
              <p:tags r:id="rId22"/>
            </p:custDataLst>
          </p:nvPr>
        </p:nvSpPr>
        <p:spPr>
          <a:xfrm>
            <a:off x="1817683" y="4883010"/>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1</a:t>
            </a:r>
          </a:p>
        </p:txBody>
      </p:sp>
      <p:sp>
        <p:nvSpPr>
          <p:cNvPr id="79" name="TrackerNumWhite 63">
            <a:extLst>
              <a:ext uri="{FF2B5EF4-FFF2-40B4-BE49-F238E27FC236}">
                <a16:creationId xmlns:a16="http://schemas.microsoft.com/office/drawing/2014/main" id="{7F5EB476-22EB-5920-F8CA-A0F8A0BD3143}"/>
              </a:ext>
            </a:extLst>
          </p:cNvPr>
          <p:cNvSpPr/>
          <p:nvPr>
            <p:custDataLst>
              <p:tags r:id="rId23"/>
            </p:custDataLst>
          </p:nvPr>
        </p:nvSpPr>
        <p:spPr>
          <a:xfrm>
            <a:off x="6305033" y="5938610"/>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6</a:t>
            </a:r>
          </a:p>
        </p:txBody>
      </p:sp>
      <p:pic>
        <p:nvPicPr>
          <p:cNvPr id="85" name="CustomIcon">
            <a:extLst>
              <a:ext uri="{FF2B5EF4-FFF2-40B4-BE49-F238E27FC236}">
                <a16:creationId xmlns:a16="http://schemas.microsoft.com/office/drawing/2014/main" id="{40CD36A0-CCFF-229F-5178-738081F3960A}"/>
              </a:ext>
            </a:extLst>
          </p:cNvPr>
          <p:cNvPicPr>
            <a:picLocks noChangeAspect="1"/>
          </p:cNvPicPr>
          <p:nvPr>
            <p:custDataLst>
              <p:tags r:id="rId24"/>
            </p:custDataLst>
          </p:nvPr>
        </p:nvPicPr>
        <p:blipFill>
          <a:blip>
            <a:extLst>
              <a:ext uri="{96DAC541-7B7A-43D3-8B79-37D633B846F1}">
                <asvg:svgBlip xmlns:asvg="http://schemas.microsoft.com/office/drawing/2016/SVG/main" r:embed="rId48"/>
              </a:ext>
            </a:extLst>
          </a:blip>
          <a:stretch>
            <a:fillRect/>
          </a:stretch>
        </p:blipFill>
        <p:spPr>
          <a:xfrm>
            <a:off x="11234191" y="3296742"/>
            <a:ext cx="222364" cy="222364"/>
          </a:xfrm>
          <a:prstGeom prst="rect">
            <a:avLst/>
          </a:prstGeom>
        </p:spPr>
      </p:pic>
      <p:sp>
        <p:nvSpPr>
          <p:cNvPr id="88" name="Legend1">
            <a:extLst>
              <a:ext uri="{FF2B5EF4-FFF2-40B4-BE49-F238E27FC236}">
                <a16:creationId xmlns:a16="http://schemas.microsoft.com/office/drawing/2014/main" id="{5FDFFF67-C71D-60D5-E6E7-C4F027F41B6D}"/>
              </a:ext>
            </a:extLst>
          </p:cNvPr>
          <p:cNvSpPr txBox="1"/>
          <p:nvPr/>
        </p:nvSpPr>
        <p:spPr>
          <a:xfrm>
            <a:off x="11257209" y="3629609"/>
            <a:ext cx="647408" cy="492443"/>
          </a:xfrm>
          <a:prstGeom prst="rect">
            <a:avLst/>
          </a:prstGeom>
          <a:noFill/>
          <a:ln>
            <a:noFill/>
            <a:miter lim="800000"/>
          </a:ln>
        </p:spPr>
        <p:txBody>
          <a:bodyPr wrap="squar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System fragmentation across SAP, QOE, TAL</a:t>
            </a:r>
          </a:p>
        </p:txBody>
      </p:sp>
      <p:sp>
        <p:nvSpPr>
          <p:cNvPr id="36" name="TextBox 35">
            <a:extLst>
              <a:ext uri="{FF2B5EF4-FFF2-40B4-BE49-F238E27FC236}">
                <a16:creationId xmlns:a16="http://schemas.microsoft.com/office/drawing/2014/main" id="{0EEC5717-F682-C6C6-15A6-C141C32D680C}"/>
              </a:ext>
            </a:extLst>
          </p:cNvPr>
          <p:cNvSpPr txBox="1">
            <a:spLocks/>
          </p:cNvSpPr>
          <p:nvPr>
            <p:custDataLst>
              <p:tags r:id="rId25"/>
            </p:custDataLst>
          </p:nvPr>
        </p:nvSpPr>
        <p:spPr>
          <a:xfrm>
            <a:off x="2021526" y="2366127"/>
            <a:ext cx="4212246" cy="348208"/>
          </a:xfrm>
          <a:prstGeom prst="roundRect">
            <a:avLst/>
          </a:prstGeom>
          <a:solidFill>
            <a:schemeClr val="bg1"/>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Gathers required information (e.g., sales order number, line items, quantities, where goods are)</a:t>
            </a:r>
          </a:p>
        </p:txBody>
      </p:sp>
      <p:sp>
        <p:nvSpPr>
          <p:cNvPr id="37" name="TextBox 36">
            <a:extLst>
              <a:ext uri="{FF2B5EF4-FFF2-40B4-BE49-F238E27FC236}">
                <a16:creationId xmlns:a16="http://schemas.microsoft.com/office/drawing/2014/main" id="{D1CB0F72-5AE1-444C-86CB-62CF47822364}"/>
              </a:ext>
            </a:extLst>
          </p:cNvPr>
          <p:cNvSpPr txBox="1">
            <a:spLocks/>
          </p:cNvSpPr>
          <p:nvPr>
            <p:custDataLst>
              <p:tags r:id="rId26"/>
            </p:custDataLst>
          </p:nvPr>
        </p:nvSpPr>
        <p:spPr>
          <a:xfrm>
            <a:off x="6492680" y="3225808"/>
            <a:ext cx="4682300" cy="421353"/>
          </a:xfrm>
          <a:prstGeom prst="roundRect">
            <a:avLst/>
          </a:prstGeom>
          <a:solidFill>
            <a:srgbClr val="D3DCFF"/>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Executes replacement by recreating the order in the system of origin (QOE, SAP or TAL) and shares new order details and tracking</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sp>
        <p:nvSpPr>
          <p:cNvPr id="39" name="TextBox 38">
            <a:extLst>
              <a:ext uri="{FF2B5EF4-FFF2-40B4-BE49-F238E27FC236}">
                <a16:creationId xmlns:a16="http://schemas.microsoft.com/office/drawing/2014/main" id="{B585B674-0C82-39A5-2D12-5664C781552D}"/>
              </a:ext>
            </a:extLst>
          </p:cNvPr>
          <p:cNvSpPr txBox="1">
            <a:spLocks/>
          </p:cNvSpPr>
          <p:nvPr>
            <p:custDataLst>
              <p:tags r:id="rId27"/>
            </p:custDataLst>
          </p:nvPr>
        </p:nvSpPr>
        <p:spPr>
          <a:xfrm>
            <a:off x="6492680" y="3719074"/>
            <a:ext cx="4682300" cy="421353"/>
          </a:xfrm>
          <a:prstGeom prst="roundRect">
            <a:avLst/>
          </a:prstGeom>
          <a:solidFill>
            <a:srgbClr val="D3DCFF"/>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Closes the case once replacement ships and refund (posted in SAP) or credit posts</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sp>
        <p:nvSpPr>
          <p:cNvPr id="78" name="TrackerNumWhite 63">
            <a:extLst>
              <a:ext uri="{FF2B5EF4-FFF2-40B4-BE49-F238E27FC236}">
                <a16:creationId xmlns:a16="http://schemas.microsoft.com/office/drawing/2014/main" id="{154261E5-2CB7-F9A8-1014-C2F10E3CE507}"/>
              </a:ext>
            </a:extLst>
          </p:cNvPr>
          <p:cNvSpPr/>
          <p:nvPr>
            <p:custDataLst>
              <p:tags r:id="rId28"/>
            </p:custDataLst>
          </p:nvPr>
        </p:nvSpPr>
        <p:spPr>
          <a:xfrm>
            <a:off x="6289793" y="3162058"/>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400">
                <a:solidFill>
                  <a:srgbClr val="061F79"/>
                </a:solidFill>
                <a:latin typeface="Arial"/>
              </a:rPr>
              <a:t>4</a:t>
            </a:r>
            <a:r>
              <a:rPr kumimoji="0" lang="en-US" sz="1400" b="0" i="0" u="none" strike="noStrike" kern="1200" cap="none" spc="0" normalizeH="0" baseline="0" noProof="0">
                <a:ln>
                  <a:noFill/>
                </a:ln>
                <a:solidFill>
                  <a:srgbClr val="061F79"/>
                </a:solidFill>
                <a:effectLst/>
                <a:uLnTx/>
                <a:uFillTx/>
                <a:latin typeface="Arial"/>
                <a:ea typeface="+mn-ea"/>
                <a:cs typeface="+mn-cs"/>
              </a:rPr>
              <a:t>b</a:t>
            </a:r>
          </a:p>
        </p:txBody>
      </p:sp>
      <p:sp>
        <p:nvSpPr>
          <p:cNvPr id="82" name="TrackerNumWhite 63">
            <a:extLst>
              <a:ext uri="{FF2B5EF4-FFF2-40B4-BE49-F238E27FC236}">
                <a16:creationId xmlns:a16="http://schemas.microsoft.com/office/drawing/2014/main" id="{1030FD1F-3CB9-940B-F2E1-B1EDC9BF86A9}"/>
              </a:ext>
            </a:extLst>
          </p:cNvPr>
          <p:cNvSpPr/>
          <p:nvPr>
            <p:custDataLst>
              <p:tags r:id="rId29"/>
            </p:custDataLst>
          </p:nvPr>
        </p:nvSpPr>
        <p:spPr>
          <a:xfrm>
            <a:off x="6289793" y="3663024"/>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7</a:t>
            </a:r>
          </a:p>
        </p:txBody>
      </p:sp>
      <p:cxnSp>
        <p:nvCxnSpPr>
          <p:cNvPr id="159" name="Straight Arrow Connector 158">
            <a:extLst>
              <a:ext uri="{FF2B5EF4-FFF2-40B4-BE49-F238E27FC236}">
                <a16:creationId xmlns:a16="http://schemas.microsoft.com/office/drawing/2014/main" id="{E634C582-CD47-454D-D71B-A1DF61CAACB4}"/>
              </a:ext>
            </a:extLst>
          </p:cNvPr>
          <p:cNvCxnSpPr>
            <a:cxnSpLocks/>
          </p:cNvCxnSpPr>
          <p:nvPr/>
        </p:nvCxnSpPr>
        <p:spPr>
          <a:xfrm>
            <a:off x="8064804" y="3657412"/>
            <a:ext cx="0" cy="108664"/>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69" name="TextBox 168">
            <a:extLst>
              <a:ext uri="{FF2B5EF4-FFF2-40B4-BE49-F238E27FC236}">
                <a16:creationId xmlns:a16="http://schemas.microsoft.com/office/drawing/2014/main" id="{763AE0C6-503A-9419-3066-EF12A713F658}"/>
              </a:ext>
            </a:extLst>
          </p:cNvPr>
          <p:cNvSpPr txBox="1">
            <a:spLocks/>
          </p:cNvSpPr>
          <p:nvPr/>
        </p:nvSpPr>
        <p:spPr>
          <a:xfrm>
            <a:off x="9201292" y="903234"/>
            <a:ext cx="864019"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Sequential flow</a:t>
            </a:r>
          </a:p>
        </p:txBody>
      </p:sp>
      <p:cxnSp>
        <p:nvCxnSpPr>
          <p:cNvPr id="171" name="Straight Arrow Connector 170">
            <a:extLst>
              <a:ext uri="{FF2B5EF4-FFF2-40B4-BE49-F238E27FC236}">
                <a16:creationId xmlns:a16="http://schemas.microsoft.com/office/drawing/2014/main" id="{4B00B0BB-54FB-1F31-F8F5-DF6C0015864D}"/>
              </a:ext>
            </a:extLst>
          </p:cNvPr>
          <p:cNvCxnSpPr>
            <a:cxnSpLocks/>
          </p:cNvCxnSpPr>
          <p:nvPr/>
        </p:nvCxnSpPr>
        <p:spPr>
          <a:xfrm>
            <a:off x="8917576" y="980178"/>
            <a:ext cx="230556" cy="0"/>
          </a:xfrm>
          <a:prstGeom prst="straightConnector1">
            <a:avLst/>
          </a:prstGeom>
          <a:ln w="6350" cmpd="sng">
            <a:solidFill>
              <a:schemeClr val="tx1">
                <a:lumMod val="50000"/>
                <a:lumOff val="50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173" name="TextBox 172">
            <a:extLst>
              <a:ext uri="{FF2B5EF4-FFF2-40B4-BE49-F238E27FC236}">
                <a16:creationId xmlns:a16="http://schemas.microsoft.com/office/drawing/2014/main" id="{18C55A12-BD13-69DF-8390-FC9A3584D9F9}"/>
              </a:ext>
            </a:extLst>
          </p:cNvPr>
          <p:cNvSpPr txBox="1">
            <a:spLocks/>
          </p:cNvSpPr>
          <p:nvPr/>
        </p:nvSpPr>
        <p:spPr>
          <a:xfrm>
            <a:off x="10477962" y="903234"/>
            <a:ext cx="716543"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Iterative flow</a:t>
            </a:r>
          </a:p>
        </p:txBody>
      </p:sp>
      <p:cxnSp>
        <p:nvCxnSpPr>
          <p:cNvPr id="174" name="Straight Arrow Connector 173">
            <a:extLst>
              <a:ext uri="{FF2B5EF4-FFF2-40B4-BE49-F238E27FC236}">
                <a16:creationId xmlns:a16="http://schemas.microsoft.com/office/drawing/2014/main" id="{97B447E1-9491-1D86-E96D-F59DDCF5910C}"/>
              </a:ext>
            </a:extLst>
          </p:cNvPr>
          <p:cNvCxnSpPr>
            <a:cxnSpLocks/>
          </p:cNvCxnSpPr>
          <p:nvPr/>
        </p:nvCxnSpPr>
        <p:spPr>
          <a:xfrm>
            <a:off x="10194248" y="980178"/>
            <a:ext cx="230556" cy="0"/>
          </a:xfrm>
          <a:prstGeom prst="straightConnector1">
            <a:avLst/>
          </a:prstGeom>
          <a:ln w="6350" cmpd="sng">
            <a:solidFill>
              <a:schemeClr val="bg1">
                <a:lumMod val="50000"/>
              </a:schemeClr>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75" name="Legend1">
            <a:extLst>
              <a:ext uri="{FF2B5EF4-FFF2-40B4-BE49-F238E27FC236}">
                <a16:creationId xmlns:a16="http://schemas.microsoft.com/office/drawing/2014/main" id="{652EC24E-D4DA-F195-1E78-C1DAFAF067A7}"/>
              </a:ext>
            </a:extLst>
          </p:cNvPr>
          <p:cNvSpPr txBox="1"/>
          <p:nvPr/>
        </p:nvSpPr>
        <p:spPr>
          <a:xfrm>
            <a:off x="8222779" y="903234"/>
            <a:ext cx="56586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Pain point</a:t>
            </a:r>
          </a:p>
        </p:txBody>
      </p:sp>
      <p:pic>
        <p:nvPicPr>
          <p:cNvPr id="176" name="CustomIcon">
            <a:extLst>
              <a:ext uri="{FF2B5EF4-FFF2-40B4-BE49-F238E27FC236}">
                <a16:creationId xmlns:a16="http://schemas.microsoft.com/office/drawing/2014/main" id="{CF09ABFB-421E-F602-6661-40C4032FCB9C}"/>
              </a:ext>
            </a:extLst>
          </p:cNvPr>
          <p:cNvPicPr>
            <a:picLocks/>
          </p:cNvPicPr>
          <p:nvPr>
            <p:custDataLst>
              <p:tags r:id="rId30"/>
            </p:custDataLst>
          </p:nvPr>
        </p:nvPicPr>
        <p:blipFill>
          <a:blip>
            <a:extLst>
              <a:ext uri="{96DAC541-7B7A-43D3-8B79-37D633B846F1}">
                <asvg:svgBlip xmlns:asvg="http://schemas.microsoft.com/office/drawing/2016/SVG/main" r:embed="rId48"/>
              </a:ext>
            </a:extLst>
          </a:blip>
          <a:stretch>
            <a:fillRect/>
          </a:stretch>
        </p:blipFill>
        <p:spPr>
          <a:xfrm>
            <a:off x="7986493" y="888738"/>
            <a:ext cx="183126" cy="182880"/>
          </a:xfrm>
          <a:prstGeom prst="rect">
            <a:avLst/>
          </a:prstGeom>
        </p:spPr>
      </p:pic>
      <p:sp>
        <p:nvSpPr>
          <p:cNvPr id="178" name="Legend1">
            <a:extLst>
              <a:ext uri="{FF2B5EF4-FFF2-40B4-BE49-F238E27FC236}">
                <a16:creationId xmlns:a16="http://schemas.microsoft.com/office/drawing/2014/main" id="{E6AEE1E2-2DA4-D379-8940-E8C830A12EE0}"/>
              </a:ext>
            </a:extLst>
          </p:cNvPr>
          <p:cNvSpPr txBox="1"/>
          <p:nvPr/>
        </p:nvSpPr>
        <p:spPr>
          <a:xfrm>
            <a:off x="6089507" y="903234"/>
            <a:ext cx="1829027"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Strong process/initiative in place</a:t>
            </a:r>
          </a:p>
        </p:txBody>
      </p:sp>
      <p:sp>
        <p:nvSpPr>
          <p:cNvPr id="179" name="Legend1">
            <a:extLst>
              <a:ext uri="{FF2B5EF4-FFF2-40B4-BE49-F238E27FC236}">
                <a16:creationId xmlns:a16="http://schemas.microsoft.com/office/drawing/2014/main" id="{C1C7C8DA-10FB-E04E-D9B9-BC157E15FFC8}"/>
              </a:ext>
            </a:extLst>
          </p:cNvPr>
          <p:cNvSpPr txBox="1"/>
          <p:nvPr/>
        </p:nvSpPr>
        <p:spPr>
          <a:xfrm>
            <a:off x="4271485" y="903234"/>
            <a:ext cx="1506823"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Tech / vendor dependency</a:t>
            </a:r>
          </a:p>
        </p:txBody>
      </p:sp>
      <p:sp>
        <p:nvSpPr>
          <p:cNvPr id="180" name="Rectangle: Rounded Corners 179">
            <a:extLst>
              <a:ext uri="{FF2B5EF4-FFF2-40B4-BE49-F238E27FC236}">
                <a16:creationId xmlns:a16="http://schemas.microsoft.com/office/drawing/2014/main" id="{27E1FC07-E613-82B9-5CFC-7865AC097BBA}"/>
              </a:ext>
            </a:extLst>
          </p:cNvPr>
          <p:cNvSpPr>
            <a:spLocks/>
          </p:cNvSpPr>
          <p:nvPr/>
        </p:nvSpPr>
        <p:spPr>
          <a:xfrm>
            <a:off x="4026854" y="888738"/>
            <a:ext cx="201168" cy="179067"/>
          </a:xfrm>
          <a:prstGeom prst="round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81" name="Star: 5 Points 180">
            <a:extLst>
              <a:ext uri="{FF2B5EF4-FFF2-40B4-BE49-F238E27FC236}">
                <a16:creationId xmlns:a16="http://schemas.microsoft.com/office/drawing/2014/main" id="{2E8D9ACE-5E80-E004-7847-19ADADBDA491}"/>
              </a:ext>
            </a:extLst>
          </p:cNvPr>
          <p:cNvSpPr>
            <a:spLocks/>
          </p:cNvSpPr>
          <p:nvPr/>
        </p:nvSpPr>
        <p:spPr>
          <a:xfrm>
            <a:off x="5825789" y="888738"/>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grpSp>
        <p:nvGrpSpPr>
          <p:cNvPr id="190" name="Group 189">
            <a:extLst>
              <a:ext uri="{FF2B5EF4-FFF2-40B4-BE49-F238E27FC236}">
                <a16:creationId xmlns:a16="http://schemas.microsoft.com/office/drawing/2014/main" id="{07B54EA0-E997-81A4-E0CF-A94A02ABB83F}"/>
              </a:ext>
            </a:extLst>
          </p:cNvPr>
          <p:cNvGrpSpPr/>
          <p:nvPr/>
        </p:nvGrpSpPr>
        <p:grpSpPr>
          <a:xfrm>
            <a:off x="7970286" y="4212340"/>
            <a:ext cx="1894579" cy="246221"/>
            <a:chOff x="8084586" y="4248745"/>
            <a:chExt cx="1894579" cy="246221"/>
          </a:xfrm>
        </p:grpSpPr>
        <p:sp>
          <p:nvSpPr>
            <p:cNvPr id="187" name="Star: 5 Points 186">
              <a:extLst>
                <a:ext uri="{FF2B5EF4-FFF2-40B4-BE49-F238E27FC236}">
                  <a16:creationId xmlns:a16="http://schemas.microsoft.com/office/drawing/2014/main" id="{B44747ED-8F3D-6ECE-6D87-7F2FB1A06829}"/>
                </a:ext>
              </a:extLst>
            </p:cNvPr>
            <p:cNvSpPr>
              <a:spLocks/>
            </p:cNvSpPr>
            <p:nvPr/>
          </p:nvSpPr>
          <p:spPr>
            <a:xfrm>
              <a:off x="8084586" y="4274426"/>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89" name="Legend1">
              <a:extLst>
                <a:ext uri="{FF2B5EF4-FFF2-40B4-BE49-F238E27FC236}">
                  <a16:creationId xmlns:a16="http://schemas.microsoft.com/office/drawing/2014/main" id="{D6B6C6CB-DF2E-495D-C8DC-99C89EEB4897}"/>
                </a:ext>
              </a:extLst>
            </p:cNvPr>
            <p:cNvSpPr txBox="1"/>
            <p:nvPr/>
          </p:nvSpPr>
          <p:spPr>
            <a:xfrm>
              <a:off x="8406649" y="4248745"/>
              <a:ext cx="1572516" cy="246221"/>
            </a:xfrm>
            <a:prstGeom prst="rect">
              <a:avLst/>
            </a:prstGeom>
            <a:noFill/>
            <a:ln>
              <a:noFill/>
              <a:miter lim="800000"/>
            </a:ln>
          </p:spPr>
          <p:txBody>
            <a:bodyPr wrap="squar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System guardrails exist to prevent use of incorrect system</a:t>
              </a:r>
            </a:p>
          </p:txBody>
        </p:sp>
      </p:grpSp>
      <p:sp>
        <p:nvSpPr>
          <p:cNvPr id="84" name="Arrow: Pentagon 83">
            <a:extLst>
              <a:ext uri="{FF2B5EF4-FFF2-40B4-BE49-F238E27FC236}">
                <a16:creationId xmlns:a16="http://schemas.microsoft.com/office/drawing/2014/main" id="{C2648817-FB44-51F0-CF86-E817B8B08AFA}"/>
              </a:ext>
            </a:extLst>
          </p:cNvPr>
          <p:cNvSpPr>
            <a:spLocks/>
          </p:cNvSpPr>
          <p:nvPr>
            <p:custDataLst>
              <p:tags r:id="rId31"/>
            </p:custDataLst>
          </p:nvPr>
        </p:nvSpPr>
        <p:spPr>
          <a:xfrm>
            <a:off x="2021526" y="1163989"/>
            <a:ext cx="9237024" cy="246655"/>
          </a:xfrm>
          <a:prstGeom prst="homePlate">
            <a:avLst>
              <a:gd name="adj" fmla="val 18199"/>
            </a:avLst>
          </a:prstGeom>
          <a:solidFill>
            <a:schemeClr val="accent1"/>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vert="horz" rtlCol="0" anchor="ctr">
            <a:noAutofit/>
          </a:bodyPr>
          <a:lstStyle/>
          <a:p>
            <a:pPr marL="0" marR="0" lvl="1" indent="0" algn="l" defTabSz="457258" rtl="0" eaLnBrk="1" fontAlgn="auto" latinLnBrk="0" hangingPunct="1">
              <a:lnSpc>
                <a:spcPct val="100000"/>
              </a:lnSpc>
              <a:spcBef>
                <a:spcPts val="0"/>
              </a:spcBef>
              <a:spcAft>
                <a:spcPts val="0"/>
              </a:spcAft>
              <a:buClrTx/>
              <a:buSzTx/>
              <a:buFontTx/>
              <a:buNone/>
              <a:tabLst/>
              <a:defRPr/>
            </a:pPr>
            <a:r>
              <a:rPr lang="en-US" sz="1100" b="1">
                <a:solidFill>
                  <a:srgbClr val="FFFFFF"/>
                </a:solidFill>
                <a:latin typeface="Arial" panose="020B0604020202020204"/>
              </a:rPr>
              <a:t>R&amp;R </a:t>
            </a:r>
            <a:r>
              <a:rPr kumimoji="0" lang="en-US" sz="1100" b="1" i="0" u="none" strike="noStrike" kern="1200" cap="none" spc="0" normalizeH="0" baseline="0" noProof="0">
                <a:ln>
                  <a:noFill/>
                </a:ln>
                <a:solidFill>
                  <a:srgbClr val="FFFFFF"/>
                </a:solidFill>
                <a:effectLst/>
                <a:uLnTx/>
                <a:uFillTx/>
                <a:latin typeface="Arial" panose="020B0604020202020204"/>
                <a:ea typeface="+mn-ea"/>
                <a:cs typeface="+mn-cs"/>
              </a:rPr>
              <a:t>request originates from </a:t>
            </a:r>
            <a:r>
              <a:rPr lang="en-US" sz="1100" b="1">
                <a:solidFill>
                  <a:srgbClr val="FFFFFF"/>
                </a:solidFill>
                <a:latin typeface="Arial" panose="020B0604020202020204"/>
              </a:rPr>
              <a:t>FSP/SSR </a:t>
            </a:r>
            <a:endParaRPr kumimoji="0" lang="en-US" sz="11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86" name="Arrow: Chevron 85">
            <a:extLst>
              <a:ext uri="{FF2B5EF4-FFF2-40B4-BE49-F238E27FC236}">
                <a16:creationId xmlns:a16="http://schemas.microsoft.com/office/drawing/2014/main" id="{E9893E9E-79F5-42AF-557D-83CEFE1319DA}"/>
              </a:ext>
            </a:extLst>
          </p:cNvPr>
          <p:cNvSpPr>
            <a:spLocks/>
          </p:cNvSpPr>
          <p:nvPr>
            <p:custDataLst>
              <p:tags r:id="rId32"/>
            </p:custDataLst>
          </p:nvPr>
        </p:nvSpPr>
        <p:spPr>
          <a:xfrm>
            <a:off x="6654966" y="1426816"/>
            <a:ext cx="4590565" cy="218967"/>
          </a:xfrm>
          <a:prstGeom prst="chevron">
            <a:avLst>
              <a:gd name="adj" fmla="val 18199"/>
            </a:avLst>
          </a:prstGeom>
          <a:solidFill>
            <a:schemeClr val="accent1"/>
          </a:solidFill>
          <a:ln>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noAutofit/>
          </a:bodyPr>
          <a:lstStyle/>
          <a:p>
            <a:pPr>
              <a:spcBef>
                <a:spcPts val="0"/>
              </a:spcBef>
              <a:spcAft>
                <a:spcPts val="0"/>
              </a:spcAft>
            </a:pPr>
            <a:r>
              <a:rPr lang="en-US" sz="1100" b="1"/>
              <a:t>Credit, refunds, fin. reconciliation</a:t>
            </a:r>
          </a:p>
        </p:txBody>
      </p:sp>
      <p:sp>
        <p:nvSpPr>
          <p:cNvPr id="65" name="TrackerNumWhite 63">
            <a:extLst>
              <a:ext uri="{FF2B5EF4-FFF2-40B4-BE49-F238E27FC236}">
                <a16:creationId xmlns:a16="http://schemas.microsoft.com/office/drawing/2014/main" id="{F87234FA-9661-4EE1-421E-67E1DB25AECF}"/>
              </a:ext>
            </a:extLst>
          </p:cNvPr>
          <p:cNvSpPr/>
          <p:nvPr>
            <p:custDataLst>
              <p:tags r:id="rId33"/>
            </p:custDataLst>
          </p:nvPr>
        </p:nvSpPr>
        <p:spPr>
          <a:xfrm>
            <a:off x="1817683" y="2315385"/>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3</a:t>
            </a:r>
          </a:p>
        </p:txBody>
      </p:sp>
      <p:sp>
        <p:nvSpPr>
          <p:cNvPr id="87" name="TextBox 86">
            <a:extLst>
              <a:ext uri="{FF2B5EF4-FFF2-40B4-BE49-F238E27FC236}">
                <a16:creationId xmlns:a16="http://schemas.microsoft.com/office/drawing/2014/main" id="{9FCA61F7-BE7B-27F3-A2BF-89A99030081E}"/>
              </a:ext>
            </a:extLst>
          </p:cNvPr>
          <p:cNvSpPr txBox="1">
            <a:spLocks/>
          </p:cNvSpPr>
          <p:nvPr>
            <p:custDataLst>
              <p:tags r:id="rId34"/>
            </p:custDataLst>
          </p:nvPr>
        </p:nvSpPr>
        <p:spPr>
          <a:xfrm>
            <a:off x="6492680" y="2460319"/>
            <a:ext cx="4682300" cy="639900"/>
          </a:xfrm>
          <a:prstGeom prst="roundRect">
            <a:avLst/>
          </a:prstGeom>
          <a:solidFill>
            <a:schemeClr val="bg1"/>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Triages issue (e.g. customer error, FSP error, decorator issue), decides resolution promoting even exchange when feasible, otherwise refund or credit based on situation and possession, coordinates return logistics, including freight pickup for larger returns and tracks return status</a:t>
            </a:r>
            <a:endParaRPr kumimoji="0" lang="en-US" sz="900" b="0" i="0" u="none" strike="noStrike" kern="1200" cap="none" spc="0" normalizeH="0" baseline="0" noProof="0">
              <a:ln>
                <a:noFill/>
              </a:ln>
              <a:solidFill>
                <a:srgbClr val="00A9F4"/>
              </a:solidFill>
              <a:effectLst/>
              <a:uLnTx/>
              <a:uFillTx/>
              <a:latin typeface="Arial"/>
              <a:ea typeface="+mn-ea"/>
              <a:cs typeface="Arial" panose="020B0604020202020204" pitchFamily="34" charset="0"/>
            </a:endParaRPr>
          </a:p>
        </p:txBody>
      </p:sp>
      <p:sp>
        <p:nvSpPr>
          <p:cNvPr id="75" name="TrackerNumWhite 63">
            <a:extLst>
              <a:ext uri="{FF2B5EF4-FFF2-40B4-BE49-F238E27FC236}">
                <a16:creationId xmlns:a16="http://schemas.microsoft.com/office/drawing/2014/main" id="{48A734CA-A2C6-227F-E705-344495445A9B}"/>
              </a:ext>
            </a:extLst>
          </p:cNvPr>
          <p:cNvSpPr/>
          <p:nvPr>
            <p:custDataLst>
              <p:tags r:id="rId35"/>
            </p:custDataLst>
          </p:nvPr>
        </p:nvSpPr>
        <p:spPr>
          <a:xfrm>
            <a:off x="6289793" y="2403824"/>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400">
                <a:solidFill>
                  <a:srgbClr val="061F79"/>
                </a:solidFill>
                <a:latin typeface="Arial"/>
              </a:rPr>
              <a:t>4</a:t>
            </a:r>
            <a:r>
              <a:rPr kumimoji="0" lang="en-US" sz="1400" b="0" i="0" u="none" strike="noStrike" kern="1200" cap="none" spc="0" normalizeH="0" baseline="0" noProof="0">
                <a:ln>
                  <a:noFill/>
                </a:ln>
                <a:solidFill>
                  <a:srgbClr val="061F79"/>
                </a:solidFill>
                <a:effectLst/>
                <a:uLnTx/>
                <a:uFillTx/>
                <a:latin typeface="Arial"/>
                <a:ea typeface="+mn-ea"/>
                <a:cs typeface="+mn-cs"/>
              </a:rPr>
              <a:t>a</a:t>
            </a:r>
          </a:p>
        </p:txBody>
      </p:sp>
      <p:cxnSp>
        <p:nvCxnSpPr>
          <p:cNvPr id="89" name="Straight Arrow Connector 88">
            <a:extLst>
              <a:ext uri="{FF2B5EF4-FFF2-40B4-BE49-F238E27FC236}">
                <a16:creationId xmlns:a16="http://schemas.microsoft.com/office/drawing/2014/main" id="{1EA33E87-7F5F-DAFB-8EA6-FFC15EC664A5}"/>
              </a:ext>
            </a:extLst>
          </p:cNvPr>
          <p:cNvCxnSpPr>
            <a:cxnSpLocks/>
          </p:cNvCxnSpPr>
          <p:nvPr/>
        </p:nvCxnSpPr>
        <p:spPr>
          <a:xfrm>
            <a:off x="4578730" y="2163635"/>
            <a:ext cx="0" cy="183794"/>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43" name="Straight Arrow Connector 142">
            <a:extLst>
              <a:ext uri="{FF2B5EF4-FFF2-40B4-BE49-F238E27FC236}">
                <a16:creationId xmlns:a16="http://schemas.microsoft.com/office/drawing/2014/main" id="{7DE9E42F-4969-9984-6F87-1C2B38610A08}"/>
              </a:ext>
            </a:extLst>
          </p:cNvPr>
          <p:cNvCxnSpPr>
            <a:cxnSpLocks/>
          </p:cNvCxnSpPr>
          <p:nvPr/>
        </p:nvCxnSpPr>
        <p:spPr>
          <a:xfrm>
            <a:off x="4916697" y="2714335"/>
            <a:ext cx="0" cy="2196167"/>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D29D1CD-D6F2-CC4C-0CAC-0F6A00A6CD1F}"/>
              </a:ext>
            </a:extLst>
          </p:cNvPr>
          <p:cNvSpPr txBox="1">
            <a:spLocks/>
          </p:cNvSpPr>
          <p:nvPr>
            <p:custDataLst>
              <p:tags r:id="rId36"/>
            </p:custDataLst>
          </p:nvPr>
        </p:nvSpPr>
        <p:spPr>
          <a:xfrm>
            <a:off x="2021526" y="4058712"/>
            <a:ext cx="4201278" cy="421353"/>
          </a:xfrm>
          <a:prstGeom prst="roundRect">
            <a:avLst/>
          </a:prstGeom>
          <a:solidFill>
            <a:schemeClr val="bg1"/>
          </a:solidFill>
          <a:ln>
            <a:solidFill>
              <a:schemeClr val="accent1"/>
            </a:solidFill>
          </a:ln>
        </p:spPr>
        <p:txBody>
          <a:bodyPr vert="horz" wrap="square" lIns="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algn="ctr">
              <a:buNone/>
              <a:defRPr/>
            </a:pPr>
            <a:r>
              <a:rPr lang="en-US" sz="900">
                <a:solidFill>
                  <a:srgbClr val="000000"/>
                </a:solidFill>
              </a:rPr>
              <a:t>Team reaches out to FSP as needed and keep updates in the same thread and close once shipped or refund confirmed</a:t>
            </a:r>
          </a:p>
        </p:txBody>
      </p:sp>
      <p:sp>
        <p:nvSpPr>
          <p:cNvPr id="16" name="TrackerNumWhite 63">
            <a:extLst>
              <a:ext uri="{FF2B5EF4-FFF2-40B4-BE49-F238E27FC236}">
                <a16:creationId xmlns:a16="http://schemas.microsoft.com/office/drawing/2014/main" id="{CF0AD54D-7649-43A4-8EAF-3D611D455384}"/>
              </a:ext>
            </a:extLst>
          </p:cNvPr>
          <p:cNvSpPr/>
          <p:nvPr>
            <p:custDataLst>
              <p:tags r:id="rId37"/>
            </p:custDataLst>
          </p:nvPr>
        </p:nvSpPr>
        <p:spPr>
          <a:xfrm>
            <a:off x="1858533" y="3967071"/>
            <a:ext cx="246994"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5</a:t>
            </a:r>
          </a:p>
        </p:txBody>
      </p:sp>
      <p:cxnSp>
        <p:nvCxnSpPr>
          <p:cNvPr id="28" name="Straight Arrow Connector 27">
            <a:extLst>
              <a:ext uri="{FF2B5EF4-FFF2-40B4-BE49-F238E27FC236}">
                <a16:creationId xmlns:a16="http://schemas.microsoft.com/office/drawing/2014/main" id="{393C23C0-933B-AB12-A063-24B3403C80DD}"/>
              </a:ext>
            </a:extLst>
          </p:cNvPr>
          <p:cNvCxnSpPr>
            <a:cxnSpLocks/>
            <a:endCxn id="87" idx="1"/>
          </p:cNvCxnSpPr>
          <p:nvPr/>
        </p:nvCxnSpPr>
        <p:spPr>
          <a:xfrm>
            <a:off x="6233772" y="2714335"/>
            <a:ext cx="258908" cy="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33" name="TrackerNumWhite 63">
            <a:extLst>
              <a:ext uri="{FF2B5EF4-FFF2-40B4-BE49-F238E27FC236}">
                <a16:creationId xmlns:a16="http://schemas.microsoft.com/office/drawing/2014/main" id="{5AEF3F6B-8B03-A973-3F25-ACCA541FAB8B}"/>
              </a:ext>
            </a:extLst>
          </p:cNvPr>
          <p:cNvSpPr/>
          <p:nvPr>
            <p:custDataLst>
              <p:tags r:id="rId38"/>
            </p:custDataLst>
          </p:nvPr>
        </p:nvSpPr>
        <p:spPr>
          <a:xfrm>
            <a:off x="5841033" y="5374185"/>
            <a:ext cx="773719" cy="240465"/>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lang="en-US" sz="1400">
                <a:solidFill>
                  <a:srgbClr val="061F79"/>
                </a:solidFill>
                <a:latin typeface="Arial"/>
              </a:rPr>
              <a:t>Ongoing</a:t>
            </a:r>
            <a:endParaRPr kumimoji="0" lang="en-US" sz="1400" b="0" i="0" u="none" strike="noStrike" kern="1200" cap="none" spc="0" normalizeH="0" baseline="0" noProof="0">
              <a:ln>
                <a:noFill/>
              </a:ln>
              <a:solidFill>
                <a:srgbClr val="061F79"/>
              </a:solidFill>
              <a:effectLst/>
              <a:uLnTx/>
              <a:uFillTx/>
              <a:latin typeface="Arial"/>
              <a:ea typeface="+mn-ea"/>
              <a:cs typeface="+mn-cs"/>
            </a:endParaRPr>
          </a:p>
        </p:txBody>
      </p:sp>
      <p:sp>
        <p:nvSpPr>
          <p:cNvPr id="43" name="3. Subtitle">
            <a:extLst>
              <a:ext uri="{FF2B5EF4-FFF2-40B4-BE49-F238E27FC236}">
                <a16:creationId xmlns:a16="http://schemas.microsoft.com/office/drawing/2014/main" id="{D57D26D9-E6FD-75AE-6726-A45D4778F9C3}"/>
              </a:ext>
            </a:extLst>
          </p:cNvPr>
          <p:cNvSpPr>
            <a:spLocks noGrp="1"/>
          </p:cNvSpPr>
          <p:nvPr>
            <p:ph type="subTitle" idx="1"/>
            <p:custDataLst>
              <p:tags r:id="rId39"/>
            </p:custDataLst>
          </p:nvPr>
        </p:nvSpPr>
        <p:spPr>
          <a:xfrm>
            <a:off x="554736" y="600625"/>
            <a:ext cx="11082528" cy="215444"/>
          </a:xfrm>
          <a:noFill/>
          <a:ln/>
          <a:extLst>
            <a:ext uri="{909E8E84-426E-40DD-AFC4-6F175D3DCCD1}">
              <a14:hiddenFill xmlns:a14="http://schemas.microsoft.com/office/drawing/2010/main">
                <a:solidFill>
                  <a:srgbClr val="FFFFFF"/>
                </a:solidFill>
              </a14:hiddenFill>
            </a:ext>
          </a:extLst>
        </p:spPr>
        <p:txBody>
          <a:bodyPr/>
          <a:lstStyle/>
          <a:p>
            <a:pPr>
              <a:buNone/>
            </a:pPr>
            <a:r>
              <a:rPr lang="en-US" sz="1400"/>
              <a:t>Department R&amp;R (B2B)</a:t>
            </a:r>
          </a:p>
        </p:txBody>
      </p:sp>
      <p:sp>
        <p:nvSpPr>
          <p:cNvPr id="185" name="Star: 5 Points 184">
            <a:extLst>
              <a:ext uri="{FF2B5EF4-FFF2-40B4-BE49-F238E27FC236}">
                <a16:creationId xmlns:a16="http://schemas.microsoft.com/office/drawing/2014/main" id="{D3F4A242-4DF9-A809-7B6F-B0D06AF34AF5}"/>
              </a:ext>
            </a:extLst>
          </p:cNvPr>
          <p:cNvSpPr>
            <a:spLocks/>
          </p:cNvSpPr>
          <p:nvPr/>
        </p:nvSpPr>
        <p:spPr>
          <a:xfrm>
            <a:off x="4380409" y="6108495"/>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86" name="Legend1">
            <a:extLst>
              <a:ext uri="{FF2B5EF4-FFF2-40B4-BE49-F238E27FC236}">
                <a16:creationId xmlns:a16="http://schemas.microsoft.com/office/drawing/2014/main" id="{C747950B-5560-EA1E-EEC5-3ECFCA5BAAAD}"/>
              </a:ext>
            </a:extLst>
          </p:cNvPr>
          <p:cNvSpPr txBox="1">
            <a:spLocks/>
          </p:cNvSpPr>
          <p:nvPr/>
        </p:nvSpPr>
        <p:spPr>
          <a:xfrm>
            <a:off x="4692315" y="5958878"/>
            <a:ext cx="1483817" cy="482115"/>
          </a:xfrm>
          <a:prstGeom prst="rect">
            <a:avLst/>
          </a:prstGeom>
          <a:noFill/>
          <a:ln>
            <a:noFill/>
            <a:miter lim="800000"/>
          </a:ln>
        </p:spPr>
        <p:txBody>
          <a:bodyPr wrap="square" lIns="0" tIns="0" rIns="0" bIns="0" rtlCol="0" anchor="ctr" anchorCtr="0">
            <a:no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AR collaboration is frictionless; responsive and accurate</a:t>
            </a:r>
          </a:p>
        </p:txBody>
      </p:sp>
      <p:cxnSp>
        <p:nvCxnSpPr>
          <p:cNvPr id="47" name="Connector: Elbow 46">
            <a:extLst>
              <a:ext uri="{FF2B5EF4-FFF2-40B4-BE49-F238E27FC236}">
                <a16:creationId xmlns:a16="http://schemas.microsoft.com/office/drawing/2014/main" id="{0B6A0EE2-351C-4CF6-21D3-581001AD2835}"/>
              </a:ext>
            </a:extLst>
          </p:cNvPr>
          <p:cNvCxnSpPr>
            <a:cxnSpLocks/>
            <a:stCxn id="37" idx="1"/>
            <a:endCxn id="15" idx="0"/>
          </p:cNvCxnSpPr>
          <p:nvPr/>
        </p:nvCxnSpPr>
        <p:spPr>
          <a:xfrm rot="10800000" flipV="1">
            <a:off x="4122166" y="3436484"/>
            <a:ext cx="2370515" cy="622227"/>
          </a:xfrm>
          <a:prstGeom prst="bentConnector2">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40" name="Connector: Elbow 39">
            <a:extLst>
              <a:ext uri="{FF2B5EF4-FFF2-40B4-BE49-F238E27FC236}">
                <a16:creationId xmlns:a16="http://schemas.microsoft.com/office/drawing/2014/main" id="{DE825331-C670-31F1-E618-6AC5311C035E}"/>
              </a:ext>
            </a:extLst>
          </p:cNvPr>
          <p:cNvCxnSpPr>
            <a:cxnSpLocks/>
          </p:cNvCxnSpPr>
          <p:nvPr/>
        </p:nvCxnSpPr>
        <p:spPr>
          <a:xfrm rot="10800000" flipV="1">
            <a:off x="4120762" y="2908743"/>
            <a:ext cx="2369807" cy="1140245"/>
          </a:xfrm>
          <a:prstGeom prst="bentConnector3">
            <a:avLst>
              <a:gd name="adj1" fmla="val 100030"/>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27" name="Legend1">
            <a:extLst>
              <a:ext uri="{FF2B5EF4-FFF2-40B4-BE49-F238E27FC236}">
                <a16:creationId xmlns:a16="http://schemas.microsoft.com/office/drawing/2014/main" id="{CC2D0BD1-A469-1972-C859-63E0D9184470}"/>
              </a:ext>
            </a:extLst>
          </p:cNvPr>
          <p:cNvSpPr txBox="1">
            <a:spLocks/>
          </p:cNvSpPr>
          <p:nvPr/>
        </p:nvSpPr>
        <p:spPr>
          <a:xfrm>
            <a:off x="4948436" y="2734778"/>
            <a:ext cx="1185028" cy="548497"/>
          </a:xfrm>
          <a:prstGeom prst="rect">
            <a:avLst/>
          </a:prstGeom>
          <a:solidFill>
            <a:schemeClr val="bg1"/>
          </a:solidFill>
          <a:ln>
            <a:noFill/>
            <a:miter lim="800000"/>
          </a:ln>
        </p:spPr>
        <p:txBody>
          <a:bodyPr wrap="square" lIns="0" tIns="0" rIns="0" bIns="0" rtlCol="0" anchor="ctr" anchorCtr="0">
            <a:no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Repetitive manual process to execute refund / return / replacements</a:t>
            </a:r>
          </a:p>
        </p:txBody>
      </p:sp>
      <p:pic>
        <p:nvPicPr>
          <p:cNvPr id="32" name="CustomIcon">
            <a:extLst>
              <a:ext uri="{FF2B5EF4-FFF2-40B4-BE49-F238E27FC236}">
                <a16:creationId xmlns:a16="http://schemas.microsoft.com/office/drawing/2014/main" id="{1948648B-C4D5-4D6D-39C0-89EB7ED628BC}"/>
              </a:ext>
            </a:extLst>
          </p:cNvPr>
          <p:cNvPicPr>
            <a:picLocks noChangeAspect="1"/>
          </p:cNvPicPr>
          <p:nvPr>
            <p:custDataLst>
              <p:tags r:id="rId40"/>
            </p:custDataLst>
          </p:nvPr>
        </p:nvPicPr>
        <p:blipFill>
          <a:blip>
            <a:extLst>
              <a:ext uri="{96DAC541-7B7A-43D3-8B79-37D633B846F1}">
                <asvg:svgBlip xmlns:asvg="http://schemas.microsoft.com/office/drawing/2016/SVG/main" r:embed="rId48"/>
              </a:ext>
            </a:extLst>
          </a:blip>
          <a:stretch>
            <a:fillRect/>
          </a:stretch>
        </p:blipFill>
        <p:spPr>
          <a:xfrm>
            <a:off x="6183596" y="2848467"/>
            <a:ext cx="222364" cy="222364"/>
          </a:xfrm>
          <a:prstGeom prst="rect">
            <a:avLst/>
          </a:prstGeom>
        </p:spPr>
      </p:pic>
    </p:spTree>
    <p:extLst>
      <p:ext uri="{BB962C8B-B14F-4D97-AF65-F5344CB8AC3E}">
        <p14:creationId xmlns:p14="http://schemas.microsoft.com/office/powerpoint/2010/main" val="4922990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C4A9DA-8018-5EF8-87C6-EB35523E68B7}"/>
            </a:ext>
          </a:extLst>
        </p:cNvPr>
        <p:cNvGrpSpPr/>
        <p:nvPr/>
      </p:nvGrpSpPr>
      <p:grpSpPr>
        <a:xfrm>
          <a:off x="0" y="0"/>
          <a:ext cx="0" cy="0"/>
          <a:chOff x="0" y="0"/>
          <a:chExt cx="0" cy="0"/>
        </a:xfrm>
      </p:grpSpPr>
      <p:graphicFrame>
        <p:nvGraphicFramePr>
          <p:cNvPr id="26" name="Object 2" hidden="1">
            <a:extLst>
              <a:ext uri="{FF2B5EF4-FFF2-40B4-BE49-F238E27FC236}">
                <a16:creationId xmlns:a16="http://schemas.microsoft.com/office/drawing/2014/main" id="{2C7BCF16-0C86-0A85-E131-31021194986D}"/>
              </a:ext>
            </a:extLst>
          </p:cNvPr>
          <p:cNvGraphicFramePr>
            <a:graphicFrameLocks noChangeAspect="1"/>
          </p:cNvGraphicFramePr>
          <p:nvPr>
            <p:custDataLst>
              <p:tags r:id="rId1"/>
            </p:custDataLst>
            <p:extLst>
              <p:ext uri="{D42A27DB-BD31-4B8C-83A1-F6EECF244321}">
                <p14:modId xmlns:p14="http://schemas.microsoft.com/office/powerpoint/2010/main" val="9060357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3" imgW="404" imgH="405" progId="TCLayout.ActiveDocument.1">
                  <p:embed/>
                </p:oleObj>
              </mc:Choice>
              <mc:Fallback>
                <p:oleObj name="think-cell Slide" r:id="rId33" imgW="404" imgH="405" progId="TCLayout.ActiveDocument.1">
                  <p:embed/>
                  <p:pic>
                    <p:nvPicPr>
                      <p:cNvPr id="26" name="Object 2" hidden="1">
                        <a:extLst>
                          <a:ext uri="{FF2B5EF4-FFF2-40B4-BE49-F238E27FC236}">
                            <a16:creationId xmlns:a16="http://schemas.microsoft.com/office/drawing/2014/main" id="{2C7BCF16-0C86-0A85-E131-31021194986D}"/>
                          </a:ext>
                        </a:extLst>
                      </p:cNvPr>
                      <p:cNvPicPr/>
                      <p:nvPr/>
                    </p:nvPicPr>
                    <p:blipFill>
                      <a:blip r:embed="rId34"/>
                      <a:stretch>
                        <a:fillRect/>
                      </a:stretch>
                    </p:blipFill>
                    <p:spPr>
                      <a:xfrm>
                        <a:off x="1588" y="1588"/>
                        <a:ext cx="1588" cy="1588"/>
                      </a:xfrm>
                      <a:prstGeom prst="rect">
                        <a:avLst/>
                      </a:prstGeom>
                    </p:spPr>
                  </p:pic>
                </p:oleObj>
              </mc:Fallback>
            </mc:AlternateContent>
          </a:graphicData>
        </a:graphic>
      </p:graphicFrame>
      <p:grpSp>
        <p:nvGrpSpPr>
          <p:cNvPr id="104" name="Group 103">
            <a:extLst>
              <a:ext uri="{FF2B5EF4-FFF2-40B4-BE49-F238E27FC236}">
                <a16:creationId xmlns:a16="http://schemas.microsoft.com/office/drawing/2014/main" id="{6887AED8-2962-93F3-FACC-D5DEF5DCCBCF}"/>
              </a:ext>
            </a:extLst>
          </p:cNvPr>
          <p:cNvGrpSpPr/>
          <p:nvPr/>
        </p:nvGrpSpPr>
        <p:grpSpPr>
          <a:xfrm>
            <a:off x="8257437" y="5755024"/>
            <a:ext cx="3395669" cy="635212"/>
            <a:chOff x="7676101" y="521480"/>
            <a:chExt cx="3395669" cy="637252"/>
          </a:xfrm>
        </p:grpSpPr>
        <p:sp>
          <p:nvSpPr>
            <p:cNvPr id="105" name="TextBox 104">
              <a:extLst>
                <a:ext uri="{FF2B5EF4-FFF2-40B4-BE49-F238E27FC236}">
                  <a16:creationId xmlns:a16="http://schemas.microsoft.com/office/drawing/2014/main" id="{0ABBCBBF-CF1A-9746-2CBE-ED090A5E571E}"/>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106" name="Rectangle: Rounded Corners 105">
              <a:extLst>
                <a:ext uri="{FF2B5EF4-FFF2-40B4-BE49-F238E27FC236}">
                  <a16:creationId xmlns:a16="http://schemas.microsoft.com/office/drawing/2014/main" id="{FD435376-073B-3050-D3B2-2F3174F7CDFC}"/>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u="none" strike="noStrike" kern="1200" cap="none" spc="0" normalizeH="0" baseline="0" noProof="0">
                <a:ln>
                  <a:noFill/>
                </a:ln>
                <a:solidFill>
                  <a:srgbClr val="000000"/>
                </a:solidFill>
                <a:effectLst/>
                <a:uLnTx/>
                <a:uFillTx/>
                <a:latin typeface="Arial"/>
                <a:ea typeface="+mn-ea"/>
                <a:cs typeface="+mn-cs"/>
              </a:endParaRPr>
            </a:p>
          </p:txBody>
        </p:sp>
        <p:sp>
          <p:nvSpPr>
            <p:cNvPr id="107" name="TextBox 106">
              <a:extLst>
                <a:ext uri="{FF2B5EF4-FFF2-40B4-BE49-F238E27FC236}">
                  <a16:creationId xmlns:a16="http://schemas.microsoft.com/office/drawing/2014/main" id="{DED2E1EF-E45A-BECF-F657-E81EC9658887}"/>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grpSp>
        <p:nvGrpSpPr>
          <p:cNvPr id="94" name="Group 93">
            <a:extLst>
              <a:ext uri="{FF2B5EF4-FFF2-40B4-BE49-F238E27FC236}">
                <a16:creationId xmlns:a16="http://schemas.microsoft.com/office/drawing/2014/main" id="{85345ADF-ADFB-28D5-6E11-3774E04B881C}"/>
              </a:ext>
            </a:extLst>
          </p:cNvPr>
          <p:cNvGrpSpPr/>
          <p:nvPr/>
        </p:nvGrpSpPr>
        <p:grpSpPr>
          <a:xfrm>
            <a:off x="8257437" y="4981107"/>
            <a:ext cx="3395669" cy="635212"/>
            <a:chOff x="7676101" y="521480"/>
            <a:chExt cx="3395669" cy="637252"/>
          </a:xfrm>
        </p:grpSpPr>
        <p:sp>
          <p:nvSpPr>
            <p:cNvPr id="95" name="TextBox 94">
              <a:extLst>
                <a:ext uri="{FF2B5EF4-FFF2-40B4-BE49-F238E27FC236}">
                  <a16:creationId xmlns:a16="http://schemas.microsoft.com/office/drawing/2014/main" id="{6759C3A9-465A-0063-D215-2A745FFA1458}"/>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96" name="Rectangle: Rounded Corners 95">
              <a:extLst>
                <a:ext uri="{FF2B5EF4-FFF2-40B4-BE49-F238E27FC236}">
                  <a16:creationId xmlns:a16="http://schemas.microsoft.com/office/drawing/2014/main" id="{FA2B8615-320A-5874-9E3B-6EC42786B6E1}"/>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u="none" strike="noStrike" kern="1200" cap="none" spc="0" normalizeH="0" baseline="0" noProof="0">
                <a:ln>
                  <a:noFill/>
                </a:ln>
                <a:solidFill>
                  <a:srgbClr val="000000"/>
                </a:solidFill>
                <a:effectLst/>
                <a:uLnTx/>
                <a:uFillTx/>
                <a:latin typeface="Arial"/>
                <a:ea typeface="+mn-ea"/>
                <a:cs typeface="+mn-cs"/>
              </a:endParaRPr>
            </a:p>
          </p:txBody>
        </p:sp>
        <p:sp>
          <p:nvSpPr>
            <p:cNvPr id="97" name="TextBox 96">
              <a:extLst>
                <a:ext uri="{FF2B5EF4-FFF2-40B4-BE49-F238E27FC236}">
                  <a16:creationId xmlns:a16="http://schemas.microsoft.com/office/drawing/2014/main" id="{A209DB5A-6FBE-ADC7-FC05-11643A83C279}"/>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grpSp>
        <p:nvGrpSpPr>
          <p:cNvPr id="82" name="Group 81">
            <a:extLst>
              <a:ext uri="{FF2B5EF4-FFF2-40B4-BE49-F238E27FC236}">
                <a16:creationId xmlns:a16="http://schemas.microsoft.com/office/drawing/2014/main" id="{787F07C5-2EEE-8832-7B67-5D7155AE1FB3}"/>
              </a:ext>
            </a:extLst>
          </p:cNvPr>
          <p:cNvGrpSpPr/>
          <p:nvPr/>
        </p:nvGrpSpPr>
        <p:grpSpPr>
          <a:xfrm>
            <a:off x="8257437" y="4440336"/>
            <a:ext cx="3395669" cy="595540"/>
            <a:chOff x="7676101" y="521480"/>
            <a:chExt cx="3395669" cy="637252"/>
          </a:xfrm>
        </p:grpSpPr>
        <p:sp>
          <p:nvSpPr>
            <p:cNvPr id="84" name="TextBox 83">
              <a:extLst>
                <a:ext uri="{FF2B5EF4-FFF2-40B4-BE49-F238E27FC236}">
                  <a16:creationId xmlns:a16="http://schemas.microsoft.com/office/drawing/2014/main" id="{A5661186-A97F-CF25-F2E9-1296BC70D51D}"/>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85" name="Rectangle: Rounded Corners 84">
              <a:extLst>
                <a:ext uri="{FF2B5EF4-FFF2-40B4-BE49-F238E27FC236}">
                  <a16:creationId xmlns:a16="http://schemas.microsoft.com/office/drawing/2014/main" id="{4A1C2F52-1EF9-4F97-8836-A6E16F635965}"/>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u="none" strike="noStrike" kern="1200" cap="none" spc="0" normalizeH="0" baseline="0" noProof="0">
                <a:ln>
                  <a:noFill/>
                </a:ln>
                <a:solidFill>
                  <a:srgbClr val="000000"/>
                </a:solidFill>
                <a:effectLst/>
                <a:uLnTx/>
                <a:uFillTx/>
                <a:latin typeface="Arial"/>
                <a:ea typeface="+mn-ea"/>
                <a:cs typeface="+mn-cs"/>
              </a:endParaRPr>
            </a:p>
          </p:txBody>
        </p:sp>
        <p:sp>
          <p:nvSpPr>
            <p:cNvPr id="87" name="TextBox 86">
              <a:extLst>
                <a:ext uri="{FF2B5EF4-FFF2-40B4-BE49-F238E27FC236}">
                  <a16:creationId xmlns:a16="http://schemas.microsoft.com/office/drawing/2014/main" id="{ACB16C5E-1F24-DE43-FE37-0ACE08F49A0E}"/>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grpSp>
        <p:nvGrpSpPr>
          <p:cNvPr id="77" name="Group 76">
            <a:extLst>
              <a:ext uri="{FF2B5EF4-FFF2-40B4-BE49-F238E27FC236}">
                <a16:creationId xmlns:a16="http://schemas.microsoft.com/office/drawing/2014/main" id="{1FDCDEB4-437F-5F61-5876-CE695C0874FB}"/>
              </a:ext>
            </a:extLst>
          </p:cNvPr>
          <p:cNvGrpSpPr/>
          <p:nvPr/>
        </p:nvGrpSpPr>
        <p:grpSpPr>
          <a:xfrm>
            <a:off x="8257437" y="3492791"/>
            <a:ext cx="3395669" cy="764521"/>
            <a:chOff x="7676101" y="521480"/>
            <a:chExt cx="3395669" cy="637252"/>
          </a:xfrm>
        </p:grpSpPr>
        <p:sp>
          <p:nvSpPr>
            <p:cNvPr id="78" name="TextBox 77">
              <a:extLst>
                <a:ext uri="{FF2B5EF4-FFF2-40B4-BE49-F238E27FC236}">
                  <a16:creationId xmlns:a16="http://schemas.microsoft.com/office/drawing/2014/main" id="{AA37ACD3-7674-B57D-2A28-20CDC2735303}"/>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79" name="Rectangle: Rounded Corners 78">
              <a:extLst>
                <a:ext uri="{FF2B5EF4-FFF2-40B4-BE49-F238E27FC236}">
                  <a16:creationId xmlns:a16="http://schemas.microsoft.com/office/drawing/2014/main" id="{CB705A47-74A8-D1F7-3943-6011CD74B089}"/>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u="none" strike="noStrike" kern="1200" cap="none" spc="0" normalizeH="0" baseline="0" noProof="0">
                <a:ln>
                  <a:noFill/>
                </a:ln>
                <a:solidFill>
                  <a:srgbClr val="000000"/>
                </a:solidFill>
                <a:effectLst/>
                <a:uLnTx/>
                <a:uFillTx/>
                <a:latin typeface="Arial"/>
                <a:ea typeface="+mn-ea"/>
                <a:cs typeface="+mn-cs"/>
              </a:endParaRPr>
            </a:p>
          </p:txBody>
        </p:sp>
        <p:sp>
          <p:nvSpPr>
            <p:cNvPr id="80" name="TextBox 79">
              <a:extLst>
                <a:ext uri="{FF2B5EF4-FFF2-40B4-BE49-F238E27FC236}">
                  <a16:creationId xmlns:a16="http://schemas.microsoft.com/office/drawing/2014/main" id="{EB8B430D-072D-0B94-999D-BE96A8C7F430}"/>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grpSp>
        <p:nvGrpSpPr>
          <p:cNvPr id="56" name="Group 55">
            <a:extLst>
              <a:ext uri="{FF2B5EF4-FFF2-40B4-BE49-F238E27FC236}">
                <a16:creationId xmlns:a16="http://schemas.microsoft.com/office/drawing/2014/main" id="{7EE55899-50FF-3C42-DD0E-FD7B2A3901E6}"/>
              </a:ext>
            </a:extLst>
          </p:cNvPr>
          <p:cNvGrpSpPr/>
          <p:nvPr/>
        </p:nvGrpSpPr>
        <p:grpSpPr>
          <a:xfrm>
            <a:off x="8265845" y="1960955"/>
            <a:ext cx="3395669" cy="764521"/>
            <a:chOff x="7676101" y="521480"/>
            <a:chExt cx="3395669" cy="637252"/>
          </a:xfrm>
        </p:grpSpPr>
        <p:sp>
          <p:nvSpPr>
            <p:cNvPr id="62" name="TextBox 61">
              <a:extLst>
                <a:ext uri="{FF2B5EF4-FFF2-40B4-BE49-F238E27FC236}">
                  <a16:creationId xmlns:a16="http://schemas.microsoft.com/office/drawing/2014/main" id="{5178D4D3-4383-69FC-0386-B608A3033905}"/>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65" name="Rectangle: Rounded Corners 64">
              <a:extLst>
                <a:ext uri="{FF2B5EF4-FFF2-40B4-BE49-F238E27FC236}">
                  <a16:creationId xmlns:a16="http://schemas.microsoft.com/office/drawing/2014/main" id="{ACA6CE55-ADA2-9784-460B-F54978C033CE}"/>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u="none" strike="noStrike" kern="1200" cap="none" spc="0" normalizeH="0" baseline="0" noProof="0">
                <a:ln>
                  <a:noFill/>
                </a:ln>
                <a:solidFill>
                  <a:srgbClr val="000000"/>
                </a:solidFill>
                <a:effectLst/>
                <a:uLnTx/>
                <a:uFillTx/>
                <a:latin typeface="Arial"/>
                <a:ea typeface="+mn-ea"/>
                <a:cs typeface="+mn-cs"/>
              </a:endParaRPr>
            </a:p>
          </p:txBody>
        </p:sp>
        <p:sp>
          <p:nvSpPr>
            <p:cNvPr id="66" name="TextBox 65">
              <a:extLst>
                <a:ext uri="{FF2B5EF4-FFF2-40B4-BE49-F238E27FC236}">
                  <a16:creationId xmlns:a16="http://schemas.microsoft.com/office/drawing/2014/main" id="{57EA9B3E-D437-4B48-A1F9-52B005024F44}"/>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grpSp>
        <p:nvGrpSpPr>
          <p:cNvPr id="49" name="Group 48">
            <a:extLst>
              <a:ext uri="{FF2B5EF4-FFF2-40B4-BE49-F238E27FC236}">
                <a16:creationId xmlns:a16="http://schemas.microsoft.com/office/drawing/2014/main" id="{5CB4CF60-A3E8-2B5C-55DE-49F3140CF1A7}"/>
              </a:ext>
            </a:extLst>
          </p:cNvPr>
          <p:cNvGrpSpPr/>
          <p:nvPr/>
        </p:nvGrpSpPr>
        <p:grpSpPr>
          <a:xfrm>
            <a:off x="8267212" y="1421049"/>
            <a:ext cx="3395669" cy="574259"/>
            <a:chOff x="7676101" y="521480"/>
            <a:chExt cx="3395669" cy="637252"/>
          </a:xfrm>
        </p:grpSpPr>
        <p:sp>
          <p:nvSpPr>
            <p:cNvPr id="43" name="TextBox 42">
              <a:extLst>
                <a:ext uri="{FF2B5EF4-FFF2-40B4-BE49-F238E27FC236}">
                  <a16:creationId xmlns:a16="http://schemas.microsoft.com/office/drawing/2014/main" id="{869026B1-BEED-F166-2E97-7FC9DEA58E24}"/>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46" name="Rectangle: Rounded Corners 45">
              <a:extLst>
                <a:ext uri="{FF2B5EF4-FFF2-40B4-BE49-F238E27FC236}">
                  <a16:creationId xmlns:a16="http://schemas.microsoft.com/office/drawing/2014/main" id="{58E06B08-1F3D-2EFB-5F09-85C9AA94108D}"/>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u="none" strike="noStrike" kern="1200" cap="none" spc="0" normalizeH="0" baseline="0" noProof="0">
                <a:ln>
                  <a:noFill/>
                </a:ln>
                <a:solidFill>
                  <a:srgbClr val="000000"/>
                </a:solidFill>
                <a:effectLst/>
                <a:uLnTx/>
                <a:uFillTx/>
                <a:latin typeface="Arial"/>
                <a:ea typeface="+mn-ea"/>
                <a:cs typeface="+mn-cs"/>
              </a:endParaRPr>
            </a:p>
          </p:txBody>
        </p:sp>
        <p:sp>
          <p:nvSpPr>
            <p:cNvPr id="47" name="TextBox 46">
              <a:extLst>
                <a:ext uri="{FF2B5EF4-FFF2-40B4-BE49-F238E27FC236}">
                  <a16:creationId xmlns:a16="http://schemas.microsoft.com/office/drawing/2014/main" id="{47AED7BF-BECC-B13A-C167-FEA094DEF476}"/>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sp>
        <p:nvSpPr>
          <p:cNvPr id="2" name="2. Slide Title">
            <a:extLst>
              <a:ext uri="{FF2B5EF4-FFF2-40B4-BE49-F238E27FC236}">
                <a16:creationId xmlns:a16="http://schemas.microsoft.com/office/drawing/2014/main" id="{D4D5B583-7A7D-C3FF-9CD1-E5993596C60B}"/>
              </a:ext>
            </a:extLst>
          </p:cNvPr>
          <p:cNvSpPr>
            <a:spLocks noGrp="1"/>
          </p:cNvSpPr>
          <p:nvPr>
            <p:ph type="title"/>
            <p:custDataLst>
              <p:tags r:id="rId2"/>
            </p:custDataLst>
          </p:nvPr>
        </p:nvSpPr>
        <p:spPr>
          <a:xfrm>
            <a:off x="554736" y="271754"/>
            <a:ext cx="11082528" cy="423024"/>
          </a:xfrm>
        </p:spPr>
        <p:txBody>
          <a:bodyPr vert="horz"/>
          <a:lstStyle/>
          <a:p>
            <a:r>
              <a:rPr lang="en-US" dirty="0"/>
              <a:t>D. </a:t>
            </a:r>
            <a:r>
              <a:rPr lang="en-US" sz="2400" i="1" dirty="0"/>
              <a:t>R&amp;R: </a:t>
            </a:r>
            <a:r>
              <a:rPr lang="en-US" dirty="0"/>
              <a:t>What we have heard from SMEs</a:t>
            </a:r>
          </a:p>
        </p:txBody>
      </p:sp>
      <p:sp>
        <p:nvSpPr>
          <p:cNvPr id="7" name="TextBox 6">
            <a:extLst>
              <a:ext uri="{FF2B5EF4-FFF2-40B4-BE49-F238E27FC236}">
                <a16:creationId xmlns:a16="http://schemas.microsoft.com/office/drawing/2014/main" id="{DE478CDF-DF1F-F87B-A41C-9279CAD6B4BE}"/>
              </a:ext>
            </a:extLst>
          </p:cNvPr>
          <p:cNvSpPr txBox="1">
            <a:spLocks/>
          </p:cNvSpPr>
          <p:nvPr/>
        </p:nvSpPr>
        <p:spPr>
          <a:xfrm>
            <a:off x="534630" y="1245502"/>
            <a:ext cx="4225312" cy="276999"/>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61F79"/>
                </a:solidFill>
                <a:effectLst/>
                <a:uLnTx/>
                <a:uFillTx/>
                <a:latin typeface="Arial"/>
                <a:ea typeface="+mn-ea"/>
                <a:cs typeface="Arial" panose="020B0604020202020204" pitchFamily="34" charset="0"/>
              </a:rPr>
              <a:t>Observations / pain points</a:t>
            </a:r>
          </a:p>
        </p:txBody>
      </p:sp>
      <p:sp>
        <p:nvSpPr>
          <p:cNvPr id="61" name="3. Subtitle">
            <a:extLst>
              <a:ext uri="{FF2B5EF4-FFF2-40B4-BE49-F238E27FC236}">
                <a16:creationId xmlns:a16="http://schemas.microsoft.com/office/drawing/2014/main" id="{AD433FDE-240C-35B4-7F6D-7C9C3A788E7D}"/>
              </a:ext>
            </a:extLst>
          </p:cNvPr>
          <p:cNvSpPr>
            <a:spLocks noGrp="1"/>
          </p:cNvSpPr>
          <p:nvPr>
            <p:ph type="subTitle" idx="1"/>
            <p:custDataLst>
              <p:tags r:id="rId3"/>
            </p:custDataLst>
          </p:nvPr>
        </p:nvSpPr>
        <p:spPr>
          <a:xfrm>
            <a:off x="554736" y="670816"/>
            <a:ext cx="11082528" cy="246221"/>
          </a:xfrm>
          <a:noFill/>
          <a:ln/>
          <a:extLst>
            <a:ext uri="{909E8E84-426E-40DD-AFC4-6F175D3DCCD1}">
              <a14:hiddenFill xmlns:a14="http://schemas.microsoft.com/office/drawing/2010/main">
                <a:solidFill>
                  <a:srgbClr val="FFFFFF"/>
                </a:solidFill>
              </a14:hiddenFill>
            </a:ext>
          </a:extLst>
        </p:spPr>
        <p:txBody>
          <a:bodyPr/>
          <a:lstStyle/>
          <a:p>
            <a:r>
              <a:rPr lang="en-US"/>
              <a:t>Pending validation based on existing initiatives and tech / vendor dependency</a:t>
            </a:r>
          </a:p>
        </p:txBody>
      </p:sp>
      <p:cxnSp>
        <p:nvCxnSpPr>
          <p:cNvPr id="8" name="GreyLineSeparatorDefault 10">
            <a:extLst>
              <a:ext uri="{FF2B5EF4-FFF2-40B4-BE49-F238E27FC236}">
                <a16:creationId xmlns:a16="http://schemas.microsoft.com/office/drawing/2014/main" id="{E3644BBB-DE98-68AA-703A-FC028B0CD8CF}"/>
              </a:ext>
            </a:extLst>
          </p:cNvPr>
          <p:cNvCxnSpPr>
            <a:cxnSpLocks/>
          </p:cNvCxnSpPr>
          <p:nvPr>
            <p:custDataLst>
              <p:tags r:id="rId4"/>
            </p:custDataLst>
          </p:nvPr>
        </p:nvCxnSpPr>
        <p:spPr>
          <a:xfrm>
            <a:off x="522017" y="1482235"/>
            <a:ext cx="1113949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FC57F84-C294-A829-D64D-48CACC0D2256}"/>
              </a:ext>
            </a:extLst>
          </p:cNvPr>
          <p:cNvSpPr txBox="1">
            <a:spLocks/>
          </p:cNvSpPr>
          <p:nvPr>
            <p:custDataLst>
              <p:tags r:id="rId5"/>
            </p:custDataLst>
          </p:nvPr>
        </p:nvSpPr>
        <p:spPr>
          <a:xfrm>
            <a:off x="739741" y="1545804"/>
            <a:ext cx="7451003" cy="1179671"/>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a:solidFill>
                  <a:srgbClr val="000000"/>
                </a:solidFill>
              </a:rPr>
              <a:t>Inefficient, manual, repetitive steps that are exacerbated by 3+ disjointed platforms, making the process time-intensive </a:t>
            </a:r>
            <a:r>
              <a:rPr lang="en-US" sz="1050">
                <a:solidFill>
                  <a:srgbClr val="000000"/>
                </a:solidFill>
              </a:rPr>
              <a:t>(30-45+ mins avg case for B2B; higher for complex cases)</a:t>
            </a:r>
          </a:p>
          <a:p>
            <a:pPr lvl="1"/>
            <a:r>
              <a:rPr lang="en-US" sz="1050"/>
              <a:t>Highly manual setup in SAP (&gt;10 mins) (e.g., copy-paste individual SKUs, heavy visual scanning and note taking, inability to select all SKUs), with duplication (~5 mins) between QOE and SAP for cases with replacement &amp; returns</a:t>
            </a:r>
          </a:p>
          <a:p>
            <a:pPr lvl="1"/>
            <a:r>
              <a:rPr lang="en-US" sz="1050"/>
              <a:t>Repeated copy-paste of case info across platforms (5+ times for each dept R&amp;R case across Engage (case origin), SAP (returns), SAP/QOE/VOE (replacements), FedEx (shipping), and Outlook (comms)), requiring manual notes to keep records consistent</a:t>
            </a:r>
          </a:p>
        </p:txBody>
      </p:sp>
      <p:sp>
        <p:nvSpPr>
          <p:cNvPr id="42" name="TextBox 41">
            <a:extLst>
              <a:ext uri="{FF2B5EF4-FFF2-40B4-BE49-F238E27FC236}">
                <a16:creationId xmlns:a16="http://schemas.microsoft.com/office/drawing/2014/main" id="{9A14475B-2055-3EF4-4CA4-07107800420C}"/>
              </a:ext>
            </a:extLst>
          </p:cNvPr>
          <p:cNvSpPr txBox="1">
            <a:spLocks/>
          </p:cNvSpPr>
          <p:nvPr>
            <p:custDataLst>
              <p:tags r:id="rId6"/>
            </p:custDataLst>
          </p:nvPr>
        </p:nvSpPr>
        <p:spPr>
          <a:xfrm>
            <a:off x="8636344" y="4597685"/>
            <a:ext cx="2725068" cy="320527"/>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solidFill>
                  <a:schemeClr val="bg2">
                    <a:lumMod val="75000"/>
                  </a:schemeClr>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i="1">
                <a:solidFill>
                  <a:schemeClr val="tx1"/>
                </a:solidFill>
              </a:rPr>
              <a:t>“There’s times where you ask them 3 questions and they give you one answer”</a:t>
            </a:r>
            <a:endParaRPr kumimoji="0" lang="en-US" sz="1000" b="0" i="1" u="none" strike="noStrike" kern="1200" cap="none" spc="0" normalizeH="0" baseline="0" noProof="0">
              <a:ln>
                <a:noFill/>
              </a:ln>
              <a:solidFill>
                <a:schemeClr val="tx1"/>
              </a:solidFill>
              <a:effectLst/>
              <a:uLnTx/>
              <a:uFillTx/>
              <a:latin typeface="Arial"/>
              <a:ea typeface="+mn-ea"/>
              <a:cs typeface="Arial" panose="020B0604020202020204" pitchFamily="34" charset="0"/>
            </a:endParaRPr>
          </a:p>
        </p:txBody>
      </p:sp>
      <p:sp>
        <p:nvSpPr>
          <p:cNvPr id="59" name="TextBox 58">
            <a:extLst>
              <a:ext uri="{FF2B5EF4-FFF2-40B4-BE49-F238E27FC236}">
                <a16:creationId xmlns:a16="http://schemas.microsoft.com/office/drawing/2014/main" id="{51C29F4F-87BA-4858-C269-989571E7EB0A}"/>
              </a:ext>
            </a:extLst>
          </p:cNvPr>
          <p:cNvSpPr txBox="1">
            <a:spLocks/>
          </p:cNvSpPr>
          <p:nvPr>
            <p:custDataLst>
              <p:tags r:id="rId7"/>
            </p:custDataLst>
          </p:nvPr>
        </p:nvSpPr>
        <p:spPr>
          <a:xfrm>
            <a:off x="8636344" y="1553139"/>
            <a:ext cx="2725068" cy="17990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i="1" u="none" strike="noStrike" kern="1200" cap="none" spc="0" normalizeH="0" baseline="0" noProof="0">
                <a:ln>
                  <a:noFill/>
                </a:ln>
                <a:solidFill>
                  <a:srgbClr val="000000"/>
                </a:solidFill>
                <a:effectLst/>
                <a:uLnTx/>
                <a:uFillTx/>
                <a:latin typeface="Arial"/>
                <a:ea typeface="+mn-ea"/>
                <a:cs typeface="Arial" panose="020B0604020202020204" pitchFamily="34" charset="0"/>
              </a:rPr>
              <a:t>“We enter the replacement in QOE, then do the return again in SAP. It’s the same work twice”</a:t>
            </a:r>
          </a:p>
        </p:txBody>
      </p:sp>
      <p:sp>
        <p:nvSpPr>
          <p:cNvPr id="64" name="TextBox 63">
            <a:extLst>
              <a:ext uri="{FF2B5EF4-FFF2-40B4-BE49-F238E27FC236}">
                <a16:creationId xmlns:a16="http://schemas.microsoft.com/office/drawing/2014/main" id="{CFC88720-EA20-CEED-4A79-3C6AFC7EEB5C}"/>
              </a:ext>
            </a:extLst>
          </p:cNvPr>
          <p:cNvSpPr txBox="1">
            <a:spLocks/>
          </p:cNvSpPr>
          <p:nvPr>
            <p:custDataLst>
              <p:tags r:id="rId8"/>
            </p:custDataLst>
          </p:nvPr>
        </p:nvSpPr>
        <p:spPr>
          <a:xfrm>
            <a:off x="8618867" y="1650594"/>
            <a:ext cx="2725068" cy="47263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u="none" strike="noStrike" kern="1200" cap="none" spc="0" normalizeH="0" baseline="0" noProof="0">
              <a:ln>
                <a:noFill/>
              </a:ln>
              <a:solidFill>
                <a:srgbClr val="FFFFFF">
                  <a:lumMod val="75000"/>
                </a:srgbClr>
              </a:solidFill>
              <a:effectLst/>
              <a:uLnTx/>
              <a:uFillTx/>
              <a:latin typeface="Arial"/>
              <a:ea typeface="+mn-ea"/>
              <a:cs typeface="Arial" panose="020B0604020202020204" pitchFamily="34" charset="0"/>
            </a:endParaRPr>
          </a:p>
        </p:txBody>
      </p:sp>
      <p:sp>
        <p:nvSpPr>
          <p:cNvPr id="68" name="TextBox 67">
            <a:extLst>
              <a:ext uri="{FF2B5EF4-FFF2-40B4-BE49-F238E27FC236}">
                <a16:creationId xmlns:a16="http://schemas.microsoft.com/office/drawing/2014/main" id="{88A5D6AC-07E9-EC61-AF38-8BC0C548B575}"/>
              </a:ext>
            </a:extLst>
          </p:cNvPr>
          <p:cNvSpPr txBox="1"/>
          <p:nvPr>
            <p:custDataLst>
              <p:tags r:id="rId9"/>
            </p:custDataLst>
          </p:nvPr>
        </p:nvSpPr>
        <p:spPr>
          <a:xfrm>
            <a:off x="4144379" y="3542110"/>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 name="TextBox 19">
            <a:extLst>
              <a:ext uri="{FF2B5EF4-FFF2-40B4-BE49-F238E27FC236}">
                <a16:creationId xmlns:a16="http://schemas.microsoft.com/office/drawing/2014/main" id="{C7A249F7-28C4-E0C8-4DC8-F3CFF84869E5}"/>
              </a:ext>
            </a:extLst>
          </p:cNvPr>
          <p:cNvSpPr txBox="1"/>
          <p:nvPr>
            <p:custDataLst>
              <p:tags r:id="rId10"/>
            </p:custDataLst>
          </p:nvPr>
        </p:nvSpPr>
        <p:spPr>
          <a:xfrm>
            <a:off x="580304" y="623103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7" name="TextBox 56">
            <a:extLst>
              <a:ext uri="{FF2B5EF4-FFF2-40B4-BE49-F238E27FC236}">
                <a16:creationId xmlns:a16="http://schemas.microsoft.com/office/drawing/2014/main" id="{50C5AC24-11DE-F770-B573-67E0475F18D4}"/>
              </a:ext>
            </a:extLst>
          </p:cNvPr>
          <p:cNvSpPr txBox="1"/>
          <p:nvPr>
            <p:custDataLst>
              <p:tags r:id="rId11"/>
            </p:custDataLst>
          </p:nvPr>
        </p:nvSpPr>
        <p:spPr>
          <a:xfrm>
            <a:off x="4169947" y="623103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8" name="TextBox 57">
            <a:extLst>
              <a:ext uri="{FF2B5EF4-FFF2-40B4-BE49-F238E27FC236}">
                <a16:creationId xmlns:a16="http://schemas.microsoft.com/office/drawing/2014/main" id="{B682AE83-719A-05FE-20EA-083A7221C46C}"/>
              </a:ext>
            </a:extLst>
          </p:cNvPr>
          <p:cNvSpPr txBox="1"/>
          <p:nvPr>
            <p:custDataLst>
              <p:tags r:id="rId12"/>
            </p:custDataLst>
          </p:nvPr>
        </p:nvSpPr>
        <p:spPr>
          <a:xfrm>
            <a:off x="4169947" y="644102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9" name="TextBox 68">
            <a:extLst>
              <a:ext uri="{FF2B5EF4-FFF2-40B4-BE49-F238E27FC236}">
                <a16:creationId xmlns:a16="http://schemas.microsoft.com/office/drawing/2014/main" id="{FF79DCA7-4D28-B23F-523E-D65C4A90E6C0}"/>
              </a:ext>
            </a:extLst>
          </p:cNvPr>
          <p:cNvSpPr txBox="1"/>
          <p:nvPr>
            <p:custDataLst>
              <p:tags r:id="rId13"/>
            </p:custDataLst>
          </p:nvPr>
        </p:nvSpPr>
        <p:spPr>
          <a:xfrm>
            <a:off x="4136419" y="5803795"/>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 name="TextBox 5">
            <a:extLst>
              <a:ext uri="{FF2B5EF4-FFF2-40B4-BE49-F238E27FC236}">
                <a16:creationId xmlns:a16="http://schemas.microsoft.com/office/drawing/2014/main" id="{FDCAF291-1BEE-AE7D-2B41-03BFC3BDDBAA}"/>
              </a:ext>
            </a:extLst>
          </p:cNvPr>
          <p:cNvSpPr txBox="1"/>
          <p:nvPr>
            <p:custDataLst>
              <p:tags r:id="rId14"/>
            </p:custDataLst>
          </p:nvPr>
        </p:nvSpPr>
        <p:spPr>
          <a:xfrm>
            <a:off x="588264" y="5869150"/>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4" name="TextBox 53">
            <a:extLst>
              <a:ext uri="{FF2B5EF4-FFF2-40B4-BE49-F238E27FC236}">
                <a16:creationId xmlns:a16="http://schemas.microsoft.com/office/drawing/2014/main" id="{65C361D3-356F-BAEE-BE75-3015F047979E}"/>
              </a:ext>
            </a:extLst>
          </p:cNvPr>
          <p:cNvSpPr txBox="1"/>
          <p:nvPr>
            <p:custDataLst>
              <p:tags r:id="rId15"/>
            </p:custDataLst>
          </p:nvPr>
        </p:nvSpPr>
        <p:spPr>
          <a:xfrm>
            <a:off x="4177907" y="5773355"/>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0" name="TextBox 59">
            <a:extLst>
              <a:ext uri="{FF2B5EF4-FFF2-40B4-BE49-F238E27FC236}">
                <a16:creationId xmlns:a16="http://schemas.microsoft.com/office/drawing/2014/main" id="{794E73B0-E9AE-C69A-5F3D-C8DFFD7E78A3}"/>
              </a:ext>
            </a:extLst>
          </p:cNvPr>
          <p:cNvSpPr txBox="1"/>
          <p:nvPr>
            <p:custDataLst>
              <p:tags r:id="rId16"/>
            </p:custDataLst>
          </p:nvPr>
        </p:nvSpPr>
        <p:spPr>
          <a:xfrm>
            <a:off x="4177907" y="5759561"/>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31" name="Straight Connector 30">
            <a:extLst>
              <a:ext uri="{FF2B5EF4-FFF2-40B4-BE49-F238E27FC236}">
                <a16:creationId xmlns:a16="http://schemas.microsoft.com/office/drawing/2014/main" id="{C066E468-2980-FFA9-8E71-F5518BABA96B}"/>
              </a:ext>
            </a:extLst>
          </p:cNvPr>
          <p:cNvCxnSpPr>
            <a:cxnSpLocks/>
          </p:cNvCxnSpPr>
          <p:nvPr>
            <p:custDataLst>
              <p:tags r:id="rId17"/>
            </p:custDataLst>
          </p:nvPr>
        </p:nvCxnSpPr>
        <p:spPr>
          <a:xfrm flipV="1">
            <a:off x="522016" y="5773103"/>
            <a:ext cx="11139498" cy="1"/>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D3702E95-5391-3009-AE6A-38AF386E0B7F}"/>
              </a:ext>
            </a:extLst>
          </p:cNvPr>
          <p:cNvSpPr txBox="1">
            <a:spLocks/>
          </p:cNvSpPr>
          <p:nvPr>
            <p:custDataLst>
              <p:tags r:id="rId18"/>
            </p:custDataLst>
          </p:nvPr>
        </p:nvSpPr>
        <p:spPr>
          <a:xfrm>
            <a:off x="772461" y="5801328"/>
            <a:ext cx="7324449" cy="79001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a:t>Evidence of overlap between CC (D2C) and Department R&amp;R (B2B) for back-office case processing</a:t>
            </a:r>
          </a:p>
          <a:p>
            <a:pPr lvl="1"/>
            <a:r>
              <a:rPr lang="en-US" sz="1050"/>
              <a:t>Both teams execute comparable return &amp; replacement workflows; separating teams duplicates capability and limits best practice sharing</a:t>
            </a:r>
          </a:p>
          <a:p>
            <a:pPr lvl="1"/>
            <a:r>
              <a:rPr lang="en-US" sz="1050"/>
              <a:t>Anecdotal evidence points to channel overlap at intake level (e.g., cases originating from schools end up with CC team)</a:t>
            </a:r>
          </a:p>
        </p:txBody>
      </p:sp>
      <p:sp>
        <p:nvSpPr>
          <p:cNvPr id="44" name="Rectangle 43">
            <a:extLst>
              <a:ext uri="{FF2B5EF4-FFF2-40B4-BE49-F238E27FC236}">
                <a16:creationId xmlns:a16="http://schemas.microsoft.com/office/drawing/2014/main" id="{6BC24EE1-7D43-3D54-4986-17F719819CC5}"/>
              </a:ext>
            </a:extLst>
          </p:cNvPr>
          <p:cNvSpPr>
            <a:spLocks/>
          </p:cNvSpPr>
          <p:nvPr/>
        </p:nvSpPr>
        <p:spPr>
          <a:xfrm rot="16200000">
            <a:off x="-8029" y="2058484"/>
            <a:ext cx="1224137" cy="164046"/>
          </a:xfrm>
          <a:prstGeom prst="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b="1">
                <a:solidFill>
                  <a:schemeClr val="tx1"/>
                </a:solidFill>
              </a:rPr>
              <a:t>B2B &amp; D2C</a:t>
            </a:r>
          </a:p>
        </p:txBody>
      </p:sp>
      <p:cxnSp>
        <p:nvCxnSpPr>
          <p:cNvPr id="9" name="Straight Connector 8">
            <a:extLst>
              <a:ext uri="{FF2B5EF4-FFF2-40B4-BE49-F238E27FC236}">
                <a16:creationId xmlns:a16="http://schemas.microsoft.com/office/drawing/2014/main" id="{94BDDBBB-D57C-7CEB-1D22-1646F8E899EE}"/>
              </a:ext>
            </a:extLst>
          </p:cNvPr>
          <p:cNvCxnSpPr>
            <a:cxnSpLocks/>
          </p:cNvCxnSpPr>
          <p:nvPr>
            <p:custDataLst>
              <p:tags r:id="rId19"/>
            </p:custDataLst>
          </p:nvPr>
        </p:nvCxnSpPr>
        <p:spPr>
          <a:xfrm flipV="1">
            <a:off x="522016" y="2807740"/>
            <a:ext cx="11139498" cy="1"/>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D704B690-64B4-F69D-3542-1E3C41AD2DEC}"/>
              </a:ext>
            </a:extLst>
          </p:cNvPr>
          <p:cNvSpPr txBox="1">
            <a:spLocks/>
          </p:cNvSpPr>
          <p:nvPr>
            <p:custDataLst>
              <p:tags r:id="rId20"/>
            </p:custDataLst>
          </p:nvPr>
        </p:nvSpPr>
        <p:spPr>
          <a:xfrm>
            <a:off x="731781" y="2865480"/>
            <a:ext cx="7508727" cy="79001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a:t>Lack of standard operating procedure to resolve Customer Care inquiries, drive variable resolution outcomes, and negative customer experience</a:t>
            </a:r>
          </a:p>
          <a:p>
            <a:pPr lvl="1"/>
            <a:r>
              <a:rPr lang="en-US" sz="1050"/>
              <a:t>Hypothesized value leakage due to excessive refund rate (e.g., 50% of R&amp;R cases are refunds driven by product issues and platform constraints)</a:t>
            </a:r>
          </a:p>
          <a:p>
            <a:pPr lvl="1"/>
            <a:r>
              <a:rPr lang="en-US" sz="1050"/>
              <a:t>Limited refresher training (e.g., only onboarding training on exclusively basic cases) and lack of process standardization (e.g., less experienced reps allow tickets to time-out due to low confidence in path forward, ~10% of experienced  reps’ cases are timed-out cases) </a:t>
            </a:r>
          </a:p>
          <a:p>
            <a:pPr lvl="1"/>
            <a:r>
              <a:rPr lang="en-US" sz="1050"/>
              <a:t>Inquiries for Club Direct (and web form inquiries) frequently land in the wrong inbox/queue (and vice versa), requiring reps to manually verify the account type in SAP and reroute the case; adding ~2-3 mins in ~60% of cases and impacting CX </a:t>
            </a:r>
          </a:p>
        </p:txBody>
      </p:sp>
      <p:sp>
        <p:nvSpPr>
          <p:cNvPr id="27" name="TextBox 26">
            <a:extLst>
              <a:ext uri="{FF2B5EF4-FFF2-40B4-BE49-F238E27FC236}">
                <a16:creationId xmlns:a16="http://schemas.microsoft.com/office/drawing/2014/main" id="{356775AE-FB0F-A662-123B-493FC7FFD352}"/>
              </a:ext>
            </a:extLst>
          </p:cNvPr>
          <p:cNvSpPr txBox="1">
            <a:spLocks/>
          </p:cNvSpPr>
          <p:nvPr>
            <p:custDataLst>
              <p:tags r:id="rId21"/>
            </p:custDataLst>
          </p:nvPr>
        </p:nvSpPr>
        <p:spPr>
          <a:xfrm>
            <a:off x="748209" y="4544953"/>
            <a:ext cx="7499052" cy="79001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5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Incomplete case intake information drives extensive clarification loops</a:t>
            </a:r>
          </a:p>
          <a:p>
            <a:pPr lvl="1">
              <a:defRPr/>
            </a:pPr>
            <a:r>
              <a:rPr lang="en-US" sz="1050"/>
              <a:t>B2B: 30%+ </a:t>
            </a:r>
            <a:r>
              <a:rPr lang="en-US" sz="1050">
                <a:solidFill>
                  <a:srgbClr val="000000"/>
                </a:solidFill>
              </a:rPr>
              <a:t>case intakes arrive with missing/incorrect sales order, line items, quantities and issue description, leading to ~7-10 mins in iterations with FSPs</a:t>
            </a:r>
            <a:endParaRPr kumimoji="0" lang="en-US" sz="105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a:p>
            <a:pPr lvl="1">
              <a:defRPr/>
            </a:pPr>
            <a:r>
              <a:rPr lang="en-US" sz="1050"/>
              <a:t>D2C (email/web form intake): 40-50% of cases arrive without usable identifiers, requiring ~5-10 mins in clarifications</a:t>
            </a:r>
          </a:p>
          <a:p>
            <a:pPr lvl="1">
              <a:defRPr/>
            </a:pPr>
            <a:r>
              <a:rPr lang="en-US" sz="1050"/>
              <a:t>Due to a broken upstream form, ~90% of submissions from frontline CC reps to internal D2C R&amp;R require verification, adding ~2-5+ mins per case (due to the form issue, cases show up as “return” while they could be replacement or refund)</a:t>
            </a:r>
          </a:p>
        </p:txBody>
      </p:sp>
      <p:cxnSp>
        <p:nvCxnSpPr>
          <p:cNvPr id="89" name="Straight Connector 88">
            <a:extLst>
              <a:ext uri="{FF2B5EF4-FFF2-40B4-BE49-F238E27FC236}">
                <a16:creationId xmlns:a16="http://schemas.microsoft.com/office/drawing/2014/main" id="{594604B2-CAF8-31FF-CD45-E1B46D316683}"/>
              </a:ext>
            </a:extLst>
          </p:cNvPr>
          <p:cNvCxnSpPr>
            <a:cxnSpLocks/>
          </p:cNvCxnSpPr>
          <p:nvPr>
            <p:custDataLst>
              <p:tags r:id="rId22"/>
            </p:custDataLst>
          </p:nvPr>
        </p:nvCxnSpPr>
        <p:spPr>
          <a:xfrm flipV="1">
            <a:off x="522016" y="4501884"/>
            <a:ext cx="11139498" cy="1"/>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99" name="Rectangle 98">
            <a:extLst>
              <a:ext uri="{FF2B5EF4-FFF2-40B4-BE49-F238E27FC236}">
                <a16:creationId xmlns:a16="http://schemas.microsoft.com/office/drawing/2014/main" id="{080F0497-94D8-5D15-71C2-24C10299DCCA}"/>
              </a:ext>
            </a:extLst>
          </p:cNvPr>
          <p:cNvSpPr>
            <a:spLocks/>
          </p:cNvSpPr>
          <p:nvPr/>
        </p:nvSpPr>
        <p:spPr>
          <a:xfrm rot="16200000">
            <a:off x="-181582" y="3552425"/>
            <a:ext cx="1571244" cy="164048"/>
          </a:xfrm>
          <a:prstGeom prst="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b="1">
                <a:solidFill>
                  <a:schemeClr val="tx1"/>
                </a:solidFill>
              </a:rPr>
              <a:t>D2C</a:t>
            </a:r>
          </a:p>
        </p:txBody>
      </p:sp>
      <p:sp>
        <p:nvSpPr>
          <p:cNvPr id="100" name="Rectangle 99">
            <a:extLst>
              <a:ext uri="{FF2B5EF4-FFF2-40B4-BE49-F238E27FC236}">
                <a16:creationId xmlns:a16="http://schemas.microsoft.com/office/drawing/2014/main" id="{4A91B374-694B-E774-D646-7BC316916D47}"/>
              </a:ext>
            </a:extLst>
          </p:cNvPr>
          <p:cNvSpPr>
            <a:spLocks/>
          </p:cNvSpPr>
          <p:nvPr/>
        </p:nvSpPr>
        <p:spPr>
          <a:xfrm rot="16200000">
            <a:off x="-389696" y="5456665"/>
            <a:ext cx="1985300" cy="161875"/>
          </a:xfrm>
          <a:prstGeom prst="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r>
              <a:rPr lang="en-US" sz="800" b="1">
                <a:solidFill>
                  <a:schemeClr val="tx1"/>
                </a:solidFill>
              </a:rPr>
              <a:t>B2B &amp; D2C</a:t>
            </a:r>
          </a:p>
        </p:txBody>
      </p:sp>
      <p:sp>
        <p:nvSpPr>
          <p:cNvPr id="11" name="TextBox 10">
            <a:extLst>
              <a:ext uri="{FF2B5EF4-FFF2-40B4-BE49-F238E27FC236}">
                <a16:creationId xmlns:a16="http://schemas.microsoft.com/office/drawing/2014/main" id="{87AE22E6-1C0A-BA0C-20D6-DFA5D6AE6B4C}"/>
              </a:ext>
            </a:extLst>
          </p:cNvPr>
          <p:cNvSpPr txBox="1">
            <a:spLocks/>
          </p:cNvSpPr>
          <p:nvPr>
            <p:custDataLst>
              <p:tags r:id="rId23"/>
            </p:custDataLst>
          </p:nvPr>
        </p:nvSpPr>
        <p:spPr>
          <a:xfrm>
            <a:off x="8636344" y="5929513"/>
            <a:ext cx="2725068" cy="338199"/>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solidFill>
                  <a:schemeClr val="bg2">
                    <a:lumMod val="75000"/>
                  </a:schemeClr>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i="1">
                <a:solidFill>
                  <a:schemeClr val="tx1"/>
                </a:solidFill>
              </a:rPr>
              <a:t>“The basics are the same, the intake is different. We’re doing similar work in the two teams”</a:t>
            </a:r>
            <a:endParaRPr kumimoji="0" lang="en-US" sz="1000" b="0" i="1" u="none" strike="noStrike" kern="1200" cap="none" spc="0" normalizeH="0" baseline="0" noProof="0">
              <a:ln>
                <a:noFill/>
              </a:ln>
              <a:solidFill>
                <a:schemeClr val="tx1"/>
              </a:solidFill>
              <a:effectLst/>
              <a:uLnTx/>
              <a:uFillTx/>
              <a:latin typeface="Arial"/>
              <a:ea typeface="+mn-ea"/>
              <a:cs typeface="Arial" panose="020B0604020202020204" pitchFamily="34" charset="0"/>
            </a:endParaRPr>
          </a:p>
        </p:txBody>
      </p:sp>
      <p:sp>
        <p:nvSpPr>
          <p:cNvPr id="17" name="TextBox 16">
            <a:extLst>
              <a:ext uri="{FF2B5EF4-FFF2-40B4-BE49-F238E27FC236}">
                <a16:creationId xmlns:a16="http://schemas.microsoft.com/office/drawing/2014/main" id="{891827C8-320A-530F-D6EB-562C9D5F8FAF}"/>
              </a:ext>
            </a:extLst>
          </p:cNvPr>
          <p:cNvSpPr txBox="1">
            <a:spLocks/>
          </p:cNvSpPr>
          <p:nvPr>
            <p:custDataLst>
              <p:tags r:id="rId24"/>
            </p:custDataLst>
          </p:nvPr>
        </p:nvSpPr>
        <p:spPr>
          <a:xfrm>
            <a:off x="8636344" y="2101331"/>
            <a:ext cx="2725068" cy="34683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00" i="1"/>
              <a:t>“We have to manually set up reminders to check that tracking, pull those returns up, track in FedEx, and if movement hasn’t started, send a reminder, and do the same process”</a:t>
            </a:r>
            <a:endParaRPr kumimoji="0" lang="en-US" sz="100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TextBox 18">
            <a:extLst>
              <a:ext uri="{FF2B5EF4-FFF2-40B4-BE49-F238E27FC236}">
                <a16:creationId xmlns:a16="http://schemas.microsoft.com/office/drawing/2014/main" id="{5562F48D-82CA-22D3-F12C-ECC7ABA7A38B}"/>
              </a:ext>
            </a:extLst>
          </p:cNvPr>
          <p:cNvSpPr txBox="1">
            <a:spLocks/>
          </p:cNvSpPr>
          <p:nvPr>
            <p:custDataLst>
              <p:tags r:id="rId25"/>
            </p:custDataLst>
          </p:nvPr>
        </p:nvSpPr>
        <p:spPr>
          <a:xfrm>
            <a:off x="8618867" y="2202984"/>
            <a:ext cx="2725068" cy="47263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u="none" strike="noStrike" kern="1200" cap="none" spc="0" normalizeH="0" baseline="0" noProof="0">
              <a:ln>
                <a:noFill/>
              </a:ln>
              <a:solidFill>
                <a:srgbClr val="FFFFFF">
                  <a:lumMod val="75000"/>
                </a:srgbClr>
              </a:solidFill>
              <a:effectLst/>
              <a:uLnTx/>
              <a:uFillTx/>
              <a:latin typeface="Arial"/>
              <a:ea typeface="+mn-ea"/>
              <a:cs typeface="Arial" panose="020B0604020202020204" pitchFamily="34" charset="0"/>
            </a:endParaRPr>
          </a:p>
        </p:txBody>
      </p:sp>
      <p:sp>
        <p:nvSpPr>
          <p:cNvPr id="35" name="TextBox 34">
            <a:extLst>
              <a:ext uri="{FF2B5EF4-FFF2-40B4-BE49-F238E27FC236}">
                <a16:creationId xmlns:a16="http://schemas.microsoft.com/office/drawing/2014/main" id="{62208DE5-F13E-4FB0-56A6-34D24772789D}"/>
              </a:ext>
            </a:extLst>
          </p:cNvPr>
          <p:cNvSpPr txBox="1">
            <a:spLocks/>
          </p:cNvSpPr>
          <p:nvPr>
            <p:custDataLst>
              <p:tags r:id="rId26"/>
            </p:custDataLst>
          </p:nvPr>
        </p:nvSpPr>
        <p:spPr>
          <a:xfrm>
            <a:off x="8636344" y="5131921"/>
            <a:ext cx="2725068" cy="320527"/>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solidFill>
                  <a:schemeClr val="bg2">
                    <a:lumMod val="75000"/>
                  </a:schemeClr>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i="1">
                <a:solidFill>
                  <a:schemeClr val="tx1"/>
                </a:solidFill>
              </a:rPr>
              <a:t>“If every customer could just give us their order number up front that would make all of our lives so much easier”</a:t>
            </a:r>
            <a:endParaRPr kumimoji="0" lang="en-US" sz="1000" b="0" i="1" u="none" strike="noStrike" kern="1200" cap="none" spc="0" normalizeH="0" baseline="0" noProof="0">
              <a:ln>
                <a:noFill/>
              </a:ln>
              <a:solidFill>
                <a:schemeClr val="tx1"/>
              </a:solidFill>
              <a:effectLst/>
              <a:uLnTx/>
              <a:uFillTx/>
              <a:latin typeface="Arial"/>
              <a:ea typeface="+mn-ea"/>
              <a:cs typeface="Arial" panose="020B0604020202020204" pitchFamily="34" charset="0"/>
            </a:endParaRPr>
          </a:p>
        </p:txBody>
      </p:sp>
      <p:sp>
        <p:nvSpPr>
          <p:cNvPr id="38" name="TextBox 37">
            <a:extLst>
              <a:ext uri="{FF2B5EF4-FFF2-40B4-BE49-F238E27FC236}">
                <a16:creationId xmlns:a16="http://schemas.microsoft.com/office/drawing/2014/main" id="{4E343750-9D7F-6CA1-1B0B-A884E58456F5}"/>
              </a:ext>
            </a:extLst>
          </p:cNvPr>
          <p:cNvSpPr txBox="1">
            <a:spLocks/>
          </p:cNvSpPr>
          <p:nvPr/>
        </p:nvSpPr>
        <p:spPr>
          <a:xfrm>
            <a:off x="8636344" y="3698389"/>
            <a:ext cx="2725068" cy="307777"/>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i="1"/>
              <a:t>“We see that more frequently… they will allow those cases to time out, so they get reassigned to another representative.”</a:t>
            </a:r>
            <a:endParaRPr kumimoji="0" lang="en-US" sz="100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67" name="Group 66">
            <a:extLst>
              <a:ext uri="{FF2B5EF4-FFF2-40B4-BE49-F238E27FC236}">
                <a16:creationId xmlns:a16="http://schemas.microsoft.com/office/drawing/2014/main" id="{FDE42718-E6A6-1120-59D5-43E7A5DD9688}"/>
              </a:ext>
            </a:extLst>
          </p:cNvPr>
          <p:cNvGrpSpPr/>
          <p:nvPr/>
        </p:nvGrpSpPr>
        <p:grpSpPr>
          <a:xfrm>
            <a:off x="8257437" y="2785848"/>
            <a:ext cx="3395669" cy="764521"/>
            <a:chOff x="7676101" y="521480"/>
            <a:chExt cx="3395669" cy="637252"/>
          </a:xfrm>
        </p:grpSpPr>
        <p:sp>
          <p:nvSpPr>
            <p:cNvPr id="70" name="TextBox 69">
              <a:extLst>
                <a:ext uri="{FF2B5EF4-FFF2-40B4-BE49-F238E27FC236}">
                  <a16:creationId xmlns:a16="http://schemas.microsoft.com/office/drawing/2014/main" id="{E6EF6012-0844-2A48-19A9-41A73F5F2275}"/>
                </a:ext>
              </a:extLst>
            </p:cNvPr>
            <p:cNvSpPr txBox="1"/>
            <p:nvPr/>
          </p:nvSpPr>
          <p:spPr>
            <a:xfrm>
              <a:off x="10844395" y="521480"/>
              <a:ext cx="227375" cy="62579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71" name="Rectangle: Rounded Corners 70">
              <a:extLst>
                <a:ext uri="{FF2B5EF4-FFF2-40B4-BE49-F238E27FC236}">
                  <a16:creationId xmlns:a16="http://schemas.microsoft.com/office/drawing/2014/main" id="{004E776C-C90D-FE37-288B-4A1D09129674}"/>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b="0" u="none" strike="noStrike" kern="1200" cap="none" spc="0" normalizeH="0" baseline="0" noProof="0">
                <a:ln>
                  <a:noFill/>
                </a:ln>
                <a:solidFill>
                  <a:srgbClr val="000000"/>
                </a:solidFill>
                <a:effectLst/>
                <a:uLnTx/>
                <a:uFillTx/>
                <a:latin typeface="Arial"/>
                <a:ea typeface="+mn-ea"/>
                <a:cs typeface="+mn-cs"/>
              </a:endParaRPr>
            </a:p>
          </p:txBody>
        </p:sp>
        <p:sp>
          <p:nvSpPr>
            <p:cNvPr id="72" name="TextBox 71">
              <a:extLst>
                <a:ext uri="{FF2B5EF4-FFF2-40B4-BE49-F238E27FC236}">
                  <a16:creationId xmlns:a16="http://schemas.microsoft.com/office/drawing/2014/main" id="{F8FE502B-E95E-4835-AE6E-E53021BCD924}"/>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sp>
        <p:nvSpPr>
          <p:cNvPr id="48" name="TextBox 47">
            <a:extLst>
              <a:ext uri="{FF2B5EF4-FFF2-40B4-BE49-F238E27FC236}">
                <a16:creationId xmlns:a16="http://schemas.microsoft.com/office/drawing/2014/main" id="{203ED8B9-DC99-5386-E537-C0A1D659BF54}"/>
              </a:ext>
            </a:extLst>
          </p:cNvPr>
          <p:cNvSpPr txBox="1">
            <a:spLocks/>
          </p:cNvSpPr>
          <p:nvPr/>
        </p:nvSpPr>
        <p:spPr>
          <a:xfrm>
            <a:off x="8636344" y="2982493"/>
            <a:ext cx="2725068" cy="307777"/>
          </a:xfrm>
          <a:prstGeom prst="rect">
            <a:avLst/>
          </a:prstGeom>
        </p:spPr>
        <p:txBody>
          <a:bodyPr vert="horz" wrap="square" lIns="0" tIns="0" rIns="0" bIns="0" rtlCol="0" anchor="t">
            <a:noAutofit/>
          </a:bodyPr>
          <a:lstStyle>
            <a:defPPr>
              <a:defRPr lang="en-US"/>
            </a:defPPr>
            <a:lvl1pPr lvl="0" indent="0">
              <a:lnSpc>
                <a:spcPct val="100000"/>
              </a:lnSpc>
              <a:spcBef>
                <a:spcPts val="300"/>
              </a:spcBef>
              <a:spcAft>
                <a:spcPts val="300"/>
              </a:spcAft>
              <a:buFont typeface="Segoe UI" panose="020B0502040204020203" pitchFamily="34" charset="0"/>
              <a:buChar char="​"/>
              <a:defRPr sz="10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i="1"/>
              <a:t>“We put a lot of focus on onboarding training, but we do not have a system in place right now for refresher training.”</a:t>
            </a:r>
            <a:endParaRPr kumimoji="0" lang="en-US" sz="100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TrackerNumBlue 9">
            <a:extLst>
              <a:ext uri="{FF2B5EF4-FFF2-40B4-BE49-F238E27FC236}">
                <a16:creationId xmlns:a16="http://schemas.microsoft.com/office/drawing/2014/main" id="{55FC47C0-B2FB-397F-8EE8-3DC822CAECB0}"/>
              </a:ext>
            </a:extLst>
          </p:cNvPr>
          <p:cNvSpPr/>
          <p:nvPr>
            <p:custDataLst>
              <p:tags r:id="rId27"/>
            </p:custDataLst>
          </p:nvPr>
        </p:nvSpPr>
        <p:spPr>
          <a:xfrm>
            <a:off x="226709" y="1538246"/>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1</a:t>
            </a:r>
          </a:p>
        </p:txBody>
      </p:sp>
      <p:sp>
        <p:nvSpPr>
          <p:cNvPr id="12" name="TrackerNumBlue 9">
            <a:extLst>
              <a:ext uri="{FF2B5EF4-FFF2-40B4-BE49-F238E27FC236}">
                <a16:creationId xmlns:a16="http://schemas.microsoft.com/office/drawing/2014/main" id="{AA7024E4-F9CF-4CB6-050D-FE71458F518F}"/>
              </a:ext>
            </a:extLst>
          </p:cNvPr>
          <p:cNvSpPr/>
          <p:nvPr>
            <p:custDataLst>
              <p:tags r:id="rId28"/>
            </p:custDataLst>
          </p:nvPr>
        </p:nvSpPr>
        <p:spPr>
          <a:xfrm>
            <a:off x="226709" y="2848827"/>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2</a:t>
            </a:r>
          </a:p>
        </p:txBody>
      </p:sp>
      <p:sp>
        <p:nvSpPr>
          <p:cNvPr id="13" name="TrackerNumBlue 9">
            <a:extLst>
              <a:ext uri="{FF2B5EF4-FFF2-40B4-BE49-F238E27FC236}">
                <a16:creationId xmlns:a16="http://schemas.microsoft.com/office/drawing/2014/main" id="{F53FE57C-C7B1-C6F6-9BB4-698DFAABC7F2}"/>
              </a:ext>
            </a:extLst>
          </p:cNvPr>
          <p:cNvSpPr/>
          <p:nvPr>
            <p:custDataLst>
              <p:tags r:id="rId29"/>
            </p:custDataLst>
          </p:nvPr>
        </p:nvSpPr>
        <p:spPr>
          <a:xfrm>
            <a:off x="226709" y="4532209"/>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3</a:t>
            </a:r>
          </a:p>
        </p:txBody>
      </p:sp>
      <p:sp>
        <p:nvSpPr>
          <p:cNvPr id="14" name="TrackerNumBlue 9">
            <a:extLst>
              <a:ext uri="{FF2B5EF4-FFF2-40B4-BE49-F238E27FC236}">
                <a16:creationId xmlns:a16="http://schemas.microsoft.com/office/drawing/2014/main" id="{691928E7-760E-FA4B-B487-079D39837E45}"/>
              </a:ext>
            </a:extLst>
          </p:cNvPr>
          <p:cNvSpPr/>
          <p:nvPr>
            <p:custDataLst>
              <p:tags r:id="rId30"/>
            </p:custDataLst>
          </p:nvPr>
        </p:nvSpPr>
        <p:spPr>
          <a:xfrm>
            <a:off x="226709" y="5787964"/>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4</a:t>
            </a:r>
          </a:p>
        </p:txBody>
      </p:sp>
    </p:spTree>
    <p:extLst>
      <p:ext uri="{BB962C8B-B14F-4D97-AF65-F5344CB8AC3E}">
        <p14:creationId xmlns:p14="http://schemas.microsoft.com/office/powerpoint/2010/main" val="2521336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74EAA-DA9F-69DE-9E87-125C81B039AD}"/>
            </a:ext>
          </a:extLst>
        </p:cNvPr>
        <p:cNvGrpSpPr/>
        <p:nvPr/>
      </p:nvGrpSpPr>
      <p:grpSpPr>
        <a:xfrm>
          <a:off x="0" y="0"/>
          <a:ext cx="0" cy="0"/>
          <a:chOff x="0" y="0"/>
          <a:chExt cx="0" cy="0"/>
        </a:xfrm>
      </p:grpSpPr>
      <p:graphicFrame>
        <p:nvGraphicFramePr>
          <p:cNvPr id="5" name="Object 2" hidden="1">
            <a:extLst>
              <a:ext uri="{FF2B5EF4-FFF2-40B4-BE49-F238E27FC236}">
                <a16:creationId xmlns:a16="http://schemas.microsoft.com/office/drawing/2014/main" id="{280E6654-8666-E047-7B16-FE5EC6FF931C}"/>
              </a:ext>
            </a:extLst>
          </p:cNvPr>
          <p:cNvGraphicFramePr>
            <a:graphicFrameLocks noChangeAspect="1"/>
          </p:cNvGraphicFramePr>
          <p:nvPr>
            <p:custDataLst>
              <p:tags r:id="rId1"/>
            </p:custDataLst>
            <p:extLst>
              <p:ext uri="{D42A27DB-BD31-4B8C-83A1-F6EECF244321}">
                <p14:modId xmlns:p14="http://schemas.microsoft.com/office/powerpoint/2010/main" val="198911993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7" imgW="404" imgH="405" progId="TCLayout.ActiveDocument.1">
                  <p:embed/>
                </p:oleObj>
              </mc:Choice>
              <mc:Fallback>
                <p:oleObj name="think-cell Slide" r:id="rId17" imgW="404" imgH="405" progId="TCLayout.ActiveDocument.1">
                  <p:embed/>
                  <p:pic>
                    <p:nvPicPr>
                      <p:cNvPr id="5" name="Object 2" hidden="1">
                        <a:extLst>
                          <a:ext uri="{FF2B5EF4-FFF2-40B4-BE49-F238E27FC236}">
                            <a16:creationId xmlns:a16="http://schemas.microsoft.com/office/drawing/2014/main" id="{280E6654-8666-E047-7B16-FE5EC6FF931C}"/>
                          </a:ext>
                        </a:extLst>
                      </p:cNvPr>
                      <p:cNvPicPr/>
                      <p:nvPr/>
                    </p:nvPicPr>
                    <p:blipFill>
                      <a:blip r:embed="rId18"/>
                      <a:stretch>
                        <a:fillRect/>
                      </a:stretch>
                    </p:blipFill>
                    <p:spPr>
                      <a:xfrm>
                        <a:off x="1588" y="1588"/>
                        <a:ext cx="1588" cy="1588"/>
                      </a:xfrm>
                      <a:prstGeom prst="rect">
                        <a:avLst/>
                      </a:prstGeom>
                    </p:spPr>
                  </p:pic>
                </p:oleObj>
              </mc:Fallback>
            </mc:AlternateContent>
          </a:graphicData>
        </a:graphic>
      </p:graphicFrame>
      <p:sp>
        <p:nvSpPr>
          <p:cNvPr id="3" name="Rectangle: Rounded Corners 2">
            <a:extLst>
              <a:ext uri="{FF2B5EF4-FFF2-40B4-BE49-F238E27FC236}">
                <a16:creationId xmlns:a16="http://schemas.microsoft.com/office/drawing/2014/main" id="{193334F7-7799-863B-04D7-E255C4DE5314}"/>
              </a:ext>
            </a:extLst>
          </p:cNvPr>
          <p:cNvSpPr/>
          <p:nvPr/>
        </p:nvSpPr>
        <p:spPr>
          <a:xfrm>
            <a:off x="9174379" y="3429000"/>
            <a:ext cx="2688545" cy="2530366"/>
          </a:xfrm>
          <a:prstGeom prst="round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04" name="Freeform: Shape 103">
            <a:extLst>
              <a:ext uri="{FF2B5EF4-FFF2-40B4-BE49-F238E27FC236}">
                <a16:creationId xmlns:a16="http://schemas.microsoft.com/office/drawing/2014/main" id="{DDDEBECE-A906-B59C-02FE-CF176BE9183C}"/>
              </a:ext>
            </a:extLst>
          </p:cNvPr>
          <p:cNvSpPr/>
          <p:nvPr/>
        </p:nvSpPr>
        <p:spPr>
          <a:xfrm>
            <a:off x="0" y="2240918"/>
            <a:ext cx="12192000" cy="1013460"/>
          </a:xfrm>
          <a:custGeom>
            <a:avLst/>
            <a:gdLst>
              <a:gd name="csX0" fmla="*/ 0 w 12207240"/>
              <a:gd name="csY0" fmla="*/ 1013460 h 1013460"/>
              <a:gd name="csX1" fmla="*/ 1569720 w 12207240"/>
              <a:gd name="csY1" fmla="*/ 243840 h 1013460"/>
              <a:gd name="csX2" fmla="*/ 4937760 w 12207240"/>
              <a:gd name="csY2" fmla="*/ 899160 h 1013460"/>
              <a:gd name="csX3" fmla="*/ 7444740 w 12207240"/>
              <a:gd name="csY3" fmla="*/ 228600 h 1013460"/>
              <a:gd name="csX4" fmla="*/ 10187940 w 12207240"/>
              <a:gd name="csY4" fmla="*/ 906780 h 1013460"/>
              <a:gd name="csX5" fmla="*/ 12207240 w 12207240"/>
              <a:gd name="csY5" fmla="*/ 0 h 1013460"/>
              <a:gd name="csX0" fmla="*/ 0 w 12207240"/>
              <a:gd name="csY0" fmla="*/ 1013460 h 1013460"/>
              <a:gd name="csX1" fmla="*/ 1867271 w 12207240"/>
              <a:gd name="csY1" fmla="*/ 259080 h 1013460"/>
              <a:gd name="csX2" fmla="*/ 4937760 w 12207240"/>
              <a:gd name="csY2" fmla="*/ 899160 h 1013460"/>
              <a:gd name="csX3" fmla="*/ 7444740 w 12207240"/>
              <a:gd name="csY3" fmla="*/ 228600 h 1013460"/>
              <a:gd name="csX4" fmla="*/ 10187940 w 12207240"/>
              <a:gd name="csY4" fmla="*/ 906780 h 1013460"/>
              <a:gd name="csX5" fmla="*/ 12207240 w 12207240"/>
              <a:gd name="csY5" fmla="*/ 0 h 1013460"/>
              <a:gd name="csX0" fmla="*/ 0 w 12207240"/>
              <a:gd name="csY0" fmla="*/ 1013460 h 1013460"/>
              <a:gd name="csX1" fmla="*/ 1867271 w 12207240"/>
              <a:gd name="csY1" fmla="*/ 259080 h 1013460"/>
              <a:gd name="csX2" fmla="*/ 4937760 w 12207240"/>
              <a:gd name="csY2" fmla="*/ 899160 h 1013460"/>
              <a:gd name="csX3" fmla="*/ 7444740 w 12207240"/>
              <a:gd name="csY3" fmla="*/ 228600 h 1013460"/>
              <a:gd name="csX4" fmla="*/ 10187940 w 12207240"/>
              <a:gd name="csY4" fmla="*/ 906780 h 1013460"/>
              <a:gd name="csX5" fmla="*/ 12207240 w 12207240"/>
              <a:gd name="csY5" fmla="*/ 0 h 1013460"/>
              <a:gd name="csX0" fmla="*/ 0 w 12207240"/>
              <a:gd name="csY0" fmla="*/ 1013460 h 1013460"/>
              <a:gd name="csX1" fmla="*/ 1867271 w 12207240"/>
              <a:gd name="csY1" fmla="*/ 259080 h 1013460"/>
              <a:gd name="csX2" fmla="*/ 4937760 w 12207240"/>
              <a:gd name="csY2" fmla="*/ 899160 h 1013460"/>
              <a:gd name="csX3" fmla="*/ 7444740 w 12207240"/>
              <a:gd name="csY3" fmla="*/ 228600 h 1013460"/>
              <a:gd name="csX4" fmla="*/ 10187940 w 12207240"/>
              <a:gd name="csY4" fmla="*/ 906780 h 1013460"/>
              <a:gd name="csX5" fmla="*/ 12207240 w 12207240"/>
              <a:gd name="csY5" fmla="*/ 0 h 1013460"/>
            </a:gdLst>
            <a:ahLst/>
            <a:cxnLst>
              <a:cxn ang="0">
                <a:pos x="csX0" y="csY0"/>
              </a:cxn>
              <a:cxn ang="0">
                <a:pos x="csX1" y="csY1"/>
              </a:cxn>
              <a:cxn ang="0">
                <a:pos x="csX2" y="csY2"/>
              </a:cxn>
              <a:cxn ang="0">
                <a:pos x="csX3" y="csY3"/>
              </a:cxn>
              <a:cxn ang="0">
                <a:pos x="csX4" y="csY4"/>
              </a:cxn>
              <a:cxn ang="0">
                <a:pos x="csX5" y="csY5"/>
              </a:cxn>
            </a:cxnLst>
            <a:rect l="l" t="t" r="r" b="b"/>
            <a:pathLst>
              <a:path w="12207240" h="1013460">
                <a:moveTo>
                  <a:pt x="0" y="1013460"/>
                </a:moveTo>
                <a:cubicBezTo>
                  <a:pt x="442046" y="714375"/>
                  <a:pt x="1044311" y="278130"/>
                  <a:pt x="1867271" y="259080"/>
                </a:cubicBezTo>
                <a:cubicBezTo>
                  <a:pt x="2690231" y="240030"/>
                  <a:pt x="4008182" y="904240"/>
                  <a:pt x="4937760" y="899160"/>
                </a:cubicBezTo>
                <a:cubicBezTo>
                  <a:pt x="5867338" y="894080"/>
                  <a:pt x="6569710" y="227330"/>
                  <a:pt x="7444740" y="228600"/>
                </a:cubicBezTo>
                <a:cubicBezTo>
                  <a:pt x="8319770" y="229870"/>
                  <a:pt x="9394190" y="944880"/>
                  <a:pt x="10187940" y="906780"/>
                </a:cubicBezTo>
                <a:cubicBezTo>
                  <a:pt x="10981690" y="868680"/>
                  <a:pt x="11594465" y="434340"/>
                  <a:pt x="12207240" y="0"/>
                </a:cubicBezTo>
              </a:path>
            </a:pathLst>
          </a:custGeom>
          <a:noFill/>
          <a:ln w="28575" cap="sq">
            <a:solidFill>
              <a:schemeClr val="bg2">
                <a:lumMod val="75000"/>
              </a:scheme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a:solidFill>
                <a:srgbClr val="FFFFFF"/>
              </a:solidFill>
              <a:latin typeface="Arial"/>
            </a:endParaRPr>
          </a:p>
        </p:txBody>
      </p:sp>
      <p:sp>
        <p:nvSpPr>
          <p:cNvPr id="532" name="Oval 531">
            <a:extLst>
              <a:ext uri="{FF2B5EF4-FFF2-40B4-BE49-F238E27FC236}">
                <a16:creationId xmlns:a16="http://schemas.microsoft.com/office/drawing/2014/main" id="{5455C2F4-20C2-008F-3F6A-E857A1557888}"/>
              </a:ext>
            </a:extLst>
          </p:cNvPr>
          <p:cNvSpPr/>
          <p:nvPr/>
        </p:nvSpPr>
        <p:spPr>
          <a:xfrm>
            <a:off x="3926840" y="2497188"/>
            <a:ext cx="740664" cy="740664"/>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sp>
        <p:nvSpPr>
          <p:cNvPr id="2" name="2. Slide Title">
            <a:extLst>
              <a:ext uri="{FF2B5EF4-FFF2-40B4-BE49-F238E27FC236}">
                <a16:creationId xmlns:a16="http://schemas.microsoft.com/office/drawing/2014/main" id="{CEDBD68E-6C15-AB37-124A-9340CEDD53FF}"/>
              </a:ext>
            </a:extLst>
          </p:cNvPr>
          <p:cNvSpPr>
            <a:spLocks noGrp="1"/>
          </p:cNvSpPr>
          <p:nvPr>
            <p:ph type="title"/>
            <p:custDataLst>
              <p:tags r:id="rId2"/>
            </p:custDataLst>
          </p:nvPr>
        </p:nvSpPr>
        <p:spPr>
          <a:xfrm>
            <a:off x="554736" y="166337"/>
            <a:ext cx="11178783" cy="536453"/>
          </a:xfrm>
          <a:noFill/>
          <a:ln/>
          <a:extLst>
            <a:ext uri="{909E8E84-426E-40DD-AFC4-6F175D3DCCD1}">
              <a14:hiddenFill xmlns:a14="http://schemas.microsoft.com/office/drawing/2010/main">
                <a:solidFill>
                  <a:srgbClr val="FFFFFF"/>
                </a:solidFill>
              </a14:hiddenFill>
            </a:ext>
          </a:extLst>
        </p:spPr>
        <p:txBody>
          <a:bodyPr vert="horz">
            <a:noAutofit/>
          </a:bodyPr>
          <a:lstStyle/>
          <a:p>
            <a:r>
              <a:rPr lang="en-US" dirty="0"/>
              <a:t>D. </a:t>
            </a:r>
            <a:r>
              <a:rPr lang="en-US" i="1" dirty="0"/>
              <a:t>R&amp;R: </a:t>
            </a:r>
            <a:r>
              <a:rPr lang="en-US" dirty="0"/>
              <a:t>‘Bold vision’ – Predictive and preventative issue resolution</a:t>
            </a:r>
          </a:p>
        </p:txBody>
      </p:sp>
      <p:sp>
        <p:nvSpPr>
          <p:cNvPr id="17" name="Rectangle: Rounded Corners 16">
            <a:extLst>
              <a:ext uri="{FF2B5EF4-FFF2-40B4-BE49-F238E27FC236}">
                <a16:creationId xmlns:a16="http://schemas.microsoft.com/office/drawing/2014/main" id="{2C2A6D67-F962-80AB-97EF-C0B02AD1E22E}"/>
              </a:ext>
            </a:extLst>
          </p:cNvPr>
          <p:cNvSpPr>
            <a:spLocks/>
          </p:cNvSpPr>
          <p:nvPr/>
        </p:nvSpPr>
        <p:spPr>
          <a:xfrm>
            <a:off x="554735" y="1551464"/>
            <a:ext cx="2691645" cy="449897"/>
          </a:xfrm>
          <a:prstGeom prst="roundRect">
            <a:avLst/>
          </a:prstGeom>
          <a:solidFill>
            <a:schemeClr val="bg1">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100">
                <a:solidFill>
                  <a:schemeClr val="tx1"/>
                </a:solidFill>
              </a:rPr>
              <a:t>Review request and create case</a:t>
            </a:r>
            <a:endParaRPr kumimoji="0" lang="de-DE" sz="1100" b="1" i="0" u="none" strike="noStrike" kern="1200" cap="none" spc="0" normalizeH="0" baseline="0" noProof="0">
              <a:ln>
                <a:noFill/>
              </a:ln>
              <a:solidFill>
                <a:schemeClr val="tx1"/>
              </a:solidFill>
              <a:effectLst/>
              <a:uLnTx/>
              <a:uFillTx/>
              <a:latin typeface="Arial"/>
              <a:ea typeface="+mn-ea"/>
              <a:cs typeface="+mn-cs"/>
            </a:endParaRPr>
          </a:p>
        </p:txBody>
      </p:sp>
      <p:sp>
        <p:nvSpPr>
          <p:cNvPr id="19" name="Rectangle: Rounded Corners 18">
            <a:extLst>
              <a:ext uri="{FF2B5EF4-FFF2-40B4-BE49-F238E27FC236}">
                <a16:creationId xmlns:a16="http://schemas.microsoft.com/office/drawing/2014/main" id="{4F5ED11B-F364-041B-245F-B9BE25AF7F6A}"/>
              </a:ext>
            </a:extLst>
          </p:cNvPr>
          <p:cNvSpPr>
            <a:spLocks/>
          </p:cNvSpPr>
          <p:nvPr/>
        </p:nvSpPr>
        <p:spPr>
          <a:xfrm>
            <a:off x="3316499" y="1551464"/>
            <a:ext cx="2691645" cy="449897"/>
          </a:xfrm>
          <a:prstGeom prst="roundRect">
            <a:avLst/>
          </a:prstGeom>
          <a:solidFill>
            <a:schemeClr val="bg1">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100">
                <a:solidFill>
                  <a:schemeClr val="tx1"/>
                </a:solidFill>
              </a:rPr>
              <a:t>Classify, validate, and route to the right resolution path</a:t>
            </a:r>
            <a:endParaRPr kumimoji="0" lang="de-DE" sz="1100" b="1" i="0" u="none" strike="noStrike" kern="1200" cap="none" spc="0" normalizeH="0" baseline="0" noProof="0">
              <a:ln>
                <a:noFill/>
              </a:ln>
              <a:solidFill>
                <a:schemeClr val="tx1"/>
              </a:solidFill>
              <a:effectLst/>
              <a:uLnTx/>
              <a:uFillTx/>
              <a:latin typeface="Arial"/>
              <a:ea typeface="+mn-ea"/>
              <a:cs typeface="+mn-cs"/>
            </a:endParaRPr>
          </a:p>
        </p:txBody>
      </p:sp>
      <p:sp>
        <p:nvSpPr>
          <p:cNvPr id="20" name="Rectangle: Rounded Corners 19">
            <a:extLst>
              <a:ext uri="{FF2B5EF4-FFF2-40B4-BE49-F238E27FC236}">
                <a16:creationId xmlns:a16="http://schemas.microsoft.com/office/drawing/2014/main" id="{097D0915-27AE-30CD-69B2-DF3C5C21C2F8}"/>
              </a:ext>
            </a:extLst>
          </p:cNvPr>
          <p:cNvSpPr>
            <a:spLocks/>
          </p:cNvSpPr>
          <p:nvPr/>
        </p:nvSpPr>
        <p:spPr>
          <a:xfrm>
            <a:off x="6078262" y="1551464"/>
            <a:ext cx="2691645" cy="449897"/>
          </a:xfrm>
          <a:prstGeom prst="roundRect">
            <a:avLst/>
          </a:prstGeom>
          <a:solidFill>
            <a:schemeClr val="bg1">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100">
                <a:solidFill>
                  <a:schemeClr val="tx1"/>
                </a:solidFill>
              </a:rPr>
              <a:t>Execute tier 1-2 cases E2E; escalate tier 3</a:t>
            </a:r>
            <a:endParaRPr kumimoji="0" lang="de-DE" sz="1100" b="1" i="0" u="none" strike="noStrike" kern="1200" cap="none" spc="0" normalizeH="0" baseline="0" noProof="0">
              <a:ln>
                <a:noFill/>
              </a:ln>
              <a:solidFill>
                <a:schemeClr val="tx1"/>
              </a:solidFill>
              <a:effectLst/>
              <a:uLnTx/>
              <a:uFillTx/>
              <a:latin typeface="Arial"/>
              <a:ea typeface="+mn-ea"/>
              <a:cs typeface="+mn-cs"/>
            </a:endParaRPr>
          </a:p>
        </p:txBody>
      </p:sp>
      <p:sp>
        <p:nvSpPr>
          <p:cNvPr id="21" name="TextBox 20">
            <a:extLst>
              <a:ext uri="{FF2B5EF4-FFF2-40B4-BE49-F238E27FC236}">
                <a16:creationId xmlns:a16="http://schemas.microsoft.com/office/drawing/2014/main" id="{FC3A2983-2359-CE78-5762-DE52DFA67B6D}"/>
              </a:ext>
            </a:extLst>
          </p:cNvPr>
          <p:cNvSpPr txBox="1">
            <a:spLocks/>
          </p:cNvSpPr>
          <p:nvPr/>
        </p:nvSpPr>
        <p:spPr>
          <a:xfrm>
            <a:off x="1059024" y="3574095"/>
            <a:ext cx="2130552" cy="1692771"/>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defRPr/>
            </a:pPr>
            <a:r>
              <a:rPr lang="en-US" sz="1050" b="1"/>
              <a:t>D2C:</a:t>
            </a:r>
            <a:r>
              <a:rPr lang="en-US" sz="1050"/>
              <a:t> </a:t>
            </a:r>
            <a:r>
              <a:rPr lang="en-US" sz="1050" b="1"/>
              <a:t>Conversational contact center agents answer consumer calls and gathers intake information </a:t>
            </a:r>
            <a:r>
              <a:rPr lang="en-US" sz="1050"/>
              <a:t>required for case investigation (live conversation with consumers)</a:t>
            </a:r>
          </a:p>
          <a:p>
            <a:pPr>
              <a:defRPr/>
            </a:pPr>
            <a:r>
              <a:rPr lang="en-US" sz="1050" b="1"/>
              <a:t>B2B:</a:t>
            </a:r>
            <a:r>
              <a:rPr lang="en-US" sz="1050"/>
              <a:t> </a:t>
            </a:r>
            <a:r>
              <a:rPr lang="en-US" sz="1050" b="1"/>
              <a:t>Email-embedded agent that ensures complete intake information </a:t>
            </a:r>
            <a:r>
              <a:rPr lang="en-US" sz="1050"/>
              <a:t>from FSPs (e.g., flags incorrect inputs and missing fields) and creates structured / standardized output</a:t>
            </a:r>
            <a:endParaRPr kumimoji="0" lang="de-DE" sz="1050" b="0" i="0" u="none" strike="noStrike" kern="1200" cap="none" spc="0" normalizeH="0" baseline="0" noProof="0">
              <a:ln>
                <a:noFill/>
              </a:ln>
              <a:solidFill>
                <a:srgbClr val="000000"/>
              </a:solidFill>
              <a:effectLst/>
              <a:uLnTx/>
              <a:uFillTx/>
              <a:latin typeface="Arial"/>
              <a:cs typeface="Arial"/>
            </a:endParaRPr>
          </a:p>
        </p:txBody>
      </p:sp>
      <p:sp>
        <p:nvSpPr>
          <p:cNvPr id="22" name="TextBox 21">
            <a:extLst>
              <a:ext uri="{FF2B5EF4-FFF2-40B4-BE49-F238E27FC236}">
                <a16:creationId xmlns:a16="http://schemas.microsoft.com/office/drawing/2014/main" id="{E2E64427-B157-8293-09B7-E6AD80B754C8}"/>
              </a:ext>
            </a:extLst>
          </p:cNvPr>
          <p:cNvSpPr txBox="1">
            <a:spLocks/>
          </p:cNvSpPr>
          <p:nvPr/>
        </p:nvSpPr>
        <p:spPr>
          <a:xfrm>
            <a:off x="3820786" y="3574095"/>
            <a:ext cx="2130552" cy="807913"/>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50" b="1"/>
              <a:t>Agent rapidly determines issue type, checks eligibility / policy constraints</a:t>
            </a:r>
            <a:r>
              <a:rPr lang="en-US" sz="1050"/>
              <a:t>, and routes into the right work queue (D2C vs B2B)</a:t>
            </a:r>
          </a:p>
          <a:p>
            <a:pPr lvl="0">
              <a:defRPr/>
            </a:pPr>
            <a:r>
              <a:rPr lang="en-US" sz="1050" b="1"/>
              <a:t>Auto-escalates to human in the loop for sensitive or judgment-based cases </a:t>
            </a:r>
            <a:r>
              <a:rPr lang="en-US" sz="1050"/>
              <a:t>(e.g., pricing adjustments, safety concerns, warranty/policy exceptions)</a:t>
            </a:r>
            <a:endParaRPr kumimoji="0" lang="de-DE"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9" name="Rectangle: Rounded Corners 68">
            <a:extLst>
              <a:ext uri="{FF2B5EF4-FFF2-40B4-BE49-F238E27FC236}">
                <a16:creationId xmlns:a16="http://schemas.microsoft.com/office/drawing/2014/main" id="{35F2BFB2-57AE-CC38-4D1F-AD6E21707943}"/>
              </a:ext>
            </a:extLst>
          </p:cNvPr>
          <p:cNvSpPr>
            <a:spLocks/>
          </p:cNvSpPr>
          <p:nvPr/>
        </p:nvSpPr>
        <p:spPr>
          <a:xfrm>
            <a:off x="8840025" y="1551464"/>
            <a:ext cx="2691645" cy="449897"/>
          </a:xfrm>
          <a:prstGeom prst="roundRect">
            <a:avLst/>
          </a:prstGeom>
          <a:solidFill>
            <a:schemeClr val="bg1">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100">
                <a:solidFill>
                  <a:schemeClr val="tx1"/>
                </a:solidFill>
              </a:rPr>
              <a:t>Tag root causes and trigger preventative actions for similar cases</a:t>
            </a:r>
            <a:endParaRPr kumimoji="0" lang="de-DE" sz="1100" b="1" i="0" u="none" strike="noStrike" kern="1200" cap="none" spc="0" normalizeH="0" baseline="0" noProof="0">
              <a:ln>
                <a:noFill/>
              </a:ln>
              <a:solidFill>
                <a:schemeClr val="tx1"/>
              </a:solidFill>
              <a:effectLst/>
              <a:uLnTx/>
              <a:uFillTx/>
              <a:latin typeface="Arial"/>
              <a:ea typeface="+mn-ea"/>
              <a:cs typeface="+mn-cs"/>
            </a:endParaRPr>
          </a:p>
        </p:txBody>
      </p:sp>
      <p:sp>
        <p:nvSpPr>
          <p:cNvPr id="70" name="TextBox 69">
            <a:extLst>
              <a:ext uri="{FF2B5EF4-FFF2-40B4-BE49-F238E27FC236}">
                <a16:creationId xmlns:a16="http://schemas.microsoft.com/office/drawing/2014/main" id="{CD676D6E-7F74-336F-1467-DE49E26120F1}"/>
              </a:ext>
            </a:extLst>
          </p:cNvPr>
          <p:cNvSpPr txBox="1">
            <a:spLocks/>
          </p:cNvSpPr>
          <p:nvPr/>
        </p:nvSpPr>
        <p:spPr>
          <a:xfrm>
            <a:off x="9344313" y="3574095"/>
            <a:ext cx="2480133" cy="1454244"/>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050" b="1"/>
              <a:t>Predictive engine records cases’ root cause </a:t>
            </a:r>
            <a:r>
              <a:rPr lang="en-US" sz="1050"/>
              <a:t>(vendor, decorator, product, issue type), </a:t>
            </a:r>
            <a:r>
              <a:rPr lang="en-US" sz="1050" b="1"/>
              <a:t>recognizes issue patterns at vendor, decorator or item level </a:t>
            </a:r>
            <a:r>
              <a:rPr lang="en-US" sz="1050"/>
              <a:t>(e.g., vendor X driving repeated short shipping) </a:t>
            </a:r>
            <a:r>
              <a:rPr lang="en-US" sz="1050" b="1"/>
              <a:t>and predicts likely future cases</a:t>
            </a:r>
          </a:p>
          <a:p>
            <a:pPr lvl="0">
              <a:defRPr/>
            </a:pPr>
            <a:r>
              <a:rPr lang="en-US" sz="1050"/>
              <a:t>When a pattern emerges, it:</a:t>
            </a:r>
          </a:p>
          <a:p>
            <a:pPr marL="171450" lvl="0" indent="-171450">
              <a:buFont typeface="Arial" panose="020B0604020202020204" pitchFamily="34" charset="0"/>
              <a:buChar char="•"/>
              <a:defRPr/>
            </a:pPr>
            <a:r>
              <a:rPr lang="en-US" sz="1050" b="1"/>
              <a:t>Informs other departments </a:t>
            </a:r>
            <a:r>
              <a:rPr lang="en-US" sz="1050"/>
              <a:t>(e.g., purchasing, merchandising) to take remedial actions </a:t>
            </a:r>
          </a:p>
          <a:p>
            <a:pPr marL="171450" lvl="0" indent="-171450">
              <a:buFont typeface="Arial" panose="020B0604020202020204" pitchFamily="34" charset="0"/>
              <a:buChar char="•"/>
              <a:defRPr/>
            </a:pPr>
            <a:r>
              <a:rPr lang="en-US" sz="1050" b="1"/>
              <a:t>Pushes proactive updates </a:t>
            </a:r>
            <a:r>
              <a:rPr lang="en-US" sz="1050"/>
              <a:t>on affected open cases driving significant case volume reduction over time</a:t>
            </a:r>
            <a:endParaRPr kumimoji="0" lang="de-DE" sz="105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74" name="Group 73">
            <a:extLst>
              <a:ext uri="{FF2B5EF4-FFF2-40B4-BE49-F238E27FC236}">
                <a16:creationId xmlns:a16="http://schemas.microsoft.com/office/drawing/2014/main" id="{7BA8BB80-8D0D-DDEF-52C0-15788939983F}"/>
              </a:ext>
            </a:extLst>
          </p:cNvPr>
          <p:cNvGrpSpPr/>
          <p:nvPr>
            <p:custDataLst>
              <p:tags r:id="rId3"/>
            </p:custDataLst>
          </p:nvPr>
        </p:nvGrpSpPr>
        <p:grpSpPr>
          <a:xfrm>
            <a:off x="554736" y="1100770"/>
            <a:ext cx="5672252" cy="378373"/>
            <a:chOff x="554736" y="1285186"/>
            <a:chExt cx="2797238" cy="378373"/>
          </a:xfrm>
        </p:grpSpPr>
        <p:sp>
          <p:nvSpPr>
            <p:cNvPr id="26" name="Freeform: Shape 25">
              <a:extLst>
                <a:ext uri="{FF2B5EF4-FFF2-40B4-BE49-F238E27FC236}">
                  <a16:creationId xmlns:a16="http://schemas.microsoft.com/office/drawing/2014/main" id="{CAE96C5D-5A0F-E961-248F-AC53A942205A}"/>
                </a:ext>
              </a:extLst>
            </p:cNvPr>
            <p:cNvSpPr/>
            <p:nvPr>
              <p:custDataLst>
                <p:tags r:id="rId14"/>
              </p:custDataLst>
            </p:nvPr>
          </p:nvSpPr>
          <p:spPr>
            <a:xfrm>
              <a:off x="554736" y="1285186"/>
              <a:ext cx="2797238" cy="378373"/>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55057 w 1828800"/>
                <a:gd name="csY5" fmla="*/ 457200 h 914400"/>
                <a:gd name="csX0" fmla="*/ 0 w 1828800"/>
                <a:gd name="csY0" fmla="*/ 0 h 914400"/>
                <a:gd name="csX1" fmla="*/ 1773744 w 1828800"/>
                <a:gd name="csY1" fmla="*/ 0 h 914400"/>
                <a:gd name="csX2" fmla="*/ 1828800 w 1828800"/>
                <a:gd name="csY2" fmla="*/ 457200 h 914400"/>
                <a:gd name="csX3" fmla="*/ 1770585 w 1828800"/>
                <a:gd name="csY3" fmla="*/ 914400 h 914400"/>
                <a:gd name="csX4" fmla="*/ 0 w 1828800"/>
                <a:gd name="csY4" fmla="*/ 914400 h 914400"/>
                <a:gd name="csX5" fmla="*/ 55057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55057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0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0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0 w 1828800"/>
                <a:gd name="csY5" fmla="*/ 457200 h 914400"/>
                <a:gd name="csX0" fmla="*/ 0 w 1828800"/>
                <a:gd name="csY0" fmla="*/ 0 h 914400"/>
                <a:gd name="csX1" fmla="*/ 1773744 w 1828800"/>
                <a:gd name="csY1" fmla="*/ 0 h 914400"/>
                <a:gd name="csX2" fmla="*/ 1828800 w 1828800"/>
                <a:gd name="csY2" fmla="*/ 457200 h 914400"/>
                <a:gd name="csX3" fmla="*/ 1773744 w 1828800"/>
                <a:gd name="csY3" fmla="*/ 914400 h 914400"/>
                <a:gd name="csX4" fmla="*/ 0 w 1828800"/>
                <a:gd name="csY4" fmla="*/ 914400 h 914400"/>
                <a:gd name="csX5" fmla="*/ 50552 w 1828800"/>
                <a:gd name="csY5" fmla="*/ 457201 h 914400"/>
                <a:gd name="csX0" fmla="*/ 0 w 1828800"/>
                <a:gd name="csY0" fmla="*/ 0 h 914400"/>
                <a:gd name="csX1" fmla="*/ 1778249 w 1828800"/>
                <a:gd name="csY1" fmla="*/ 0 h 914400"/>
                <a:gd name="csX2" fmla="*/ 1828800 w 1828800"/>
                <a:gd name="csY2" fmla="*/ 457200 h 914400"/>
                <a:gd name="csX3" fmla="*/ 1773744 w 1828800"/>
                <a:gd name="csY3" fmla="*/ 914400 h 914400"/>
                <a:gd name="csX4" fmla="*/ 0 w 1828800"/>
                <a:gd name="csY4" fmla="*/ 914400 h 914400"/>
                <a:gd name="csX5" fmla="*/ 50552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2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44528 w 1828800"/>
                <a:gd name="csY5" fmla="*/ 457201 h 914400"/>
                <a:gd name="csX0" fmla="*/ 0 w 1828800"/>
                <a:gd name="csY0" fmla="*/ 0 h 914400"/>
                <a:gd name="csX1" fmla="*/ 1784272 w 1828800"/>
                <a:gd name="csY1" fmla="*/ 0 h 914400"/>
                <a:gd name="csX2" fmla="*/ 1828800 w 1828800"/>
                <a:gd name="csY2" fmla="*/ 457200 h 914400"/>
                <a:gd name="csX3" fmla="*/ 1778249 w 1828800"/>
                <a:gd name="csY3" fmla="*/ 914400 h 914400"/>
                <a:gd name="csX4" fmla="*/ 0 w 1828800"/>
                <a:gd name="csY4" fmla="*/ 914400 h 914400"/>
                <a:gd name="csX5" fmla="*/ 44528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44528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0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0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0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84272" y="0"/>
                  </a:lnTo>
                  <a:lnTo>
                    <a:pt x="1828800" y="457200"/>
                  </a:lnTo>
                  <a:lnTo>
                    <a:pt x="1784272" y="914400"/>
                  </a:lnTo>
                  <a:lnTo>
                    <a:pt x="0" y="914400"/>
                  </a:lnTo>
                  <a:lnTo>
                    <a:pt x="0" y="457201"/>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30" name="TextBox 29">
              <a:extLst>
                <a:ext uri="{FF2B5EF4-FFF2-40B4-BE49-F238E27FC236}">
                  <a16:creationId xmlns:a16="http://schemas.microsoft.com/office/drawing/2014/main" id="{B0D7909D-1DE0-3687-AECC-64D070A145CA}"/>
                </a:ext>
              </a:extLst>
            </p:cNvPr>
            <p:cNvSpPr txBox="1"/>
            <p:nvPr>
              <p:custDataLst>
                <p:tags r:id="rId15"/>
              </p:custDataLst>
            </p:nvPr>
          </p:nvSpPr>
          <p:spPr>
            <a:xfrm>
              <a:off x="618236" y="1311462"/>
              <a:ext cx="2665631" cy="325821"/>
            </a:xfrm>
            <a:prstGeom prst="rect">
              <a:avLst/>
            </a:prstGeom>
          </p:spPr>
          <p:txBody>
            <a:bodyPr vert="horz" lIns="381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bg1"/>
                  </a:solidFill>
                </a:rPr>
                <a:t>Intake and triage</a:t>
              </a:r>
            </a:p>
          </p:txBody>
        </p:sp>
      </p:grpSp>
      <p:grpSp>
        <p:nvGrpSpPr>
          <p:cNvPr id="76" name="Group 75">
            <a:extLst>
              <a:ext uri="{FF2B5EF4-FFF2-40B4-BE49-F238E27FC236}">
                <a16:creationId xmlns:a16="http://schemas.microsoft.com/office/drawing/2014/main" id="{026B7949-D84F-01A9-D7E9-9409500B9809}"/>
              </a:ext>
            </a:extLst>
          </p:cNvPr>
          <p:cNvGrpSpPr/>
          <p:nvPr>
            <p:custDataLst>
              <p:tags r:id="rId4"/>
            </p:custDataLst>
          </p:nvPr>
        </p:nvGrpSpPr>
        <p:grpSpPr>
          <a:xfrm>
            <a:off x="6076612" y="1100770"/>
            <a:ext cx="2797238" cy="378373"/>
            <a:chOff x="6078263" y="1285186"/>
            <a:chExt cx="2797238" cy="378373"/>
          </a:xfrm>
        </p:grpSpPr>
        <p:sp>
          <p:nvSpPr>
            <p:cNvPr id="38" name="Freeform: Shape 37">
              <a:extLst>
                <a:ext uri="{FF2B5EF4-FFF2-40B4-BE49-F238E27FC236}">
                  <a16:creationId xmlns:a16="http://schemas.microsoft.com/office/drawing/2014/main" id="{29CACBEF-D4F3-7403-206E-976DEE4EDBA0}"/>
                </a:ext>
              </a:extLst>
            </p:cNvPr>
            <p:cNvSpPr/>
            <p:nvPr>
              <p:custDataLst>
                <p:tags r:id="rId12"/>
              </p:custDataLst>
            </p:nvPr>
          </p:nvSpPr>
          <p:spPr>
            <a:xfrm>
              <a:off x="6078263" y="1285186"/>
              <a:ext cx="2797238" cy="378373"/>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1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1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50551 w 1828800"/>
                <a:gd name="csY5" fmla="*/ 457201 h 914400"/>
                <a:gd name="csX0" fmla="*/ 0 w 1828800"/>
                <a:gd name="csY0" fmla="*/ 0 h 914400"/>
                <a:gd name="csX1" fmla="*/ 1778249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84272 w 1828800"/>
                <a:gd name="csY1" fmla="*/ 0 h 914400"/>
                <a:gd name="csX2" fmla="*/ 1828800 w 1828800"/>
                <a:gd name="csY2" fmla="*/ 457200 h 914400"/>
                <a:gd name="csX3" fmla="*/ 1778249 w 1828800"/>
                <a:gd name="csY3" fmla="*/ 914400 h 914400"/>
                <a:gd name="csX4" fmla="*/ 0 w 1828800"/>
                <a:gd name="csY4" fmla="*/ 914400 h 914400"/>
                <a:gd name="csX5" fmla="*/ 0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0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44528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44528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44528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84272" y="0"/>
                  </a:lnTo>
                  <a:lnTo>
                    <a:pt x="1828800" y="457200"/>
                  </a:lnTo>
                  <a:lnTo>
                    <a:pt x="1784272" y="914400"/>
                  </a:lnTo>
                  <a:lnTo>
                    <a:pt x="0" y="914400"/>
                  </a:lnTo>
                  <a:lnTo>
                    <a:pt x="44528" y="457201"/>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39" name="TextBox 38">
              <a:extLst>
                <a:ext uri="{FF2B5EF4-FFF2-40B4-BE49-F238E27FC236}">
                  <a16:creationId xmlns:a16="http://schemas.microsoft.com/office/drawing/2014/main" id="{FD254208-3B10-BBDE-D849-BD399C6DD46A}"/>
                </a:ext>
              </a:extLst>
            </p:cNvPr>
            <p:cNvSpPr txBox="1"/>
            <p:nvPr>
              <p:custDataLst>
                <p:tags r:id="rId13"/>
              </p:custDataLst>
            </p:nvPr>
          </p:nvSpPr>
          <p:spPr>
            <a:xfrm>
              <a:off x="6197170" y="1311462"/>
              <a:ext cx="2610224" cy="325821"/>
            </a:xfrm>
            <a:prstGeom prst="rect">
              <a:avLst/>
            </a:prstGeom>
          </p:spPr>
          <p:txBody>
            <a:bodyPr vert="horz" lIns="381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bg1"/>
                  </a:solidFill>
                </a:rPr>
                <a:t>Resolve</a:t>
              </a:r>
            </a:p>
          </p:txBody>
        </p:sp>
      </p:grpSp>
      <p:grpSp>
        <p:nvGrpSpPr>
          <p:cNvPr id="68" name="Group 67">
            <a:extLst>
              <a:ext uri="{FF2B5EF4-FFF2-40B4-BE49-F238E27FC236}">
                <a16:creationId xmlns:a16="http://schemas.microsoft.com/office/drawing/2014/main" id="{FE44EAAD-BEBB-EB45-EDD4-799B3C35A833}"/>
              </a:ext>
            </a:extLst>
          </p:cNvPr>
          <p:cNvGrpSpPr/>
          <p:nvPr>
            <p:custDataLst>
              <p:tags r:id="rId5"/>
            </p:custDataLst>
          </p:nvPr>
        </p:nvGrpSpPr>
        <p:grpSpPr>
          <a:xfrm>
            <a:off x="8769907" y="1100770"/>
            <a:ext cx="2864881" cy="378373"/>
            <a:chOff x="8840026" y="1285186"/>
            <a:chExt cx="2797238" cy="378373"/>
          </a:xfrm>
        </p:grpSpPr>
        <p:sp>
          <p:nvSpPr>
            <p:cNvPr id="41" name="Freeform: Shape 40">
              <a:extLst>
                <a:ext uri="{FF2B5EF4-FFF2-40B4-BE49-F238E27FC236}">
                  <a16:creationId xmlns:a16="http://schemas.microsoft.com/office/drawing/2014/main" id="{85871229-D637-8A0B-D088-75FAF0B21C1D}"/>
                </a:ext>
              </a:extLst>
            </p:cNvPr>
            <p:cNvSpPr/>
            <p:nvPr>
              <p:custDataLst>
                <p:tags r:id="rId10"/>
              </p:custDataLst>
            </p:nvPr>
          </p:nvSpPr>
          <p:spPr>
            <a:xfrm>
              <a:off x="8840026" y="1285186"/>
              <a:ext cx="2797238" cy="378373"/>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8195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8195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0 w 1828800"/>
                <a:gd name="csY5" fmla="*/ 457200 h 914400"/>
                <a:gd name="csX0" fmla="*/ 0 w 1828800"/>
                <a:gd name="csY0" fmla="*/ 0 h 914400"/>
                <a:gd name="csX1" fmla="*/ 1770585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5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58215 w 1828800"/>
                <a:gd name="csY5" fmla="*/ 457200 h 914400"/>
                <a:gd name="csX0" fmla="*/ 0 w 1828800"/>
                <a:gd name="csY0" fmla="*/ 0 h 914400"/>
                <a:gd name="csX1" fmla="*/ 1770586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0586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55057 w 1828800"/>
                <a:gd name="csY5" fmla="*/ 457200 h 914400"/>
                <a:gd name="csX0" fmla="*/ 0 w 1828800"/>
                <a:gd name="csY0" fmla="*/ 0 h 914400"/>
                <a:gd name="csX1" fmla="*/ 1773743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8 w 1828800"/>
                <a:gd name="csY1" fmla="*/ 0 h 914400"/>
                <a:gd name="csX2" fmla="*/ 1828800 w 1828800"/>
                <a:gd name="csY2" fmla="*/ 457200 h 914400"/>
                <a:gd name="csX3" fmla="*/ 1773743 w 1828800"/>
                <a:gd name="csY3" fmla="*/ 914400 h 914400"/>
                <a:gd name="csX4" fmla="*/ 0 w 1828800"/>
                <a:gd name="csY4" fmla="*/ 914400 h 914400"/>
                <a:gd name="csX5" fmla="*/ 0 w 1828800"/>
                <a:gd name="csY5" fmla="*/ 457201 h 914400"/>
                <a:gd name="csX0" fmla="*/ 0 w 1828800"/>
                <a:gd name="csY0" fmla="*/ 0 h 914400"/>
                <a:gd name="csX1" fmla="*/ 1778248 w 1828800"/>
                <a:gd name="csY1" fmla="*/ 0 h 914400"/>
                <a:gd name="csX2" fmla="*/ 1828800 w 1828800"/>
                <a:gd name="csY2" fmla="*/ 457200 h 914400"/>
                <a:gd name="csX3" fmla="*/ 1778248 w 1828800"/>
                <a:gd name="csY3" fmla="*/ 914400 h 914400"/>
                <a:gd name="csX4" fmla="*/ 0 w 1828800"/>
                <a:gd name="csY4" fmla="*/ 914400 h 914400"/>
                <a:gd name="csX5" fmla="*/ 0 w 1828800"/>
                <a:gd name="csY5" fmla="*/ 457201 h 914400"/>
                <a:gd name="csX0" fmla="*/ 0 w 1828800"/>
                <a:gd name="csY0" fmla="*/ 0 h 914400"/>
                <a:gd name="csX1" fmla="*/ 1778248 w 1828800"/>
                <a:gd name="csY1" fmla="*/ 0 h 914400"/>
                <a:gd name="csX2" fmla="*/ 1828800 w 1828800"/>
                <a:gd name="csY2" fmla="*/ 457200 h 914400"/>
                <a:gd name="csX3" fmla="*/ 1778248 w 1828800"/>
                <a:gd name="csY3" fmla="*/ 914400 h 914400"/>
                <a:gd name="csX4" fmla="*/ 0 w 1828800"/>
                <a:gd name="csY4" fmla="*/ 914400 h 914400"/>
                <a:gd name="csX5" fmla="*/ 50551 w 1828800"/>
                <a:gd name="csY5" fmla="*/ 457201 h 914400"/>
                <a:gd name="csX0" fmla="*/ 0 w 1828800"/>
                <a:gd name="csY0" fmla="*/ 0 h 914400"/>
                <a:gd name="csX1" fmla="*/ 1778248 w 1828800"/>
                <a:gd name="csY1" fmla="*/ 0 h 914400"/>
                <a:gd name="csX2" fmla="*/ 1828800 w 1828800"/>
                <a:gd name="csY2" fmla="*/ 457200 h 914400"/>
                <a:gd name="csX3" fmla="*/ 1778248 w 1828800"/>
                <a:gd name="csY3" fmla="*/ 914400 h 914400"/>
                <a:gd name="csX4" fmla="*/ 0 w 1828800"/>
                <a:gd name="csY4" fmla="*/ 914400 h 914400"/>
                <a:gd name="csX5" fmla="*/ 50551 w 1828800"/>
                <a:gd name="csY5" fmla="*/ 457201 h 914400"/>
                <a:gd name="csX0" fmla="*/ 0 w 1828800"/>
                <a:gd name="csY0" fmla="*/ 0 h 914400"/>
                <a:gd name="csX1" fmla="*/ 1778248 w 1828800"/>
                <a:gd name="csY1" fmla="*/ 0 h 914400"/>
                <a:gd name="csX2" fmla="*/ 1828800 w 1828800"/>
                <a:gd name="csY2" fmla="*/ 457200 h 914400"/>
                <a:gd name="csX3" fmla="*/ 1778248 w 1828800"/>
                <a:gd name="csY3" fmla="*/ 914400 h 914400"/>
                <a:gd name="csX4" fmla="*/ 0 w 1828800"/>
                <a:gd name="csY4" fmla="*/ 914400 h 914400"/>
                <a:gd name="csX5" fmla="*/ 50551 w 1828800"/>
                <a:gd name="csY5" fmla="*/ 457201 h 914400"/>
                <a:gd name="csX0" fmla="*/ 0 w 1828800"/>
                <a:gd name="csY0" fmla="*/ 0 h 914400"/>
                <a:gd name="csX1" fmla="*/ 1778248 w 1828800"/>
                <a:gd name="csY1" fmla="*/ 0 h 914400"/>
                <a:gd name="csX2" fmla="*/ 1828800 w 1828800"/>
                <a:gd name="csY2" fmla="*/ 457200 h 914400"/>
                <a:gd name="csX3" fmla="*/ 1778248 w 1828800"/>
                <a:gd name="csY3" fmla="*/ 914400 h 914400"/>
                <a:gd name="csX4" fmla="*/ 0 w 1828800"/>
                <a:gd name="csY4" fmla="*/ 914400 h 914400"/>
                <a:gd name="csX5" fmla="*/ 0 w 1828800"/>
                <a:gd name="csY5" fmla="*/ 457201 h 914400"/>
                <a:gd name="csX0" fmla="*/ 0 w 1828800"/>
                <a:gd name="csY0" fmla="*/ 0 h 914400"/>
                <a:gd name="csX1" fmla="*/ 1784272 w 1828800"/>
                <a:gd name="csY1" fmla="*/ 0 h 914400"/>
                <a:gd name="csX2" fmla="*/ 1828800 w 1828800"/>
                <a:gd name="csY2" fmla="*/ 457200 h 914400"/>
                <a:gd name="csX3" fmla="*/ 1778248 w 1828800"/>
                <a:gd name="csY3" fmla="*/ 914400 h 914400"/>
                <a:gd name="csX4" fmla="*/ 0 w 1828800"/>
                <a:gd name="csY4" fmla="*/ 914400 h 914400"/>
                <a:gd name="csX5" fmla="*/ 0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0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44528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44528 w 1828800"/>
                <a:gd name="csY5" fmla="*/ 457201 h 914400"/>
                <a:gd name="csX0" fmla="*/ 0 w 1828800"/>
                <a:gd name="csY0" fmla="*/ 0 h 914400"/>
                <a:gd name="csX1" fmla="*/ 1784272 w 1828800"/>
                <a:gd name="csY1" fmla="*/ 0 h 914400"/>
                <a:gd name="csX2" fmla="*/ 1828800 w 1828800"/>
                <a:gd name="csY2" fmla="*/ 457200 h 914400"/>
                <a:gd name="csX3" fmla="*/ 1784272 w 1828800"/>
                <a:gd name="csY3" fmla="*/ 914400 h 914400"/>
                <a:gd name="csX4" fmla="*/ 0 w 1828800"/>
                <a:gd name="csY4" fmla="*/ 914400 h 914400"/>
                <a:gd name="csX5" fmla="*/ 44528 w 1828800"/>
                <a:gd name="csY5" fmla="*/ 457201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84272" y="0"/>
                  </a:lnTo>
                  <a:lnTo>
                    <a:pt x="1828800" y="457200"/>
                  </a:lnTo>
                  <a:lnTo>
                    <a:pt x="1784272" y="914400"/>
                  </a:lnTo>
                  <a:lnTo>
                    <a:pt x="0" y="914400"/>
                  </a:lnTo>
                  <a:lnTo>
                    <a:pt x="44528" y="457201"/>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200" err="1">
                <a:solidFill>
                  <a:schemeClr val="bg1"/>
                </a:solidFill>
              </a:endParaRPr>
            </a:p>
          </p:txBody>
        </p:sp>
        <p:sp>
          <p:nvSpPr>
            <p:cNvPr id="48" name="TextBox 47">
              <a:extLst>
                <a:ext uri="{FF2B5EF4-FFF2-40B4-BE49-F238E27FC236}">
                  <a16:creationId xmlns:a16="http://schemas.microsoft.com/office/drawing/2014/main" id="{D17FA8C3-C9FF-0C8E-6F9C-30A94359DCCC}"/>
                </a:ext>
              </a:extLst>
            </p:cNvPr>
            <p:cNvSpPr txBox="1"/>
            <p:nvPr>
              <p:custDataLst>
                <p:tags r:id="rId11"/>
              </p:custDataLst>
            </p:nvPr>
          </p:nvSpPr>
          <p:spPr>
            <a:xfrm>
              <a:off x="8958934" y="1311462"/>
              <a:ext cx="2610224" cy="325821"/>
            </a:xfrm>
            <a:prstGeom prst="rect">
              <a:avLst/>
            </a:prstGeom>
          </p:spPr>
          <p:txBody>
            <a:bodyPr vert="horz" lIns="381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a:solidFill>
                    <a:schemeClr val="bg1"/>
                  </a:solidFill>
                </a:rPr>
                <a:t>Predict event repeats</a:t>
              </a:r>
            </a:p>
          </p:txBody>
        </p:sp>
      </p:grpSp>
      <p:grpSp>
        <p:nvGrpSpPr>
          <p:cNvPr id="79" name="Group 78">
            <a:extLst>
              <a:ext uri="{FF2B5EF4-FFF2-40B4-BE49-F238E27FC236}">
                <a16:creationId xmlns:a16="http://schemas.microsoft.com/office/drawing/2014/main" id="{5E795623-DF25-51A2-8C79-C191F811A886}"/>
              </a:ext>
            </a:extLst>
          </p:cNvPr>
          <p:cNvGrpSpPr/>
          <p:nvPr/>
        </p:nvGrpSpPr>
        <p:grpSpPr>
          <a:xfrm>
            <a:off x="554735" y="3574095"/>
            <a:ext cx="454390" cy="454390"/>
            <a:chOff x="879091" y="2392603"/>
            <a:chExt cx="349181" cy="349181"/>
          </a:xfrm>
          <a:solidFill>
            <a:schemeClr val="accent3"/>
          </a:solidFill>
        </p:grpSpPr>
        <p:pic>
          <p:nvPicPr>
            <p:cNvPr id="80" name="CustomIcon">
              <a:extLst>
                <a:ext uri="{FF2B5EF4-FFF2-40B4-BE49-F238E27FC236}">
                  <a16:creationId xmlns:a16="http://schemas.microsoft.com/office/drawing/2014/main" id="{8E9CA074-EEC7-6057-006F-2F5BB58CC63E}"/>
                </a:ext>
              </a:extLst>
            </p:cNvPr>
            <p:cNvPicPr>
              <a:picLocks noChangeAspect="1"/>
            </p:cNvPicPr>
            <p:nvPr>
              <p:custDataLst>
                <p:tags r:id="rId9"/>
              </p:custDataLst>
            </p:nvPr>
          </p:nvPicPr>
          <p:blipFill>
            <a:blip>
              <a:extLst>
                <a:ext uri="{96DAC541-7B7A-43D3-8B79-37D633B846F1}">
                  <asvg:svgBlip xmlns:asvg="http://schemas.microsoft.com/office/drawing/2016/SVG/main" r:embed="rId19"/>
                </a:ext>
              </a:extLst>
            </a:blip>
            <a:stretch>
              <a:fillRect/>
            </a:stretch>
          </p:blipFill>
          <p:spPr>
            <a:xfrm>
              <a:off x="879091" y="2392603"/>
              <a:ext cx="349181" cy="349181"/>
            </a:xfrm>
            <a:prstGeom prst="rect">
              <a:avLst/>
            </a:prstGeom>
          </p:spPr>
        </p:pic>
        <p:sp>
          <p:nvSpPr>
            <p:cNvPr id="81" name="TextBox 80">
              <a:extLst>
                <a:ext uri="{FF2B5EF4-FFF2-40B4-BE49-F238E27FC236}">
                  <a16:creationId xmlns:a16="http://schemas.microsoft.com/office/drawing/2014/main" id="{1233C8D2-B719-678C-CB1E-5F5FD3854C84}"/>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1</a:t>
              </a:r>
            </a:p>
          </p:txBody>
        </p:sp>
      </p:grpSp>
      <p:grpSp>
        <p:nvGrpSpPr>
          <p:cNvPr id="82" name="Group 81">
            <a:extLst>
              <a:ext uri="{FF2B5EF4-FFF2-40B4-BE49-F238E27FC236}">
                <a16:creationId xmlns:a16="http://schemas.microsoft.com/office/drawing/2014/main" id="{53CC8759-1F59-D113-7D5E-B1BB64236CA5}"/>
              </a:ext>
            </a:extLst>
          </p:cNvPr>
          <p:cNvGrpSpPr/>
          <p:nvPr/>
        </p:nvGrpSpPr>
        <p:grpSpPr>
          <a:xfrm>
            <a:off x="3301855" y="3574095"/>
            <a:ext cx="454390" cy="454390"/>
            <a:chOff x="879091" y="2392603"/>
            <a:chExt cx="349181" cy="349181"/>
          </a:xfrm>
          <a:solidFill>
            <a:schemeClr val="accent3"/>
          </a:solidFill>
        </p:grpSpPr>
        <p:pic>
          <p:nvPicPr>
            <p:cNvPr id="83" name="CustomIcon">
              <a:extLst>
                <a:ext uri="{FF2B5EF4-FFF2-40B4-BE49-F238E27FC236}">
                  <a16:creationId xmlns:a16="http://schemas.microsoft.com/office/drawing/2014/main" id="{17075E47-4B02-8983-881D-B8D402A730E7}"/>
                </a:ext>
              </a:extLst>
            </p:cNvPr>
            <p:cNvPicPr>
              <a:picLocks noChangeAspect="1"/>
            </p:cNvPicPr>
            <p:nvPr>
              <p:custDataLst>
                <p:tags r:id="rId8"/>
              </p:custDataLst>
            </p:nvPr>
          </p:nvPicPr>
          <p:blipFill>
            <a:blip>
              <a:extLst>
                <a:ext uri="{96DAC541-7B7A-43D3-8B79-37D633B846F1}">
                  <asvg:svgBlip xmlns:asvg="http://schemas.microsoft.com/office/drawing/2016/SVG/main" r:embed="rId19"/>
                </a:ext>
              </a:extLst>
            </a:blip>
            <a:stretch>
              <a:fillRect/>
            </a:stretch>
          </p:blipFill>
          <p:spPr>
            <a:xfrm>
              <a:off x="879091" y="2392603"/>
              <a:ext cx="349181" cy="349181"/>
            </a:xfrm>
            <a:prstGeom prst="rect">
              <a:avLst/>
            </a:prstGeom>
          </p:spPr>
        </p:pic>
        <p:sp>
          <p:nvSpPr>
            <p:cNvPr id="84" name="TextBox 83">
              <a:extLst>
                <a:ext uri="{FF2B5EF4-FFF2-40B4-BE49-F238E27FC236}">
                  <a16:creationId xmlns:a16="http://schemas.microsoft.com/office/drawing/2014/main" id="{3A22D33A-B0C9-0AB6-F40B-7CF82EE7A966}"/>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2</a:t>
              </a:r>
            </a:p>
          </p:txBody>
        </p:sp>
      </p:grpSp>
      <p:grpSp>
        <p:nvGrpSpPr>
          <p:cNvPr id="85" name="Group 84">
            <a:extLst>
              <a:ext uri="{FF2B5EF4-FFF2-40B4-BE49-F238E27FC236}">
                <a16:creationId xmlns:a16="http://schemas.microsoft.com/office/drawing/2014/main" id="{2393C5FA-6494-C13A-4C76-7D260A0E425F}"/>
              </a:ext>
            </a:extLst>
          </p:cNvPr>
          <p:cNvGrpSpPr/>
          <p:nvPr/>
        </p:nvGrpSpPr>
        <p:grpSpPr>
          <a:xfrm>
            <a:off x="6048975" y="3574095"/>
            <a:ext cx="498320" cy="454390"/>
            <a:chOff x="879091" y="2392603"/>
            <a:chExt cx="349181" cy="349181"/>
          </a:xfrm>
          <a:solidFill>
            <a:schemeClr val="accent3"/>
          </a:solidFill>
        </p:grpSpPr>
        <p:pic>
          <p:nvPicPr>
            <p:cNvPr id="86" name="CustomIcon">
              <a:extLst>
                <a:ext uri="{FF2B5EF4-FFF2-40B4-BE49-F238E27FC236}">
                  <a16:creationId xmlns:a16="http://schemas.microsoft.com/office/drawing/2014/main" id="{C7BD1459-FFD4-B68D-F479-225E3B97B4C0}"/>
                </a:ext>
              </a:extLst>
            </p:cNvPr>
            <p:cNvPicPr>
              <a:picLocks noChangeAspect="1"/>
            </p:cNvPicPr>
            <p:nvPr>
              <p:custDataLst>
                <p:tags r:id="rId7"/>
              </p:custDataLst>
            </p:nvPr>
          </p:nvPicPr>
          <p:blipFill>
            <a:blip>
              <a:extLst>
                <a:ext uri="{96DAC541-7B7A-43D3-8B79-37D633B846F1}">
                  <asvg:svgBlip xmlns:asvg="http://schemas.microsoft.com/office/drawing/2016/SVG/main" r:embed="rId19"/>
                </a:ext>
              </a:extLst>
            </a:blip>
            <a:stretch>
              <a:fillRect/>
            </a:stretch>
          </p:blipFill>
          <p:spPr>
            <a:xfrm>
              <a:off x="879091" y="2392603"/>
              <a:ext cx="349181" cy="349181"/>
            </a:xfrm>
            <a:prstGeom prst="rect">
              <a:avLst/>
            </a:prstGeom>
          </p:spPr>
        </p:pic>
        <p:sp>
          <p:nvSpPr>
            <p:cNvPr id="87" name="TextBox 86">
              <a:extLst>
                <a:ext uri="{FF2B5EF4-FFF2-40B4-BE49-F238E27FC236}">
                  <a16:creationId xmlns:a16="http://schemas.microsoft.com/office/drawing/2014/main" id="{F878732D-BD54-D7DA-36D6-9E4F55286B22}"/>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3</a:t>
              </a:r>
            </a:p>
          </p:txBody>
        </p:sp>
      </p:grpSp>
      <p:grpSp>
        <p:nvGrpSpPr>
          <p:cNvPr id="88" name="Group 87">
            <a:extLst>
              <a:ext uri="{FF2B5EF4-FFF2-40B4-BE49-F238E27FC236}">
                <a16:creationId xmlns:a16="http://schemas.microsoft.com/office/drawing/2014/main" id="{92CF8774-0236-F31C-64E3-39DED40B94AB}"/>
              </a:ext>
            </a:extLst>
          </p:cNvPr>
          <p:cNvGrpSpPr/>
          <p:nvPr/>
        </p:nvGrpSpPr>
        <p:grpSpPr>
          <a:xfrm>
            <a:off x="8840025" y="3574095"/>
            <a:ext cx="454390" cy="454390"/>
            <a:chOff x="879091" y="2392603"/>
            <a:chExt cx="349181" cy="349181"/>
          </a:xfrm>
          <a:solidFill>
            <a:schemeClr val="accent3"/>
          </a:solidFill>
        </p:grpSpPr>
        <p:pic>
          <p:nvPicPr>
            <p:cNvPr id="89" name="CustomIcon">
              <a:extLst>
                <a:ext uri="{FF2B5EF4-FFF2-40B4-BE49-F238E27FC236}">
                  <a16:creationId xmlns:a16="http://schemas.microsoft.com/office/drawing/2014/main" id="{8CF74838-0633-195B-58FB-63F744F3BD59}"/>
                </a:ext>
              </a:extLst>
            </p:cNvPr>
            <p:cNvPicPr>
              <a:picLocks noChangeAspect="1"/>
            </p:cNvPicPr>
            <p:nvPr>
              <p:custDataLst>
                <p:tags r:id="rId6"/>
              </p:custDataLst>
            </p:nvPr>
          </p:nvPicPr>
          <p:blipFill>
            <a:blip>
              <a:extLst>
                <a:ext uri="{96DAC541-7B7A-43D3-8B79-37D633B846F1}">
                  <asvg:svgBlip xmlns:asvg="http://schemas.microsoft.com/office/drawing/2016/SVG/main" r:embed="rId19"/>
                </a:ext>
              </a:extLst>
            </a:blip>
            <a:stretch>
              <a:fillRect/>
            </a:stretch>
          </p:blipFill>
          <p:spPr>
            <a:xfrm>
              <a:off x="879091" y="2392603"/>
              <a:ext cx="349181" cy="349181"/>
            </a:xfrm>
            <a:prstGeom prst="rect">
              <a:avLst/>
            </a:prstGeom>
          </p:spPr>
        </p:pic>
        <p:sp>
          <p:nvSpPr>
            <p:cNvPr id="90" name="TextBox 89">
              <a:extLst>
                <a:ext uri="{FF2B5EF4-FFF2-40B4-BE49-F238E27FC236}">
                  <a16:creationId xmlns:a16="http://schemas.microsoft.com/office/drawing/2014/main" id="{7A89BBD7-7B3A-1F89-AE75-C559A811197E}"/>
                </a:ext>
              </a:extLst>
            </p:cNvPr>
            <p:cNvSpPr txBox="1">
              <a:spLocks/>
            </p:cNvSpPr>
            <p:nvPr/>
          </p:nvSpPr>
          <p:spPr>
            <a:xfrm>
              <a:off x="971279" y="2519747"/>
              <a:ext cx="164805" cy="127214"/>
            </a:xfrm>
            <a:prstGeom prst="rect">
              <a:avLst/>
            </a:prstGeom>
            <a:grpFill/>
          </p:spPr>
          <p:txBody>
            <a:bodyPr vert="horz" wrap="square" lIns="0" tIns="0" rIns="0" bIns="0" rtlCol="0" anchor="ctr"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rial" panose="020B0604020202020204" pitchFamily="34" charset="0"/>
                </a:defRPr>
              </a:lvl1pPr>
              <a:lvl2pPr marL="228600" lvl="1" indent="-228600">
                <a:lnSpc>
                  <a:spcPct val="100000"/>
                </a:lnSpc>
                <a:spcBef>
                  <a:spcPts val="0"/>
                </a:spcBef>
                <a:spcAft>
                  <a:spcPts val="300"/>
                </a:spcAft>
                <a:buClr>
                  <a:schemeClr val="tx1"/>
                </a:buClr>
                <a:buSzPct val="110000"/>
                <a:buFont typeface="Wingdings" panose="05000000000000000000" pitchFamily="2" charset="2"/>
                <a:buChar char=""/>
                <a:defRPr lang="en-US" sz="1600" dirty="0"/>
              </a:lvl2pPr>
              <a:lvl3pPr marL="438912" lvl="2" indent="-210312">
                <a:lnSpc>
                  <a:spcPct val="100000"/>
                </a:lnSpc>
                <a:spcBef>
                  <a:spcPts val="0"/>
                </a:spcBef>
                <a:spcAft>
                  <a:spcPts val="300"/>
                </a:spcAft>
                <a:buClr>
                  <a:schemeClr val="tx1"/>
                </a:buClr>
                <a:buSzPct val="110000"/>
                <a:buFont typeface="Arial" panose="020B0604020202020204" pitchFamily="34" charset="0"/>
                <a:buChar char="‒"/>
                <a:defRPr lang="en-US" sz="1600" dirty="0"/>
              </a:lvl3pPr>
              <a:lvl4pPr marL="594360" lvl="3" indent="-155448">
                <a:lnSpc>
                  <a:spcPct val="100000"/>
                </a:lnSpc>
                <a:spcBef>
                  <a:spcPts val="0"/>
                </a:spcBef>
                <a:spcAft>
                  <a:spcPts val="300"/>
                </a:spcAft>
                <a:buClr>
                  <a:schemeClr val="tx1"/>
                </a:buClr>
                <a:buSzPct val="100000"/>
                <a:buFont typeface="Arial" panose="020B0604020202020204" pitchFamily="34" charset="0"/>
                <a:buChar char="•"/>
                <a:defRPr lang="en-US" sz="1600" dirty="0"/>
              </a:lvl4pPr>
              <a:lvl5pPr marL="813816" lvl="4" indent="-146304">
                <a:lnSpc>
                  <a:spcPct val="100000"/>
                </a:lnSpc>
                <a:spcBef>
                  <a:spcPts val="0"/>
                </a:spcBef>
                <a:spcAft>
                  <a:spcPts val="300"/>
                </a:spcAft>
                <a:buClr>
                  <a:schemeClr val="tx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1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4</a:t>
              </a:r>
            </a:p>
          </p:txBody>
        </p:sp>
      </p:grpSp>
      <p:sp>
        <p:nvSpPr>
          <p:cNvPr id="92" name="TextBox 91">
            <a:extLst>
              <a:ext uri="{FF2B5EF4-FFF2-40B4-BE49-F238E27FC236}">
                <a16:creationId xmlns:a16="http://schemas.microsoft.com/office/drawing/2014/main" id="{F319A611-010A-9CF4-686B-BC233088D2BA}"/>
              </a:ext>
            </a:extLst>
          </p:cNvPr>
          <p:cNvSpPr txBox="1">
            <a:spLocks/>
          </p:cNvSpPr>
          <p:nvPr/>
        </p:nvSpPr>
        <p:spPr>
          <a:xfrm>
            <a:off x="6582550" y="3574095"/>
            <a:ext cx="2130552" cy="1608133"/>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a:t>Case agent executes standard resolution path for tier 1 &amp; tier 2 cases </a:t>
            </a:r>
            <a:r>
              <a:rPr lang="en-US" sz="1050"/>
              <a:t>(e.g., straight refunds for defective items)</a:t>
            </a:r>
            <a:r>
              <a:rPr lang="en-US" sz="1050" b="1"/>
              <a:t> </a:t>
            </a:r>
          </a:p>
          <a:p>
            <a:r>
              <a:rPr lang="en-US" sz="1050" b="1"/>
              <a:t>For</a:t>
            </a:r>
            <a:r>
              <a:rPr lang="en-US" sz="1050"/>
              <a:t> </a:t>
            </a:r>
            <a:r>
              <a:rPr lang="en-US" sz="1050" b="1"/>
              <a:t>tier 3 cases, a customer service co-pilot assists CC reps </a:t>
            </a:r>
            <a:r>
              <a:rPr lang="en-US" sz="1050"/>
              <a:t>through investigation &amp; next steps</a:t>
            </a:r>
          </a:p>
          <a:p>
            <a:r>
              <a:rPr lang="en-US" sz="1050" b="1"/>
              <a:t>Co-pilot reduces follow-up calls/emails </a:t>
            </a:r>
            <a:r>
              <a:rPr lang="en-US" sz="1050"/>
              <a:t>by sharing status updates with customer (e.g., shipment status), updates customer account in SAP, and ensures flow of data across systems</a:t>
            </a:r>
          </a:p>
        </p:txBody>
      </p:sp>
      <p:grpSp>
        <p:nvGrpSpPr>
          <p:cNvPr id="13" name="sticker">
            <a:extLst>
              <a:ext uri="{FF2B5EF4-FFF2-40B4-BE49-F238E27FC236}">
                <a16:creationId xmlns:a16="http://schemas.microsoft.com/office/drawing/2014/main" id="{C92EF285-723A-C8F3-6754-4266A25FCB88}"/>
              </a:ext>
            </a:extLst>
          </p:cNvPr>
          <p:cNvGrpSpPr/>
          <p:nvPr/>
        </p:nvGrpSpPr>
        <p:grpSpPr>
          <a:xfrm>
            <a:off x="558192" y="874337"/>
            <a:ext cx="666849" cy="156966"/>
            <a:chOff x="558192" y="1289273"/>
            <a:chExt cx="666849" cy="156966"/>
          </a:xfrm>
        </p:grpSpPr>
        <p:sp>
          <p:nvSpPr>
            <p:cNvPr id="11" name="StickerRectangle">
              <a:extLst>
                <a:ext uri="{FF2B5EF4-FFF2-40B4-BE49-F238E27FC236}">
                  <a16:creationId xmlns:a16="http://schemas.microsoft.com/office/drawing/2014/main" id="{9D442641-1FB1-DF36-E306-98A9B5F55CDC}"/>
                </a:ext>
              </a:extLst>
            </p:cNvPr>
            <p:cNvSpPr>
              <a:spLocks noChangeArrowheads="1"/>
            </p:cNvSpPr>
            <p:nvPr userDrawn="1"/>
          </p:nvSpPr>
          <p:spPr bwMode="gray">
            <a:xfrm>
              <a:off x="558192" y="1289273"/>
              <a:ext cx="66684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Directional</a:t>
              </a:r>
              <a:endParaRPr lang="en-US" sz="800" baseline="0">
                <a:solidFill>
                  <a:schemeClr val="tx1"/>
                </a:solidFill>
                <a:latin typeface="+mn-lt"/>
                <a:ea typeface="+mn-ea"/>
              </a:endParaRPr>
            </a:p>
          </p:txBody>
        </p:sp>
        <p:cxnSp>
          <p:nvCxnSpPr>
            <p:cNvPr id="12" name="StickerUnderline">
              <a:extLst>
                <a:ext uri="{FF2B5EF4-FFF2-40B4-BE49-F238E27FC236}">
                  <a16:creationId xmlns:a16="http://schemas.microsoft.com/office/drawing/2014/main" id="{54A5F995-64A4-57F5-1523-3C0FEDFD4C13}"/>
                </a:ext>
              </a:extLst>
            </p:cNvPr>
            <p:cNvCxnSpPr>
              <a:cxnSpLocks noChangeShapeType="1"/>
              <a:stCxn id="11" idx="4"/>
              <a:endCxn id="11" idx="6"/>
            </p:cNvCxnSpPr>
            <p:nvPr/>
          </p:nvCxnSpPr>
          <p:spPr bwMode="gray">
            <a:xfrm>
              <a:off x="558192" y="1446239"/>
              <a:ext cx="66684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9" name="Group 8">
            <a:extLst>
              <a:ext uri="{FF2B5EF4-FFF2-40B4-BE49-F238E27FC236}">
                <a16:creationId xmlns:a16="http://schemas.microsoft.com/office/drawing/2014/main" id="{65F4226D-E08D-AC57-6B3F-A9A2CF90CDAA}"/>
              </a:ext>
            </a:extLst>
          </p:cNvPr>
          <p:cNvGrpSpPr/>
          <p:nvPr/>
        </p:nvGrpSpPr>
        <p:grpSpPr>
          <a:xfrm>
            <a:off x="1133788" y="2220238"/>
            <a:ext cx="1702750" cy="1172439"/>
            <a:chOff x="1059024" y="2441569"/>
            <a:chExt cx="1814443" cy="1249345"/>
          </a:xfrm>
        </p:grpSpPr>
        <p:sp>
          <p:nvSpPr>
            <p:cNvPr id="216" name="Oval 215">
              <a:extLst>
                <a:ext uri="{FF2B5EF4-FFF2-40B4-BE49-F238E27FC236}">
                  <a16:creationId xmlns:a16="http://schemas.microsoft.com/office/drawing/2014/main" id="{7186C55F-0A33-A019-50B5-3D43A946B29E}"/>
                </a:ext>
              </a:extLst>
            </p:cNvPr>
            <p:cNvSpPr/>
            <p:nvPr/>
          </p:nvSpPr>
          <p:spPr>
            <a:xfrm>
              <a:off x="1337310" y="2441569"/>
              <a:ext cx="740664" cy="740664"/>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grpSp>
          <p:nvGrpSpPr>
            <p:cNvPr id="262" name="Group 261">
              <a:extLst>
                <a:ext uri="{FF2B5EF4-FFF2-40B4-BE49-F238E27FC236}">
                  <a16:creationId xmlns:a16="http://schemas.microsoft.com/office/drawing/2014/main" id="{CF795459-5E3C-E165-E24B-1B5DD4E0943E}"/>
                </a:ext>
              </a:extLst>
            </p:cNvPr>
            <p:cNvGrpSpPr/>
            <p:nvPr/>
          </p:nvGrpSpPr>
          <p:grpSpPr>
            <a:xfrm>
              <a:off x="1059024" y="2483342"/>
              <a:ext cx="1814443" cy="1207572"/>
              <a:chOff x="1125874" y="4343221"/>
              <a:chExt cx="1814443" cy="1207572"/>
            </a:xfrm>
          </p:grpSpPr>
          <p:sp>
            <p:nvSpPr>
              <p:cNvPr id="263" name="Freeform: Shape 262">
                <a:extLst>
                  <a:ext uri="{FF2B5EF4-FFF2-40B4-BE49-F238E27FC236}">
                    <a16:creationId xmlns:a16="http://schemas.microsoft.com/office/drawing/2014/main" id="{4AA210CB-A2DA-F902-775C-4265B21F7201}"/>
                  </a:ext>
                </a:extLst>
              </p:cNvPr>
              <p:cNvSpPr/>
              <p:nvPr/>
            </p:nvSpPr>
            <p:spPr>
              <a:xfrm>
                <a:off x="1531765" y="5155260"/>
                <a:ext cx="168864" cy="261061"/>
              </a:xfrm>
              <a:custGeom>
                <a:avLst/>
                <a:gdLst>
                  <a:gd name="csX0" fmla="*/ 175340 w 176342"/>
                  <a:gd name="csY0" fmla="*/ 147727 h 272621"/>
                  <a:gd name="csX1" fmla="*/ 175340 w 176342"/>
                  <a:gd name="csY1" fmla="*/ 148567 h 272621"/>
                  <a:gd name="csX2" fmla="*/ 130942 w 176342"/>
                  <a:gd name="csY2" fmla="*/ 272246 h 272621"/>
                  <a:gd name="csX3" fmla="*/ 120138 w 176342"/>
                  <a:gd name="csY3" fmla="*/ 271413 h 272621"/>
                  <a:gd name="csX4" fmla="*/ 30649 w 176342"/>
                  <a:gd name="csY4" fmla="*/ 216999 h 272621"/>
                  <a:gd name="csX5" fmla="*/ -1003 w 176342"/>
                  <a:gd name="csY5" fmla="*/ 222077 h 272621"/>
                  <a:gd name="csX6" fmla="*/ 78844 w 176342"/>
                  <a:gd name="csY6" fmla="*/ -375 h 272621"/>
                  <a:gd name="csX7" fmla="*/ 77138 w 176342"/>
                  <a:gd name="csY7" fmla="*/ 21469 h 272621"/>
                  <a:gd name="csX8" fmla="*/ 175340 w 176342"/>
                  <a:gd name="csY8" fmla="*/ 147727 h 272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76342" h="272621">
                    <a:moveTo>
                      <a:pt x="175340" y="147727"/>
                    </a:moveTo>
                    <a:lnTo>
                      <a:pt x="175340" y="148567"/>
                    </a:lnTo>
                    <a:lnTo>
                      <a:pt x="130942" y="272246"/>
                    </a:lnTo>
                    <a:lnTo>
                      <a:pt x="120138" y="271413"/>
                    </a:lnTo>
                    <a:cubicBezTo>
                      <a:pt x="103365" y="239080"/>
                      <a:pt x="69588" y="216999"/>
                      <a:pt x="30649" y="216999"/>
                    </a:cubicBezTo>
                    <a:cubicBezTo>
                      <a:pt x="19589" y="216999"/>
                      <a:pt x="8949" y="218783"/>
                      <a:pt x="-1003" y="222077"/>
                    </a:cubicBezTo>
                    <a:lnTo>
                      <a:pt x="78844" y="-375"/>
                    </a:lnTo>
                    <a:cubicBezTo>
                      <a:pt x="77729" y="6723"/>
                      <a:pt x="77138" y="14024"/>
                      <a:pt x="77138" y="21469"/>
                    </a:cubicBezTo>
                    <a:cubicBezTo>
                      <a:pt x="77138" y="84838"/>
                      <a:pt x="119587" y="137467"/>
                      <a:pt x="175340" y="147727"/>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64" name="Freeform: Shape 263">
                <a:extLst>
                  <a:ext uri="{FF2B5EF4-FFF2-40B4-BE49-F238E27FC236}">
                    <a16:creationId xmlns:a16="http://schemas.microsoft.com/office/drawing/2014/main" id="{E521B80B-220D-4465-D657-A1B7D92A6C79}"/>
                  </a:ext>
                </a:extLst>
              </p:cNvPr>
              <p:cNvSpPr/>
              <p:nvPr/>
            </p:nvSpPr>
            <p:spPr>
              <a:xfrm>
                <a:off x="1605111" y="5415523"/>
                <a:ext cx="289309" cy="130753"/>
              </a:xfrm>
              <a:custGeom>
                <a:avLst/>
                <a:gdLst>
                  <a:gd name="csX0" fmla="*/ 282042 w 302120"/>
                  <a:gd name="csY0" fmla="*/ 136168 h 136543"/>
                  <a:gd name="csX1" fmla="*/ -1003 w 302120"/>
                  <a:gd name="csY1" fmla="*/ 136168 h 136543"/>
                  <a:gd name="csX2" fmla="*/ 54809 w 302120"/>
                  <a:gd name="csY2" fmla="*/ 45964 h 136543"/>
                  <a:gd name="csX3" fmla="*/ 49561 w 302120"/>
                  <a:gd name="csY3" fmla="*/ 13788 h 136543"/>
                  <a:gd name="csX4" fmla="*/ 43545 w 302120"/>
                  <a:gd name="csY4" fmla="*/ -375 h 136543"/>
                  <a:gd name="csX5" fmla="*/ 54350 w 302120"/>
                  <a:gd name="csY5" fmla="*/ 458 h 136543"/>
                  <a:gd name="csX6" fmla="*/ 98747 w 302120"/>
                  <a:gd name="csY6" fmla="*/ 3889 h 136543"/>
                  <a:gd name="csX7" fmla="*/ 301118 w 302120"/>
                  <a:gd name="csY7" fmla="*/ 19547 h 136543"/>
                  <a:gd name="csX8" fmla="*/ 254058 w 302120"/>
                  <a:gd name="csY8" fmla="*/ 80429 h 136543"/>
                  <a:gd name="csX9" fmla="*/ 282042 w 302120"/>
                  <a:gd name="csY9" fmla="*/ 136168 h 136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02120" h="136543">
                    <a:moveTo>
                      <a:pt x="282042" y="136168"/>
                    </a:moveTo>
                    <a:lnTo>
                      <a:pt x="-1003" y="136168"/>
                    </a:lnTo>
                    <a:cubicBezTo>
                      <a:pt x="32092" y="119651"/>
                      <a:pt x="54809" y="85461"/>
                      <a:pt x="54809" y="45964"/>
                    </a:cubicBezTo>
                    <a:cubicBezTo>
                      <a:pt x="54809" y="34714"/>
                      <a:pt x="52965" y="23890"/>
                      <a:pt x="49561" y="13788"/>
                    </a:cubicBezTo>
                    <a:cubicBezTo>
                      <a:pt x="47914" y="8887"/>
                      <a:pt x="45900" y="4158"/>
                      <a:pt x="43545" y="-375"/>
                    </a:cubicBezTo>
                    <a:lnTo>
                      <a:pt x="54350" y="458"/>
                    </a:lnTo>
                    <a:lnTo>
                      <a:pt x="98747" y="3889"/>
                    </a:lnTo>
                    <a:lnTo>
                      <a:pt x="301118" y="19547"/>
                    </a:lnTo>
                    <a:cubicBezTo>
                      <a:pt x="271501" y="31493"/>
                      <a:pt x="254058" y="59621"/>
                      <a:pt x="254058" y="80429"/>
                    </a:cubicBezTo>
                    <a:cubicBezTo>
                      <a:pt x="254058" y="102805"/>
                      <a:pt x="260651" y="124020"/>
                      <a:pt x="282042" y="136168"/>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0" name="Freeform: Shape 289">
                <a:extLst>
                  <a:ext uri="{FF2B5EF4-FFF2-40B4-BE49-F238E27FC236}">
                    <a16:creationId xmlns:a16="http://schemas.microsoft.com/office/drawing/2014/main" id="{B7D9F95A-C3D7-F9FE-A2B1-C1786096F17E}"/>
                  </a:ext>
                </a:extLst>
              </p:cNvPr>
              <p:cNvSpPr/>
              <p:nvPr/>
            </p:nvSpPr>
            <p:spPr>
              <a:xfrm>
                <a:off x="1601855" y="5412240"/>
                <a:ext cx="295725" cy="137520"/>
              </a:xfrm>
              <a:custGeom>
                <a:avLst/>
                <a:gdLst>
                  <a:gd name="csX0" fmla="*/ 285442 w 308820"/>
                  <a:gd name="csY0" fmla="*/ 136178 h 143610"/>
                  <a:gd name="csX1" fmla="*/ 14047 w 308820"/>
                  <a:gd name="csY1" fmla="*/ 136178 h 143610"/>
                  <a:gd name="csX2" fmla="*/ 2883 w 308820"/>
                  <a:gd name="csY2" fmla="*/ 136178 h 143610"/>
                  <a:gd name="csX3" fmla="*/ 2397 w 308820"/>
                  <a:gd name="csY3" fmla="*/ 136178 h 143610"/>
                  <a:gd name="csX4" fmla="*/ 4122 w 308820"/>
                  <a:gd name="csY4" fmla="*/ 142541 h 143610"/>
                  <a:gd name="csX5" fmla="*/ 61429 w 308820"/>
                  <a:gd name="csY5" fmla="*/ 42949 h 143610"/>
                  <a:gd name="csX6" fmla="*/ 49897 w 308820"/>
                  <a:gd name="csY6" fmla="*/ 1327 h 143610"/>
                  <a:gd name="csX7" fmla="*/ 46945 w 308820"/>
                  <a:gd name="csY7" fmla="*/ 6470 h 143610"/>
                  <a:gd name="csX8" fmla="*/ 100592 w 308820"/>
                  <a:gd name="csY8" fmla="*/ 10616 h 143610"/>
                  <a:gd name="csX9" fmla="*/ 127868 w 308820"/>
                  <a:gd name="csY9" fmla="*/ 12728 h 143610"/>
                  <a:gd name="csX10" fmla="*/ 194831 w 308820"/>
                  <a:gd name="csY10" fmla="*/ 17904 h 143610"/>
                  <a:gd name="csX11" fmla="*/ 266012 w 308820"/>
                  <a:gd name="csY11" fmla="*/ 23414 h 143610"/>
                  <a:gd name="csX12" fmla="*/ 291484 w 308820"/>
                  <a:gd name="csY12" fmla="*/ 25382 h 143610"/>
                  <a:gd name="csX13" fmla="*/ 303928 w 308820"/>
                  <a:gd name="csY13" fmla="*/ 26346 h 143610"/>
                  <a:gd name="csX14" fmla="*/ 304518 w 308820"/>
                  <a:gd name="csY14" fmla="*/ 26392 h 143610"/>
                  <a:gd name="csX15" fmla="*/ 303606 w 308820"/>
                  <a:gd name="csY15" fmla="*/ 19675 h 143610"/>
                  <a:gd name="csX16" fmla="*/ 259412 w 308820"/>
                  <a:gd name="csY16" fmla="*/ 61291 h 143610"/>
                  <a:gd name="csX17" fmla="*/ 260101 w 308820"/>
                  <a:gd name="csY17" fmla="*/ 116433 h 143610"/>
                  <a:gd name="csX18" fmla="*/ 283717 w 308820"/>
                  <a:gd name="csY18" fmla="*/ 142541 h 143610"/>
                  <a:gd name="csX19" fmla="*/ 287167 w 308820"/>
                  <a:gd name="csY19" fmla="*/ 136644 h 143610"/>
                  <a:gd name="csX20" fmla="*/ 261039 w 308820"/>
                  <a:gd name="csY20" fmla="*/ 89747 h 143610"/>
                  <a:gd name="csX21" fmla="*/ 278213 w 308820"/>
                  <a:gd name="csY21" fmla="*/ 45285 h 143610"/>
                  <a:gd name="csX22" fmla="*/ 305423 w 308820"/>
                  <a:gd name="csY22" fmla="*/ 26268 h 143610"/>
                  <a:gd name="csX23" fmla="*/ 304518 w 308820"/>
                  <a:gd name="csY23" fmla="*/ 19557 h 143610"/>
                  <a:gd name="csX24" fmla="*/ 273149 w 308820"/>
                  <a:gd name="csY24" fmla="*/ 17130 h 143610"/>
                  <a:gd name="csX25" fmla="*/ 204349 w 308820"/>
                  <a:gd name="csY25" fmla="*/ 11810 h 143610"/>
                  <a:gd name="csX26" fmla="*/ 134795 w 308820"/>
                  <a:gd name="csY26" fmla="*/ 6424 h 143610"/>
                  <a:gd name="csX27" fmla="*/ 102166 w 308820"/>
                  <a:gd name="csY27" fmla="*/ 3905 h 143610"/>
                  <a:gd name="csX28" fmla="*/ 53682 w 308820"/>
                  <a:gd name="csY28" fmla="*/ 153 h 143610"/>
                  <a:gd name="csX29" fmla="*/ 46945 w 308820"/>
                  <a:gd name="csY29" fmla="*/ -365 h 143610"/>
                  <a:gd name="csX30" fmla="*/ 43993 w 308820"/>
                  <a:gd name="csY30" fmla="*/ 4778 h 143610"/>
                  <a:gd name="csX31" fmla="*/ 26157 w 308820"/>
                  <a:gd name="csY31" fmla="*/ 118349 h 143610"/>
                  <a:gd name="csX32" fmla="*/ 672 w 308820"/>
                  <a:gd name="csY32" fmla="*/ 136644 h 143610"/>
                  <a:gd name="csX33" fmla="*/ 2397 w 308820"/>
                  <a:gd name="csY33" fmla="*/ 143013 h 143610"/>
                  <a:gd name="csX34" fmla="*/ 250530 w 308820"/>
                  <a:gd name="csY34" fmla="*/ 143013 h 143610"/>
                  <a:gd name="csX35" fmla="*/ 284956 w 308820"/>
                  <a:gd name="csY35" fmla="*/ 143013 h 143610"/>
                  <a:gd name="csX36" fmla="*/ 285442 w 308820"/>
                  <a:gd name="csY36" fmla="*/ 143013 h 143610"/>
                  <a:gd name="csX37" fmla="*/ 285442 w 308820"/>
                  <a:gd name="csY37" fmla="*/ 136178 h 1436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Lst>
                <a:rect l="l" t="t" r="r" b="b"/>
                <a:pathLst>
                  <a:path w="308820" h="143610">
                    <a:moveTo>
                      <a:pt x="285442" y="136178"/>
                    </a:moveTo>
                    <a:lnTo>
                      <a:pt x="14047" y="136178"/>
                    </a:lnTo>
                    <a:cubicBezTo>
                      <a:pt x="10492" y="136178"/>
                      <a:pt x="6405" y="135608"/>
                      <a:pt x="2883" y="136178"/>
                    </a:cubicBezTo>
                    <a:cubicBezTo>
                      <a:pt x="2732" y="136198"/>
                      <a:pt x="2555" y="136178"/>
                      <a:pt x="2397" y="136178"/>
                    </a:cubicBezTo>
                    <a:cubicBezTo>
                      <a:pt x="2974" y="138297"/>
                      <a:pt x="3552" y="140422"/>
                      <a:pt x="4122" y="142541"/>
                    </a:cubicBezTo>
                    <a:cubicBezTo>
                      <a:pt x="41008" y="123911"/>
                      <a:pt x="64040" y="84283"/>
                      <a:pt x="61429" y="42949"/>
                    </a:cubicBezTo>
                    <a:cubicBezTo>
                      <a:pt x="60504" y="28393"/>
                      <a:pt x="56529" y="14309"/>
                      <a:pt x="49897" y="1327"/>
                    </a:cubicBezTo>
                    <a:cubicBezTo>
                      <a:pt x="48913" y="3046"/>
                      <a:pt x="47929" y="4758"/>
                      <a:pt x="46945" y="6470"/>
                    </a:cubicBezTo>
                    <a:cubicBezTo>
                      <a:pt x="64827" y="7854"/>
                      <a:pt x="82709" y="9232"/>
                      <a:pt x="100592" y="10616"/>
                    </a:cubicBezTo>
                    <a:cubicBezTo>
                      <a:pt x="109684" y="11318"/>
                      <a:pt x="118776" y="12026"/>
                      <a:pt x="127868" y="12728"/>
                    </a:cubicBezTo>
                    <a:cubicBezTo>
                      <a:pt x="150191" y="14453"/>
                      <a:pt x="172507" y="16179"/>
                      <a:pt x="194831" y="17904"/>
                    </a:cubicBezTo>
                    <a:cubicBezTo>
                      <a:pt x="218558" y="19741"/>
                      <a:pt x="242285" y="21577"/>
                      <a:pt x="266012" y="23414"/>
                    </a:cubicBezTo>
                    <a:cubicBezTo>
                      <a:pt x="274500" y="24070"/>
                      <a:pt x="282995" y="24726"/>
                      <a:pt x="291484" y="25382"/>
                    </a:cubicBezTo>
                    <a:cubicBezTo>
                      <a:pt x="295485" y="25690"/>
                      <a:pt x="299913" y="26596"/>
                      <a:pt x="303928" y="26346"/>
                    </a:cubicBezTo>
                    <a:cubicBezTo>
                      <a:pt x="304118" y="26333"/>
                      <a:pt x="304328" y="26373"/>
                      <a:pt x="304518" y="26392"/>
                    </a:cubicBezTo>
                    <a:cubicBezTo>
                      <a:pt x="304210" y="24155"/>
                      <a:pt x="303908" y="21912"/>
                      <a:pt x="303606" y="19675"/>
                    </a:cubicBezTo>
                    <a:cubicBezTo>
                      <a:pt x="284484" y="27540"/>
                      <a:pt x="267940" y="42248"/>
                      <a:pt x="259412" y="61291"/>
                    </a:cubicBezTo>
                    <a:cubicBezTo>
                      <a:pt x="251672" y="78576"/>
                      <a:pt x="252590" y="99154"/>
                      <a:pt x="260101" y="116433"/>
                    </a:cubicBezTo>
                    <a:cubicBezTo>
                      <a:pt x="264943" y="127572"/>
                      <a:pt x="273247" y="136473"/>
                      <a:pt x="283717" y="142541"/>
                    </a:cubicBezTo>
                    <a:cubicBezTo>
                      <a:pt x="287535" y="144752"/>
                      <a:pt x="290979" y="138848"/>
                      <a:pt x="287167" y="136644"/>
                    </a:cubicBezTo>
                    <a:cubicBezTo>
                      <a:pt x="269967" y="126666"/>
                      <a:pt x="262122" y="109073"/>
                      <a:pt x="261039" y="89747"/>
                    </a:cubicBezTo>
                    <a:cubicBezTo>
                      <a:pt x="260095" y="72876"/>
                      <a:pt x="266838" y="57630"/>
                      <a:pt x="278213" y="45285"/>
                    </a:cubicBezTo>
                    <a:cubicBezTo>
                      <a:pt x="285783" y="37078"/>
                      <a:pt x="295092" y="30518"/>
                      <a:pt x="305423" y="26268"/>
                    </a:cubicBezTo>
                    <a:cubicBezTo>
                      <a:pt x="308939" y="24825"/>
                      <a:pt x="308539" y="19865"/>
                      <a:pt x="304518" y="19557"/>
                    </a:cubicBezTo>
                    <a:cubicBezTo>
                      <a:pt x="294062" y="18744"/>
                      <a:pt x="283605" y="17937"/>
                      <a:pt x="273149" y="17130"/>
                    </a:cubicBezTo>
                    <a:cubicBezTo>
                      <a:pt x="250215" y="15352"/>
                      <a:pt x="227282" y="13581"/>
                      <a:pt x="204349" y="11810"/>
                    </a:cubicBezTo>
                    <a:cubicBezTo>
                      <a:pt x="181166" y="10012"/>
                      <a:pt x="157977" y="8221"/>
                      <a:pt x="134795" y="6424"/>
                    </a:cubicBezTo>
                    <a:cubicBezTo>
                      <a:pt x="123918" y="5584"/>
                      <a:pt x="113042" y="4745"/>
                      <a:pt x="102166" y="3905"/>
                    </a:cubicBezTo>
                    <a:cubicBezTo>
                      <a:pt x="86003" y="2652"/>
                      <a:pt x="69846" y="1406"/>
                      <a:pt x="53682" y="153"/>
                    </a:cubicBezTo>
                    <a:cubicBezTo>
                      <a:pt x="51439" y="-18"/>
                      <a:pt x="49195" y="-188"/>
                      <a:pt x="46945" y="-365"/>
                    </a:cubicBezTo>
                    <a:cubicBezTo>
                      <a:pt x="44197" y="-575"/>
                      <a:pt x="42911" y="2652"/>
                      <a:pt x="43993" y="4778"/>
                    </a:cubicBezTo>
                    <a:cubicBezTo>
                      <a:pt x="63122" y="42215"/>
                      <a:pt x="55939" y="88678"/>
                      <a:pt x="26157" y="118349"/>
                    </a:cubicBezTo>
                    <a:cubicBezTo>
                      <a:pt x="18685" y="125794"/>
                      <a:pt x="10085" y="131888"/>
                      <a:pt x="672" y="136644"/>
                    </a:cubicBezTo>
                    <a:cubicBezTo>
                      <a:pt x="-2424" y="138205"/>
                      <a:pt x="-863" y="143013"/>
                      <a:pt x="2397" y="143013"/>
                    </a:cubicBezTo>
                    <a:lnTo>
                      <a:pt x="250530" y="143013"/>
                    </a:lnTo>
                    <a:cubicBezTo>
                      <a:pt x="261971" y="143013"/>
                      <a:pt x="273529" y="143512"/>
                      <a:pt x="284956" y="143013"/>
                    </a:cubicBezTo>
                    <a:cubicBezTo>
                      <a:pt x="285120" y="143001"/>
                      <a:pt x="285284" y="143013"/>
                      <a:pt x="285442" y="143013"/>
                    </a:cubicBezTo>
                    <a:cubicBezTo>
                      <a:pt x="289844" y="143013"/>
                      <a:pt x="289850" y="136178"/>
                      <a:pt x="285442" y="136178"/>
                    </a:cubicBezTo>
                    <a:close/>
                  </a:path>
                </a:pathLst>
              </a:custGeom>
              <a:solidFill>
                <a:srgbClr val="0F244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1" name="Freeform: Shape 290">
                <a:extLst>
                  <a:ext uri="{FF2B5EF4-FFF2-40B4-BE49-F238E27FC236}">
                    <a16:creationId xmlns:a16="http://schemas.microsoft.com/office/drawing/2014/main" id="{955F5FAC-9624-F44C-610E-A3040A592036}"/>
                  </a:ext>
                </a:extLst>
              </p:cNvPr>
              <p:cNvSpPr/>
              <p:nvPr/>
            </p:nvSpPr>
            <p:spPr>
              <a:xfrm>
                <a:off x="1700630" y="5018130"/>
                <a:ext cx="577834" cy="498967"/>
              </a:xfrm>
              <a:custGeom>
                <a:avLst/>
                <a:gdLst>
                  <a:gd name="csX0" fmla="*/ 602419 w 603421"/>
                  <a:gd name="csY0" fmla="*/ 132003 h 521062"/>
                  <a:gd name="csX1" fmla="*/ 529579 w 603421"/>
                  <a:gd name="csY1" fmla="*/ 188267 h 521062"/>
                  <a:gd name="csX2" fmla="*/ 433155 w 603421"/>
                  <a:gd name="csY2" fmla="*/ 520688 h 521062"/>
                  <a:gd name="csX3" fmla="*/ 402468 w 603421"/>
                  <a:gd name="csY3" fmla="*/ 520688 h 521062"/>
                  <a:gd name="csX4" fmla="*/ 231466 w 603421"/>
                  <a:gd name="csY4" fmla="*/ 428784 h 521062"/>
                  <a:gd name="csX5" fmla="*/ 201369 w 603421"/>
                  <a:gd name="csY5" fmla="*/ 434537 h 521062"/>
                  <a:gd name="csX6" fmla="*/ -1003 w 603421"/>
                  <a:gd name="csY6" fmla="*/ 418879 h 521062"/>
                  <a:gd name="csX7" fmla="*/ -1003 w 603421"/>
                  <a:gd name="csY7" fmla="*/ 189382 h 521062"/>
                  <a:gd name="csX8" fmla="*/ -215 w 603421"/>
                  <a:gd name="csY8" fmla="*/ 171979 h 521062"/>
                  <a:gd name="csX9" fmla="*/ 64104 w 603421"/>
                  <a:gd name="csY9" fmla="*/ 46305 h 521062"/>
                  <a:gd name="csX10" fmla="*/ 188748 w 603421"/>
                  <a:gd name="csY10" fmla="*/ -375 h 521062"/>
                  <a:gd name="csX11" fmla="*/ 223614 w 603421"/>
                  <a:gd name="csY11" fmla="*/ -375 h 521062"/>
                  <a:gd name="csX12" fmla="*/ 223614 w 603421"/>
                  <a:gd name="csY12" fmla="*/ 43806 h 521062"/>
                  <a:gd name="csX13" fmla="*/ 298022 w 603421"/>
                  <a:gd name="csY13" fmla="*/ 78678 h 521062"/>
                  <a:gd name="csX14" fmla="*/ 372424 w 603421"/>
                  <a:gd name="csY14" fmla="*/ 43806 h 521062"/>
                  <a:gd name="csX15" fmla="*/ 372424 w 603421"/>
                  <a:gd name="csY15" fmla="*/ -375 h 521062"/>
                  <a:gd name="csX16" fmla="*/ 421505 w 603421"/>
                  <a:gd name="csY16" fmla="*/ -375 h 521062"/>
                  <a:gd name="csX17" fmla="*/ 543741 w 603421"/>
                  <a:gd name="csY17" fmla="*/ 44245 h 521062"/>
                  <a:gd name="csX18" fmla="*/ 602419 w 603421"/>
                  <a:gd name="csY18" fmla="*/ 132003 h 5210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603421" h="521062">
                    <a:moveTo>
                      <a:pt x="602419" y="132003"/>
                    </a:moveTo>
                    <a:cubicBezTo>
                      <a:pt x="568570" y="132908"/>
                      <a:pt x="539064" y="155592"/>
                      <a:pt x="529579" y="188267"/>
                    </a:cubicBezTo>
                    <a:lnTo>
                      <a:pt x="433155" y="520688"/>
                    </a:lnTo>
                    <a:lnTo>
                      <a:pt x="402468" y="520688"/>
                    </a:lnTo>
                    <a:cubicBezTo>
                      <a:pt x="402468" y="452997"/>
                      <a:pt x="292945" y="428784"/>
                      <a:pt x="231466" y="428784"/>
                    </a:cubicBezTo>
                    <a:cubicBezTo>
                      <a:pt x="220412" y="428784"/>
                      <a:pt x="210330" y="430916"/>
                      <a:pt x="201369" y="434537"/>
                    </a:cubicBezTo>
                    <a:lnTo>
                      <a:pt x="-1003" y="418879"/>
                    </a:lnTo>
                    <a:lnTo>
                      <a:pt x="-1003" y="189382"/>
                    </a:lnTo>
                    <a:cubicBezTo>
                      <a:pt x="-1003" y="183518"/>
                      <a:pt x="-740" y="177706"/>
                      <a:pt x="-215" y="171979"/>
                    </a:cubicBezTo>
                    <a:cubicBezTo>
                      <a:pt x="4331" y="121940"/>
                      <a:pt x="28307" y="77517"/>
                      <a:pt x="64104" y="46305"/>
                    </a:cubicBezTo>
                    <a:cubicBezTo>
                      <a:pt x="97441" y="17232"/>
                      <a:pt x="141038" y="-375"/>
                      <a:pt x="188748" y="-375"/>
                    </a:cubicBezTo>
                    <a:lnTo>
                      <a:pt x="223614" y="-375"/>
                    </a:lnTo>
                    <a:lnTo>
                      <a:pt x="223614" y="43806"/>
                    </a:lnTo>
                    <a:cubicBezTo>
                      <a:pt x="223614" y="43806"/>
                      <a:pt x="244927" y="78678"/>
                      <a:pt x="298022" y="78678"/>
                    </a:cubicBezTo>
                    <a:cubicBezTo>
                      <a:pt x="349563" y="78678"/>
                      <a:pt x="372424" y="43806"/>
                      <a:pt x="372424" y="43806"/>
                    </a:cubicBezTo>
                    <a:lnTo>
                      <a:pt x="372424" y="-375"/>
                    </a:lnTo>
                    <a:lnTo>
                      <a:pt x="421505" y="-375"/>
                    </a:lnTo>
                    <a:cubicBezTo>
                      <a:pt x="468073" y="-375"/>
                      <a:pt x="510719" y="16398"/>
                      <a:pt x="543741" y="44245"/>
                    </a:cubicBezTo>
                    <a:cubicBezTo>
                      <a:pt x="570847" y="67100"/>
                      <a:pt x="591464" y="97400"/>
                      <a:pt x="602419" y="132003"/>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2" name="Freeform: Shape 291">
                <a:extLst>
                  <a:ext uri="{FF2B5EF4-FFF2-40B4-BE49-F238E27FC236}">
                    <a16:creationId xmlns:a16="http://schemas.microsoft.com/office/drawing/2014/main" id="{A9A4AB03-9B8C-275E-D9EF-5274E9D1A462}"/>
                  </a:ext>
                </a:extLst>
              </p:cNvPr>
              <p:cNvSpPr/>
              <p:nvPr/>
            </p:nvSpPr>
            <p:spPr>
              <a:xfrm>
                <a:off x="1915721" y="4969886"/>
                <a:ext cx="142500" cy="123944"/>
              </a:xfrm>
              <a:custGeom>
                <a:avLst/>
                <a:gdLst>
                  <a:gd name="csX0" fmla="*/ 147808 w 148810"/>
                  <a:gd name="csY0" fmla="*/ -375 h 129432"/>
                  <a:gd name="csX1" fmla="*/ 147808 w 148810"/>
                  <a:gd name="csY1" fmla="*/ 94185 h 129432"/>
                  <a:gd name="csX2" fmla="*/ 73406 w 148810"/>
                  <a:gd name="csY2" fmla="*/ 129058 h 129432"/>
                  <a:gd name="csX3" fmla="*/ -1003 w 148810"/>
                  <a:gd name="csY3" fmla="*/ 94185 h 129432"/>
                  <a:gd name="csX4" fmla="*/ -1003 w 148810"/>
                  <a:gd name="csY4" fmla="*/ -375 h 129432"/>
                  <a:gd name="csX5" fmla="*/ 147808 w 148810"/>
                  <a:gd name="csY5" fmla="*/ -375 h 129432"/>
                </a:gdLst>
                <a:ahLst/>
                <a:cxnLst>
                  <a:cxn ang="0">
                    <a:pos x="csX0" y="csY0"/>
                  </a:cxn>
                  <a:cxn ang="0">
                    <a:pos x="csX1" y="csY1"/>
                  </a:cxn>
                  <a:cxn ang="0">
                    <a:pos x="csX2" y="csY2"/>
                  </a:cxn>
                  <a:cxn ang="0">
                    <a:pos x="csX3" y="csY3"/>
                  </a:cxn>
                  <a:cxn ang="0">
                    <a:pos x="csX4" y="csY4"/>
                  </a:cxn>
                  <a:cxn ang="0">
                    <a:pos x="csX5" y="csY5"/>
                  </a:cxn>
                </a:cxnLst>
                <a:rect l="l" t="t" r="r" b="b"/>
                <a:pathLst>
                  <a:path w="148810" h="129432">
                    <a:moveTo>
                      <a:pt x="147808" y="-375"/>
                    </a:moveTo>
                    <a:lnTo>
                      <a:pt x="147808" y="94185"/>
                    </a:lnTo>
                    <a:cubicBezTo>
                      <a:pt x="147808" y="94185"/>
                      <a:pt x="124947" y="129058"/>
                      <a:pt x="73406" y="129058"/>
                    </a:cubicBezTo>
                    <a:cubicBezTo>
                      <a:pt x="20310" y="129058"/>
                      <a:pt x="-1003" y="94185"/>
                      <a:pt x="-1003" y="94185"/>
                    </a:cubicBezTo>
                    <a:lnTo>
                      <a:pt x="-1003" y="-375"/>
                    </a:lnTo>
                    <a:lnTo>
                      <a:pt x="147808" y="-375"/>
                    </a:lnTo>
                    <a:close/>
                  </a:path>
                </a:pathLst>
              </a:custGeom>
              <a:solidFill>
                <a:srgbClr val="14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3" name="Freeform: Shape 292">
                <a:extLst>
                  <a:ext uri="{FF2B5EF4-FFF2-40B4-BE49-F238E27FC236}">
                    <a16:creationId xmlns:a16="http://schemas.microsoft.com/office/drawing/2014/main" id="{62FE5174-BED0-3B7A-9D4D-7E027556525A}"/>
                  </a:ext>
                </a:extLst>
              </p:cNvPr>
              <p:cNvSpPr/>
              <p:nvPr/>
            </p:nvSpPr>
            <p:spPr>
              <a:xfrm>
                <a:off x="1800610" y="4600516"/>
                <a:ext cx="385903" cy="288983"/>
              </a:xfrm>
              <a:custGeom>
                <a:avLst/>
                <a:gdLst>
                  <a:gd name="csX0" fmla="*/ 401989 w 402991"/>
                  <a:gd name="csY0" fmla="*/ 81007 h 301779"/>
                  <a:gd name="csX1" fmla="*/ 401989 w 402991"/>
                  <a:gd name="csY1" fmla="*/ 220017 h 301779"/>
                  <a:gd name="csX2" fmla="*/ 320608 w 402991"/>
                  <a:gd name="csY2" fmla="*/ 301405 h 301779"/>
                  <a:gd name="csX3" fmla="*/ 80379 w 402991"/>
                  <a:gd name="csY3" fmla="*/ 301405 h 301779"/>
                  <a:gd name="csX4" fmla="*/ -1003 w 402991"/>
                  <a:gd name="csY4" fmla="*/ 220017 h 301779"/>
                  <a:gd name="csX5" fmla="*/ -1003 w 402991"/>
                  <a:gd name="csY5" fmla="*/ 81007 h 301779"/>
                  <a:gd name="csX6" fmla="*/ 80379 w 402991"/>
                  <a:gd name="csY6" fmla="*/ -375 h 301779"/>
                  <a:gd name="csX7" fmla="*/ 320608 w 402991"/>
                  <a:gd name="csY7" fmla="*/ -375 h 301779"/>
                  <a:gd name="csX8" fmla="*/ 401989 w 402991"/>
                  <a:gd name="csY8" fmla="*/ 81007 h 3017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02991" h="301779">
                    <a:moveTo>
                      <a:pt x="401989" y="81007"/>
                    </a:moveTo>
                    <a:lnTo>
                      <a:pt x="401989" y="220017"/>
                    </a:lnTo>
                    <a:cubicBezTo>
                      <a:pt x="401989" y="264781"/>
                      <a:pt x="365372" y="301405"/>
                      <a:pt x="320608" y="301405"/>
                    </a:cubicBezTo>
                    <a:lnTo>
                      <a:pt x="80379" y="301405"/>
                    </a:lnTo>
                    <a:cubicBezTo>
                      <a:pt x="35621" y="301405"/>
                      <a:pt x="-1003" y="264781"/>
                      <a:pt x="-1003" y="220017"/>
                    </a:cubicBezTo>
                    <a:lnTo>
                      <a:pt x="-1003" y="81007"/>
                    </a:lnTo>
                    <a:cubicBezTo>
                      <a:pt x="-1003" y="36242"/>
                      <a:pt x="35621" y="-375"/>
                      <a:pt x="80379" y="-375"/>
                    </a:cubicBezTo>
                    <a:lnTo>
                      <a:pt x="320608" y="-375"/>
                    </a:lnTo>
                    <a:cubicBezTo>
                      <a:pt x="365372" y="-375"/>
                      <a:pt x="401989" y="36242"/>
                      <a:pt x="401989" y="81007"/>
                    </a:cubicBezTo>
                    <a:close/>
                  </a:path>
                </a:pathLst>
              </a:custGeom>
              <a:solidFill>
                <a:srgbClr val="002163"/>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4" name="Freeform: Shape 293">
                <a:extLst>
                  <a:ext uri="{FF2B5EF4-FFF2-40B4-BE49-F238E27FC236}">
                    <a16:creationId xmlns:a16="http://schemas.microsoft.com/office/drawing/2014/main" id="{AC0F5209-0F1D-6A57-BF75-6B370257459C}"/>
                  </a:ext>
                </a:extLst>
              </p:cNvPr>
              <p:cNvSpPr/>
              <p:nvPr/>
            </p:nvSpPr>
            <p:spPr>
              <a:xfrm>
                <a:off x="1865818" y="4694997"/>
                <a:ext cx="58222" cy="58222"/>
              </a:xfrm>
              <a:custGeom>
                <a:avLst/>
                <a:gdLst>
                  <a:gd name="csX0" fmla="*/ 96910 w 97912"/>
                  <a:gd name="csY0" fmla="*/ 48581 h 97912"/>
                  <a:gd name="csX1" fmla="*/ 47954 w 97912"/>
                  <a:gd name="csY1" fmla="*/ 97537 h 97912"/>
                  <a:gd name="csX2" fmla="*/ -1003 w 97912"/>
                  <a:gd name="csY2" fmla="*/ 48581 h 97912"/>
                  <a:gd name="csX3" fmla="*/ 47954 w 97912"/>
                  <a:gd name="csY3" fmla="*/ -375 h 97912"/>
                  <a:gd name="csX4" fmla="*/ 96910 w 97912"/>
                  <a:gd name="csY4" fmla="*/ 48581 h 97912"/>
                </a:gdLst>
                <a:ahLst/>
                <a:cxnLst>
                  <a:cxn ang="0">
                    <a:pos x="csX0" y="csY0"/>
                  </a:cxn>
                  <a:cxn ang="0">
                    <a:pos x="csX1" y="csY1"/>
                  </a:cxn>
                  <a:cxn ang="0">
                    <a:pos x="csX2" y="csY2"/>
                  </a:cxn>
                  <a:cxn ang="0">
                    <a:pos x="csX3" y="csY3"/>
                  </a:cxn>
                  <a:cxn ang="0">
                    <a:pos x="csX4" y="csY4"/>
                  </a:cxn>
                </a:cxnLst>
                <a:rect l="l" t="t" r="r" b="b"/>
                <a:pathLst>
                  <a:path w="97912" h="97912">
                    <a:moveTo>
                      <a:pt x="96910" y="48581"/>
                    </a:moveTo>
                    <a:cubicBezTo>
                      <a:pt x="96910" y="75614"/>
                      <a:pt x="74987" y="97537"/>
                      <a:pt x="47954" y="97537"/>
                    </a:cubicBezTo>
                    <a:cubicBezTo>
                      <a:pt x="20921" y="97537"/>
                      <a:pt x="-1003" y="75614"/>
                      <a:pt x="-1003" y="48581"/>
                    </a:cubicBezTo>
                    <a:cubicBezTo>
                      <a:pt x="-1003" y="21535"/>
                      <a:pt x="20921" y="-375"/>
                      <a:pt x="47954" y="-375"/>
                    </a:cubicBezTo>
                    <a:cubicBezTo>
                      <a:pt x="74987" y="-375"/>
                      <a:pt x="96910" y="21535"/>
                      <a:pt x="96910" y="48581"/>
                    </a:cubicBezTo>
                    <a:close/>
                  </a:path>
                </a:pathLst>
              </a:custGeom>
              <a:solidFill>
                <a:srgbClr val="FFFF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5" name="Freeform: Shape 294">
                <a:extLst>
                  <a:ext uri="{FF2B5EF4-FFF2-40B4-BE49-F238E27FC236}">
                    <a16:creationId xmlns:a16="http://schemas.microsoft.com/office/drawing/2014/main" id="{7DF204FF-CCD4-AFD6-FE61-CAF3937749C8}"/>
                  </a:ext>
                </a:extLst>
              </p:cNvPr>
              <p:cNvSpPr/>
              <p:nvPr/>
            </p:nvSpPr>
            <p:spPr>
              <a:xfrm>
                <a:off x="2057880" y="4694997"/>
                <a:ext cx="58222" cy="58222"/>
              </a:xfrm>
              <a:custGeom>
                <a:avLst/>
                <a:gdLst>
                  <a:gd name="csX0" fmla="*/ 96910 w 97912"/>
                  <a:gd name="csY0" fmla="*/ 48581 h 97912"/>
                  <a:gd name="csX1" fmla="*/ 47954 w 97912"/>
                  <a:gd name="csY1" fmla="*/ 97537 h 97912"/>
                  <a:gd name="csX2" fmla="*/ -1003 w 97912"/>
                  <a:gd name="csY2" fmla="*/ 48581 h 97912"/>
                  <a:gd name="csX3" fmla="*/ 47954 w 97912"/>
                  <a:gd name="csY3" fmla="*/ -375 h 97912"/>
                  <a:gd name="csX4" fmla="*/ 96910 w 97912"/>
                  <a:gd name="csY4" fmla="*/ 48581 h 97912"/>
                </a:gdLst>
                <a:ahLst/>
                <a:cxnLst>
                  <a:cxn ang="0">
                    <a:pos x="csX0" y="csY0"/>
                  </a:cxn>
                  <a:cxn ang="0">
                    <a:pos x="csX1" y="csY1"/>
                  </a:cxn>
                  <a:cxn ang="0">
                    <a:pos x="csX2" y="csY2"/>
                  </a:cxn>
                  <a:cxn ang="0">
                    <a:pos x="csX3" y="csY3"/>
                  </a:cxn>
                  <a:cxn ang="0">
                    <a:pos x="csX4" y="csY4"/>
                  </a:cxn>
                </a:cxnLst>
                <a:rect l="l" t="t" r="r" b="b"/>
                <a:pathLst>
                  <a:path w="97912" h="97912">
                    <a:moveTo>
                      <a:pt x="96910" y="48581"/>
                    </a:moveTo>
                    <a:cubicBezTo>
                      <a:pt x="96910" y="75614"/>
                      <a:pt x="74987" y="97537"/>
                      <a:pt x="47954" y="97537"/>
                    </a:cubicBezTo>
                    <a:cubicBezTo>
                      <a:pt x="20921" y="97537"/>
                      <a:pt x="-1003" y="75614"/>
                      <a:pt x="-1003" y="48581"/>
                    </a:cubicBezTo>
                    <a:cubicBezTo>
                      <a:pt x="-1003" y="21535"/>
                      <a:pt x="20921" y="-375"/>
                      <a:pt x="47954" y="-375"/>
                    </a:cubicBezTo>
                    <a:cubicBezTo>
                      <a:pt x="74987" y="-375"/>
                      <a:pt x="96910" y="21535"/>
                      <a:pt x="96910" y="48581"/>
                    </a:cubicBezTo>
                    <a:close/>
                  </a:path>
                </a:pathLst>
              </a:custGeom>
              <a:solidFill>
                <a:srgbClr val="FFFF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6" name="Freeform: Shape 295">
                <a:extLst>
                  <a:ext uri="{FF2B5EF4-FFF2-40B4-BE49-F238E27FC236}">
                    <a16:creationId xmlns:a16="http://schemas.microsoft.com/office/drawing/2014/main" id="{46F3BAA6-C90C-CD50-9A69-E2867619FC00}"/>
                  </a:ext>
                </a:extLst>
              </p:cNvPr>
              <p:cNvSpPr/>
              <p:nvPr/>
            </p:nvSpPr>
            <p:spPr>
              <a:xfrm>
                <a:off x="1719695" y="4520123"/>
                <a:ext cx="547732" cy="449762"/>
              </a:xfrm>
              <a:custGeom>
                <a:avLst/>
                <a:gdLst>
                  <a:gd name="csX0" fmla="*/ 476896 w 571986"/>
                  <a:gd name="csY0" fmla="*/ 300663 h 469678"/>
                  <a:gd name="csX1" fmla="*/ 399385 w 571986"/>
                  <a:gd name="csY1" fmla="*/ 378168 h 469678"/>
                  <a:gd name="csX2" fmla="*/ 170597 w 571986"/>
                  <a:gd name="csY2" fmla="*/ 378168 h 469678"/>
                  <a:gd name="csX3" fmla="*/ 93085 w 571986"/>
                  <a:gd name="csY3" fmla="*/ 300663 h 469678"/>
                  <a:gd name="csX4" fmla="*/ 93085 w 571986"/>
                  <a:gd name="csY4" fmla="*/ 168272 h 469678"/>
                  <a:gd name="csX5" fmla="*/ 170597 w 571986"/>
                  <a:gd name="csY5" fmla="*/ 90763 h 469678"/>
                  <a:gd name="csX6" fmla="*/ 399385 w 571986"/>
                  <a:gd name="csY6" fmla="*/ 90763 h 469678"/>
                  <a:gd name="csX7" fmla="*/ 476896 w 571986"/>
                  <a:gd name="csY7" fmla="*/ 168272 h 469678"/>
                  <a:gd name="csX8" fmla="*/ 476896 w 571986"/>
                  <a:gd name="csY8" fmla="*/ 300663 h 469678"/>
                  <a:gd name="csX9" fmla="*/ 403137 w 571986"/>
                  <a:gd name="csY9" fmla="*/ -375 h 469678"/>
                  <a:gd name="csX10" fmla="*/ 166844 w 571986"/>
                  <a:gd name="csY10" fmla="*/ -375 h 469678"/>
                  <a:gd name="csX11" fmla="*/ -1003 w 571986"/>
                  <a:gd name="csY11" fmla="*/ 167471 h 469678"/>
                  <a:gd name="csX12" fmla="*/ -1003 w 571986"/>
                  <a:gd name="csY12" fmla="*/ 301463 h 469678"/>
                  <a:gd name="csX13" fmla="*/ 166844 w 571986"/>
                  <a:gd name="csY13" fmla="*/ 469304 h 469678"/>
                  <a:gd name="csX14" fmla="*/ 403137 w 571986"/>
                  <a:gd name="csY14" fmla="*/ 469304 h 469678"/>
                  <a:gd name="csX15" fmla="*/ 541741 w 571986"/>
                  <a:gd name="csY15" fmla="*/ 395827 h 469678"/>
                  <a:gd name="csX16" fmla="*/ 458614 w 571986"/>
                  <a:gd name="csY16" fmla="*/ 425458 h 469678"/>
                  <a:gd name="csX17" fmla="*/ 453602 w 571986"/>
                  <a:gd name="csY17" fmla="*/ 426297 h 469678"/>
                  <a:gd name="csX18" fmla="*/ 400809 w 571986"/>
                  <a:gd name="csY18" fmla="*/ 446416 h 469678"/>
                  <a:gd name="csX19" fmla="*/ 347680 w 571986"/>
                  <a:gd name="csY19" fmla="*/ 423746 h 469678"/>
                  <a:gd name="csX20" fmla="*/ 400809 w 571986"/>
                  <a:gd name="csY20" fmla="*/ 401075 h 469678"/>
                  <a:gd name="csX21" fmla="*/ 447994 w 571986"/>
                  <a:gd name="csY21" fmla="*/ 413322 h 469678"/>
                  <a:gd name="csX22" fmla="*/ 556592 w 571986"/>
                  <a:gd name="csY22" fmla="*/ 369272 h 469678"/>
                  <a:gd name="csX23" fmla="*/ 556592 w 571986"/>
                  <a:gd name="csY23" fmla="*/ 369266 h 469678"/>
                  <a:gd name="csX24" fmla="*/ 570984 w 571986"/>
                  <a:gd name="csY24" fmla="*/ 301463 h 469678"/>
                  <a:gd name="csX25" fmla="*/ 570984 w 571986"/>
                  <a:gd name="csY25" fmla="*/ 167471 h 469678"/>
                  <a:gd name="csX26" fmla="*/ 403137 w 571986"/>
                  <a:gd name="csY26" fmla="*/ -375 h 469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571986" h="469678">
                    <a:moveTo>
                      <a:pt x="476896" y="300663"/>
                    </a:moveTo>
                    <a:cubicBezTo>
                      <a:pt x="476896" y="343295"/>
                      <a:pt x="442017" y="378168"/>
                      <a:pt x="399385" y="378168"/>
                    </a:cubicBezTo>
                    <a:lnTo>
                      <a:pt x="170597" y="378168"/>
                    </a:lnTo>
                    <a:cubicBezTo>
                      <a:pt x="127971" y="378168"/>
                      <a:pt x="93085" y="343295"/>
                      <a:pt x="93085" y="300663"/>
                    </a:cubicBezTo>
                    <a:lnTo>
                      <a:pt x="93085" y="168272"/>
                    </a:lnTo>
                    <a:cubicBezTo>
                      <a:pt x="93085" y="125639"/>
                      <a:pt x="127971" y="90763"/>
                      <a:pt x="170597" y="90763"/>
                    </a:cubicBezTo>
                    <a:lnTo>
                      <a:pt x="399385" y="90763"/>
                    </a:lnTo>
                    <a:cubicBezTo>
                      <a:pt x="442017" y="90763"/>
                      <a:pt x="476896" y="125639"/>
                      <a:pt x="476896" y="168272"/>
                    </a:cubicBezTo>
                    <a:lnTo>
                      <a:pt x="476896" y="300663"/>
                    </a:lnTo>
                    <a:close/>
                    <a:moveTo>
                      <a:pt x="403137" y="-375"/>
                    </a:moveTo>
                    <a:lnTo>
                      <a:pt x="166844" y="-375"/>
                    </a:lnTo>
                    <a:cubicBezTo>
                      <a:pt x="74528" y="-375"/>
                      <a:pt x="-1003" y="75157"/>
                      <a:pt x="-1003" y="167471"/>
                    </a:cubicBezTo>
                    <a:lnTo>
                      <a:pt x="-1003" y="301463"/>
                    </a:lnTo>
                    <a:cubicBezTo>
                      <a:pt x="-1003" y="393774"/>
                      <a:pt x="74528" y="469304"/>
                      <a:pt x="166844" y="469304"/>
                    </a:cubicBezTo>
                    <a:lnTo>
                      <a:pt x="403137" y="469304"/>
                    </a:lnTo>
                    <a:cubicBezTo>
                      <a:pt x="460536" y="469304"/>
                      <a:pt x="511447" y="440106"/>
                      <a:pt x="541741" y="395827"/>
                    </a:cubicBezTo>
                    <a:cubicBezTo>
                      <a:pt x="516177" y="410639"/>
                      <a:pt x="487622" y="420275"/>
                      <a:pt x="458614" y="425458"/>
                    </a:cubicBezTo>
                    <a:cubicBezTo>
                      <a:pt x="456941" y="425759"/>
                      <a:pt x="455269" y="426028"/>
                      <a:pt x="453602" y="426297"/>
                    </a:cubicBezTo>
                    <a:cubicBezTo>
                      <a:pt x="450618" y="437620"/>
                      <a:pt x="428130" y="446416"/>
                      <a:pt x="400809" y="446416"/>
                    </a:cubicBezTo>
                    <a:cubicBezTo>
                      <a:pt x="371473" y="446416"/>
                      <a:pt x="347680" y="436262"/>
                      <a:pt x="347680" y="423746"/>
                    </a:cubicBezTo>
                    <a:cubicBezTo>
                      <a:pt x="347680" y="411223"/>
                      <a:pt x="371473" y="401075"/>
                      <a:pt x="400809" y="401075"/>
                    </a:cubicBezTo>
                    <a:cubicBezTo>
                      <a:pt x="421347" y="401075"/>
                      <a:pt x="439151" y="406054"/>
                      <a:pt x="447994" y="413322"/>
                    </a:cubicBezTo>
                    <a:cubicBezTo>
                      <a:pt x="487307" y="407248"/>
                      <a:pt x="525249" y="393183"/>
                      <a:pt x="556592" y="369272"/>
                    </a:cubicBezTo>
                    <a:lnTo>
                      <a:pt x="556592" y="369266"/>
                    </a:lnTo>
                    <a:cubicBezTo>
                      <a:pt x="565841" y="348511"/>
                      <a:pt x="570984" y="325558"/>
                      <a:pt x="570984" y="301463"/>
                    </a:cubicBezTo>
                    <a:lnTo>
                      <a:pt x="570984" y="167471"/>
                    </a:lnTo>
                    <a:cubicBezTo>
                      <a:pt x="570984" y="75157"/>
                      <a:pt x="495454" y="-375"/>
                      <a:pt x="403137" y="-375"/>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7" name="Freeform: Shape 296">
                <a:extLst>
                  <a:ext uri="{FF2B5EF4-FFF2-40B4-BE49-F238E27FC236}">
                    <a16:creationId xmlns:a16="http://schemas.microsoft.com/office/drawing/2014/main" id="{A786800D-92D7-BE46-DEF2-D89681BB020A}"/>
                  </a:ext>
                </a:extLst>
              </p:cNvPr>
              <p:cNvSpPr/>
              <p:nvPr/>
            </p:nvSpPr>
            <p:spPr>
              <a:xfrm>
                <a:off x="1689902" y="4427566"/>
                <a:ext cx="606841" cy="243964"/>
              </a:xfrm>
              <a:custGeom>
                <a:avLst/>
                <a:gdLst>
                  <a:gd name="csX0" fmla="*/ 632704 w 633713"/>
                  <a:gd name="csY0" fmla="*/ 223482 h 254767"/>
                  <a:gd name="csX1" fmla="*/ 632704 w 633713"/>
                  <a:gd name="csY1" fmla="*/ 254392 h 254767"/>
                  <a:gd name="csX2" fmla="*/ 612198 w 633713"/>
                  <a:gd name="csY2" fmla="*/ 254392 h 254767"/>
                  <a:gd name="csX3" fmla="*/ 605474 w 633713"/>
                  <a:gd name="csY3" fmla="*/ 168505 h 254767"/>
                  <a:gd name="csX4" fmla="*/ 238221 w 633713"/>
                  <a:gd name="csY4" fmla="*/ 25260 h 254767"/>
                  <a:gd name="csX5" fmla="*/ 53541 w 633713"/>
                  <a:gd name="csY5" fmla="*/ 116794 h 254767"/>
                  <a:gd name="csX6" fmla="*/ 53534 w 633713"/>
                  <a:gd name="csY6" fmla="*/ 116801 h 254767"/>
                  <a:gd name="csX7" fmla="*/ 20453 w 633713"/>
                  <a:gd name="csY7" fmla="*/ 254392 h 254767"/>
                  <a:gd name="csX8" fmla="*/ -53 w 633713"/>
                  <a:gd name="csY8" fmla="*/ 254392 h 254767"/>
                  <a:gd name="csX9" fmla="*/ 97505 w 633713"/>
                  <a:gd name="csY9" fmla="*/ 51023 h 254767"/>
                  <a:gd name="csX10" fmla="*/ 632704 w 633713"/>
                  <a:gd name="csY10" fmla="*/ 223482 h 2547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33713" h="254767">
                    <a:moveTo>
                      <a:pt x="632704" y="223482"/>
                    </a:moveTo>
                    <a:lnTo>
                      <a:pt x="632704" y="254392"/>
                    </a:lnTo>
                    <a:lnTo>
                      <a:pt x="612198" y="254392"/>
                    </a:lnTo>
                    <a:cubicBezTo>
                      <a:pt x="611569" y="225706"/>
                      <a:pt x="615177" y="196093"/>
                      <a:pt x="605474" y="168505"/>
                    </a:cubicBezTo>
                    <a:cubicBezTo>
                      <a:pt x="554327" y="30106"/>
                      <a:pt x="366013" y="9900"/>
                      <a:pt x="238221" y="25260"/>
                    </a:cubicBezTo>
                    <a:cubicBezTo>
                      <a:pt x="169316" y="34624"/>
                      <a:pt x="97597" y="60333"/>
                      <a:pt x="53541" y="116794"/>
                    </a:cubicBezTo>
                    <a:cubicBezTo>
                      <a:pt x="53541" y="116801"/>
                      <a:pt x="53541" y="116801"/>
                      <a:pt x="53534" y="116801"/>
                    </a:cubicBezTo>
                    <a:cubicBezTo>
                      <a:pt x="18269" y="163043"/>
                      <a:pt x="19600" y="199558"/>
                      <a:pt x="20453" y="254392"/>
                    </a:cubicBezTo>
                    <a:lnTo>
                      <a:pt x="-53" y="254392"/>
                    </a:lnTo>
                    <a:cubicBezTo>
                      <a:pt x="-6580" y="165278"/>
                      <a:pt x="19968" y="99309"/>
                      <a:pt x="97505" y="51023"/>
                    </a:cubicBezTo>
                    <a:cubicBezTo>
                      <a:pt x="255447" y="-45358"/>
                      <a:pt x="634568" y="-16027"/>
                      <a:pt x="632704" y="223482"/>
                    </a:cubicBezTo>
                    <a:close/>
                  </a:path>
                </a:pathLst>
              </a:custGeom>
              <a:solidFill>
                <a:srgbClr val="1F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8" name="Freeform: Shape 297">
                <a:extLst>
                  <a:ext uri="{FF2B5EF4-FFF2-40B4-BE49-F238E27FC236}">
                    <a16:creationId xmlns:a16="http://schemas.microsoft.com/office/drawing/2014/main" id="{D66E1512-85E1-F122-377A-1C0636242720}"/>
                  </a:ext>
                </a:extLst>
              </p:cNvPr>
              <p:cNvSpPr/>
              <p:nvPr/>
            </p:nvSpPr>
            <p:spPr>
              <a:xfrm>
                <a:off x="1635552" y="4682605"/>
                <a:ext cx="46013" cy="155974"/>
              </a:xfrm>
              <a:custGeom>
                <a:avLst/>
                <a:gdLst>
                  <a:gd name="csX0" fmla="*/ 47048 w 48050"/>
                  <a:gd name="csY0" fmla="*/ -375 h 162881"/>
                  <a:gd name="csX1" fmla="*/ 47048 w 48050"/>
                  <a:gd name="csY1" fmla="*/ 162506 h 162881"/>
                  <a:gd name="csX2" fmla="*/ -1003 w 48050"/>
                  <a:gd name="csY2" fmla="*/ 81066 h 162881"/>
                  <a:gd name="csX3" fmla="*/ 47048 w 48050"/>
                  <a:gd name="csY3" fmla="*/ -375 h 162881"/>
                </a:gdLst>
                <a:ahLst/>
                <a:cxnLst>
                  <a:cxn ang="0">
                    <a:pos x="csX0" y="csY0"/>
                  </a:cxn>
                  <a:cxn ang="0">
                    <a:pos x="csX1" y="csY1"/>
                  </a:cxn>
                  <a:cxn ang="0">
                    <a:pos x="csX2" y="csY2"/>
                  </a:cxn>
                  <a:cxn ang="0">
                    <a:pos x="csX3" y="csY3"/>
                  </a:cxn>
                </a:cxnLst>
                <a:rect l="l" t="t" r="r" b="b"/>
                <a:pathLst>
                  <a:path w="48050" h="162881">
                    <a:moveTo>
                      <a:pt x="47048" y="-375"/>
                    </a:moveTo>
                    <a:lnTo>
                      <a:pt x="47048" y="162506"/>
                    </a:lnTo>
                    <a:cubicBezTo>
                      <a:pt x="18395" y="146664"/>
                      <a:pt x="-1003" y="116128"/>
                      <a:pt x="-1003" y="81066"/>
                    </a:cubicBezTo>
                    <a:cubicBezTo>
                      <a:pt x="-1003" y="46003"/>
                      <a:pt x="18395" y="15474"/>
                      <a:pt x="47048" y="-375"/>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99" name="Rectangle 298">
                <a:extLst>
                  <a:ext uri="{FF2B5EF4-FFF2-40B4-BE49-F238E27FC236}">
                    <a16:creationId xmlns:a16="http://schemas.microsoft.com/office/drawing/2014/main" id="{FAEB4596-4D61-DE66-648E-165D9B9551CD}"/>
                  </a:ext>
                </a:extLst>
              </p:cNvPr>
              <p:cNvSpPr/>
              <p:nvPr/>
            </p:nvSpPr>
            <p:spPr>
              <a:xfrm>
                <a:off x="1681565" y="4671531"/>
                <a:ext cx="38130" cy="178129"/>
              </a:xfrm>
              <a:prstGeom prst="rect">
                <a:avLst/>
              </a:prstGeom>
              <a:solidFill>
                <a:srgbClr val="1F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0" name="Freeform: Shape 299">
                <a:extLst>
                  <a:ext uri="{FF2B5EF4-FFF2-40B4-BE49-F238E27FC236}">
                    <a16:creationId xmlns:a16="http://schemas.microsoft.com/office/drawing/2014/main" id="{E4935B8E-600A-C881-3E06-B64C41E0471F}"/>
                  </a:ext>
                </a:extLst>
              </p:cNvPr>
              <p:cNvSpPr/>
              <p:nvPr/>
            </p:nvSpPr>
            <p:spPr>
              <a:xfrm>
                <a:off x="2305991" y="4682605"/>
                <a:ext cx="46013" cy="155974"/>
              </a:xfrm>
              <a:custGeom>
                <a:avLst/>
                <a:gdLst>
                  <a:gd name="csX0" fmla="*/ 47048 w 48050"/>
                  <a:gd name="csY0" fmla="*/ 81066 h 162881"/>
                  <a:gd name="csX1" fmla="*/ -1003 w 48050"/>
                  <a:gd name="csY1" fmla="*/ 162506 h 162881"/>
                  <a:gd name="csX2" fmla="*/ -1003 w 48050"/>
                  <a:gd name="csY2" fmla="*/ -375 h 162881"/>
                  <a:gd name="csX3" fmla="*/ 47048 w 48050"/>
                  <a:gd name="csY3" fmla="*/ 81066 h 162881"/>
                </a:gdLst>
                <a:ahLst/>
                <a:cxnLst>
                  <a:cxn ang="0">
                    <a:pos x="csX0" y="csY0"/>
                  </a:cxn>
                  <a:cxn ang="0">
                    <a:pos x="csX1" y="csY1"/>
                  </a:cxn>
                  <a:cxn ang="0">
                    <a:pos x="csX2" y="csY2"/>
                  </a:cxn>
                  <a:cxn ang="0">
                    <a:pos x="csX3" y="csY3"/>
                  </a:cxn>
                </a:cxnLst>
                <a:rect l="l" t="t" r="r" b="b"/>
                <a:pathLst>
                  <a:path w="48050" h="162881">
                    <a:moveTo>
                      <a:pt x="47048" y="81066"/>
                    </a:moveTo>
                    <a:cubicBezTo>
                      <a:pt x="47048" y="116128"/>
                      <a:pt x="27651" y="146664"/>
                      <a:pt x="-1003" y="162506"/>
                    </a:cubicBezTo>
                    <a:lnTo>
                      <a:pt x="-1003" y="-375"/>
                    </a:lnTo>
                    <a:cubicBezTo>
                      <a:pt x="27651" y="15474"/>
                      <a:pt x="47048" y="46003"/>
                      <a:pt x="47048" y="81066"/>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1" name="Rectangle 300">
                <a:extLst>
                  <a:ext uri="{FF2B5EF4-FFF2-40B4-BE49-F238E27FC236}">
                    <a16:creationId xmlns:a16="http://schemas.microsoft.com/office/drawing/2014/main" id="{274A2B60-62FA-B5FC-4DF6-B8B313EA7373}"/>
                  </a:ext>
                </a:extLst>
              </p:cNvPr>
              <p:cNvSpPr/>
              <p:nvPr/>
            </p:nvSpPr>
            <p:spPr>
              <a:xfrm>
                <a:off x="2267861" y="4671531"/>
                <a:ext cx="38130" cy="178129"/>
              </a:xfrm>
              <a:prstGeom prst="rect">
                <a:avLst/>
              </a:prstGeom>
              <a:solidFill>
                <a:srgbClr val="1F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2" name="Freeform: Shape 301">
                <a:extLst>
                  <a:ext uri="{FF2B5EF4-FFF2-40B4-BE49-F238E27FC236}">
                    <a16:creationId xmlns:a16="http://schemas.microsoft.com/office/drawing/2014/main" id="{605D05AD-CC1B-E2AA-9A8E-0CEAEAC30323}"/>
                  </a:ext>
                </a:extLst>
              </p:cNvPr>
              <p:cNvSpPr/>
              <p:nvPr/>
            </p:nvSpPr>
            <p:spPr>
              <a:xfrm>
                <a:off x="1606593" y="5053527"/>
                <a:ext cx="156035" cy="241360"/>
              </a:xfrm>
              <a:custGeom>
                <a:avLst/>
                <a:gdLst>
                  <a:gd name="csX0" fmla="*/ 160744 w 162944"/>
                  <a:gd name="csY0" fmla="*/ 10245 h 252048"/>
                  <a:gd name="csX1" fmla="*/ 158304 w 162944"/>
                  <a:gd name="csY1" fmla="*/ 22853 h 252048"/>
                  <a:gd name="csX2" fmla="*/ 138263 w 162944"/>
                  <a:gd name="csY2" fmla="*/ 55686 h 252048"/>
                  <a:gd name="csX3" fmla="*/ 120939 w 162944"/>
                  <a:gd name="csY3" fmla="*/ 105245 h 252048"/>
                  <a:gd name="csX4" fmla="*/ 106520 w 162944"/>
                  <a:gd name="csY4" fmla="*/ 209094 h 252048"/>
                  <a:gd name="csX5" fmla="*/ 104906 w 162944"/>
                  <a:gd name="csY5" fmla="*/ 243691 h 252048"/>
                  <a:gd name="csX6" fmla="*/ 60122 w 162944"/>
                  <a:gd name="csY6" fmla="*/ 239913 h 252048"/>
                  <a:gd name="csX7" fmla="*/ -1003 w 162944"/>
                  <a:gd name="csY7" fmla="*/ 127706 h 252048"/>
                  <a:gd name="csX8" fmla="*/ 703 w 162944"/>
                  <a:gd name="csY8" fmla="*/ 105862 h 252048"/>
                  <a:gd name="csX9" fmla="*/ 117108 w 162944"/>
                  <a:gd name="csY9" fmla="*/ -375 h 252048"/>
                  <a:gd name="csX10" fmla="*/ 160744 w 162944"/>
                  <a:gd name="csY10" fmla="*/ 10245 h 2520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62944" h="252048">
                    <a:moveTo>
                      <a:pt x="160744" y="10245"/>
                    </a:moveTo>
                    <a:cubicBezTo>
                      <a:pt x="162758" y="13420"/>
                      <a:pt x="162417" y="17527"/>
                      <a:pt x="158304" y="22853"/>
                    </a:cubicBezTo>
                    <a:cubicBezTo>
                      <a:pt x="149605" y="34110"/>
                      <a:pt x="143537" y="42080"/>
                      <a:pt x="138263" y="55686"/>
                    </a:cubicBezTo>
                    <a:cubicBezTo>
                      <a:pt x="131933" y="72006"/>
                      <a:pt x="125386" y="88282"/>
                      <a:pt x="120939" y="105245"/>
                    </a:cubicBezTo>
                    <a:cubicBezTo>
                      <a:pt x="112057" y="139127"/>
                      <a:pt x="107189" y="174071"/>
                      <a:pt x="106520" y="209094"/>
                    </a:cubicBezTo>
                    <a:cubicBezTo>
                      <a:pt x="106304" y="220646"/>
                      <a:pt x="106533" y="232257"/>
                      <a:pt x="104906" y="243691"/>
                    </a:cubicBezTo>
                    <a:cubicBezTo>
                      <a:pt x="102407" y="261272"/>
                      <a:pt x="68768" y="245082"/>
                      <a:pt x="60122" y="239913"/>
                    </a:cubicBezTo>
                    <a:cubicBezTo>
                      <a:pt x="21288" y="216684"/>
                      <a:pt x="-1003" y="172418"/>
                      <a:pt x="-1003" y="127706"/>
                    </a:cubicBezTo>
                    <a:cubicBezTo>
                      <a:pt x="-1003" y="120261"/>
                      <a:pt x="-412" y="112960"/>
                      <a:pt x="703" y="105862"/>
                    </a:cubicBezTo>
                    <a:cubicBezTo>
                      <a:pt x="10261" y="45531"/>
                      <a:pt x="58738" y="-375"/>
                      <a:pt x="117108" y="-375"/>
                    </a:cubicBezTo>
                    <a:cubicBezTo>
                      <a:pt x="126830" y="-375"/>
                      <a:pt x="154643" y="602"/>
                      <a:pt x="160744" y="10245"/>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3" name="Freeform: Shape 302">
                <a:extLst>
                  <a:ext uri="{FF2B5EF4-FFF2-40B4-BE49-F238E27FC236}">
                    <a16:creationId xmlns:a16="http://schemas.microsoft.com/office/drawing/2014/main" id="{3A7BE6EE-9128-C197-5CC4-39C696BBD5CA}"/>
                  </a:ext>
                </a:extLst>
              </p:cNvPr>
              <p:cNvSpPr/>
              <p:nvPr/>
            </p:nvSpPr>
            <p:spPr>
              <a:xfrm>
                <a:off x="2053592" y="4849661"/>
                <a:ext cx="241368" cy="98308"/>
              </a:xfrm>
              <a:custGeom>
                <a:avLst/>
                <a:gdLst>
                  <a:gd name="csX0" fmla="*/ 251053 w 252056"/>
                  <a:gd name="csY0" fmla="*/ -375 h 102661"/>
                  <a:gd name="csX1" fmla="*/ 249131 w 252056"/>
                  <a:gd name="csY1" fmla="*/ 4453 h 102661"/>
                  <a:gd name="csX2" fmla="*/ 206132 w 252056"/>
                  <a:gd name="csY2" fmla="*/ 43491 h 102661"/>
                  <a:gd name="csX3" fmla="*/ 193058 w 252056"/>
                  <a:gd name="csY3" fmla="*/ 51697 h 102661"/>
                  <a:gd name="csX4" fmla="*/ 109931 w 252056"/>
                  <a:gd name="csY4" fmla="*/ 81328 h 102661"/>
                  <a:gd name="csX5" fmla="*/ 104919 w 252056"/>
                  <a:gd name="csY5" fmla="*/ 82168 h 102661"/>
                  <a:gd name="csX6" fmla="*/ 52126 w 252056"/>
                  <a:gd name="csY6" fmla="*/ 102287 h 102661"/>
                  <a:gd name="csX7" fmla="*/ -1003 w 252056"/>
                  <a:gd name="csY7" fmla="*/ 79616 h 102661"/>
                  <a:gd name="csX8" fmla="*/ 52126 w 252056"/>
                  <a:gd name="csY8" fmla="*/ 56945 h 102661"/>
                  <a:gd name="csX9" fmla="*/ 99311 w 252056"/>
                  <a:gd name="csY9" fmla="*/ 69192 h 102661"/>
                  <a:gd name="csX10" fmla="*/ 207909 w 252056"/>
                  <a:gd name="csY10" fmla="*/ 25143 h 102661"/>
                  <a:gd name="csX11" fmla="*/ 207909 w 252056"/>
                  <a:gd name="csY11" fmla="*/ 25136 h 102661"/>
                  <a:gd name="csX12" fmla="*/ 235349 w 252056"/>
                  <a:gd name="csY12" fmla="*/ -375 h 102661"/>
                  <a:gd name="csX13" fmla="*/ 251053 w 252056"/>
                  <a:gd name="csY13" fmla="*/ -375 h 102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52056" h="102661">
                    <a:moveTo>
                      <a:pt x="251053" y="-375"/>
                    </a:moveTo>
                    <a:cubicBezTo>
                      <a:pt x="251001" y="1324"/>
                      <a:pt x="250299" y="3043"/>
                      <a:pt x="249131" y="4453"/>
                    </a:cubicBezTo>
                    <a:cubicBezTo>
                      <a:pt x="236773" y="19488"/>
                      <a:pt x="222216" y="32549"/>
                      <a:pt x="206132" y="43491"/>
                    </a:cubicBezTo>
                    <a:cubicBezTo>
                      <a:pt x="201874" y="46390"/>
                      <a:pt x="197512" y="49126"/>
                      <a:pt x="193058" y="51697"/>
                    </a:cubicBezTo>
                    <a:cubicBezTo>
                      <a:pt x="167494" y="66509"/>
                      <a:pt x="138939" y="76146"/>
                      <a:pt x="109931" y="81328"/>
                    </a:cubicBezTo>
                    <a:cubicBezTo>
                      <a:pt x="108258" y="81630"/>
                      <a:pt x="106586" y="81899"/>
                      <a:pt x="104919" y="82168"/>
                    </a:cubicBezTo>
                    <a:cubicBezTo>
                      <a:pt x="101935" y="93490"/>
                      <a:pt x="79447" y="102287"/>
                      <a:pt x="52126" y="102287"/>
                    </a:cubicBezTo>
                    <a:cubicBezTo>
                      <a:pt x="22790" y="102287"/>
                      <a:pt x="-1003" y="92132"/>
                      <a:pt x="-1003" y="79616"/>
                    </a:cubicBezTo>
                    <a:cubicBezTo>
                      <a:pt x="-1003" y="67093"/>
                      <a:pt x="22790" y="56945"/>
                      <a:pt x="52126" y="56945"/>
                    </a:cubicBezTo>
                    <a:cubicBezTo>
                      <a:pt x="72665" y="56945"/>
                      <a:pt x="90468" y="61924"/>
                      <a:pt x="99311" y="69192"/>
                    </a:cubicBezTo>
                    <a:cubicBezTo>
                      <a:pt x="138624" y="63118"/>
                      <a:pt x="176566" y="49054"/>
                      <a:pt x="207909" y="25143"/>
                    </a:cubicBezTo>
                    <a:lnTo>
                      <a:pt x="207909" y="25136"/>
                    </a:lnTo>
                    <a:cubicBezTo>
                      <a:pt x="217762" y="17625"/>
                      <a:pt x="226966" y="9143"/>
                      <a:pt x="235349" y="-375"/>
                    </a:cubicBezTo>
                    <a:lnTo>
                      <a:pt x="251053" y="-375"/>
                    </a:lnTo>
                    <a:close/>
                  </a:path>
                </a:pathLst>
              </a:custGeom>
              <a:solidFill>
                <a:srgbClr val="1F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4" name="Freeform: Shape 303">
                <a:extLst>
                  <a:ext uri="{FF2B5EF4-FFF2-40B4-BE49-F238E27FC236}">
                    <a16:creationId xmlns:a16="http://schemas.microsoft.com/office/drawing/2014/main" id="{83BC8C17-A3DB-B081-756D-1FDDF34E833E}"/>
                  </a:ext>
                </a:extLst>
              </p:cNvPr>
              <p:cNvSpPr/>
              <p:nvPr/>
            </p:nvSpPr>
            <p:spPr>
              <a:xfrm>
                <a:off x="2218250" y="5053527"/>
                <a:ext cx="156035" cy="241360"/>
              </a:xfrm>
              <a:custGeom>
                <a:avLst/>
                <a:gdLst>
                  <a:gd name="csX0" fmla="*/ 195 w 162944"/>
                  <a:gd name="csY0" fmla="*/ 10245 h 252048"/>
                  <a:gd name="csX1" fmla="*/ 2636 w 162944"/>
                  <a:gd name="csY1" fmla="*/ 22853 h 252048"/>
                  <a:gd name="csX2" fmla="*/ 22676 w 162944"/>
                  <a:gd name="csY2" fmla="*/ 55686 h 252048"/>
                  <a:gd name="csX3" fmla="*/ 40001 w 162944"/>
                  <a:gd name="csY3" fmla="*/ 105245 h 252048"/>
                  <a:gd name="csX4" fmla="*/ 54419 w 162944"/>
                  <a:gd name="csY4" fmla="*/ 209094 h 252048"/>
                  <a:gd name="csX5" fmla="*/ 56033 w 162944"/>
                  <a:gd name="csY5" fmla="*/ 243691 h 252048"/>
                  <a:gd name="csX6" fmla="*/ 100817 w 162944"/>
                  <a:gd name="csY6" fmla="*/ 239913 h 252048"/>
                  <a:gd name="csX7" fmla="*/ 161942 w 162944"/>
                  <a:gd name="csY7" fmla="*/ 127706 h 252048"/>
                  <a:gd name="csX8" fmla="*/ 160236 w 162944"/>
                  <a:gd name="csY8" fmla="*/ 105862 h 252048"/>
                  <a:gd name="csX9" fmla="*/ 43832 w 162944"/>
                  <a:gd name="csY9" fmla="*/ -375 h 252048"/>
                  <a:gd name="csX10" fmla="*/ 195 w 162944"/>
                  <a:gd name="csY10" fmla="*/ 10245 h 2520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62944" h="252048">
                    <a:moveTo>
                      <a:pt x="195" y="10245"/>
                    </a:moveTo>
                    <a:cubicBezTo>
                      <a:pt x="-1818" y="13420"/>
                      <a:pt x="-1477" y="17527"/>
                      <a:pt x="2636" y="22853"/>
                    </a:cubicBezTo>
                    <a:cubicBezTo>
                      <a:pt x="11334" y="34110"/>
                      <a:pt x="17402" y="42080"/>
                      <a:pt x="22676" y="55686"/>
                    </a:cubicBezTo>
                    <a:cubicBezTo>
                      <a:pt x="29006" y="72006"/>
                      <a:pt x="35560" y="88282"/>
                      <a:pt x="40001" y="105245"/>
                    </a:cubicBezTo>
                    <a:cubicBezTo>
                      <a:pt x="48883" y="139127"/>
                      <a:pt x="53750" y="174071"/>
                      <a:pt x="54419" y="209094"/>
                    </a:cubicBezTo>
                    <a:cubicBezTo>
                      <a:pt x="54636" y="220646"/>
                      <a:pt x="54406" y="232257"/>
                      <a:pt x="56033" y="243691"/>
                    </a:cubicBezTo>
                    <a:cubicBezTo>
                      <a:pt x="58532" y="261272"/>
                      <a:pt x="92171" y="245082"/>
                      <a:pt x="100817" y="239913"/>
                    </a:cubicBezTo>
                    <a:cubicBezTo>
                      <a:pt x="139651" y="216684"/>
                      <a:pt x="161942" y="172418"/>
                      <a:pt x="161942" y="127706"/>
                    </a:cubicBezTo>
                    <a:cubicBezTo>
                      <a:pt x="161942" y="120261"/>
                      <a:pt x="161351" y="112960"/>
                      <a:pt x="160236" y="105862"/>
                    </a:cubicBezTo>
                    <a:cubicBezTo>
                      <a:pt x="150679" y="45531"/>
                      <a:pt x="102201" y="-375"/>
                      <a:pt x="43832" y="-375"/>
                    </a:cubicBezTo>
                    <a:cubicBezTo>
                      <a:pt x="34110" y="-375"/>
                      <a:pt x="6296" y="602"/>
                      <a:pt x="195" y="10245"/>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5" name="Freeform: Shape 304">
                <a:extLst>
                  <a:ext uri="{FF2B5EF4-FFF2-40B4-BE49-F238E27FC236}">
                    <a16:creationId xmlns:a16="http://schemas.microsoft.com/office/drawing/2014/main" id="{5813248F-CF9A-9DCF-A68F-5B2BB5FD368F}"/>
                  </a:ext>
                </a:extLst>
              </p:cNvPr>
              <p:cNvSpPr/>
              <p:nvPr/>
            </p:nvSpPr>
            <p:spPr>
              <a:xfrm>
                <a:off x="1465588" y="5363416"/>
                <a:ext cx="192967" cy="187377"/>
              </a:xfrm>
              <a:custGeom>
                <a:avLst/>
                <a:gdLst>
                  <a:gd name="csX0" fmla="*/ 200510 w 201512"/>
                  <a:gd name="csY0" fmla="*/ 100378 h 195674"/>
                  <a:gd name="csX1" fmla="*/ 200431 w 201512"/>
                  <a:gd name="csY1" fmla="*/ 104478 h 195674"/>
                  <a:gd name="csX2" fmla="*/ 200359 w 201512"/>
                  <a:gd name="csY2" fmla="*/ 105895 h 195674"/>
                  <a:gd name="csX3" fmla="*/ 200247 w 201512"/>
                  <a:gd name="csY3" fmla="*/ 107718 h 195674"/>
                  <a:gd name="csX4" fmla="*/ 200136 w 201512"/>
                  <a:gd name="csY4" fmla="*/ 109188 h 195674"/>
                  <a:gd name="csX5" fmla="*/ 200031 w 201512"/>
                  <a:gd name="csY5" fmla="*/ 110309 h 195674"/>
                  <a:gd name="csX6" fmla="*/ 199887 w 201512"/>
                  <a:gd name="csY6" fmla="*/ 111680 h 195674"/>
                  <a:gd name="csX7" fmla="*/ 199742 w 201512"/>
                  <a:gd name="csY7" fmla="*/ 112887 h 195674"/>
                  <a:gd name="csX8" fmla="*/ 199677 w 201512"/>
                  <a:gd name="csY8" fmla="*/ 113419 h 195674"/>
                  <a:gd name="csX9" fmla="*/ 199545 w 201512"/>
                  <a:gd name="csY9" fmla="*/ 114370 h 195674"/>
                  <a:gd name="csX10" fmla="*/ 199368 w 201512"/>
                  <a:gd name="csY10" fmla="*/ 115603 h 195674"/>
                  <a:gd name="csX11" fmla="*/ 199112 w 201512"/>
                  <a:gd name="csY11" fmla="*/ 117210 h 195674"/>
                  <a:gd name="csX12" fmla="*/ 198889 w 201512"/>
                  <a:gd name="csY12" fmla="*/ 118463 h 195674"/>
                  <a:gd name="csX13" fmla="*/ 198640 w 201512"/>
                  <a:gd name="csY13" fmla="*/ 119788 h 195674"/>
                  <a:gd name="csX14" fmla="*/ 197801 w 201512"/>
                  <a:gd name="csY14" fmla="*/ 123685 h 195674"/>
                  <a:gd name="csX15" fmla="*/ 197387 w 201512"/>
                  <a:gd name="csY15" fmla="*/ 125377 h 195674"/>
                  <a:gd name="csX16" fmla="*/ 196318 w 201512"/>
                  <a:gd name="csY16" fmla="*/ 129228 h 195674"/>
                  <a:gd name="csX17" fmla="*/ 195931 w 201512"/>
                  <a:gd name="csY17" fmla="*/ 130501 h 195674"/>
                  <a:gd name="csX18" fmla="*/ 195518 w 201512"/>
                  <a:gd name="csY18" fmla="*/ 131786 h 195674"/>
                  <a:gd name="csX19" fmla="*/ 195209 w 201512"/>
                  <a:gd name="csY19" fmla="*/ 132718 h 195674"/>
                  <a:gd name="csX20" fmla="*/ 194822 w 201512"/>
                  <a:gd name="csY20" fmla="*/ 133827 h 195674"/>
                  <a:gd name="csX21" fmla="*/ 194265 w 201512"/>
                  <a:gd name="csY21" fmla="*/ 135375 h 195674"/>
                  <a:gd name="csX22" fmla="*/ 193510 w 201512"/>
                  <a:gd name="csY22" fmla="*/ 137336 h 195674"/>
                  <a:gd name="csX23" fmla="*/ 192953 w 201512"/>
                  <a:gd name="csY23" fmla="*/ 138727 h 195674"/>
                  <a:gd name="csX24" fmla="*/ 192474 w 201512"/>
                  <a:gd name="csY24" fmla="*/ 139875 h 195674"/>
                  <a:gd name="csX25" fmla="*/ 192074 w 201512"/>
                  <a:gd name="csY25" fmla="*/ 140806 h 195674"/>
                  <a:gd name="csX26" fmla="*/ 190722 w 201512"/>
                  <a:gd name="csY26" fmla="*/ 143752 h 195674"/>
                  <a:gd name="csX27" fmla="*/ 190021 w 201512"/>
                  <a:gd name="csY27" fmla="*/ 145201 h 195674"/>
                  <a:gd name="csX28" fmla="*/ 187757 w 201512"/>
                  <a:gd name="csY28" fmla="*/ 149485 h 195674"/>
                  <a:gd name="csX29" fmla="*/ 186957 w 201512"/>
                  <a:gd name="csY29" fmla="*/ 150882 h 195674"/>
                  <a:gd name="csX30" fmla="*/ 186137 w 201512"/>
                  <a:gd name="csY30" fmla="*/ 152266 h 195674"/>
                  <a:gd name="csX31" fmla="*/ 185370 w 201512"/>
                  <a:gd name="csY31" fmla="*/ 153532 h 195674"/>
                  <a:gd name="csX32" fmla="*/ 185265 w 201512"/>
                  <a:gd name="csY32" fmla="*/ 153703 h 195674"/>
                  <a:gd name="csX33" fmla="*/ 184438 w 201512"/>
                  <a:gd name="csY33" fmla="*/ 154995 h 195674"/>
                  <a:gd name="csX34" fmla="*/ 183638 w 201512"/>
                  <a:gd name="csY34" fmla="*/ 156209 h 195674"/>
                  <a:gd name="csX35" fmla="*/ 182969 w 201512"/>
                  <a:gd name="csY35" fmla="*/ 157213 h 195674"/>
                  <a:gd name="csX36" fmla="*/ 182339 w 201512"/>
                  <a:gd name="csY36" fmla="*/ 158118 h 195674"/>
                  <a:gd name="csX37" fmla="*/ 181703 w 201512"/>
                  <a:gd name="csY37" fmla="*/ 159010 h 195674"/>
                  <a:gd name="csX38" fmla="*/ 180791 w 201512"/>
                  <a:gd name="csY38" fmla="*/ 160269 h 195674"/>
                  <a:gd name="csX39" fmla="*/ 179826 w 201512"/>
                  <a:gd name="csY39" fmla="*/ 161548 h 195674"/>
                  <a:gd name="csX40" fmla="*/ 178770 w 201512"/>
                  <a:gd name="csY40" fmla="*/ 162900 h 195674"/>
                  <a:gd name="csX41" fmla="*/ 176809 w 201512"/>
                  <a:gd name="csY41" fmla="*/ 165294 h 195674"/>
                  <a:gd name="csX42" fmla="*/ 172538 w 201512"/>
                  <a:gd name="csY42" fmla="*/ 170050 h 195674"/>
                  <a:gd name="csX43" fmla="*/ 171417 w 201512"/>
                  <a:gd name="csY43" fmla="*/ 171205 h 195674"/>
                  <a:gd name="csX44" fmla="*/ 169134 w 201512"/>
                  <a:gd name="csY44" fmla="*/ 173435 h 195674"/>
                  <a:gd name="csX45" fmla="*/ 167966 w 201512"/>
                  <a:gd name="csY45" fmla="*/ 174530 h 195674"/>
                  <a:gd name="csX46" fmla="*/ 166786 w 201512"/>
                  <a:gd name="csY46" fmla="*/ 175600 h 195674"/>
                  <a:gd name="csX47" fmla="*/ 164358 w 201512"/>
                  <a:gd name="csY47" fmla="*/ 177692 h 195674"/>
                  <a:gd name="csX48" fmla="*/ 163125 w 201512"/>
                  <a:gd name="csY48" fmla="*/ 178709 h 195674"/>
                  <a:gd name="csX49" fmla="*/ 159406 w 201512"/>
                  <a:gd name="csY49" fmla="*/ 181589 h 195674"/>
                  <a:gd name="csX50" fmla="*/ 156703 w 201512"/>
                  <a:gd name="csY50" fmla="*/ 183504 h 195674"/>
                  <a:gd name="csX51" fmla="*/ 154033 w 201512"/>
                  <a:gd name="csY51" fmla="*/ 185282 h 195674"/>
                  <a:gd name="csX52" fmla="*/ 151298 w 201512"/>
                  <a:gd name="csY52" fmla="*/ 186968 h 195674"/>
                  <a:gd name="csX53" fmla="*/ 151291 w 201512"/>
                  <a:gd name="csY53" fmla="*/ 186968 h 195674"/>
                  <a:gd name="csX54" fmla="*/ 150012 w 201512"/>
                  <a:gd name="csY54" fmla="*/ 187729 h 195674"/>
                  <a:gd name="csX55" fmla="*/ 148300 w 201512"/>
                  <a:gd name="csY55" fmla="*/ 188693 h 195674"/>
                  <a:gd name="csX56" fmla="*/ 147276 w 201512"/>
                  <a:gd name="csY56" fmla="*/ 189251 h 195674"/>
                  <a:gd name="csX57" fmla="*/ 145512 w 201512"/>
                  <a:gd name="csY57" fmla="*/ 190169 h 195674"/>
                  <a:gd name="csX58" fmla="*/ 144698 w 201512"/>
                  <a:gd name="csY58" fmla="*/ 190582 h 195674"/>
                  <a:gd name="csX59" fmla="*/ 141694 w 201512"/>
                  <a:gd name="csY59" fmla="*/ 192013 h 195674"/>
                  <a:gd name="csX60" fmla="*/ 133632 w 201512"/>
                  <a:gd name="csY60" fmla="*/ 195299 h 195674"/>
                  <a:gd name="csX61" fmla="*/ 65901 w 201512"/>
                  <a:gd name="csY61" fmla="*/ 195299 h 195674"/>
                  <a:gd name="csX62" fmla="*/ -1003 w 201512"/>
                  <a:gd name="csY62" fmla="*/ 100378 h 195674"/>
                  <a:gd name="csX63" fmla="*/ 68099 w 201512"/>
                  <a:gd name="csY63" fmla="*/ 4702 h 195674"/>
                  <a:gd name="csX64" fmla="*/ 99757 w 201512"/>
                  <a:gd name="csY64" fmla="*/ -375 h 195674"/>
                  <a:gd name="csX65" fmla="*/ 104985 w 201512"/>
                  <a:gd name="csY65" fmla="*/ -237 h 195674"/>
                  <a:gd name="csX66" fmla="*/ 105897 w 201512"/>
                  <a:gd name="csY66" fmla="*/ -185 h 195674"/>
                  <a:gd name="csX67" fmla="*/ 106992 w 201512"/>
                  <a:gd name="csY67" fmla="*/ -119 h 195674"/>
                  <a:gd name="csX68" fmla="*/ 109203 w 201512"/>
                  <a:gd name="csY68" fmla="*/ 64 h 195674"/>
                  <a:gd name="csX69" fmla="*/ 110463 w 201512"/>
                  <a:gd name="csY69" fmla="*/ 189 h 195674"/>
                  <a:gd name="csX70" fmla="*/ 113690 w 201512"/>
                  <a:gd name="csY70" fmla="*/ 583 h 195674"/>
                  <a:gd name="csX71" fmla="*/ 114884 w 201512"/>
                  <a:gd name="csY71" fmla="*/ 753 h 195674"/>
                  <a:gd name="csX72" fmla="*/ 116091 w 201512"/>
                  <a:gd name="csY72" fmla="*/ 943 h 195674"/>
                  <a:gd name="csX73" fmla="*/ 117403 w 201512"/>
                  <a:gd name="csY73" fmla="*/ 1173 h 195674"/>
                  <a:gd name="csX74" fmla="*/ 119568 w 201512"/>
                  <a:gd name="csY74" fmla="*/ 1580 h 195674"/>
                  <a:gd name="csX75" fmla="*/ 121037 w 201512"/>
                  <a:gd name="csY75" fmla="*/ 1875 h 195674"/>
                  <a:gd name="csX76" fmla="*/ 122723 w 201512"/>
                  <a:gd name="csY76" fmla="*/ 2255 h 195674"/>
                  <a:gd name="csX77" fmla="*/ 123773 w 201512"/>
                  <a:gd name="csY77" fmla="*/ 2505 h 195674"/>
                  <a:gd name="csX78" fmla="*/ 125012 w 201512"/>
                  <a:gd name="csY78" fmla="*/ 2820 h 195674"/>
                  <a:gd name="csX79" fmla="*/ 126947 w 201512"/>
                  <a:gd name="csY79" fmla="*/ 3338 h 195674"/>
                  <a:gd name="csX80" fmla="*/ 128305 w 201512"/>
                  <a:gd name="csY80" fmla="*/ 3731 h 195674"/>
                  <a:gd name="csX81" fmla="*/ 129631 w 201512"/>
                  <a:gd name="csY81" fmla="*/ 4132 h 195674"/>
                  <a:gd name="csX82" fmla="*/ 131126 w 201512"/>
                  <a:gd name="csY82" fmla="*/ 4604 h 195674"/>
                  <a:gd name="csX83" fmla="*/ 132714 w 201512"/>
                  <a:gd name="csY83" fmla="*/ 5142 h 195674"/>
                  <a:gd name="csX84" fmla="*/ 132779 w 201512"/>
                  <a:gd name="csY84" fmla="*/ 5161 h 195674"/>
                  <a:gd name="csX85" fmla="*/ 134091 w 201512"/>
                  <a:gd name="csY85" fmla="*/ 5627 h 195674"/>
                  <a:gd name="csX86" fmla="*/ 140795 w 201512"/>
                  <a:gd name="csY86" fmla="*/ 8336 h 195674"/>
                  <a:gd name="csX87" fmla="*/ 143446 w 201512"/>
                  <a:gd name="csY87" fmla="*/ 9563 h 195674"/>
                  <a:gd name="csX88" fmla="*/ 146916 w 201512"/>
                  <a:gd name="csY88" fmla="*/ 11315 h 195674"/>
                  <a:gd name="csX89" fmla="*/ 149579 w 201512"/>
                  <a:gd name="csY89" fmla="*/ 12784 h 195674"/>
                  <a:gd name="csX90" fmla="*/ 150924 w 201512"/>
                  <a:gd name="csY90" fmla="*/ 13565 h 195674"/>
                  <a:gd name="csX91" fmla="*/ 152419 w 201512"/>
                  <a:gd name="csY91" fmla="*/ 14463 h 195674"/>
                  <a:gd name="csX92" fmla="*/ 153705 w 201512"/>
                  <a:gd name="csY92" fmla="*/ 15264 h 195674"/>
                  <a:gd name="csX93" fmla="*/ 155227 w 201512"/>
                  <a:gd name="csY93" fmla="*/ 16261 h 195674"/>
                  <a:gd name="csX94" fmla="*/ 156428 w 201512"/>
                  <a:gd name="csY94" fmla="*/ 17054 h 195674"/>
                  <a:gd name="csX95" fmla="*/ 157326 w 201512"/>
                  <a:gd name="csY95" fmla="*/ 17684 h 195674"/>
                  <a:gd name="csX96" fmla="*/ 158264 w 201512"/>
                  <a:gd name="csY96" fmla="*/ 18340 h 195674"/>
                  <a:gd name="csX97" fmla="*/ 159163 w 201512"/>
                  <a:gd name="csY97" fmla="*/ 18996 h 195674"/>
                  <a:gd name="csX98" fmla="*/ 160475 w 201512"/>
                  <a:gd name="csY98" fmla="*/ 19967 h 195674"/>
                  <a:gd name="csX99" fmla="*/ 161577 w 201512"/>
                  <a:gd name="csY99" fmla="*/ 20807 h 195674"/>
                  <a:gd name="csX100" fmla="*/ 163033 w 201512"/>
                  <a:gd name="csY100" fmla="*/ 21968 h 195674"/>
                  <a:gd name="csX101" fmla="*/ 164293 w 201512"/>
                  <a:gd name="csY101" fmla="*/ 22998 h 195674"/>
                  <a:gd name="csX102" fmla="*/ 165487 w 201512"/>
                  <a:gd name="csY102" fmla="*/ 24014 h 195674"/>
                  <a:gd name="csX103" fmla="*/ 169141 w 201512"/>
                  <a:gd name="csY103" fmla="*/ 27327 h 195674"/>
                  <a:gd name="csX104" fmla="*/ 171463 w 201512"/>
                  <a:gd name="csY104" fmla="*/ 29597 h 195674"/>
                  <a:gd name="csX105" fmla="*/ 176940 w 201512"/>
                  <a:gd name="csY105" fmla="*/ 35612 h 195674"/>
                  <a:gd name="csX106" fmla="*/ 177970 w 201512"/>
                  <a:gd name="csY106" fmla="*/ 36859 h 195674"/>
                  <a:gd name="csX107" fmla="*/ 180961 w 201512"/>
                  <a:gd name="csY107" fmla="*/ 40729 h 195674"/>
                  <a:gd name="csX108" fmla="*/ 181873 w 201512"/>
                  <a:gd name="csY108" fmla="*/ 41982 h 195674"/>
                  <a:gd name="csX109" fmla="*/ 181945 w 201512"/>
                  <a:gd name="csY109" fmla="*/ 42074 h 195674"/>
                  <a:gd name="csX110" fmla="*/ 182713 w 201512"/>
                  <a:gd name="csY110" fmla="*/ 43182 h 195674"/>
                  <a:gd name="csX111" fmla="*/ 185160 w 201512"/>
                  <a:gd name="csY111" fmla="*/ 46902 h 195674"/>
                  <a:gd name="csX112" fmla="*/ 185737 w 201512"/>
                  <a:gd name="csY112" fmla="*/ 47840 h 195674"/>
                  <a:gd name="csX113" fmla="*/ 186373 w 201512"/>
                  <a:gd name="csY113" fmla="*/ 48883 h 195674"/>
                  <a:gd name="csX114" fmla="*/ 187167 w 201512"/>
                  <a:gd name="csY114" fmla="*/ 50241 h 195674"/>
                  <a:gd name="csX115" fmla="*/ 187200 w 201512"/>
                  <a:gd name="csY115" fmla="*/ 50293 h 195674"/>
                  <a:gd name="csX116" fmla="*/ 187593 w 201512"/>
                  <a:gd name="csY116" fmla="*/ 50976 h 195674"/>
                  <a:gd name="csX117" fmla="*/ 189247 w 201512"/>
                  <a:gd name="csY117" fmla="*/ 54039 h 195674"/>
                  <a:gd name="csX118" fmla="*/ 190171 w 201512"/>
                  <a:gd name="csY118" fmla="*/ 55850 h 195674"/>
                  <a:gd name="csX119" fmla="*/ 191005 w 201512"/>
                  <a:gd name="csY119" fmla="*/ 57594 h 195674"/>
                  <a:gd name="csX120" fmla="*/ 191405 w 201512"/>
                  <a:gd name="csY120" fmla="*/ 58460 h 195674"/>
                  <a:gd name="csX121" fmla="*/ 191936 w 201512"/>
                  <a:gd name="csY121" fmla="*/ 59648 h 195674"/>
                  <a:gd name="csX122" fmla="*/ 192520 w 201512"/>
                  <a:gd name="csY122" fmla="*/ 60979 h 195674"/>
                  <a:gd name="csX123" fmla="*/ 193195 w 201512"/>
                  <a:gd name="csY123" fmla="*/ 62613 h 195674"/>
                  <a:gd name="csX124" fmla="*/ 193956 w 201512"/>
                  <a:gd name="csY124" fmla="*/ 64561 h 195674"/>
                  <a:gd name="csX125" fmla="*/ 194560 w 201512"/>
                  <a:gd name="csY125" fmla="*/ 66194 h 195674"/>
                  <a:gd name="csX126" fmla="*/ 195262 w 201512"/>
                  <a:gd name="csY126" fmla="*/ 68208 h 195674"/>
                  <a:gd name="csX127" fmla="*/ 200510 w 201512"/>
                  <a:gd name="csY127" fmla="*/ 100378 h 19567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Lst>
                <a:rect l="l" t="t" r="r" b="b"/>
                <a:pathLst>
                  <a:path w="201512" h="195674">
                    <a:moveTo>
                      <a:pt x="200510" y="100378"/>
                    </a:moveTo>
                    <a:cubicBezTo>
                      <a:pt x="200510" y="101749"/>
                      <a:pt x="200484" y="103126"/>
                      <a:pt x="200431" y="104478"/>
                    </a:cubicBezTo>
                    <a:cubicBezTo>
                      <a:pt x="200411" y="104957"/>
                      <a:pt x="200392" y="105429"/>
                      <a:pt x="200359" y="105895"/>
                    </a:cubicBezTo>
                    <a:cubicBezTo>
                      <a:pt x="200333" y="106505"/>
                      <a:pt x="200293" y="107115"/>
                      <a:pt x="200247" y="107718"/>
                    </a:cubicBezTo>
                    <a:cubicBezTo>
                      <a:pt x="200208" y="108210"/>
                      <a:pt x="200175" y="108696"/>
                      <a:pt x="200136" y="109188"/>
                    </a:cubicBezTo>
                    <a:cubicBezTo>
                      <a:pt x="200096" y="109562"/>
                      <a:pt x="200064" y="109942"/>
                      <a:pt x="200031" y="110309"/>
                    </a:cubicBezTo>
                    <a:cubicBezTo>
                      <a:pt x="199985" y="110769"/>
                      <a:pt x="199939" y="111221"/>
                      <a:pt x="199887" y="111680"/>
                    </a:cubicBezTo>
                    <a:cubicBezTo>
                      <a:pt x="199841" y="112087"/>
                      <a:pt x="199795" y="112487"/>
                      <a:pt x="199742" y="112887"/>
                    </a:cubicBezTo>
                    <a:cubicBezTo>
                      <a:pt x="199723" y="113065"/>
                      <a:pt x="199696" y="113242"/>
                      <a:pt x="199677" y="113419"/>
                    </a:cubicBezTo>
                    <a:cubicBezTo>
                      <a:pt x="199637" y="113734"/>
                      <a:pt x="199591" y="114055"/>
                      <a:pt x="199545" y="114370"/>
                    </a:cubicBezTo>
                    <a:cubicBezTo>
                      <a:pt x="199486" y="114783"/>
                      <a:pt x="199434" y="115197"/>
                      <a:pt x="199368" y="115603"/>
                    </a:cubicBezTo>
                    <a:cubicBezTo>
                      <a:pt x="199283" y="116148"/>
                      <a:pt x="199198" y="116686"/>
                      <a:pt x="199112" y="117210"/>
                    </a:cubicBezTo>
                    <a:cubicBezTo>
                      <a:pt x="199040" y="117630"/>
                      <a:pt x="198968" y="118044"/>
                      <a:pt x="198889" y="118463"/>
                    </a:cubicBezTo>
                    <a:cubicBezTo>
                      <a:pt x="198817" y="118903"/>
                      <a:pt x="198732" y="119349"/>
                      <a:pt x="198640" y="119788"/>
                    </a:cubicBezTo>
                    <a:cubicBezTo>
                      <a:pt x="198384" y="121094"/>
                      <a:pt x="198109" y="122399"/>
                      <a:pt x="197801" y="123685"/>
                    </a:cubicBezTo>
                    <a:cubicBezTo>
                      <a:pt x="197669" y="124256"/>
                      <a:pt x="197525" y="124820"/>
                      <a:pt x="197387" y="125377"/>
                    </a:cubicBezTo>
                    <a:cubicBezTo>
                      <a:pt x="197053" y="126670"/>
                      <a:pt x="196699" y="127949"/>
                      <a:pt x="196318" y="129228"/>
                    </a:cubicBezTo>
                    <a:cubicBezTo>
                      <a:pt x="196193" y="129655"/>
                      <a:pt x="196069" y="130074"/>
                      <a:pt x="195931" y="130501"/>
                    </a:cubicBezTo>
                    <a:cubicBezTo>
                      <a:pt x="195793" y="130927"/>
                      <a:pt x="195662" y="131360"/>
                      <a:pt x="195518" y="131786"/>
                    </a:cubicBezTo>
                    <a:cubicBezTo>
                      <a:pt x="195419" y="132095"/>
                      <a:pt x="195314" y="132410"/>
                      <a:pt x="195209" y="132718"/>
                    </a:cubicBezTo>
                    <a:cubicBezTo>
                      <a:pt x="195085" y="133092"/>
                      <a:pt x="194960" y="133459"/>
                      <a:pt x="194822" y="133827"/>
                    </a:cubicBezTo>
                    <a:cubicBezTo>
                      <a:pt x="194645" y="134345"/>
                      <a:pt x="194462" y="134863"/>
                      <a:pt x="194265" y="135375"/>
                    </a:cubicBezTo>
                    <a:cubicBezTo>
                      <a:pt x="194029" y="136037"/>
                      <a:pt x="193779" y="136693"/>
                      <a:pt x="193510" y="137336"/>
                    </a:cubicBezTo>
                    <a:cubicBezTo>
                      <a:pt x="193333" y="137808"/>
                      <a:pt x="193150" y="138268"/>
                      <a:pt x="192953" y="138727"/>
                    </a:cubicBezTo>
                    <a:cubicBezTo>
                      <a:pt x="192795" y="139107"/>
                      <a:pt x="192638" y="139494"/>
                      <a:pt x="192474" y="139875"/>
                    </a:cubicBezTo>
                    <a:cubicBezTo>
                      <a:pt x="192343" y="140183"/>
                      <a:pt x="192212" y="140491"/>
                      <a:pt x="192074" y="140806"/>
                    </a:cubicBezTo>
                    <a:cubicBezTo>
                      <a:pt x="191634" y="141797"/>
                      <a:pt x="191188" y="142774"/>
                      <a:pt x="190722" y="143752"/>
                    </a:cubicBezTo>
                    <a:cubicBezTo>
                      <a:pt x="190493" y="144237"/>
                      <a:pt x="190257" y="144723"/>
                      <a:pt x="190021" y="145201"/>
                    </a:cubicBezTo>
                    <a:cubicBezTo>
                      <a:pt x="189292" y="146658"/>
                      <a:pt x="188538" y="148081"/>
                      <a:pt x="187757" y="149485"/>
                    </a:cubicBezTo>
                    <a:cubicBezTo>
                      <a:pt x="187495" y="149957"/>
                      <a:pt x="187233" y="150416"/>
                      <a:pt x="186957" y="150882"/>
                    </a:cubicBezTo>
                    <a:cubicBezTo>
                      <a:pt x="186688" y="151348"/>
                      <a:pt x="186419" y="151807"/>
                      <a:pt x="186137" y="152266"/>
                    </a:cubicBezTo>
                    <a:cubicBezTo>
                      <a:pt x="185881" y="152693"/>
                      <a:pt x="185625" y="153113"/>
                      <a:pt x="185370" y="153532"/>
                    </a:cubicBezTo>
                    <a:cubicBezTo>
                      <a:pt x="185330" y="153598"/>
                      <a:pt x="185297" y="153651"/>
                      <a:pt x="185265" y="153703"/>
                    </a:cubicBezTo>
                    <a:cubicBezTo>
                      <a:pt x="184996" y="154129"/>
                      <a:pt x="184714" y="154569"/>
                      <a:pt x="184438" y="154995"/>
                    </a:cubicBezTo>
                    <a:cubicBezTo>
                      <a:pt x="184182" y="155402"/>
                      <a:pt x="183907" y="155802"/>
                      <a:pt x="183638" y="156209"/>
                    </a:cubicBezTo>
                    <a:cubicBezTo>
                      <a:pt x="183421" y="156550"/>
                      <a:pt x="183192" y="156878"/>
                      <a:pt x="182969" y="157213"/>
                    </a:cubicBezTo>
                    <a:cubicBezTo>
                      <a:pt x="182765" y="157514"/>
                      <a:pt x="182555" y="157816"/>
                      <a:pt x="182339" y="158118"/>
                    </a:cubicBezTo>
                    <a:cubicBezTo>
                      <a:pt x="182129" y="158413"/>
                      <a:pt x="181913" y="158715"/>
                      <a:pt x="181703" y="159010"/>
                    </a:cubicBezTo>
                    <a:cubicBezTo>
                      <a:pt x="181401" y="159436"/>
                      <a:pt x="181099" y="159856"/>
                      <a:pt x="180791" y="160269"/>
                    </a:cubicBezTo>
                    <a:cubicBezTo>
                      <a:pt x="180463" y="160696"/>
                      <a:pt x="180148" y="161129"/>
                      <a:pt x="179826" y="161548"/>
                    </a:cubicBezTo>
                    <a:cubicBezTo>
                      <a:pt x="179479" y="162001"/>
                      <a:pt x="179125" y="162454"/>
                      <a:pt x="178770" y="162900"/>
                    </a:cubicBezTo>
                    <a:cubicBezTo>
                      <a:pt x="178128" y="163707"/>
                      <a:pt x="177485" y="164500"/>
                      <a:pt x="176809" y="165294"/>
                    </a:cubicBezTo>
                    <a:cubicBezTo>
                      <a:pt x="175438" y="166921"/>
                      <a:pt x="174008" y="168509"/>
                      <a:pt x="172538" y="170050"/>
                    </a:cubicBezTo>
                    <a:cubicBezTo>
                      <a:pt x="172165" y="170437"/>
                      <a:pt x="171797" y="170824"/>
                      <a:pt x="171417" y="171205"/>
                    </a:cubicBezTo>
                    <a:cubicBezTo>
                      <a:pt x="170662" y="171959"/>
                      <a:pt x="169915" y="172707"/>
                      <a:pt x="169134" y="173435"/>
                    </a:cubicBezTo>
                    <a:cubicBezTo>
                      <a:pt x="168754" y="173796"/>
                      <a:pt x="168360" y="174170"/>
                      <a:pt x="167966" y="174530"/>
                    </a:cubicBezTo>
                    <a:cubicBezTo>
                      <a:pt x="167579" y="174891"/>
                      <a:pt x="167186" y="175246"/>
                      <a:pt x="166786" y="175600"/>
                    </a:cubicBezTo>
                    <a:cubicBezTo>
                      <a:pt x="165985" y="176308"/>
                      <a:pt x="165178" y="177010"/>
                      <a:pt x="164358" y="177692"/>
                    </a:cubicBezTo>
                    <a:cubicBezTo>
                      <a:pt x="163952" y="178034"/>
                      <a:pt x="163538" y="178375"/>
                      <a:pt x="163125" y="178709"/>
                    </a:cubicBezTo>
                    <a:cubicBezTo>
                      <a:pt x="161912" y="179700"/>
                      <a:pt x="160665" y="180651"/>
                      <a:pt x="159406" y="181589"/>
                    </a:cubicBezTo>
                    <a:cubicBezTo>
                      <a:pt x="158514" y="182238"/>
                      <a:pt x="157615" y="182875"/>
                      <a:pt x="156703" y="183504"/>
                    </a:cubicBezTo>
                    <a:cubicBezTo>
                      <a:pt x="155824" y="184101"/>
                      <a:pt x="154938" y="184698"/>
                      <a:pt x="154033" y="185282"/>
                    </a:cubicBezTo>
                    <a:cubicBezTo>
                      <a:pt x="153128" y="185853"/>
                      <a:pt x="152216" y="186417"/>
                      <a:pt x="151298" y="186968"/>
                    </a:cubicBezTo>
                    <a:lnTo>
                      <a:pt x="151291" y="186968"/>
                    </a:lnTo>
                    <a:cubicBezTo>
                      <a:pt x="150871" y="187224"/>
                      <a:pt x="150438" y="187480"/>
                      <a:pt x="150012" y="187729"/>
                    </a:cubicBezTo>
                    <a:cubicBezTo>
                      <a:pt x="149441" y="188050"/>
                      <a:pt x="148871" y="188378"/>
                      <a:pt x="148300" y="188693"/>
                    </a:cubicBezTo>
                    <a:cubicBezTo>
                      <a:pt x="147959" y="188877"/>
                      <a:pt x="147624" y="189061"/>
                      <a:pt x="147276" y="189251"/>
                    </a:cubicBezTo>
                    <a:cubicBezTo>
                      <a:pt x="146693" y="189559"/>
                      <a:pt x="146102" y="189868"/>
                      <a:pt x="145512" y="190169"/>
                    </a:cubicBezTo>
                    <a:cubicBezTo>
                      <a:pt x="145243" y="190314"/>
                      <a:pt x="144967" y="190445"/>
                      <a:pt x="144698" y="190582"/>
                    </a:cubicBezTo>
                    <a:cubicBezTo>
                      <a:pt x="143701" y="191081"/>
                      <a:pt x="142704" y="191553"/>
                      <a:pt x="141694" y="192013"/>
                    </a:cubicBezTo>
                    <a:cubicBezTo>
                      <a:pt x="139064" y="193226"/>
                      <a:pt x="136374" y="194322"/>
                      <a:pt x="133632" y="195299"/>
                    </a:cubicBezTo>
                    <a:lnTo>
                      <a:pt x="65901" y="195299"/>
                    </a:lnTo>
                    <a:cubicBezTo>
                      <a:pt x="26903" y="181392"/>
                      <a:pt x="-1003" y="144145"/>
                      <a:pt x="-1003" y="100378"/>
                    </a:cubicBezTo>
                    <a:cubicBezTo>
                      <a:pt x="-1003" y="55790"/>
                      <a:pt x="27966" y="17966"/>
                      <a:pt x="68099" y="4702"/>
                    </a:cubicBezTo>
                    <a:cubicBezTo>
                      <a:pt x="78050" y="1403"/>
                      <a:pt x="88697" y="-375"/>
                      <a:pt x="99757" y="-375"/>
                    </a:cubicBezTo>
                    <a:cubicBezTo>
                      <a:pt x="101508" y="-375"/>
                      <a:pt x="103253" y="-329"/>
                      <a:pt x="104985" y="-237"/>
                    </a:cubicBezTo>
                    <a:cubicBezTo>
                      <a:pt x="105293" y="-224"/>
                      <a:pt x="105595" y="-211"/>
                      <a:pt x="105897" y="-185"/>
                    </a:cubicBezTo>
                    <a:cubicBezTo>
                      <a:pt x="106264" y="-172"/>
                      <a:pt x="106625" y="-139"/>
                      <a:pt x="106992" y="-119"/>
                    </a:cubicBezTo>
                    <a:cubicBezTo>
                      <a:pt x="107734" y="-67"/>
                      <a:pt x="108475" y="-8"/>
                      <a:pt x="109203" y="64"/>
                    </a:cubicBezTo>
                    <a:cubicBezTo>
                      <a:pt x="109623" y="97"/>
                      <a:pt x="110036" y="143"/>
                      <a:pt x="110463" y="189"/>
                    </a:cubicBezTo>
                    <a:cubicBezTo>
                      <a:pt x="111545" y="301"/>
                      <a:pt x="112621" y="432"/>
                      <a:pt x="113690" y="583"/>
                    </a:cubicBezTo>
                    <a:cubicBezTo>
                      <a:pt x="114090" y="635"/>
                      <a:pt x="114490" y="694"/>
                      <a:pt x="114884" y="753"/>
                    </a:cubicBezTo>
                    <a:cubicBezTo>
                      <a:pt x="115291" y="819"/>
                      <a:pt x="115691" y="878"/>
                      <a:pt x="116091" y="943"/>
                    </a:cubicBezTo>
                    <a:cubicBezTo>
                      <a:pt x="116530" y="1009"/>
                      <a:pt x="116970" y="1088"/>
                      <a:pt x="117403" y="1173"/>
                    </a:cubicBezTo>
                    <a:cubicBezTo>
                      <a:pt x="118131" y="1291"/>
                      <a:pt x="118853" y="1422"/>
                      <a:pt x="119568" y="1580"/>
                    </a:cubicBezTo>
                    <a:cubicBezTo>
                      <a:pt x="120060" y="1665"/>
                      <a:pt x="120545" y="1770"/>
                      <a:pt x="121037" y="1875"/>
                    </a:cubicBezTo>
                    <a:cubicBezTo>
                      <a:pt x="121601" y="2000"/>
                      <a:pt x="122165" y="2124"/>
                      <a:pt x="122723" y="2255"/>
                    </a:cubicBezTo>
                    <a:cubicBezTo>
                      <a:pt x="123077" y="2334"/>
                      <a:pt x="123425" y="2419"/>
                      <a:pt x="123773" y="2505"/>
                    </a:cubicBezTo>
                    <a:cubicBezTo>
                      <a:pt x="124186" y="2603"/>
                      <a:pt x="124599" y="2708"/>
                      <a:pt x="125012" y="2820"/>
                    </a:cubicBezTo>
                    <a:cubicBezTo>
                      <a:pt x="125662" y="2984"/>
                      <a:pt x="126311" y="3161"/>
                      <a:pt x="126947" y="3338"/>
                    </a:cubicBezTo>
                    <a:cubicBezTo>
                      <a:pt x="127400" y="3462"/>
                      <a:pt x="127853" y="3594"/>
                      <a:pt x="128305" y="3731"/>
                    </a:cubicBezTo>
                    <a:cubicBezTo>
                      <a:pt x="128751" y="3856"/>
                      <a:pt x="129198" y="3987"/>
                      <a:pt x="129631" y="4132"/>
                    </a:cubicBezTo>
                    <a:cubicBezTo>
                      <a:pt x="130129" y="4282"/>
                      <a:pt x="130628" y="4440"/>
                      <a:pt x="131126" y="4604"/>
                    </a:cubicBezTo>
                    <a:cubicBezTo>
                      <a:pt x="131657" y="4781"/>
                      <a:pt x="132189" y="4951"/>
                      <a:pt x="132714" y="5142"/>
                    </a:cubicBezTo>
                    <a:cubicBezTo>
                      <a:pt x="132733" y="5148"/>
                      <a:pt x="132759" y="5155"/>
                      <a:pt x="132779" y="5161"/>
                    </a:cubicBezTo>
                    <a:cubicBezTo>
                      <a:pt x="133219" y="5312"/>
                      <a:pt x="133652" y="5463"/>
                      <a:pt x="134091" y="5627"/>
                    </a:cubicBezTo>
                    <a:cubicBezTo>
                      <a:pt x="136367" y="6454"/>
                      <a:pt x="138604" y="7352"/>
                      <a:pt x="140795" y="8336"/>
                    </a:cubicBezTo>
                    <a:cubicBezTo>
                      <a:pt x="141694" y="8730"/>
                      <a:pt x="142573" y="9137"/>
                      <a:pt x="143446" y="9563"/>
                    </a:cubicBezTo>
                    <a:cubicBezTo>
                      <a:pt x="144613" y="10127"/>
                      <a:pt x="145768" y="10704"/>
                      <a:pt x="146916" y="11315"/>
                    </a:cubicBezTo>
                    <a:cubicBezTo>
                      <a:pt x="147808" y="11794"/>
                      <a:pt x="148700" y="12279"/>
                      <a:pt x="149579" y="12784"/>
                    </a:cubicBezTo>
                    <a:cubicBezTo>
                      <a:pt x="150032" y="13040"/>
                      <a:pt x="150478" y="13296"/>
                      <a:pt x="150924" y="13565"/>
                    </a:cubicBezTo>
                    <a:cubicBezTo>
                      <a:pt x="151422" y="13853"/>
                      <a:pt x="151921" y="14155"/>
                      <a:pt x="152419" y="14463"/>
                    </a:cubicBezTo>
                    <a:cubicBezTo>
                      <a:pt x="152852" y="14732"/>
                      <a:pt x="153279" y="14995"/>
                      <a:pt x="153705" y="15264"/>
                    </a:cubicBezTo>
                    <a:cubicBezTo>
                      <a:pt x="154217" y="15585"/>
                      <a:pt x="154722" y="15920"/>
                      <a:pt x="155227" y="16261"/>
                    </a:cubicBezTo>
                    <a:cubicBezTo>
                      <a:pt x="155634" y="16523"/>
                      <a:pt x="156034" y="16786"/>
                      <a:pt x="156428" y="17054"/>
                    </a:cubicBezTo>
                    <a:cubicBezTo>
                      <a:pt x="156729" y="17258"/>
                      <a:pt x="157031" y="17474"/>
                      <a:pt x="157326" y="17684"/>
                    </a:cubicBezTo>
                    <a:cubicBezTo>
                      <a:pt x="157641" y="17894"/>
                      <a:pt x="157956" y="18117"/>
                      <a:pt x="158264" y="18340"/>
                    </a:cubicBezTo>
                    <a:cubicBezTo>
                      <a:pt x="158566" y="18557"/>
                      <a:pt x="158868" y="18773"/>
                      <a:pt x="159163" y="18996"/>
                    </a:cubicBezTo>
                    <a:cubicBezTo>
                      <a:pt x="159609" y="19311"/>
                      <a:pt x="160035" y="19633"/>
                      <a:pt x="160475" y="19967"/>
                    </a:cubicBezTo>
                    <a:cubicBezTo>
                      <a:pt x="160842" y="20243"/>
                      <a:pt x="161210" y="20531"/>
                      <a:pt x="161577" y="20807"/>
                    </a:cubicBezTo>
                    <a:cubicBezTo>
                      <a:pt x="162069" y="21194"/>
                      <a:pt x="162554" y="21574"/>
                      <a:pt x="163033" y="21968"/>
                    </a:cubicBezTo>
                    <a:cubicBezTo>
                      <a:pt x="163453" y="22309"/>
                      <a:pt x="163880" y="22657"/>
                      <a:pt x="164293" y="22998"/>
                    </a:cubicBezTo>
                    <a:cubicBezTo>
                      <a:pt x="164693" y="23332"/>
                      <a:pt x="165093" y="23673"/>
                      <a:pt x="165487" y="24014"/>
                    </a:cubicBezTo>
                    <a:cubicBezTo>
                      <a:pt x="166740" y="25090"/>
                      <a:pt x="167953" y="26192"/>
                      <a:pt x="169141" y="27327"/>
                    </a:cubicBezTo>
                    <a:cubicBezTo>
                      <a:pt x="169934" y="28068"/>
                      <a:pt x="170702" y="28829"/>
                      <a:pt x="171463" y="29597"/>
                    </a:cubicBezTo>
                    <a:cubicBezTo>
                      <a:pt x="173372" y="31525"/>
                      <a:pt x="175202" y="33533"/>
                      <a:pt x="176940" y="35612"/>
                    </a:cubicBezTo>
                    <a:cubicBezTo>
                      <a:pt x="177288" y="36026"/>
                      <a:pt x="177636" y="36439"/>
                      <a:pt x="177970" y="36859"/>
                    </a:cubicBezTo>
                    <a:cubicBezTo>
                      <a:pt x="178993" y="38125"/>
                      <a:pt x="179997" y="39417"/>
                      <a:pt x="180961" y="40729"/>
                    </a:cubicBezTo>
                    <a:cubicBezTo>
                      <a:pt x="181270" y="41142"/>
                      <a:pt x="181571" y="41562"/>
                      <a:pt x="181873" y="41982"/>
                    </a:cubicBezTo>
                    <a:cubicBezTo>
                      <a:pt x="181899" y="42015"/>
                      <a:pt x="181919" y="42041"/>
                      <a:pt x="181945" y="42074"/>
                    </a:cubicBezTo>
                    <a:cubicBezTo>
                      <a:pt x="182201" y="42441"/>
                      <a:pt x="182457" y="42815"/>
                      <a:pt x="182713" y="43182"/>
                    </a:cubicBezTo>
                    <a:cubicBezTo>
                      <a:pt x="183559" y="44403"/>
                      <a:pt x="184373" y="45642"/>
                      <a:pt x="185160" y="46902"/>
                    </a:cubicBezTo>
                    <a:cubicBezTo>
                      <a:pt x="185363" y="47210"/>
                      <a:pt x="185560" y="47519"/>
                      <a:pt x="185737" y="47840"/>
                    </a:cubicBezTo>
                    <a:cubicBezTo>
                      <a:pt x="185960" y="48181"/>
                      <a:pt x="186170" y="48529"/>
                      <a:pt x="186373" y="48883"/>
                    </a:cubicBezTo>
                    <a:cubicBezTo>
                      <a:pt x="186642" y="49329"/>
                      <a:pt x="186905" y="49788"/>
                      <a:pt x="187167" y="50241"/>
                    </a:cubicBezTo>
                    <a:cubicBezTo>
                      <a:pt x="187180" y="50254"/>
                      <a:pt x="187193" y="50280"/>
                      <a:pt x="187200" y="50293"/>
                    </a:cubicBezTo>
                    <a:cubicBezTo>
                      <a:pt x="187338" y="50516"/>
                      <a:pt x="187462" y="50746"/>
                      <a:pt x="187593" y="50976"/>
                    </a:cubicBezTo>
                    <a:cubicBezTo>
                      <a:pt x="188164" y="51986"/>
                      <a:pt x="188715" y="53002"/>
                      <a:pt x="189247" y="54039"/>
                    </a:cubicBezTo>
                    <a:cubicBezTo>
                      <a:pt x="189561" y="54642"/>
                      <a:pt x="189870" y="55239"/>
                      <a:pt x="190171" y="55850"/>
                    </a:cubicBezTo>
                    <a:cubicBezTo>
                      <a:pt x="190454" y="56433"/>
                      <a:pt x="190736" y="57011"/>
                      <a:pt x="191005" y="57594"/>
                    </a:cubicBezTo>
                    <a:cubicBezTo>
                      <a:pt x="191142" y="57877"/>
                      <a:pt x="191273" y="58172"/>
                      <a:pt x="191405" y="58460"/>
                    </a:cubicBezTo>
                    <a:cubicBezTo>
                      <a:pt x="191582" y="58847"/>
                      <a:pt x="191765" y="59247"/>
                      <a:pt x="191936" y="59648"/>
                    </a:cubicBezTo>
                    <a:cubicBezTo>
                      <a:pt x="192133" y="60094"/>
                      <a:pt x="192330" y="60540"/>
                      <a:pt x="192520" y="60979"/>
                    </a:cubicBezTo>
                    <a:cubicBezTo>
                      <a:pt x="192749" y="61524"/>
                      <a:pt x="192979" y="62068"/>
                      <a:pt x="193195" y="62613"/>
                    </a:cubicBezTo>
                    <a:cubicBezTo>
                      <a:pt x="193458" y="63256"/>
                      <a:pt x="193707" y="63905"/>
                      <a:pt x="193956" y="64561"/>
                    </a:cubicBezTo>
                    <a:cubicBezTo>
                      <a:pt x="194166" y="65105"/>
                      <a:pt x="194363" y="65643"/>
                      <a:pt x="194560" y="66194"/>
                    </a:cubicBezTo>
                    <a:cubicBezTo>
                      <a:pt x="194803" y="66864"/>
                      <a:pt x="195032" y="67539"/>
                      <a:pt x="195262" y="68208"/>
                    </a:cubicBezTo>
                    <a:cubicBezTo>
                      <a:pt x="198666" y="78310"/>
                      <a:pt x="200510" y="89128"/>
                      <a:pt x="200510" y="100378"/>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6" name="Freeform: Shape 305">
                <a:extLst>
                  <a:ext uri="{FF2B5EF4-FFF2-40B4-BE49-F238E27FC236}">
                    <a16:creationId xmlns:a16="http://schemas.microsoft.com/office/drawing/2014/main" id="{3EECFF33-F015-8CE3-042E-2783A2F8DF4F}"/>
                  </a:ext>
                </a:extLst>
              </p:cNvPr>
              <p:cNvSpPr/>
              <p:nvPr/>
            </p:nvSpPr>
            <p:spPr>
              <a:xfrm>
                <a:off x="1455767" y="5353724"/>
                <a:ext cx="212606" cy="197069"/>
              </a:xfrm>
              <a:custGeom>
                <a:avLst/>
                <a:gdLst>
                  <a:gd name="csX0" fmla="*/ 136947 w 222020"/>
                  <a:gd name="csY0" fmla="*/ 196932 h 205795"/>
                  <a:gd name="csX1" fmla="*/ 113017 w 222020"/>
                  <a:gd name="csY1" fmla="*/ 200651 h 205795"/>
                  <a:gd name="csX2" fmla="*/ 103603 w 222020"/>
                  <a:gd name="csY2" fmla="*/ 200651 h 205795"/>
                  <a:gd name="csX3" fmla="*/ 101596 w 222020"/>
                  <a:gd name="csY3" fmla="*/ 200651 h 205795"/>
                  <a:gd name="csX4" fmla="*/ 98736 w 222020"/>
                  <a:gd name="csY4" fmla="*/ 200382 h 205795"/>
                  <a:gd name="csX5" fmla="*/ 98310 w 222020"/>
                  <a:gd name="csY5" fmla="*/ 200343 h 205795"/>
                  <a:gd name="csX6" fmla="*/ 98257 w 222020"/>
                  <a:gd name="csY6" fmla="*/ 200336 h 205795"/>
                  <a:gd name="csX7" fmla="*/ 96309 w 222020"/>
                  <a:gd name="csY7" fmla="*/ 200034 h 205795"/>
                  <a:gd name="csX8" fmla="*/ 82284 w 222020"/>
                  <a:gd name="csY8" fmla="*/ 196682 h 205795"/>
                  <a:gd name="csX9" fmla="*/ 76209 w 222020"/>
                  <a:gd name="csY9" fmla="*/ 194544 h 205795"/>
                  <a:gd name="csX10" fmla="*/ 75330 w 222020"/>
                  <a:gd name="csY10" fmla="*/ 194196 h 205795"/>
                  <a:gd name="csX11" fmla="*/ 74897 w 222020"/>
                  <a:gd name="csY11" fmla="*/ 194019 h 205795"/>
                  <a:gd name="csX12" fmla="*/ 74891 w 222020"/>
                  <a:gd name="csY12" fmla="*/ 194019 h 205795"/>
                  <a:gd name="csX13" fmla="*/ 74838 w 222020"/>
                  <a:gd name="csY13" fmla="*/ 193999 h 205795"/>
                  <a:gd name="csX14" fmla="*/ 74819 w 222020"/>
                  <a:gd name="csY14" fmla="*/ 193986 h 205795"/>
                  <a:gd name="csX15" fmla="*/ 74668 w 222020"/>
                  <a:gd name="csY15" fmla="*/ 193921 h 205795"/>
                  <a:gd name="csX16" fmla="*/ 74432 w 222020"/>
                  <a:gd name="csY16" fmla="*/ 193816 h 205795"/>
                  <a:gd name="csX17" fmla="*/ 71125 w 222020"/>
                  <a:gd name="csY17" fmla="*/ 192281 h 205795"/>
                  <a:gd name="csX18" fmla="*/ 58957 w 222020"/>
                  <a:gd name="csY18" fmla="*/ 185268 h 205795"/>
                  <a:gd name="csX19" fmla="*/ 56366 w 222020"/>
                  <a:gd name="csY19" fmla="*/ 183458 h 205795"/>
                  <a:gd name="csX20" fmla="*/ 54372 w 222020"/>
                  <a:gd name="csY20" fmla="*/ 181962 h 205795"/>
                  <a:gd name="csX21" fmla="*/ 54365 w 222020"/>
                  <a:gd name="csY21" fmla="*/ 181956 h 205795"/>
                  <a:gd name="csX22" fmla="*/ 54352 w 222020"/>
                  <a:gd name="csY22" fmla="*/ 181949 h 205795"/>
                  <a:gd name="csX23" fmla="*/ 54339 w 222020"/>
                  <a:gd name="csY23" fmla="*/ 181936 h 205795"/>
                  <a:gd name="csX24" fmla="*/ 49347 w 222020"/>
                  <a:gd name="csY24" fmla="*/ 177672 h 205795"/>
                  <a:gd name="csX25" fmla="*/ 39717 w 222020"/>
                  <a:gd name="csY25" fmla="*/ 167583 h 205795"/>
                  <a:gd name="csX26" fmla="*/ 38411 w 222020"/>
                  <a:gd name="csY26" fmla="*/ 165982 h 205795"/>
                  <a:gd name="csX27" fmla="*/ 38411 w 222020"/>
                  <a:gd name="csY27" fmla="*/ 165976 h 205795"/>
                  <a:gd name="csX28" fmla="*/ 36647 w 222020"/>
                  <a:gd name="csY28" fmla="*/ 163581 h 205795"/>
                  <a:gd name="csX29" fmla="*/ 32678 w 222020"/>
                  <a:gd name="csY29" fmla="*/ 157533 h 205795"/>
                  <a:gd name="csX30" fmla="*/ 26682 w 222020"/>
                  <a:gd name="csY30" fmla="*/ 146027 h 205795"/>
                  <a:gd name="csX31" fmla="*/ 25718 w 222020"/>
                  <a:gd name="csY31" fmla="*/ 143639 h 205795"/>
                  <a:gd name="csX32" fmla="*/ 24623 w 222020"/>
                  <a:gd name="csY32" fmla="*/ 140622 h 205795"/>
                  <a:gd name="csX33" fmla="*/ 22471 w 222020"/>
                  <a:gd name="csY33" fmla="*/ 133544 h 205795"/>
                  <a:gd name="csX34" fmla="*/ 20923 w 222020"/>
                  <a:gd name="csY34" fmla="*/ 126728 h 205795"/>
                  <a:gd name="csX35" fmla="*/ 20365 w 222020"/>
                  <a:gd name="csY35" fmla="*/ 123487 h 205795"/>
                  <a:gd name="csX36" fmla="*/ 20201 w 222020"/>
                  <a:gd name="csY36" fmla="*/ 122293 h 205795"/>
                  <a:gd name="csX37" fmla="*/ 20195 w 222020"/>
                  <a:gd name="csY37" fmla="*/ 122267 h 205795"/>
                  <a:gd name="csX38" fmla="*/ 20195 w 222020"/>
                  <a:gd name="csY38" fmla="*/ 122254 h 205795"/>
                  <a:gd name="csX39" fmla="*/ 20057 w 222020"/>
                  <a:gd name="csY39" fmla="*/ 121047 h 205795"/>
                  <a:gd name="csX40" fmla="*/ 19591 w 222020"/>
                  <a:gd name="csY40" fmla="*/ 106465 h 205795"/>
                  <a:gd name="csX41" fmla="*/ 20155 w 222020"/>
                  <a:gd name="csY41" fmla="*/ 99013 h 205795"/>
                  <a:gd name="csX42" fmla="*/ 20300 w 222020"/>
                  <a:gd name="csY42" fmla="*/ 97943 h 205795"/>
                  <a:gd name="csX43" fmla="*/ 20319 w 222020"/>
                  <a:gd name="csY43" fmla="*/ 97779 h 205795"/>
                  <a:gd name="csX44" fmla="*/ 20319 w 222020"/>
                  <a:gd name="csY44" fmla="*/ 97753 h 205795"/>
                  <a:gd name="csX45" fmla="*/ 20339 w 222020"/>
                  <a:gd name="csY45" fmla="*/ 97681 h 205795"/>
                  <a:gd name="csX46" fmla="*/ 20339 w 222020"/>
                  <a:gd name="csY46" fmla="*/ 97674 h 205795"/>
                  <a:gd name="csX47" fmla="*/ 20391 w 222020"/>
                  <a:gd name="csY47" fmla="*/ 97340 h 205795"/>
                  <a:gd name="csX48" fmla="*/ 21172 w 222020"/>
                  <a:gd name="csY48" fmla="*/ 93010 h 205795"/>
                  <a:gd name="csX49" fmla="*/ 25246 w 222020"/>
                  <a:gd name="csY49" fmla="*/ 78611 h 205795"/>
                  <a:gd name="csX50" fmla="*/ 26446 w 222020"/>
                  <a:gd name="csY50" fmla="*/ 75496 h 205795"/>
                  <a:gd name="csX51" fmla="*/ 26492 w 222020"/>
                  <a:gd name="csY51" fmla="*/ 75384 h 205795"/>
                  <a:gd name="csX52" fmla="*/ 26512 w 222020"/>
                  <a:gd name="csY52" fmla="*/ 75325 h 205795"/>
                  <a:gd name="csX53" fmla="*/ 26525 w 222020"/>
                  <a:gd name="csY53" fmla="*/ 75305 h 205795"/>
                  <a:gd name="csX54" fmla="*/ 26564 w 222020"/>
                  <a:gd name="csY54" fmla="*/ 75200 h 205795"/>
                  <a:gd name="csX55" fmla="*/ 27109 w 222020"/>
                  <a:gd name="csY55" fmla="*/ 74006 h 205795"/>
                  <a:gd name="csX56" fmla="*/ 30507 w 222020"/>
                  <a:gd name="csY56" fmla="*/ 67217 h 205795"/>
                  <a:gd name="csX57" fmla="*/ 38385 w 222020"/>
                  <a:gd name="csY57" fmla="*/ 55048 h 205795"/>
                  <a:gd name="csX58" fmla="*/ 38398 w 222020"/>
                  <a:gd name="csY58" fmla="*/ 55035 h 205795"/>
                  <a:gd name="csX59" fmla="*/ 38457 w 222020"/>
                  <a:gd name="csY59" fmla="*/ 54963 h 205795"/>
                  <a:gd name="csX60" fmla="*/ 38582 w 222020"/>
                  <a:gd name="csY60" fmla="*/ 54812 h 205795"/>
                  <a:gd name="csX61" fmla="*/ 39769 w 222020"/>
                  <a:gd name="csY61" fmla="*/ 53356 h 205795"/>
                  <a:gd name="csX62" fmla="*/ 41914 w 222020"/>
                  <a:gd name="csY62" fmla="*/ 50857 h 205795"/>
                  <a:gd name="csX63" fmla="*/ 47110 w 222020"/>
                  <a:gd name="csY63" fmla="*/ 45432 h 205795"/>
                  <a:gd name="csX64" fmla="*/ 52331 w 222020"/>
                  <a:gd name="csY64" fmla="*/ 40709 h 205795"/>
                  <a:gd name="csX65" fmla="*/ 54503 w 222020"/>
                  <a:gd name="csY65" fmla="*/ 38937 h 205795"/>
                  <a:gd name="csX66" fmla="*/ 54522 w 222020"/>
                  <a:gd name="csY66" fmla="*/ 38924 h 205795"/>
                  <a:gd name="csX67" fmla="*/ 54529 w 222020"/>
                  <a:gd name="csY67" fmla="*/ 38924 h 205795"/>
                  <a:gd name="csX68" fmla="*/ 56950 w 222020"/>
                  <a:gd name="csY68" fmla="*/ 37127 h 205795"/>
                  <a:gd name="csX69" fmla="*/ 69459 w 222020"/>
                  <a:gd name="csY69" fmla="*/ 29550 h 205795"/>
                  <a:gd name="csX70" fmla="*/ 74989 w 222020"/>
                  <a:gd name="csY70" fmla="*/ 26946 h 205795"/>
                  <a:gd name="csX71" fmla="*/ 75015 w 222020"/>
                  <a:gd name="csY71" fmla="*/ 26939 h 205795"/>
                  <a:gd name="csX72" fmla="*/ 77469 w 222020"/>
                  <a:gd name="csY72" fmla="*/ 25982 h 205795"/>
                  <a:gd name="csX73" fmla="*/ 81083 w 222020"/>
                  <a:gd name="csY73" fmla="*/ 24709 h 205795"/>
                  <a:gd name="csX74" fmla="*/ 116224 w 222020"/>
                  <a:gd name="csY74" fmla="*/ 20189 h 205795"/>
                  <a:gd name="csX75" fmla="*/ 119806 w 222020"/>
                  <a:gd name="csY75" fmla="*/ 20465 h 205795"/>
                  <a:gd name="csX76" fmla="*/ 122135 w 222020"/>
                  <a:gd name="csY76" fmla="*/ 20721 h 205795"/>
                  <a:gd name="csX77" fmla="*/ 129548 w 222020"/>
                  <a:gd name="csY77" fmla="*/ 22098 h 205795"/>
                  <a:gd name="csX78" fmla="*/ 144222 w 222020"/>
                  <a:gd name="csY78" fmla="*/ 26611 h 205795"/>
                  <a:gd name="csX79" fmla="*/ 144950 w 222020"/>
                  <a:gd name="csY79" fmla="*/ 26907 h 205795"/>
                  <a:gd name="csX80" fmla="*/ 144963 w 222020"/>
                  <a:gd name="csY80" fmla="*/ 26913 h 205795"/>
                  <a:gd name="csX81" fmla="*/ 145022 w 222020"/>
                  <a:gd name="csY81" fmla="*/ 26939 h 205795"/>
                  <a:gd name="csX82" fmla="*/ 145075 w 222020"/>
                  <a:gd name="csY82" fmla="*/ 26959 h 205795"/>
                  <a:gd name="csX83" fmla="*/ 145088 w 222020"/>
                  <a:gd name="csY83" fmla="*/ 26966 h 205795"/>
                  <a:gd name="csX84" fmla="*/ 145186 w 222020"/>
                  <a:gd name="csY84" fmla="*/ 27005 h 205795"/>
                  <a:gd name="csX85" fmla="*/ 145213 w 222020"/>
                  <a:gd name="csY85" fmla="*/ 27018 h 205795"/>
                  <a:gd name="csX86" fmla="*/ 145298 w 222020"/>
                  <a:gd name="csY86" fmla="*/ 27057 h 205795"/>
                  <a:gd name="csX87" fmla="*/ 145304 w 222020"/>
                  <a:gd name="csY87" fmla="*/ 27057 h 205795"/>
                  <a:gd name="csX88" fmla="*/ 145462 w 222020"/>
                  <a:gd name="csY88" fmla="*/ 27123 h 205795"/>
                  <a:gd name="csX89" fmla="*/ 145468 w 222020"/>
                  <a:gd name="csY89" fmla="*/ 27123 h 205795"/>
                  <a:gd name="csX90" fmla="*/ 145849 w 222020"/>
                  <a:gd name="csY90" fmla="*/ 27294 h 205795"/>
                  <a:gd name="csX91" fmla="*/ 149385 w 222020"/>
                  <a:gd name="csY91" fmla="*/ 28953 h 205795"/>
                  <a:gd name="csX92" fmla="*/ 156233 w 222020"/>
                  <a:gd name="csY92" fmla="*/ 32673 h 205795"/>
                  <a:gd name="csX93" fmla="*/ 161960 w 222020"/>
                  <a:gd name="csY93" fmla="*/ 36340 h 205795"/>
                  <a:gd name="csX94" fmla="*/ 165102 w 222020"/>
                  <a:gd name="csY94" fmla="*/ 38596 h 205795"/>
                  <a:gd name="csX95" fmla="*/ 165325 w 222020"/>
                  <a:gd name="csY95" fmla="*/ 38773 h 205795"/>
                  <a:gd name="csX96" fmla="*/ 165378 w 222020"/>
                  <a:gd name="csY96" fmla="*/ 38819 h 205795"/>
                  <a:gd name="csX97" fmla="*/ 165469 w 222020"/>
                  <a:gd name="csY97" fmla="*/ 38885 h 205795"/>
                  <a:gd name="csX98" fmla="*/ 165568 w 222020"/>
                  <a:gd name="csY98" fmla="*/ 38970 h 205795"/>
                  <a:gd name="csX99" fmla="*/ 165587 w 222020"/>
                  <a:gd name="csY99" fmla="*/ 38983 h 205795"/>
                  <a:gd name="csX100" fmla="*/ 165686 w 222020"/>
                  <a:gd name="csY100" fmla="*/ 39055 h 205795"/>
                  <a:gd name="csX101" fmla="*/ 165771 w 222020"/>
                  <a:gd name="csY101" fmla="*/ 39128 h 205795"/>
                  <a:gd name="csX102" fmla="*/ 166834 w 222020"/>
                  <a:gd name="csY102" fmla="*/ 39987 h 205795"/>
                  <a:gd name="csX103" fmla="*/ 177644 w 222020"/>
                  <a:gd name="csY103" fmla="*/ 50345 h 205795"/>
                  <a:gd name="csX104" fmla="*/ 180183 w 222020"/>
                  <a:gd name="csY104" fmla="*/ 53264 h 205795"/>
                  <a:gd name="csX105" fmla="*/ 181607 w 222020"/>
                  <a:gd name="csY105" fmla="*/ 55003 h 205795"/>
                  <a:gd name="csX106" fmla="*/ 181620 w 222020"/>
                  <a:gd name="csY106" fmla="*/ 55029 h 205795"/>
                  <a:gd name="csX107" fmla="*/ 185759 w 222020"/>
                  <a:gd name="csY107" fmla="*/ 60926 h 205795"/>
                  <a:gd name="csX108" fmla="*/ 198853 w 222020"/>
                  <a:gd name="csY108" fmla="*/ 93010 h 205795"/>
                  <a:gd name="csX109" fmla="*/ 200512 w 222020"/>
                  <a:gd name="csY109" fmla="*/ 110499 h 205795"/>
                  <a:gd name="csX110" fmla="*/ 195782 w 222020"/>
                  <a:gd name="csY110" fmla="*/ 139507 h 205795"/>
                  <a:gd name="csX111" fmla="*/ 190751 w 222020"/>
                  <a:gd name="csY111" fmla="*/ 151465 h 205795"/>
                  <a:gd name="csX112" fmla="*/ 182899 w 222020"/>
                  <a:gd name="csY112" fmla="*/ 164250 h 205795"/>
                  <a:gd name="csX113" fmla="*/ 181607 w 222020"/>
                  <a:gd name="csY113" fmla="*/ 165976 h 205795"/>
                  <a:gd name="csX114" fmla="*/ 181574 w 222020"/>
                  <a:gd name="csY114" fmla="*/ 166022 h 205795"/>
                  <a:gd name="csX115" fmla="*/ 181567 w 222020"/>
                  <a:gd name="csY115" fmla="*/ 166028 h 205795"/>
                  <a:gd name="csX116" fmla="*/ 179435 w 222020"/>
                  <a:gd name="csY116" fmla="*/ 168619 h 205795"/>
                  <a:gd name="csX117" fmla="*/ 174214 w 222020"/>
                  <a:gd name="csY117" fmla="*/ 174287 h 205795"/>
                  <a:gd name="csX118" fmla="*/ 168939 w 222020"/>
                  <a:gd name="csY118" fmla="*/ 179227 h 205795"/>
                  <a:gd name="csX119" fmla="*/ 166368 w 222020"/>
                  <a:gd name="csY119" fmla="*/ 181398 h 205795"/>
                  <a:gd name="csX120" fmla="*/ 165318 w 222020"/>
                  <a:gd name="csY120" fmla="*/ 182238 h 205795"/>
                  <a:gd name="csX121" fmla="*/ 165312 w 222020"/>
                  <a:gd name="csY121" fmla="*/ 182244 h 205795"/>
                  <a:gd name="csX122" fmla="*/ 165305 w 222020"/>
                  <a:gd name="csY122" fmla="*/ 182257 h 205795"/>
                  <a:gd name="csX123" fmla="*/ 165279 w 222020"/>
                  <a:gd name="csY123" fmla="*/ 182264 h 205795"/>
                  <a:gd name="csX124" fmla="*/ 165259 w 222020"/>
                  <a:gd name="csY124" fmla="*/ 182284 h 205795"/>
                  <a:gd name="csX125" fmla="*/ 165246 w 222020"/>
                  <a:gd name="csY125" fmla="*/ 182290 h 205795"/>
                  <a:gd name="csX126" fmla="*/ 165214 w 222020"/>
                  <a:gd name="csY126" fmla="*/ 182323 h 205795"/>
                  <a:gd name="csX127" fmla="*/ 165154 w 222020"/>
                  <a:gd name="csY127" fmla="*/ 182369 h 205795"/>
                  <a:gd name="csX128" fmla="*/ 165141 w 222020"/>
                  <a:gd name="csY128" fmla="*/ 182375 h 205795"/>
                  <a:gd name="csX129" fmla="*/ 165069 w 222020"/>
                  <a:gd name="csY129" fmla="*/ 182428 h 205795"/>
                  <a:gd name="csX130" fmla="*/ 165023 w 222020"/>
                  <a:gd name="csY130" fmla="*/ 182467 h 205795"/>
                  <a:gd name="csX131" fmla="*/ 164243 w 222020"/>
                  <a:gd name="csY131" fmla="*/ 183038 h 205795"/>
                  <a:gd name="csX132" fmla="*/ 136947 w 222020"/>
                  <a:gd name="csY132" fmla="*/ 196932 h 205795"/>
                  <a:gd name="csX133" fmla="*/ 213022 w 222020"/>
                  <a:gd name="csY133" fmla="*/ 69460 h 205795"/>
                  <a:gd name="csX134" fmla="*/ 212674 w 222020"/>
                  <a:gd name="csY134" fmla="*/ 68595 h 205795"/>
                  <a:gd name="csX135" fmla="*/ 211159 w 222020"/>
                  <a:gd name="csY135" fmla="*/ 65065 h 205795"/>
                  <a:gd name="csX136" fmla="*/ 210667 w 222020"/>
                  <a:gd name="csY136" fmla="*/ 63983 h 205795"/>
                  <a:gd name="csX137" fmla="*/ 210667 w 222020"/>
                  <a:gd name="csY137" fmla="*/ 63976 h 205795"/>
                  <a:gd name="csX138" fmla="*/ 209493 w 222020"/>
                  <a:gd name="csY138" fmla="*/ 61516 h 205795"/>
                  <a:gd name="csX139" fmla="*/ 209060 w 222020"/>
                  <a:gd name="csY139" fmla="*/ 60637 h 205795"/>
                  <a:gd name="csX140" fmla="*/ 193106 w 222020"/>
                  <a:gd name="csY140" fmla="*/ 36923 h 205795"/>
                  <a:gd name="csX141" fmla="*/ 135491 w 222020"/>
                  <a:gd name="csY141" fmla="*/ 2438 h 205795"/>
                  <a:gd name="csX142" fmla="*/ 82513 w 222020"/>
                  <a:gd name="csY142" fmla="*/ 3239 h 205795"/>
                  <a:gd name="csX143" fmla="*/ 13261 w 222020"/>
                  <a:gd name="csY143" fmla="*/ 56039 h 205795"/>
                  <a:gd name="csX144" fmla="*/ -449 w 222020"/>
                  <a:gd name="csY144" fmla="*/ 121047 h 205795"/>
                  <a:gd name="csX145" fmla="*/ 24360 w 222020"/>
                  <a:gd name="csY145" fmla="*/ 181037 h 205795"/>
                  <a:gd name="csX146" fmla="*/ 52489 w 222020"/>
                  <a:gd name="csY146" fmla="*/ 205420 h 205795"/>
                  <a:gd name="csX147" fmla="*/ 167444 w 222020"/>
                  <a:gd name="csY147" fmla="*/ 205420 h 205795"/>
                  <a:gd name="csX148" fmla="*/ 169563 w 222020"/>
                  <a:gd name="csY148" fmla="*/ 204115 h 205795"/>
                  <a:gd name="csX149" fmla="*/ 174666 w 222020"/>
                  <a:gd name="csY149" fmla="*/ 200704 h 205795"/>
                  <a:gd name="csX150" fmla="*/ 179206 w 222020"/>
                  <a:gd name="csY150" fmla="*/ 197286 h 205795"/>
                  <a:gd name="csX151" fmla="*/ 189059 w 222020"/>
                  <a:gd name="csY151" fmla="*/ 188443 h 205795"/>
                  <a:gd name="csX152" fmla="*/ 219424 w 222020"/>
                  <a:gd name="csY152" fmla="*/ 129011 h 205795"/>
                  <a:gd name="csX153" fmla="*/ 221018 w 222020"/>
                  <a:gd name="csY153" fmla="*/ 110663 h 205795"/>
                  <a:gd name="csX154" fmla="*/ 221018 w 222020"/>
                  <a:gd name="csY154" fmla="*/ 110374 h 205795"/>
                  <a:gd name="csX155" fmla="*/ 213022 w 222020"/>
                  <a:gd name="csY155" fmla="*/ 69460 h 20579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Lst>
                <a:rect l="l" t="t" r="r" b="b"/>
                <a:pathLst>
                  <a:path w="222020" h="205795">
                    <a:moveTo>
                      <a:pt x="136947" y="196932"/>
                    </a:moveTo>
                    <a:cubicBezTo>
                      <a:pt x="128406" y="199556"/>
                      <a:pt x="121551" y="200651"/>
                      <a:pt x="113017" y="200651"/>
                    </a:cubicBezTo>
                    <a:lnTo>
                      <a:pt x="103603" y="200651"/>
                    </a:lnTo>
                    <a:cubicBezTo>
                      <a:pt x="102941" y="200651"/>
                      <a:pt x="102259" y="200684"/>
                      <a:pt x="101596" y="200651"/>
                    </a:cubicBezTo>
                    <a:cubicBezTo>
                      <a:pt x="100638" y="200605"/>
                      <a:pt x="99681" y="200467"/>
                      <a:pt x="98736" y="200382"/>
                    </a:cubicBezTo>
                    <a:cubicBezTo>
                      <a:pt x="98565" y="200362"/>
                      <a:pt x="98434" y="200349"/>
                      <a:pt x="98310" y="200343"/>
                    </a:cubicBezTo>
                    <a:cubicBezTo>
                      <a:pt x="98290" y="200336"/>
                      <a:pt x="98277" y="200336"/>
                      <a:pt x="98257" y="200336"/>
                    </a:cubicBezTo>
                    <a:cubicBezTo>
                      <a:pt x="97601" y="200244"/>
                      <a:pt x="96958" y="200139"/>
                      <a:pt x="96309" y="200034"/>
                    </a:cubicBezTo>
                    <a:cubicBezTo>
                      <a:pt x="91566" y="199260"/>
                      <a:pt x="86869" y="198132"/>
                      <a:pt x="82284" y="196682"/>
                    </a:cubicBezTo>
                    <a:cubicBezTo>
                      <a:pt x="80231" y="196033"/>
                      <a:pt x="78204" y="195318"/>
                      <a:pt x="76209" y="194544"/>
                    </a:cubicBezTo>
                    <a:cubicBezTo>
                      <a:pt x="75914" y="194426"/>
                      <a:pt x="75625" y="194308"/>
                      <a:pt x="75330" y="194196"/>
                    </a:cubicBezTo>
                    <a:cubicBezTo>
                      <a:pt x="75186" y="194137"/>
                      <a:pt x="75042" y="194072"/>
                      <a:pt x="74897" y="194019"/>
                    </a:cubicBezTo>
                    <a:lnTo>
                      <a:pt x="74891" y="194019"/>
                    </a:lnTo>
                    <a:cubicBezTo>
                      <a:pt x="74871" y="194006"/>
                      <a:pt x="74851" y="194006"/>
                      <a:pt x="74838" y="193999"/>
                    </a:cubicBezTo>
                    <a:cubicBezTo>
                      <a:pt x="74832" y="193993"/>
                      <a:pt x="74825" y="193993"/>
                      <a:pt x="74819" y="193986"/>
                    </a:cubicBezTo>
                    <a:cubicBezTo>
                      <a:pt x="74766" y="193967"/>
                      <a:pt x="74720" y="193947"/>
                      <a:pt x="74668" y="193921"/>
                    </a:cubicBezTo>
                    <a:cubicBezTo>
                      <a:pt x="74569" y="193881"/>
                      <a:pt x="74484" y="193842"/>
                      <a:pt x="74432" y="193816"/>
                    </a:cubicBezTo>
                    <a:cubicBezTo>
                      <a:pt x="73330" y="193311"/>
                      <a:pt x="72228" y="192819"/>
                      <a:pt x="71125" y="192281"/>
                    </a:cubicBezTo>
                    <a:cubicBezTo>
                      <a:pt x="66914" y="190234"/>
                      <a:pt x="62847" y="187879"/>
                      <a:pt x="58957" y="185268"/>
                    </a:cubicBezTo>
                    <a:cubicBezTo>
                      <a:pt x="58084" y="184671"/>
                      <a:pt x="57219" y="184081"/>
                      <a:pt x="56366" y="183458"/>
                    </a:cubicBezTo>
                    <a:cubicBezTo>
                      <a:pt x="56103" y="183268"/>
                      <a:pt x="54608" y="182120"/>
                      <a:pt x="54372" y="181962"/>
                    </a:cubicBezTo>
                    <a:lnTo>
                      <a:pt x="54365" y="181956"/>
                    </a:lnTo>
                    <a:cubicBezTo>
                      <a:pt x="54358" y="181962"/>
                      <a:pt x="54358" y="181956"/>
                      <a:pt x="54352" y="181949"/>
                    </a:cubicBezTo>
                    <a:lnTo>
                      <a:pt x="54339" y="181936"/>
                    </a:lnTo>
                    <a:cubicBezTo>
                      <a:pt x="52640" y="180565"/>
                      <a:pt x="50967" y="179148"/>
                      <a:pt x="49347" y="177672"/>
                    </a:cubicBezTo>
                    <a:cubicBezTo>
                      <a:pt x="45909" y="174543"/>
                      <a:pt x="42688" y="171158"/>
                      <a:pt x="39717" y="167583"/>
                    </a:cubicBezTo>
                    <a:cubicBezTo>
                      <a:pt x="39461" y="167274"/>
                      <a:pt x="38549" y="166140"/>
                      <a:pt x="38411" y="165982"/>
                    </a:cubicBezTo>
                    <a:lnTo>
                      <a:pt x="38411" y="165976"/>
                    </a:lnTo>
                    <a:cubicBezTo>
                      <a:pt x="37808" y="165182"/>
                      <a:pt x="37224" y="164388"/>
                      <a:pt x="36647" y="163581"/>
                    </a:cubicBezTo>
                    <a:cubicBezTo>
                      <a:pt x="35250" y="161613"/>
                      <a:pt x="33924" y="159593"/>
                      <a:pt x="32678" y="157533"/>
                    </a:cubicBezTo>
                    <a:cubicBezTo>
                      <a:pt x="30422" y="153827"/>
                      <a:pt x="28427" y="149989"/>
                      <a:pt x="26682" y="146027"/>
                    </a:cubicBezTo>
                    <a:cubicBezTo>
                      <a:pt x="26682" y="145988"/>
                      <a:pt x="25843" y="143980"/>
                      <a:pt x="25718" y="143639"/>
                    </a:cubicBezTo>
                    <a:cubicBezTo>
                      <a:pt x="25331" y="142636"/>
                      <a:pt x="24970" y="141626"/>
                      <a:pt x="24623" y="140622"/>
                    </a:cubicBezTo>
                    <a:cubicBezTo>
                      <a:pt x="23816" y="138293"/>
                      <a:pt x="23101" y="135931"/>
                      <a:pt x="22471" y="133544"/>
                    </a:cubicBezTo>
                    <a:cubicBezTo>
                      <a:pt x="21874" y="131294"/>
                      <a:pt x="21362" y="129017"/>
                      <a:pt x="20923" y="126728"/>
                    </a:cubicBezTo>
                    <a:cubicBezTo>
                      <a:pt x="20719" y="125652"/>
                      <a:pt x="20536" y="124563"/>
                      <a:pt x="20365" y="123487"/>
                    </a:cubicBezTo>
                    <a:cubicBezTo>
                      <a:pt x="20339" y="123323"/>
                      <a:pt x="20247" y="122635"/>
                      <a:pt x="20201" y="122293"/>
                    </a:cubicBezTo>
                    <a:cubicBezTo>
                      <a:pt x="20195" y="122287"/>
                      <a:pt x="20195" y="122274"/>
                      <a:pt x="20195" y="122267"/>
                    </a:cubicBezTo>
                    <a:lnTo>
                      <a:pt x="20195" y="122254"/>
                    </a:lnTo>
                    <a:cubicBezTo>
                      <a:pt x="20136" y="121723"/>
                      <a:pt x="20057" y="121054"/>
                      <a:pt x="20057" y="121047"/>
                    </a:cubicBezTo>
                    <a:cubicBezTo>
                      <a:pt x="19552" y="116213"/>
                      <a:pt x="19394" y="111332"/>
                      <a:pt x="19591" y="106465"/>
                    </a:cubicBezTo>
                    <a:cubicBezTo>
                      <a:pt x="19690" y="103978"/>
                      <a:pt x="19880" y="101486"/>
                      <a:pt x="20155" y="99013"/>
                    </a:cubicBezTo>
                    <a:cubicBezTo>
                      <a:pt x="20182" y="98888"/>
                      <a:pt x="20247" y="98337"/>
                      <a:pt x="20300" y="97943"/>
                    </a:cubicBezTo>
                    <a:cubicBezTo>
                      <a:pt x="20306" y="97884"/>
                      <a:pt x="20313" y="97832"/>
                      <a:pt x="20319" y="97779"/>
                    </a:cubicBezTo>
                    <a:lnTo>
                      <a:pt x="20319" y="97753"/>
                    </a:lnTo>
                    <a:cubicBezTo>
                      <a:pt x="20332" y="97727"/>
                      <a:pt x="20339" y="97701"/>
                      <a:pt x="20339" y="97681"/>
                    </a:cubicBezTo>
                    <a:lnTo>
                      <a:pt x="20339" y="97674"/>
                    </a:lnTo>
                    <a:cubicBezTo>
                      <a:pt x="20365" y="97510"/>
                      <a:pt x="20391" y="97366"/>
                      <a:pt x="20391" y="97340"/>
                    </a:cubicBezTo>
                    <a:cubicBezTo>
                      <a:pt x="20628" y="95897"/>
                      <a:pt x="20877" y="94447"/>
                      <a:pt x="21172" y="93010"/>
                    </a:cubicBezTo>
                    <a:cubicBezTo>
                      <a:pt x="22169" y="88110"/>
                      <a:pt x="23534" y="83302"/>
                      <a:pt x="25246" y="78611"/>
                    </a:cubicBezTo>
                    <a:cubicBezTo>
                      <a:pt x="25633" y="77568"/>
                      <a:pt x="26040" y="76525"/>
                      <a:pt x="26446" y="75496"/>
                    </a:cubicBezTo>
                    <a:cubicBezTo>
                      <a:pt x="26459" y="75450"/>
                      <a:pt x="26479" y="75410"/>
                      <a:pt x="26492" y="75384"/>
                    </a:cubicBezTo>
                    <a:cubicBezTo>
                      <a:pt x="26499" y="75358"/>
                      <a:pt x="26505" y="75338"/>
                      <a:pt x="26512" y="75325"/>
                    </a:cubicBezTo>
                    <a:cubicBezTo>
                      <a:pt x="26512" y="75312"/>
                      <a:pt x="26525" y="75312"/>
                      <a:pt x="26525" y="75305"/>
                    </a:cubicBezTo>
                    <a:cubicBezTo>
                      <a:pt x="26538" y="75272"/>
                      <a:pt x="26551" y="75240"/>
                      <a:pt x="26564" y="75200"/>
                    </a:cubicBezTo>
                    <a:cubicBezTo>
                      <a:pt x="26748" y="74800"/>
                      <a:pt x="26919" y="74394"/>
                      <a:pt x="27109" y="74006"/>
                    </a:cubicBezTo>
                    <a:cubicBezTo>
                      <a:pt x="28158" y="71697"/>
                      <a:pt x="29287" y="69434"/>
                      <a:pt x="30507" y="67217"/>
                    </a:cubicBezTo>
                    <a:cubicBezTo>
                      <a:pt x="32842" y="62973"/>
                      <a:pt x="35479" y="58906"/>
                      <a:pt x="38385" y="55048"/>
                    </a:cubicBezTo>
                    <a:cubicBezTo>
                      <a:pt x="38392" y="55042"/>
                      <a:pt x="38392" y="55042"/>
                      <a:pt x="38398" y="55035"/>
                    </a:cubicBezTo>
                    <a:cubicBezTo>
                      <a:pt x="38411" y="55022"/>
                      <a:pt x="38431" y="54996"/>
                      <a:pt x="38457" y="54963"/>
                    </a:cubicBezTo>
                    <a:cubicBezTo>
                      <a:pt x="38490" y="54924"/>
                      <a:pt x="38536" y="54871"/>
                      <a:pt x="38582" y="54812"/>
                    </a:cubicBezTo>
                    <a:cubicBezTo>
                      <a:pt x="38982" y="54320"/>
                      <a:pt x="39376" y="53835"/>
                      <a:pt x="39769" y="53356"/>
                    </a:cubicBezTo>
                    <a:cubicBezTo>
                      <a:pt x="40471" y="52510"/>
                      <a:pt x="41186" y="51677"/>
                      <a:pt x="41914" y="50857"/>
                    </a:cubicBezTo>
                    <a:cubicBezTo>
                      <a:pt x="43574" y="48987"/>
                      <a:pt x="45312" y="47176"/>
                      <a:pt x="47110" y="45432"/>
                    </a:cubicBezTo>
                    <a:cubicBezTo>
                      <a:pt x="48796" y="43798"/>
                      <a:pt x="50534" y="42224"/>
                      <a:pt x="52331" y="40709"/>
                    </a:cubicBezTo>
                    <a:cubicBezTo>
                      <a:pt x="53046" y="40105"/>
                      <a:pt x="53768" y="39508"/>
                      <a:pt x="54503" y="38937"/>
                    </a:cubicBezTo>
                    <a:cubicBezTo>
                      <a:pt x="54503" y="38937"/>
                      <a:pt x="54509" y="38931"/>
                      <a:pt x="54522" y="38924"/>
                    </a:cubicBezTo>
                    <a:lnTo>
                      <a:pt x="54529" y="38924"/>
                    </a:lnTo>
                    <a:cubicBezTo>
                      <a:pt x="54785" y="38741"/>
                      <a:pt x="56661" y="37324"/>
                      <a:pt x="56950" y="37127"/>
                    </a:cubicBezTo>
                    <a:cubicBezTo>
                      <a:pt x="60931" y="34306"/>
                      <a:pt x="65117" y="31767"/>
                      <a:pt x="69459" y="29550"/>
                    </a:cubicBezTo>
                    <a:cubicBezTo>
                      <a:pt x="71276" y="28625"/>
                      <a:pt x="73113" y="27753"/>
                      <a:pt x="74989" y="26946"/>
                    </a:cubicBezTo>
                    <a:cubicBezTo>
                      <a:pt x="74989" y="26946"/>
                      <a:pt x="75002" y="26939"/>
                      <a:pt x="75015" y="26939"/>
                    </a:cubicBezTo>
                    <a:cubicBezTo>
                      <a:pt x="75291" y="26841"/>
                      <a:pt x="77180" y="26087"/>
                      <a:pt x="77469" y="25982"/>
                    </a:cubicBezTo>
                    <a:cubicBezTo>
                      <a:pt x="78663" y="25536"/>
                      <a:pt x="79870" y="25116"/>
                      <a:pt x="81083" y="24709"/>
                    </a:cubicBezTo>
                    <a:cubicBezTo>
                      <a:pt x="92871" y="20812"/>
                      <a:pt x="103774" y="19428"/>
                      <a:pt x="116224" y="20189"/>
                    </a:cubicBezTo>
                    <a:cubicBezTo>
                      <a:pt x="117418" y="20255"/>
                      <a:pt x="118612" y="20353"/>
                      <a:pt x="119806" y="20465"/>
                    </a:cubicBezTo>
                    <a:cubicBezTo>
                      <a:pt x="120167" y="20504"/>
                      <a:pt x="122004" y="20721"/>
                      <a:pt x="122135" y="20721"/>
                    </a:cubicBezTo>
                    <a:cubicBezTo>
                      <a:pt x="124628" y="21075"/>
                      <a:pt x="127094" y="21541"/>
                      <a:pt x="129548" y="22098"/>
                    </a:cubicBezTo>
                    <a:cubicBezTo>
                      <a:pt x="134546" y="23220"/>
                      <a:pt x="139453" y="24735"/>
                      <a:pt x="144222" y="26611"/>
                    </a:cubicBezTo>
                    <a:cubicBezTo>
                      <a:pt x="144301" y="26644"/>
                      <a:pt x="144635" y="26782"/>
                      <a:pt x="144950" y="26907"/>
                    </a:cubicBezTo>
                    <a:cubicBezTo>
                      <a:pt x="144957" y="26913"/>
                      <a:pt x="144957" y="26913"/>
                      <a:pt x="144963" y="26913"/>
                    </a:cubicBezTo>
                    <a:cubicBezTo>
                      <a:pt x="144989" y="26920"/>
                      <a:pt x="145003" y="26939"/>
                      <a:pt x="145022" y="26939"/>
                    </a:cubicBezTo>
                    <a:cubicBezTo>
                      <a:pt x="145042" y="26953"/>
                      <a:pt x="145055" y="26953"/>
                      <a:pt x="145075" y="26959"/>
                    </a:cubicBezTo>
                    <a:lnTo>
                      <a:pt x="145088" y="26966"/>
                    </a:lnTo>
                    <a:cubicBezTo>
                      <a:pt x="145114" y="26985"/>
                      <a:pt x="145153" y="26992"/>
                      <a:pt x="145186" y="27005"/>
                    </a:cubicBezTo>
                    <a:cubicBezTo>
                      <a:pt x="145193" y="27005"/>
                      <a:pt x="145199" y="27011"/>
                      <a:pt x="145213" y="27018"/>
                    </a:cubicBezTo>
                    <a:cubicBezTo>
                      <a:pt x="145239" y="27025"/>
                      <a:pt x="145265" y="27044"/>
                      <a:pt x="145298" y="27057"/>
                    </a:cubicBezTo>
                    <a:lnTo>
                      <a:pt x="145304" y="27057"/>
                    </a:lnTo>
                    <a:cubicBezTo>
                      <a:pt x="145363" y="27077"/>
                      <a:pt x="145416" y="27103"/>
                      <a:pt x="145462" y="27123"/>
                    </a:cubicBezTo>
                    <a:lnTo>
                      <a:pt x="145468" y="27123"/>
                    </a:lnTo>
                    <a:cubicBezTo>
                      <a:pt x="145659" y="27215"/>
                      <a:pt x="145823" y="27281"/>
                      <a:pt x="145849" y="27294"/>
                    </a:cubicBezTo>
                    <a:cubicBezTo>
                      <a:pt x="147030" y="27831"/>
                      <a:pt x="148210" y="28376"/>
                      <a:pt x="149385" y="28953"/>
                    </a:cubicBezTo>
                    <a:cubicBezTo>
                      <a:pt x="151713" y="30101"/>
                      <a:pt x="153996" y="31341"/>
                      <a:pt x="156233" y="32673"/>
                    </a:cubicBezTo>
                    <a:cubicBezTo>
                      <a:pt x="158188" y="33827"/>
                      <a:pt x="160090" y="35047"/>
                      <a:pt x="161960" y="36340"/>
                    </a:cubicBezTo>
                    <a:cubicBezTo>
                      <a:pt x="163022" y="37068"/>
                      <a:pt x="164059" y="37835"/>
                      <a:pt x="165102" y="38596"/>
                    </a:cubicBezTo>
                    <a:cubicBezTo>
                      <a:pt x="165148" y="38636"/>
                      <a:pt x="165227" y="38695"/>
                      <a:pt x="165325" y="38773"/>
                    </a:cubicBezTo>
                    <a:cubicBezTo>
                      <a:pt x="165345" y="38787"/>
                      <a:pt x="165364" y="38800"/>
                      <a:pt x="165378" y="38819"/>
                    </a:cubicBezTo>
                    <a:cubicBezTo>
                      <a:pt x="165410" y="38839"/>
                      <a:pt x="165443" y="38865"/>
                      <a:pt x="165469" y="38885"/>
                    </a:cubicBezTo>
                    <a:cubicBezTo>
                      <a:pt x="165509" y="38918"/>
                      <a:pt x="165535" y="38937"/>
                      <a:pt x="165568" y="38970"/>
                    </a:cubicBezTo>
                    <a:cubicBezTo>
                      <a:pt x="165574" y="38970"/>
                      <a:pt x="165581" y="38977"/>
                      <a:pt x="165587" y="38983"/>
                    </a:cubicBezTo>
                    <a:cubicBezTo>
                      <a:pt x="165627" y="39016"/>
                      <a:pt x="165660" y="39036"/>
                      <a:pt x="165686" y="39055"/>
                    </a:cubicBezTo>
                    <a:cubicBezTo>
                      <a:pt x="165719" y="39082"/>
                      <a:pt x="165751" y="39101"/>
                      <a:pt x="165771" y="39128"/>
                    </a:cubicBezTo>
                    <a:cubicBezTo>
                      <a:pt x="166125" y="39410"/>
                      <a:pt x="166480" y="39698"/>
                      <a:pt x="166834" y="39987"/>
                    </a:cubicBezTo>
                    <a:cubicBezTo>
                      <a:pt x="170691" y="43162"/>
                      <a:pt x="174305" y="46626"/>
                      <a:pt x="177644" y="50345"/>
                    </a:cubicBezTo>
                    <a:cubicBezTo>
                      <a:pt x="178510" y="51296"/>
                      <a:pt x="179357" y="52274"/>
                      <a:pt x="180183" y="53264"/>
                    </a:cubicBezTo>
                    <a:cubicBezTo>
                      <a:pt x="180400" y="53520"/>
                      <a:pt x="181443" y="54825"/>
                      <a:pt x="181607" y="55003"/>
                    </a:cubicBezTo>
                    <a:cubicBezTo>
                      <a:pt x="181620" y="55016"/>
                      <a:pt x="181626" y="55022"/>
                      <a:pt x="181620" y="55029"/>
                    </a:cubicBezTo>
                    <a:cubicBezTo>
                      <a:pt x="183089" y="56931"/>
                      <a:pt x="184454" y="58912"/>
                      <a:pt x="185759" y="60926"/>
                    </a:cubicBezTo>
                    <a:cubicBezTo>
                      <a:pt x="192207" y="70871"/>
                      <a:pt x="196478" y="81353"/>
                      <a:pt x="198853" y="93010"/>
                    </a:cubicBezTo>
                    <a:cubicBezTo>
                      <a:pt x="200020" y="98717"/>
                      <a:pt x="200479" y="104241"/>
                      <a:pt x="200512" y="110499"/>
                    </a:cubicBezTo>
                    <a:cubicBezTo>
                      <a:pt x="200460" y="121185"/>
                      <a:pt x="199364" y="128709"/>
                      <a:pt x="195782" y="139507"/>
                    </a:cubicBezTo>
                    <a:cubicBezTo>
                      <a:pt x="193959" y="145004"/>
                      <a:pt x="193401" y="146329"/>
                      <a:pt x="190751" y="151465"/>
                    </a:cubicBezTo>
                    <a:cubicBezTo>
                      <a:pt x="188462" y="155919"/>
                      <a:pt x="185831" y="160190"/>
                      <a:pt x="182899" y="164250"/>
                    </a:cubicBezTo>
                    <a:cubicBezTo>
                      <a:pt x="182715" y="164513"/>
                      <a:pt x="181797" y="165720"/>
                      <a:pt x="181607" y="165976"/>
                    </a:cubicBezTo>
                    <a:cubicBezTo>
                      <a:pt x="181607" y="165989"/>
                      <a:pt x="181593" y="166008"/>
                      <a:pt x="181574" y="166022"/>
                    </a:cubicBezTo>
                    <a:lnTo>
                      <a:pt x="181567" y="166028"/>
                    </a:lnTo>
                    <a:cubicBezTo>
                      <a:pt x="180872" y="166901"/>
                      <a:pt x="180170" y="167766"/>
                      <a:pt x="179435" y="168619"/>
                    </a:cubicBezTo>
                    <a:cubicBezTo>
                      <a:pt x="177769" y="170568"/>
                      <a:pt x="176031" y="172463"/>
                      <a:pt x="174214" y="174287"/>
                    </a:cubicBezTo>
                    <a:cubicBezTo>
                      <a:pt x="172521" y="175993"/>
                      <a:pt x="170757" y="177639"/>
                      <a:pt x="168939" y="179227"/>
                    </a:cubicBezTo>
                    <a:cubicBezTo>
                      <a:pt x="168100" y="179968"/>
                      <a:pt x="167240" y="180689"/>
                      <a:pt x="166368" y="181398"/>
                    </a:cubicBezTo>
                    <a:cubicBezTo>
                      <a:pt x="166020" y="181680"/>
                      <a:pt x="165673" y="181962"/>
                      <a:pt x="165318" y="182238"/>
                    </a:cubicBezTo>
                    <a:lnTo>
                      <a:pt x="165312" y="182244"/>
                    </a:lnTo>
                    <a:lnTo>
                      <a:pt x="165305" y="182257"/>
                    </a:lnTo>
                    <a:cubicBezTo>
                      <a:pt x="165299" y="182257"/>
                      <a:pt x="165299" y="182257"/>
                      <a:pt x="165279" y="182264"/>
                    </a:cubicBezTo>
                    <a:cubicBezTo>
                      <a:pt x="165273" y="182270"/>
                      <a:pt x="165266" y="182277"/>
                      <a:pt x="165259" y="182284"/>
                    </a:cubicBezTo>
                    <a:cubicBezTo>
                      <a:pt x="165259" y="182290"/>
                      <a:pt x="165253" y="182290"/>
                      <a:pt x="165246" y="182290"/>
                    </a:cubicBezTo>
                    <a:cubicBezTo>
                      <a:pt x="165240" y="182303"/>
                      <a:pt x="165227" y="182310"/>
                      <a:pt x="165214" y="182323"/>
                    </a:cubicBezTo>
                    <a:cubicBezTo>
                      <a:pt x="165200" y="182336"/>
                      <a:pt x="165174" y="182356"/>
                      <a:pt x="165154" y="182369"/>
                    </a:cubicBezTo>
                    <a:cubicBezTo>
                      <a:pt x="165154" y="182375"/>
                      <a:pt x="165148" y="182375"/>
                      <a:pt x="165141" y="182375"/>
                    </a:cubicBezTo>
                    <a:cubicBezTo>
                      <a:pt x="165115" y="182388"/>
                      <a:pt x="165095" y="182408"/>
                      <a:pt x="165069" y="182428"/>
                    </a:cubicBezTo>
                    <a:cubicBezTo>
                      <a:pt x="165056" y="182434"/>
                      <a:pt x="165043" y="182454"/>
                      <a:pt x="165023" y="182467"/>
                    </a:cubicBezTo>
                    <a:cubicBezTo>
                      <a:pt x="164787" y="182638"/>
                      <a:pt x="164453" y="182887"/>
                      <a:pt x="164243" y="183038"/>
                    </a:cubicBezTo>
                    <a:cubicBezTo>
                      <a:pt x="155544" y="189394"/>
                      <a:pt x="146715" y="193934"/>
                      <a:pt x="136947" y="196932"/>
                    </a:cubicBezTo>
                    <a:close/>
                    <a:moveTo>
                      <a:pt x="213022" y="69460"/>
                    </a:moveTo>
                    <a:cubicBezTo>
                      <a:pt x="212917" y="69178"/>
                      <a:pt x="212792" y="68883"/>
                      <a:pt x="212674" y="68595"/>
                    </a:cubicBezTo>
                    <a:cubicBezTo>
                      <a:pt x="212189" y="67414"/>
                      <a:pt x="211684" y="66233"/>
                      <a:pt x="211159" y="65065"/>
                    </a:cubicBezTo>
                    <a:cubicBezTo>
                      <a:pt x="211001" y="64698"/>
                      <a:pt x="210844" y="64344"/>
                      <a:pt x="210667" y="63983"/>
                    </a:cubicBezTo>
                    <a:lnTo>
                      <a:pt x="210667" y="63976"/>
                    </a:lnTo>
                    <a:cubicBezTo>
                      <a:pt x="210293" y="63156"/>
                      <a:pt x="209899" y="62336"/>
                      <a:pt x="209493" y="61516"/>
                    </a:cubicBezTo>
                    <a:cubicBezTo>
                      <a:pt x="209355" y="61221"/>
                      <a:pt x="209217" y="60933"/>
                      <a:pt x="209060" y="60637"/>
                    </a:cubicBezTo>
                    <a:cubicBezTo>
                      <a:pt x="204809" y="52155"/>
                      <a:pt x="199463" y="44185"/>
                      <a:pt x="193106" y="36923"/>
                    </a:cubicBezTo>
                    <a:cubicBezTo>
                      <a:pt x="178189" y="19888"/>
                      <a:pt x="157558" y="7529"/>
                      <a:pt x="135491" y="2438"/>
                    </a:cubicBezTo>
                    <a:cubicBezTo>
                      <a:pt x="117733" y="-1662"/>
                      <a:pt x="99562" y="-1183"/>
                      <a:pt x="82513" y="3239"/>
                    </a:cubicBezTo>
                    <a:cubicBezTo>
                      <a:pt x="53827" y="10664"/>
                      <a:pt x="28316" y="29262"/>
                      <a:pt x="13261" y="56039"/>
                    </a:cubicBezTo>
                    <a:cubicBezTo>
                      <a:pt x="2260" y="75600"/>
                      <a:pt x="-2765" y="98698"/>
                      <a:pt x="-449" y="121047"/>
                    </a:cubicBezTo>
                    <a:cubicBezTo>
                      <a:pt x="1853" y="143233"/>
                      <a:pt x="10348" y="163699"/>
                      <a:pt x="24360" y="181037"/>
                    </a:cubicBezTo>
                    <a:cubicBezTo>
                      <a:pt x="32199" y="190739"/>
                      <a:pt x="41809" y="198965"/>
                      <a:pt x="52489" y="205420"/>
                    </a:cubicBezTo>
                    <a:lnTo>
                      <a:pt x="167444" y="205420"/>
                    </a:lnTo>
                    <a:cubicBezTo>
                      <a:pt x="168152" y="205000"/>
                      <a:pt x="168861" y="204567"/>
                      <a:pt x="169563" y="204115"/>
                    </a:cubicBezTo>
                    <a:cubicBezTo>
                      <a:pt x="171295" y="203032"/>
                      <a:pt x="172994" y="201891"/>
                      <a:pt x="174666" y="200704"/>
                    </a:cubicBezTo>
                    <a:cubicBezTo>
                      <a:pt x="176214" y="199601"/>
                      <a:pt x="177717" y="198467"/>
                      <a:pt x="179206" y="197286"/>
                    </a:cubicBezTo>
                    <a:cubicBezTo>
                      <a:pt x="182643" y="194564"/>
                      <a:pt x="185936" y="191612"/>
                      <a:pt x="189059" y="188443"/>
                    </a:cubicBezTo>
                    <a:cubicBezTo>
                      <a:pt x="204861" y="172391"/>
                      <a:pt x="215921" y="151308"/>
                      <a:pt x="219424" y="129011"/>
                    </a:cubicBezTo>
                    <a:cubicBezTo>
                      <a:pt x="220388" y="122923"/>
                      <a:pt x="220979" y="116823"/>
                      <a:pt x="221018" y="110663"/>
                    </a:cubicBezTo>
                    <a:lnTo>
                      <a:pt x="221018" y="110374"/>
                    </a:lnTo>
                    <a:cubicBezTo>
                      <a:pt x="220913" y="96225"/>
                      <a:pt x="218171" y="82370"/>
                      <a:pt x="213022" y="69460"/>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7" name="Freeform: Shape 306">
                <a:extLst>
                  <a:ext uri="{FF2B5EF4-FFF2-40B4-BE49-F238E27FC236}">
                    <a16:creationId xmlns:a16="http://schemas.microsoft.com/office/drawing/2014/main" id="{409F8281-F7D7-0DAD-2057-EBB405F54111}"/>
                  </a:ext>
                </a:extLst>
              </p:cNvPr>
              <p:cNvSpPr/>
              <p:nvPr/>
            </p:nvSpPr>
            <p:spPr>
              <a:xfrm>
                <a:off x="1849362" y="5429091"/>
                <a:ext cx="237629" cy="121701"/>
              </a:xfrm>
              <a:custGeom>
                <a:avLst/>
                <a:gdLst>
                  <a:gd name="csX0" fmla="*/ 185238 w 248152"/>
                  <a:gd name="csY0" fmla="*/ 121999 h 127090"/>
                  <a:gd name="csX1" fmla="*/ 227169 w 248152"/>
                  <a:gd name="csY1" fmla="*/ 121999 h 127090"/>
                  <a:gd name="csX2" fmla="*/ 224716 w 248152"/>
                  <a:gd name="csY2" fmla="*/ 123200 h 127090"/>
                  <a:gd name="csX3" fmla="*/ 215519 w 248152"/>
                  <a:gd name="csY3" fmla="*/ 126716 h 127090"/>
                  <a:gd name="csX4" fmla="*/ 37314 w 248152"/>
                  <a:gd name="csY4" fmla="*/ 126716 h 127090"/>
                  <a:gd name="csX5" fmla="*/ 29940 w 248152"/>
                  <a:gd name="csY5" fmla="*/ 123574 h 127090"/>
                  <a:gd name="csX6" fmla="*/ 29894 w 248152"/>
                  <a:gd name="csY6" fmla="*/ 123554 h 127090"/>
                  <a:gd name="csX7" fmla="*/ 26982 w 248152"/>
                  <a:gd name="csY7" fmla="*/ 121999 h 127090"/>
                  <a:gd name="csX8" fmla="*/ 25965 w 248152"/>
                  <a:gd name="csY8" fmla="*/ 121402 h 127090"/>
                  <a:gd name="csX9" fmla="*/ 25211 w 248152"/>
                  <a:gd name="csY9" fmla="*/ 120950 h 127090"/>
                  <a:gd name="csX10" fmla="*/ 24063 w 248152"/>
                  <a:gd name="csY10" fmla="*/ 120228 h 127090"/>
                  <a:gd name="csX11" fmla="*/ 23453 w 248152"/>
                  <a:gd name="csY11" fmla="*/ 119821 h 127090"/>
                  <a:gd name="csX12" fmla="*/ 22849 w 248152"/>
                  <a:gd name="csY12" fmla="*/ 119415 h 127090"/>
                  <a:gd name="csX13" fmla="*/ 21675 w 248152"/>
                  <a:gd name="csY13" fmla="*/ 118588 h 127090"/>
                  <a:gd name="csX14" fmla="*/ 21668 w 248152"/>
                  <a:gd name="csY14" fmla="*/ 118581 h 127090"/>
                  <a:gd name="csX15" fmla="*/ 20842 w 248152"/>
                  <a:gd name="csY15" fmla="*/ 117971 h 127090"/>
                  <a:gd name="csX16" fmla="*/ 20816 w 248152"/>
                  <a:gd name="csY16" fmla="*/ 117952 h 127090"/>
                  <a:gd name="csX17" fmla="*/ 20750 w 248152"/>
                  <a:gd name="csY17" fmla="*/ 117899 h 127090"/>
                  <a:gd name="csX18" fmla="*/ 19326 w 248152"/>
                  <a:gd name="csY18" fmla="*/ 116777 h 127090"/>
                  <a:gd name="csX19" fmla="*/ 18579 w 248152"/>
                  <a:gd name="csY19" fmla="*/ 116161 h 127090"/>
                  <a:gd name="csX20" fmla="*/ 17142 w 248152"/>
                  <a:gd name="csY20" fmla="*/ 114895 h 127090"/>
                  <a:gd name="csX21" fmla="*/ 16440 w 248152"/>
                  <a:gd name="csY21" fmla="*/ 114245 h 127090"/>
                  <a:gd name="csX22" fmla="*/ 15095 w 248152"/>
                  <a:gd name="csY22" fmla="*/ 112920 h 127090"/>
                  <a:gd name="csX23" fmla="*/ 13810 w 248152"/>
                  <a:gd name="csY23" fmla="*/ 111556 h 127090"/>
                  <a:gd name="csX24" fmla="*/ 12589 w 248152"/>
                  <a:gd name="csY24" fmla="*/ 110165 h 127090"/>
                  <a:gd name="csX25" fmla="*/ 11356 w 248152"/>
                  <a:gd name="csY25" fmla="*/ 108643 h 127090"/>
                  <a:gd name="csX26" fmla="*/ 11337 w 248152"/>
                  <a:gd name="csY26" fmla="*/ 108610 h 127090"/>
                  <a:gd name="csX27" fmla="*/ 10871 w 248152"/>
                  <a:gd name="csY27" fmla="*/ 108014 h 127090"/>
                  <a:gd name="csX28" fmla="*/ 9834 w 248152"/>
                  <a:gd name="csY28" fmla="*/ 106577 h 127090"/>
                  <a:gd name="csX29" fmla="*/ 9802 w 248152"/>
                  <a:gd name="csY29" fmla="*/ 106531 h 127090"/>
                  <a:gd name="csX30" fmla="*/ 8798 w 248152"/>
                  <a:gd name="csY30" fmla="*/ 105029 h 127090"/>
                  <a:gd name="csX31" fmla="*/ 8312 w 248152"/>
                  <a:gd name="csY31" fmla="*/ 104261 h 127090"/>
                  <a:gd name="csX32" fmla="*/ 7689 w 248152"/>
                  <a:gd name="csY32" fmla="*/ 103231 h 127090"/>
                  <a:gd name="csX33" fmla="*/ 6942 w 248152"/>
                  <a:gd name="csY33" fmla="*/ 101926 h 127090"/>
                  <a:gd name="csX34" fmla="*/ 6259 w 248152"/>
                  <a:gd name="csY34" fmla="*/ 100640 h 127090"/>
                  <a:gd name="csX35" fmla="*/ 5807 w 248152"/>
                  <a:gd name="csY35" fmla="*/ 99728 h 127090"/>
                  <a:gd name="csX36" fmla="*/ 5734 w 248152"/>
                  <a:gd name="csY36" fmla="*/ 99604 h 127090"/>
                  <a:gd name="csX37" fmla="*/ 5380 w 248152"/>
                  <a:gd name="csY37" fmla="*/ 98862 h 127090"/>
                  <a:gd name="csX38" fmla="*/ 4796 w 248152"/>
                  <a:gd name="csY38" fmla="*/ 97577 h 127090"/>
                  <a:gd name="csX39" fmla="*/ 4193 w 248152"/>
                  <a:gd name="csY39" fmla="*/ 96153 h 127090"/>
                  <a:gd name="csX40" fmla="*/ 3826 w 248152"/>
                  <a:gd name="csY40" fmla="*/ 95228 h 127090"/>
                  <a:gd name="csX41" fmla="*/ 3753 w 248152"/>
                  <a:gd name="csY41" fmla="*/ 95045 h 127090"/>
                  <a:gd name="csX42" fmla="*/ 3707 w 248152"/>
                  <a:gd name="csY42" fmla="*/ 94933 h 127090"/>
                  <a:gd name="csX43" fmla="*/ 3471 w 248152"/>
                  <a:gd name="csY43" fmla="*/ 94297 h 127090"/>
                  <a:gd name="csX44" fmla="*/ 3248 w 248152"/>
                  <a:gd name="csY44" fmla="*/ 93700 h 127090"/>
                  <a:gd name="csX45" fmla="*/ 2815 w 248152"/>
                  <a:gd name="csY45" fmla="*/ 92434 h 127090"/>
                  <a:gd name="csX46" fmla="*/ 2776 w 248152"/>
                  <a:gd name="csY46" fmla="*/ 92316 h 127090"/>
                  <a:gd name="csX47" fmla="*/ 2559 w 248152"/>
                  <a:gd name="csY47" fmla="*/ 91653 h 127090"/>
                  <a:gd name="csX48" fmla="*/ 2507 w 248152"/>
                  <a:gd name="csY48" fmla="*/ 91483 h 127090"/>
                  <a:gd name="csX49" fmla="*/ 2127 w 248152"/>
                  <a:gd name="csY49" fmla="*/ 90256 h 127090"/>
                  <a:gd name="csX50" fmla="*/ 2127 w 248152"/>
                  <a:gd name="csY50" fmla="*/ 90230 h 127090"/>
                  <a:gd name="csX51" fmla="*/ 1930 w 248152"/>
                  <a:gd name="csY51" fmla="*/ 89567 h 127090"/>
                  <a:gd name="csX52" fmla="*/ 1667 w 248152"/>
                  <a:gd name="csY52" fmla="*/ 88603 h 127090"/>
                  <a:gd name="csX53" fmla="*/ 1628 w 248152"/>
                  <a:gd name="csY53" fmla="*/ 88459 h 127090"/>
                  <a:gd name="csX54" fmla="*/ 1195 w 248152"/>
                  <a:gd name="csY54" fmla="*/ 86720 h 127090"/>
                  <a:gd name="csX55" fmla="*/ 1182 w 248152"/>
                  <a:gd name="csY55" fmla="*/ 86661 h 127090"/>
                  <a:gd name="csX56" fmla="*/ 867 w 248152"/>
                  <a:gd name="csY56" fmla="*/ 85290 h 127090"/>
                  <a:gd name="csX57" fmla="*/ 742 w 248152"/>
                  <a:gd name="csY57" fmla="*/ 84693 h 127090"/>
                  <a:gd name="csX58" fmla="*/ 421 w 248152"/>
                  <a:gd name="csY58" fmla="*/ 83007 h 127090"/>
                  <a:gd name="csX59" fmla="*/ 185 w 248152"/>
                  <a:gd name="csY59" fmla="*/ 81702 h 127090"/>
                  <a:gd name="csX60" fmla="*/ -117 w 248152"/>
                  <a:gd name="csY60" fmla="*/ 79695 h 127090"/>
                  <a:gd name="csX61" fmla="*/ -255 w 248152"/>
                  <a:gd name="csY61" fmla="*/ 78697 h 127090"/>
                  <a:gd name="csX62" fmla="*/ -307 w 248152"/>
                  <a:gd name="csY62" fmla="*/ 78284 h 127090"/>
                  <a:gd name="csX63" fmla="*/ -406 w 248152"/>
                  <a:gd name="csY63" fmla="*/ 77431 h 127090"/>
                  <a:gd name="csX64" fmla="*/ -537 w 248152"/>
                  <a:gd name="csY64" fmla="*/ 76159 h 127090"/>
                  <a:gd name="csX65" fmla="*/ -615 w 248152"/>
                  <a:gd name="csY65" fmla="*/ 75339 h 127090"/>
                  <a:gd name="csX66" fmla="*/ -734 w 248152"/>
                  <a:gd name="csY66" fmla="*/ 73856 h 127090"/>
                  <a:gd name="csX67" fmla="*/ -760 w 248152"/>
                  <a:gd name="csY67" fmla="*/ 73555 h 127090"/>
                  <a:gd name="csX68" fmla="*/ -845 w 248152"/>
                  <a:gd name="csY68" fmla="*/ 72138 h 127090"/>
                  <a:gd name="csX69" fmla="*/ -943 w 248152"/>
                  <a:gd name="csY69" fmla="*/ 69874 h 127090"/>
                  <a:gd name="csX70" fmla="*/ -976 w 248152"/>
                  <a:gd name="csY70" fmla="*/ 68740 h 127090"/>
                  <a:gd name="csX71" fmla="*/ -983 w 248152"/>
                  <a:gd name="csY71" fmla="*/ 68359 h 127090"/>
                  <a:gd name="csX72" fmla="*/ -996 w 248152"/>
                  <a:gd name="csY72" fmla="*/ 67421 h 127090"/>
                  <a:gd name="csX73" fmla="*/ -1003 w 248152"/>
                  <a:gd name="csY73" fmla="*/ 66260 h 127090"/>
                  <a:gd name="csX74" fmla="*/ -989 w 248152"/>
                  <a:gd name="csY74" fmla="*/ 65283 h 127090"/>
                  <a:gd name="csX75" fmla="*/ -911 w 248152"/>
                  <a:gd name="csY75" fmla="*/ 63564 h 127090"/>
                  <a:gd name="csX76" fmla="*/ -871 w 248152"/>
                  <a:gd name="csY76" fmla="*/ 63013 h 127090"/>
                  <a:gd name="csX77" fmla="*/ -865 w 248152"/>
                  <a:gd name="csY77" fmla="*/ 62941 h 127090"/>
                  <a:gd name="csX78" fmla="*/ -819 w 248152"/>
                  <a:gd name="csY78" fmla="*/ 62423 h 127090"/>
                  <a:gd name="csX79" fmla="*/ -740 w 248152"/>
                  <a:gd name="csY79" fmla="*/ 61734 h 127090"/>
                  <a:gd name="csX80" fmla="*/ -635 w 248152"/>
                  <a:gd name="csY80" fmla="*/ 60848 h 127090"/>
                  <a:gd name="csX81" fmla="*/ -622 w 248152"/>
                  <a:gd name="csY81" fmla="*/ 60756 h 127090"/>
                  <a:gd name="csX82" fmla="*/ -491 w 248152"/>
                  <a:gd name="csY82" fmla="*/ 59864 h 127090"/>
                  <a:gd name="csX83" fmla="*/ -379 w 248152"/>
                  <a:gd name="csY83" fmla="*/ 59175 h 127090"/>
                  <a:gd name="csX84" fmla="*/ -255 w 248152"/>
                  <a:gd name="csY84" fmla="*/ 58434 h 127090"/>
                  <a:gd name="csX85" fmla="*/ -202 w 248152"/>
                  <a:gd name="csY85" fmla="*/ 58165 h 127090"/>
                  <a:gd name="csX86" fmla="*/ 80 w 248152"/>
                  <a:gd name="csY86" fmla="*/ 56801 h 127090"/>
                  <a:gd name="csX87" fmla="*/ 86 w 248152"/>
                  <a:gd name="csY87" fmla="*/ 56788 h 127090"/>
                  <a:gd name="csX88" fmla="*/ 250 w 248152"/>
                  <a:gd name="csY88" fmla="*/ 56059 h 127090"/>
                  <a:gd name="csX89" fmla="*/ 487 w 248152"/>
                  <a:gd name="csY89" fmla="*/ 55115 h 127090"/>
                  <a:gd name="csX90" fmla="*/ 513 w 248152"/>
                  <a:gd name="csY90" fmla="*/ 55010 h 127090"/>
                  <a:gd name="csX91" fmla="*/ 801 w 248152"/>
                  <a:gd name="csY91" fmla="*/ 53940 h 127090"/>
                  <a:gd name="csX92" fmla="*/ 1464 w 248152"/>
                  <a:gd name="csY92" fmla="*/ 51730 h 127090"/>
                  <a:gd name="csX93" fmla="*/ 1805 w 248152"/>
                  <a:gd name="csY93" fmla="*/ 50726 h 127090"/>
                  <a:gd name="csX94" fmla="*/ 2179 w 248152"/>
                  <a:gd name="csY94" fmla="*/ 49650 h 127090"/>
                  <a:gd name="csX95" fmla="*/ 2586 w 248152"/>
                  <a:gd name="csY95" fmla="*/ 48575 h 127090"/>
                  <a:gd name="csX96" fmla="*/ 3019 w 248152"/>
                  <a:gd name="csY96" fmla="*/ 47492 h 127090"/>
                  <a:gd name="csX97" fmla="*/ 3471 w 248152"/>
                  <a:gd name="csY97" fmla="*/ 46410 h 127090"/>
                  <a:gd name="csX98" fmla="*/ 3937 w 248152"/>
                  <a:gd name="csY98" fmla="*/ 45341 h 127090"/>
                  <a:gd name="csX99" fmla="*/ 3976 w 248152"/>
                  <a:gd name="csY99" fmla="*/ 45249 h 127090"/>
                  <a:gd name="csX100" fmla="*/ 4180 w 248152"/>
                  <a:gd name="csY100" fmla="*/ 44816 h 127090"/>
                  <a:gd name="csX101" fmla="*/ 4639 w 248152"/>
                  <a:gd name="csY101" fmla="*/ 43825 h 127090"/>
                  <a:gd name="csX102" fmla="*/ 4646 w 248152"/>
                  <a:gd name="csY102" fmla="*/ 43819 h 127090"/>
                  <a:gd name="csX103" fmla="*/ 4750 w 248152"/>
                  <a:gd name="csY103" fmla="*/ 43596 h 127090"/>
                  <a:gd name="csX104" fmla="*/ 5511 w 248152"/>
                  <a:gd name="csY104" fmla="*/ 42080 h 127090"/>
                  <a:gd name="csX105" fmla="*/ 6076 w 248152"/>
                  <a:gd name="csY105" fmla="*/ 41004 h 127090"/>
                  <a:gd name="csX106" fmla="*/ 6620 w 248152"/>
                  <a:gd name="csY106" fmla="*/ 40007 h 127090"/>
                  <a:gd name="csX107" fmla="*/ 7912 w 248152"/>
                  <a:gd name="csY107" fmla="*/ 37784 h 127090"/>
                  <a:gd name="csX108" fmla="*/ 8568 w 248152"/>
                  <a:gd name="csY108" fmla="*/ 36714 h 127090"/>
                  <a:gd name="csX109" fmla="*/ 9244 w 248152"/>
                  <a:gd name="csY109" fmla="*/ 35652 h 127090"/>
                  <a:gd name="csX110" fmla="*/ 9946 w 248152"/>
                  <a:gd name="csY110" fmla="*/ 34602 h 127090"/>
                  <a:gd name="csX111" fmla="*/ 10667 w 248152"/>
                  <a:gd name="csY111" fmla="*/ 33546 h 127090"/>
                  <a:gd name="csX112" fmla="*/ 10766 w 248152"/>
                  <a:gd name="csY112" fmla="*/ 33402 h 127090"/>
                  <a:gd name="csX113" fmla="*/ 11415 w 248152"/>
                  <a:gd name="csY113" fmla="*/ 32496 h 127090"/>
                  <a:gd name="csX114" fmla="*/ 12281 w 248152"/>
                  <a:gd name="csY114" fmla="*/ 31329 h 127090"/>
                  <a:gd name="csX115" fmla="*/ 13173 w 248152"/>
                  <a:gd name="csY115" fmla="*/ 30168 h 127090"/>
                  <a:gd name="csX116" fmla="*/ 14157 w 248152"/>
                  <a:gd name="csY116" fmla="*/ 28941 h 127090"/>
                  <a:gd name="csX117" fmla="*/ 15174 w 248152"/>
                  <a:gd name="csY117" fmla="*/ 27721 h 127090"/>
                  <a:gd name="csX118" fmla="*/ 16014 w 248152"/>
                  <a:gd name="csY118" fmla="*/ 26750 h 127090"/>
                  <a:gd name="csX119" fmla="*/ 16998 w 248152"/>
                  <a:gd name="csY119" fmla="*/ 25641 h 127090"/>
                  <a:gd name="csX120" fmla="*/ 19084 w 248152"/>
                  <a:gd name="csY120" fmla="*/ 23437 h 127090"/>
                  <a:gd name="csX121" fmla="*/ 20042 w 248152"/>
                  <a:gd name="csY121" fmla="*/ 22479 h 127090"/>
                  <a:gd name="csX122" fmla="*/ 21380 w 248152"/>
                  <a:gd name="csY122" fmla="*/ 21200 h 127090"/>
                  <a:gd name="csX123" fmla="*/ 21675 w 248152"/>
                  <a:gd name="csY123" fmla="*/ 20918 h 127090"/>
                  <a:gd name="csX124" fmla="*/ 22023 w 248152"/>
                  <a:gd name="csY124" fmla="*/ 20597 h 127090"/>
                  <a:gd name="csX125" fmla="*/ 23033 w 248152"/>
                  <a:gd name="csY125" fmla="*/ 19685 h 127090"/>
                  <a:gd name="csX126" fmla="*/ 24063 w 248152"/>
                  <a:gd name="csY126" fmla="*/ 18780 h 127090"/>
                  <a:gd name="csX127" fmla="*/ 25020 w 248152"/>
                  <a:gd name="csY127" fmla="*/ 17973 h 127090"/>
                  <a:gd name="csX128" fmla="*/ 26201 w 248152"/>
                  <a:gd name="csY128" fmla="*/ 17009 h 127090"/>
                  <a:gd name="csX129" fmla="*/ 27303 w 248152"/>
                  <a:gd name="csY129" fmla="*/ 16143 h 127090"/>
                  <a:gd name="csX130" fmla="*/ 29402 w 248152"/>
                  <a:gd name="csY130" fmla="*/ 14568 h 127090"/>
                  <a:gd name="csX131" fmla="*/ 29553 w 248152"/>
                  <a:gd name="csY131" fmla="*/ 14463 h 127090"/>
                  <a:gd name="csX132" fmla="*/ 30708 w 248152"/>
                  <a:gd name="csY132" fmla="*/ 13650 h 127090"/>
                  <a:gd name="csX133" fmla="*/ 33082 w 248152"/>
                  <a:gd name="csY133" fmla="*/ 12076 h 127090"/>
                  <a:gd name="csX134" fmla="*/ 34296 w 248152"/>
                  <a:gd name="csY134" fmla="*/ 11315 h 127090"/>
                  <a:gd name="csX135" fmla="*/ 35273 w 248152"/>
                  <a:gd name="csY135" fmla="*/ 10718 h 127090"/>
                  <a:gd name="csX136" fmla="*/ 38225 w 248152"/>
                  <a:gd name="csY136" fmla="*/ 9045 h 127090"/>
                  <a:gd name="csX137" fmla="*/ 39301 w 248152"/>
                  <a:gd name="csY137" fmla="*/ 8481 h 127090"/>
                  <a:gd name="csX138" fmla="*/ 40843 w 248152"/>
                  <a:gd name="csY138" fmla="*/ 7707 h 127090"/>
                  <a:gd name="csX139" fmla="*/ 42411 w 248152"/>
                  <a:gd name="csY139" fmla="*/ 6959 h 127090"/>
                  <a:gd name="csX140" fmla="*/ 43198 w 248152"/>
                  <a:gd name="csY140" fmla="*/ 6598 h 127090"/>
                  <a:gd name="csX141" fmla="*/ 43998 w 248152"/>
                  <a:gd name="csY141" fmla="*/ 6244 h 127090"/>
                  <a:gd name="csX142" fmla="*/ 45540 w 248152"/>
                  <a:gd name="csY142" fmla="*/ 5588 h 127090"/>
                  <a:gd name="csX143" fmla="*/ 45612 w 248152"/>
                  <a:gd name="csY143" fmla="*/ 5562 h 127090"/>
                  <a:gd name="csX144" fmla="*/ 46045 w 248152"/>
                  <a:gd name="csY144" fmla="*/ 5378 h 127090"/>
                  <a:gd name="csX145" fmla="*/ 47252 w 248152"/>
                  <a:gd name="csY145" fmla="*/ 4906 h 127090"/>
                  <a:gd name="csX146" fmla="*/ 47600 w 248152"/>
                  <a:gd name="csY146" fmla="*/ 4774 h 127090"/>
                  <a:gd name="csX147" fmla="*/ 49174 w 248152"/>
                  <a:gd name="csY147" fmla="*/ 4197 h 127090"/>
                  <a:gd name="csX148" fmla="*/ 50033 w 248152"/>
                  <a:gd name="csY148" fmla="*/ 3895 h 127090"/>
                  <a:gd name="csX149" fmla="*/ 52473 w 248152"/>
                  <a:gd name="csY149" fmla="*/ 3115 h 127090"/>
                  <a:gd name="csX150" fmla="*/ 53661 w 248152"/>
                  <a:gd name="csY150" fmla="*/ 2760 h 127090"/>
                  <a:gd name="csX151" fmla="*/ 54901 w 248152"/>
                  <a:gd name="csY151" fmla="*/ 2413 h 127090"/>
                  <a:gd name="csX152" fmla="*/ 56462 w 248152"/>
                  <a:gd name="csY152" fmla="*/ 2000 h 127090"/>
                  <a:gd name="csX153" fmla="*/ 56888 w 248152"/>
                  <a:gd name="csY153" fmla="*/ 1901 h 127090"/>
                  <a:gd name="csX154" fmla="*/ 58443 w 248152"/>
                  <a:gd name="csY154" fmla="*/ 1534 h 127090"/>
                  <a:gd name="csX155" fmla="*/ 60312 w 248152"/>
                  <a:gd name="csY155" fmla="*/ 1147 h 127090"/>
                  <a:gd name="csX156" fmla="*/ 64130 w 248152"/>
                  <a:gd name="csY156" fmla="*/ 491 h 127090"/>
                  <a:gd name="csX157" fmla="*/ 64163 w 248152"/>
                  <a:gd name="csY157" fmla="*/ 484 h 127090"/>
                  <a:gd name="csX158" fmla="*/ 66079 w 248152"/>
                  <a:gd name="csY158" fmla="*/ 235 h 127090"/>
                  <a:gd name="csX159" fmla="*/ 67450 w 248152"/>
                  <a:gd name="csY159" fmla="*/ 84 h 127090"/>
                  <a:gd name="csX160" fmla="*/ 67922 w 248152"/>
                  <a:gd name="csY160" fmla="*/ 32 h 127090"/>
                  <a:gd name="csX161" fmla="*/ 68381 w 248152"/>
                  <a:gd name="csY161" fmla="*/ -14 h 127090"/>
                  <a:gd name="csX162" fmla="*/ 69496 w 248152"/>
                  <a:gd name="csY162" fmla="*/ -113 h 127090"/>
                  <a:gd name="csX163" fmla="*/ 69588 w 248152"/>
                  <a:gd name="csY163" fmla="*/ -119 h 127090"/>
                  <a:gd name="csX164" fmla="*/ 69647 w 248152"/>
                  <a:gd name="csY164" fmla="*/ -126 h 127090"/>
                  <a:gd name="csX165" fmla="*/ 70559 w 248152"/>
                  <a:gd name="csY165" fmla="*/ -192 h 127090"/>
                  <a:gd name="csX166" fmla="*/ 70854 w 248152"/>
                  <a:gd name="csY166" fmla="*/ -211 h 127090"/>
                  <a:gd name="csX167" fmla="*/ 70979 w 248152"/>
                  <a:gd name="csY167" fmla="*/ -218 h 127090"/>
                  <a:gd name="csX168" fmla="*/ 71425 w 248152"/>
                  <a:gd name="csY168" fmla="*/ -244 h 127090"/>
                  <a:gd name="csX169" fmla="*/ 72396 w 248152"/>
                  <a:gd name="csY169" fmla="*/ -296 h 127090"/>
                  <a:gd name="csX170" fmla="*/ 72586 w 248152"/>
                  <a:gd name="csY170" fmla="*/ -303 h 127090"/>
                  <a:gd name="csX171" fmla="*/ 73209 w 248152"/>
                  <a:gd name="csY171" fmla="*/ -323 h 127090"/>
                  <a:gd name="csX172" fmla="*/ 74206 w 248152"/>
                  <a:gd name="csY172" fmla="*/ -356 h 127090"/>
                  <a:gd name="csX173" fmla="*/ 76148 w 248152"/>
                  <a:gd name="csY173" fmla="*/ -375 h 127090"/>
                  <a:gd name="csX174" fmla="*/ 78562 w 248152"/>
                  <a:gd name="csY174" fmla="*/ -362 h 127090"/>
                  <a:gd name="csX175" fmla="*/ 80313 w 248152"/>
                  <a:gd name="csY175" fmla="*/ -336 h 127090"/>
                  <a:gd name="csX176" fmla="*/ 81547 w 248152"/>
                  <a:gd name="csY176" fmla="*/ -316 h 127090"/>
                  <a:gd name="csX177" fmla="*/ 82793 w 248152"/>
                  <a:gd name="csY177" fmla="*/ -283 h 127090"/>
                  <a:gd name="csX178" fmla="*/ 96234 w 248152"/>
                  <a:gd name="csY178" fmla="*/ 392 h 127090"/>
                  <a:gd name="csX179" fmla="*/ 99488 w 248152"/>
                  <a:gd name="csY179" fmla="*/ 655 h 127090"/>
                  <a:gd name="csX180" fmla="*/ 102709 w 248152"/>
                  <a:gd name="csY180" fmla="*/ 943 h 127090"/>
                  <a:gd name="csX181" fmla="*/ 106186 w 248152"/>
                  <a:gd name="csY181" fmla="*/ 1291 h 127090"/>
                  <a:gd name="csX182" fmla="*/ 109190 w 248152"/>
                  <a:gd name="csY182" fmla="*/ 1619 h 127090"/>
                  <a:gd name="csX183" fmla="*/ 109590 w 248152"/>
                  <a:gd name="csY183" fmla="*/ 1665 h 127090"/>
                  <a:gd name="csX184" fmla="*/ 112588 w 248152"/>
                  <a:gd name="csY184" fmla="*/ 2026 h 127090"/>
                  <a:gd name="csX185" fmla="*/ 114228 w 248152"/>
                  <a:gd name="csY185" fmla="*/ 2236 h 127090"/>
                  <a:gd name="csX186" fmla="*/ 131467 w 248152"/>
                  <a:gd name="csY186" fmla="*/ 4945 h 127090"/>
                  <a:gd name="csX187" fmla="*/ 134131 w 248152"/>
                  <a:gd name="csY187" fmla="*/ 5443 h 127090"/>
                  <a:gd name="csX188" fmla="*/ 137699 w 248152"/>
                  <a:gd name="csY188" fmla="*/ 6165 h 127090"/>
                  <a:gd name="csX189" fmla="*/ 139477 w 248152"/>
                  <a:gd name="csY189" fmla="*/ 6532 h 127090"/>
                  <a:gd name="csX190" fmla="*/ 142521 w 248152"/>
                  <a:gd name="csY190" fmla="*/ 7195 h 127090"/>
                  <a:gd name="csX191" fmla="*/ 144088 w 248152"/>
                  <a:gd name="csY191" fmla="*/ 7543 h 127090"/>
                  <a:gd name="csX192" fmla="*/ 145650 w 248152"/>
                  <a:gd name="csY192" fmla="*/ 7903 h 127090"/>
                  <a:gd name="csX193" fmla="*/ 146929 w 248152"/>
                  <a:gd name="csY193" fmla="*/ 8205 h 127090"/>
                  <a:gd name="csX194" fmla="*/ 149461 w 248152"/>
                  <a:gd name="csY194" fmla="*/ 8815 h 127090"/>
                  <a:gd name="csX195" fmla="*/ 151147 w 248152"/>
                  <a:gd name="csY195" fmla="*/ 9235 h 127090"/>
                  <a:gd name="csX196" fmla="*/ 155503 w 248152"/>
                  <a:gd name="csY196" fmla="*/ 10377 h 127090"/>
                  <a:gd name="csX197" fmla="*/ 157582 w 248152"/>
                  <a:gd name="csY197" fmla="*/ 10947 h 127090"/>
                  <a:gd name="csX198" fmla="*/ 159714 w 248152"/>
                  <a:gd name="csY198" fmla="*/ 11551 h 127090"/>
                  <a:gd name="csX199" fmla="*/ 162548 w 248152"/>
                  <a:gd name="csY199" fmla="*/ 12377 h 127090"/>
                  <a:gd name="csX200" fmla="*/ 164293 w 248152"/>
                  <a:gd name="csY200" fmla="*/ 12902 h 127090"/>
                  <a:gd name="csX201" fmla="*/ 173070 w 248152"/>
                  <a:gd name="csY201" fmla="*/ 15775 h 127090"/>
                  <a:gd name="csX202" fmla="*/ 175950 w 248152"/>
                  <a:gd name="csY202" fmla="*/ 16799 h 127090"/>
                  <a:gd name="csX203" fmla="*/ 177550 w 248152"/>
                  <a:gd name="csY203" fmla="*/ 17389 h 127090"/>
                  <a:gd name="csX204" fmla="*/ 179722 w 248152"/>
                  <a:gd name="csY204" fmla="*/ 18209 h 127090"/>
                  <a:gd name="csX205" fmla="*/ 180909 w 248152"/>
                  <a:gd name="csY205" fmla="*/ 18668 h 127090"/>
                  <a:gd name="csX206" fmla="*/ 183881 w 248152"/>
                  <a:gd name="csY206" fmla="*/ 19855 h 127090"/>
                  <a:gd name="csX207" fmla="*/ 185357 w 248152"/>
                  <a:gd name="csY207" fmla="*/ 20459 h 127090"/>
                  <a:gd name="csX208" fmla="*/ 186334 w 248152"/>
                  <a:gd name="csY208" fmla="*/ 20872 h 127090"/>
                  <a:gd name="csX209" fmla="*/ 187817 w 248152"/>
                  <a:gd name="csY209" fmla="*/ 21515 h 127090"/>
                  <a:gd name="csX210" fmla="*/ 188525 w 248152"/>
                  <a:gd name="csY210" fmla="*/ 21823 h 127090"/>
                  <a:gd name="csX211" fmla="*/ 190047 w 248152"/>
                  <a:gd name="csY211" fmla="*/ 22499 h 127090"/>
                  <a:gd name="csX212" fmla="*/ 192133 w 248152"/>
                  <a:gd name="csY212" fmla="*/ 23450 h 127090"/>
                  <a:gd name="csX213" fmla="*/ 192336 w 248152"/>
                  <a:gd name="csY213" fmla="*/ 23549 h 127090"/>
                  <a:gd name="csX214" fmla="*/ 193871 w 248152"/>
                  <a:gd name="csY214" fmla="*/ 24270 h 127090"/>
                  <a:gd name="csX215" fmla="*/ 197597 w 248152"/>
                  <a:gd name="csY215" fmla="*/ 26107 h 127090"/>
                  <a:gd name="csX216" fmla="*/ 199644 w 248152"/>
                  <a:gd name="csY216" fmla="*/ 27170 h 127090"/>
                  <a:gd name="csX217" fmla="*/ 199926 w 248152"/>
                  <a:gd name="csY217" fmla="*/ 27314 h 127090"/>
                  <a:gd name="csX218" fmla="*/ 203226 w 248152"/>
                  <a:gd name="csY218" fmla="*/ 29118 h 127090"/>
                  <a:gd name="csX219" fmla="*/ 204157 w 248152"/>
                  <a:gd name="csY219" fmla="*/ 29643 h 127090"/>
                  <a:gd name="csX220" fmla="*/ 205679 w 248152"/>
                  <a:gd name="csY220" fmla="*/ 30535 h 127090"/>
                  <a:gd name="csX221" fmla="*/ 207135 w 248152"/>
                  <a:gd name="csY221" fmla="*/ 31401 h 127090"/>
                  <a:gd name="csX222" fmla="*/ 208139 w 248152"/>
                  <a:gd name="csY222" fmla="*/ 32011 h 127090"/>
                  <a:gd name="csX223" fmla="*/ 209175 w 248152"/>
                  <a:gd name="csY223" fmla="*/ 32654 h 127090"/>
                  <a:gd name="csX224" fmla="*/ 210035 w 248152"/>
                  <a:gd name="csY224" fmla="*/ 33198 h 127090"/>
                  <a:gd name="csX225" fmla="*/ 211032 w 248152"/>
                  <a:gd name="csY225" fmla="*/ 33841 h 127090"/>
                  <a:gd name="csX226" fmla="*/ 212022 w 248152"/>
                  <a:gd name="csY226" fmla="*/ 34504 h 127090"/>
                  <a:gd name="csX227" fmla="*/ 213387 w 248152"/>
                  <a:gd name="csY227" fmla="*/ 35422 h 127090"/>
                  <a:gd name="csX228" fmla="*/ 214600 w 248152"/>
                  <a:gd name="csY228" fmla="*/ 36262 h 127090"/>
                  <a:gd name="csX229" fmla="*/ 214719 w 248152"/>
                  <a:gd name="csY229" fmla="*/ 36347 h 127090"/>
                  <a:gd name="csX230" fmla="*/ 216640 w 248152"/>
                  <a:gd name="csY230" fmla="*/ 37744 h 127090"/>
                  <a:gd name="csX231" fmla="*/ 218477 w 248152"/>
                  <a:gd name="csY231" fmla="*/ 39128 h 127090"/>
                  <a:gd name="csX232" fmla="*/ 218615 w 248152"/>
                  <a:gd name="csY232" fmla="*/ 39233 h 127090"/>
                  <a:gd name="csX233" fmla="*/ 219632 w 248152"/>
                  <a:gd name="csY233" fmla="*/ 40034 h 127090"/>
                  <a:gd name="csX234" fmla="*/ 220137 w 248152"/>
                  <a:gd name="csY234" fmla="*/ 40440 h 127090"/>
                  <a:gd name="csX235" fmla="*/ 220904 w 248152"/>
                  <a:gd name="csY235" fmla="*/ 41057 h 127090"/>
                  <a:gd name="csX236" fmla="*/ 222466 w 248152"/>
                  <a:gd name="csY236" fmla="*/ 42362 h 127090"/>
                  <a:gd name="csX237" fmla="*/ 222590 w 248152"/>
                  <a:gd name="csY237" fmla="*/ 42474 h 127090"/>
                  <a:gd name="csX238" fmla="*/ 224591 w 248152"/>
                  <a:gd name="csY238" fmla="*/ 44232 h 127090"/>
                  <a:gd name="csX239" fmla="*/ 229793 w 248152"/>
                  <a:gd name="csY239" fmla="*/ 49375 h 127090"/>
                  <a:gd name="csX240" fmla="*/ 229845 w 248152"/>
                  <a:gd name="csY240" fmla="*/ 49427 h 127090"/>
                  <a:gd name="csX241" fmla="*/ 230272 w 248152"/>
                  <a:gd name="csY241" fmla="*/ 49893 h 127090"/>
                  <a:gd name="csX242" fmla="*/ 230744 w 248152"/>
                  <a:gd name="csY242" fmla="*/ 50418 h 127090"/>
                  <a:gd name="csX243" fmla="*/ 231813 w 248152"/>
                  <a:gd name="csY243" fmla="*/ 51638 h 127090"/>
                  <a:gd name="csX244" fmla="*/ 232476 w 248152"/>
                  <a:gd name="csY244" fmla="*/ 52425 h 127090"/>
                  <a:gd name="csX245" fmla="*/ 232712 w 248152"/>
                  <a:gd name="csY245" fmla="*/ 52701 h 127090"/>
                  <a:gd name="csX246" fmla="*/ 232719 w 248152"/>
                  <a:gd name="csY246" fmla="*/ 52720 h 127090"/>
                  <a:gd name="csX247" fmla="*/ 233506 w 248152"/>
                  <a:gd name="csY247" fmla="*/ 53691 h 127090"/>
                  <a:gd name="csX248" fmla="*/ 234542 w 248152"/>
                  <a:gd name="csY248" fmla="*/ 55010 h 127090"/>
                  <a:gd name="csX249" fmla="*/ 234562 w 248152"/>
                  <a:gd name="csY249" fmla="*/ 55036 h 127090"/>
                  <a:gd name="csX250" fmla="*/ 234562 w 248152"/>
                  <a:gd name="csY250" fmla="*/ 55043 h 127090"/>
                  <a:gd name="csX251" fmla="*/ 235225 w 248152"/>
                  <a:gd name="csY251" fmla="*/ 55928 h 127090"/>
                  <a:gd name="csX252" fmla="*/ 236045 w 248152"/>
                  <a:gd name="csY252" fmla="*/ 57070 h 127090"/>
                  <a:gd name="csX253" fmla="*/ 236845 w 248152"/>
                  <a:gd name="csY253" fmla="*/ 58224 h 127090"/>
                  <a:gd name="csX254" fmla="*/ 237612 w 248152"/>
                  <a:gd name="csY254" fmla="*/ 59392 h 127090"/>
                  <a:gd name="csX255" fmla="*/ 238354 w 248152"/>
                  <a:gd name="csY255" fmla="*/ 60559 h 127090"/>
                  <a:gd name="csX256" fmla="*/ 238373 w 248152"/>
                  <a:gd name="csY256" fmla="*/ 60599 h 127090"/>
                  <a:gd name="csX257" fmla="*/ 239069 w 248152"/>
                  <a:gd name="csY257" fmla="*/ 61767 h 127090"/>
                  <a:gd name="csX258" fmla="*/ 240427 w 248152"/>
                  <a:gd name="csY258" fmla="*/ 64200 h 127090"/>
                  <a:gd name="csX259" fmla="*/ 240899 w 248152"/>
                  <a:gd name="csY259" fmla="*/ 65119 h 127090"/>
                  <a:gd name="csX260" fmla="*/ 241358 w 248152"/>
                  <a:gd name="csY260" fmla="*/ 66044 h 127090"/>
                  <a:gd name="csX261" fmla="*/ 241804 w 248152"/>
                  <a:gd name="csY261" fmla="*/ 66988 h 127090"/>
                  <a:gd name="csX262" fmla="*/ 242224 w 248152"/>
                  <a:gd name="csY262" fmla="*/ 67926 h 127090"/>
                  <a:gd name="csX263" fmla="*/ 242768 w 248152"/>
                  <a:gd name="csY263" fmla="*/ 69199 h 127090"/>
                  <a:gd name="csX264" fmla="*/ 243149 w 248152"/>
                  <a:gd name="csY264" fmla="*/ 70150 h 127090"/>
                  <a:gd name="csX265" fmla="*/ 243864 w 248152"/>
                  <a:gd name="csY265" fmla="*/ 72059 h 127090"/>
                  <a:gd name="csX266" fmla="*/ 244198 w 248152"/>
                  <a:gd name="csY266" fmla="*/ 73036 h 127090"/>
                  <a:gd name="csX267" fmla="*/ 244238 w 248152"/>
                  <a:gd name="csY267" fmla="*/ 73154 h 127090"/>
                  <a:gd name="csX268" fmla="*/ 244500 w 248152"/>
                  <a:gd name="csY268" fmla="*/ 73974 h 127090"/>
                  <a:gd name="csX269" fmla="*/ 244546 w 248152"/>
                  <a:gd name="csY269" fmla="*/ 74105 h 127090"/>
                  <a:gd name="csX270" fmla="*/ 244572 w 248152"/>
                  <a:gd name="csY270" fmla="*/ 74211 h 127090"/>
                  <a:gd name="csX271" fmla="*/ 244684 w 248152"/>
                  <a:gd name="csY271" fmla="*/ 74584 h 127090"/>
                  <a:gd name="csX272" fmla="*/ 245025 w 248152"/>
                  <a:gd name="csY272" fmla="*/ 75765 h 127090"/>
                  <a:gd name="csX273" fmla="*/ 245386 w 248152"/>
                  <a:gd name="csY273" fmla="*/ 77123 h 127090"/>
                  <a:gd name="csX274" fmla="*/ 245760 w 248152"/>
                  <a:gd name="csY274" fmla="*/ 78671 h 127090"/>
                  <a:gd name="csX275" fmla="*/ 246081 w 248152"/>
                  <a:gd name="csY275" fmla="*/ 80226 h 127090"/>
                  <a:gd name="csX276" fmla="*/ 246271 w 248152"/>
                  <a:gd name="csY276" fmla="*/ 81276 h 127090"/>
                  <a:gd name="csX277" fmla="*/ 246396 w 248152"/>
                  <a:gd name="csY277" fmla="*/ 82030 h 127090"/>
                  <a:gd name="csX278" fmla="*/ 246534 w 248152"/>
                  <a:gd name="csY278" fmla="*/ 82909 h 127090"/>
                  <a:gd name="csX279" fmla="*/ 246599 w 248152"/>
                  <a:gd name="csY279" fmla="*/ 83355 h 127090"/>
                  <a:gd name="csX280" fmla="*/ 246599 w 248152"/>
                  <a:gd name="csY280" fmla="*/ 83375 h 127090"/>
                  <a:gd name="csX281" fmla="*/ 246626 w 248152"/>
                  <a:gd name="csY281" fmla="*/ 83558 h 127090"/>
                  <a:gd name="csX282" fmla="*/ 246698 w 248152"/>
                  <a:gd name="csY282" fmla="*/ 84136 h 127090"/>
                  <a:gd name="csX283" fmla="*/ 246790 w 248152"/>
                  <a:gd name="csY283" fmla="*/ 84923 h 127090"/>
                  <a:gd name="csX284" fmla="*/ 246803 w 248152"/>
                  <a:gd name="csY284" fmla="*/ 85034 h 127090"/>
                  <a:gd name="csX285" fmla="*/ 246803 w 248152"/>
                  <a:gd name="csY285" fmla="*/ 85041 h 127090"/>
                  <a:gd name="csX286" fmla="*/ 246842 w 248152"/>
                  <a:gd name="csY286" fmla="*/ 85434 h 127090"/>
                  <a:gd name="csX287" fmla="*/ 246927 w 248152"/>
                  <a:gd name="csY287" fmla="*/ 86320 h 127090"/>
                  <a:gd name="csX288" fmla="*/ 246954 w 248152"/>
                  <a:gd name="csY288" fmla="*/ 86641 h 127090"/>
                  <a:gd name="csX289" fmla="*/ 247019 w 248152"/>
                  <a:gd name="csY289" fmla="*/ 87678 h 127090"/>
                  <a:gd name="csX290" fmla="*/ 247052 w 248152"/>
                  <a:gd name="csY290" fmla="*/ 88117 h 127090"/>
                  <a:gd name="csX291" fmla="*/ 247091 w 248152"/>
                  <a:gd name="csY291" fmla="*/ 88905 h 127090"/>
                  <a:gd name="csX292" fmla="*/ 247131 w 248152"/>
                  <a:gd name="csY292" fmla="*/ 89948 h 127090"/>
                  <a:gd name="csX293" fmla="*/ 247150 w 248152"/>
                  <a:gd name="csY293" fmla="*/ 91529 h 127090"/>
                  <a:gd name="csX294" fmla="*/ 126941 w 248152"/>
                  <a:gd name="csY294" fmla="*/ 91529 h 127090"/>
                  <a:gd name="csX295" fmla="*/ 98248 w 248152"/>
                  <a:gd name="csY295" fmla="*/ 111746 h 127090"/>
                  <a:gd name="csX296" fmla="*/ 96477 w 248152"/>
                  <a:gd name="csY296" fmla="*/ 121947 h 127090"/>
                  <a:gd name="csX297" fmla="*/ 96477 w 248152"/>
                  <a:gd name="csY297" fmla="*/ 121999 h 127090"/>
                  <a:gd name="csX298" fmla="*/ 183159 w 248152"/>
                  <a:gd name="csY298" fmla="*/ 121999 h 127090"/>
                  <a:gd name="csX299" fmla="*/ 185238 w 248152"/>
                  <a:gd name="csY299" fmla="*/ 121999 h 1270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Lst>
                <a:rect l="l" t="t" r="r" b="b"/>
                <a:pathLst>
                  <a:path w="248152" h="127090">
                    <a:moveTo>
                      <a:pt x="185238" y="121999"/>
                    </a:moveTo>
                    <a:lnTo>
                      <a:pt x="227169" y="121999"/>
                    </a:lnTo>
                    <a:cubicBezTo>
                      <a:pt x="226375" y="122412"/>
                      <a:pt x="225555" y="122812"/>
                      <a:pt x="224716" y="123200"/>
                    </a:cubicBezTo>
                    <a:cubicBezTo>
                      <a:pt x="221862" y="124518"/>
                      <a:pt x="218786" y="125692"/>
                      <a:pt x="215519" y="126716"/>
                    </a:cubicBezTo>
                    <a:lnTo>
                      <a:pt x="37314" y="126716"/>
                    </a:lnTo>
                    <a:cubicBezTo>
                      <a:pt x="34696" y="125771"/>
                      <a:pt x="32236" y="124721"/>
                      <a:pt x="29940" y="123574"/>
                    </a:cubicBezTo>
                    <a:cubicBezTo>
                      <a:pt x="29927" y="123567"/>
                      <a:pt x="29908" y="123560"/>
                      <a:pt x="29894" y="123554"/>
                    </a:cubicBezTo>
                    <a:cubicBezTo>
                      <a:pt x="28891" y="123055"/>
                      <a:pt x="27920" y="122537"/>
                      <a:pt x="26982" y="121999"/>
                    </a:cubicBezTo>
                    <a:cubicBezTo>
                      <a:pt x="26634" y="121802"/>
                      <a:pt x="26293" y="121606"/>
                      <a:pt x="25965" y="121402"/>
                    </a:cubicBezTo>
                    <a:cubicBezTo>
                      <a:pt x="25716" y="121258"/>
                      <a:pt x="25460" y="121100"/>
                      <a:pt x="25211" y="120950"/>
                    </a:cubicBezTo>
                    <a:cubicBezTo>
                      <a:pt x="24817" y="120713"/>
                      <a:pt x="24443" y="120471"/>
                      <a:pt x="24063" y="120228"/>
                    </a:cubicBezTo>
                    <a:cubicBezTo>
                      <a:pt x="23859" y="120097"/>
                      <a:pt x="23649" y="119959"/>
                      <a:pt x="23453" y="119821"/>
                    </a:cubicBezTo>
                    <a:cubicBezTo>
                      <a:pt x="23249" y="119690"/>
                      <a:pt x="23046" y="119552"/>
                      <a:pt x="22849" y="119415"/>
                    </a:cubicBezTo>
                    <a:cubicBezTo>
                      <a:pt x="22456" y="119146"/>
                      <a:pt x="22062" y="118863"/>
                      <a:pt x="21675" y="118588"/>
                    </a:cubicBezTo>
                    <a:cubicBezTo>
                      <a:pt x="21675" y="118581"/>
                      <a:pt x="21668" y="118581"/>
                      <a:pt x="21668" y="118581"/>
                    </a:cubicBezTo>
                    <a:cubicBezTo>
                      <a:pt x="21393" y="118378"/>
                      <a:pt x="21111" y="118175"/>
                      <a:pt x="20842" y="117971"/>
                    </a:cubicBezTo>
                    <a:cubicBezTo>
                      <a:pt x="20835" y="117965"/>
                      <a:pt x="20822" y="117952"/>
                      <a:pt x="20816" y="117952"/>
                    </a:cubicBezTo>
                    <a:cubicBezTo>
                      <a:pt x="20796" y="117939"/>
                      <a:pt x="20770" y="117919"/>
                      <a:pt x="20750" y="117899"/>
                    </a:cubicBezTo>
                    <a:cubicBezTo>
                      <a:pt x="20264" y="117525"/>
                      <a:pt x="19792" y="117158"/>
                      <a:pt x="19326" y="116777"/>
                    </a:cubicBezTo>
                    <a:cubicBezTo>
                      <a:pt x="19077" y="116574"/>
                      <a:pt x="18828" y="116364"/>
                      <a:pt x="18579" y="116161"/>
                    </a:cubicBezTo>
                    <a:cubicBezTo>
                      <a:pt x="18093" y="115747"/>
                      <a:pt x="17608" y="115315"/>
                      <a:pt x="17142" y="114895"/>
                    </a:cubicBezTo>
                    <a:cubicBezTo>
                      <a:pt x="16899" y="114678"/>
                      <a:pt x="16670" y="114462"/>
                      <a:pt x="16440" y="114245"/>
                    </a:cubicBezTo>
                    <a:cubicBezTo>
                      <a:pt x="15981" y="113812"/>
                      <a:pt x="15528" y="113366"/>
                      <a:pt x="15095" y="112920"/>
                    </a:cubicBezTo>
                    <a:cubicBezTo>
                      <a:pt x="14656" y="112468"/>
                      <a:pt x="14223" y="112015"/>
                      <a:pt x="13810" y="111556"/>
                    </a:cubicBezTo>
                    <a:cubicBezTo>
                      <a:pt x="13396" y="111097"/>
                      <a:pt x="12990" y="110637"/>
                      <a:pt x="12589" y="110165"/>
                    </a:cubicBezTo>
                    <a:cubicBezTo>
                      <a:pt x="12170" y="109667"/>
                      <a:pt x="11756" y="109155"/>
                      <a:pt x="11356" y="108643"/>
                    </a:cubicBezTo>
                    <a:cubicBezTo>
                      <a:pt x="11350" y="108637"/>
                      <a:pt x="11343" y="108617"/>
                      <a:pt x="11337" y="108610"/>
                    </a:cubicBezTo>
                    <a:cubicBezTo>
                      <a:pt x="11173" y="108407"/>
                      <a:pt x="11022" y="108210"/>
                      <a:pt x="10871" y="108014"/>
                    </a:cubicBezTo>
                    <a:cubicBezTo>
                      <a:pt x="10517" y="107535"/>
                      <a:pt x="10175" y="107062"/>
                      <a:pt x="9834" y="106577"/>
                    </a:cubicBezTo>
                    <a:cubicBezTo>
                      <a:pt x="9828" y="106564"/>
                      <a:pt x="9821" y="106551"/>
                      <a:pt x="9802" y="106531"/>
                    </a:cubicBezTo>
                    <a:cubicBezTo>
                      <a:pt x="9460" y="106039"/>
                      <a:pt x="9126" y="105540"/>
                      <a:pt x="8798" y="105029"/>
                    </a:cubicBezTo>
                    <a:cubicBezTo>
                      <a:pt x="8627" y="104773"/>
                      <a:pt x="8470" y="104517"/>
                      <a:pt x="8312" y="104261"/>
                    </a:cubicBezTo>
                    <a:cubicBezTo>
                      <a:pt x="8096" y="103920"/>
                      <a:pt x="7893" y="103579"/>
                      <a:pt x="7689" y="103231"/>
                    </a:cubicBezTo>
                    <a:cubicBezTo>
                      <a:pt x="7433" y="102805"/>
                      <a:pt x="7184" y="102359"/>
                      <a:pt x="6942" y="101926"/>
                    </a:cubicBezTo>
                    <a:cubicBezTo>
                      <a:pt x="6705" y="101499"/>
                      <a:pt x="6482" y="101073"/>
                      <a:pt x="6259" y="100640"/>
                    </a:cubicBezTo>
                    <a:cubicBezTo>
                      <a:pt x="6095" y="100338"/>
                      <a:pt x="5944" y="100030"/>
                      <a:pt x="5807" y="99728"/>
                    </a:cubicBezTo>
                    <a:cubicBezTo>
                      <a:pt x="5780" y="99689"/>
                      <a:pt x="5761" y="99650"/>
                      <a:pt x="5734" y="99604"/>
                    </a:cubicBezTo>
                    <a:cubicBezTo>
                      <a:pt x="5616" y="99361"/>
                      <a:pt x="5498" y="99112"/>
                      <a:pt x="5380" y="98862"/>
                    </a:cubicBezTo>
                    <a:cubicBezTo>
                      <a:pt x="5177" y="98436"/>
                      <a:pt x="4980" y="98003"/>
                      <a:pt x="4796" y="97577"/>
                    </a:cubicBezTo>
                    <a:cubicBezTo>
                      <a:pt x="4586" y="97104"/>
                      <a:pt x="4390" y="96626"/>
                      <a:pt x="4193" y="96153"/>
                    </a:cubicBezTo>
                    <a:cubicBezTo>
                      <a:pt x="4062" y="95845"/>
                      <a:pt x="3944" y="95537"/>
                      <a:pt x="3826" y="95228"/>
                    </a:cubicBezTo>
                    <a:cubicBezTo>
                      <a:pt x="3793" y="95169"/>
                      <a:pt x="3773" y="95104"/>
                      <a:pt x="3753" y="95045"/>
                    </a:cubicBezTo>
                    <a:cubicBezTo>
                      <a:pt x="3740" y="95005"/>
                      <a:pt x="3727" y="94972"/>
                      <a:pt x="3707" y="94933"/>
                    </a:cubicBezTo>
                    <a:cubicBezTo>
                      <a:pt x="3629" y="94723"/>
                      <a:pt x="3543" y="94513"/>
                      <a:pt x="3471" y="94297"/>
                    </a:cubicBezTo>
                    <a:cubicBezTo>
                      <a:pt x="3393" y="94093"/>
                      <a:pt x="3320" y="93903"/>
                      <a:pt x="3248" y="93700"/>
                    </a:cubicBezTo>
                    <a:cubicBezTo>
                      <a:pt x="3097" y="93280"/>
                      <a:pt x="2946" y="92854"/>
                      <a:pt x="2815" y="92434"/>
                    </a:cubicBezTo>
                    <a:cubicBezTo>
                      <a:pt x="2796" y="92394"/>
                      <a:pt x="2782" y="92355"/>
                      <a:pt x="2776" y="92316"/>
                    </a:cubicBezTo>
                    <a:cubicBezTo>
                      <a:pt x="2697" y="92099"/>
                      <a:pt x="2632" y="91876"/>
                      <a:pt x="2559" y="91653"/>
                    </a:cubicBezTo>
                    <a:cubicBezTo>
                      <a:pt x="2540" y="91594"/>
                      <a:pt x="2520" y="91542"/>
                      <a:pt x="2507" y="91483"/>
                    </a:cubicBezTo>
                    <a:cubicBezTo>
                      <a:pt x="2376" y="91076"/>
                      <a:pt x="2251" y="90669"/>
                      <a:pt x="2127" y="90256"/>
                    </a:cubicBezTo>
                    <a:lnTo>
                      <a:pt x="2127" y="90230"/>
                    </a:lnTo>
                    <a:cubicBezTo>
                      <a:pt x="2061" y="90013"/>
                      <a:pt x="1995" y="89790"/>
                      <a:pt x="1930" y="89567"/>
                    </a:cubicBezTo>
                    <a:cubicBezTo>
                      <a:pt x="1844" y="89252"/>
                      <a:pt x="1753" y="88931"/>
                      <a:pt x="1667" y="88603"/>
                    </a:cubicBezTo>
                    <a:cubicBezTo>
                      <a:pt x="1654" y="88557"/>
                      <a:pt x="1641" y="88517"/>
                      <a:pt x="1628" y="88459"/>
                    </a:cubicBezTo>
                    <a:cubicBezTo>
                      <a:pt x="1471" y="87881"/>
                      <a:pt x="1333" y="87304"/>
                      <a:pt x="1195" y="86720"/>
                    </a:cubicBezTo>
                    <a:cubicBezTo>
                      <a:pt x="1188" y="86701"/>
                      <a:pt x="1182" y="86674"/>
                      <a:pt x="1182" y="86661"/>
                    </a:cubicBezTo>
                    <a:cubicBezTo>
                      <a:pt x="1064" y="86202"/>
                      <a:pt x="965" y="85749"/>
                      <a:pt x="867" y="85290"/>
                    </a:cubicBezTo>
                    <a:cubicBezTo>
                      <a:pt x="828" y="85087"/>
                      <a:pt x="788" y="84890"/>
                      <a:pt x="742" y="84693"/>
                    </a:cubicBezTo>
                    <a:cubicBezTo>
                      <a:pt x="631" y="84136"/>
                      <a:pt x="513" y="83571"/>
                      <a:pt x="421" y="83007"/>
                    </a:cubicBezTo>
                    <a:cubicBezTo>
                      <a:pt x="336" y="82581"/>
                      <a:pt x="257" y="82141"/>
                      <a:pt x="185" y="81702"/>
                    </a:cubicBezTo>
                    <a:cubicBezTo>
                      <a:pt x="80" y="81039"/>
                      <a:pt x="-25" y="80370"/>
                      <a:pt x="-117" y="79695"/>
                    </a:cubicBezTo>
                    <a:cubicBezTo>
                      <a:pt x="-169" y="79360"/>
                      <a:pt x="-209" y="79032"/>
                      <a:pt x="-255" y="78697"/>
                    </a:cubicBezTo>
                    <a:cubicBezTo>
                      <a:pt x="-268" y="78566"/>
                      <a:pt x="-287" y="78422"/>
                      <a:pt x="-307" y="78284"/>
                    </a:cubicBezTo>
                    <a:cubicBezTo>
                      <a:pt x="-333" y="77996"/>
                      <a:pt x="-373" y="77720"/>
                      <a:pt x="-406" y="77431"/>
                    </a:cubicBezTo>
                    <a:cubicBezTo>
                      <a:pt x="-458" y="77012"/>
                      <a:pt x="-504" y="76592"/>
                      <a:pt x="-537" y="76159"/>
                    </a:cubicBezTo>
                    <a:cubicBezTo>
                      <a:pt x="-570" y="75890"/>
                      <a:pt x="-589" y="75621"/>
                      <a:pt x="-615" y="75339"/>
                    </a:cubicBezTo>
                    <a:cubicBezTo>
                      <a:pt x="-661" y="74847"/>
                      <a:pt x="-694" y="74355"/>
                      <a:pt x="-734" y="73856"/>
                    </a:cubicBezTo>
                    <a:cubicBezTo>
                      <a:pt x="-740" y="73758"/>
                      <a:pt x="-747" y="73653"/>
                      <a:pt x="-760" y="73555"/>
                    </a:cubicBezTo>
                    <a:cubicBezTo>
                      <a:pt x="-793" y="73082"/>
                      <a:pt x="-819" y="72610"/>
                      <a:pt x="-845" y="72138"/>
                    </a:cubicBezTo>
                    <a:cubicBezTo>
                      <a:pt x="-885" y="71383"/>
                      <a:pt x="-924" y="70629"/>
                      <a:pt x="-943" y="69874"/>
                    </a:cubicBezTo>
                    <a:cubicBezTo>
                      <a:pt x="-963" y="69500"/>
                      <a:pt x="-970" y="69127"/>
                      <a:pt x="-976" y="68740"/>
                    </a:cubicBezTo>
                    <a:cubicBezTo>
                      <a:pt x="-983" y="68615"/>
                      <a:pt x="-983" y="68484"/>
                      <a:pt x="-983" y="68359"/>
                    </a:cubicBezTo>
                    <a:cubicBezTo>
                      <a:pt x="-989" y="68044"/>
                      <a:pt x="-996" y="67736"/>
                      <a:pt x="-996" y="67421"/>
                    </a:cubicBezTo>
                    <a:cubicBezTo>
                      <a:pt x="-1003" y="67041"/>
                      <a:pt x="-1003" y="66654"/>
                      <a:pt x="-1003" y="66260"/>
                    </a:cubicBezTo>
                    <a:cubicBezTo>
                      <a:pt x="-1003" y="65939"/>
                      <a:pt x="-996" y="65604"/>
                      <a:pt x="-989" y="65283"/>
                    </a:cubicBezTo>
                    <a:cubicBezTo>
                      <a:pt x="-976" y="64718"/>
                      <a:pt x="-950" y="64148"/>
                      <a:pt x="-911" y="63564"/>
                    </a:cubicBezTo>
                    <a:cubicBezTo>
                      <a:pt x="-898" y="63387"/>
                      <a:pt x="-885" y="63203"/>
                      <a:pt x="-871" y="63013"/>
                    </a:cubicBezTo>
                    <a:cubicBezTo>
                      <a:pt x="-865" y="62993"/>
                      <a:pt x="-865" y="62960"/>
                      <a:pt x="-865" y="62941"/>
                    </a:cubicBezTo>
                    <a:cubicBezTo>
                      <a:pt x="-845" y="62764"/>
                      <a:pt x="-832" y="62593"/>
                      <a:pt x="-819" y="62423"/>
                    </a:cubicBezTo>
                    <a:cubicBezTo>
                      <a:pt x="-793" y="62186"/>
                      <a:pt x="-773" y="61963"/>
                      <a:pt x="-740" y="61734"/>
                    </a:cubicBezTo>
                    <a:cubicBezTo>
                      <a:pt x="-714" y="61439"/>
                      <a:pt x="-675" y="61137"/>
                      <a:pt x="-635" y="60848"/>
                    </a:cubicBezTo>
                    <a:cubicBezTo>
                      <a:pt x="-629" y="60815"/>
                      <a:pt x="-629" y="60783"/>
                      <a:pt x="-622" y="60756"/>
                    </a:cubicBezTo>
                    <a:cubicBezTo>
                      <a:pt x="-583" y="60461"/>
                      <a:pt x="-537" y="60166"/>
                      <a:pt x="-491" y="59864"/>
                    </a:cubicBezTo>
                    <a:cubicBezTo>
                      <a:pt x="-458" y="59635"/>
                      <a:pt x="-419" y="59405"/>
                      <a:pt x="-379" y="59175"/>
                    </a:cubicBezTo>
                    <a:cubicBezTo>
                      <a:pt x="-340" y="58926"/>
                      <a:pt x="-301" y="58683"/>
                      <a:pt x="-255" y="58434"/>
                    </a:cubicBezTo>
                    <a:cubicBezTo>
                      <a:pt x="-235" y="58342"/>
                      <a:pt x="-215" y="58257"/>
                      <a:pt x="-202" y="58165"/>
                    </a:cubicBezTo>
                    <a:cubicBezTo>
                      <a:pt x="-110" y="57712"/>
                      <a:pt x="-19" y="57253"/>
                      <a:pt x="80" y="56801"/>
                    </a:cubicBezTo>
                    <a:cubicBezTo>
                      <a:pt x="86" y="56794"/>
                      <a:pt x="86" y="56794"/>
                      <a:pt x="86" y="56788"/>
                    </a:cubicBezTo>
                    <a:cubicBezTo>
                      <a:pt x="139" y="56545"/>
                      <a:pt x="191" y="56302"/>
                      <a:pt x="250" y="56059"/>
                    </a:cubicBezTo>
                    <a:cubicBezTo>
                      <a:pt x="329" y="55744"/>
                      <a:pt x="401" y="55430"/>
                      <a:pt x="487" y="55115"/>
                    </a:cubicBezTo>
                    <a:cubicBezTo>
                      <a:pt x="493" y="55075"/>
                      <a:pt x="500" y="55036"/>
                      <a:pt x="513" y="55010"/>
                    </a:cubicBezTo>
                    <a:cubicBezTo>
                      <a:pt x="605" y="54656"/>
                      <a:pt x="697" y="54301"/>
                      <a:pt x="801" y="53940"/>
                    </a:cubicBezTo>
                    <a:cubicBezTo>
                      <a:pt x="1005" y="53206"/>
                      <a:pt x="1221" y="52471"/>
                      <a:pt x="1464" y="51730"/>
                    </a:cubicBezTo>
                    <a:cubicBezTo>
                      <a:pt x="1575" y="51389"/>
                      <a:pt x="1680" y="51061"/>
                      <a:pt x="1805" y="50726"/>
                    </a:cubicBezTo>
                    <a:cubicBezTo>
                      <a:pt x="1923" y="50365"/>
                      <a:pt x="2054" y="50011"/>
                      <a:pt x="2179" y="49650"/>
                    </a:cubicBezTo>
                    <a:cubicBezTo>
                      <a:pt x="2317" y="49290"/>
                      <a:pt x="2454" y="48935"/>
                      <a:pt x="2586" y="48575"/>
                    </a:cubicBezTo>
                    <a:cubicBezTo>
                      <a:pt x="2723" y="48214"/>
                      <a:pt x="2868" y="47853"/>
                      <a:pt x="3019" y="47492"/>
                    </a:cubicBezTo>
                    <a:cubicBezTo>
                      <a:pt x="3163" y="47125"/>
                      <a:pt x="3314" y="46771"/>
                      <a:pt x="3471" y="46410"/>
                    </a:cubicBezTo>
                    <a:cubicBezTo>
                      <a:pt x="3622" y="46056"/>
                      <a:pt x="3780" y="45695"/>
                      <a:pt x="3937" y="45341"/>
                    </a:cubicBezTo>
                    <a:cubicBezTo>
                      <a:pt x="3950" y="45314"/>
                      <a:pt x="3963" y="45282"/>
                      <a:pt x="3976" y="45249"/>
                    </a:cubicBezTo>
                    <a:cubicBezTo>
                      <a:pt x="4042" y="45111"/>
                      <a:pt x="4108" y="44967"/>
                      <a:pt x="4180" y="44816"/>
                    </a:cubicBezTo>
                    <a:cubicBezTo>
                      <a:pt x="4331" y="44488"/>
                      <a:pt x="4488" y="44160"/>
                      <a:pt x="4639" y="43825"/>
                    </a:cubicBezTo>
                    <a:lnTo>
                      <a:pt x="4646" y="43819"/>
                    </a:lnTo>
                    <a:cubicBezTo>
                      <a:pt x="4685" y="43746"/>
                      <a:pt x="4718" y="43668"/>
                      <a:pt x="4750" y="43596"/>
                    </a:cubicBezTo>
                    <a:cubicBezTo>
                      <a:pt x="5000" y="43090"/>
                      <a:pt x="5256" y="42585"/>
                      <a:pt x="5511" y="42080"/>
                    </a:cubicBezTo>
                    <a:cubicBezTo>
                      <a:pt x="5688" y="41726"/>
                      <a:pt x="5879" y="41365"/>
                      <a:pt x="6076" y="41004"/>
                    </a:cubicBezTo>
                    <a:lnTo>
                      <a:pt x="6620" y="40007"/>
                    </a:lnTo>
                    <a:cubicBezTo>
                      <a:pt x="7033" y="39266"/>
                      <a:pt x="7460" y="38525"/>
                      <a:pt x="7912" y="37784"/>
                    </a:cubicBezTo>
                    <a:cubicBezTo>
                      <a:pt x="8122" y="37423"/>
                      <a:pt x="8345" y="37069"/>
                      <a:pt x="8568" y="36714"/>
                    </a:cubicBezTo>
                    <a:cubicBezTo>
                      <a:pt x="8785" y="36360"/>
                      <a:pt x="9021" y="36006"/>
                      <a:pt x="9244" y="35652"/>
                    </a:cubicBezTo>
                    <a:cubicBezTo>
                      <a:pt x="9480" y="35297"/>
                      <a:pt x="9716" y="34950"/>
                      <a:pt x="9946" y="34602"/>
                    </a:cubicBezTo>
                    <a:cubicBezTo>
                      <a:pt x="10189" y="34248"/>
                      <a:pt x="10431" y="33894"/>
                      <a:pt x="10667" y="33546"/>
                    </a:cubicBezTo>
                    <a:cubicBezTo>
                      <a:pt x="10700" y="33500"/>
                      <a:pt x="10740" y="33447"/>
                      <a:pt x="10766" y="33402"/>
                    </a:cubicBezTo>
                    <a:cubicBezTo>
                      <a:pt x="10989" y="33100"/>
                      <a:pt x="11199" y="32798"/>
                      <a:pt x="11415" y="32496"/>
                    </a:cubicBezTo>
                    <a:cubicBezTo>
                      <a:pt x="11704" y="32109"/>
                      <a:pt x="11986" y="31716"/>
                      <a:pt x="12281" y="31329"/>
                    </a:cubicBezTo>
                    <a:cubicBezTo>
                      <a:pt x="12576" y="30942"/>
                      <a:pt x="12872" y="30555"/>
                      <a:pt x="13173" y="30168"/>
                    </a:cubicBezTo>
                    <a:cubicBezTo>
                      <a:pt x="13495" y="29754"/>
                      <a:pt x="13829" y="29348"/>
                      <a:pt x="14157" y="28941"/>
                    </a:cubicBezTo>
                    <a:cubicBezTo>
                      <a:pt x="14492" y="28534"/>
                      <a:pt x="14826" y="28128"/>
                      <a:pt x="15174" y="27721"/>
                    </a:cubicBezTo>
                    <a:cubicBezTo>
                      <a:pt x="15450" y="27399"/>
                      <a:pt x="15725" y="27071"/>
                      <a:pt x="16014" y="26750"/>
                    </a:cubicBezTo>
                    <a:cubicBezTo>
                      <a:pt x="16335" y="26383"/>
                      <a:pt x="16670" y="26002"/>
                      <a:pt x="16998" y="25641"/>
                    </a:cubicBezTo>
                    <a:cubicBezTo>
                      <a:pt x="17673" y="24900"/>
                      <a:pt x="18369" y="24159"/>
                      <a:pt x="19084" y="23437"/>
                    </a:cubicBezTo>
                    <a:cubicBezTo>
                      <a:pt x="19392" y="23122"/>
                      <a:pt x="19720" y="22794"/>
                      <a:pt x="20042" y="22479"/>
                    </a:cubicBezTo>
                    <a:cubicBezTo>
                      <a:pt x="20481" y="22040"/>
                      <a:pt x="20934" y="21613"/>
                      <a:pt x="21380" y="21200"/>
                    </a:cubicBezTo>
                    <a:cubicBezTo>
                      <a:pt x="21478" y="21102"/>
                      <a:pt x="21576" y="21010"/>
                      <a:pt x="21675" y="20918"/>
                    </a:cubicBezTo>
                    <a:cubicBezTo>
                      <a:pt x="21786" y="20813"/>
                      <a:pt x="21911" y="20702"/>
                      <a:pt x="22023" y="20597"/>
                    </a:cubicBezTo>
                    <a:cubicBezTo>
                      <a:pt x="22357" y="20289"/>
                      <a:pt x="22692" y="19987"/>
                      <a:pt x="23033" y="19685"/>
                    </a:cubicBezTo>
                    <a:cubicBezTo>
                      <a:pt x="23374" y="19377"/>
                      <a:pt x="23715" y="19075"/>
                      <a:pt x="24063" y="18780"/>
                    </a:cubicBezTo>
                    <a:cubicBezTo>
                      <a:pt x="24384" y="18511"/>
                      <a:pt x="24699" y="18235"/>
                      <a:pt x="25020" y="17973"/>
                    </a:cubicBezTo>
                    <a:cubicBezTo>
                      <a:pt x="25414" y="17651"/>
                      <a:pt x="25808" y="17323"/>
                      <a:pt x="26201" y="17009"/>
                    </a:cubicBezTo>
                    <a:cubicBezTo>
                      <a:pt x="26569" y="16713"/>
                      <a:pt x="26936" y="16431"/>
                      <a:pt x="27303" y="16143"/>
                    </a:cubicBezTo>
                    <a:cubicBezTo>
                      <a:pt x="27992" y="15611"/>
                      <a:pt x="28687" y="15086"/>
                      <a:pt x="29402" y="14568"/>
                    </a:cubicBezTo>
                    <a:cubicBezTo>
                      <a:pt x="29461" y="14529"/>
                      <a:pt x="29514" y="14496"/>
                      <a:pt x="29553" y="14463"/>
                    </a:cubicBezTo>
                    <a:cubicBezTo>
                      <a:pt x="29934" y="14194"/>
                      <a:pt x="30327" y="13919"/>
                      <a:pt x="30708" y="13650"/>
                    </a:cubicBezTo>
                    <a:cubicBezTo>
                      <a:pt x="31482" y="13118"/>
                      <a:pt x="32276" y="12587"/>
                      <a:pt x="33082" y="12076"/>
                    </a:cubicBezTo>
                    <a:cubicBezTo>
                      <a:pt x="33483" y="11820"/>
                      <a:pt x="33889" y="11564"/>
                      <a:pt x="34296" y="11315"/>
                    </a:cubicBezTo>
                    <a:cubicBezTo>
                      <a:pt x="34618" y="11111"/>
                      <a:pt x="34939" y="10914"/>
                      <a:pt x="35273" y="10718"/>
                    </a:cubicBezTo>
                    <a:cubicBezTo>
                      <a:pt x="36238" y="10147"/>
                      <a:pt x="37222" y="9589"/>
                      <a:pt x="38225" y="9045"/>
                    </a:cubicBezTo>
                    <a:cubicBezTo>
                      <a:pt x="38580" y="8861"/>
                      <a:pt x="38941" y="8671"/>
                      <a:pt x="39301" y="8481"/>
                    </a:cubicBezTo>
                    <a:cubicBezTo>
                      <a:pt x="39819" y="8218"/>
                      <a:pt x="40331" y="7963"/>
                      <a:pt x="40843" y="7707"/>
                    </a:cubicBezTo>
                    <a:cubicBezTo>
                      <a:pt x="41361" y="7451"/>
                      <a:pt x="41879" y="7201"/>
                      <a:pt x="42411" y="6959"/>
                    </a:cubicBezTo>
                    <a:cubicBezTo>
                      <a:pt x="42673" y="6841"/>
                      <a:pt x="42935" y="6723"/>
                      <a:pt x="43198" y="6598"/>
                    </a:cubicBezTo>
                    <a:cubicBezTo>
                      <a:pt x="43460" y="6480"/>
                      <a:pt x="43736" y="6355"/>
                      <a:pt x="43998" y="6244"/>
                    </a:cubicBezTo>
                    <a:cubicBezTo>
                      <a:pt x="44510" y="6021"/>
                      <a:pt x="45021" y="5798"/>
                      <a:pt x="45540" y="5588"/>
                    </a:cubicBezTo>
                    <a:cubicBezTo>
                      <a:pt x="45566" y="5575"/>
                      <a:pt x="45586" y="5568"/>
                      <a:pt x="45612" y="5562"/>
                    </a:cubicBezTo>
                    <a:cubicBezTo>
                      <a:pt x="45750" y="5496"/>
                      <a:pt x="45900" y="5437"/>
                      <a:pt x="46045" y="5378"/>
                    </a:cubicBezTo>
                    <a:cubicBezTo>
                      <a:pt x="46445" y="5220"/>
                      <a:pt x="46845" y="5063"/>
                      <a:pt x="47252" y="4906"/>
                    </a:cubicBezTo>
                    <a:cubicBezTo>
                      <a:pt x="47363" y="4866"/>
                      <a:pt x="47488" y="4820"/>
                      <a:pt x="47600" y="4774"/>
                    </a:cubicBezTo>
                    <a:cubicBezTo>
                      <a:pt x="48118" y="4578"/>
                      <a:pt x="48642" y="4387"/>
                      <a:pt x="49174" y="4197"/>
                    </a:cubicBezTo>
                    <a:cubicBezTo>
                      <a:pt x="49456" y="4092"/>
                      <a:pt x="49745" y="3994"/>
                      <a:pt x="50033" y="3895"/>
                    </a:cubicBezTo>
                    <a:cubicBezTo>
                      <a:pt x="50840" y="3626"/>
                      <a:pt x="51653" y="3357"/>
                      <a:pt x="52473" y="3115"/>
                    </a:cubicBezTo>
                    <a:cubicBezTo>
                      <a:pt x="52874" y="2984"/>
                      <a:pt x="53261" y="2872"/>
                      <a:pt x="53661" y="2760"/>
                    </a:cubicBezTo>
                    <a:cubicBezTo>
                      <a:pt x="54074" y="2636"/>
                      <a:pt x="54481" y="2524"/>
                      <a:pt x="54901" y="2413"/>
                    </a:cubicBezTo>
                    <a:cubicBezTo>
                      <a:pt x="55419" y="2268"/>
                      <a:pt x="55944" y="2131"/>
                      <a:pt x="56462" y="2000"/>
                    </a:cubicBezTo>
                    <a:cubicBezTo>
                      <a:pt x="56606" y="1967"/>
                      <a:pt x="56744" y="1927"/>
                      <a:pt x="56888" y="1901"/>
                    </a:cubicBezTo>
                    <a:cubicBezTo>
                      <a:pt x="57400" y="1770"/>
                      <a:pt x="57918" y="1652"/>
                      <a:pt x="58443" y="1534"/>
                    </a:cubicBezTo>
                    <a:cubicBezTo>
                      <a:pt x="59066" y="1403"/>
                      <a:pt x="59689" y="1265"/>
                      <a:pt x="60312" y="1147"/>
                    </a:cubicBezTo>
                    <a:cubicBezTo>
                      <a:pt x="61572" y="898"/>
                      <a:pt x="62845" y="681"/>
                      <a:pt x="64130" y="491"/>
                    </a:cubicBezTo>
                    <a:cubicBezTo>
                      <a:pt x="64143" y="484"/>
                      <a:pt x="64157" y="484"/>
                      <a:pt x="64163" y="484"/>
                    </a:cubicBezTo>
                    <a:cubicBezTo>
                      <a:pt x="64793" y="392"/>
                      <a:pt x="65429" y="307"/>
                      <a:pt x="66079" y="235"/>
                    </a:cubicBezTo>
                    <a:cubicBezTo>
                      <a:pt x="66538" y="176"/>
                      <a:pt x="66990" y="130"/>
                      <a:pt x="67450" y="84"/>
                    </a:cubicBezTo>
                    <a:cubicBezTo>
                      <a:pt x="67607" y="58"/>
                      <a:pt x="67765" y="45"/>
                      <a:pt x="67922" y="32"/>
                    </a:cubicBezTo>
                    <a:cubicBezTo>
                      <a:pt x="68073" y="5"/>
                      <a:pt x="68230" y="-8"/>
                      <a:pt x="68381" y="-14"/>
                    </a:cubicBezTo>
                    <a:cubicBezTo>
                      <a:pt x="68748" y="-54"/>
                      <a:pt x="69122" y="-80"/>
                      <a:pt x="69496" y="-113"/>
                    </a:cubicBezTo>
                    <a:cubicBezTo>
                      <a:pt x="69529" y="-113"/>
                      <a:pt x="69555" y="-119"/>
                      <a:pt x="69588" y="-119"/>
                    </a:cubicBezTo>
                    <a:cubicBezTo>
                      <a:pt x="69608" y="-119"/>
                      <a:pt x="69627" y="-119"/>
                      <a:pt x="69647" y="-126"/>
                    </a:cubicBezTo>
                    <a:cubicBezTo>
                      <a:pt x="69949" y="-146"/>
                      <a:pt x="70257" y="-165"/>
                      <a:pt x="70559" y="-192"/>
                    </a:cubicBezTo>
                    <a:cubicBezTo>
                      <a:pt x="70657" y="-198"/>
                      <a:pt x="70756" y="-205"/>
                      <a:pt x="70854" y="-211"/>
                    </a:cubicBezTo>
                    <a:cubicBezTo>
                      <a:pt x="70900" y="-211"/>
                      <a:pt x="70946" y="-218"/>
                      <a:pt x="70979" y="-218"/>
                    </a:cubicBezTo>
                    <a:cubicBezTo>
                      <a:pt x="71130" y="-224"/>
                      <a:pt x="71274" y="-231"/>
                      <a:pt x="71425" y="-244"/>
                    </a:cubicBezTo>
                    <a:cubicBezTo>
                      <a:pt x="71746" y="-264"/>
                      <a:pt x="72074" y="-277"/>
                      <a:pt x="72396" y="-296"/>
                    </a:cubicBezTo>
                    <a:cubicBezTo>
                      <a:pt x="72455" y="-296"/>
                      <a:pt x="72527" y="-303"/>
                      <a:pt x="72586" y="-303"/>
                    </a:cubicBezTo>
                    <a:cubicBezTo>
                      <a:pt x="72789" y="-310"/>
                      <a:pt x="72999" y="-316"/>
                      <a:pt x="73209" y="-323"/>
                    </a:cubicBezTo>
                    <a:cubicBezTo>
                      <a:pt x="73544" y="-336"/>
                      <a:pt x="73872" y="-349"/>
                      <a:pt x="74206" y="-356"/>
                    </a:cubicBezTo>
                    <a:cubicBezTo>
                      <a:pt x="74856" y="-369"/>
                      <a:pt x="75499" y="-375"/>
                      <a:pt x="76148" y="-375"/>
                    </a:cubicBezTo>
                    <a:cubicBezTo>
                      <a:pt x="76942" y="-375"/>
                      <a:pt x="77749" y="-369"/>
                      <a:pt x="78562" y="-362"/>
                    </a:cubicBezTo>
                    <a:cubicBezTo>
                      <a:pt x="79139" y="-356"/>
                      <a:pt x="79730" y="-349"/>
                      <a:pt x="80313" y="-336"/>
                    </a:cubicBezTo>
                    <a:cubicBezTo>
                      <a:pt x="80720" y="-329"/>
                      <a:pt x="81133" y="-323"/>
                      <a:pt x="81547" y="-316"/>
                    </a:cubicBezTo>
                    <a:cubicBezTo>
                      <a:pt x="81953" y="-310"/>
                      <a:pt x="82380" y="-303"/>
                      <a:pt x="82793" y="-283"/>
                    </a:cubicBezTo>
                    <a:cubicBezTo>
                      <a:pt x="87103" y="-172"/>
                      <a:pt x="91590" y="51"/>
                      <a:pt x="96234" y="392"/>
                    </a:cubicBezTo>
                    <a:cubicBezTo>
                      <a:pt x="97310" y="478"/>
                      <a:pt x="98392" y="556"/>
                      <a:pt x="99488" y="655"/>
                    </a:cubicBezTo>
                    <a:cubicBezTo>
                      <a:pt x="100557" y="747"/>
                      <a:pt x="101626" y="838"/>
                      <a:pt x="102709" y="943"/>
                    </a:cubicBezTo>
                    <a:cubicBezTo>
                      <a:pt x="103863" y="1048"/>
                      <a:pt x="105018" y="1166"/>
                      <a:pt x="106186" y="1291"/>
                    </a:cubicBezTo>
                    <a:cubicBezTo>
                      <a:pt x="107176" y="1396"/>
                      <a:pt x="108180" y="1501"/>
                      <a:pt x="109190" y="1619"/>
                    </a:cubicBezTo>
                    <a:cubicBezTo>
                      <a:pt x="109328" y="1632"/>
                      <a:pt x="109452" y="1652"/>
                      <a:pt x="109590" y="1665"/>
                    </a:cubicBezTo>
                    <a:cubicBezTo>
                      <a:pt x="110581" y="1776"/>
                      <a:pt x="111584" y="1901"/>
                      <a:pt x="112588" y="2026"/>
                    </a:cubicBezTo>
                    <a:cubicBezTo>
                      <a:pt x="113139" y="2091"/>
                      <a:pt x="113677" y="2164"/>
                      <a:pt x="114228" y="2236"/>
                    </a:cubicBezTo>
                    <a:cubicBezTo>
                      <a:pt x="119883" y="2970"/>
                      <a:pt x="125655" y="3876"/>
                      <a:pt x="131467" y="4945"/>
                    </a:cubicBezTo>
                    <a:cubicBezTo>
                      <a:pt x="132353" y="5109"/>
                      <a:pt x="133245" y="5279"/>
                      <a:pt x="134131" y="5443"/>
                    </a:cubicBezTo>
                    <a:cubicBezTo>
                      <a:pt x="135318" y="5680"/>
                      <a:pt x="136512" y="5916"/>
                      <a:pt x="137699" y="6165"/>
                    </a:cubicBezTo>
                    <a:cubicBezTo>
                      <a:pt x="138290" y="6283"/>
                      <a:pt x="138886" y="6401"/>
                      <a:pt x="139477" y="6532"/>
                    </a:cubicBezTo>
                    <a:cubicBezTo>
                      <a:pt x="140494" y="6742"/>
                      <a:pt x="141504" y="6959"/>
                      <a:pt x="142521" y="7195"/>
                    </a:cubicBezTo>
                    <a:cubicBezTo>
                      <a:pt x="143052" y="7307"/>
                      <a:pt x="143570" y="7418"/>
                      <a:pt x="144088" y="7543"/>
                    </a:cubicBezTo>
                    <a:cubicBezTo>
                      <a:pt x="144607" y="7654"/>
                      <a:pt x="145131" y="7772"/>
                      <a:pt x="145650" y="7903"/>
                    </a:cubicBezTo>
                    <a:cubicBezTo>
                      <a:pt x="146076" y="8002"/>
                      <a:pt x="146509" y="8100"/>
                      <a:pt x="146929" y="8205"/>
                    </a:cubicBezTo>
                    <a:cubicBezTo>
                      <a:pt x="147775" y="8402"/>
                      <a:pt x="148615" y="8605"/>
                      <a:pt x="149461" y="8815"/>
                    </a:cubicBezTo>
                    <a:cubicBezTo>
                      <a:pt x="150025" y="8946"/>
                      <a:pt x="150583" y="9091"/>
                      <a:pt x="151147" y="9235"/>
                    </a:cubicBezTo>
                    <a:cubicBezTo>
                      <a:pt x="152603" y="9602"/>
                      <a:pt x="154053" y="9983"/>
                      <a:pt x="155503" y="10377"/>
                    </a:cubicBezTo>
                    <a:cubicBezTo>
                      <a:pt x="156198" y="10560"/>
                      <a:pt x="156887" y="10750"/>
                      <a:pt x="157582" y="10947"/>
                    </a:cubicBezTo>
                    <a:cubicBezTo>
                      <a:pt x="158291" y="11144"/>
                      <a:pt x="159005" y="11347"/>
                      <a:pt x="159714" y="11551"/>
                    </a:cubicBezTo>
                    <a:cubicBezTo>
                      <a:pt x="160665" y="11820"/>
                      <a:pt x="161603" y="12102"/>
                      <a:pt x="162548" y="12377"/>
                    </a:cubicBezTo>
                    <a:cubicBezTo>
                      <a:pt x="163132" y="12548"/>
                      <a:pt x="163716" y="12725"/>
                      <a:pt x="164293" y="12902"/>
                    </a:cubicBezTo>
                    <a:cubicBezTo>
                      <a:pt x="167245" y="13807"/>
                      <a:pt x="170177" y="14765"/>
                      <a:pt x="173070" y="15775"/>
                    </a:cubicBezTo>
                    <a:cubicBezTo>
                      <a:pt x="174034" y="16103"/>
                      <a:pt x="174992" y="16451"/>
                      <a:pt x="175950" y="16799"/>
                    </a:cubicBezTo>
                    <a:cubicBezTo>
                      <a:pt x="176481" y="16995"/>
                      <a:pt x="177019" y="17192"/>
                      <a:pt x="177550" y="17389"/>
                    </a:cubicBezTo>
                    <a:cubicBezTo>
                      <a:pt x="178272" y="17658"/>
                      <a:pt x="179000" y="17927"/>
                      <a:pt x="179722" y="18209"/>
                    </a:cubicBezTo>
                    <a:cubicBezTo>
                      <a:pt x="180122" y="18360"/>
                      <a:pt x="180515" y="18511"/>
                      <a:pt x="180909" y="18668"/>
                    </a:cubicBezTo>
                    <a:cubicBezTo>
                      <a:pt x="181906" y="19049"/>
                      <a:pt x="182903" y="19449"/>
                      <a:pt x="183881" y="19855"/>
                    </a:cubicBezTo>
                    <a:cubicBezTo>
                      <a:pt x="184379" y="20059"/>
                      <a:pt x="184865" y="20262"/>
                      <a:pt x="185357" y="20459"/>
                    </a:cubicBezTo>
                    <a:cubicBezTo>
                      <a:pt x="185678" y="20597"/>
                      <a:pt x="186013" y="20735"/>
                      <a:pt x="186334" y="20872"/>
                    </a:cubicBezTo>
                    <a:cubicBezTo>
                      <a:pt x="186833" y="21082"/>
                      <a:pt x="187331" y="21299"/>
                      <a:pt x="187817" y="21515"/>
                    </a:cubicBezTo>
                    <a:cubicBezTo>
                      <a:pt x="188053" y="21613"/>
                      <a:pt x="188295" y="21719"/>
                      <a:pt x="188525" y="21823"/>
                    </a:cubicBezTo>
                    <a:cubicBezTo>
                      <a:pt x="189030" y="22053"/>
                      <a:pt x="189542" y="22276"/>
                      <a:pt x="190047" y="22499"/>
                    </a:cubicBezTo>
                    <a:cubicBezTo>
                      <a:pt x="190749" y="22821"/>
                      <a:pt x="191444" y="23135"/>
                      <a:pt x="192133" y="23450"/>
                    </a:cubicBezTo>
                    <a:cubicBezTo>
                      <a:pt x="192205" y="23483"/>
                      <a:pt x="192271" y="23509"/>
                      <a:pt x="192336" y="23549"/>
                    </a:cubicBezTo>
                    <a:cubicBezTo>
                      <a:pt x="192854" y="23785"/>
                      <a:pt x="193360" y="24021"/>
                      <a:pt x="193871" y="24270"/>
                    </a:cubicBezTo>
                    <a:cubicBezTo>
                      <a:pt x="195124" y="24874"/>
                      <a:pt x="196371" y="25484"/>
                      <a:pt x="197597" y="26107"/>
                    </a:cubicBezTo>
                    <a:cubicBezTo>
                      <a:pt x="198293" y="26461"/>
                      <a:pt x="198968" y="26809"/>
                      <a:pt x="199644" y="27170"/>
                    </a:cubicBezTo>
                    <a:cubicBezTo>
                      <a:pt x="199742" y="27216"/>
                      <a:pt x="199834" y="27268"/>
                      <a:pt x="199926" y="27314"/>
                    </a:cubicBezTo>
                    <a:cubicBezTo>
                      <a:pt x="201041" y="27904"/>
                      <a:pt x="202137" y="28508"/>
                      <a:pt x="203226" y="29118"/>
                    </a:cubicBezTo>
                    <a:cubicBezTo>
                      <a:pt x="203534" y="29289"/>
                      <a:pt x="203849" y="29472"/>
                      <a:pt x="204157" y="29643"/>
                    </a:cubicBezTo>
                    <a:cubicBezTo>
                      <a:pt x="204669" y="29938"/>
                      <a:pt x="205174" y="30233"/>
                      <a:pt x="205679" y="30535"/>
                    </a:cubicBezTo>
                    <a:cubicBezTo>
                      <a:pt x="206171" y="30810"/>
                      <a:pt x="206650" y="31106"/>
                      <a:pt x="207135" y="31401"/>
                    </a:cubicBezTo>
                    <a:cubicBezTo>
                      <a:pt x="207476" y="31604"/>
                      <a:pt x="207804" y="31808"/>
                      <a:pt x="208139" y="32011"/>
                    </a:cubicBezTo>
                    <a:cubicBezTo>
                      <a:pt x="208493" y="32221"/>
                      <a:pt x="208834" y="32437"/>
                      <a:pt x="209175" y="32654"/>
                    </a:cubicBezTo>
                    <a:lnTo>
                      <a:pt x="210035" y="33198"/>
                    </a:lnTo>
                    <a:cubicBezTo>
                      <a:pt x="210376" y="33408"/>
                      <a:pt x="210704" y="33631"/>
                      <a:pt x="211032" y="33841"/>
                    </a:cubicBezTo>
                    <a:cubicBezTo>
                      <a:pt x="211366" y="34058"/>
                      <a:pt x="211701" y="34274"/>
                      <a:pt x="212022" y="34504"/>
                    </a:cubicBezTo>
                    <a:cubicBezTo>
                      <a:pt x="212481" y="34805"/>
                      <a:pt x="212934" y="35114"/>
                      <a:pt x="213387" y="35422"/>
                    </a:cubicBezTo>
                    <a:cubicBezTo>
                      <a:pt x="213793" y="35698"/>
                      <a:pt x="214200" y="35980"/>
                      <a:pt x="214600" y="36262"/>
                    </a:cubicBezTo>
                    <a:cubicBezTo>
                      <a:pt x="214640" y="36295"/>
                      <a:pt x="214679" y="36327"/>
                      <a:pt x="214719" y="36347"/>
                    </a:cubicBezTo>
                    <a:cubicBezTo>
                      <a:pt x="215368" y="36806"/>
                      <a:pt x="216011" y="37272"/>
                      <a:pt x="216640" y="37744"/>
                    </a:cubicBezTo>
                    <a:cubicBezTo>
                      <a:pt x="217264" y="38190"/>
                      <a:pt x="217874" y="38663"/>
                      <a:pt x="218477" y="39128"/>
                    </a:cubicBezTo>
                    <a:cubicBezTo>
                      <a:pt x="218523" y="39168"/>
                      <a:pt x="218569" y="39194"/>
                      <a:pt x="218615" y="39233"/>
                    </a:cubicBezTo>
                    <a:cubicBezTo>
                      <a:pt x="218956" y="39496"/>
                      <a:pt x="219291" y="39758"/>
                      <a:pt x="219632" y="40034"/>
                    </a:cubicBezTo>
                    <a:cubicBezTo>
                      <a:pt x="219802" y="40165"/>
                      <a:pt x="219973" y="40303"/>
                      <a:pt x="220137" y="40440"/>
                    </a:cubicBezTo>
                    <a:cubicBezTo>
                      <a:pt x="220393" y="40637"/>
                      <a:pt x="220649" y="40847"/>
                      <a:pt x="220904" y="41057"/>
                    </a:cubicBezTo>
                    <a:cubicBezTo>
                      <a:pt x="221429" y="41483"/>
                      <a:pt x="221954" y="41923"/>
                      <a:pt x="222466" y="42362"/>
                    </a:cubicBezTo>
                    <a:cubicBezTo>
                      <a:pt x="222512" y="42395"/>
                      <a:pt x="222544" y="42434"/>
                      <a:pt x="222590" y="42474"/>
                    </a:cubicBezTo>
                    <a:cubicBezTo>
                      <a:pt x="223273" y="43051"/>
                      <a:pt x="223942" y="43642"/>
                      <a:pt x="224591" y="44232"/>
                    </a:cubicBezTo>
                    <a:cubicBezTo>
                      <a:pt x="226415" y="45892"/>
                      <a:pt x="228153" y="47604"/>
                      <a:pt x="229793" y="49375"/>
                    </a:cubicBezTo>
                    <a:cubicBezTo>
                      <a:pt x="229806" y="49388"/>
                      <a:pt x="229826" y="49408"/>
                      <a:pt x="229845" y="49427"/>
                    </a:cubicBezTo>
                    <a:cubicBezTo>
                      <a:pt x="229983" y="49585"/>
                      <a:pt x="230128" y="49736"/>
                      <a:pt x="230272" y="49893"/>
                    </a:cubicBezTo>
                    <a:cubicBezTo>
                      <a:pt x="230436" y="50064"/>
                      <a:pt x="230587" y="50247"/>
                      <a:pt x="230744" y="50418"/>
                    </a:cubicBezTo>
                    <a:cubicBezTo>
                      <a:pt x="231105" y="50825"/>
                      <a:pt x="231466" y="51231"/>
                      <a:pt x="231813" y="51638"/>
                    </a:cubicBezTo>
                    <a:cubicBezTo>
                      <a:pt x="232036" y="51894"/>
                      <a:pt x="232260" y="52156"/>
                      <a:pt x="232476" y="52425"/>
                    </a:cubicBezTo>
                    <a:cubicBezTo>
                      <a:pt x="232561" y="52510"/>
                      <a:pt x="232633" y="52609"/>
                      <a:pt x="232712" y="52701"/>
                    </a:cubicBezTo>
                    <a:cubicBezTo>
                      <a:pt x="232719" y="52707"/>
                      <a:pt x="232719" y="52707"/>
                      <a:pt x="232719" y="52720"/>
                    </a:cubicBezTo>
                    <a:cubicBezTo>
                      <a:pt x="232988" y="53035"/>
                      <a:pt x="233250" y="53363"/>
                      <a:pt x="233506" y="53691"/>
                    </a:cubicBezTo>
                    <a:cubicBezTo>
                      <a:pt x="233860" y="54124"/>
                      <a:pt x="234201" y="54564"/>
                      <a:pt x="234542" y="55010"/>
                    </a:cubicBezTo>
                    <a:cubicBezTo>
                      <a:pt x="234549" y="55016"/>
                      <a:pt x="234556" y="55030"/>
                      <a:pt x="234562" y="55036"/>
                    </a:cubicBezTo>
                    <a:lnTo>
                      <a:pt x="234562" y="55043"/>
                    </a:lnTo>
                    <a:cubicBezTo>
                      <a:pt x="234792" y="55344"/>
                      <a:pt x="235008" y="55626"/>
                      <a:pt x="235225" y="55928"/>
                    </a:cubicBezTo>
                    <a:cubicBezTo>
                      <a:pt x="235507" y="56302"/>
                      <a:pt x="235782" y="56689"/>
                      <a:pt x="236045" y="57070"/>
                    </a:cubicBezTo>
                    <a:cubicBezTo>
                      <a:pt x="236320" y="57450"/>
                      <a:pt x="236582" y="57831"/>
                      <a:pt x="236845" y="58224"/>
                    </a:cubicBezTo>
                    <a:cubicBezTo>
                      <a:pt x="237107" y="58605"/>
                      <a:pt x="237363" y="58998"/>
                      <a:pt x="237612" y="59392"/>
                    </a:cubicBezTo>
                    <a:cubicBezTo>
                      <a:pt x="237862" y="59772"/>
                      <a:pt x="238111" y="60166"/>
                      <a:pt x="238354" y="60559"/>
                    </a:cubicBezTo>
                    <a:cubicBezTo>
                      <a:pt x="238360" y="60573"/>
                      <a:pt x="238367" y="60579"/>
                      <a:pt x="238373" y="60599"/>
                    </a:cubicBezTo>
                    <a:cubicBezTo>
                      <a:pt x="238609" y="60979"/>
                      <a:pt x="238839" y="61373"/>
                      <a:pt x="239069" y="61767"/>
                    </a:cubicBezTo>
                    <a:cubicBezTo>
                      <a:pt x="239541" y="62560"/>
                      <a:pt x="239987" y="63374"/>
                      <a:pt x="240427" y="64200"/>
                    </a:cubicBezTo>
                    <a:cubicBezTo>
                      <a:pt x="240584" y="64502"/>
                      <a:pt x="240741" y="64810"/>
                      <a:pt x="240899" y="65119"/>
                    </a:cubicBezTo>
                    <a:cubicBezTo>
                      <a:pt x="241050" y="65427"/>
                      <a:pt x="241207" y="65735"/>
                      <a:pt x="241358" y="66044"/>
                    </a:cubicBezTo>
                    <a:cubicBezTo>
                      <a:pt x="241509" y="66352"/>
                      <a:pt x="241660" y="66667"/>
                      <a:pt x="241804" y="66988"/>
                    </a:cubicBezTo>
                    <a:cubicBezTo>
                      <a:pt x="241942" y="67296"/>
                      <a:pt x="242080" y="67611"/>
                      <a:pt x="242224" y="67926"/>
                    </a:cubicBezTo>
                    <a:cubicBezTo>
                      <a:pt x="242414" y="68346"/>
                      <a:pt x="242591" y="68772"/>
                      <a:pt x="242768" y="69199"/>
                    </a:cubicBezTo>
                    <a:cubicBezTo>
                      <a:pt x="242893" y="69514"/>
                      <a:pt x="243024" y="69835"/>
                      <a:pt x="243149" y="70150"/>
                    </a:cubicBezTo>
                    <a:cubicBezTo>
                      <a:pt x="243398" y="70780"/>
                      <a:pt x="243634" y="71423"/>
                      <a:pt x="243864" y="72059"/>
                    </a:cubicBezTo>
                    <a:cubicBezTo>
                      <a:pt x="243982" y="72387"/>
                      <a:pt x="244087" y="72708"/>
                      <a:pt x="244198" y="73036"/>
                    </a:cubicBezTo>
                    <a:cubicBezTo>
                      <a:pt x="244205" y="73069"/>
                      <a:pt x="244218" y="73115"/>
                      <a:pt x="244238" y="73154"/>
                    </a:cubicBezTo>
                    <a:cubicBezTo>
                      <a:pt x="244323" y="73417"/>
                      <a:pt x="244408" y="73699"/>
                      <a:pt x="244500" y="73974"/>
                    </a:cubicBezTo>
                    <a:cubicBezTo>
                      <a:pt x="244513" y="74020"/>
                      <a:pt x="244526" y="74060"/>
                      <a:pt x="244546" y="74105"/>
                    </a:cubicBezTo>
                    <a:cubicBezTo>
                      <a:pt x="244553" y="74138"/>
                      <a:pt x="244566" y="74171"/>
                      <a:pt x="244572" y="74211"/>
                    </a:cubicBezTo>
                    <a:cubicBezTo>
                      <a:pt x="244612" y="74335"/>
                      <a:pt x="244651" y="74460"/>
                      <a:pt x="244684" y="74584"/>
                    </a:cubicBezTo>
                    <a:cubicBezTo>
                      <a:pt x="244808" y="74978"/>
                      <a:pt x="244920" y="75378"/>
                      <a:pt x="245025" y="75765"/>
                    </a:cubicBezTo>
                    <a:cubicBezTo>
                      <a:pt x="245156" y="76218"/>
                      <a:pt x="245274" y="76671"/>
                      <a:pt x="245386" y="77123"/>
                    </a:cubicBezTo>
                    <a:cubicBezTo>
                      <a:pt x="245517" y="77635"/>
                      <a:pt x="245635" y="78146"/>
                      <a:pt x="245760" y="78671"/>
                    </a:cubicBezTo>
                    <a:cubicBezTo>
                      <a:pt x="245871" y="79189"/>
                      <a:pt x="245983" y="79701"/>
                      <a:pt x="246081" y="80226"/>
                    </a:cubicBezTo>
                    <a:cubicBezTo>
                      <a:pt x="246147" y="80574"/>
                      <a:pt x="246206" y="80921"/>
                      <a:pt x="246271" y="81276"/>
                    </a:cubicBezTo>
                    <a:cubicBezTo>
                      <a:pt x="246324" y="81525"/>
                      <a:pt x="246357" y="81781"/>
                      <a:pt x="246396" y="82030"/>
                    </a:cubicBezTo>
                    <a:cubicBezTo>
                      <a:pt x="246448" y="82325"/>
                      <a:pt x="246494" y="82614"/>
                      <a:pt x="246534" y="82909"/>
                    </a:cubicBezTo>
                    <a:cubicBezTo>
                      <a:pt x="246560" y="83053"/>
                      <a:pt x="246580" y="83204"/>
                      <a:pt x="246599" y="83355"/>
                    </a:cubicBezTo>
                    <a:lnTo>
                      <a:pt x="246599" y="83375"/>
                    </a:lnTo>
                    <a:cubicBezTo>
                      <a:pt x="246606" y="83440"/>
                      <a:pt x="246612" y="83499"/>
                      <a:pt x="246626" y="83558"/>
                    </a:cubicBezTo>
                    <a:cubicBezTo>
                      <a:pt x="246645" y="83755"/>
                      <a:pt x="246678" y="83939"/>
                      <a:pt x="246698" y="84136"/>
                    </a:cubicBezTo>
                    <a:cubicBezTo>
                      <a:pt x="246731" y="84398"/>
                      <a:pt x="246763" y="84660"/>
                      <a:pt x="246790" y="84923"/>
                    </a:cubicBezTo>
                    <a:cubicBezTo>
                      <a:pt x="246796" y="84956"/>
                      <a:pt x="246796" y="84995"/>
                      <a:pt x="246803" y="85034"/>
                    </a:cubicBezTo>
                    <a:lnTo>
                      <a:pt x="246803" y="85041"/>
                    </a:lnTo>
                    <a:cubicBezTo>
                      <a:pt x="246816" y="85172"/>
                      <a:pt x="246836" y="85297"/>
                      <a:pt x="246842" y="85434"/>
                    </a:cubicBezTo>
                    <a:cubicBezTo>
                      <a:pt x="246882" y="85730"/>
                      <a:pt x="246901" y="86018"/>
                      <a:pt x="246927" y="86320"/>
                    </a:cubicBezTo>
                    <a:cubicBezTo>
                      <a:pt x="246940" y="86425"/>
                      <a:pt x="246947" y="86530"/>
                      <a:pt x="246954" y="86641"/>
                    </a:cubicBezTo>
                    <a:cubicBezTo>
                      <a:pt x="246980" y="86983"/>
                      <a:pt x="247006" y="87330"/>
                      <a:pt x="247019" y="87678"/>
                    </a:cubicBezTo>
                    <a:cubicBezTo>
                      <a:pt x="247039" y="87822"/>
                      <a:pt x="247046" y="87973"/>
                      <a:pt x="247052" y="88117"/>
                    </a:cubicBezTo>
                    <a:cubicBezTo>
                      <a:pt x="247065" y="88380"/>
                      <a:pt x="247085" y="88642"/>
                      <a:pt x="247091" y="88905"/>
                    </a:cubicBezTo>
                    <a:cubicBezTo>
                      <a:pt x="247111" y="89252"/>
                      <a:pt x="247118" y="89600"/>
                      <a:pt x="247131" y="89948"/>
                    </a:cubicBezTo>
                    <a:cubicBezTo>
                      <a:pt x="247144" y="90472"/>
                      <a:pt x="247150" y="90997"/>
                      <a:pt x="247150" y="91529"/>
                    </a:cubicBezTo>
                    <a:lnTo>
                      <a:pt x="126941" y="91529"/>
                    </a:lnTo>
                    <a:cubicBezTo>
                      <a:pt x="113716" y="91529"/>
                      <a:pt x="102460" y="99965"/>
                      <a:pt x="98248" y="111746"/>
                    </a:cubicBezTo>
                    <a:cubicBezTo>
                      <a:pt x="97113" y="114934"/>
                      <a:pt x="96490" y="118371"/>
                      <a:pt x="96477" y="121947"/>
                    </a:cubicBezTo>
                    <a:lnTo>
                      <a:pt x="96477" y="121999"/>
                    </a:lnTo>
                    <a:lnTo>
                      <a:pt x="183159" y="121999"/>
                    </a:lnTo>
                    <a:cubicBezTo>
                      <a:pt x="183848" y="122006"/>
                      <a:pt x="184543" y="122012"/>
                      <a:pt x="185238" y="121999"/>
                    </a:cubicBez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8" name="Freeform: Shape 307">
                <a:extLst>
                  <a:ext uri="{FF2B5EF4-FFF2-40B4-BE49-F238E27FC236}">
                    <a16:creationId xmlns:a16="http://schemas.microsoft.com/office/drawing/2014/main" id="{4E74D951-E122-9C9E-75C9-0133B6F9816C}"/>
                  </a:ext>
                </a:extLst>
              </p:cNvPr>
              <p:cNvSpPr/>
              <p:nvPr/>
            </p:nvSpPr>
            <p:spPr>
              <a:xfrm>
                <a:off x="1964436" y="5528317"/>
                <a:ext cx="94" cy="31"/>
              </a:xfrm>
              <a:custGeom>
                <a:avLst/>
                <a:gdLst>
                  <a:gd name="csX0" fmla="*/ -1003 w 98"/>
                  <a:gd name="csY0" fmla="*/ -342 h 32"/>
                  <a:gd name="csX1" fmla="*/ -957 w 98"/>
                  <a:gd name="csY1" fmla="*/ -362 h 32"/>
                  <a:gd name="csX2" fmla="*/ -904 w 98"/>
                  <a:gd name="csY2" fmla="*/ -375 h 32"/>
                  <a:gd name="csX3" fmla="*/ -1003 w 98"/>
                  <a:gd name="csY3" fmla="*/ -342 h 32"/>
                </a:gdLst>
                <a:ahLst/>
                <a:cxnLst>
                  <a:cxn ang="0">
                    <a:pos x="csX0" y="csY0"/>
                  </a:cxn>
                  <a:cxn ang="0">
                    <a:pos x="csX1" y="csY1"/>
                  </a:cxn>
                  <a:cxn ang="0">
                    <a:pos x="csX2" y="csY2"/>
                  </a:cxn>
                  <a:cxn ang="0">
                    <a:pos x="csX3" y="csY3"/>
                  </a:cxn>
                </a:cxnLst>
                <a:rect l="l" t="t" r="r" b="b"/>
                <a:pathLst>
                  <a:path w="98" h="32">
                    <a:moveTo>
                      <a:pt x="-1003" y="-342"/>
                    </a:moveTo>
                    <a:cubicBezTo>
                      <a:pt x="-983" y="-349"/>
                      <a:pt x="-970" y="-355"/>
                      <a:pt x="-957" y="-362"/>
                    </a:cubicBezTo>
                    <a:cubicBezTo>
                      <a:pt x="-930" y="-362"/>
                      <a:pt x="-917" y="-368"/>
                      <a:pt x="-904" y="-375"/>
                    </a:cubicBezTo>
                    <a:cubicBezTo>
                      <a:pt x="-930" y="-368"/>
                      <a:pt x="-970" y="-355"/>
                      <a:pt x="-1003" y="-342"/>
                    </a:cubicBezTo>
                    <a:close/>
                  </a:path>
                </a:pathLst>
              </a:custGeom>
              <a:solidFill>
                <a:srgbClr val="14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09" name="Freeform: Shape 308">
                <a:extLst>
                  <a:ext uri="{FF2B5EF4-FFF2-40B4-BE49-F238E27FC236}">
                    <a16:creationId xmlns:a16="http://schemas.microsoft.com/office/drawing/2014/main" id="{8B351F22-42AF-C3D0-2461-371138CFD0A5}"/>
                  </a:ext>
                </a:extLst>
              </p:cNvPr>
              <p:cNvSpPr/>
              <p:nvPr/>
            </p:nvSpPr>
            <p:spPr>
              <a:xfrm>
                <a:off x="1839405" y="5419376"/>
                <a:ext cx="257406" cy="131416"/>
              </a:xfrm>
              <a:custGeom>
                <a:avLst/>
                <a:gdLst>
                  <a:gd name="csX0" fmla="*/ 96661 w 268804"/>
                  <a:gd name="csY0" fmla="*/ 130931 h 137235"/>
                  <a:gd name="csX1" fmla="*/ 96628 w 268804"/>
                  <a:gd name="csY1" fmla="*/ 132092 h 137235"/>
                  <a:gd name="csX2" fmla="*/ 95133 w 268804"/>
                  <a:gd name="csY2" fmla="*/ 132098 h 137235"/>
                  <a:gd name="csX3" fmla="*/ 68270 w 268804"/>
                  <a:gd name="csY3" fmla="*/ 131337 h 137235"/>
                  <a:gd name="csX4" fmla="*/ 68244 w 268804"/>
                  <a:gd name="csY4" fmla="*/ 131331 h 137235"/>
                  <a:gd name="csX5" fmla="*/ 68132 w 268804"/>
                  <a:gd name="csY5" fmla="*/ 131318 h 137235"/>
                  <a:gd name="csX6" fmla="*/ 66571 w 268804"/>
                  <a:gd name="csY6" fmla="*/ 131068 h 137235"/>
                  <a:gd name="csX7" fmla="*/ 63809 w 268804"/>
                  <a:gd name="csY7" fmla="*/ 130576 h 137235"/>
                  <a:gd name="csX8" fmla="*/ 59067 w 268804"/>
                  <a:gd name="csY8" fmla="*/ 129547 h 137235"/>
                  <a:gd name="csX9" fmla="*/ 49509 w 268804"/>
                  <a:gd name="csY9" fmla="*/ 126621 h 137235"/>
                  <a:gd name="csX10" fmla="*/ 47699 w 268804"/>
                  <a:gd name="csY10" fmla="*/ 125912 h 137235"/>
                  <a:gd name="csX11" fmla="*/ 47672 w 268804"/>
                  <a:gd name="csY11" fmla="*/ 125906 h 137235"/>
                  <a:gd name="csX12" fmla="*/ 47252 w 268804"/>
                  <a:gd name="csY12" fmla="*/ 125696 h 137235"/>
                  <a:gd name="csX13" fmla="*/ 43303 w 268804"/>
                  <a:gd name="csY13" fmla="*/ 123708 h 137235"/>
                  <a:gd name="csX14" fmla="*/ 39800 w 268804"/>
                  <a:gd name="csY14" fmla="*/ 121629 h 137235"/>
                  <a:gd name="csX15" fmla="*/ 37649 w 268804"/>
                  <a:gd name="csY15" fmla="*/ 120166 h 137235"/>
                  <a:gd name="csX16" fmla="*/ 36888 w 268804"/>
                  <a:gd name="csY16" fmla="*/ 119608 h 137235"/>
                  <a:gd name="csX17" fmla="*/ 36120 w 268804"/>
                  <a:gd name="csY17" fmla="*/ 118972 h 137235"/>
                  <a:gd name="csX18" fmla="*/ 29980 w 268804"/>
                  <a:gd name="csY18" fmla="*/ 112760 h 137235"/>
                  <a:gd name="csX19" fmla="*/ 29836 w 268804"/>
                  <a:gd name="csY19" fmla="*/ 112596 h 137235"/>
                  <a:gd name="csX20" fmla="*/ 29357 w 268804"/>
                  <a:gd name="csY20" fmla="*/ 112032 h 137235"/>
                  <a:gd name="csX21" fmla="*/ 29770 w 268804"/>
                  <a:gd name="csY21" fmla="*/ 112504 h 137235"/>
                  <a:gd name="csX22" fmla="*/ 28491 w 268804"/>
                  <a:gd name="csY22" fmla="*/ 110674 h 137235"/>
                  <a:gd name="csX23" fmla="*/ 25854 w 268804"/>
                  <a:gd name="csY23" fmla="*/ 106272 h 137235"/>
                  <a:gd name="csX24" fmla="*/ 25001 w 268804"/>
                  <a:gd name="csY24" fmla="*/ 104619 h 137235"/>
                  <a:gd name="csX25" fmla="*/ 24424 w 268804"/>
                  <a:gd name="csY25" fmla="*/ 103386 h 137235"/>
                  <a:gd name="csX26" fmla="*/ 24398 w 268804"/>
                  <a:gd name="csY26" fmla="*/ 103327 h 137235"/>
                  <a:gd name="csX27" fmla="*/ 23834 w 268804"/>
                  <a:gd name="csY27" fmla="*/ 101936 h 137235"/>
                  <a:gd name="csX28" fmla="*/ 23197 w 268804"/>
                  <a:gd name="csY28" fmla="*/ 100178 h 137235"/>
                  <a:gd name="csX29" fmla="*/ 20810 w 268804"/>
                  <a:gd name="csY29" fmla="*/ 91060 h 137235"/>
                  <a:gd name="csX30" fmla="*/ 20403 w 268804"/>
                  <a:gd name="csY30" fmla="*/ 88711 h 137235"/>
                  <a:gd name="csX31" fmla="*/ 20245 w 268804"/>
                  <a:gd name="csY31" fmla="*/ 87524 h 137235"/>
                  <a:gd name="csX32" fmla="*/ 20219 w 268804"/>
                  <a:gd name="csY32" fmla="*/ 87262 h 137235"/>
                  <a:gd name="csX33" fmla="*/ 19904 w 268804"/>
                  <a:gd name="csY33" fmla="*/ 83759 h 137235"/>
                  <a:gd name="csX34" fmla="*/ 19688 w 268804"/>
                  <a:gd name="csY34" fmla="*/ 74654 h 137235"/>
                  <a:gd name="csX35" fmla="*/ 19885 w 268804"/>
                  <a:gd name="csY35" fmla="*/ 72266 h 137235"/>
                  <a:gd name="csX36" fmla="*/ 20350 w 268804"/>
                  <a:gd name="csY36" fmla="*/ 69727 h 137235"/>
                  <a:gd name="csX37" fmla="*/ 22607 w 268804"/>
                  <a:gd name="csY37" fmla="*/ 62137 h 137235"/>
                  <a:gd name="csX38" fmla="*/ 22823 w 268804"/>
                  <a:gd name="csY38" fmla="*/ 61586 h 137235"/>
                  <a:gd name="csX39" fmla="*/ 22823 w 268804"/>
                  <a:gd name="csY39" fmla="*/ 61606 h 137235"/>
                  <a:gd name="csX40" fmla="*/ 23040 w 268804"/>
                  <a:gd name="csY40" fmla="*/ 61029 h 137235"/>
                  <a:gd name="csX41" fmla="*/ 22955 w 268804"/>
                  <a:gd name="csY41" fmla="*/ 61245 h 137235"/>
                  <a:gd name="csX42" fmla="*/ 23106 w 268804"/>
                  <a:gd name="csY42" fmla="*/ 60852 h 137235"/>
                  <a:gd name="csX43" fmla="*/ 23106 w 268804"/>
                  <a:gd name="csY43" fmla="*/ 60865 h 137235"/>
                  <a:gd name="csX44" fmla="*/ 23145 w 268804"/>
                  <a:gd name="csY44" fmla="*/ 60740 h 137235"/>
                  <a:gd name="csX45" fmla="*/ 23158 w 268804"/>
                  <a:gd name="csY45" fmla="*/ 60734 h 137235"/>
                  <a:gd name="csX46" fmla="*/ 23158 w 268804"/>
                  <a:gd name="csY46" fmla="*/ 60714 h 137235"/>
                  <a:gd name="csX47" fmla="*/ 25014 w 268804"/>
                  <a:gd name="csY47" fmla="*/ 56896 h 137235"/>
                  <a:gd name="csX48" fmla="*/ 29613 w 268804"/>
                  <a:gd name="csY48" fmla="*/ 49300 h 137235"/>
                  <a:gd name="csX49" fmla="*/ 30662 w 268804"/>
                  <a:gd name="csY49" fmla="*/ 47817 h 137235"/>
                  <a:gd name="csX50" fmla="*/ 31489 w 268804"/>
                  <a:gd name="csY50" fmla="*/ 46728 h 137235"/>
                  <a:gd name="csX51" fmla="*/ 31587 w 268804"/>
                  <a:gd name="csY51" fmla="*/ 46604 h 137235"/>
                  <a:gd name="csX52" fmla="*/ 31601 w 268804"/>
                  <a:gd name="csY52" fmla="*/ 46584 h 137235"/>
                  <a:gd name="csX53" fmla="*/ 32480 w 268804"/>
                  <a:gd name="csY53" fmla="*/ 45508 h 137235"/>
                  <a:gd name="csX54" fmla="*/ 33706 w 268804"/>
                  <a:gd name="csY54" fmla="*/ 44071 h 137235"/>
                  <a:gd name="csX55" fmla="*/ 40476 w 268804"/>
                  <a:gd name="csY55" fmla="*/ 37256 h 137235"/>
                  <a:gd name="csX56" fmla="*/ 43933 w 268804"/>
                  <a:gd name="csY56" fmla="*/ 34343 h 137235"/>
                  <a:gd name="csX57" fmla="*/ 43933 w 268804"/>
                  <a:gd name="csY57" fmla="*/ 34350 h 137235"/>
                  <a:gd name="csX58" fmla="*/ 46177 w 268804"/>
                  <a:gd name="csY58" fmla="*/ 32723 h 137235"/>
                  <a:gd name="csX59" fmla="*/ 54940 w 268804"/>
                  <a:gd name="csY59" fmla="*/ 27442 h 137235"/>
                  <a:gd name="csX60" fmla="*/ 59165 w 268804"/>
                  <a:gd name="csY60" fmla="*/ 25415 h 137235"/>
                  <a:gd name="csX61" fmla="*/ 59178 w 268804"/>
                  <a:gd name="csY61" fmla="*/ 25409 h 137235"/>
                  <a:gd name="csX62" fmla="*/ 59204 w 268804"/>
                  <a:gd name="csY62" fmla="*/ 25402 h 137235"/>
                  <a:gd name="csX63" fmla="*/ 59224 w 268804"/>
                  <a:gd name="csY63" fmla="*/ 25396 h 137235"/>
                  <a:gd name="csX64" fmla="*/ 59257 w 268804"/>
                  <a:gd name="csY64" fmla="*/ 25376 h 137235"/>
                  <a:gd name="csX65" fmla="*/ 59277 w 268804"/>
                  <a:gd name="csY65" fmla="*/ 25369 h 137235"/>
                  <a:gd name="csX66" fmla="*/ 59388 w 268804"/>
                  <a:gd name="csY66" fmla="*/ 25324 h 137235"/>
                  <a:gd name="csX67" fmla="*/ 60208 w 268804"/>
                  <a:gd name="csY67" fmla="*/ 25002 h 137235"/>
                  <a:gd name="csX68" fmla="*/ 62852 w 268804"/>
                  <a:gd name="csY68" fmla="*/ 24031 h 137235"/>
                  <a:gd name="csX69" fmla="*/ 74017 w 268804"/>
                  <a:gd name="csY69" fmla="*/ 21066 h 137235"/>
                  <a:gd name="csX70" fmla="*/ 91873 w 268804"/>
                  <a:gd name="csY70" fmla="*/ 20082 h 137235"/>
                  <a:gd name="csX71" fmla="*/ 105314 w 268804"/>
                  <a:gd name="csY71" fmla="*/ 20705 h 137235"/>
                  <a:gd name="csX72" fmla="*/ 119654 w 268804"/>
                  <a:gd name="csY72" fmla="*/ 22024 h 137235"/>
                  <a:gd name="csX73" fmla="*/ 123544 w 268804"/>
                  <a:gd name="csY73" fmla="*/ 22503 h 137235"/>
                  <a:gd name="csX74" fmla="*/ 123904 w 268804"/>
                  <a:gd name="csY74" fmla="*/ 22542 h 137235"/>
                  <a:gd name="csX75" fmla="*/ 123924 w 268804"/>
                  <a:gd name="csY75" fmla="*/ 22542 h 137235"/>
                  <a:gd name="csX76" fmla="*/ 123996 w 268804"/>
                  <a:gd name="csY76" fmla="*/ 22562 h 137235"/>
                  <a:gd name="csX77" fmla="*/ 124016 w 268804"/>
                  <a:gd name="csY77" fmla="*/ 22562 h 137235"/>
                  <a:gd name="csX78" fmla="*/ 124081 w 268804"/>
                  <a:gd name="csY78" fmla="*/ 22568 h 137235"/>
                  <a:gd name="csX79" fmla="*/ 124167 w 268804"/>
                  <a:gd name="csY79" fmla="*/ 22575 h 137235"/>
                  <a:gd name="csX80" fmla="*/ 124232 w 268804"/>
                  <a:gd name="csY80" fmla="*/ 22588 h 137235"/>
                  <a:gd name="csX81" fmla="*/ 124259 w 268804"/>
                  <a:gd name="csY81" fmla="*/ 22588 h 137235"/>
                  <a:gd name="csX82" fmla="*/ 124311 w 268804"/>
                  <a:gd name="csY82" fmla="*/ 22594 h 137235"/>
                  <a:gd name="csX83" fmla="*/ 124324 w 268804"/>
                  <a:gd name="csY83" fmla="*/ 22594 h 137235"/>
                  <a:gd name="csX84" fmla="*/ 124357 w 268804"/>
                  <a:gd name="csY84" fmla="*/ 22608 h 137235"/>
                  <a:gd name="csX85" fmla="*/ 124521 w 268804"/>
                  <a:gd name="csY85" fmla="*/ 22627 h 137235"/>
                  <a:gd name="csX86" fmla="*/ 124560 w 268804"/>
                  <a:gd name="csY86" fmla="*/ 22634 h 137235"/>
                  <a:gd name="csX87" fmla="*/ 124770 w 268804"/>
                  <a:gd name="csY87" fmla="*/ 22660 h 137235"/>
                  <a:gd name="csX88" fmla="*/ 124875 w 268804"/>
                  <a:gd name="csY88" fmla="*/ 22673 h 137235"/>
                  <a:gd name="csX89" fmla="*/ 124967 w 268804"/>
                  <a:gd name="csY89" fmla="*/ 22686 h 137235"/>
                  <a:gd name="csX90" fmla="*/ 125131 w 268804"/>
                  <a:gd name="csY90" fmla="*/ 22713 h 137235"/>
                  <a:gd name="csX91" fmla="*/ 133068 w 268804"/>
                  <a:gd name="csY91" fmla="*/ 23926 h 137235"/>
                  <a:gd name="csX92" fmla="*/ 164038 w 268804"/>
                  <a:gd name="csY92" fmla="*/ 30643 h 137235"/>
                  <a:gd name="csX93" fmla="*/ 179047 w 268804"/>
                  <a:gd name="csY93" fmla="*/ 35222 h 137235"/>
                  <a:gd name="csX94" fmla="*/ 186354 w 268804"/>
                  <a:gd name="csY94" fmla="*/ 37846 h 137235"/>
                  <a:gd name="csX95" fmla="*/ 189759 w 268804"/>
                  <a:gd name="csY95" fmla="*/ 39165 h 137235"/>
                  <a:gd name="csX96" fmla="*/ 191628 w 268804"/>
                  <a:gd name="csY96" fmla="*/ 39926 h 137235"/>
                  <a:gd name="csX97" fmla="*/ 192147 w 268804"/>
                  <a:gd name="csY97" fmla="*/ 40129 h 137235"/>
                  <a:gd name="csX98" fmla="*/ 192199 w 268804"/>
                  <a:gd name="csY98" fmla="*/ 40149 h 137235"/>
                  <a:gd name="csX99" fmla="*/ 192212 w 268804"/>
                  <a:gd name="csY99" fmla="*/ 40155 h 137235"/>
                  <a:gd name="csX100" fmla="*/ 218301 w 268804"/>
                  <a:gd name="csY100" fmla="*/ 54207 h 137235"/>
                  <a:gd name="csX101" fmla="*/ 221305 w 268804"/>
                  <a:gd name="csY101" fmla="*/ 56332 h 137235"/>
                  <a:gd name="csX102" fmla="*/ 222781 w 268804"/>
                  <a:gd name="csY102" fmla="*/ 57441 h 137235"/>
                  <a:gd name="csX103" fmla="*/ 222788 w 268804"/>
                  <a:gd name="csY103" fmla="*/ 57441 h 137235"/>
                  <a:gd name="csX104" fmla="*/ 222801 w 268804"/>
                  <a:gd name="csY104" fmla="*/ 57454 h 137235"/>
                  <a:gd name="csX105" fmla="*/ 222827 w 268804"/>
                  <a:gd name="csY105" fmla="*/ 57467 h 137235"/>
                  <a:gd name="csX106" fmla="*/ 222834 w 268804"/>
                  <a:gd name="csY106" fmla="*/ 57473 h 137235"/>
                  <a:gd name="csX107" fmla="*/ 222853 w 268804"/>
                  <a:gd name="csY107" fmla="*/ 57493 h 137235"/>
                  <a:gd name="csX108" fmla="*/ 222873 w 268804"/>
                  <a:gd name="csY108" fmla="*/ 57506 h 137235"/>
                  <a:gd name="csX109" fmla="*/ 227596 w 268804"/>
                  <a:gd name="csY109" fmla="*/ 61508 h 137235"/>
                  <a:gd name="csX110" fmla="*/ 236714 w 268804"/>
                  <a:gd name="csY110" fmla="*/ 71164 h 137235"/>
                  <a:gd name="csX111" fmla="*/ 237442 w 268804"/>
                  <a:gd name="csY111" fmla="*/ 72167 h 137235"/>
                  <a:gd name="csX112" fmla="*/ 239305 w 268804"/>
                  <a:gd name="csY112" fmla="*/ 74936 h 137235"/>
                  <a:gd name="csX113" fmla="*/ 242572 w 268804"/>
                  <a:gd name="csY113" fmla="*/ 80702 h 137235"/>
                  <a:gd name="csX114" fmla="*/ 243700 w 268804"/>
                  <a:gd name="csY114" fmla="*/ 83129 h 137235"/>
                  <a:gd name="csX115" fmla="*/ 244153 w 268804"/>
                  <a:gd name="csY115" fmla="*/ 84316 h 137235"/>
                  <a:gd name="csX116" fmla="*/ 246075 w 268804"/>
                  <a:gd name="csY116" fmla="*/ 90699 h 137235"/>
                  <a:gd name="csX117" fmla="*/ 246239 w 268804"/>
                  <a:gd name="csY117" fmla="*/ 91421 h 137235"/>
                  <a:gd name="csX118" fmla="*/ 201540 w 268804"/>
                  <a:gd name="csY118" fmla="*/ 91421 h 137235"/>
                  <a:gd name="csX119" fmla="*/ 138067 w 268804"/>
                  <a:gd name="csY119" fmla="*/ 91421 h 137235"/>
                  <a:gd name="csX120" fmla="*/ 96950 w 268804"/>
                  <a:gd name="csY120" fmla="*/ 127520 h 137235"/>
                  <a:gd name="csX121" fmla="*/ 96661 w 268804"/>
                  <a:gd name="csY121" fmla="*/ 130931 h 137235"/>
                  <a:gd name="csX122" fmla="*/ 267696 w 268804"/>
                  <a:gd name="csY122" fmla="*/ 98263 h 137235"/>
                  <a:gd name="csX123" fmla="*/ 186052 w 268804"/>
                  <a:gd name="csY123" fmla="*/ 15982 h 137235"/>
                  <a:gd name="csX124" fmla="*/ 119654 w 268804"/>
                  <a:gd name="csY124" fmla="*/ 1518 h 137235"/>
                  <a:gd name="csX125" fmla="*/ 44589 w 268804"/>
                  <a:gd name="csY125" fmla="*/ 9737 h 137235"/>
                  <a:gd name="csX126" fmla="*/ 43572 w 268804"/>
                  <a:gd name="csY126" fmla="*/ 10275 h 137235"/>
                  <a:gd name="csX127" fmla="*/ 42234 w 268804"/>
                  <a:gd name="csY127" fmla="*/ 11003 h 137235"/>
                  <a:gd name="csX128" fmla="*/ 37209 w 268804"/>
                  <a:gd name="csY128" fmla="*/ 14034 h 137235"/>
                  <a:gd name="csX129" fmla="*/ 37196 w 268804"/>
                  <a:gd name="csY129" fmla="*/ 14034 h 137235"/>
                  <a:gd name="csX130" fmla="*/ 32788 w 268804"/>
                  <a:gd name="csY130" fmla="*/ 17104 h 137235"/>
                  <a:gd name="csX131" fmla="*/ 31791 w 268804"/>
                  <a:gd name="csY131" fmla="*/ 17865 h 137235"/>
                  <a:gd name="csX132" fmla="*/ 31778 w 268804"/>
                  <a:gd name="csY132" fmla="*/ 17865 h 137235"/>
                  <a:gd name="csX133" fmla="*/ -635 w 268804"/>
                  <a:gd name="csY133" fmla="*/ 72148 h 137235"/>
                  <a:gd name="csX134" fmla="*/ 5099 w 268804"/>
                  <a:gd name="csY134" fmla="*/ 109985 h 137235"/>
                  <a:gd name="csX135" fmla="*/ 16900 w 268804"/>
                  <a:gd name="csY135" fmla="*/ 128727 h 137235"/>
                  <a:gd name="csX136" fmla="*/ 20245 w 268804"/>
                  <a:gd name="csY136" fmla="*/ 132144 h 137235"/>
                  <a:gd name="csX137" fmla="*/ 24450 w 268804"/>
                  <a:gd name="csY137" fmla="*/ 135785 h 137235"/>
                  <a:gd name="csX138" fmla="*/ 25861 w 268804"/>
                  <a:gd name="csY138" fmla="*/ 136861 h 137235"/>
                  <a:gd name="csX139" fmla="*/ 246882 w 268804"/>
                  <a:gd name="csY139" fmla="*/ 136861 h 137235"/>
                  <a:gd name="csX140" fmla="*/ 237567 w 268804"/>
                  <a:gd name="csY140" fmla="*/ 121891 h 137235"/>
                  <a:gd name="csX141" fmla="*/ 119922 w 268804"/>
                  <a:gd name="csY141" fmla="*/ 121891 h 137235"/>
                  <a:gd name="csX142" fmla="*/ 121143 w 268804"/>
                  <a:gd name="csY142" fmla="*/ 119995 h 137235"/>
                  <a:gd name="csX143" fmla="*/ 122442 w 268804"/>
                  <a:gd name="csY143" fmla="*/ 118487 h 137235"/>
                  <a:gd name="csX144" fmla="*/ 124672 w 268804"/>
                  <a:gd name="csY144" fmla="*/ 116348 h 137235"/>
                  <a:gd name="csX145" fmla="*/ 124842 w 268804"/>
                  <a:gd name="csY145" fmla="*/ 116184 h 137235"/>
                  <a:gd name="csX146" fmla="*/ 126509 w 268804"/>
                  <a:gd name="csY146" fmla="*/ 115075 h 137235"/>
                  <a:gd name="csX147" fmla="*/ 129237 w 268804"/>
                  <a:gd name="csY147" fmla="*/ 113567 h 137235"/>
                  <a:gd name="csX148" fmla="*/ 129428 w 268804"/>
                  <a:gd name="csY148" fmla="*/ 113475 h 137235"/>
                  <a:gd name="csX149" fmla="*/ 129480 w 268804"/>
                  <a:gd name="csY149" fmla="*/ 113455 h 137235"/>
                  <a:gd name="csX150" fmla="*/ 129565 w 268804"/>
                  <a:gd name="csY150" fmla="*/ 113422 h 137235"/>
                  <a:gd name="csX151" fmla="*/ 129611 w 268804"/>
                  <a:gd name="csY151" fmla="*/ 113403 h 137235"/>
                  <a:gd name="csX152" fmla="*/ 129664 w 268804"/>
                  <a:gd name="csY152" fmla="*/ 113390 h 137235"/>
                  <a:gd name="csX153" fmla="*/ 129684 w 268804"/>
                  <a:gd name="csY153" fmla="*/ 113377 h 137235"/>
                  <a:gd name="csX154" fmla="*/ 130012 w 268804"/>
                  <a:gd name="csY154" fmla="*/ 113252 h 137235"/>
                  <a:gd name="csX155" fmla="*/ 129966 w 268804"/>
                  <a:gd name="csY155" fmla="*/ 113271 h 137235"/>
                  <a:gd name="csX156" fmla="*/ 130117 w 268804"/>
                  <a:gd name="csY156" fmla="*/ 113219 h 137235"/>
                  <a:gd name="csX157" fmla="*/ 130530 w 268804"/>
                  <a:gd name="csY157" fmla="*/ 113094 h 137235"/>
                  <a:gd name="csX158" fmla="*/ 134046 w 268804"/>
                  <a:gd name="csY158" fmla="*/ 112156 h 137235"/>
                  <a:gd name="csX159" fmla="*/ 134518 w 268804"/>
                  <a:gd name="csY159" fmla="*/ 112071 h 137235"/>
                  <a:gd name="csX160" fmla="*/ 135929 w 268804"/>
                  <a:gd name="csY160" fmla="*/ 111966 h 137235"/>
                  <a:gd name="csX161" fmla="*/ 138323 w 268804"/>
                  <a:gd name="csY161" fmla="*/ 111927 h 137235"/>
                  <a:gd name="csX162" fmla="*/ 160659 w 268804"/>
                  <a:gd name="csY162" fmla="*/ 111927 h 137235"/>
                  <a:gd name="csX163" fmla="*/ 257548 w 268804"/>
                  <a:gd name="csY163" fmla="*/ 111927 h 137235"/>
                  <a:gd name="csX164" fmla="*/ 267801 w 268804"/>
                  <a:gd name="csY164" fmla="*/ 101674 h 137235"/>
                  <a:gd name="csX165" fmla="*/ 267696 w 268804"/>
                  <a:gd name="csY165" fmla="*/ 98263 h 1372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268804" h="137235">
                    <a:moveTo>
                      <a:pt x="96661" y="130931"/>
                    </a:moveTo>
                    <a:cubicBezTo>
                      <a:pt x="96615" y="131311"/>
                      <a:pt x="96609" y="131698"/>
                      <a:pt x="96628" y="132092"/>
                    </a:cubicBezTo>
                    <a:cubicBezTo>
                      <a:pt x="96130" y="132092"/>
                      <a:pt x="95631" y="132092"/>
                      <a:pt x="95133" y="132098"/>
                    </a:cubicBezTo>
                    <a:cubicBezTo>
                      <a:pt x="86192" y="132151"/>
                      <a:pt x="77139" y="132538"/>
                      <a:pt x="68270" y="131337"/>
                    </a:cubicBezTo>
                    <a:cubicBezTo>
                      <a:pt x="68264" y="131337"/>
                      <a:pt x="68250" y="131337"/>
                      <a:pt x="68244" y="131331"/>
                    </a:cubicBezTo>
                    <a:cubicBezTo>
                      <a:pt x="68218" y="131331"/>
                      <a:pt x="68178" y="131324"/>
                      <a:pt x="68132" y="131318"/>
                    </a:cubicBezTo>
                    <a:cubicBezTo>
                      <a:pt x="67758" y="131252"/>
                      <a:pt x="66748" y="131095"/>
                      <a:pt x="66571" y="131068"/>
                    </a:cubicBezTo>
                    <a:cubicBezTo>
                      <a:pt x="65653" y="130911"/>
                      <a:pt x="64728" y="130754"/>
                      <a:pt x="63809" y="130576"/>
                    </a:cubicBezTo>
                    <a:cubicBezTo>
                      <a:pt x="62222" y="130268"/>
                      <a:pt x="60641" y="129927"/>
                      <a:pt x="59067" y="129547"/>
                    </a:cubicBezTo>
                    <a:cubicBezTo>
                      <a:pt x="55826" y="128759"/>
                      <a:pt x="52625" y="127795"/>
                      <a:pt x="49509" y="126621"/>
                    </a:cubicBezTo>
                    <a:cubicBezTo>
                      <a:pt x="48905" y="126398"/>
                      <a:pt x="48295" y="126168"/>
                      <a:pt x="47699" y="125912"/>
                    </a:cubicBezTo>
                    <a:cubicBezTo>
                      <a:pt x="47692" y="125925"/>
                      <a:pt x="47685" y="125912"/>
                      <a:pt x="47672" y="125906"/>
                    </a:cubicBezTo>
                    <a:cubicBezTo>
                      <a:pt x="47554" y="125847"/>
                      <a:pt x="47416" y="125781"/>
                      <a:pt x="47252" y="125696"/>
                    </a:cubicBezTo>
                    <a:cubicBezTo>
                      <a:pt x="45927" y="125040"/>
                      <a:pt x="44596" y="124423"/>
                      <a:pt x="43303" y="123708"/>
                    </a:cubicBezTo>
                    <a:cubicBezTo>
                      <a:pt x="42116" y="123052"/>
                      <a:pt x="40948" y="122357"/>
                      <a:pt x="39800" y="121629"/>
                    </a:cubicBezTo>
                    <a:cubicBezTo>
                      <a:pt x="39072" y="121163"/>
                      <a:pt x="38357" y="120671"/>
                      <a:pt x="37649" y="120166"/>
                    </a:cubicBezTo>
                    <a:cubicBezTo>
                      <a:pt x="37386" y="119989"/>
                      <a:pt x="37137" y="119799"/>
                      <a:pt x="36888" y="119608"/>
                    </a:cubicBezTo>
                    <a:cubicBezTo>
                      <a:pt x="36835" y="119549"/>
                      <a:pt x="36579" y="119339"/>
                      <a:pt x="36120" y="118972"/>
                    </a:cubicBezTo>
                    <a:cubicBezTo>
                      <a:pt x="33949" y="116984"/>
                      <a:pt x="31915" y="114984"/>
                      <a:pt x="29980" y="112760"/>
                    </a:cubicBezTo>
                    <a:cubicBezTo>
                      <a:pt x="29928" y="112701"/>
                      <a:pt x="29882" y="112648"/>
                      <a:pt x="29836" y="112596"/>
                    </a:cubicBezTo>
                    <a:cubicBezTo>
                      <a:pt x="29574" y="112301"/>
                      <a:pt x="29423" y="112123"/>
                      <a:pt x="29357" y="112032"/>
                    </a:cubicBezTo>
                    <a:cubicBezTo>
                      <a:pt x="29455" y="112130"/>
                      <a:pt x="29639" y="112347"/>
                      <a:pt x="29770" y="112504"/>
                    </a:cubicBezTo>
                    <a:cubicBezTo>
                      <a:pt x="29324" y="111907"/>
                      <a:pt x="28904" y="111303"/>
                      <a:pt x="28491" y="110674"/>
                    </a:cubicBezTo>
                    <a:cubicBezTo>
                      <a:pt x="27540" y="109250"/>
                      <a:pt x="26661" y="107781"/>
                      <a:pt x="25854" y="106272"/>
                    </a:cubicBezTo>
                    <a:cubicBezTo>
                      <a:pt x="25559" y="105728"/>
                      <a:pt x="25277" y="105177"/>
                      <a:pt x="25001" y="104619"/>
                    </a:cubicBezTo>
                    <a:cubicBezTo>
                      <a:pt x="25001" y="104619"/>
                      <a:pt x="24660" y="103878"/>
                      <a:pt x="24424" y="103386"/>
                    </a:cubicBezTo>
                    <a:cubicBezTo>
                      <a:pt x="24424" y="103373"/>
                      <a:pt x="24411" y="103353"/>
                      <a:pt x="24398" y="103327"/>
                    </a:cubicBezTo>
                    <a:cubicBezTo>
                      <a:pt x="24194" y="102828"/>
                      <a:pt x="23834" y="101936"/>
                      <a:pt x="23834" y="101936"/>
                    </a:cubicBezTo>
                    <a:cubicBezTo>
                      <a:pt x="23617" y="101359"/>
                      <a:pt x="23401" y="100768"/>
                      <a:pt x="23197" y="100178"/>
                    </a:cubicBezTo>
                    <a:cubicBezTo>
                      <a:pt x="22194" y="97200"/>
                      <a:pt x="21407" y="94150"/>
                      <a:pt x="20810" y="91060"/>
                    </a:cubicBezTo>
                    <a:cubicBezTo>
                      <a:pt x="20659" y="90273"/>
                      <a:pt x="20527" y="89492"/>
                      <a:pt x="20403" y="88711"/>
                    </a:cubicBezTo>
                    <a:cubicBezTo>
                      <a:pt x="20370" y="88469"/>
                      <a:pt x="20291" y="87872"/>
                      <a:pt x="20245" y="87524"/>
                    </a:cubicBezTo>
                    <a:cubicBezTo>
                      <a:pt x="20232" y="87367"/>
                      <a:pt x="20219" y="87262"/>
                      <a:pt x="20219" y="87262"/>
                    </a:cubicBezTo>
                    <a:cubicBezTo>
                      <a:pt x="20088" y="86094"/>
                      <a:pt x="19977" y="84926"/>
                      <a:pt x="19904" y="83759"/>
                    </a:cubicBezTo>
                    <a:cubicBezTo>
                      <a:pt x="19681" y="80741"/>
                      <a:pt x="19550" y="77678"/>
                      <a:pt x="19688" y="74654"/>
                    </a:cubicBezTo>
                    <a:cubicBezTo>
                      <a:pt x="19727" y="73853"/>
                      <a:pt x="19793" y="73060"/>
                      <a:pt x="19885" y="72266"/>
                    </a:cubicBezTo>
                    <a:cubicBezTo>
                      <a:pt x="19806" y="73447"/>
                      <a:pt x="20226" y="70370"/>
                      <a:pt x="20350" y="69727"/>
                    </a:cubicBezTo>
                    <a:cubicBezTo>
                      <a:pt x="20915" y="67149"/>
                      <a:pt x="21689" y="64610"/>
                      <a:pt x="22607" y="62137"/>
                    </a:cubicBezTo>
                    <a:cubicBezTo>
                      <a:pt x="22673" y="61954"/>
                      <a:pt x="22751" y="61770"/>
                      <a:pt x="22823" y="61586"/>
                    </a:cubicBezTo>
                    <a:lnTo>
                      <a:pt x="22823" y="61606"/>
                    </a:lnTo>
                    <a:cubicBezTo>
                      <a:pt x="22843" y="61567"/>
                      <a:pt x="22909" y="61390"/>
                      <a:pt x="23040" y="61029"/>
                    </a:cubicBezTo>
                    <a:cubicBezTo>
                      <a:pt x="23014" y="61101"/>
                      <a:pt x="22981" y="61167"/>
                      <a:pt x="22955" y="61245"/>
                    </a:cubicBezTo>
                    <a:cubicBezTo>
                      <a:pt x="22994" y="61114"/>
                      <a:pt x="23046" y="60963"/>
                      <a:pt x="23106" y="60852"/>
                    </a:cubicBezTo>
                    <a:lnTo>
                      <a:pt x="23106" y="60865"/>
                    </a:lnTo>
                    <a:cubicBezTo>
                      <a:pt x="23119" y="60819"/>
                      <a:pt x="23132" y="60786"/>
                      <a:pt x="23145" y="60740"/>
                    </a:cubicBezTo>
                    <a:cubicBezTo>
                      <a:pt x="23158" y="60740"/>
                      <a:pt x="23158" y="60734"/>
                      <a:pt x="23158" y="60734"/>
                    </a:cubicBezTo>
                    <a:lnTo>
                      <a:pt x="23158" y="60714"/>
                    </a:lnTo>
                    <a:cubicBezTo>
                      <a:pt x="23768" y="59435"/>
                      <a:pt x="24358" y="58155"/>
                      <a:pt x="25014" y="56896"/>
                    </a:cubicBezTo>
                    <a:cubicBezTo>
                      <a:pt x="26392" y="54272"/>
                      <a:pt x="27934" y="51740"/>
                      <a:pt x="29613" y="49300"/>
                    </a:cubicBezTo>
                    <a:cubicBezTo>
                      <a:pt x="29961" y="48808"/>
                      <a:pt x="30315" y="48309"/>
                      <a:pt x="30662" y="47817"/>
                    </a:cubicBezTo>
                    <a:cubicBezTo>
                      <a:pt x="30662" y="47817"/>
                      <a:pt x="31161" y="47161"/>
                      <a:pt x="31489" y="46728"/>
                    </a:cubicBezTo>
                    <a:cubicBezTo>
                      <a:pt x="31515" y="46695"/>
                      <a:pt x="31548" y="46650"/>
                      <a:pt x="31587" y="46604"/>
                    </a:cubicBezTo>
                    <a:cubicBezTo>
                      <a:pt x="31587" y="46597"/>
                      <a:pt x="31594" y="46591"/>
                      <a:pt x="31601" y="46584"/>
                    </a:cubicBezTo>
                    <a:cubicBezTo>
                      <a:pt x="31955" y="46151"/>
                      <a:pt x="32480" y="45508"/>
                      <a:pt x="32480" y="45508"/>
                    </a:cubicBezTo>
                    <a:cubicBezTo>
                      <a:pt x="32886" y="45023"/>
                      <a:pt x="33293" y="44550"/>
                      <a:pt x="33706" y="44071"/>
                    </a:cubicBezTo>
                    <a:cubicBezTo>
                      <a:pt x="35825" y="41671"/>
                      <a:pt x="38088" y="39394"/>
                      <a:pt x="40476" y="37256"/>
                    </a:cubicBezTo>
                    <a:cubicBezTo>
                      <a:pt x="41598" y="36252"/>
                      <a:pt x="42739" y="35268"/>
                      <a:pt x="43933" y="34343"/>
                    </a:cubicBezTo>
                    <a:lnTo>
                      <a:pt x="43933" y="34350"/>
                    </a:lnTo>
                    <a:cubicBezTo>
                      <a:pt x="44163" y="34199"/>
                      <a:pt x="45809" y="32979"/>
                      <a:pt x="46177" y="32723"/>
                    </a:cubicBezTo>
                    <a:cubicBezTo>
                      <a:pt x="48978" y="30781"/>
                      <a:pt x="51910" y="29010"/>
                      <a:pt x="54940" y="27442"/>
                    </a:cubicBezTo>
                    <a:cubicBezTo>
                      <a:pt x="56318" y="26727"/>
                      <a:pt x="57735" y="26038"/>
                      <a:pt x="59165" y="25415"/>
                    </a:cubicBezTo>
                    <a:cubicBezTo>
                      <a:pt x="59165" y="25415"/>
                      <a:pt x="59172" y="25415"/>
                      <a:pt x="59178" y="25409"/>
                    </a:cubicBezTo>
                    <a:cubicBezTo>
                      <a:pt x="59185" y="25409"/>
                      <a:pt x="59191" y="25402"/>
                      <a:pt x="59204" y="25402"/>
                    </a:cubicBezTo>
                    <a:cubicBezTo>
                      <a:pt x="59204" y="25402"/>
                      <a:pt x="59211" y="25402"/>
                      <a:pt x="59224" y="25396"/>
                    </a:cubicBezTo>
                    <a:cubicBezTo>
                      <a:pt x="59231" y="25382"/>
                      <a:pt x="59237" y="25376"/>
                      <a:pt x="59257" y="25376"/>
                    </a:cubicBezTo>
                    <a:cubicBezTo>
                      <a:pt x="59263" y="25369"/>
                      <a:pt x="59270" y="25369"/>
                      <a:pt x="59277" y="25369"/>
                    </a:cubicBezTo>
                    <a:cubicBezTo>
                      <a:pt x="59309" y="25363"/>
                      <a:pt x="59342" y="25350"/>
                      <a:pt x="59388" y="25324"/>
                    </a:cubicBezTo>
                    <a:cubicBezTo>
                      <a:pt x="59677" y="25212"/>
                      <a:pt x="60136" y="25022"/>
                      <a:pt x="60208" y="25002"/>
                    </a:cubicBezTo>
                    <a:cubicBezTo>
                      <a:pt x="61094" y="24674"/>
                      <a:pt x="61966" y="24340"/>
                      <a:pt x="62852" y="24031"/>
                    </a:cubicBezTo>
                    <a:cubicBezTo>
                      <a:pt x="66492" y="22772"/>
                      <a:pt x="70232" y="21781"/>
                      <a:pt x="74017" y="21066"/>
                    </a:cubicBezTo>
                    <a:cubicBezTo>
                      <a:pt x="79087" y="20115"/>
                      <a:pt x="85746" y="19951"/>
                      <a:pt x="91873" y="20082"/>
                    </a:cubicBezTo>
                    <a:cubicBezTo>
                      <a:pt x="96353" y="20181"/>
                      <a:pt x="100833" y="20390"/>
                      <a:pt x="105314" y="20705"/>
                    </a:cubicBezTo>
                    <a:cubicBezTo>
                      <a:pt x="110102" y="21040"/>
                      <a:pt x="114885" y="21486"/>
                      <a:pt x="119654" y="22024"/>
                    </a:cubicBezTo>
                    <a:cubicBezTo>
                      <a:pt x="120952" y="22175"/>
                      <a:pt x="122245" y="22332"/>
                      <a:pt x="123544" y="22503"/>
                    </a:cubicBezTo>
                    <a:cubicBezTo>
                      <a:pt x="123662" y="22516"/>
                      <a:pt x="123780" y="22529"/>
                      <a:pt x="123904" y="22542"/>
                    </a:cubicBezTo>
                    <a:lnTo>
                      <a:pt x="123924" y="22542"/>
                    </a:lnTo>
                    <a:cubicBezTo>
                      <a:pt x="123950" y="22555"/>
                      <a:pt x="123963" y="22555"/>
                      <a:pt x="123996" y="22562"/>
                    </a:cubicBezTo>
                    <a:lnTo>
                      <a:pt x="124016" y="22562"/>
                    </a:lnTo>
                    <a:cubicBezTo>
                      <a:pt x="124042" y="22562"/>
                      <a:pt x="124062" y="22568"/>
                      <a:pt x="124081" y="22568"/>
                    </a:cubicBezTo>
                    <a:cubicBezTo>
                      <a:pt x="124108" y="22575"/>
                      <a:pt x="124134" y="22575"/>
                      <a:pt x="124167" y="22575"/>
                    </a:cubicBezTo>
                    <a:cubicBezTo>
                      <a:pt x="124186" y="22581"/>
                      <a:pt x="124213" y="22581"/>
                      <a:pt x="124232" y="22588"/>
                    </a:cubicBezTo>
                    <a:lnTo>
                      <a:pt x="124259" y="22588"/>
                    </a:lnTo>
                    <a:cubicBezTo>
                      <a:pt x="124272" y="22588"/>
                      <a:pt x="124285" y="22594"/>
                      <a:pt x="124311" y="22594"/>
                    </a:cubicBezTo>
                    <a:lnTo>
                      <a:pt x="124324" y="22594"/>
                    </a:lnTo>
                    <a:cubicBezTo>
                      <a:pt x="124331" y="22594"/>
                      <a:pt x="124337" y="22594"/>
                      <a:pt x="124357" y="22608"/>
                    </a:cubicBezTo>
                    <a:cubicBezTo>
                      <a:pt x="124409" y="22614"/>
                      <a:pt x="124462" y="22621"/>
                      <a:pt x="124521" y="22627"/>
                    </a:cubicBezTo>
                    <a:cubicBezTo>
                      <a:pt x="124534" y="22627"/>
                      <a:pt x="124541" y="22627"/>
                      <a:pt x="124560" y="22634"/>
                    </a:cubicBezTo>
                    <a:cubicBezTo>
                      <a:pt x="124632" y="22640"/>
                      <a:pt x="124705" y="22654"/>
                      <a:pt x="124770" y="22660"/>
                    </a:cubicBezTo>
                    <a:cubicBezTo>
                      <a:pt x="124810" y="22667"/>
                      <a:pt x="124836" y="22673"/>
                      <a:pt x="124875" y="22673"/>
                    </a:cubicBezTo>
                    <a:cubicBezTo>
                      <a:pt x="124908" y="22673"/>
                      <a:pt x="124934" y="22680"/>
                      <a:pt x="124967" y="22686"/>
                    </a:cubicBezTo>
                    <a:cubicBezTo>
                      <a:pt x="125026" y="22693"/>
                      <a:pt x="125085" y="22706"/>
                      <a:pt x="125131" y="22713"/>
                    </a:cubicBezTo>
                    <a:cubicBezTo>
                      <a:pt x="127781" y="23093"/>
                      <a:pt x="130425" y="23487"/>
                      <a:pt x="133068" y="23926"/>
                    </a:cubicBezTo>
                    <a:cubicBezTo>
                      <a:pt x="143499" y="25638"/>
                      <a:pt x="153850" y="27856"/>
                      <a:pt x="164038" y="30643"/>
                    </a:cubicBezTo>
                    <a:cubicBezTo>
                      <a:pt x="169089" y="32021"/>
                      <a:pt x="174094" y="33543"/>
                      <a:pt x="179047" y="35222"/>
                    </a:cubicBezTo>
                    <a:cubicBezTo>
                      <a:pt x="181500" y="36062"/>
                      <a:pt x="183934" y="36934"/>
                      <a:pt x="186354" y="37846"/>
                    </a:cubicBezTo>
                    <a:cubicBezTo>
                      <a:pt x="187496" y="38273"/>
                      <a:pt x="188630" y="38719"/>
                      <a:pt x="189759" y="39165"/>
                    </a:cubicBezTo>
                    <a:cubicBezTo>
                      <a:pt x="190382" y="39414"/>
                      <a:pt x="191005" y="39670"/>
                      <a:pt x="191628" y="39926"/>
                    </a:cubicBezTo>
                    <a:cubicBezTo>
                      <a:pt x="191845" y="40004"/>
                      <a:pt x="192009" y="40077"/>
                      <a:pt x="192147" y="40129"/>
                    </a:cubicBezTo>
                    <a:cubicBezTo>
                      <a:pt x="192160" y="40136"/>
                      <a:pt x="192186" y="40142"/>
                      <a:pt x="192199" y="40149"/>
                    </a:cubicBezTo>
                    <a:cubicBezTo>
                      <a:pt x="192206" y="40149"/>
                      <a:pt x="192206" y="40155"/>
                      <a:pt x="192212" y="40155"/>
                    </a:cubicBezTo>
                    <a:cubicBezTo>
                      <a:pt x="201252" y="44262"/>
                      <a:pt x="210075" y="48604"/>
                      <a:pt x="218301" y="54207"/>
                    </a:cubicBezTo>
                    <a:cubicBezTo>
                      <a:pt x="219311" y="54902"/>
                      <a:pt x="220315" y="55610"/>
                      <a:pt x="221305" y="56332"/>
                    </a:cubicBezTo>
                    <a:cubicBezTo>
                      <a:pt x="221745" y="56647"/>
                      <a:pt x="222506" y="57231"/>
                      <a:pt x="222781" y="57441"/>
                    </a:cubicBezTo>
                    <a:lnTo>
                      <a:pt x="222788" y="57441"/>
                    </a:lnTo>
                    <a:cubicBezTo>
                      <a:pt x="222801" y="57447"/>
                      <a:pt x="222801" y="57447"/>
                      <a:pt x="222801" y="57454"/>
                    </a:cubicBezTo>
                    <a:cubicBezTo>
                      <a:pt x="222814" y="57454"/>
                      <a:pt x="222821" y="57460"/>
                      <a:pt x="222827" y="57467"/>
                    </a:cubicBezTo>
                    <a:lnTo>
                      <a:pt x="222834" y="57473"/>
                    </a:lnTo>
                    <a:cubicBezTo>
                      <a:pt x="222840" y="57480"/>
                      <a:pt x="222840" y="57493"/>
                      <a:pt x="222853" y="57493"/>
                    </a:cubicBezTo>
                    <a:cubicBezTo>
                      <a:pt x="222860" y="57493"/>
                      <a:pt x="222866" y="57499"/>
                      <a:pt x="222873" y="57506"/>
                    </a:cubicBezTo>
                    <a:cubicBezTo>
                      <a:pt x="224487" y="58792"/>
                      <a:pt x="226068" y="60117"/>
                      <a:pt x="227596" y="61508"/>
                    </a:cubicBezTo>
                    <a:cubicBezTo>
                      <a:pt x="230915" y="64512"/>
                      <a:pt x="233775" y="67812"/>
                      <a:pt x="236714" y="71164"/>
                    </a:cubicBezTo>
                    <a:cubicBezTo>
                      <a:pt x="236944" y="71505"/>
                      <a:pt x="237200" y="71833"/>
                      <a:pt x="237442" y="72167"/>
                    </a:cubicBezTo>
                    <a:cubicBezTo>
                      <a:pt x="238085" y="73079"/>
                      <a:pt x="238708" y="73998"/>
                      <a:pt x="239305" y="74936"/>
                    </a:cubicBezTo>
                    <a:cubicBezTo>
                      <a:pt x="240493" y="76799"/>
                      <a:pt x="241588" y="78721"/>
                      <a:pt x="242572" y="80702"/>
                    </a:cubicBezTo>
                    <a:cubicBezTo>
                      <a:pt x="242972" y="81489"/>
                      <a:pt x="243313" y="82329"/>
                      <a:pt x="243700" y="83129"/>
                    </a:cubicBezTo>
                    <a:cubicBezTo>
                      <a:pt x="243838" y="83523"/>
                      <a:pt x="244009" y="83916"/>
                      <a:pt x="244153" y="84316"/>
                    </a:cubicBezTo>
                    <a:cubicBezTo>
                      <a:pt x="244914" y="86402"/>
                      <a:pt x="245563" y="88534"/>
                      <a:pt x="246075" y="90699"/>
                    </a:cubicBezTo>
                    <a:cubicBezTo>
                      <a:pt x="246134" y="90935"/>
                      <a:pt x="246187" y="91178"/>
                      <a:pt x="246239" y="91421"/>
                    </a:cubicBezTo>
                    <a:lnTo>
                      <a:pt x="201540" y="91421"/>
                    </a:lnTo>
                    <a:cubicBezTo>
                      <a:pt x="180385" y="91421"/>
                      <a:pt x="159229" y="91335"/>
                      <a:pt x="138067" y="91421"/>
                    </a:cubicBezTo>
                    <a:cubicBezTo>
                      <a:pt x="116957" y="91506"/>
                      <a:pt x="99528" y="106994"/>
                      <a:pt x="96950" y="127520"/>
                    </a:cubicBezTo>
                    <a:cubicBezTo>
                      <a:pt x="96806" y="128641"/>
                      <a:pt x="96707" y="129776"/>
                      <a:pt x="96661" y="130931"/>
                    </a:cubicBezTo>
                    <a:close/>
                    <a:moveTo>
                      <a:pt x="267696" y="98263"/>
                    </a:moveTo>
                    <a:cubicBezTo>
                      <a:pt x="265387" y="54423"/>
                      <a:pt x="223726" y="29076"/>
                      <a:pt x="186052" y="15982"/>
                    </a:cubicBezTo>
                    <a:cubicBezTo>
                      <a:pt x="164595" y="8524"/>
                      <a:pt x="142187" y="4109"/>
                      <a:pt x="119654" y="1518"/>
                    </a:cubicBezTo>
                    <a:cubicBezTo>
                      <a:pt x="94149" y="-1408"/>
                      <a:pt x="68060" y="-2425"/>
                      <a:pt x="44589" y="9737"/>
                    </a:cubicBezTo>
                    <a:cubicBezTo>
                      <a:pt x="44248" y="9914"/>
                      <a:pt x="43907" y="10092"/>
                      <a:pt x="43572" y="10275"/>
                    </a:cubicBezTo>
                    <a:cubicBezTo>
                      <a:pt x="43126" y="10511"/>
                      <a:pt x="42680" y="10754"/>
                      <a:pt x="42234" y="11003"/>
                    </a:cubicBezTo>
                    <a:cubicBezTo>
                      <a:pt x="40535" y="11954"/>
                      <a:pt x="38862" y="12965"/>
                      <a:pt x="37209" y="14034"/>
                    </a:cubicBezTo>
                    <a:lnTo>
                      <a:pt x="37196" y="14034"/>
                    </a:lnTo>
                    <a:cubicBezTo>
                      <a:pt x="35700" y="15011"/>
                      <a:pt x="34238" y="16035"/>
                      <a:pt x="32788" y="17104"/>
                    </a:cubicBezTo>
                    <a:cubicBezTo>
                      <a:pt x="32453" y="17353"/>
                      <a:pt x="32119" y="17603"/>
                      <a:pt x="31791" y="17865"/>
                    </a:cubicBezTo>
                    <a:lnTo>
                      <a:pt x="31778" y="17865"/>
                    </a:lnTo>
                    <a:cubicBezTo>
                      <a:pt x="14545" y="30985"/>
                      <a:pt x="1655" y="50605"/>
                      <a:pt x="-635" y="72148"/>
                    </a:cubicBezTo>
                    <a:cubicBezTo>
                      <a:pt x="-1947" y="84572"/>
                      <a:pt x="316" y="98492"/>
                      <a:pt x="5099" y="109985"/>
                    </a:cubicBezTo>
                    <a:cubicBezTo>
                      <a:pt x="7998" y="116945"/>
                      <a:pt x="11967" y="123275"/>
                      <a:pt x="16900" y="128727"/>
                    </a:cubicBezTo>
                    <a:cubicBezTo>
                      <a:pt x="17976" y="129907"/>
                      <a:pt x="19084" y="131049"/>
                      <a:pt x="20245" y="132144"/>
                    </a:cubicBezTo>
                    <a:cubicBezTo>
                      <a:pt x="21590" y="133417"/>
                      <a:pt x="22987" y="134630"/>
                      <a:pt x="24450" y="135785"/>
                    </a:cubicBezTo>
                    <a:cubicBezTo>
                      <a:pt x="24916" y="136152"/>
                      <a:pt x="25382" y="136507"/>
                      <a:pt x="25861" y="136861"/>
                    </a:cubicBezTo>
                    <a:lnTo>
                      <a:pt x="246882" y="136861"/>
                    </a:lnTo>
                    <a:cubicBezTo>
                      <a:pt x="249788" y="130767"/>
                      <a:pt x="245262" y="121891"/>
                      <a:pt x="237567" y="121891"/>
                    </a:cubicBezTo>
                    <a:lnTo>
                      <a:pt x="119922" y="121891"/>
                    </a:lnTo>
                    <a:cubicBezTo>
                      <a:pt x="120303" y="121242"/>
                      <a:pt x="120710" y="120612"/>
                      <a:pt x="121143" y="119995"/>
                    </a:cubicBezTo>
                    <a:cubicBezTo>
                      <a:pt x="120952" y="120310"/>
                      <a:pt x="122087" y="118860"/>
                      <a:pt x="122442" y="118487"/>
                    </a:cubicBezTo>
                    <a:cubicBezTo>
                      <a:pt x="123150" y="117732"/>
                      <a:pt x="123917" y="117057"/>
                      <a:pt x="124672" y="116348"/>
                    </a:cubicBezTo>
                    <a:cubicBezTo>
                      <a:pt x="124731" y="116289"/>
                      <a:pt x="124790" y="116223"/>
                      <a:pt x="124842" y="116184"/>
                    </a:cubicBezTo>
                    <a:cubicBezTo>
                      <a:pt x="125387" y="115797"/>
                      <a:pt x="125944" y="115423"/>
                      <a:pt x="126509" y="115075"/>
                    </a:cubicBezTo>
                    <a:cubicBezTo>
                      <a:pt x="127401" y="114524"/>
                      <a:pt x="128326" y="114059"/>
                      <a:pt x="129237" y="113567"/>
                    </a:cubicBezTo>
                    <a:cubicBezTo>
                      <a:pt x="129283" y="113547"/>
                      <a:pt x="129349" y="113508"/>
                      <a:pt x="129428" y="113475"/>
                    </a:cubicBezTo>
                    <a:cubicBezTo>
                      <a:pt x="129441" y="113468"/>
                      <a:pt x="129461" y="113462"/>
                      <a:pt x="129480" y="113455"/>
                    </a:cubicBezTo>
                    <a:cubicBezTo>
                      <a:pt x="129506" y="113449"/>
                      <a:pt x="129539" y="113435"/>
                      <a:pt x="129565" y="113422"/>
                    </a:cubicBezTo>
                    <a:cubicBezTo>
                      <a:pt x="129585" y="113409"/>
                      <a:pt x="129598" y="113409"/>
                      <a:pt x="129611" y="113403"/>
                    </a:cubicBezTo>
                    <a:cubicBezTo>
                      <a:pt x="129631" y="113390"/>
                      <a:pt x="129651" y="113377"/>
                      <a:pt x="129664" y="113390"/>
                    </a:cubicBezTo>
                    <a:cubicBezTo>
                      <a:pt x="129670" y="113377"/>
                      <a:pt x="129670" y="113377"/>
                      <a:pt x="129684" y="113377"/>
                    </a:cubicBezTo>
                    <a:cubicBezTo>
                      <a:pt x="129802" y="113324"/>
                      <a:pt x="129920" y="113278"/>
                      <a:pt x="130012" y="113252"/>
                    </a:cubicBezTo>
                    <a:cubicBezTo>
                      <a:pt x="130005" y="113258"/>
                      <a:pt x="129992" y="113265"/>
                      <a:pt x="129966" y="113271"/>
                    </a:cubicBezTo>
                    <a:cubicBezTo>
                      <a:pt x="130018" y="113258"/>
                      <a:pt x="130064" y="113239"/>
                      <a:pt x="130117" y="113219"/>
                    </a:cubicBezTo>
                    <a:cubicBezTo>
                      <a:pt x="130254" y="113173"/>
                      <a:pt x="130392" y="113134"/>
                      <a:pt x="130530" y="113094"/>
                    </a:cubicBezTo>
                    <a:cubicBezTo>
                      <a:pt x="131697" y="112753"/>
                      <a:pt x="132845" y="112399"/>
                      <a:pt x="134046" y="112156"/>
                    </a:cubicBezTo>
                    <a:cubicBezTo>
                      <a:pt x="134203" y="112130"/>
                      <a:pt x="134361" y="112097"/>
                      <a:pt x="134518" y="112071"/>
                    </a:cubicBezTo>
                    <a:cubicBezTo>
                      <a:pt x="134518" y="112097"/>
                      <a:pt x="135627" y="111979"/>
                      <a:pt x="135929" y="111966"/>
                    </a:cubicBezTo>
                    <a:cubicBezTo>
                      <a:pt x="136722" y="111927"/>
                      <a:pt x="137523" y="111933"/>
                      <a:pt x="138323" y="111927"/>
                    </a:cubicBezTo>
                    <a:cubicBezTo>
                      <a:pt x="145768" y="111907"/>
                      <a:pt x="153214" y="111927"/>
                      <a:pt x="160659" y="111927"/>
                    </a:cubicBezTo>
                    <a:lnTo>
                      <a:pt x="257548" y="111927"/>
                    </a:lnTo>
                    <a:cubicBezTo>
                      <a:pt x="263072" y="111927"/>
                      <a:pt x="267828" y="107230"/>
                      <a:pt x="267801" y="101674"/>
                    </a:cubicBezTo>
                    <a:cubicBezTo>
                      <a:pt x="267795" y="100519"/>
                      <a:pt x="267762" y="99384"/>
                      <a:pt x="267696" y="98263"/>
                    </a:cubicBezTo>
                    <a:close/>
                  </a:path>
                </a:pathLst>
              </a:custGeom>
              <a:solidFill>
                <a:srgbClr val="2060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0" name="Freeform: Shape 309">
                <a:extLst>
                  <a:ext uri="{FF2B5EF4-FFF2-40B4-BE49-F238E27FC236}">
                    <a16:creationId xmlns:a16="http://schemas.microsoft.com/office/drawing/2014/main" id="{3492849B-2E56-F4D1-986B-9F3A0BF5E237}"/>
                  </a:ext>
                </a:extLst>
              </p:cNvPr>
              <p:cNvSpPr/>
              <p:nvPr/>
            </p:nvSpPr>
            <p:spPr>
              <a:xfrm>
                <a:off x="1930207" y="5141597"/>
                <a:ext cx="765480" cy="409196"/>
              </a:xfrm>
              <a:custGeom>
                <a:avLst/>
                <a:gdLst>
                  <a:gd name="csX0" fmla="*/ 797385 w 799376"/>
                  <a:gd name="csY0" fmla="*/ 31073 h 427316"/>
                  <a:gd name="csX1" fmla="*/ 693070 w 799376"/>
                  <a:gd name="csY1" fmla="*/ 390645 h 427316"/>
                  <a:gd name="csX2" fmla="*/ 669979 w 799376"/>
                  <a:gd name="csY2" fmla="*/ 426941 h 427316"/>
                  <a:gd name="csX3" fmla="*/ -1003 w 799376"/>
                  <a:gd name="csY3" fmla="*/ 426941 h 427316"/>
                  <a:gd name="csX4" fmla="*/ 309 w 799376"/>
                  <a:gd name="csY4" fmla="*/ 422179 h 427316"/>
                  <a:gd name="csX5" fmla="*/ 2127 w 799376"/>
                  <a:gd name="csY5" fmla="*/ 417600 h 427316"/>
                  <a:gd name="csX6" fmla="*/ 34998 w 799376"/>
                  <a:gd name="csY6" fmla="*/ 388343 h 427316"/>
                  <a:gd name="csX7" fmla="*/ 179735 w 799376"/>
                  <a:gd name="csY7" fmla="*/ 388343 h 427316"/>
                  <a:gd name="csX8" fmla="*/ 276165 w 799376"/>
                  <a:gd name="csY8" fmla="*/ 55909 h 427316"/>
                  <a:gd name="csX9" fmla="*/ 327082 w 799376"/>
                  <a:gd name="csY9" fmla="*/ 3410 h 427316"/>
                  <a:gd name="csX10" fmla="*/ 337178 w 799376"/>
                  <a:gd name="csY10" fmla="*/ 884 h 427316"/>
                  <a:gd name="csX11" fmla="*/ 347549 w 799376"/>
                  <a:gd name="csY11" fmla="*/ -296 h 427316"/>
                  <a:gd name="csX12" fmla="*/ 349005 w 799376"/>
                  <a:gd name="csY12" fmla="*/ -349 h 427316"/>
                  <a:gd name="csX13" fmla="*/ 351111 w 799376"/>
                  <a:gd name="csY13" fmla="*/ -375 h 427316"/>
                  <a:gd name="csX14" fmla="*/ 773756 w 799376"/>
                  <a:gd name="csY14" fmla="*/ -375 h 427316"/>
                  <a:gd name="csX15" fmla="*/ 797385 w 799376"/>
                  <a:gd name="csY15" fmla="*/ 31073 h 4273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799376" h="427316">
                    <a:moveTo>
                      <a:pt x="797385" y="31073"/>
                    </a:moveTo>
                    <a:lnTo>
                      <a:pt x="693070" y="390645"/>
                    </a:lnTo>
                    <a:cubicBezTo>
                      <a:pt x="689639" y="402479"/>
                      <a:pt x="680947" y="418584"/>
                      <a:pt x="669979" y="426941"/>
                    </a:cubicBezTo>
                    <a:lnTo>
                      <a:pt x="-1003" y="426941"/>
                    </a:lnTo>
                    <a:cubicBezTo>
                      <a:pt x="-681" y="425386"/>
                      <a:pt x="-242" y="423799"/>
                      <a:pt x="309" y="422179"/>
                    </a:cubicBezTo>
                    <a:cubicBezTo>
                      <a:pt x="821" y="420663"/>
                      <a:pt x="1431" y="419135"/>
                      <a:pt x="2127" y="417600"/>
                    </a:cubicBezTo>
                    <a:cubicBezTo>
                      <a:pt x="8660" y="403096"/>
                      <a:pt x="22633" y="388343"/>
                      <a:pt x="34998" y="388343"/>
                    </a:cubicBezTo>
                    <a:lnTo>
                      <a:pt x="179735" y="388343"/>
                    </a:lnTo>
                    <a:lnTo>
                      <a:pt x="276165" y="55909"/>
                    </a:lnTo>
                    <a:cubicBezTo>
                      <a:pt x="283525" y="30561"/>
                      <a:pt x="302942" y="11223"/>
                      <a:pt x="327082" y="3410"/>
                    </a:cubicBezTo>
                    <a:cubicBezTo>
                      <a:pt x="330369" y="2341"/>
                      <a:pt x="333734" y="1501"/>
                      <a:pt x="337178" y="884"/>
                    </a:cubicBezTo>
                    <a:cubicBezTo>
                      <a:pt x="340576" y="255"/>
                      <a:pt x="344033" y="-132"/>
                      <a:pt x="347549" y="-296"/>
                    </a:cubicBezTo>
                    <a:cubicBezTo>
                      <a:pt x="348035" y="-316"/>
                      <a:pt x="348513" y="-329"/>
                      <a:pt x="349005" y="-349"/>
                    </a:cubicBezTo>
                    <a:cubicBezTo>
                      <a:pt x="349707" y="-368"/>
                      <a:pt x="350403" y="-375"/>
                      <a:pt x="351111" y="-375"/>
                    </a:cubicBezTo>
                    <a:lnTo>
                      <a:pt x="773756" y="-375"/>
                    </a:lnTo>
                    <a:cubicBezTo>
                      <a:pt x="790143" y="-375"/>
                      <a:pt x="801951" y="15336"/>
                      <a:pt x="797385" y="31073"/>
                    </a:cubicBezTo>
                    <a:close/>
                  </a:path>
                </a:pathLst>
              </a:custGeom>
              <a:solidFill>
                <a:schemeClr val="accent5"/>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1" name="Freeform: Shape 310">
                <a:extLst>
                  <a:ext uri="{FF2B5EF4-FFF2-40B4-BE49-F238E27FC236}">
                    <a16:creationId xmlns:a16="http://schemas.microsoft.com/office/drawing/2014/main" id="{7289C6A8-605C-A0FC-FF22-F13AC32E034F}"/>
                  </a:ext>
                </a:extLst>
              </p:cNvPr>
              <p:cNvSpPr/>
              <p:nvPr/>
            </p:nvSpPr>
            <p:spPr>
              <a:xfrm>
                <a:off x="1643699" y="5411443"/>
                <a:ext cx="254792" cy="27237"/>
              </a:xfrm>
              <a:custGeom>
                <a:avLst/>
                <a:gdLst>
                  <a:gd name="csX0" fmla="*/ 3248 w 266074"/>
                  <a:gd name="csY0" fmla="*/ 8136 h 28443"/>
                  <a:gd name="csX1" fmla="*/ 28858 w 266074"/>
                  <a:gd name="csY1" fmla="*/ 10117 h 28443"/>
                  <a:gd name="csX2" fmla="*/ 90350 w 266074"/>
                  <a:gd name="csY2" fmla="*/ 14873 h 28443"/>
                  <a:gd name="csX3" fmla="*/ 164759 w 266074"/>
                  <a:gd name="csY3" fmla="*/ 20626 h 28443"/>
                  <a:gd name="csX4" fmla="*/ 229091 w 266074"/>
                  <a:gd name="csY4" fmla="*/ 25605 h 28443"/>
                  <a:gd name="csX5" fmla="*/ 250299 w 266074"/>
                  <a:gd name="csY5" fmla="*/ 27245 h 28443"/>
                  <a:gd name="csX6" fmla="*/ 260375 w 266074"/>
                  <a:gd name="csY6" fmla="*/ 28026 h 28443"/>
                  <a:gd name="csX7" fmla="*/ 260821 w 266074"/>
                  <a:gd name="csY7" fmla="*/ 28059 h 28443"/>
                  <a:gd name="csX8" fmla="*/ 265072 w 266074"/>
                  <a:gd name="csY8" fmla="*/ 23808 h 28443"/>
                  <a:gd name="csX9" fmla="*/ 260821 w 266074"/>
                  <a:gd name="csY9" fmla="*/ 19550 h 28443"/>
                  <a:gd name="csX10" fmla="*/ 235211 w 266074"/>
                  <a:gd name="csY10" fmla="*/ 17576 h 28443"/>
                  <a:gd name="csX11" fmla="*/ 173719 w 266074"/>
                  <a:gd name="csY11" fmla="*/ 12820 h 28443"/>
                  <a:gd name="csX12" fmla="*/ 99311 w 266074"/>
                  <a:gd name="csY12" fmla="*/ 7067 h 28443"/>
                  <a:gd name="csX13" fmla="*/ 34978 w 266074"/>
                  <a:gd name="csY13" fmla="*/ 2088 h 28443"/>
                  <a:gd name="csX14" fmla="*/ 13770 w 266074"/>
                  <a:gd name="csY14" fmla="*/ 448 h 28443"/>
                  <a:gd name="csX15" fmla="*/ 3694 w 266074"/>
                  <a:gd name="csY15" fmla="*/ -332 h 28443"/>
                  <a:gd name="csX16" fmla="*/ 3248 w 266074"/>
                  <a:gd name="csY16" fmla="*/ -365 h 28443"/>
                  <a:gd name="csX17" fmla="*/ -1003 w 266074"/>
                  <a:gd name="csY17" fmla="*/ 3886 h 28443"/>
                  <a:gd name="csX18" fmla="*/ 3248 w 266074"/>
                  <a:gd name="csY18" fmla="*/ 8136 h 284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66074" h="28443">
                    <a:moveTo>
                      <a:pt x="3248" y="8136"/>
                    </a:moveTo>
                    <a:cubicBezTo>
                      <a:pt x="11783" y="8799"/>
                      <a:pt x="20317" y="9461"/>
                      <a:pt x="28858" y="10117"/>
                    </a:cubicBezTo>
                    <a:cubicBezTo>
                      <a:pt x="49351" y="11705"/>
                      <a:pt x="69850" y="13286"/>
                      <a:pt x="90350" y="14873"/>
                    </a:cubicBezTo>
                    <a:cubicBezTo>
                      <a:pt x="115153" y="16795"/>
                      <a:pt x="139956" y="18711"/>
                      <a:pt x="164759" y="20626"/>
                    </a:cubicBezTo>
                    <a:cubicBezTo>
                      <a:pt x="186203" y="22286"/>
                      <a:pt x="207647" y="23946"/>
                      <a:pt x="229091" y="25605"/>
                    </a:cubicBezTo>
                    <a:cubicBezTo>
                      <a:pt x="236163" y="26150"/>
                      <a:pt x="243234" y="26694"/>
                      <a:pt x="250299" y="27245"/>
                    </a:cubicBezTo>
                    <a:cubicBezTo>
                      <a:pt x="253645" y="27501"/>
                      <a:pt x="257023" y="27921"/>
                      <a:pt x="260375" y="28026"/>
                    </a:cubicBezTo>
                    <a:cubicBezTo>
                      <a:pt x="260526" y="28026"/>
                      <a:pt x="260670" y="28046"/>
                      <a:pt x="260821" y="28059"/>
                    </a:cubicBezTo>
                    <a:cubicBezTo>
                      <a:pt x="263111" y="28236"/>
                      <a:pt x="265072" y="25979"/>
                      <a:pt x="265072" y="23808"/>
                    </a:cubicBezTo>
                    <a:cubicBezTo>
                      <a:pt x="265072" y="21354"/>
                      <a:pt x="263117" y="19734"/>
                      <a:pt x="260821" y="19550"/>
                    </a:cubicBezTo>
                    <a:cubicBezTo>
                      <a:pt x="252287" y="18894"/>
                      <a:pt x="243746" y="18232"/>
                      <a:pt x="235211" y="17576"/>
                    </a:cubicBezTo>
                    <a:cubicBezTo>
                      <a:pt x="214712" y="15988"/>
                      <a:pt x="194219" y="14401"/>
                      <a:pt x="173719" y="12820"/>
                    </a:cubicBezTo>
                    <a:cubicBezTo>
                      <a:pt x="148917" y="10898"/>
                      <a:pt x="124114" y="8983"/>
                      <a:pt x="99311" y="7067"/>
                    </a:cubicBezTo>
                    <a:cubicBezTo>
                      <a:pt x="77867" y="5407"/>
                      <a:pt x="56422" y="3748"/>
                      <a:pt x="34978" y="2088"/>
                    </a:cubicBezTo>
                    <a:cubicBezTo>
                      <a:pt x="27907" y="1544"/>
                      <a:pt x="20835" y="993"/>
                      <a:pt x="13770" y="448"/>
                    </a:cubicBezTo>
                    <a:cubicBezTo>
                      <a:pt x="10425" y="192"/>
                      <a:pt x="7046" y="-228"/>
                      <a:pt x="3694" y="-332"/>
                    </a:cubicBezTo>
                    <a:cubicBezTo>
                      <a:pt x="3543" y="-332"/>
                      <a:pt x="3399" y="-352"/>
                      <a:pt x="3248" y="-365"/>
                    </a:cubicBezTo>
                    <a:cubicBezTo>
                      <a:pt x="959" y="-542"/>
                      <a:pt x="-1003" y="1714"/>
                      <a:pt x="-1003" y="3886"/>
                    </a:cubicBezTo>
                    <a:cubicBezTo>
                      <a:pt x="-1003" y="6332"/>
                      <a:pt x="952" y="7959"/>
                      <a:pt x="3248" y="8136"/>
                    </a:cubicBezTo>
                    <a:close/>
                  </a:path>
                </a:pathLst>
              </a:custGeom>
              <a:solidFill>
                <a:srgbClr val="0F244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2" name="Freeform: Shape 311">
                <a:extLst>
                  <a:ext uri="{FF2B5EF4-FFF2-40B4-BE49-F238E27FC236}">
                    <a16:creationId xmlns:a16="http://schemas.microsoft.com/office/drawing/2014/main" id="{D80800EE-5695-5C06-1348-4AB5F48BF164}"/>
                  </a:ext>
                </a:extLst>
              </p:cNvPr>
              <p:cNvSpPr/>
              <p:nvPr/>
            </p:nvSpPr>
            <p:spPr>
              <a:xfrm>
                <a:off x="1886932" y="5167571"/>
                <a:ext cx="200084" cy="200084"/>
              </a:xfrm>
              <a:custGeom>
                <a:avLst/>
                <a:gdLst>
                  <a:gd name="csX0" fmla="*/ 207942 w 208944"/>
                  <a:gd name="csY0" fmla="*/ 104097 h 208944"/>
                  <a:gd name="csX1" fmla="*/ 103470 w 208944"/>
                  <a:gd name="csY1" fmla="*/ 208570 h 208944"/>
                  <a:gd name="csX2" fmla="*/ -1003 w 208944"/>
                  <a:gd name="csY2" fmla="*/ 104097 h 208944"/>
                  <a:gd name="csX3" fmla="*/ 103470 w 208944"/>
                  <a:gd name="csY3" fmla="*/ -375 h 208944"/>
                  <a:gd name="csX4" fmla="*/ 207942 w 208944"/>
                  <a:gd name="csY4" fmla="*/ 104097 h 208944"/>
                </a:gdLst>
                <a:ahLst/>
                <a:cxnLst>
                  <a:cxn ang="0">
                    <a:pos x="csX0" y="csY0"/>
                  </a:cxn>
                  <a:cxn ang="0">
                    <a:pos x="csX1" y="csY1"/>
                  </a:cxn>
                  <a:cxn ang="0">
                    <a:pos x="csX2" y="csY2"/>
                  </a:cxn>
                  <a:cxn ang="0">
                    <a:pos x="csX3" y="csY3"/>
                  </a:cxn>
                  <a:cxn ang="0">
                    <a:pos x="csX4" y="csY4"/>
                  </a:cxn>
                </a:cxnLst>
                <a:rect l="l" t="t" r="r" b="b"/>
                <a:pathLst>
                  <a:path w="208944" h="208944">
                    <a:moveTo>
                      <a:pt x="207942" y="104097"/>
                    </a:moveTo>
                    <a:cubicBezTo>
                      <a:pt x="207942" y="161798"/>
                      <a:pt x="161170" y="208570"/>
                      <a:pt x="103470" y="208570"/>
                    </a:cubicBezTo>
                    <a:cubicBezTo>
                      <a:pt x="45769" y="208570"/>
                      <a:pt x="-1003" y="161798"/>
                      <a:pt x="-1003" y="104097"/>
                    </a:cubicBezTo>
                    <a:cubicBezTo>
                      <a:pt x="-1003" y="46397"/>
                      <a:pt x="45769" y="-375"/>
                      <a:pt x="103470" y="-375"/>
                    </a:cubicBezTo>
                    <a:cubicBezTo>
                      <a:pt x="161170" y="-375"/>
                      <a:pt x="207942" y="46397"/>
                      <a:pt x="207942" y="104097"/>
                    </a:cubicBezTo>
                    <a:close/>
                  </a:path>
                </a:pathLst>
              </a:custGeom>
              <a:solidFill>
                <a:srgbClr val="14262D"/>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3" name="Freeform: Shape 312">
                <a:extLst>
                  <a:ext uri="{FF2B5EF4-FFF2-40B4-BE49-F238E27FC236}">
                    <a16:creationId xmlns:a16="http://schemas.microsoft.com/office/drawing/2014/main" id="{8E775F02-2DBC-6BC5-1476-5095B3574ACB}"/>
                  </a:ext>
                </a:extLst>
              </p:cNvPr>
              <p:cNvSpPr/>
              <p:nvPr/>
            </p:nvSpPr>
            <p:spPr>
              <a:xfrm>
                <a:off x="1926803" y="5226280"/>
                <a:ext cx="79123" cy="82666"/>
              </a:xfrm>
              <a:custGeom>
                <a:avLst/>
                <a:gdLst>
                  <a:gd name="csX0" fmla="*/ 30990 w 82627"/>
                  <a:gd name="csY0" fmla="*/ 51179 h 86327"/>
                  <a:gd name="csX1" fmla="*/ 40108 w 82627"/>
                  <a:gd name="csY1" fmla="*/ 23575 h 86327"/>
                  <a:gd name="csX2" fmla="*/ 49226 w 82627"/>
                  <a:gd name="csY2" fmla="*/ 51179 h 86327"/>
                  <a:gd name="csX3" fmla="*/ 30990 w 82627"/>
                  <a:gd name="csY3" fmla="*/ 51179 h 86327"/>
                  <a:gd name="csX4" fmla="*/ 30360 w 82627"/>
                  <a:gd name="csY4" fmla="*/ -375 h 86327"/>
                  <a:gd name="csX5" fmla="*/ -1003 w 82627"/>
                  <a:gd name="csY5" fmla="*/ 85953 h 86327"/>
                  <a:gd name="csX6" fmla="*/ 19504 w 82627"/>
                  <a:gd name="csY6" fmla="*/ 85953 h 86327"/>
                  <a:gd name="csX7" fmla="*/ 25079 w 82627"/>
                  <a:gd name="csY7" fmla="*/ 69061 h 86327"/>
                  <a:gd name="csX8" fmla="*/ 55137 w 82627"/>
                  <a:gd name="csY8" fmla="*/ 69061 h 86327"/>
                  <a:gd name="csX9" fmla="*/ 60713 w 82627"/>
                  <a:gd name="csY9" fmla="*/ 85953 h 86327"/>
                  <a:gd name="csX10" fmla="*/ 81625 w 82627"/>
                  <a:gd name="csY10" fmla="*/ 85953 h 86327"/>
                  <a:gd name="csX11" fmla="*/ 50158 w 82627"/>
                  <a:gd name="csY11" fmla="*/ -375 h 86327"/>
                  <a:gd name="csX12" fmla="*/ 30360 w 82627"/>
                  <a:gd name="csY12" fmla="*/ -375 h 863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82627" h="86327">
                    <a:moveTo>
                      <a:pt x="30990" y="51179"/>
                    </a:moveTo>
                    <a:lnTo>
                      <a:pt x="40108" y="23575"/>
                    </a:lnTo>
                    <a:lnTo>
                      <a:pt x="49226" y="51179"/>
                    </a:lnTo>
                    <a:lnTo>
                      <a:pt x="30990" y="51179"/>
                    </a:lnTo>
                    <a:close/>
                    <a:moveTo>
                      <a:pt x="30360" y="-375"/>
                    </a:moveTo>
                    <a:lnTo>
                      <a:pt x="-1003" y="85953"/>
                    </a:lnTo>
                    <a:lnTo>
                      <a:pt x="19504" y="85953"/>
                    </a:lnTo>
                    <a:lnTo>
                      <a:pt x="25079" y="69061"/>
                    </a:lnTo>
                    <a:lnTo>
                      <a:pt x="55137" y="69061"/>
                    </a:lnTo>
                    <a:lnTo>
                      <a:pt x="60713" y="85953"/>
                    </a:lnTo>
                    <a:lnTo>
                      <a:pt x="81625" y="85953"/>
                    </a:lnTo>
                    <a:lnTo>
                      <a:pt x="50158" y="-375"/>
                    </a:lnTo>
                    <a:lnTo>
                      <a:pt x="30360" y="-375"/>
                    </a:lnTo>
                    <a:close/>
                  </a:path>
                </a:pathLst>
              </a:custGeom>
              <a:solidFill>
                <a:srgbClr val="B8D4FF"/>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4" name="Rectangle 313">
                <a:extLst>
                  <a:ext uri="{FF2B5EF4-FFF2-40B4-BE49-F238E27FC236}">
                    <a16:creationId xmlns:a16="http://schemas.microsoft.com/office/drawing/2014/main" id="{4E381A6D-9C60-BD9E-92FD-26925C57329C}"/>
                  </a:ext>
                </a:extLst>
              </p:cNvPr>
              <p:cNvSpPr/>
              <p:nvPr/>
            </p:nvSpPr>
            <p:spPr>
              <a:xfrm>
                <a:off x="2015620" y="5226280"/>
                <a:ext cx="23386" cy="82667"/>
              </a:xfrm>
              <a:prstGeom prst="rect">
                <a:avLst/>
              </a:prstGeom>
              <a:solidFill>
                <a:srgbClr val="EBF4F7"/>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5" name="Freeform: Shape 314">
                <a:extLst>
                  <a:ext uri="{FF2B5EF4-FFF2-40B4-BE49-F238E27FC236}">
                    <a16:creationId xmlns:a16="http://schemas.microsoft.com/office/drawing/2014/main" id="{28194EE9-DB71-5706-4098-7098058C14B3}"/>
                  </a:ext>
                </a:extLst>
              </p:cNvPr>
              <p:cNvSpPr/>
              <p:nvPr/>
            </p:nvSpPr>
            <p:spPr>
              <a:xfrm>
                <a:off x="1125874" y="4343221"/>
                <a:ext cx="523410" cy="354392"/>
              </a:xfrm>
              <a:custGeom>
                <a:avLst/>
                <a:gdLst>
                  <a:gd name="csX0" fmla="*/ 468309 w 546587"/>
                  <a:gd name="csY0" fmla="*/ -375 h 370085"/>
                  <a:gd name="csX1" fmla="*/ 76273 w 546587"/>
                  <a:gd name="csY1" fmla="*/ -375 h 370085"/>
                  <a:gd name="csX2" fmla="*/ -1003 w 546587"/>
                  <a:gd name="csY2" fmla="*/ 76903 h 370085"/>
                  <a:gd name="csX3" fmla="*/ -1003 w 546587"/>
                  <a:gd name="csY3" fmla="*/ 204060 h 370085"/>
                  <a:gd name="csX4" fmla="*/ 76273 w 546587"/>
                  <a:gd name="csY4" fmla="*/ 281338 h 370085"/>
                  <a:gd name="csX5" fmla="*/ 380473 w 546587"/>
                  <a:gd name="csY5" fmla="*/ 281338 h 370085"/>
                  <a:gd name="csX6" fmla="*/ 482958 w 546587"/>
                  <a:gd name="csY6" fmla="*/ 369711 h 370085"/>
                  <a:gd name="csX7" fmla="*/ 454488 w 546587"/>
                  <a:gd name="csY7" fmla="*/ 281338 h 370085"/>
                  <a:gd name="csX8" fmla="*/ 468309 w 546587"/>
                  <a:gd name="csY8" fmla="*/ 281338 h 370085"/>
                  <a:gd name="csX9" fmla="*/ 545585 w 546587"/>
                  <a:gd name="csY9" fmla="*/ 204060 h 370085"/>
                  <a:gd name="csX10" fmla="*/ 545585 w 546587"/>
                  <a:gd name="csY10" fmla="*/ 76903 h 370085"/>
                  <a:gd name="csX11" fmla="*/ 468309 w 546587"/>
                  <a:gd name="csY11" fmla="*/ -375 h 3700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46587" h="370085">
                    <a:moveTo>
                      <a:pt x="468309" y="-375"/>
                    </a:moveTo>
                    <a:lnTo>
                      <a:pt x="76273" y="-375"/>
                    </a:lnTo>
                    <a:cubicBezTo>
                      <a:pt x="33771" y="-375"/>
                      <a:pt x="-1003" y="34400"/>
                      <a:pt x="-1003" y="76903"/>
                    </a:cubicBezTo>
                    <a:lnTo>
                      <a:pt x="-1003" y="204060"/>
                    </a:lnTo>
                    <a:cubicBezTo>
                      <a:pt x="-1003" y="246563"/>
                      <a:pt x="33771" y="281338"/>
                      <a:pt x="76273" y="281338"/>
                    </a:cubicBezTo>
                    <a:lnTo>
                      <a:pt x="380473" y="281338"/>
                    </a:lnTo>
                    <a:lnTo>
                      <a:pt x="482958" y="369711"/>
                    </a:lnTo>
                    <a:lnTo>
                      <a:pt x="454488" y="281338"/>
                    </a:lnTo>
                    <a:lnTo>
                      <a:pt x="468309" y="281338"/>
                    </a:lnTo>
                    <a:cubicBezTo>
                      <a:pt x="510811" y="281338"/>
                      <a:pt x="545585" y="246563"/>
                      <a:pt x="545585" y="204060"/>
                    </a:cubicBezTo>
                    <a:lnTo>
                      <a:pt x="545585" y="76903"/>
                    </a:lnTo>
                    <a:cubicBezTo>
                      <a:pt x="545585" y="34400"/>
                      <a:pt x="510811" y="-375"/>
                      <a:pt x="468309" y="-375"/>
                    </a:cubicBezTo>
                    <a:close/>
                  </a:path>
                </a:pathLst>
              </a:custGeom>
              <a:solidFill>
                <a:schemeClr val="accent2">
                  <a:lumMod val="40000"/>
                  <a:lumOff val="60000"/>
                </a:schemeClr>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6" name="Freeform: Shape 315">
                <a:extLst>
                  <a:ext uri="{FF2B5EF4-FFF2-40B4-BE49-F238E27FC236}">
                    <a16:creationId xmlns:a16="http://schemas.microsoft.com/office/drawing/2014/main" id="{E174EF2D-2A5A-70EE-164C-41209AD36475}"/>
                  </a:ext>
                </a:extLst>
              </p:cNvPr>
              <p:cNvSpPr/>
              <p:nvPr/>
            </p:nvSpPr>
            <p:spPr>
              <a:xfrm>
                <a:off x="1311084" y="4455661"/>
                <a:ext cx="51258" cy="51253"/>
              </a:xfrm>
              <a:custGeom>
                <a:avLst/>
                <a:gdLst>
                  <a:gd name="csX0" fmla="*/ 52526 w 53528"/>
                  <a:gd name="csY0" fmla="*/ 26387 h 53523"/>
                  <a:gd name="csX1" fmla="*/ 25762 w 53528"/>
                  <a:gd name="csY1" fmla="*/ 53149 h 53523"/>
                  <a:gd name="csX2" fmla="*/ -1003 w 53528"/>
                  <a:gd name="csY2" fmla="*/ 26387 h 53523"/>
                  <a:gd name="csX3" fmla="*/ 25762 w 53528"/>
                  <a:gd name="csY3" fmla="*/ -375 h 53523"/>
                  <a:gd name="csX4" fmla="*/ 52526 w 53528"/>
                  <a:gd name="csY4" fmla="*/ 26387 h 53523"/>
                </a:gdLst>
                <a:ahLst/>
                <a:cxnLst>
                  <a:cxn ang="0">
                    <a:pos x="csX0" y="csY0"/>
                  </a:cxn>
                  <a:cxn ang="0">
                    <a:pos x="csX1" y="csY1"/>
                  </a:cxn>
                  <a:cxn ang="0">
                    <a:pos x="csX2" y="csY2"/>
                  </a:cxn>
                  <a:cxn ang="0">
                    <a:pos x="csX3" y="csY3"/>
                  </a:cxn>
                  <a:cxn ang="0">
                    <a:pos x="csX4" y="csY4"/>
                  </a:cxn>
                </a:cxnLst>
                <a:rect l="l" t="t" r="r" b="b"/>
                <a:pathLst>
                  <a:path w="53528" h="53523">
                    <a:moveTo>
                      <a:pt x="52526" y="26387"/>
                    </a:moveTo>
                    <a:cubicBezTo>
                      <a:pt x="52526" y="41167"/>
                      <a:pt x="40541" y="53149"/>
                      <a:pt x="25762" y="53149"/>
                    </a:cubicBezTo>
                    <a:cubicBezTo>
                      <a:pt x="10982" y="53149"/>
                      <a:pt x="-1003" y="41167"/>
                      <a:pt x="-1003" y="26387"/>
                    </a:cubicBezTo>
                    <a:cubicBezTo>
                      <a:pt x="-1003" y="11607"/>
                      <a:pt x="10982" y="-375"/>
                      <a:pt x="25762" y="-375"/>
                    </a:cubicBezTo>
                    <a:cubicBezTo>
                      <a:pt x="40541" y="-375"/>
                      <a:pt x="52526" y="11607"/>
                      <a:pt x="52526" y="26387"/>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7" name="Freeform: Shape 316">
                <a:extLst>
                  <a:ext uri="{FF2B5EF4-FFF2-40B4-BE49-F238E27FC236}">
                    <a16:creationId xmlns:a16="http://schemas.microsoft.com/office/drawing/2014/main" id="{05D8D6B6-10FC-59A1-C211-CE8954939165}"/>
                  </a:ext>
                </a:extLst>
              </p:cNvPr>
              <p:cNvSpPr/>
              <p:nvPr/>
            </p:nvSpPr>
            <p:spPr>
              <a:xfrm>
                <a:off x="1201587" y="4455661"/>
                <a:ext cx="51252" cy="51253"/>
              </a:xfrm>
              <a:custGeom>
                <a:avLst/>
                <a:gdLst>
                  <a:gd name="csX0" fmla="*/ 52519 w 53521"/>
                  <a:gd name="csY0" fmla="*/ 26387 h 53523"/>
                  <a:gd name="csX1" fmla="*/ 25762 w 53521"/>
                  <a:gd name="csY1" fmla="*/ 53149 h 53523"/>
                  <a:gd name="csX2" fmla="*/ -1003 w 53521"/>
                  <a:gd name="csY2" fmla="*/ 26387 h 53523"/>
                  <a:gd name="csX3" fmla="*/ 25762 w 53521"/>
                  <a:gd name="csY3" fmla="*/ -375 h 53523"/>
                  <a:gd name="csX4" fmla="*/ 52519 w 53521"/>
                  <a:gd name="csY4" fmla="*/ 26387 h 53523"/>
                </a:gdLst>
                <a:ahLst/>
                <a:cxnLst>
                  <a:cxn ang="0">
                    <a:pos x="csX0" y="csY0"/>
                  </a:cxn>
                  <a:cxn ang="0">
                    <a:pos x="csX1" y="csY1"/>
                  </a:cxn>
                  <a:cxn ang="0">
                    <a:pos x="csX2" y="csY2"/>
                  </a:cxn>
                  <a:cxn ang="0">
                    <a:pos x="csX3" y="csY3"/>
                  </a:cxn>
                  <a:cxn ang="0">
                    <a:pos x="csX4" y="csY4"/>
                  </a:cxn>
                </a:cxnLst>
                <a:rect l="l" t="t" r="r" b="b"/>
                <a:pathLst>
                  <a:path w="53521" h="53523">
                    <a:moveTo>
                      <a:pt x="52519" y="26387"/>
                    </a:moveTo>
                    <a:cubicBezTo>
                      <a:pt x="52519" y="41167"/>
                      <a:pt x="40541" y="53149"/>
                      <a:pt x="25762" y="53149"/>
                    </a:cubicBezTo>
                    <a:cubicBezTo>
                      <a:pt x="10982" y="53149"/>
                      <a:pt x="-1003" y="41167"/>
                      <a:pt x="-1003" y="26387"/>
                    </a:cubicBezTo>
                    <a:cubicBezTo>
                      <a:pt x="-1003" y="11607"/>
                      <a:pt x="10982" y="-375"/>
                      <a:pt x="25762" y="-375"/>
                    </a:cubicBezTo>
                    <a:cubicBezTo>
                      <a:pt x="40541" y="-375"/>
                      <a:pt x="52519" y="11607"/>
                      <a:pt x="52519" y="26387"/>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8" name="Freeform: Shape 317">
                <a:extLst>
                  <a:ext uri="{FF2B5EF4-FFF2-40B4-BE49-F238E27FC236}">
                    <a16:creationId xmlns:a16="http://schemas.microsoft.com/office/drawing/2014/main" id="{980C9451-8536-07EF-C891-88359F6ECEB3}"/>
                  </a:ext>
                </a:extLst>
              </p:cNvPr>
              <p:cNvSpPr/>
              <p:nvPr/>
            </p:nvSpPr>
            <p:spPr>
              <a:xfrm>
                <a:off x="1522319" y="4455661"/>
                <a:ext cx="51252" cy="51253"/>
              </a:xfrm>
              <a:custGeom>
                <a:avLst/>
                <a:gdLst>
                  <a:gd name="csX0" fmla="*/ 52519 w 53521"/>
                  <a:gd name="csY0" fmla="*/ 26387 h 53523"/>
                  <a:gd name="csX1" fmla="*/ 25762 w 53521"/>
                  <a:gd name="csY1" fmla="*/ 53149 h 53523"/>
                  <a:gd name="csX2" fmla="*/ -1003 w 53521"/>
                  <a:gd name="csY2" fmla="*/ 26387 h 53523"/>
                  <a:gd name="csX3" fmla="*/ 25762 w 53521"/>
                  <a:gd name="csY3" fmla="*/ -375 h 53523"/>
                  <a:gd name="csX4" fmla="*/ 52519 w 53521"/>
                  <a:gd name="csY4" fmla="*/ 26387 h 53523"/>
                </a:gdLst>
                <a:ahLst/>
                <a:cxnLst>
                  <a:cxn ang="0">
                    <a:pos x="csX0" y="csY0"/>
                  </a:cxn>
                  <a:cxn ang="0">
                    <a:pos x="csX1" y="csY1"/>
                  </a:cxn>
                  <a:cxn ang="0">
                    <a:pos x="csX2" y="csY2"/>
                  </a:cxn>
                  <a:cxn ang="0">
                    <a:pos x="csX3" y="csY3"/>
                  </a:cxn>
                  <a:cxn ang="0">
                    <a:pos x="csX4" y="csY4"/>
                  </a:cxn>
                </a:cxnLst>
                <a:rect l="l" t="t" r="r" b="b"/>
                <a:pathLst>
                  <a:path w="53521" h="53523">
                    <a:moveTo>
                      <a:pt x="52519" y="26387"/>
                    </a:moveTo>
                    <a:cubicBezTo>
                      <a:pt x="52519" y="41167"/>
                      <a:pt x="40541" y="53149"/>
                      <a:pt x="25762" y="53149"/>
                    </a:cubicBezTo>
                    <a:cubicBezTo>
                      <a:pt x="10976" y="53149"/>
                      <a:pt x="-1003" y="41167"/>
                      <a:pt x="-1003" y="26387"/>
                    </a:cubicBezTo>
                    <a:cubicBezTo>
                      <a:pt x="-1003" y="11607"/>
                      <a:pt x="10976" y="-375"/>
                      <a:pt x="25762" y="-375"/>
                    </a:cubicBezTo>
                    <a:cubicBezTo>
                      <a:pt x="40541" y="-375"/>
                      <a:pt x="52519" y="11607"/>
                      <a:pt x="52519" y="26387"/>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19" name="Freeform: Shape 318">
                <a:extLst>
                  <a:ext uri="{FF2B5EF4-FFF2-40B4-BE49-F238E27FC236}">
                    <a16:creationId xmlns:a16="http://schemas.microsoft.com/office/drawing/2014/main" id="{B9DBED2C-5052-3311-CC9D-E71B968F14D4}"/>
                  </a:ext>
                </a:extLst>
              </p:cNvPr>
              <p:cNvSpPr/>
              <p:nvPr/>
            </p:nvSpPr>
            <p:spPr>
              <a:xfrm>
                <a:off x="1412823" y="4455661"/>
                <a:ext cx="51252" cy="51253"/>
              </a:xfrm>
              <a:custGeom>
                <a:avLst/>
                <a:gdLst>
                  <a:gd name="csX0" fmla="*/ 52519 w 53521"/>
                  <a:gd name="csY0" fmla="*/ 26387 h 53523"/>
                  <a:gd name="csX1" fmla="*/ 25755 w 53521"/>
                  <a:gd name="csY1" fmla="*/ 53149 h 53523"/>
                  <a:gd name="csX2" fmla="*/ -1003 w 53521"/>
                  <a:gd name="csY2" fmla="*/ 26387 h 53523"/>
                  <a:gd name="csX3" fmla="*/ 25755 w 53521"/>
                  <a:gd name="csY3" fmla="*/ -375 h 53523"/>
                  <a:gd name="csX4" fmla="*/ 52519 w 53521"/>
                  <a:gd name="csY4" fmla="*/ 26387 h 53523"/>
                </a:gdLst>
                <a:ahLst/>
                <a:cxnLst>
                  <a:cxn ang="0">
                    <a:pos x="csX0" y="csY0"/>
                  </a:cxn>
                  <a:cxn ang="0">
                    <a:pos x="csX1" y="csY1"/>
                  </a:cxn>
                  <a:cxn ang="0">
                    <a:pos x="csX2" y="csY2"/>
                  </a:cxn>
                  <a:cxn ang="0">
                    <a:pos x="csX3" y="csY3"/>
                  </a:cxn>
                  <a:cxn ang="0">
                    <a:pos x="csX4" y="csY4"/>
                  </a:cxn>
                </a:cxnLst>
                <a:rect l="l" t="t" r="r" b="b"/>
                <a:pathLst>
                  <a:path w="53521" h="53523">
                    <a:moveTo>
                      <a:pt x="52519" y="26387"/>
                    </a:moveTo>
                    <a:cubicBezTo>
                      <a:pt x="52519" y="41167"/>
                      <a:pt x="40535" y="53149"/>
                      <a:pt x="25755" y="53149"/>
                    </a:cubicBezTo>
                    <a:cubicBezTo>
                      <a:pt x="10976" y="53149"/>
                      <a:pt x="-1003" y="41167"/>
                      <a:pt x="-1003" y="26387"/>
                    </a:cubicBezTo>
                    <a:cubicBezTo>
                      <a:pt x="-1003" y="11607"/>
                      <a:pt x="10976" y="-375"/>
                      <a:pt x="25755" y="-375"/>
                    </a:cubicBezTo>
                    <a:cubicBezTo>
                      <a:pt x="40535" y="-375"/>
                      <a:pt x="52519" y="11607"/>
                      <a:pt x="52519" y="26387"/>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0" name="Freeform: Shape 319">
                <a:extLst>
                  <a:ext uri="{FF2B5EF4-FFF2-40B4-BE49-F238E27FC236}">
                    <a16:creationId xmlns:a16="http://schemas.microsoft.com/office/drawing/2014/main" id="{D86FF05B-F237-B899-6DF9-9D2E859E68FC}"/>
                  </a:ext>
                </a:extLst>
              </p:cNvPr>
              <p:cNvSpPr/>
              <p:nvPr/>
            </p:nvSpPr>
            <p:spPr>
              <a:xfrm>
                <a:off x="2416907" y="4583397"/>
                <a:ext cx="523410" cy="354395"/>
              </a:xfrm>
              <a:custGeom>
                <a:avLst/>
                <a:gdLst>
                  <a:gd name="csX0" fmla="*/ 76273 w 546587"/>
                  <a:gd name="csY0" fmla="*/ -375 h 370088"/>
                  <a:gd name="csX1" fmla="*/ 468309 w 546587"/>
                  <a:gd name="csY1" fmla="*/ -375 h 370088"/>
                  <a:gd name="csX2" fmla="*/ 545585 w 546587"/>
                  <a:gd name="csY2" fmla="*/ 76901 h 370088"/>
                  <a:gd name="csX3" fmla="*/ 545585 w 546587"/>
                  <a:gd name="csY3" fmla="*/ 204064 h 370088"/>
                  <a:gd name="csX4" fmla="*/ 468309 w 546587"/>
                  <a:gd name="csY4" fmla="*/ 281339 h 370088"/>
                  <a:gd name="csX5" fmla="*/ 164109 w 546587"/>
                  <a:gd name="csY5" fmla="*/ 281339 h 370088"/>
                  <a:gd name="csX6" fmla="*/ 61624 w 546587"/>
                  <a:gd name="csY6" fmla="*/ 369713 h 370088"/>
                  <a:gd name="csX7" fmla="*/ 90094 w 546587"/>
                  <a:gd name="csY7" fmla="*/ 281339 h 370088"/>
                  <a:gd name="csX8" fmla="*/ 76273 w 546587"/>
                  <a:gd name="csY8" fmla="*/ 281339 h 370088"/>
                  <a:gd name="csX9" fmla="*/ -1003 w 546587"/>
                  <a:gd name="csY9" fmla="*/ 204064 h 370088"/>
                  <a:gd name="csX10" fmla="*/ -1003 w 546587"/>
                  <a:gd name="csY10" fmla="*/ 76901 h 370088"/>
                  <a:gd name="csX11" fmla="*/ 76273 w 546587"/>
                  <a:gd name="csY11" fmla="*/ -375 h 3700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546587" h="370088">
                    <a:moveTo>
                      <a:pt x="76273" y="-375"/>
                    </a:moveTo>
                    <a:lnTo>
                      <a:pt x="468309" y="-375"/>
                    </a:lnTo>
                    <a:cubicBezTo>
                      <a:pt x="510811" y="-375"/>
                      <a:pt x="545585" y="34400"/>
                      <a:pt x="545585" y="76901"/>
                    </a:cubicBezTo>
                    <a:lnTo>
                      <a:pt x="545585" y="204064"/>
                    </a:lnTo>
                    <a:cubicBezTo>
                      <a:pt x="545585" y="246565"/>
                      <a:pt x="510811" y="281339"/>
                      <a:pt x="468309" y="281339"/>
                    </a:cubicBezTo>
                    <a:lnTo>
                      <a:pt x="164109" y="281339"/>
                    </a:lnTo>
                    <a:lnTo>
                      <a:pt x="61624" y="369713"/>
                    </a:lnTo>
                    <a:lnTo>
                      <a:pt x="90094" y="281339"/>
                    </a:lnTo>
                    <a:lnTo>
                      <a:pt x="76273" y="281339"/>
                    </a:lnTo>
                    <a:cubicBezTo>
                      <a:pt x="33771" y="281339"/>
                      <a:pt x="-1003" y="246565"/>
                      <a:pt x="-1003" y="204064"/>
                    </a:cubicBezTo>
                    <a:lnTo>
                      <a:pt x="-1003" y="76901"/>
                    </a:lnTo>
                    <a:cubicBezTo>
                      <a:pt x="-1003" y="34400"/>
                      <a:pt x="33771" y="-375"/>
                      <a:pt x="76273" y="-375"/>
                    </a:cubicBezTo>
                    <a:close/>
                  </a:path>
                </a:pathLst>
              </a:custGeom>
              <a:solidFill>
                <a:schemeClr val="accent2">
                  <a:lumMod val="40000"/>
                  <a:lumOff val="60000"/>
                </a:schemeClr>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1" name="Freeform: Shape 320">
                <a:extLst>
                  <a:ext uri="{FF2B5EF4-FFF2-40B4-BE49-F238E27FC236}">
                    <a16:creationId xmlns:a16="http://schemas.microsoft.com/office/drawing/2014/main" id="{B45CA989-4724-918E-1C69-0A4AB413F50D}"/>
                  </a:ext>
                </a:extLst>
              </p:cNvPr>
              <p:cNvSpPr/>
              <p:nvPr/>
            </p:nvSpPr>
            <p:spPr>
              <a:xfrm>
                <a:off x="2508771" y="4664846"/>
                <a:ext cx="339674" cy="12287"/>
              </a:xfrm>
              <a:custGeom>
                <a:avLst/>
                <a:gdLst>
                  <a:gd name="csX0" fmla="*/ 5379 w 354715"/>
                  <a:gd name="csY0" fmla="*/ 12418 h 12831"/>
                  <a:gd name="csX1" fmla="*/ 333444 w 354715"/>
                  <a:gd name="csY1" fmla="*/ 12418 h 12831"/>
                  <a:gd name="csX2" fmla="*/ 346747 w 354715"/>
                  <a:gd name="csY2" fmla="*/ 12418 h 12831"/>
                  <a:gd name="csX3" fmla="*/ 347331 w 354715"/>
                  <a:gd name="csY3" fmla="*/ 12418 h 12831"/>
                  <a:gd name="csX4" fmla="*/ 353707 w 354715"/>
                  <a:gd name="csY4" fmla="*/ 6042 h 12831"/>
                  <a:gd name="csX5" fmla="*/ 347331 w 354715"/>
                  <a:gd name="csY5" fmla="*/ -334 h 12831"/>
                  <a:gd name="csX6" fmla="*/ 19273 w 354715"/>
                  <a:gd name="csY6" fmla="*/ -334 h 12831"/>
                  <a:gd name="csX7" fmla="*/ 5963 w 354715"/>
                  <a:gd name="csY7" fmla="*/ -334 h 12831"/>
                  <a:gd name="csX8" fmla="*/ 5379 w 354715"/>
                  <a:gd name="csY8" fmla="*/ -334 h 12831"/>
                  <a:gd name="csX9" fmla="*/ -997 w 354715"/>
                  <a:gd name="csY9" fmla="*/ 6042 h 12831"/>
                  <a:gd name="csX10" fmla="*/ 5379 w 354715"/>
                  <a:gd name="csY10" fmla="*/ 12418 h 128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4715" h="12831">
                    <a:moveTo>
                      <a:pt x="5379" y="12418"/>
                    </a:moveTo>
                    <a:lnTo>
                      <a:pt x="333444" y="12418"/>
                    </a:lnTo>
                    <a:cubicBezTo>
                      <a:pt x="337872" y="12418"/>
                      <a:pt x="342319" y="12503"/>
                      <a:pt x="346747" y="12418"/>
                    </a:cubicBezTo>
                    <a:lnTo>
                      <a:pt x="347331" y="12418"/>
                    </a:lnTo>
                    <a:cubicBezTo>
                      <a:pt x="350670" y="12418"/>
                      <a:pt x="353865" y="9486"/>
                      <a:pt x="353707" y="6042"/>
                    </a:cubicBezTo>
                    <a:cubicBezTo>
                      <a:pt x="353556" y="2585"/>
                      <a:pt x="350906" y="-334"/>
                      <a:pt x="347331" y="-334"/>
                    </a:cubicBezTo>
                    <a:lnTo>
                      <a:pt x="19273" y="-334"/>
                    </a:lnTo>
                    <a:cubicBezTo>
                      <a:pt x="14838" y="-334"/>
                      <a:pt x="10397" y="-426"/>
                      <a:pt x="5963" y="-334"/>
                    </a:cubicBezTo>
                    <a:lnTo>
                      <a:pt x="5379" y="-334"/>
                    </a:lnTo>
                    <a:cubicBezTo>
                      <a:pt x="2046" y="-334"/>
                      <a:pt x="-1148" y="2598"/>
                      <a:pt x="-997" y="6042"/>
                    </a:cubicBezTo>
                    <a:cubicBezTo>
                      <a:pt x="-840" y="9499"/>
                      <a:pt x="1804" y="12418"/>
                      <a:pt x="5379" y="12418"/>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2" name="Freeform: Shape 321">
                <a:extLst>
                  <a:ext uri="{FF2B5EF4-FFF2-40B4-BE49-F238E27FC236}">
                    <a16:creationId xmlns:a16="http://schemas.microsoft.com/office/drawing/2014/main" id="{21293ECD-C326-1C69-BF70-31099D5719A2}"/>
                  </a:ext>
                </a:extLst>
              </p:cNvPr>
              <p:cNvSpPr/>
              <p:nvPr/>
            </p:nvSpPr>
            <p:spPr>
              <a:xfrm>
                <a:off x="2508771" y="4714574"/>
                <a:ext cx="339674" cy="12284"/>
              </a:xfrm>
              <a:custGeom>
                <a:avLst/>
                <a:gdLst>
                  <a:gd name="csX0" fmla="*/ 5379 w 354715"/>
                  <a:gd name="csY0" fmla="*/ 12415 h 12828"/>
                  <a:gd name="csX1" fmla="*/ 333444 w 354715"/>
                  <a:gd name="csY1" fmla="*/ 12415 h 12828"/>
                  <a:gd name="csX2" fmla="*/ 346747 w 354715"/>
                  <a:gd name="csY2" fmla="*/ 12415 h 12828"/>
                  <a:gd name="csX3" fmla="*/ 347331 w 354715"/>
                  <a:gd name="csY3" fmla="*/ 12415 h 12828"/>
                  <a:gd name="csX4" fmla="*/ 353707 w 354715"/>
                  <a:gd name="csY4" fmla="*/ 6039 h 12828"/>
                  <a:gd name="csX5" fmla="*/ 347331 w 354715"/>
                  <a:gd name="csY5" fmla="*/ -337 h 12828"/>
                  <a:gd name="csX6" fmla="*/ 19273 w 354715"/>
                  <a:gd name="csY6" fmla="*/ -337 h 12828"/>
                  <a:gd name="csX7" fmla="*/ 5963 w 354715"/>
                  <a:gd name="csY7" fmla="*/ -337 h 12828"/>
                  <a:gd name="csX8" fmla="*/ 5379 w 354715"/>
                  <a:gd name="csY8" fmla="*/ -337 h 12828"/>
                  <a:gd name="csX9" fmla="*/ -997 w 354715"/>
                  <a:gd name="csY9" fmla="*/ 6039 h 12828"/>
                  <a:gd name="csX10" fmla="*/ 5379 w 354715"/>
                  <a:gd name="csY10" fmla="*/ 12415 h 128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4715" h="12828">
                    <a:moveTo>
                      <a:pt x="5379" y="12415"/>
                    </a:moveTo>
                    <a:lnTo>
                      <a:pt x="333444" y="12415"/>
                    </a:lnTo>
                    <a:cubicBezTo>
                      <a:pt x="337872" y="12415"/>
                      <a:pt x="342319" y="12501"/>
                      <a:pt x="346747" y="12415"/>
                    </a:cubicBezTo>
                    <a:lnTo>
                      <a:pt x="347331" y="12415"/>
                    </a:lnTo>
                    <a:cubicBezTo>
                      <a:pt x="350670" y="12415"/>
                      <a:pt x="353865" y="9483"/>
                      <a:pt x="353707" y="6039"/>
                    </a:cubicBezTo>
                    <a:cubicBezTo>
                      <a:pt x="353556" y="2582"/>
                      <a:pt x="350906" y="-337"/>
                      <a:pt x="347331" y="-337"/>
                    </a:cubicBezTo>
                    <a:lnTo>
                      <a:pt x="19273" y="-337"/>
                    </a:lnTo>
                    <a:cubicBezTo>
                      <a:pt x="14838" y="-337"/>
                      <a:pt x="10397" y="-422"/>
                      <a:pt x="5963" y="-337"/>
                    </a:cubicBezTo>
                    <a:lnTo>
                      <a:pt x="5379" y="-337"/>
                    </a:lnTo>
                    <a:cubicBezTo>
                      <a:pt x="2046" y="-337"/>
                      <a:pt x="-1148" y="2595"/>
                      <a:pt x="-997" y="6039"/>
                    </a:cubicBezTo>
                    <a:cubicBezTo>
                      <a:pt x="-840" y="9496"/>
                      <a:pt x="1804" y="12415"/>
                      <a:pt x="5379" y="12415"/>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3" name="Freeform: Shape 322">
                <a:extLst>
                  <a:ext uri="{FF2B5EF4-FFF2-40B4-BE49-F238E27FC236}">
                    <a16:creationId xmlns:a16="http://schemas.microsoft.com/office/drawing/2014/main" id="{C4DCB065-E14F-CE96-8D50-4451CC659B56}"/>
                  </a:ext>
                </a:extLst>
              </p:cNvPr>
              <p:cNvSpPr/>
              <p:nvPr/>
            </p:nvSpPr>
            <p:spPr>
              <a:xfrm>
                <a:off x="2508771" y="4764300"/>
                <a:ext cx="339674" cy="12290"/>
              </a:xfrm>
              <a:custGeom>
                <a:avLst/>
                <a:gdLst>
                  <a:gd name="csX0" fmla="*/ 5379 w 354715"/>
                  <a:gd name="csY0" fmla="*/ 12422 h 12834"/>
                  <a:gd name="csX1" fmla="*/ 333444 w 354715"/>
                  <a:gd name="csY1" fmla="*/ 12422 h 12834"/>
                  <a:gd name="csX2" fmla="*/ 346747 w 354715"/>
                  <a:gd name="csY2" fmla="*/ 12422 h 12834"/>
                  <a:gd name="csX3" fmla="*/ 347331 w 354715"/>
                  <a:gd name="csY3" fmla="*/ 12422 h 12834"/>
                  <a:gd name="csX4" fmla="*/ 353707 w 354715"/>
                  <a:gd name="csY4" fmla="*/ 6039 h 12834"/>
                  <a:gd name="csX5" fmla="*/ 347331 w 354715"/>
                  <a:gd name="csY5" fmla="*/ -337 h 12834"/>
                  <a:gd name="csX6" fmla="*/ 19273 w 354715"/>
                  <a:gd name="csY6" fmla="*/ -337 h 12834"/>
                  <a:gd name="csX7" fmla="*/ 5963 w 354715"/>
                  <a:gd name="csY7" fmla="*/ -337 h 12834"/>
                  <a:gd name="csX8" fmla="*/ 5379 w 354715"/>
                  <a:gd name="csY8" fmla="*/ -337 h 12834"/>
                  <a:gd name="csX9" fmla="*/ -997 w 354715"/>
                  <a:gd name="csY9" fmla="*/ 6039 h 12834"/>
                  <a:gd name="csX10" fmla="*/ 5379 w 354715"/>
                  <a:gd name="csY10" fmla="*/ 12422 h 128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54715" h="12834">
                    <a:moveTo>
                      <a:pt x="5379" y="12422"/>
                    </a:moveTo>
                    <a:lnTo>
                      <a:pt x="333444" y="12422"/>
                    </a:lnTo>
                    <a:cubicBezTo>
                      <a:pt x="337872" y="12422"/>
                      <a:pt x="342319" y="12507"/>
                      <a:pt x="346747" y="12422"/>
                    </a:cubicBezTo>
                    <a:cubicBezTo>
                      <a:pt x="346944" y="12415"/>
                      <a:pt x="347141" y="12422"/>
                      <a:pt x="347331" y="12422"/>
                    </a:cubicBezTo>
                    <a:cubicBezTo>
                      <a:pt x="350670" y="12422"/>
                      <a:pt x="353865" y="9483"/>
                      <a:pt x="353707" y="6039"/>
                    </a:cubicBezTo>
                    <a:cubicBezTo>
                      <a:pt x="353556" y="2589"/>
                      <a:pt x="350906" y="-337"/>
                      <a:pt x="347331" y="-337"/>
                    </a:cubicBezTo>
                    <a:lnTo>
                      <a:pt x="19273" y="-337"/>
                    </a:lnTo>
                    <a:cubicBezTo>
                      <a:pt x="14838" y="-337"/>
                      <a:pt x="10397" y="-422"/>
                      <a:pt x="5963" y="-337"/>
                    </a:cubicBezTo>
                    <a:cubicBezTo>
                      <a:pt x="5772" y="-331"/>
                      <a:pt x="5576" y="-337"/>
                      <a:pt x="5379" y="-337"/>
                    </a:cubicBezTo>
                    <a:cubicBezTo>
                      <a:pt x="2046" y="-337"/>
                      <a:pt x="-1148" y="2595"/>
                      <a:pt x="-997" y="6039"/>
                    </a:cubicBezTo>
                    <a:cubicBezTo>
                      <a:pt x="-840" y="9496"/>
                      <a:pt x="1804" y="12422"/>
                      <a:pt x="5379" y="12422"/>
                    </a:cubicBezTo>
                    <a:close/>
                  </a:path>
                </a:pathLst>
              </a:custGeom>
              <a:solidFill>
                <a:schemeClr val="accent2"/>
              </a:solidFill>
              <a:ln w="655"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324" name="Freeform: Shape 323">
                <a:extLst>
                  <a:ext uri="{FF2B5EF4-FFF2-40B4-BE49-F238E27FC236}">
                    <a16:creationId xmlns:a16="http://schemas.microsoft.com/office/drawing/2014/main" id="{5D237835-EDA1-DB3D-F6F1-3AA47905E631}"/>
                  </a:ext>
                </a:extLst>
              </p:cNvPr>
              <p:cNvSpPr/>
              <p:nvPr/>
            </p:nvSpPr>
            <p:spPr>
              <a:xfrm>
                <a:off x="2365893" y="5321497"/>
                <a:ext cx="78060" cy="78074"/>
              </a:xfrm>
              <a:custGeom>
                <a:avLst/>
                <a:gdLst>
                  <a:gd name="csX0" fmla="*/ 33057 w 70364"/>
                  <a:gd name="csY0" fmla="*/ 8571 h 70377"/>
                  <a:gd name="csX1" fmla="*/ 8428 w 70364"/>
                  <a:gd name="csY1" fmla="*/ 33200 h 70377"/>
                  <a:gd name="csX2" fmla="*/ 33057 w 70364"/>
                  <a:gd name="csY2" fmla="*/ 57842 h 70377"/>
                  <a:gd name="csX3" fmla="*/ 57686 w 70364"/>
                  <a:gd name="csY3" fmla="*/ 33200 h 70377"/>
                  <a:gd name="csX4" fmla="*/ 33057 w 70364"/>
                  <a:gd name="csY4" fmla="*/ 8571 h 70377"/>
                  <a:gd name="csX5" fmla="*/ 33057 w 70364"/>
                  <a:gd name="csY5" fmla="*/ 68396 h 70377"/>
                  <a:gd name="csX6" fmla="*/ -2125 w 70364"/>
                  <a:gd name="csY6" fmla="*/ 33200 h 70377"/>
                  <a:gd name="csX7" fmla="*/ 33057 w 70364"/>
                  <a:gd name="csY7" fmla="*/ -1982 h 70377"/>
                  <a:gd name="csX8" fmla="*/ 68239 w 70364"/>
                  <a:gd name="csY8" fmla="*/ 33200 h 70377"/>
                  <a:gd name="csX9" fmla="*/ 33057 w 70364"/>
                  <a:gd name="csY9" fmla="*/ 68396 h 70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0364" h="70377">
                    <a:moveTo>
                      <a:pt x="33057" y="8571"/>
                    </a:moveTo>
                    <a:cubicBezTo>
                      <a:pt x="19470" y="8571"/>
                      <a:pt x="8428" y="19626"/>
                      <a:pt x="8428" y="33200"/>
                    </a:cubicBezTo>
                    <a:cubicBezTo>
                      <a:pt x="8428" y="46788"/>
                      <a:pt x="19470" y="57842"/>
                      <a:pt x="33057" y="57842"/>
                    </a:cubicBezTo>
                    <a:cubicBezTo>
                      <a:pt x="46645" y="57842"/>
                      <a:pt x="57686" y="46788"/>
                      <a:pt x="57686" y="33200"/>
                    </a:cubicBezTo>
                    <a:cubicBezTo>
                      <a:pt x="57686" y="19626"/>
                      <a:pt x="46645" y="8571"/>
                      <a:pt x="33057" y="8571"/>
                    </a:cubicBezTo>
                    <a:close/>
                    <a:moveTo>
                      <a:pt x="33057" y="68396"/>
                    </a:moveTo>
                    <a:cubicBezTo>
                      <a:pt x="13652" y="68396"/>
                      <a:pt x="-2125" y="52605"/>
                      <a:pt x="-2125" y="33200"/>
                    </a:cubicBezTo>
                    <a:cubicBezTo>
                      <a:pt x="-2125" y="13808"/>
                      <a:pt x="13652" y="-1982"/>
                      <a:pt x="33057" y="-1982"/>
                    </a:cubicBezTo>
                    <a:cubicBezTo>
                      <a:pt x="52462" y="-1982"/>
                      <a:pt x="68239" y="13808"/>
                      <a:pt x="68239" y="33200"/>
                    </a:cubicBezTo>
                    <a:cubicBezTo>
                      <a:pt x="68239" y="52605"/>
                      <a:pt x="52462" y="68396"/>
                      <a:pt x="33057" y="68396"/>
                    </a:cubicBezTo>
                    <a:close/>
                  </a:path>
                </a:pathLst>
              </a:custGeom>
              <a:solidFill>
                <a:srgbClr val="FFFF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sp>
        <p:nvSpPr>
          <p:cNvPr id="574" name="Oval 573">
            <a:extLst>
              <a:ext uri="{FF2B5EF4-FFF2-40B4-BE49-F238E27FC236}">
                <a16:creationId xmlns:a16="http://schemas.microsoft.com/office/drawing/2014/main" id="{509A01FA-31BF-F984-8E9E-349B04ABE30B}"/>
              </a:ext>
            </a:extLst>
          </p:cNvPr>
          <p:cNvSpPr/>
          <p:nvPr/>
        </p:nvSpPr>
        <p:spPr>
          <a:xfrm>
            <a:off x="7093052" y="2208536"/>
            <a:ext cx="695070" cy="695070"/>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sp>
        <p:nvSpPr>
          <p:cNvPr id="575" name="Freeform: Shape 574">
            <a:extLst>
              <a:ext uri="{FF2B5EF4-FFF2-40B4-BE49-F238E27FC236}">
                <a16:creationId xmlns:a16="http://schemas.microsoft.com/office/drawing/2014/main" id="{3B68B2BB-9CC5-7A2B-2489-33480F72C681}"/>
              </a:ext>
            </a:extLst>
          </p:cNvPr>
          <p:cNvSpPr/>
          <p:nvPr/>
        </p:nvSpPr>
        <p:spPr>
          <a:xfrm flipH="1">
            <a:off x="7256030" y="2211156"/>
            <a:ext cx="361721" cy="342290"/>
          </a:xfrm>
          <a:custGeom>
            <a:avLst/>
            <a:gdLst>
              <a:gd name="csX0" fmla="*/ 1846495 w 2206255"/>
              <a:gd name="csY0" fmla="*/ 2087323 h 2087739"/>
              <a:gd name="csX1" fmla="*/ 1825807 w 2206255"/>
              <a:gd name="csY1" fmla="*/ 2079928 h 2087739"/>
              <a:gd name="csX2" fmla="*/ 1395512 w 2206255"/>
              <a:gd name="csY2" fmla="*/ 1736417 h 2087739"/>
              <a:gd name="csX3" fmla="*/ 387500 w 2206255"/>
              <a:gd name="csY3" fmla="*/ 1736417 h 2087739"/>
              <a:gd name="csX4" fmla="*/ -734 w 2206255"/>
              <a:gd name="csY4" fmla="*/ 1348191 h 2087739"/>
              <a:gd name="csX5" fmla="*/ -734 w 2206255"/>
              <a:gd name="csY5" fmla="*/ 387818 h 2087739"/>
              <a:gd name="csX6" fmla="*/ 387500 w 2206255"/>
              <a:gd name="csY6" fmla="*/ -416 h 2087739"/>
              <a:gd name="csX7" fmla="*/ 420080 w 2206255"/>
              <a:gd name="csY7" fmla="*/ 32163 h 2087739"/>
              <a:gd name="csX8" fmla="*/ 387500 w 2206255"/>
              <a:gd name="csY8" fmla="*/ 64743 h 2087739"/>
              <a:gd name="csX9" fmla="*/ 64425 w 2206255"/>
              <a:gd name="csY9" fmla="*/ 387818 h 2087739"/>
              <a:gd name="csX10" fmla="*/ 64425 w 2206255"/>
              <a:gd name="csY10" fmla="*/ 1348191 h 2087739"/>
              <a:gd name="csX11" fmla="*/ 387500 w 2206255"/>
              <a:gd name="csY11" fmla="*/ 1671258 h 2087739"/>
              <a:gd name="csX12" fmla="*/ 1406182 w 2206255"/>
              <a:gd name="csY12" fmla="*/ 1671258 h 2087739"/>
              <a:gd name="csX13" fmla="*/ 1425404 w 2206255"/>
              <a:gd name="csY13" fmla="*/ 1677529 h 2087739"/>
              <a:gd name="csX14" fmla="*/ 1813916 w 2206255"/>
              <a:gd name="csY14" fmla="*/ 1986025 h 2087739"/>
              <a:gd name="csX15" fmla="*/ 1813916 w 2206255"/>
              <a:gd name="csY15" fmla="*/ 1702363 h 2087739"/>
              <a:gd name="csX16" fmla="*/ 1843807 w 2206255"/>
              <a:gd name="csY16" fmla="*/ 1669889 h 2087739"/>
              <a:gd name="csX17" fmla="*/ 2140363 w 2206255"/>
              <a:gd name="csY17" fmla="*/ 1348191 h 2087739"/>
              <a:gd name="csX18" fmla="*/ 2140363 w 2206255"/>
              <a:gd name="csY18" fmla="*/ 387818 h 2087739"/>
              <a:gd name="csX19" fmla="*/ 1817254 w 2206255"/>
              <a:gd name="csY19" fmla="*/ 64743 h 2087739"/>
              <a:gd name="csX20" fmla="*/ 1784675 w 2206255"/>
              <a:gd name="csY20" fmla="*/ 32163 h 2087739"/>
              <a:gd name="csX21" fmla="*/ 1817254 w 2206255"/>
              <a:gd name="csY21" fmla="*/ -416 h 2087739"/>
              <a:gd name="csX22" fmla="*/ 2205522 w 2206255"/>
              <a:gd name="csY22" fmla="*/ 387818 h 2087739"/>
              <a:gd name="csX23" fmla="*/ 2205522 w 2206255"/>
              <a:gd name="csY23" fmla="*/ 1348191 h 2087739"/>
              <a:gd name="csX24" fmla="*/ 1879075 w 2206255"/>
              <a:gd name="csY24" fmla="*/ 1731212 h 2087739"/>
              <a:gd name="csX25" fmla="*/ 1879075 w 2206255"/>
              <a:gd name="csY25" fmla="*/ 2054744 h 2087739"/>
              <a:gd name="csX26" fmla="*/ 1860423 w 2206255"/>
              <a:gd name="csY26" fmla="*/ 2084188 h 2087739"/>
              <a:gd name="csX27" fmla="*/ 1846495 w 2206255"/>
              <a:gd name="csY27" fmla="*/ 2087323 h 20877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2206255" h="2087739">
                <a:moveTo>
                  <a:pt x="1846495" y="2087323"/>
                </a:moveTo>
                <a:cubicBezTo>
                  <a:pt x="1839083" y="2087323"/>
                  <a:pt x="1831753" y="2084806"/>
                  <a:pt x="1825807" y="2079928"/>
                </a:cubicBezTo>
                <a:cubicBezTo>
                  <a:pt x="1822630" y="2077330"/>
                  <a:pt x="1514754" y="1824846"/>
                  <a:pt x="1395512" y="1736417"/>
                </a:cubicBezTo>
                <a:lnTo>
                  <a:pt x="387500" y="1736417"/>
                </a:lnTo>
                <a:cubicBezTo>
                  <a:pt x="173436" y="1736417"/>
                  <a:pt x="-734" y="1562263"/>
                  <a:pt x="-734" y="1348191"/>
                </a:cubicBezTo>
                <a:lnTo>
                  <a:pt x="-734" y="387818"/>
                </a:lnTo>
                <a:cubicBezTo>
                  <a:pt x="-734" y="173746"/>
                  <a:pt x="173436" y="-416"/>
                  <a:pt x="387500" y="-416"/>
                </a:cubicBezTo>
                <a:cubicBezTo>
                  <a:pt x="405492" y="-416"/>
                  <a:pt x="420080" y="14171"/>
                  <a:pt x="420080" y="32163"/>
                </a:cubicBezTo>
                <a:cubicBezTo>
                  <a:pt x="420080" y="50155"/>
                  <a:pt x="405492" y="64743"/>
                  <a:pt x="387500" y="64743"/>
                </a:cubicBezTo>
                <a:cubicBezTo>
                  <a:pt x="209355" y="64743"/>
                  <a:pt x="64425" y="209673"/>
                  <a:pt x="64425" y="387818"/>
                </a:cubicBezTo>
                <a:lnTo>
                  <a:pt x="64425" y="1348191"/>
                </a:lnTo>
                <a:cubicBezTo>
                  <a:pt x="64425" y="1526335"/>
                  <a:pt x="209355" y="1671258"/>
                  <a:pt x="387500" y="1671258"/>
                </a:cubicBezTo>
                <a:lnTo>
                  <a:pt x="1406182" y="1671258"/>
                </a:lnTo>
                <a:cubicBezTo>
                  <a:pt x="1413105" y="1671258"/>
                  <a:pt x="1419866" y="1673457"/>
                  <a:pt x="1425404" y="1677529"/>
                </a:cubicBezTo>
                <a:cubicBezTo>
                  <a:pt x="1512392" y="1741010"/>
                  <a:pt x="1716421" y="1906515"/>
                  <a:pt x="1813916" y="1986025"/>
                </a:cubicBezTo>
                <a:lnTo>
                  <a:pt x="1813916" y="1702363"/>
                </a:lnTo>
                <a:cubicBezTo>
                  <a:pt x="1813916" y="1685397"/>
                  <a:pt x="1826947" y="1671274"/>
                  <a:pt x="1843807" y="1669889"/>
                </a:cubicBezTo>
                <a:cubicBezTo>
                  <a:pt x="2010126" y="1656336"/>
                  <a:pt x="2140363" y="1515030"/>
                  <a:pt x="2140363" y="1348191"/>
                </a:cubicBezTo>
                <a:lnTo>
                  <a:pt x="2140363" y="387818"/>
                </a:lnTo>
                <a:cubicBezTo>
                  <a:pt x="2140363" y="209673"/>
                  <a:pt x="1995465" y="64743"/>
                  <a:pt x="1817254" y="64743"/>
                </a:cubicBezTo>
                <a:cubicBezTo>
                  <a:pt x="1799254" y="64743"/>
                  <a:pt x="1784675" y="50155"/>
                  <a:pt x="1784675" y="32163"/>
                </a:cubicBezTo>
                <a:cubicBezTo>
                  <a:pt x="1784675" y="14171"/>
                  <a:pt x="1799254" y="-416"/>
                  <a:pt x="1817254" y="-416"/>
                </a:cubicBezTo>
                <a:cubicBezTo>
                  <a:pt x="2031384" y="-416"/>
                  <a:pt x="2205522" y="173746"/>
                  <a:pt x="2205522" y="387818"/>
                </a:cubicBezTo>
                <a:lnTo>
                  <a:pt x="2205522" y="1348191"/>
                </a:lnTo>
                <a:cubicBezTo>
                  <a:pt x="2205522" y="1538594"/>
                  <a:pt x="2064371" y="1701320"/>
                  <a:pt x="1879075" y="1731212"/>
                </a:cubicBezTo>
                <a:lnTo>
                  <a:pt x="1879075" y="2054744"/>
                </a:lnTo>
                <a:cubicBezTo>
                  <a:pt x="1879075" y="2067336"/>
                  <a:pt x="1871826" y="2078804"/>
                  <a:pt x="1860423" y="2084188"/>
                </a:cubicBezTo>
                <a:cubicBezTo>
                  <a:pt x="1856024" y="2086289"/>
                  <a:pt x="1851219" y="2087323"/>
                  <a:pt x="1846495" y="2087323"/>
                </a:cubicBezTo>
                <a:close/>
              </a:path>
            </a:pathLst>
          </a:custGeom>
          <a:solidFill>
            <a:srgbClr val="B8D4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30" name="Freeform: Shape 129">
            <a:extLst>
              <a:ext uri="{FF2B5EF4-FFF2-40B4-BE49-F238E27FC236}">
                <a16:creationId xmlns:a16="http://schemas.microsoft.com/office/drawing/2014/main" id="{C81B2C15-42AA-98AC-C8C7-D7421EB5F70D}"/>
              </a:ext>
            </a:extLst>
          </p:cNvPr>
          <p:cNvSpPr/>
          <p:nvPr/>
        </p:nvSpPr>
        <p:spPr>
          <a:xfrm flipH="1">
            <a:off x="7347462" y="2177286"/>
            <a:ext cx="179578" cy="235544"/>
          </a:xfrm>
          <a:custGeom>
            <a:avLst/>
            <a:gdLst>
              <a:gd name="csX0" fmla="*/ 996828 w 1095300"/>
              <a:gd name="csY0" fmla="*/ 797539 h 1436661"/>
              <a:gd name="csX1" fmla="*/ 996991 w 1095300"/>
              <a:gd name="csY1" fmla="*/ 797539 h 1436661"/>
              <a:gd name="csX2" fmla="*/ 996828 w 1095300"/>
              <a:gd name="csY2" fmla="*/ 797539 h 1436661"/>
              <a:gd name="csX3" fmla="*/ 340154 w 1095300"/>
              <a:gd name="csY3" fmla="*/ 1371086 h 1436661"/>
              <a:gd name="csX4" fmla="*/ 753646 w 1095300"/>
              <a:gd name="csY4" fmla="*/ 1371086 h 1436661"/>
              <a:gd name="csX5" fmla="*/ 942420 w 1095300"/>
              <a:gd name="csY5" fmla="*/ 823252 h 1436661"/>
              <a:gd name="csX6" fmla="*/ 943641 w 1095300"/>
              <a:gd name="csY6" fmla="*/ 821428 h 1436661"/>
              <a:gd name="csX7" fmla="*/ 968647 w 1095300"/>
              <a:gd name="csY7" fmla="*/ 781282 h 1436661"/>
              <a:gd name="csX8" fmla="*/ 1029407 w 1095300"/>
              <a:gd name="csY8" fmla="*/ 547214 h 1436661"/>
              <a:gd name="csX9" fmla="*/ 546896 w 1095300"/>
              <a:gd name="csY9" fmla="*/ 64743 h 1436661"/>
              <a:gd name="csX10" fmla="*/ 64425 w 1095300"/>
              <a:gd name="csY10" fmla="*/ 547214 h 1436661"/>
              <a:gd name="csX11" fmla="*/ 125178 w 1095300"/>
              <a:gd name="csY11" fmla="*/ 781282 h 1436661"/>
              <a:gd name="csX12" fmla="*/ 150166 w 1095300"/>
              <a:gd name="csY12" fmla="*/ 821428 h 1436661"/>
              <a:gd name="csX13" fmla="*/ 151347 w 1095300"/>
              <a:gd name="csY13" fmla="*/ 823252 h 1436661"/>
              <a:gd name="csX14" fmla="*/ 340154 w 1095300"/>
              <a:gd name="csY14" fmla="*/ 1371086 h 1436661"/>
              <a:gd name="csX15" fmla="*/ 784002 w 1095300"/>
              <a:gd name="csY15" fmla="*/ 1436245 h 1436661"/>
              <a:gd name="csX16" fmla="*/ 309765 w 1095300"/>
              <a:gd name="csY16" fmla="*/ 1436245 h 1436661"/>
              <a:gd name="csX17" fmla="*/ 277235 w 1095300"/>
              <a:gd name="csY17" fmla="*/ 1405360 h 1436661"/>
              <a:gd name="csX18" fmla="*/ 95954 w 1095300"/>
              <a:gd name="csY18" fmla="*/ 857583 h 1436661"/>
              <a:gd name="csX19" fmla="*/ 68929 w 1095300"/>
              <a:gd name="csY19" fmla="*/ 814187 h 1436661"/>
              <a:gd name="csX20" fmla="*/ 68481 w 1095300"/>
              <a:gd name="csY20" fmla="*/ 813405 h 1436661"/>
              <a:gd name="csX21" fmla="*/ -734 w 1095300"/>
              <a:gd name="csY21" fmla="*/ 547214 h 1436661"/>
              <a:gd name="csX22" fmla="*/ 546896 w 1095300"/>
              <a:gd name="csY22" fmla="*/ -416 h 1436661"/>
              <a:gd name="csX23" fmla="*/ 1094567 w 1095300"/>
              <a:gd name="csY23" fmla="*/ 547214 h 1436661"/>
              <a:gd name="csX24" fmla="*/ 1025335 w 1095300"/>
              <a:gd name="csY24" fmla="*/ 813405 h 1436661"/>
              <a:gd name="csX25" fmla="*/ 1024846 w 1095300"/>
              <a:gd name="csY25" fmla="*/ 814187 h 1436661"/>
              <a:gd name="csX26" fmla="*/ 997887 w 1095300"/>
              <a:gd name="csY26" fmla="*/ 857583 h 1436661"/>
              <a:gd name="csX27" fmla="*/ 816581 w 1095300"/>
              <a:gd name="csY27" fmla="*/ 1405360 h 1436661"/>
              <a:gd name="csX28" fmla="*/ 784002 w 1095300"/>
              <a:gd name="csY28" fmla="*/ 1436245 h 14366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1095300" h="1436661">
                <a:moveTo>
                  <a:pt x="996828" y="797539"/>
                </a:moveTo>
                <a:lnTo>
                  <a:pt x="996991" y="797539"/>
                </a:lnTo>
                <a:lnTo>
                  <a:pt x="996828" y="797539"/>
                </a:lnTo>
                <a:close/>
                <a:moveTo>
                  <a:pt x="340154" y="1371086"/>
                </a:moveTo>
                <a:lnTo>
                  <a:pt x="753646" y="1371086"/>
                </a:lnTo>
                <a:cubicBezTo>
                  <a:pt x="774798" y="1126788"/>
                  <a:pt x="891595" y="908203"/>
                  <a:pt x="942420" y="823252"/>
                </a:cubicBezTo>
                <a:cubicBezTo>
                  <a:pt x="942827" y="822633"/>
                  <a:pt x="943234" y="822022"/>
                  <a:pt x="943641" y="821428"/>
                </a:cubicBezTo>
                <a:cubicBezTo>
                  <a:pt x="950076" y="812126"/>
                  <a:pt x="963596" y="789687"/>
                  <a:pt x="968647" y="781282"/>
                </a:cubicBezTo>
                <a:cubicBezTo>
                  <a:pt x="1008393" y="709843"/>
                  <a:pt x="1029407" y="628915"/>
                  <a:pt x="1029407" y="547214"/>
                </a:cubicBezTo>
                <a:cubicBezTo>
                  <a:pt x="1029407" y="281177"/>
                  <a:pt x="812916" y="64743"/>
                  <a:pt x="546896" y="64743"/>
                </a:cubicBezTo>
                <a:cubicBezTo>
                  <a:pt x="280859" y="64743"/>
                  <a:pt x="64425" y="281177"/>
                  <a:pt x="64425" y="547214"/>
                </a:cubicBezTo>
                <a:cubicBezTo>
                  <a:pt x="64425" y="628915"/>
                  <a:pt x="85430" y="709843"/>
                  <a:pt x="125178" y="781282"/>
                </a:cubicBezTo>
                <a:cubicBezTo>
                  <a:pt x="130179" y="789687"/>
                  <a:pt x="143723" y="812126"/>
                  <a:pt x="150166" y="821428"/>
                </a:cubicBezTo>
                <a:cubicBezTo>
                  <a:pt x="150581" y="822022"/>
                  <a:pt x="150972" y="822633"/>
                  <a:pt x="151347" y="823252"/>
                </a:cubicBezTo>
                <a:cubicBezTo>
                  <a:pt x="202171" y="908203"/>
                  <a:pt x="319002" y="1126788"/>
                  <a:pt x="340154" y="1371086"/>
                </a:cubicBezTo>
                <a:close/>
                <a:moveTo>
                  <a:pt x="784002" y="1436245"/>
                </a:moveTo>
                <a:lnTo>
                  <a:pt x="309765" y="1436245"/>
                </a:lnTo>
                <a:cubicBezTo>
                  <a:pt x="292433" y="1436245"/>
                  <a:pt x="278130" y="1422668"/>
                  <a:pt x="277235" y="1405360"/>
                </a:cubicBezTo>
                <a:cubicBezTo>
                  <a:pt x="264659" y="1164189"/>
                  <a:pt x="146713" y="942591"/>
                  <a:pt x="95954" y="857583"/>
                </a:cubicBezTo>
                <a:cubicBezTo>
                  <a:pt x="86628" y="843924"/>
                  <a:pt x="69670" y="815417"/>
                  <a:pt x="68929" y="814187"/>
                </a:cubicBezTo>
                <a:cubicBezTo>
                  <a:pt x="68774" y="813926"/>
                  <a:pt x="68628" y="813666"/>
                  <a:pt x="68481" y="813405"/>
                </a:cubicBezTo>
                <a:cubicBezTo>
                  <a:pt x="23195" y="732192"/>
                  <a:pt x="-734" y="640147"/>
                  <a:pt x="-734" y="547214"/>
                </a:cubicBezTo>
                <a:cubicBezTo>
                  <a:pt x="-734" y="245250"/>
                  <a:pt x="244932" y="-416"/>
                  <a:pt x="546896" y="-416"/>
                </a:cubicBezTo>
                <a:cubicBezTo>
                  <a:pt x="848835" y="-416"/>
                  <a:pt x="1094567" y="245250"/>
                  <a:pt x="1094567" y="547214"/>
                </a:cubicBezTo>
                <a:cubicBezTo>
                  <a:pt x="1094567" y="640147"/>
                  <a:pt x="1070620" y="732192"/>
                  <a:pt x="1025335" y="813405"/>
                </a:cubicBezTo>
                <a:cubicBezTo>
                  <a:pt x="1025172" y="813666"/>
                  <a:pt x="1025009" y="813926"/>
                  <a:pt x="1024846" y="814187"/>
                </a:cubicBezTo>
                <a:cubicBezTo>
                  <a:pt x="1024113" y="815417"/>
                  <a:pt x="1007172" y="843924"/>
                  <a:pt x="997887" y="857583"/>
                </a:cubicBezTo>
                <a:cubicBezTo>
                  <a:pt x="947062" y="942591"/>
                  <a:pt x="829124" y="1164189"/>
                  <a:pt x="816581" y="1405360"/>
                </a:cubicBezTo>
                <a:cubicBezTo>
                  <a:pt x="815686" y="1422668"/>
                  <a:pt x="801350" y="1436245"/>
                  <a:pt x="784002" y="1436245"/>
                </a:cubicBezTo>
                <a:close/>
              </a:path>
            </a:pathLst>
          </a:custGeom>
          <a:solidFill>
            <a:schemeClr val="accent2"/>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4" name="Freeform: Shape 153">
            <a:extLst>
              <a:ext uri="{FF2B5EF4-FFF2-40B4-BE49-F238E27FC236}">
                <a16:creationId xmlns:a16="http://schemas.microsoft.com/office/drawing/2014/main" id="{A679C70E-1DC3-3D7F-2034-75AE7E9269BD}"/>
              </a:ext>
            </a:extLst>
          </p:cNvPr>
          <p:cNvSpPr/>
          <p:nvPr/>
        </p:nvSpPr>
        <p:spPr>
          <a:xfrm flipH="1">
            <a:off x="7378173" y="2263317"/>
            <a:ext cx="118899" cy="149513"/>
          </a:xfrm>
          <a:custGeom>
            <a:avLst/>
            <a:gdLst>
              <a:gd name="csX0" fmla="*/ 83706 w 725201"/>
              <a:gd name="csY0" fmla="*/ 64692 h 911932"/>
              <a:gd name="csX1" fmla="*/ 74583 w 725201"/>
              <a:gd name="csY1" fmla="*/ 66924 h 911932"/>
              <a:gd name="csX2" fmla="*/ 65428 w 725201"/>
              <a:gd name="csY2" fmla="*/ 81821 h 911932"/>
              <a:gd name="csX3" fmla="*/ 156700 w 725201"/>
              <a:gd name="csY3" fmla="*/ 251552 h 911932"/>
              <a:gd name="csX4" fmla="*/ 158239 w 725201"/>
              <a:gd name="csY4" fmla="*/ 253214 h 911932"/>
              <a:gd name="csX5" fmla="*/ 92111 w 725201"/>
              <a:gd name="csY5" fmla="*/ 67119 h 911932"/>
              <a:gd name="csX6" fmla="*/ 83706 w 725201"/>
              <a:gd name="csY6" fmla="*/ 64692 h 911932"/>
              <a:gd name="csX7" fmla="*/ 633796 w 725201"/>
              <a:gd name="csY7" fmla="*/ 82089 h 911932"/>
              <a:gd name="csX8" fmla="*/ 628257 w 725201"/>
              <a:gd name="csY8" fmla="*/ 83384 h 911932"/>
              <a:gd name="csX9" fmla="*/ 576863 w 725201"/>
              <a:gd name="csY9" fmla="*/ 179152 h 911932"/>
              <a:gd name="csX10" fmla="*/ 562137 w 725201"/>
              <a:gd name="csY10" fmla="*/ 256415 h 911932"/>
              <a:gd name="csX11" fmla="*/ 570029 w 725201"/>
              <a:gd name="csY11" fmla="*/ 249092 h 911932"/>
              <a:gd name="csX12" fmla="*/ 659045 w 725201"/>
              <a:gd name="csY12" fmla="*/ 102965 h 911932"/>
              <a:gd name="csX13" fmla="*/ 645280 w 725201"/>
              <a:gd name="csY13" fmla="*/ 85673 h 911932"/>
              <a:gd name="csX14" fmla="*/ 633796 w 725201"/>
              <a:gd name="csY14" fmla="*/ 82089 h 911932"/>
              <a:gd name="csX15" fmla="*/ 466206 w 725201"/>
              <a:gd name="csY15" fmla="*/ 911516 h 911932"/>
              <a:gd name="csX16" fmla="*/ 465514 w 725201"/>
              <a:gd name="csY16" fmla="*/ 911508 h 911932"/>
              <a:gd name="csX17" fmla="*/ 433627 w 725201"/>
              <a:gd name="csY17" fmla="*/ 878245 h 911932"/>
              <a:gd name="csX18" fmla="*/ 479654 w 725201"/>
              <a:gd name="csY18" fmla="*/ 376707 h 911932"/>
              <a:gd name="csX19" fmla="*/ 465913 w 725201"/>
              <a:gd name="csY19" fmla="*/ 380355 h 911932"/>
              <a:gd name="csX20" fmla="*/ 241700 w 725201"/>
              <a:gd name="csY20" fmla="*/ 379965 h 911932"/>
              <a:gd name="csX21" fmla="*/ 248534 w 725201"/>
              <a:gd name="csY21" fmla="*/ 427034 h 911932"/>
              <a:gd name="csX22" fmla="*/ 301060 w 725201"/>
              <a:gd name="csY22" fmla="*/ 870800 h 911932"/>
              <a:gd name="csX23" fmla="*/ 270655 w 725201"/>
              <a:gd name="csY23" fmla="*/ 905424 h 911932"/>
              <a:gd name="csX24" fmla="*/ 236039 w 725201"/>
              <a:gd name="csY24" fmla="*/ 875019 h 911932"/>
              <a:gd name="csX25" fmla="*/ 184059 w 725201"/>
              <a:gd name="csY25" fmla="*/ 436417 h 911932"/>
              <a:gd name="csX26" fmla="*/ 171263 w 725201"/>
              <a:gd name="csY26" fmla="*/ 347784 h 911932"/>
              <a:gd name="csX27" fmla="*/ 108653 w 725201"/>
              <a:gd name="csY27" fmla="*/ 295559 h 911932"/>
              <a:gd name="csX28" fmla="*/ 1621 w 725201"/>
              <a:gd name="csY28" fmla="*/ 68634 h 911932"/>
              <a:gd name="csX29" fmla="*/ 47933 w 725201"/>
              <a:gd name="csY29" fmla="*/ 7466 h 911932"/>
              <a:gd name="csX30" fmla="*/ 123860 w 725201"/>
              <a:gd name="csY30" fmla="*/ 10219 h 911932"/>
              <a:gd name="csX31" fmla="*/ 223399 w 725201"/>
              <a:gd name="csY31" fmla="*/ 248881 h 911932"/>
              <a:gd name="csX32" fmla="*/ 231242 w 725201"/>
              <a:gd name="csY32" fmla="*/ 306538 h 911932"/>
              <a:gd name="csX33" fmla="*/ 450788 w 725201"/>
              <a:gd name="csY33" fmla="*/ 316980 h 911932"/>
              <a:gd name="csX34" fmla="*/ 489224 w 725201"/>
              <a:gd name="csY34" fmla="*/ 304013 h 911932"/>
              <a:gd name="csX35" fmla="*/ 513609 w 725201"/>
              <a:gd name="csY35" fmla="*/ 163498 h 911932"/>
              <a:gd name="csX36" fmla="*/ 601949 w 725201"/>
              <a:gd name="csY36" fmla="*/ 23788 h 911932"/>
              <a:gd name="csX37" fmla="*/ 676312 w 725201"/>
              <a:gd name="csY37" fmla="*/ 28350 h 911932"/>
              <a:gd name="csX38" fmla="*/ 723633 w 725201"/>
              <a:gd name="csY38" fmla="*/ 94209 h 911932"/>
              <a:gd name="csX39" fmla="*/ 615143 w 725201"/>
              <a:gd name="csY39" fmla="*/ 296088 h 911932"/>
              <a:gd name="csX40" fmla="*/ 549235 w 725201"/>
              <a:gd name="csY40" fmla="*/ 346334 h 911932"/>
              <a:gd name="csX41" fmla="*/ 498777 w 725201"/>
              <a:gd name="csY41" fmla="*/ 879621 h 911932"/>
              <a:gd name="csX42" fmla="*/ 466206 w 725201"/>
              <a:gd name="csY42" fmla="*/ 911516 h 911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Lst>
            <a:rect l="l" t="t" r="r" b="b"/>
            <a:pathLst>
              <a:path w="725201" h="911932">
                <a:moveTo>
                  <a:pt x="83706" y="64692"/>
                </a:moveTo>
                <a:cubicBezTo>
                  <a:pt x="81148" y="64692"/>
                  <a:pt x="78183" y="65311"/>
                  <a:pt x="74583" y="66924"/>
                </a:cubicBezTo>
                <a:cubicBezTo>
                  <a:pt x="73899" y="67233"/>
                  <a:pt x="67823" y="70263"/>
                  <a:pt x="65428" y="81821"/>
                </a:cubicBezTo>
                <a:cubicBezTo>
                  <a:pt x="62667" y="95235"/>
                  <a:pt x="61047" y="147110"/>
                  <a:pt x="156700" y="251552"/>
                </a:cubicBezTo>
                <a:cubicBezTo>
                  <a:pt x="157213" y="252106"/>
                  <a:pt x="157726" y="252660"/>
                  <a:pt x="158239" y="253214"/>
                </a:cubicBezTo>
                <a:cubicBezTo>
                  <a:pt x="137877" y="103494"/>
                  <a:pt x="102537" y="72935"/>
                  <a:pt x="92111" y="67119"/>
                </a:cubicBezTo>
                <a:cubicBezTo>
                  <a:pt x="89741" y="65791"/>
                  <a:pt x="87094" y="64692"/>
                  <a:pt x="83706" y="64692"/>
                </a:cubicBezTo>
                <a:close/>
                <a:moveTo>
                  <a:pt x="633796" y="82089"/>
                </a:moveTo>
                <a:cubicBezTo>
                  <a:pt x="631189" y="82089"/>
                  <a:pt x="629479" y="82855"/>
                  <a:pt x="628257" y="83384"/>
                </a:cubicBezTo>
                <a:cubicBezTo>
                  <a:pt x="607895" y="92417"/>
                  <a:pt x="586962" y="138403"/>
                  <a:pt x="576863" y="179152"/>
                </a:cubicBezTo>
                <a:cubicBezTo>
                  <a:pt x="572139" y="198097"/>
                  <a:pt x="567211" y="224625"/>
                  <a:pt x="562137" y="256415"/>
                </a:cubicBezTo>
                <a:cubicBezTo>
                  <a:pt x="564800" y="254028"/>
                  <a:pt x="567423" y="251593"/>
                  <a:pt x="570029" y="249092"/>
                </a:cubicBezTo>
                <a:cubicBezTo>
                  <a:pt x="608872" y="211805"/>
                  <a:pt x="664013" y="139584"/>
                  <a:pt x="659045" y="102965"/>
                </a:cubicBezTo>
                <a:cubicBezTo>
                  <a:pt x="658230" y="97426"/>
                  <a:pt x="656112" y="91489"/>
                  <a:pt x="645280" y="85673"/>
                </a:cubicBezTo>
                <a:cubicBezTo>
                  <a:pt x="640230" y="82920"/>
                  <a:pt x="636565" y="82089"/>
                  <a:pt x="633796" y="82089"/>
                </a:cubicBezTo>
                <a:close/>
                <a:moveTo>
                  <a:pt x="466206" y="911516"/>
                </a:moveTo>
                <a:cubicBezTo>
                  <a:pt x="465978" y="911516"/>
                  <a:pt x="465750" y="911508"/>
                  <a:pt x="465514" y="911508"/>
                </a:cubicBezTo>
                <a:cubicBezTo>
                  <a:pt x="447530" y="911134"/>
                  <a:pt x="433252" y="896237"/>
                  <a:pt x="433627" y="878245"/>
                </a:cubicBezTo>
                <a:cubicBezTo>
                  <a:pt x="435117" y="807702"/>
                  <a:pt x="456009" y="566727"/>
                  <a:pt x="479654" y="376707"/>
                </a:cubicBezTo>
                <a:cubicBezTo>
                  <a:pt x="475092" y="378042"/>
                  <a:pt x="470506" y="379256"/>
                  <a:pt x="465913" y="380355"/>
                </a:cubicBezTo>
                <a:cubicBezTo>
                  <a:pt x="373069" y="402509"/>
                  <a:pt x="299480" y="397907"/>
                  <a:pt x="241700" y="379965"/>
                </a:cubicBezTo>
                <a:cubicBezTo>
                  <a:pt x="243981" y="395757"/>
                  <a:pt x="246269" y="411461"/>
                  <a:pt x="248534" y="427034"/>
                </a:cubicBezTo>
                <a:cubicBezTo>
                  <a:pt x="269613" y="571858"/>
                  <a:pt x="291400" y="721610"/>
                  <a:pt x="301060" y="870800"/>
                </a:cubicBezTo>
                <a:cubicBezTo>
                  <a:pt x="302225" y="888760"/>
                  <a:pt x="288606" y="904259"/>
                  <a:pt x="270655" y="905424"/>
                </a:cubicBezTo>
                <a:cubicBezTo>
                  <a:pt x="252647" y="906678"/>
                  <a:pt x="237204" y="892979"/>
                  <a:pt x="236039" y="875019"/>
                </a:cubicBezTo>
                <a:cubicBezTo>
                  <a:pt x="226542" y="728419"/>
                  <a:pt x="204934" y="579970"/>
                  <a:pt x="184059" y="436417"/>
                </a:cubicBezTo>
                <a:cubicBezTo>
                  <a:pt x="179807" y="407250"/>
                  <a:pt x="175490" y="377594"/>
                  <a:pt x="171263" y="347784"/>
                </a:cubicBezTo>
                <a:cubicBezTo>
                  <a:pt x="145835" y="331902"/>
                  <a:pt x="125196" y="313616"/>
                  <a:pt x="108653" y="295559"/>
                </a:cubicBezTo>
                <a:cubicBezTo>
                  <a:pt x="25323" y="204572"/>
                  <a:pt x="-10694" y="128222"/>
                  <a:pt x="1621" y="68634"/>
                </a:cubicBezTo>
                <a:cubicBezTo>
                  <a:pt x="7477" y="40330"/>
                  <a:pt x="24346" y="18046"/>
                  <a:pt x="47933" y="7466"/>
                </a:cubicBezTo>
                <a:cubicBezTo>
                  <a:pt x="73321" y="-3921"/>
                  <a:pt x="100289" y="-2943"/>
                  <a:pt x="123860" y="10219"/>
                </a:cubicBezTo>
                <a:cubicBezTo>
                  <a:pt x="173267" y="37781"/>
                  <a:pt x="205822" y="115842"/>
                  <a:pt x="223399" y="248881"/>
                </a:cubicBezTo>
                <a:cubicBezTo>
                  <a:pt x="225932" y="268029"/>
                  <a:pt x="228563" y="287284"/>
                  <a:pt x="231242" y="306538"/>
                </a:cubicBezTo>
                <a:cubicBezTo>
                  <a:pt x="290659" y="334109"/>
                  <a:pt x="364126" y="337660"/>
                  <a:pt x="450788" y="316980"/>
                </a:cubicBezTo>
                <a:cubicBezTo>
                  <a:pt x="463738" y="313885"/>
                  <a:pt x="476591" y="309543"/>
                  <a:pt x="489224" y="304013"/>
                </a:cubicBezTo>
                <a:cubicBezTo>
                  <a:pt x="497507" y="244629"/>
                  <a:pt x="505863" y="194790"/>
                  <a:pt x="513609" y="163498"/>
                </a:cubicBezTo>
                <a:cubicBezTo>
                  <a:pt x="522023" y="129509"/>
                  <a:pt x="547468" y="47865"/>
                  <a:pt x="601949" y="23788"/>
                </a:cubicBezTo>
                <a:cubicBezTo>
                  <a:pt x="618483" y="16482"/>
                  <a:pt x="644791" y="11326"/>
                  <a:pt x="676312" y="28350"/>
                </a:cubicBezTo>
                <a:cubicBezTo>
                  <a:pt x="703353" y="42986"/>
                  <a:pt x="719724" y="65759"/>
                  <a:pt x="723633" y="94209"/>
                </a:cubicBezTo>
                <a:cubicBezTo>
                  <a:pt x="734955" y="178272"/>
                  <a:pt x="627442" y="284278"/>
                  <a:pt x="615143" y="296088"/>
                </a:cubicBezTo>
                <a:cubicBezTo>
                  <a:pt x="594619" y="315807"/>
                  <a:pt x="572464" y="332667"/>
                  <a:pt x="549235" y="346334"/>
                </a:cubicBezTo>
                <a:cubicBezTo>
                  <a:pt x="524182" y="537324"/>
                  <a:pt x="500301" y="807132"/>
                  <a:pt x="498777" y="879621"/>
                </a:cubicBezTo>
                <a:cubicBezTo>
                  <a:pt x="498403" y="897377"/>
                  <a:pt x="483889" y="911516"/>
                  <a:pt x="466206" y="911516"/>
                </a:cubicBezTo>
                <a:close/>
              </a:path>
            </a:pathLst>
          </a:custGeom>
          <a:solidFill>
            <a:schemeClr val="accent2"/>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nvGrpSpPr>
          <p:cNvPr id="4" name="Group 3">
            <a:extLst>
              <a:ext uri="{FF2B5EF4-FFF2-40B4-BE49-F238E27FC236}">
                <a16:creationId xmlns:a16="http://schemas.microsoft.com/office/drawing/2014/main" id="{EEE048BD-B44C-E031-A6A9-407E406E8DDE}"/>
              </a:ext>
            </a:extLst>
          </p:cNvPr>
          <p:cNvGrpSpPr/>
          <p:nvPr/>
        </p:nvGrpSpPr>
        <p:grpSpPr>
          <a:xfrm>
            <a:off x="6657314" y="2423008"/>
            <a:ext cx="864608" cy="878624"/>
            <a:chOff x="6657314" y="2423008"/>
            <a:chExt cx="864608" cy="878624"/>
          </a:xfrm>
        </p:grpSpPr>
        <p:sp>
          <p:nvSpPr>
            <p:cNvPr id="133" name="Freeform: Shape 132">
              <a:extLst>
                <a:ext uri="{FF2B5EF4-FFF2-40B4-BE49-F238E27FC236}">
                  <a16:creationId xmlns:a16="http://schemas.microsoft.com/office/drawing/2014/main" id="{4290CA01-678B-4B3F-2F82-6164D2C0965E}"/>
                </a:ext>
              </a:extLst>
            </p:cNvPr>
            <p:cNvSpPr/>
            <p:nvPr/>
          </p:nvSpPr>
          <p:spPr>
            <a:xfrm flipH="1">
              <a:off x="7387390" y="2423008"/>
              <a:ext cx="99784" cy="10683"/>
            </a:xfrm>
            <a:custGeom>
              <a:avLst/>
              <a:gdLst>
                <a:gd name="csX0" fmla="*/ 575297 w 608611"/>
                <a:gd name="csY0" fmla="*/ 64743 h 65159"/>
                <a:gd name="csX1" fmla="*/ 31845 w 608611"/>
                <a:gd name="csY1" fmla="*/ 64743 h 65159"/>
                <a:gd name="csX2" fmla="*/ -734 w 608611"/>
                <a:gd name="csY2" fmla="*/ 32163 h 65159"/>
                <a:gd name="csX3" fmla="*/ 31845 w 608611"/>
                <a:gd name="csY3" fmla="*/ -416 h 65159"/>
                <a:gd name="csX4" fmla="*/ 575297 w 608611"/>
                <a:gd name="csY4" fmla="*/ -416 h 65159"/>
                <a:gd name="csX5" fmla="*/ 607877 w 608611"/>
                <a:gd name="csY5" fmla="*/ 32163 h 65159"/>
                <a:gd name="csX6" fmla="*/ 575297 w 608611"/>
                <a:gd name="csY6" fmla="*/ 64743 h 651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08611" h="65159">
                  <a:moveTo>
                    <a:pt x="575297" y="64743"/>
                  </a:moveTo>
                  <a:lnTo>
                    <a:pt x="31845" y="64743"/>
                  </a:lnTo>
                  <a:cubicBezTo>
                    <a:pt x="13853" y="64743"/>
                    <a:pt x="-734" y="50155"/>
                    <a:pt x="-734" y="32163"/>
                  </a:cubicBezTo>
                  <a:cubicBezTo>
                    <a:pt x="-734" y="14171"/>
                    <a:pt x="13853" y="-416"/>
                    <a:pt x="31845" y="-416"/>
                  </a:cubicBezTo>
                  <a:lnTo>
                    <a:pt x="575297" y="-416"/>
                  </a:lnTo>
                  <a:cubicBezTo>
                    <a:pt x="593298" y="-416"/>
                    <a:pt x="607877" y="14171"/>
                    <a:pt x="607877" y="32163"/>
                  </a:cubicBezTo>
                  <a:cubicBezTo>
                    <a:pt x="607877" y="50155"/>
                    <a:pt x="593298" y="64743"/>
                    <a:pt x="575297" y="64743"/>
                  </a:cubicBezTo>
                  <a:close/>
                </a:path>
              </a:pathLst>
            </a:custGeom>
            <a:solidFill>
              <a:schemeClr val="accent2"/>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3" name="Freeform: Shape 152">
              <a:extLst>
                <a:ext uri="{FF2B5EF4-FFF2-40B4-BE49-F238E27FC236}">
                  <a16:creationId xmlns:a16="http://schemas.microsoft.com/office/drawing/2014/main" id="{7A0EA8FD-6102-DC95-9922-7D4CE6FD78D2}"/>
                </a:ext>
              </a:extLst>
            </p:cNvPr>
            <p:cNvSpPr/>
            <p:nvPr/>
          </p:nvSpPr>
          <p:spPr>
            <a:xfrm flipH="1">
              <a:off x="7387390" y="2446409"/>
              <a:ext cx="99784" cy="10683"/>
            </a:xfrm>
            <a:custGeom>
              <a:avLst/>
              <a:gdLst>
                <a:gd name="csX0" fmla="*/ 575297 w 608611"/>
                <a:gd name="csY0" fmla="*/ 64743 h 65159"/>
                <a:gd name="csX1" fmla="*/ 31845 w 608611"/>
                <a:gd name="csY1" fmla="*/ 64743 h 65159"/>
                <a:gd name="csX2" fmla="*/ -734 w 608611"/>
                <a:gd name="csY2" fmla="*/ 32163 h 65159"/>
                <a:gd name="csX3" fmla="*/ 31845 w 608611"/>
                <a:gd name="csY3" fmla="*/ -416 h 65159"/>
                <a:gd name="csX4" fmla="*/ 575297 w 608611"/>
                <a:gd name="csY4" fmla="*/ -416 h 65159"/>
                <a:gd name="csX5" fmla="*/ 607877 w 608611"/>
                <a:gd name="csY5" fmla="*/ 32163 h 65159"/>
                <a:gd name="csX6" fmla="*/ 575297 w 608611"/>
                <a:gd name="csY6" fmla="*/ 64743 h 651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08611" h="65159">
                  <a:moveTo>
                    <a:pt x="575297" y="64743"/>
                  </a:moveTo>
                  <a:lnTo>
                    <a:pt x="31845" y="64743"/>
                  </a:lnTo>
                  <a:cubicBezTo>
                    <a:pt x="13853" y="64743"/>
                    <a:pt x="-734" y="50155"/>
                    <a:pt x="-734" y="32163"/>
                  </a:cubicBezTo>
                  <a:cubicBezTo>
                    <a:pt x="-734" y="14171"/>
                    <a:pt x="13853" y="-416"/>
                    <a:pt x="31845" y="-416"/>
                  </a:cubicBezTo>
                  <a:lnTo>
                    <a:pt x="575297" y="-416"/>
                  </a:lnTo>
                  <a:cubicBezTo>
                    <a:pt x="593298" y="-416"/>
                    <a:pt x="607877" y="14171"/>
                    <a:pt x="607877" y="32163"/>
                  </a:cubicBezTo>
                  <a:cubicBezTo>
                    <a:pt x="607877" y="50155"/>
                    <a:pt x="593298" y="64743"/>
                    <a:pt x="575297" y="64743"/>
                  </a:cubicBezTo>
                  <a:close/>
                </a:path>
              </a:pathLst>
            </a:custGeom>
            <a:solidFill>
              <a:schemeClr val="accent2"/>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5" name="Freeform: Shape 154">
              <a:extLst>
                <a:ext uri="{FF2B5EF4-FFF2-40B4-BE49-F238E27FC236}">
                  <a16:creationId xmlns:a16="http://schemas.microsoft.com/office/drawing/2014/main" id="{0345F2B5-EEC6-73E7-B2FE-DBA5F01CA8A2}"/>
                </a:ext>
              </a:extLst>
            </p:cNvPr>
            <p:cNvSpPr/>
            <p:nvPr/>
          </p:nvSpPr>
          <p:spPr>
            <a:xfrm flipH="1">
              <a:off x="7191445" y="2718698"/>
              <a:ext cx="262640" cy="220273"/>
            </a:xfrm>
            <a:custGeom>
              <a:avLst/>
              <a:gdLst>
                <a:gd name="csX0" fmla="*/ 1039735 w 1601929"/>
                <a:gd name="csY0" fmla="*/ 1343098 h 1343514"/>
                <a:gd name="csX1" fmla="*/ 978730 w 1601929"/>
                <a:gd name="csY1" fmla="*/ 1341127 h 1343514"/>
                <a:gd name="csX2" fmla="*/ 369817 w 1601929"/>
                <a:gd name="csY2" fmla="*/ 991173 h 1343514"/>
                <a:gd name="csX3" fmla="*/ 414 w 1601929"/>
                <a:gd name="csY3" fmla="*/ 40721 h 1343514"/>
                <a:gd name="csX4" fmla="*/ 23309 w 1601929"/>
                <a:gd name="csY4" fmla="*/ 738 h 1343514"/>
                <a:gd name="csX5" fmla="*/ 63293 w 1601929"/>
                <a:gd name="csY5" fmla="*/ 23617 h 1343514"/>
                <a:gd name="csX6" fmla="*/ 424877 w 1601929"/>
                <a:gd name="csY6" fmla="*/ 956313 h 1343514"/>
                <a:gd name="csX7" fmla="*/ 982965 w 1601929"/>
                <a:gd name="csY7" fmla="*/ 1276106 h 1343514"/>
                <a:gd name="csX8" fmla="*/ 1543578 w 1601929"/>
                <a:gd name="csY8" fmla="*/ 1099842 h 1343514"/>
                <a:gd name="csX9" fmla="*/ 1589516 w 1601929"/>
                <a:gd name="csY9" fmla="*/ 1095680 h 1343514"/>
                <a:gd name="csX10" fmla="*/ 1593670 w 1601929"/>
                <a:gd name="csY10" fmla="*/ 1141569 h 1343514"/>
                <a:gd name="csX11" fmla="*/ 1039735 w 1601929"/>
                <a:gd name="csY11" fmla="*/ 1343098 h 1343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601929" h="1343514">
                  <a:moveTo>
                    <a:pt x="1039735" y="1343098"/>
                  </a:moveTo>
                  <a:cubicBezTo>
                    <a:pt x="1019373" y="1343098"/>
                    <a:pt x="999011" y="1342454"/>
                    <a:pt x="978730" y="1341127"/>
                  </a:cubicBezTo>
                  <a:cubicBezTo>
                    <a:pt x="718174" y="1324104"/>
                    <a:pt x="501928" y="1199829"/>
                    <a:pt x="369817" y="991173"/>
                  </a:cubicBezTo>
                  <a:cubicBezTo>
                    <a:pt x="177793" y="687939"/>
                    <a:pt x="7573" y="67013"/>
                    <a:pt x="414" y="40721"/>
                  </a:cubicBezTo>
                  <a:cubicBezTo>
                    <a:pt x="-4302" y="23365"/>
                    <a:pt x="5936" y="5462"/>
                    <a:pt x="23309" y="738"/>
                  </a:cubicBezTo>
                  <a:cubicBezTo>
                    <a:pt x="40658" y="-3994"/>
                    <a:pt x="58569" y="6252"/>
                    <a:pt x="63293" y="23617"/>
                  </a:cubicBezTo>
                  <a:cubicBezTo>
                    <a:pt x="65019" y="29962"/>
                    <a:pt x="238107" y="661394"/>
                    <a:pt x="424877" y="956313"/>
                  </a:cubicBezTo>
                  <a:cubicBezTo>
                    <a:pt x="579549" y="1200594"/>
                    <a:pt x="813796" y="1265053"/>
                    <a:pt x="982965" y="1276106"/>
                  </a:cubicBezTo>
                  <a:cubicBezTo>
                    <a:pt x="1237819" y="1292770"/>
                    <a:pt x="1461966" y="1197720"/>
                    <a:pt x="1543578" y="1099842"/>
                  </a:cubicBezTo>
                  <a:cubicBezTo>
                    <a:pt x="1555144" y="1086021"/>
                    <a:pt x="1575669" y="1084163"/>
                    <a:pt x="1589516" y="1095680"/>
                  </a:cubicBezTo>
                  <a:cubicBezTo>
                    <a:pt x="1603280" y="1107206"/>
                    <a:pt x="1605153" y="1127747"/>
                    <a:pt x="1593670" y="1141569"/>
                  </a:cubicBezTo>
                  <a:cubicBezTo>
                    <a:pt x="1492836" y="1262463"/>
                    <a:pt x="1266734" y="1343098"/>
                    <a:pt x="1039735" y="1343098"/>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6" name="Freeform: Shape 155">
              <a:extLst>
                <a:ext uri="{FF2B5EF4-FFF2-40B4-BE49-F238E27FC236}">
                  <a16:creationId xmlns:a16="http://schemas.microsoft.com/office/drawing/2014/main" id="{9527E251-814C-FDE4-F466-30B38FFEDD7E}"/>
                </a:ext>
              </a:extLst>
            </p:cNvPr>
            <p:cNvSpPr/>
            <p:nvPr/>
          </p:nvSpPr>
          <p:spPr>
            <a:xfrm flipH="1">
              <a:off x="7114139" y="2799696"/>
              <a:ext cx="98175" cy="107969"/>
            </a:xfrm>
            <a:custGeom>
              <a:avLst/>
              <a:gdLst>
                <a:gd name="csX0" fmla="*/ 547042 w 598805"/>
                <a:gd name="csY0" fmla="*/ 50842 h 658538"/>
                <a:gd name="csX1" fmla="*/ 92719 w 598805"/>
                <a:gd name="csY1" fmla="*/ 159559 h 658538"/>
                <a:gd name="csX2" fmla="*/ 94023 w 598805"/>
                <a:gd name="csY2" fmla="*/ 626677 h 658538"/>
                <a:gd name="csX3" fmla="*/ 416642 w 598805"/>
                <a:gd name="csY3" fmla="*/ 414380 h 658538"/>
                <a:gd name="csX4" fmla="*/ 547042 w 598805"/>
                <a:gd name="csY4" fmla="*/ 50842 h 658538"/>
              </a:gdLst>
              <a:ahLst/>
              <a:cxnLst>
                <a:cxn ang="0">
                  <a:pos x="csX0" y="csY0"/>
                </a:cxn>
                <a:cxn ang="0">
                  <a:pos x="csX1" y="csY1"/>
                </a:cxn>
                <a:cxn ang="0">
                  <a:pos x="csX2" y="csY2"/>
                </a:cxn>
                <a:cxn ang="0">
                  <a:pos x="csX3" y="csY3"/>
                </a:cxn>
                <a:cxn ang="0">
                  <a:pos x="csX4" y="csY4"/>
                </a:cxn>
              </a:cxnLst>
              <a:rect l="l" t="t" r="r" b="b"/>
              <a:pathLst>
                <a:path w="598805" h="658538">
                  <a:moveTo>
                    <a:pt x="547042" y="50842"/>
                  </a:moveTo>
                  <a:cubicBezTo>
                    <a:pt x="421285" y="-48127"/>
                    <a:pt x="217826" y="547"/>
                    <a:pt x="92719" y="159559"/>
                  </a:cubicBezTo>
                  <a:cubicBezTo>
                    <a:pt x="-32386" y="318572"/>
                    <a:pt x="-31815" y="527709"/>
                    <a:pt x="94023" y="626677"/>
                  </a:cubicBezTo>
                  <a:cubicBezTo>
                    <a:pt x="219780" y="725646"/>
                    <a:pt x="291536" y="573393"/>
                    <a:pt x="416642" y="414380"/>
                  </a:cubicBezTo>
                  <a:cubicBezTo>
                    <a:pt x="541747" y="255368"/>
                    <a:pt x="672799" y="149810"/>
                    <a:pt x="547042" y="50842"/>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7" name="Freeform: Shape 156">
              <a:extLst>
                <a:ext uri="{FF2B5EF4-FFF2-40B4-BE49-F238E27FC236}">
                  <a16:creationId xmlns:a16="http://schemas.microsoft.com/office/drawing/2014/main" id="{FB8812F4-48F7-53BE-474F-A6FE70BCF626}"/>
                </a:ext>
              </a:extLst>
            </p:cNvPr>
            <p:cNvSpPr/>
            <p:nvPr/>
          </p:nvSpPr>
          <p:spPr>
            <a:xfrm flipH="1">
              <a:off x="7429996" y="2719751"/>
              <a:ext cx="35587" cy="23501"/>
            </a:xfrm>
            <a:custGeom>
              <a:avLst/>
              <a:gdLst>
                <a:gd name="csX0" fmla="*/ -734 w 217053"/>
                <a:gd name="csY0" fmla="*/ 64352 h 143341"/>
                <a:gd name="csX1" fmla="*/ 137753 w 217053"/>
                <a:gd name="csY1" fmla="*/ 138063 h 143341"/>
                <a:gd name="csX2" fmla="*/ 211457 w 217053"/>
                <a:gd name="csY2" fmla="*/ -416 h 143341"/>
                <a:gd name="csX3" fmla="*/ -734 w 217053"/>
                <a:gd name="csY3" fmla="*/ 64352 h 143341"/>
              </a:gdLst>
              <a:ahLst/>
              <a:cxnLst>
                <a:cxn ang="0">
                  <a:pos x="csX0" y="csY0"/>
                </a:cxn>
                <a:cxn ang="0">
                  <a:pos x="csX1" y="csY1"/>
                </a:cxn>
                <a:cxn ang="0">
                  <a:pos x="csX2" y="csY2"/>
                </a:cxn>
                <a:cxn ang="0">
                  <a:pos x="csX3" y="csY3"/>
                </a:cxn>
              </a:cxnLst>
              <a:rect l="l" t="t" r="r" b="b"/>
              <a:pathLst>
                <a:path w="217053" h="143341">
                  <a:moveTo>
                    <a:pt x="-734" y="64352"/>
                  </a:moveTo>
                  <a:cubicBezTo>
                    <a:pt x="17160" y="122946"/>
                    <a:pt x="79159" y="155949"/>
                    <a:pt x="137753" y="138063"/>
                  </a:cubicBezTo>
                  <a:cubicBezTo>
                    <a:pt x="196348" y="120177"/>
                    <a:pt x="229343" y="58178"/>
                    <a:pt x="211457" y="-416"/>
                  </a:cubicBezTo>
                  <a:lnTo>
                    <a:pt x="-734" y="64352"/>
                  </a:ln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99" name="Freeform: Shape 198">
              <a:extLst>
                <a:ext uri="{FF2B5EF4-FFF2-40B4-BE49-F238E27FC236}">
                  <a16:creationId xmlns:a16="http://schemas.microsoft.com/office/drawing/2014/main" id="{9E95406A-AF6E-DD72-C64E-7C62F33F126C}"/>
                </a:ext>
              </a:extLst>
            </p:cNvPr>
            <p:cNvSpPr/>
            <p:nvPr/>
          </p:nvSpPr>
          <p:spPr>
            <a:xfrm flipH="1">
              <a:off x="7352808" y="2834044"/>
              <a:ext cx="72020" cy="72018"/>
            </a:xfrm>
            <a:custGeom>
              <a:avLst/>
              <a:gdLst>
                <a:gd name="csX0" fmla="*/ 380565 w 439270"/>
                <a:gd name="csY0" fmla="*/ 70555 h 439262"/>
                <a:gd name="csX1" fmla="*/ 367534 w 439270"/>
                <a:gd name="csY1" fmla="*/ 380891 h 439262"/>
                <a:gd name="csX2" fmla="*/ 57221 w 439270"/>
                <a:gd name="csY2" fmla="*/ 367868 h 439262"/>
                <a:gd name="csX3" fmla="*/ 70244 w 439270"/>
                <a:gd name="csY3" fmla="*/ 57539 h 439262"/>
                <a:gd name="csX4" fmla="*/ 380565 w 439270"/>
                <a:gd name="csY4" fmla="*/ 70555 h 439262"/>
              </a:gdLst>
              <a:ahLst/>
              <a:cxnLst>
                <a:cxn ang="0">
                  <a:pos x="csX0" y="csY0"/>
                </a:cxn>
                <a:cxn ang="0">
                  <a:pos x="csX1" y="csY1"/>
                </a:cxn>
                <a:cxn ang="0">
                  <a:pos x="csX2" y="csY2"/>
                </a:cxn>
                <a:cxn ang="0">
                  <a:pos x="csX3" y="csY3"/>
                </a:cxn>
                <a:cxn ang="0">
                  <a:pos x="csX4" y="csY4"/>
                </a:cxn>
              </a:cxnLst>
              <a:rect l="l" t="t" r="r" b="b"/>
              <a:pathLst>
                <a:path w="439270" h="439262">
                  <a:moveTo>
                    <a:pt x="380565" y="70555"/>
                  </a:moveTo>
                  <a:cubicBezTo>
                    <a:pt x="462665" y="159847"/>
                    <a:pt x="456883" y="298791"/>
                    <a:pt x="367534" y="380891"/>
                  </a:cubicBezTo>
                  <a:cubicBezTo>
                    <a:pt x="278265" y="462992"/>
                    <a:pt x="139314" y="457160"/>
                    <a:pt x="57221" y="367868"/>
                  </a:cubicBezTo>
                  <a:cubicBezTo>
                    <a:pt x="-24880" y="278583"/>
                    <a:pt x="-19048" y="139640"/>
                    <a:pt x="70244" y="57539"/>
                  </a:cubicBezTo>
                  <a:cubicBezTo>
                    <a:pt x="159513" y="-24561"/>
                    <a:pt x="298465" y="-18729"/>
                    <a:pt x="380565" y="70555"/>
                  </a:cubicBezTo>
                  <a:close/>
                </a:path>
              </a:pathLst>
            </a:custGeom>
            <a:solidFill>
              <a:srgbClr val="B8D4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0" name="Freeform: Shape 199">
              <a:extLst>
                <a:ext uri="{FF2B5EF4-FFF2-40B4-BE49-F238E27FC236}">
                  <a16:creationId xmlns:a16="http://schemas.microsoft.com/office/drawing/2014/main" id="{3277E0F3-CE06-B426-CA48-17FEBB7B451B}"/>
                </a:ext>
              </a:extLst>
            </p:cNvPr>
            <p:cNvSpPr/>
            <p:nvPr/>
          </p:nvSpPr>
          <p:spPr>
            <a:xfrm flipH="1">
              <a:off x="7408853" y="2618974"/>
              <a:ext cx="113069" cy="113986"/>
            </a:xfrm>
            <a:custGeom>
              <a:avLst/>
              <a:gdLst>
                <a:gd name="csX0" fmla="*/ 615223 w 689648"/>
                <a:gd name="csY0" fmla="*/ 83826 h 695239"/>
                <a:gd name="csX1" fmla="*/ 596360 w 689648"/>
                <a:gd name="csY1" fmla="*/ 30949 h 695239"/>
                <a:gd name="csX2" fmla="*/ 587482 w 689648"/>
                <a:gd name="csY2" fmla="*/ -416 h 695239"/>
                <a:gd name="csX3" fmla="*/ 399449 w 689648"/>
                <a:gd name="csY3" fmla="*/ 52900 h 695239"/>
                <a:gd name="csX4" fmla="*/ 408327 w 689648"/>
                <a:gd name="csY4" fmla="*/ 84274 h 695239"/>
                <a:gd name="csX5" fmla="*/ 434570 w 689648"/>
                <a:gd name="csY5" fmla="*/ 158727 h 695239"/>
                <a:gd name="csX6" fmla="*/ 482486 w 689648"/>
                <a:gd name="csY6" fmla="*/ 440865 h 695239"/>
                <a:gd name="csX7" fmla="*/ 409060 w 689648"/>
                <a:gd name="csY7" fmla="*/ 490500 h 695239"/>
                <a:gd name="csX8" fmla="*/ 308421 w 689648"/>
                <a:gd name="csY8" fmla="*/ 487446 h 695239"/>
                <a:gd name="csX9" fmla="*/ 213354 w 689648"/>
                <a:gd name="csY9" fmla="*/ 232731 h 695239"/>
                <a:gd name="csX10" fmla="*/ 196112 w 689648"/>
                <a:gd name="csY10" fmla="*/ 144530 h 695239"/>
                <a:gd name="csX11" fmla="*/ 187201 w 689648"/>
                <a:gd name="csY11" fmla="*/ 113229 h 695239"/>
                <a:gd name="csX12" fmla="*/ -734 w 689648"/>
                <a:gd name="csY12" fmla="*/ 166554 h 695239"/>
                <a:gd name="csX13" fmla="*/ 8046 w 689648"/>
                <a:gd name="csY13" fmla="*/ 197854 h 695239"/>
                <a:gd name="csX14" fmla="*/ 20394 w 689648"/>
                <a:gd name="csY14" fmla="*/ 264032 h 695239"/>
                <a:gd name="csX15" fmla="*/ 203426 w 689648"/>
                <a:gd name="csY15" fmla="*/ 652380 h 695239"/>
                <a:gd name="csX16" fmla="*/ 353602 w 689648"/>
                <a:gd name="csY16" fmla="*/ 694823 h 695239"/>
                <a:gd name="csX17" fmla="*/ 462376 w 689648"/>
                <a:gd name="csY17" fmla="*/ 678533 h 695239"/>
                <a:gd name="csX18" fmla="*/ 657153 w 689648"/>
                <a:gd name="csY18" fmla="*/ 528619 h 695239"/>
                <a:gd name="csX19" fmla="*/ 615223 w 689648"/>
                <a:gd name="csY19" fmla="*/ 83826 h 6952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89648" h="695239">
                  <a:moveTo>
                    <a:pt x="615223" y="83826"/>
                  </a:moveTo>
                  <a:cubicBezTo>
                    <a:pt x="607242" y="62893"/>
                    <a:pt x="600335" y="44885"/>
                    <a:pt x="596360" y="30949"/>
                  </a:cubicBezTo>
                  <a:lnTo>
                    <a:pt x="587482" y="-416"/>
                  </a:lnTo>
                  <a:lnTo>
                    <a:pt x="399449" y="52900"/>
                  </a:lnTo>
                  <a:lnTo>
                    <a:pt x="408327" y="84274"/>
                  </a:lnTo>
                  <a:cubicBezTo>
                    <a:pt x="413800" y="103553"/>
                    <a:pt x="423313" y="129071"/>
                    <a:pt x="434570" y="158727"/>
                  </a:cubicBezTo>
                  <a:cubicBezTo>
                    <a:pt x="463109" y="233749"/>
                    <a:pt x="516304" y="373417"/>
                    <a:pt x="482486" y="440865"/>
                  </a:cubicBezTo>
                  <a:cubicBezTo>
                    <a:pt x="471067" y="463460"/>
                    <a:pt x="447048" y="479749"/>
                    <a:pt x="409060" y="490500"/>
                  </a:cubicBezTo>
                  <a:cubicBezTo>
                    <a:pt x="364417" y="503100"/>
                    <a:pt x="331455" y="502082"/>
                    <a:pt x="308421" y="487446"/>
                  </a:cubicBezTo>
                  <a:cubicBezTo>
                    <a:pt x="248222" y="449140"/>
                    <a:pt x="226403" y="313732"/>
                    <a:pt x="213354" y="232731"/>
                  </a:cubicBezTo>
                  <a:cubicBezTo>
                    <a:pt x="207816" y="198490"/>
                    <a:pt x="203018" y="168908"/>
                    <a:pt x="196112" y="144530"/>
                  </a:cubicBezTo>
                  <a:lnTo>
                    <a:pt x="187201" y="113229"/>
                  </a:lnTo>
                  <a:lnTo>
                    <a:pt x="-734" y="166554"/>
                  </a:lnTo>
                  <a:lnTo>
                    <a:pt x="8046" y="197854"/>
                  </a:lnTo>
                  <a:cubicBezTo>
                    <a:pt x="12118" y="212304"/>
                    <a:pt x="16093" y="237439"/>
                    <a:pt x="20394" y="264032"/>
                  </a:cubicBezTo>
                  <a:cubicBezTo>
                    <a:pt x="39860" y="384617"/>
                    <a:pt x="69296" y="566924"/>
                    <a:pt x="203426" y="652380"/>
                  </a:cubicBezTo>
                  <a:cubicBezTo>
                    <a:pt x="247872" y="680635"/>
                    <a:pt x="298110" y="694823"/>
                    <a:pt x="353602" y="694823"/>
                  </a:cubicBezTo>
                  <a:cubicBezTo>
                    <a:pt x="387900" y="694823"/>
                    <a:pt x="424201" y="689415"/>
                    <a:pt x="462376" y="678533"/>
                  </a:cubicBezTo>
                  <a:cubicBezTo>
                    <a:pt x="554837" y="652315"/>
                    <a:pt x="620347" y="601857"/>
                    <a:pt x="657153" y="528619"/>
                  </a:cubicBezTo>
                  <a:cubicBezTo>
                    <a:pt x="729496" y="384299"/>
                    <a:pt x="662024" y="206830"/>
                    <a:pt x="615223" y="83826"/>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1" name="Freeform: Shape 200">
              <a:extLst>
                <a:ext uri="{FF2B5EF4-FFF2-40B4-BE49-F238E27FC236}">
                  <a16:creationId xmlns:a16="http://schemas.microsoft.com/office/drawing/2014/main" id="{D9CDFD65-CB46-2E04-0213-8B14F0A31EC0}"/>
                </a:ext>
              </a:extLst>
            </p:cNvPr>
            <p:cNvSpPr/>
            <p:nvPr/>
          </p:nvSpPr>
          <p:spPr>
            <a:xfrm flipH="1">
              <a:off x="6807130" y="2802486"/>
              <a:ext cx="370653" cy="395267"/>
            </a:xfrm>
            <a:custGeom>
              <a:avLst/>
              <a:gdLst>
                <a:gd name="csX0" fmla="*/ 1143662 w 2260735"/>
                <a:gd name="csY0" fmla="*/ 2410448 h 2410864"/>
                <a:gd name="csX1" fmla="*/ 17061 w 2260735"/>
                <a:gd name="csY1" fmla="*/ 1010259 h 2410864"/>
                <a:gd name="csX2" fmla="*/ 9323 w 2260735"/>
                <a:gd name="csY2" fmla="*/ 650931 h 2410864"/>
                <a:gd name="csX3" fmla="*/ 1128106 w 2260735"/>
                <a:gd name="csY3" fmla="*/ -416 h 2410864"/>
                <a:gd name="csX4" fmla="*/ 2260002 w 2260735"/>
                <a:gd name="csY4" fmla="*/ 852582 h 2410864"/>
                <a:gd name="csX5" fmla="*/ 1143662 w 2260735"/>
                <a:gd name="csY5" fmla="*/ 2410448 h 2410864"/>
              </a:gdLst>
              <a:ahLst/>
              <a:cxnLst>
                <a:cxn ang="0">
                  <a:pos x="csX0" y="csY0"/>
                </a:cxn>
                <a:cxn ang="0">
                  <a:pos x="csX1" y="csY1"/>
                </a:cxn>
                <a:cxn ang="0">
                  <a:pos x="csX2" y="csY2"/>
                </a:cxn>
                <a:cxn ang="0">
                  <a:pos x="csX3" y="csY3"/>
                </a:cxn>
                <a:cxn ang="0">
                  <a:pos x="csX4" y="csY4"/>
                </a:cxn>
                <a:cxn ang="0">
                  <a:pos x="csX5" y="csY5"/>
                </a:cxn>
              </a:cxnLst>
              <a:rect l="l" t="t" r="r" b="b"/>
              <a:pathLst>
                <a:path w="2260735" h="2410864">
                  <a:moveTo>
                    <a:pt x="1143662" y="2410448"/>
                  </a:moveTo>
                  <a:cubicBezTo>
                    <a:pt x="325508" y="2410448"/>
                    <a:pt x="81487" y="1406101"/>
                    <a:pt x="17061" y="1010259"/>
                  </a:cubicBezTo>
                  <a:cubicBezTo>
                    <a:pt x="-2242" y="891409"/>
                    <a:pt x="-7374" y="770180"/>
                    <a:pt x="9323" y="650931"/>
                  </a:cubicBezTo>
                  <a:cubicBezTo>
                    <a:pt x="92320" y="58113"/>
                    <a:pt x="561628" y="-416"/>
                    <a:pt x="1128106" y="-416"/>
                  </a:cubicBezTo>
                  <a:cubicBezTo>
                    <a:pt x="1753227" y="-416"/>
                    <a:pt x="2260002" y="19588"/>
                    <a:pt x="2260002" y="852582"/>
                  </a:cubicBezTo>
                  <a:cubicBezTo>
                    <a:pt x="2260002" y="852582"/>
                    <a:pt x="2260002" y="2410448"/>
                    <a:pt x="1143662" y="2410448"/>
                  </a:cubicBezTo>
                  <a:close/>
                </a:path>
              </a:pathLst>
            </a:custGeom>
            <a:solidFill>
              <a:srgbClr val="B8D4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2" name="Freeform: Shape 201">
              <a:extLst>
                <a:ext uri="{FF2B5EF4-FFF2-40B4-BE49-F238E27FC236}">
                  <a16:creationId xmlns:a16="http://schemas.microsoft.com/office/drawing/2014/main" id="{4BE30216-A80A-F404-3DF6-C4296C228A30}"/>
                </a:ext>
              </a:extLst>
            </p:cNvPr>
            <p:cNvSpPr/>
            <p:nvPr/>
          </p:nvSpPr>
          <p:spPr>
            <a:xfrm flipH="1">
              <a:off x="6902054" y="2809819"/>
              <a:ext cx="201239" cy="99768"/>
            </a:xfrm>
            <a:custGeom>
              <a:avLst/>
              <a:gdLst>
                <a:gd name="csX0" fmla="*/ 843264 w 1227423"/>
                <a:gd name="csY0" fmla="*/ 608102 h 608518"/>
                <a:gd name="csX1" fmla="*/ 266444 w 1227423"/>
                <a:gd name="csY1" fmla="*/ 608102 h 608518"/>
                <a:gd name="csX2" fmla="*/ 120650 w 1227423"/>
                <a:gd name="csY2" fmla="*/ 500019 h 608518"/>
                <a:gd name="csX3" fmla="*/ 676 w 1227423"/>
                <a:gd name="csY3" fmla="*/ 104837 h 608518"/>
                <a:gd name="csX4" fmla="*/ 22340 w 1227423"/>
                <a:gd name="csY4" fmla="*/ 64202 h 608518"/>
                <a:gd name="csX5" fmla="*/ 62983 w 1227423"/>
                <a:gd name="csY5" fmla="*/ 85900 h 608518"/>
                <a:gd name="csX6" fmla="*/ 183040 w 1227423"/>
                <a:gd name="csY6" fmla="*/ 481082 h 608518"/>
                <a:gd name="csX7" fmla="*/ 266444 w 1227423"/>
                <a:gd name="csY7" fmla="*/ 542943 h 608518"/>
                <a:gd name="csX8" fmla="*/ 843264 w 1227423"/>
                <a:gd name="csY8" fmla="*/ 542943 h 608518"/>
                <a:gd name="csX9" fmla="*/ 920886 w 1227423"/>
                <a:gd name="csY9" fmla="*/ 495417 h 608518"/>
                <a:gd name="csX10" fmla="*/ 1165069 w 1227423"/>
                <a:gd name="csY10" fmla="*/ 17353 h 608518"/>
                <a:gd name="csX11" fmla="*/ 1208889 w 1227423"/>
                <a:gd name="csY11" fmla="*/ 3164 h 608518"/>
                <a:gd name="csX12" fmla="*/ 1223142 w 1227423"/>
                <a:gd name="csY12" fmla="*/ 46992 h 608518"/>
                <a:gd name="csX13" fmla="*/ 978877 w 1227423"/>
                <a:gd name="csY13" fmla="*/ 525057 h 608518"/>
                <a:gd name="csX14" fmla="*/ 843264 w 1227423"/>
                <a:gd name="csY14" fmla="*/ 608102 h 6085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227423" h="608518">
                  <a:moveTo>
                    <a:pt x="843264" y="608102"/>
                  </a:moveTo>
                  <a:lnTo>
                    <a:pt x="266444" y="608102"/>
                  </a:lnTo>
                  <a:cubicBezTo>
                    <a:pt x="198922" y="608102"/>
                    <a:pt x="140279" y="564665"/>
                    <a:pt x="120650" y="500019"/>
                  </a:cubicBezTo>
                  <a:lnTo>
                    <a:pt x="676" y="104837"/>
                  </a:lnTo>
                  <a:cubicBezTo>
                    <a:pt x="-4537" y="87627"/>
                    <a:pt x="5155" y="69423"/>
                    <a:pt x="22340" y="64202"/>
                  </a:cubicBezTo>
                  <a:cubicBezTo>
                    <a:pt x="39607" y="58965"/>
                    <a:pt x="57771" y="68690"/>
                    <a:pt x="62983" y="85900"/>
                  </a:cubicBezTo>
                  <a:lnTo>
                    <a:pt x="183040" y="481082"/>
                  </a:lnTo>
                  <a:cubicBezTo>
                    <a:pt x="194280" y="518084"/>
                    <a:pt x="227755" y="542943"/>
                    <a:pt x="266444" y="542943"/>
                  </a:cubicBezTo>
                  <a:lnTo>
                    <a:pt x="843264" y="542943"/>
                  </a:lnTo>
                  <a:cubicBezTo>
                    <a:pt x="876170" y="542943"/>
                    <a:pt x="905899" y="524731"/>
                    <a:pt x="920886" y="495417"/>
                  </a:cubicBezTo>
                  <a:lnTo>
                    <a:pt x="1165069" y="17353"/>
                  </a:lnTo>
                  <a:cubicBezTo>
                    <a:pt x="1173296" y="1332"/>
                    <a:pt x="1192925" y="-5038"/>
                    <a:pt x="1208889" y="3164"/>
                  </a:cubicBezTo>
                  <a:cubicBezTo>
                    <a:pt x="1224934" y="11342"/>
                    <a:pt x="1231287" y="30971"/>
                    <a:pt x="1223142" y="46992"/>
                  </a:cubicBezTo>
                  <a:lnTo>
                    <a:pt x="978877" y="525057"/>
                  </a:lnTo>
                  <a:cubicBezTo>
                    <a:pt x="952732" y="576280"/>
                    <a:pt x="900768" y="608102"/>
                    <a:pt x="843264" y="608102"/>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3" name="Freeform: Shape 202">
              <a:extLst>
                <a:ext uri="{FF2B5EF4-FFF2-40B4-BE49-F238E27FC236}">
                  <a16:creationId xmlns:a16="http://schemas.microsoft.com/office/drawing/2014/main" id="{70349C39-1852-16B7-9E4B-2BCACD687D51}"/>
                </a:ext>
              </a:extLst>
            </p:cNvPr>
            <p:cNvSpPr/>
            <p:nvPr/>
          </p:nvSpPr>
          <p:spPr>
            <a:xfrm flipH="1">
              <a:off x="6988827" y="2898905"/>
              <a:ext cx="39871" cy="293546"/>
            </a:xfrm>
            <a:custGeom>
              <a:avLst/>
              <a:gdLst>
                <a:gd name="csX0" fmla="*/ 209910 w 243184"/>
                <a:gd name="csY0" fmla="*/ 1790022 h 1790438"/>
                <a:gd name="csX1" fmla="*/ 179693 w 243184"/>
                <a:gd name="csY1" fmla="*/ 1769660 h 1790438"/>
                <a:gd name="csX2" fmla="*/ 18669 w 243184"/>
                <a:gd name="csY2" fmla="*/ 29219 h 1790438"/>
                <a:gd name="csX3" fmla="*/ 54017 w 243184"/>
                <a:gd name="csY3" fmla="*/ -282 h 1790438"/>
                <a:gd name="csX4" fmla="*/ 83583 w 243184"/>
                <a:gd name="csY4" fmla="*/ 35092 h 1790438"/>
                <a:gd name="csX5" fmla="*/ 240047 w 243184"/>
                <a:gd name="csY5" fmla="*/ 1745225 h 1790438"/>
                <a:gd name="csX6" fmla="*/ 222128 w 243184"/>
                <a:gd name="csY6" fmla="*/ 1787661 h 1790438"/>
                <a:gd name="csX7" fmla="*/ 209910 w 243184"/>
                <a:gd name="csY7" fmla="*/ 1790022 h 17904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43184" h="1790438">
                  <a:moveTo>
                    <a:pt x="209910" y="1790022"/>
                  </a:moveTo>
                  <a:cubicBezTo>
                    <a:pt x="197042" y="1790022"/>
                    <a:pt x="184825" y="1782367"/>
                    <a:pt x="179693" y="1769660"/>
                  </a:cubicBezTo>
                  <a:cubicBezTo>
                    <a:pt x="-77767" y="1134196"/>
                    <a:pt x="14596" y="74040"/>
                    <a:pt x="18669" y="29219"/>
                  </a:cubicBezTo>
                  <a:cubicBezTo>
                    <a:pt x="20298" y="11300"/>
                    <a:pt x="36180" y="-1903"/>
                    <a:pt x="54017" y="-282"/>
                  </a:cubicBezTo>
                  <a:cubicBezTo>
                    <a:pt x="71936" y="1331"/>
                    <a:pt x="85131" y="17173"/>
                    <a:pt x="83583" y="35092"/>
                  </a:cubicBezTo>
                  <a:cubicBezTo>
                    <a:pt x="82606" y="45916"/>
                    <a:pt x="-11386" y="1124422"/>
                    <a:pt x="240047" y="1745225"/>
                  </a:cubicBezTo>
                  <a:cubicBezTo>
                    <a:pt x="246807" y="1761841"/>
                    <a:pt x="238825" y="1780900"/>
                    <a:pt x="222128" y="1787661"/>
                  </a:cubicBezTo>
                  <a:cubicBezTo>
                    <a:pt x="218137" y="1789290"/>
                    <a:pt x="213983" y="1790022"/>
                    <a:pt x="209910" y="1790022"/>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4" name="Freeform: Shape 203">
              <a:extLst>
                <a:ext uri="{FF2B5EF4-FFF2-40B4-BE49-F238E27FC236}">
                  <a16:creationId xmlns:a16="http://schemas.microsoft.com/office/drawing/2014/main" id="{5AC43E6E-2949-CAE6-8469-4A3CF85D4FF7}"/>
                </a:ext>
              </a:extLst>
            </p:cNvPr>
            <p:cNvSpPr/>
            <p:nvPr/>
          </p:nvSpPr>
          <p:spPr>
            <a:xfrm flipH="1">
              <a:off x="6678454" y="2897167"/>
              <a:ext cx="117611" cy="301467"/>
            </a:xfrm>
            <a:custGeom>
              <a:avLst/>
              <a:gdLst>
                <a:gd name="csX0" fmla="*/ 519436 w 717348"/>
                <a:gd name="csY0" fmla="*/ 1838332 h 1838748"/>
                <a:gd name="csX1" fmla="*/ 505100 w 717348"/>
                <a:gd name="csY1" fmla="*/ 1834993 h 1838748"/>
                <a:gd name="csX2" fmla="*/ 490195 w 717348"/>
                <a:gd name="csY2" fmla="*/ 1791417 h 1838748"/>
                <a:gd name="csX3" fmla="*/ 617174 w 717348"/>
                <a:gd name="csY3" fmla="*/ 757749 h 1838748"/>
                <a:gd name="csX4" fmla="*/ 15266 w 717348"/>
                <a:gd name="csY4" fmla="*/ 60221 h 1838748"/>
                <a:gd name="csX5" fmla="*/ 3782 w 717348"/>
                <a:gd name="csY5" fmla="*/ 15603 h 1838748"/>
                <a:gd name="csX6" fmla="*/ 48416 w 717348"/>
                <a:gd name="csY6" fmla="*/ 4110 h 1838748"/>
                <a:gd name="csX7" fmla="*/ 680216 w 717348"/>
                <a:gd name="csY7" fmla="*/ 741215 h 1838748"/>
                <a:gd name="csX8" fmla="*/ 548675 w 717348"/>
                <a:gd name="csY8" fmla="*/ 1820169 h 1838748"/>
                <a:gd name="csX9" fmla="*/ 519436 w 717348"/>
                <a:gd name="csY9" fmla="*/ 1838332 h 18387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17348" h="1838748">
                  <a:moveTo>
                    <a:pt x="519436" y="1838332"/>
                  </a:moveTo>
                  <a:cubicBezTo>
                    <a:pt x="514629" y="1838332"/>
                    <a:pt x="509743" y="1837273"/>
                    <a:pt x="505100" y="1834993"/>
                  </a:cubicBezTo>
                  <a:cubicBezTo>
                    <a:pt x="488974" y="1827092"/>
                    <a:pt x="482294" y="1807545"/>
                    <a:pt x="490195" y="1791417"/>
                  </a:cubicBezTo>
                  <a:cubicBezTo>
                    <a:pt x="545010" y="1679914"/>
                    <a:pt x="727130" y="1177700"/>
                    <a:pt x="617174" y="757749"/>
                  </a:cubicBezTo>
                  <a:cubicBezTo>
                    <a:pt x="512512" y="357965"/>
                    <a:pt x="20235" y="63153"/>
                    <a:pt x="15266" y="60221"/>
                  </a:cubicBezTo>
                  <a:cubicBezTo>
                    <a:pt x="-209" y="51065"/>
                    <a:pt x="-5340" y="31094"/>
                    <a:pt x="3782" y="15603"/>
                  </a:cubicBezTo>
                  <a:cubicBezTo>
                    <a:pt x="12904" y="119"/>
                    <a:pt x="32860" y="-5037"/>
                    <a:pt x="48416" y="4110"/>
                  </a:cubicBezTo>
                  <a:cubicBezTo>
                    <a:pt x="69592" y="16613"/>
                    <a:pt x="568712" y="315269"/>
                    <a:pt x="680216" y="741215"/>
                  </a:cubicBezTo>
                  <a:cubicBezTo>
                    <a:pt x="795303" y="1180713"/>
                    <a:pt x="605771" y="1704022"/>
                    <a:pt x="548675" y="1820169"/>
                  </a:cubicBezTo>
                  <a:cubicBezTo>
                    <a:pt x="543055" y="1831653"/>
                    <a:pt x="531490" y="1838332"/>
                    <a:pt x="519436" y="1838332"/>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5" name="Freeform: Shape 204">
              <a:extLst>
                <a:ext uri="{FF2B5EF4-FFF2-40B4-BE49-F238E27FC236}">
                  <a16:creationId xmlns:a16="http://schemas.microsoft.com/office/drawing/2014/main" id="{5259C1A7-79DF-7CE1-5076-9F0F6CF4A489}"/>
                </a:ext>
              </a:extLst>
            </p:cNvPr>
            <p:cNvSpPr/>
            <p:nvPr/>
          </p:nvSpPr>
          <p:spPr>
            <a:xfrm flipH="1">
              <a:off x="6775195" y="2799696"/>
              <a:ext cx="98175" cy="107969"/>
            </a:xfrm>
            <a:custGeom>
              <a:avLst/>
              <a:gdLst>
                <a:gd name="csX0" fmla="*/ 50295 w 598804"/>
                <a:gd name="csY0" fmla="*/ 50842 h 658538"/>
                <a:gd name="csX1" fmla="*/ 504617 w 598804"/>
                <a:gd name="csY1" fmla="*/ 159559 h 658538"/>
                <a:gd name="csX2" fmla="*/ 503314 w 598804"/>
                <a:gd name="csY2" fmla="*/ 626677 h 658538"/>
                <a:gd name="csX3" fmla="*/ 180694 w 598804"/>
                <a:gd name="csY3" fmla="*/ 414380 h 658538"/>
                <a:gd name="csX4" fmla="*/ 50295 w 598804"/>
                <a:gd name="csY4" fmla="*/ 50842 h 658538"/>
              </a:gdLst>
              <a:ahLst/>
              <a:cxnLst>
                <a:cxn ang="0">
                  <a:pos x="csX0" y="csY0"/>
                </a:cxn>
                <a:cxn ang="0">
                  <a:pos x="csX1" y="csY1"/>
                </a:cxn>
                <a:cxn ang="0">
                  <a:pos x="csX2" y="csY2"/>
                </a:cxn>
                <a:cxn ang="0">
                  <a:pos x="csX3" y="csY3"/>
                </a:cxn>
                <a:cxn ang="0">
                  <a:pos x="csX4" y="csY4"/>
                </a:cxn>
              </a:cxnLst>
              <a:rect l="l" t="t" r="r" b="b"/>
              <a:pathLst>
                <a:path w="598804" h="658538">
                  <a:moveTo>
                    <a:pt x="50295" y="50842"/>
                  </a:moveTo>
                  <a:cubicBezTo>
                    <a:pt x="176052" y="-48127"/>
                    <a:pt x="379511" y="547"/>
                    <a:pt x="504617" y="159559"/>
                  </a:cubicBezTo>
                  <a:cubicBezTo>
                    <a:pt x="629722" y="318572"/>
                    <a:pt x="629153" y="527709"/>
                    <a:pt x="503314" y="626677"/>
                  </a:cubicBezTo>
                  <a:cubicBezTo>
                    <a:pt x="377557" y="725646"/>
                    <a:pt x="305801" y="573393"/>
                    <a:pt x="180694" y="414380"/>
                  </a:cubicBezTo>
                  <a:cubicBezTo>
                    <a:pt x="55589" y="255368"/>
                    <a:pt x="-75462" y="149810"/>
                    <a:pt x="50295" y="50842"/>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6" name="Freeform: Shape 205">
              <a:extLst>
                <a:ext uri="{FF2B5EF4-FFF2-40B4-BE49-F238E27FC236}">
                  <a16:creationId xmlns:a16="http://schemas.microsoft.com/office/drawing/2014/main" id="{563DB477-16FF-66C5-EA00-7F5643040568}"/>
                </a:ext>
              </a:extLst>
            </p:cNvPr>
            <p:cNvSpPr/>
            <p:nvPr/>
          </p:nvSpPr>
          <p:spPr>
            <a:xfrm flipH="1">
              <a:off x="6692406" y="3174425"/>
              <a:ext cx="34894" cy="25371"/>
            </a:xfrm>
            <a:custGeom>
              <a:avLst/>
              <a:gdLst>
                <a:gd name="csX0" fmla="*/ 203050 w 212832"/>
                <a:gd name="csY0" fmla="*/ 154330 h 154746"/>
                <a:gd name="csX1" fmla="*/ 144977 w 212832"/>
                <a:gd name="csY1" fmla="*/ 8619 h 154746"/>
                <a:gd name="csX2" fmla="*/ -734 w 212832"/>
                <a:gd name="csY2" fmla="*/ 66772 h 154746"/>
                <a:gd name="csX3" fmla="*/ 203050 w 212832"/>
                <a:gd name="csY3" fmla="*/ 154330 h 154746"/>
              </a:gdLst>
              <a:ahLst/>
              <a:cxnLst>
                <a:cxn ang="0">
                  <a:pos x="csX0" y="csY0"/>
                </a:cxn>
                <a:cxn ang="0">
                  <a:pos x="csX1" y="csY1"/>
                </a:cxn>
                <a:cxn ang="0">
                  <a:pos x="csX2" y="csY2"/>
                </a:cxn>
                <a:cxn ang="0">
                  <a:pos x="csX3" y="csY3"/>
                </a:cxn>
              </a:cxnLst>
              <a:rect l="l" t="t" r="r" b="b"/>
              <a:pathLst>
                <a:path w="212832" h="154746">
                  <a:moveTo>
                    <a:pt x="203050" y="154330"/>
                  </a:moveTo>
                  <a:cubicBezTo>
                    <a:pt x="227241" y="98049"/>
                    <a:pt x="201259" y="32809"/>
                    <a:pt x="144977" y="8619"/>
                  </a:cubicBezTo>
                  <a:cubicBezTo>
                    <a:pt x="88697" y="-15572"/>
                    <a:pt x="23456" y="10492"/>
                    <a:pt x="-734" y="66772"/>
                  </a:cubicBezTo>
                  <a:lnTo>
                    <a:pt x="203050" y="154330"/>
                  </a:ln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7" name="Freeform: Shape 206">
              <a:extLst>
                <a:ext uri="{FF2B5EF4-FFF2-40B4-BE49-F238E27FC236}">
                  <a16:creationId xmlns:a16="http://schemas.microsoft.com/office/drawing/2014/main" id="{91565BDC-30E4-EBAC-51F9-3A3A81FDF171}"/>
                </a:ext>
              </a:extLst>
            </p:cNvPr>
            <p:cNvSpPr/>
            <p:nvPr/>
          </p:nvSpPr>
          <p:spPr>
            <a:xfrm flipH="1">
              <a:off x="6657314" y="2975881"/>
              <a:ext cx="72017" cy="72017"/>
            </a:xfrm>
            <a:custGeom>
              <a:avLst/>
              <a:gdLst>
                <a:gd name="csX0" fmla="*/ -734 w 439253"/>
                <a:gd name="csY0" fmla="*/ 219251 h 439253"/>
                <a:gd name="csX1" fmla="*/ 218852 w 439253"/>
                <a:gd name="csY1" fmla="*/ -416 h 439253"/>
                <a:gd name="csX2" fmla="*/ 438519 w 439253"/>
                <a:gd name="csY2" fmla="*/ 219251 h 439253"/>
                <a:gd name="csX3" fmla="*/ 218852 w 439253"/>
                <a:gd name="csY3" fmla="*/ 438837 h 439253"/>
                <a:gd name="csX4" fmla="*/ -734 w 439253"/>
                <a:gd name="csY4" fmla="*/ 219251 h 439253"/>
              </a:gdLst>
              <a:ahLst/>
              <a:cxnLst>
                <a:cxn ang="0">
                  <a:pos x="csX0" y="csY0"/>
                </a:cxn>
                <a:cxn ang="0">
                  <a:pos x="csX1" y="csY1"/>
                </a:cxn>
                <a:cxn ang="0">
                  <a:pos x="csX2" y="csY2"/>
                </a:cxn>
                <a:cxn ang="0">
                  <a:pos x="csX3" y="csY3"/>
                </a:cxn>
                <a:cxn ang="0">
                  <a:pos x="csX4" y="csY4"/>
                </a:cxn>
              </a:cxnLst>
              <a:rect l="l" t="t" r="r" b="b"/>
              <a:pathLst>
                <a:path w="439253" h="439253">
                  <a:moveTo>
                    <a:pt x="-734" y="219251"/>
                  </a:moveTo>
                  <a:cubicBezTo>
                    <a:pt x="-734" y="97973"/>
                    <a:pt x="97574" y="-416"/>
                    <a:pt x="218852" y="-416"/>
                  </a:cubicBezTo>
                  <a:cubicBezTo>
                    <a:pt x="340129" y="-416"/>
                    <a:pt x="438519" y="97973"/>
                    <a:pt x="438519" y="219251"/>
                  </a:cubicBezTo>
                  <a:cubicBezTo>
                    <a:pt x="438519" y="340529"/>
                    <a:pt x="340129" y="438837"/>
                    <a:pt x="218852" y="438837"/>
                  </a:cubicBezTo>
                  <a:cubicBezTo>
                    <a:pt x="97574" y="438837"/>
                    <a:pt x="-734" y="340529"/>
                    <a:pt x="-734" y="219251"/>
                  </a:cubicBezTo>
                  <a:close/>
                </a:path>
              </a:pathLst>
            </a:custGeom>
            <a:solidFill>
              <a:srgbClr val="B8D4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8" name="Freeform: Shape 207">
              <a:extLst>
                <a:ext uri="{FF2B5EF4-FFF2-40B4-BE49-F238E27FC236}">
                  <a16:creationId xmlns:a16="http://schemas.microsoft.com/office/drawing/2014/main" id="{DAAFBBB8-0E35-9077-85C1-93A79BCD9161}"/>
                </a:ext>
              </a:extLst>
            </p:cNvPr>
            <p:cNvSpPr/>
            <p:nvPr/>
          </p:nvSpPr>
          <p:spPr>
            <a:xfrm flipH="1">
              <a:off x="6677376" y="3182750"/>
              <a:ext cx="119631" cy="118882"/>
            </a:xfrm>
            <a:custGeom>
              <a:avLst/>
              <a:gdLst>
                <a:gd name="csX0" fmla="*/ 717320 w 729670"/>
                <a:gd name="csY0" fmla="*/ 223933 h 725097"/>
                <a:gd name="csX1" fmla="*/ 539028 w 729670"/>
                <a:gd name="csY1" fmla="*/ 34401 h 725097"/>
                <a:gd name="csX2" fmla="*/ 293622 w 729670"/>
                <a:gd name="csY2" fmla="*/ 19985 h 725097"/>
                <a:gd name="csX3" fmla="*/ 33963 w 729670"/>
                <a:gd name="csY3" fmla="*/ 382189 h 725097"/>
                <a:gd name="csX4" fmla="*/ 13193 w 729670"/>
                <a:gd name="csY4" fmla="*/ 435456 h 725097"/>
                <a:gd name="csX5" fmla="*/ -734 w 729670"/>
                <a:gd name="csY5" fmla="*/ 465022 h 725097"/>
                <a:gd name="csX6" fmla="*/ 176336 w 729670"/>
                <a:gd name="csY6" fmla="*/ 548019 h 725097"/>
                <a:gd name="csX7" fmla="*/ 190183 w 729670"/>
                <a:gd name="csY7" fmla="*/ 518534 h 725097"/>
                <a:gd name="csX8" fmla="*/ 219096 w 729670"/>
                <a:gd name="csY8" fmla="*/ 445149 h 725097"/>
                <a:gd name="csX9" fmla="*/ 367985 w 729670"/>
                <a:gd name="csY9" fmla="*/ 200720 h 725097"/>
                <a:gd name="csX10" fmla="*/ 455951 w 729670"/>
                <a:gd name="csY10" fmla="*/ 211390 h 725097"/>
                <a:gd name="csX11" fmla="*/ 529987 w 729670"/>
                <a:gd name="csY11" fmla="*/ 279644 h 725097"/>
                <a:gd name="csX12" fmla="*/ 434773 w 729670"/>
                <a:gd name="csY12" fmla="*/ 534253 h 725097"/>
                <a:gd name="csX13" fmla="*/ 389895 w 729670"/>
                <a:gd name="csY13" fmla="*/ 612201 h 725097"/>
                <a:gd name="csX14" fmla="*/ 376049 w 729670"/>
                <a:gd name="csY14" fmla="*/ 641603 h 725097"/>
                <a:gd name="csX15" fmla="*/ 552956 w 729670"/>
                <a:gd name="csY15" fmla="*/ 724681 h 725097"/>
                <a:gd name="csX16" fmla="*/ 566802 w 729670"/>
                <a:gd name="csY16" fmla="*/ 695197 h 725097"/>
                <a:gd name="csX17" fmla="*/ 600929 w 729670"/>
                <a:gd name="csY17" fmla="*/ 637123 h 725097"/>
                <a:gd name="csX18" fmla="*/ 717320 w 729670"/>
                <a:gd name="csY18" fmla="*/ 223933 h 7250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729670" h="725097">
                  <a:moveTo>
                    <a:pt x="717320" y="223933"/>
                  </a:moveTo>
                  <a:cubicBezTo>
                    <a:pt x="693048" y="142240"/>
                    <a:pt x="633020" y="78465"/>
                    <a:pt x="539028" y="34401"/>
                  </a:cubicBezTo>
                  <a:cubicBezTo>
                    <a:pt x="452040" y="-6486"/>
                    <a:pt x="369452" y="-11455"/>
                    <a:pt x="293622" y="19985"/>
                  </a:cubicBezTo>
                  <a:cubicBezTo>
                    <a:pt x="144408" y="81316"/>
                    <a:pt x="79005" y="259608"/>
                    <a:pt x="33963" y="382189"/>
                  </a:cubicBezTo>
                  <a:cubicBezTo>
                    <a:pt x="26144" y="403691"/>
                    <a:pt x="19465" y="422180"/>
                    <a:pt x="13193" y="435456"/>
                  </a:cubicBezTo>
                  <a:lnTo>
                    <a:pt x="-734" y="465022"/>
                  </a:lnTo>
                  <a:lnTo>
                    <a:pt x="176336" y="548019"/>
                  </a:lnTo>
                  <a:lnTo>
                    <a:pt x="190183" y="518534"/>
                  </a:lnTo>
                  <a:cubicBezTo>
                    <a:pt x="198653" y="500290"/>
                    <a:pt x="208183" y="474878"/>
                    <a:pt x="219096" y="445149"/>
                  </a:cubicBezTo>
                  <a:cubicBezTo>
                    <a:pt x="246789" y="369727"/>
                    <a:pt x="298184" y="229391"/>
                    <a:pt x="367985" y="200720"/>
                  </a:cubicBezTo>
                  <a:cubicBezTo>
                    <a:pt x="391443" y="191027"/>
                    <a:pt x="420194" y="194530"/>
                    <a:pt x="455951" y="211390"/>
                  </a:cubicBezTo>
                  <a:cubicBezTo>
                    <a:pt x="497977" y="231101"/>
                    <a:pt x="522169" y="253418"/>
                    <a:pt x="529987" y="279644"/>
                  </a:cubicBezTo>
                  <a:cubicBezTo>
                    <a:pt x="550268" y="347898"/>
                    <a:pt x="477941" y="464452"/>
                    <a:pt x="434773" y="534253"/>
                  </a:cubicBezTo>
                  <a:cubicBezTo>
                    <a:pt x="417262" y="562272"/>
                    <a:pt x="400809" y="588743"/>
                    <a:pt x="389895" y="612201"/>
                  </a:cubicBezTo>
                  <a:lnTo>
                    <a:pt x="376049" y="641603"/>
                  </a:lnTo>
                  <a:lnTo>
                    <a:pt x="552956" y="724681"/>
                  </a:lnTo>
                  <a:lnTo>
                    <a:pt x="566802" y="695197"/>
                  </a:lnTo>
                  <a:cubicBezTo>
                    <a:pt x="573074" y="681920"/>
                    <a:pt x="586187" y="660907"/>
                    <a:pt x="600929" y="637123"/>
                  </a:cubicBezTo>
                  <a:cubicBezTo>
                    <a:pt x="665274" y="533276"/>
                    <a:pt x="762605" y="376324"/>
                    <a:pt x="717320" y="223933"/>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09" name="Freeform: Shape 208">
              <a:extLst>
                <a:ext uri="{FF2B5EF4-FFF2-40B4-BE49-F238E27FC236}">
                  <a16:creationId xmlns:a16="http://schemas.microsoft.com/office/drawing/2014/main" id="{D8374BBC-89A9-24E8-22DB-00C9E901717A}"/>
                </a:ext>
              </a:extLst>
            </p:cNvPr>
            <p:cNvSpPr/>
            <p:nvPr/>
          </p:nvSpPr>
          <p:spPr>
            <a:xfrm flipH="1">
              <a:off x="6724416" y="2453025"/>
              <a:ext cx="331414" cy="332562"/>
            </a:xfrm>
            <a:custGeom>
              <a:avLst/>
              <a:gdLst>
                <a:gd name="csX0" fmla="*/ 1264738 w 2021399"/>
                <a:gd name="csY0" fmla="*/ 2027988 h 2028404"/>
                <a:gd name="csX1" fmla="*/ -734 w 2021399"/>
                <a:gd name="csY1" fmla="*/ 2027988 h 2028404"/>
                <a:gd name="csX2" fmla="*/ -734 w 2021399"/>
                <a:gd name="csY2" fmla="*/ 1962828 h 2028404"/>
                <a:gd name="csX3" fmla="*/ 1264738 w 2021399"/>
                <a:gd name="csY3" fmla="*/ 1962828 h 2028404"/>
                <a:gd name="csX4" fmla="*/ 1955506 w 2021399"/>
                <a:gd name="csY4" fmla="*/ 1233697 h 2028404"/>
                <a:gd name="csX5" fmla="*/ 1955506 w 2021399"/>
                <a:gd name="csY5" fmla="*/ 793873 h 2028404"/>
                <a:gd name="csX6" fmla="*/ 1264738 w 2021399"/>
                <a:gd name="csY6" fmla="*/ 64743 h 2028404"/>
                <a:gd name="csX7" fmla="*/ -734 w 2021399"/>
                <a:gd name="csY7" fmla="*/ 64743 h 2028404"/>
                <a:gd name="csX8" fmla="*/ -734 w 2021399"/>
                <a:gd name="csY8" fmla="*/ -416 h 2028404"/>
                <a:gd name="csX9" fmla="*/ 1264738 w 2021399"/>
                <a:gd name="csY9" fmla="*/ -416 h 2028404"/>
                <a:gd name="csX10" fmla="*/ 2020665 w 2021399"/>
                <a:gd name="csY10" fmla="*/ 793873 h 2028404"/>
                <a:gd name="csX11" fmla="*/ 2020665 w 2021399"/>
                <a:gd name="csY11" fmla="*/ 1233697 h 2028404"/>
                <a:gd name="csX12" fmla="*/ 1264738 w 2021399"/>
                <a:gd name="csY12" fmla="*/ 2027988 h 20284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021399" h="2028404">
                  <a:moveTo>
                    <a:pt x="1264738" y="2027988"/>
                  </a:moveTo>
                  <a:lnTo>
                    <a:pt x="-734" y="2027988"/>
                  </a:lnTo>
                  <a:lnTo>
                    <a:pt x="-734" y="1962828"/>
                  </a:lnTo>
                  <a:lnTo>
                    <a:pt x="1264738" y="1962828"/>
                  </a:lnTo>
                  <a:cubicBezTo>
                    <a:pt x="1645593" y="1962828"/>
                    <a:pt x="1955506" y="1635738"/>
                    <a:pt x="1955506" y="1233697"/>
                  </a:cubicBezTo>
                  <a:lnTo>
                    <a:pt x="1955506" y="793873"/>
                  </a:lnTo>
                  <a:cubicBezTo>
                    <a:pt x="1955506" y="391833"/>
                    <a:pt x="1645593" y="64743"/>
                    <a:pt x="1264738" y="64743"/>
                  </a:cubicBezTo>
                  <a:lnTo>
                    <a:pt x="-734" y="64743"/>
                  </a:lnTo>
                  <a:lnTo>
                    <a:pt x="-734" y="-416"/>
                  </a:lnTo>
                  <a:lnTo>
                    <a:pt x="1264738" y="-416"/>
                  </a:lnTo>
                  <a:cubicBezTo>
                    <a:pt x="1681511" y="-416"/>
                    <a:pt x="2020665" y="355898"/>
                    <a:pt x="2020665" y="793873"/>
                  </a:cubicBezTo>
                  <a:lnTo>
                    <a:pt x="2020665" y="1233697"/>
                  </a:lnTo>
                  <a:cubicBezTo>
                    <a:pt x="2020665" y="1671673"/>
                    <a:pt x="1681511" y="2027988"/>
                    <a:pt x="1264738" y="2027988"/>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0" name="Freeform: Shape 209">
              <a:extLst>
                <a:ext uri="{FF2B5EF4-FFF2-40B4-BE49-F238E27FC236}">
                  <a16:creationId xmlns:a16="http://schemas.microsoft.com/office/drawing/2014/main" id="{47235150-9E1A-68FE-6A23-80EB626E5DC7}"/>
                </a:ext>
              </a:extLst>
            </p:cNvPr>
            <p:cNvSpPr/>
            <p:nvPr/>
          </p:nvSpPr>
          <p:spPr>
            <a:xfrm flipH="1">
              <a:off x="6729104" y="2544530"/>
              <a:ext cx="61600" cy="129920"/>
            </a:xfrm>
            <a:custGeom>
              <a:avLst/>
              <a:gdLst>
                <a:gd name="csX0" fmla="*/ 374990 w 375723"/>
                <a:gd name="csY0" fmla="*/ 792008 h 792424"/>
                <a:gd name="csX1" fmla="*/ 219016 w 375723"/>
                <a:gd name="csY1" fmla="*/ 792008 h 792424"/>
                <a:gd name="csX2" fmla="*/ -734 w 375723"/>
                <a:gd name="csY2" fmla="*/ 395792 h 792424"/>
                <a:gd name="csX3" fmla="*/ 219016 w 375723"/>
                <a:gd name="csY3" fmla="*/ -416 h 792424"/>
                <a:gd name="csX4" fmla="*/ 374990 w 375723"/>
                <a:gd name="csY4" fmla="*/ -416 h 792424"/>
                <a:gd name="csX5" fmla="*/ 374990 w 375723"/>
                <a:gd name="csY5" fmla="*/ 64743 h 792424"/>
                <a:gd name="csX6" fmla="*/ 219016 w 375723"/>
                <a:gd name="csY6" fmla="*/ 64743 h 792424"/>
                <a:gd name="csX7" fmla="*/ 64425 w 375723"/>
                <a:gd name="csY7" fmla="*/ 395792 h 792424"/>
                <a:gd name="csX8" fmla="*/ 219016 w 375723"/>
                <a:gd name="csY8" fmla="*/ 726849 h 792424"/>
                <a:gd name="csX9" fmla="*/ 374990 w 375723"/>
                <a:gd name="csY9" fmla="*/ 726849 h 792424"/>
                <a:gd name="csX10" fmla="*/ 374990 w 375723"/>
                <a:gd name="csY10" fmla="*/ 792008 h 7924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5723" h="792424">
                  <a:moveTo>
                    <a:pt x="374990" y="792008"/>
                  </a:moveTo>
                  <a:lnTo>
                    <a:pt x="219016" y="792008"/>
                  </a:lnTo>
                  <a:cubicBezTo>
                    <a:pt x="95784" y="792008"/>
                    <a:pt x="-734" y="617968"/>
                    <a:pt x="-734" y="395792"/>
                  </a:cubicBezTo>
                  <a:cubicBezTo>
                    <a:pt x="-734" y="173623"/>
                    <a:pt x="95784" y="-416"/>
                    <a:pt x="219016" y="-416"/>
                  </a:cubicBezTo>
                  <a:lnTo>
                    <a:pt x="374990" y="-416"/>
                  </a:lnTo>
                  <a:lnTo>
                    <a:pt x="374990" y="64743"/>
                  </a:lnTo>
                  <a:lnTo>
                    <a:pt x="219016" y="64743"/>
                  </a:lnTo>
                  <a:cubicBezTo>
                    <a:pt x="145874" y="64743"/>
                    <a:pt x="64425" y="200705"/>
                    <a:pt x="64425" y="395792"/>
                  </a:cubicBezTo>
                  <a:cubicBezTo>
                    <a:pt x="64425" y="590895"/>
                    <a:pt x="145874" y="726849"/>
                    <a:pt x="219016" y="726849"/>
                  </a:cubicBezTo>
                  <a:lnTo>
                    <a:pt x="374990" y="726849"/>
                  </a:lnTo>
                  <a:lnTo>
                    <a:pt x="374990" y="792008"/>
                  </a:ln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1" name="Freeform: Shape 210">
              <a:extLst>
                <a:ext uri="{FF2B5EF4-FFF2-40B4-BE49-F238E27FC236}">
                  <a16:creationId xmlns:a16="http://schemas.microsoft.com/office/drawing/2014/main" id="{A531AF00-C1AC-E1A8-A31B-43140D270D23}"/>
                </a:ext>
              </a:extLst>
            </p:cNvPr>
            <p:cNvSpPr/>
            <p:nvPr/>
          </p:nvSpPr>
          <p:spPr>
            <a:xfrm flipH="1">
              <a:off x="6799625" y="2453021"/>
              <a:ext cx="455350" cy="332572"/>
            </a:xfrm>
            <a:custGeom>
              <a:avLst/>
              <a:gdLst>
                <a:gd name="csX0" fmla="*/ 2020665 w 2777327"/>
                <a:gd name="csY0" fmla="*/ -416 h 2028461"/>
                <a:gd name="csX1" fmla="*/ 755193 w 2777327"/>
                <a:gd name="csY1" fmla="*/ -416 h 2028461"/>
                <a:gd name="csX2" fmla="*/ -734 w 2777327"/>
                <a:gd name="csY2" fmla="*/ 793906 h 2028461"/>
                <a:gd name="csX3" fmla="*/ -734 w 2777327"/>
                <a:gd name="csY3" fmla="*/ 1233731 h 2028461"/>
                <a:gd name="csX4" fmla="*/ 755193 w 2777327"/>
                <a:gd name="csY4" fmla="*/ 2028045 h 2028461"/>
                <a:gd name="csX5" fmla="*/ 2020665 w 2777327"/>
                <a:gd name="csY5" fmla="*/ 2028045 h 2028461"/>
                <a:gd name="csX6" fmla="*/ 2776593 w 2777327"/>
                <a:gd name="csY6" fmla="*/ 1233731 h 2028461"/>
                <a:gd name="csX7" fmla="*/ 2776593 w 2777327"/>
                <a:gd name="csY7" fmla="*/ 793906 h 2028461"/>
                <a:gd name="csX8" fmla="*/ 2020665 w 2777327"/>
                <a:gd name="csY8" fmla="*/ -416 h 20284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77327" h="2028461">
                  <a:moveTo>
                    <a:pt x="2020665" y="-416"/>
                  </a:moveTo>
                  <a:lnTo>
                    <a:pt x="755193" y="-416"/>
                  </a:lnTo>
                  <a:cubicBezTo>
                    <a:pt x="338419" y="-416"/>
                    <a:pt x="-734" y="355923"/>
                    <a:pt x="-734" y="793906"/>
                  </a:cubicBezTo>
                  <a:lnTo>
                    <a:pt x="-734" y="1233731"/>
                  </a:lnTo>
                  <a:cubicBezTo>
                    <a:pt x="-734" y="1671706"/>
                    <a:pt x="338419" y="2028045"/>
                    <a:pt x="755193" y="2028045"/>
                  </a:cubicBezTo>
                  <a:lnTo>
                    <a:pt x="2020665" y="2028045"/>
                  </a:lnTo>
                  <a:cubicBezTo>
                    <a:pt x="2437521" y="2028045"/>
                    <a:pt x="2776593" y="1671706"/>
                    <a:pt x="2776593" y="1233731"/>
                  </a:cubicBezTo>
                  <a:lnTo>
                    <a:pt x="2776593" y="793906"/>
                  </a:lnTo>
                  <a:cubicBezTo>
                    <a:pt x="2776593" y="355923"/>
                    <a:pt x="2437521" y="-416"/>
                    <a:pt x="2020665" y="-416"/>
                  </a:cubicBezTo>
                  <a:close/>
                </a:path>
              </a:pathLst>
            </a:custGeom>
            <a:solidFill>
              <a:srgbClr val="B8D4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2" name="Freeform: Shape 211">
              <a:extLst>
                <a:ext uri="{FF2B5EF4-FFF2-40B4-BE49-F238E27FC236}">
                  <a16:creationId xmlns:a16="http://schemas.microsoft.com/office/drawing/2014/main" id="{9148176E-353C-D062-1493-DED05F58E5D4}"/>
                </a:ext>
              </a:extLst>
            </p:cNvPr>
            <p:cNvSpPr/>
            <p:nvPr/>
          </p:nvSpPr>
          <p:spPr>
            <a:xfrm flipH="1">
              <a:off x="6855684" y="2511780"/>
              <a:ext cx="343218" cy="215053"/>
            </a:xfrm>
            <a:custGeom>
              <a:avLst/>
              <a:gdLst>
                <a:gd name="csX0" fmla="*/ 413189 w 2093400"/>
                <a:gd name="csY0" fmla="*/ 1311262 h 1311678"/>
                <a:gd name="csX1" fmla="*/ -734 w 2093400"/>
                <a:gd name="csY1" fmla="*/ 875347 h 1311678"/>
                <a:gd name="csX2" fmla="*/ -734 w 2093400"/>
                <a:gd name="csY2" fmla="*/ 435523 h 1311678"/>
                <a:gd name="csX3" fmla="*/ 413189 w 2093400"/>
                <a:gd name="csY3" fmla="*/ -416 h 1311678"/>
                <a:gd name="csX4" fmla="*/ 1678661 w 2093400"/>
                <a:gd name="csY4" fmla="*/ -416 h 1311678"/>
                <a:gd name="csX5" fmla="*/ 2092667 w 2093400"/>
                <a:gd name="csY5" fmla="*/ 435523 h 1311678"/>
                <a:gd name="csX6" fmla="*/ 2092667 w 2093400"/>
                <a:gd name="csY6" fmla="*/ 875347 h 1311678"/>
                <a:gd name="csX7" fmla="*/ 1678661 w 2093400"/>
                <a:gd name="csY7" fmla="*/ 1311262 h 1311678"/>
                <a:gd name="csX8" fmla="*/ 413189 w 2093400"/>
                <a:gd name="csY8" fmla="*/ 1311262 h 1311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3400" h="1311678">
                  <a:moveTo>
                    <a:pt x="413189" y="1311262"/>
                  </a:moveTo>
                  <a:cubicBezTo>
                    <a:pt x="184969" y="1311262"/>
                    <a:pt x="-734" y="1115719"/>
                    <a:pt x="-734" y="875347"/>
                  </a:cubicBezTo>
                  <a:lnTo>
                    <a:pt x="-734" y="435523"/>
                  </a:lnTo>
                  <a:cubicBezTo>
                    <a:pt x="-734" y="195150"/>
                    <a:pt x="184969" y="-416"/>
                    <a:pt x="413189" y="-416"/>
                  </a:cubicBezTo>
                  <a:lnTo>
                    <a:pt x="1678661" y="-416"/>
                  </a:lnTo>
                  <a:cubicBezTo>
                    <a:pt x="1906963" y="-416"/>
                    <a:pt x="2092667" y="195150"/>
                    <a:pt x="2092667" y="435523"/>
                  </a:cubicBezTo>
                  <a:lnTo>
                    <a:pt x="2092667" y="875347"/>
                  </a:lnTo>
                  <a:cubicBezTo>
                    <a:pt x="2092667" y="1115719"/>
                    <a:pt x="1906963" y="1311262"/>
                    <a:pt x="1678661" y="1311262"/>
                  </a:cubicBezTo>
                  <a:lnTo>
                    <a:pt x="413189" y="1311262"/>
                  </a:ln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3" name="Freeform: Shape 212">
              <a:extLst>
                <a:ext uri="{FF2B5EF4-FFF2-40B4-BE49-F238E27FC236}">
                  <a16:creationId xmlns:a16="http://schemas.microsoft.com/office/drawing/2014/main" id="{BA467D5E-0D97-58E3-B7A9-EC68DB2C77F7}"/>
                </a:ext>
              </a:extLst>
            </p:cNvPr>
            <p:cNvSpPr/>
            <p:nvPr/>
          </p:nvSpPr>
          <p:spPr>
            <a:xfrm flipH="1">
              <a:off x="7095397" y="2600771"/>
              <a:ext cx="37070" cy="37070"/>
            </a:xfrm>
            <a:custGeom>
              <a:avLst/>
              <a:gdLst>
                <a:gd name="csX0" fmla="*/ 225368 w 226102"/>
                <a:gd name="csY0" fmla="*/ 112635 h 226102"/>
                <a:gd name="csX1" fmla="*/ 112317 w 226102"/>
                <a:gd name="csY1" fmla="*/ 225686 h 226102"/>
                <a:gd name="csX2" fmla="*/ -734 w 226102"/>
                <a:gd name="csY2" fmla="*/ 112635 h 226102"/>
                <a:gd name="csX3" fmla="*/ 112317 w 226102"/>
                <a:gd name="csY3" fmla="*/ -416 h 226102"/>
                <a:gd name="csX4" fmla="*/ 225368 w 226102"/>
                <a:gd name="csY4" fmla="*/ 112635 h 226102"/>
              </a:gdLst>
              <a:ahLst/>
              <a:cxnLst>
                <a:cxn ang="0">
                  <a:pos x="csX0" y="csY0"/>
                </a:cxn>
                <a:cxn ang="0">
                  <a:pos x="csX1" y="csY1"/>
                </a:cxn>
                <a:cxn ang="0">
                  <a:pos x="csX2" y="csY2"/>
                </a:cxn>
                <a:cxn ang="0">
                  <a:pos x="csX3" y="csY3"/>
                </a:cxn>
                <a:cxn ang="0">
                  <a:pos x="csX4" y="csY4"/>
                </a:cxn>
              </a:cxnLst>
              <a:rect l="l" t="t" r="r" b="b"/>
              <a:pathLst>
                <a:path w="226102" h="226102">
                  <a:moveTo>
                    <a:pt x="225368" y="112635"/>
                  </a:moveTo>
                  <a:cubicBezTo>
                    <a:pt x="225368" y="175074"/>
                    <a:pt x="174788" y="225686"/>
                    <a:pt x="112317" y="225686"/>
                  </a:cubicBezTo>
                  <a:cubicBezTo>
                    <a:pt x="49927" y="225686"/>
                    <a:pt x="-734" y="175074"/>
                    <a:pt x="-734" y="112635"/>
                  </a:cubicBezTo>
                  <a:cubicBezTo>
                    <a:pt x="-734" y="50204"/>
                    <a:pt x="49927" y="-416"/>
                    <a:pt x="112317" y="-416"/>
                  </a:cubicBezTo>
                  <a:cubicBezTo>
                    <a:pt x="174788" y="-416"/>
                    <a:pt x="225368" y="50204"/>
                    <a:pt x="225368" y="112635"/>
                  </a:cubicBezTo>
                  <a:close/>
                </a:path>
              </a:pathLst>
            </a:custGeom>
            <a:solidFill>
              <a:srgbClr val="FFFF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4" name="Freeform: Shape 213">
              <a:extLst>
                <a:ext uri="{FF2B5EF4-FFF2-40B4-BE49-F238E27FC236}">
                  <a16:creationId xmlns:a16="http://schemas.microsoft.com/office/drawing/2014/main" id="{5A50F87A-DEA8-7F23-26FA-F3F5D41F2294}"/>
                </a:ext>
              </a:extLst>
            </p:cNvPr>
            <p:cNvSpPr/>
            <p:nvPr/>
          </p:nvSpPr>
          <p:spPr>
            <a:xfrm flipH="1">
              <a:off x="6929290" y="2600771"/>
              <a:ext cx="37070" cy="37070"/>
            </a:xfrm>
            <a:custGeom>
              <a:avLst/>
              <a:gdLst>
                <a:gd name="csX0" fmla="*/ 225368 w 226102"/>
                <a:gd name="csY0" fmla="*/ 112635 h 226102"/>
                <a:gd name="csX1" fmla="*/ 112317 w 226102"/>
                <a:gd name="csY1" fmla="*/ 225686 h 226102"/>
                <a:gd name="csX2" fmla="*/ -734 w 226102"/>
                <a:gd name="csY2" fmla="*/ 112635 h 226102"/>
                <a:gd name="csX3" fmla="*/ 112317 w 226102"/>
                <a:gd name="csY3" fmla="*/ -416 h 226102"/>
                <a:gd name="csX4" fmla="*/ 225368 w 226102"/>
                <a:gd name="csY4" fmla="*/ 112635 h 226102"/>
              </a:gdLst>
              <a:ahLst/>
              <a:cxnLst>
                <a:cxn ang="0">
                  <a:pos x="csX0" y="csY0"/>
                </a:cxn>
                <a:cxn ang="0">
                  <a:pos x="csX1" y="csY1"/>
                </a:cxn>
                <a:cxn ang="0">
                  <a:pos x="csX2" y="csY2"/>
                </a:cxn>
                <a:cxn ang="0">
                  <a:pos x="csX3" y="csY3"/>
                </a:cxn>
                <a:cxn ang="0">
                  <a:pos x="csX4" y="csY4"/>
                </a:cxn>
              </a:cxnLst>
              <a:rect l="l" t="t" r="r" b="b"/>
              <a:pathLst>
                <a:path w="226102" h="226102">
                  <a:moveTo>
                    <a:pt x="225368" y="112635"/>
                  </a:moveTo>
                  <a:cubicBezTo>
                    <a:pt x="225368" y="175074"/>
                    <a:pt x="174788" y="225686"/>
                    <a:pt x="112317" y="225686"/>
                  </a:cubicBezTo>
                  <a:cubicBezTo>
                    <a:pt x="49845" y="225686"/>
                    <a:pt x="-734" y="175074"/>
                    <a:pt x="-734" y="112635"/>
                  </a:cubicBezTo>
                  <a:cubicBezTo>
                    <a:pt x="-734" y="50204"/>
                    <a:pt x="49845" y="-416"/>
                    <a:pt x="112317" y="-416"/>
                  </a:cubicBezTo>
                  <a:cubicBezTo>
                    <a:pt x="174788" y="-416"/>
                    <a:pt x="225368" y="50204"/>
                    <a:pt x="225368" y="112635"/>
                  </a:cubicBezTo>
                  <a:close/>
                </a:path>
              </a:pathLst>
            </a:custGeom>
            <a:solidFill>
              <a:srgbClr val="FFFF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215" name="Freeform: Shape 214">
              <a:extLst>
                <a:ext uri="{FF2B5EF4-FFF2-40B4-BE49-F238E27FC236}">
                  <a16:creationId xmlns:a16="http://schemas.microsoft.com/office/drawing/2014/main" id="{0BC1F7D6-F005-807B-C278-A7E71E3E6C7A}"/>
                </a:ext>
              </a:extLst>
            </p:cNvPr>
            <p:cNvSpPr/>
            <p:nvPr/>
          </p:nvSpPr>
          <p:spPr>
            <a:xfrm flipH="1">
              <a:off x="6693088" y="2544526"/>
              <a:ext cx="72043" cy="129926"/>
            </a:xfrm>
            <a:custGeom>
              <a:avLst/>
              <a:gdLst>
                <a:gd name="csX0" fmla="*/ 219015 w 439417"/>
                <a:gd name="csY0" fmla="*/ -416 h 792465"/>
                <a:gd name="csX1" fmla="*/ -734 w 439417"/>
                <a:gd name="csY1" fmla="*/ 395816 h 792465"/>
                <a:gd name="csX2" fmla="*/ 219015 w 439417"/>
                <a:gd name="csY2" fmla="*/ 792049 h 792465"/>
                <a:gd name="csX3" fmla="*/ 438683 w 439417"/>
                <a:gd name="csY3" fmla="*/ 395816 h 792465"/>
                <a:gd name="csX4" fmla="*/ 219015 w 439417"/>
                <a:gd name="csY4" fmla="*/ -416 h 792465"/>
              </a:gdLst>
              <a:ahLst/>
              <a:cxnLst>
                <a:cxn ang="0">
                  <a:pos x="csX0" y="csY0"/>
                </a:cxn>
                <a:cxn ang="0">
                  <a:pos x="csX1" y="csY1"/>
                </a:cxn>
                <a:cxn ang="0">
                  <a:pos x="csX2" y="csY2"/>
                </a:cxn>
                <a:cxn ang="0">
                  <a:pos x="csX3" y="csY3"/>
                </a:cxn>
                <a:cxn ang="0">
                  <a:pos x="csX4" y="csY4"/>
                </a:cxn>
              </a:cxnLst>
              <a:rect l="l" t="t" r="r" b="b"/>
              <a:pathLst>
                <a:path w="439417" h="792465">
                  <a:moveTo>
                    <a:pt x="219015" y="-416"/>
                  </a:moveTo>
                  <a:cubicBezTo>
                    <a:pt x="95783" y="-416"/>
                    <a:pt x="-734" y="173615"/>
                    <a:pt x="-734" y="395816"/>
                  </a:cubicBezTo>
                  <a:cubicBezTo>
                    <a:pt x="-734" y="618017"/>
                    <a:pt x="95783" y="792049"/>
                    <a:pt x="219015" y="792049"/>
                  </a:cubicBezTo>
                  <a:cubicBezTo>
                    <a:pt x="342247" y="792049"/>
                    <a:pt x="438683" y="618017"/>
                    <a:pt x="438683" y="395816"/>
                  </a:cubicBezTo>
                  <a:cubicBezTo>
                    <a:pt x="438683" y="173615"/>
                    <a:pt x="342247" y="-416"/>
                    <a:pt x="219015" y="-416"/>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519" name="Group 518">
            <a:extLst>
              <a:ext uri="{FF2B5EF4-FFF2-40B4-BE49-F238E27FC236}">
                <a16:creationId xmlns:a16="http://schemas.microsoft.com/office/drawing/2014/main" id="{89F47283-7873-3A33-D04D-5E87FFEE3BE0}"/>
              </a:ext>
            </a:extLst>
          </p:cNvPr>
          <p:cNvGrpSpPr/>
          <p:nvPr/>
        </p:nvGrpSpPr>
        <p:grpSpPr>
          <a:xfrm>
            <a:off x="7198374" y="2522899"/>
            <a:ext cx="1192314" cy="869776"/>
            <a:chOff x="7159100" y="2687652"/>
            <a:chExt cx="1375300" cy="1003262"/>
          </a:xfrm>
        </p:grpSpPr>
        <p:sp>
          <p:nvSpPr>
            <p:cNvPr id="520" name="Freeform: Shape 519">
              <a:extLst>
                <a:ext uri="{FF2B5EF4-FFF2-40B4-BE49-F238E27FC236}">
                  <a16:creationId xmlns:a16="http://schemas.microsoft.com/office/drawing/2014/main" id="{3DFC62C7-7C40-9F52-0CBF-B94C33A3394B}"/>
                </a:ext>
              </a:extLst>
            </p:cNvPr>
            <p:cNvSpPr/>
            <p:nvPr/>
          </p:nvSpPr>
          <p:spPr>
            <a:xfrm>
              <a:off x="8122234" y="3244645"/>
              <a:ext cx="412166" cy="400094"/>
            </a:xfrm>
            <a:custGeom>
              <a:avLst/>
              <a:gdLst>
                <a:gd name="csX0" fmla="*/ 134902 w 337718"/>
                <a:gd name="csY0" fmla="*/ 3363 h 327828"/>
                <a:gd name="csX1" fmla="*/ 333002 w 337718"/>
                <a:gd name="csY1" fmla="*/ 35809 h 327828"/>
                <a:gd name="csX2" fmla="*/ 271527 w 337718"/>
                <a:gd name="csY2" fmla="*/ 327829 h 327828"/>
                <a:gd name="csX3" fmla="*/ 0 w 337718"/>
                <a:gd name="csY3" fmla="*/ 327829 h 327828"/>
                <a:gd name="csX4" fmla="*/ 8542 w 337718"/>
                <a:gd name="csY4" fmla="*/ 124611 h 327828"/>
                <a:gd name="csX5" fmla="*/ 134916 w 337718"/>
                <a:gd name="csY5" fmla="*/ 3363 h 327828"/>
              </a:gdLst>
              <a:ahLst/>
              <a:cxnLst>
                <a:cxn ang="0">
                  <a:pos x="csX0" y="csY0"/>
                </a:cxn>
                <a:cxn ang="0">
                  <a:pos x="csX1" y="csY1"/>
                </a:cxn>
                <a:cxn ang="0">
                  <a:pos x="csX2" y="csY2"/>
                </a:cxn>
                <a:cxn ang="0">
                  <a:pos x="csX3" y="csY3"/>
                </a:cxn>
                <a:cxn ang="0">
                  <a:pos x="csX4" y="csY4"/>
                </a:cxn>
                <a:cxn ang="0">
                  <a:pos x="csX5" y="csY5"/>
                </a:cxn>
              </a:cxnLst>
              <a:rect l="l" t="t" r="r" b="b"/>
              <a:pathLst>
                <a:path w="337718" h="327828">
                  <a:moveTo>
                    <a:pt x="134902" y="3363"/>
                  </a:moveTo>
                  <a:cubicBezTo>
                    <a:pt x="134902" y="3363"/>
                    <a:pt x="307382" y="-15423"/>
                    <a:pt x="333002" y="35809"/>
                  </a:cubicBezTo>
                  <a:cubicBezTo>
                    <a:pt x="358621" y="87040"/>
                    <a:pt x="271527" y="327829"/>
                    <a:pt x="271527" y="327829"/>
                  </a:cubicBezTo>
                  <a:lnTo>
                    <a:pt x="0" y="327829"/>
                  </a:lnTo>
                  <a:lnTo>
                    <a:pt x="8542" y="124611"/>
                  </a:lnTo>
                  <a:lnTo>
                    <a:pt x="134916" y="3363"/>
                  </a:lnTo>
                  <a:close/>
                </a:path>
              </a:pathLst>
            </a:custGeom>
            <a:solidFill>
              <a:srgbClr val="34B4F4"/>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1" name="Freeform: Shape 520">
              <a:extLst>
                <a:ext uri="{FF2B5EF4-FFF2-40B4-BE49-F238E27FC236}">
                  <a16:creationId xmlns:a16="http://schemas.microsoft.com/office/drawing/2014/main" id="{F4165D2E-0ECC-E144-13DF-57FCF8627566}"/>
                </a:ext>
              </a:extLst>
            </p:cNvPr>
            <p:cNvSpPr/>
            <p:nvPr/>
          </p:nvSpPr>
          <p:spPr>
            <a:xfrm>
              <a:off x="7653281" y="3003099"/>
              <a:ext cx="804670" cy="64632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2" name="Freeform: Shape 521">
              <a:extLst>
                <a:ext uri="{FF2B5EF4-FFF2-40B4-BE49-F238E27FC236}">
                  <a16:creationId xmlns:a16="http://schemas.microsoft.com/office/drawing/2014/main" id="{644E0F8A-6BE3-51A5-6B02-3436A037E35D}"/>
                </a:ext>
              </a:extLst>
            </p:cNvPr>
            <p:cNvSpPr/>
            <p:nvPr/>
          </p:nvSpPr>
          <p:spPr>
            <a:xfrm flipH="1">
              <a:off x="7577907" y="3010636"/>
              <a:ext cx="804670" cy="646329"/>
            </a:xfrm>
            <a:custGeom>
              <a:avLst/>
              <a:gdLst>
                <a:gd name="csX0" fmla="*/ 460237 w 659326"/>
                <a:gd name="csY0" fmla="*/ 512940 h 529587"/>
                <a:gd name="csX1" fmla="*/ 474752 w 659326"/>
                <a:gd name="csY1" fmla="*/ 522330 h 529587"/>
                <a:gd name="csX2" fmla="*/ 584049 w 659326"/>
                <a:gd name="csY2" fmla="*/ 512086 h 529587"/>
                <a:gd name="csX3" fmla="*/ 659191 w 659326"/>
                <a:gd name="csY3" fmla="*/ 442069 h 529587"/>
                <a:gd name="csX4" fmla="*/ 635832 w 659326"/>
                <a:gd name="csY4" fmla="*/ 373289 h 529587"/>
                <a:gd name="csX5" fmla="*/ 630950 w 659326"/>
                <a:gd name="csY5" fmla="*/ 368768 h 529587"/>
                <a:gd name="csX6" fmla="*/ 633837 w 659326"/>
                <a:gd name="csY6" fmla="*/ 351551 h 529587"/>
                <a:gd name="csX7" fmla="*/ 626753 w 659326"/>
                <a:gd name="csY7" fmla="*/ 329355 h 529587"/>
                <a:gd name="csX8" fmla="*/ 610014 w 659326"/>
                <a:gd name="csY8" fmla="*/ 292476 h 529587"/>
                <a:gd name="csX9" fmla="*/ 607562 w 659326"/>
                <a:gd name="csY9" fmla="*/ 250192 h 529587"/>
                <a:gd name="csX10" fmla="*/ 587171 w 659326"/>
                <a:gd name="csY10" fmla="*/ 213284 h 529587"/>
                <a:gd name="csX11" fmla="*/ 550152 w 659326"/>
                <a:gd name="csY11" fmla="*/ 96674 h 529587"/>
                <a:gd name="csX12" fmla="*/ 485687 w 659326"/>
                <a:gd name="csY12" fmla="*/ 54832 h 529587"/>
                <a:gd name="csX13" fmla="*/ 438256 w 659326"/>
                <a:gd name="csY13" fmla="*/ 37946 h 529587"/>
                <a:gd name="csX14" fmla="*/ 390220 w 659326"/>
                <a:gd name="csY14" fmla="*/ 22578 h 529587"/>
                <a:gd name="csX15" fmla="*/ 376530 w 659326"/>
                <a:gd name="csY15" fmla="*/ 11406 h 529587"/>
                <a:gd name="csX16" fmla="*/ 346669 w 659326"/>
                <a:gd name="csY16" fmla="*/ 1465 h 529587"/>
                <a:gd name="csX17" fmla="*/ 228049 w 659326"/>
                <a:gd name="csY17" fmla="*/ 13925 h 529587"/>
                <a:gd name="csX18" fmla="*/ 196391 w 659326"/>
                <a:gd name="csY18" fmla="*/ 39036 h 529587"/>
                <a:gd name="csX19" fmla="*/ 131499 w 659326"/>
                <a:gd name="csY19" fmla="*/ 59530 h 529587"/>
                <a:gd name="csX20" fmla="*/ 25619 w 659326"/>
                <a:gd name="csY20" fmla="*/ 170536 h 529587"/>
                <a:gd name="csX21" fmla="*/ 0 w 659326"/>
                <a:gd name="csY21" fmla="*/ 317404 h 529587"/>
                <a:gd name="csX22" fmla="*/ 99900 w 659326"/>
                <a:gd name="csY22" fmla="*/ 248241 h 529587"/>
                <a:gd name="csX23" fmla="*/ 102463 w 659326"/>
                <a:gd name="csY23" fmla="*/ 428409 h 529587"/>
                <a:gd name="csX24" fmla="*/ 97338 w 659326"/>
                <a:gd name="csY24" fmla="*/ 505260 h 529587"/>
                <a:gd name="csX25" fmla="*/ 460230 w 659326"/>
                <a:gd name="csY25" fmla="*/ 512948 h 5295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Lst>
              <a:rect l="l" t="t" r="r" b="b"/>
              <a:pathLst>
                <a:path w="659326" h="529587">
                  <a:moveTo>
                    <a:pt x="460237" y="512940"/>
                  </a:moveTo>
                  <a:cubicBezTo>
                    <a:pt x="460237" y="512940"/>
                    <a:pt x="457675" y="512086"/>
                    <a:pt x="474752" y="522330"/>
                  </a:cubicBezTo>
                  <a:cubicBezTo>
                    <a:pt x="491829" y="532573"/>
                    <a:pt x="568680" y="534281"/>
                    <a:pt x="584049" y="512086"/>
                  </a:cubicBezTo>
                  <a:cubicBezTo>
                    <a:pt x="584049" y="512086"/>
                    <a:pt x="655774" y="512086"/>
                    <a:pt x="659191" y="442069"/>
                  </a:cubicBezTo>
                  <a:cubicBezTo>
                    <a:pt x="660325" y="418828"/>
                    <a:pt x="654471" y="389203"/>
                    <a:pt x="635832" y="373289"/>
                  </a:cubicBezTo>
                  <a:cubicBezTo>
                    <a:pt x="634139" y="371846"/>
                    <a:pt x="632209" y="370601"/>
                    <a:pt x="630950" y="368768"/>
                  </a:cubicBezTo>
                  <a:cubicBezTo>
                    <a:pt x="627452" y="363694"/>
                    <a:pt x="633292" y="356926"/>
                    <a:pt x="633837" y="351551"/>
                  </a:cubicBezTo>
                  <a:cubicBezTo>
                    <a:pt x="634639" y="343553"/>
                    <a:pt x="631186" y="335806"/>
                    <a:pt x="626753" y="329355"/>
                  </a:cubicBezTo>
                  <a:cubicBezTo>
                    <a:pt x="619580" y="318928"/>
                    <a:pt x="612098" y="305047"/>
                    <a:pt x="610014" y="292476"/>
                  </a:cubicBezTo>
                  <a:cubicBezTo>
                    <a:pt x="607695" y="278485"/>
                    <a:pt x="611148" y="264081"/>
                    <a:pt x="607562" y="250192"/>
                  </a:cubicBezTo>
                  <a:cubicBezTo>
                    <a:pt x="604042" y="236524"/>
                    <a:pt x="594034" y="225618"/>
                    <a:pt x="587171" y="213284"/>
                  </a:cubicBezTo>
                  <a:cubicBezTo>
                    <a:pt x="567214" y="177377"/>
                    <a:pt x="574218" y="129967"/>
                    <a:pt x="550152" y="96674"/>
                  </a:cubicBezTo>
                  <a:cubicBezTo>
                    <a:pt x="534923" y="75613"/>
                    <a:pt x="509937" y="64184"/>
                    <a:pt x="485687" y="54832"/>
                  </a:cubicBezTo>
                  <a:cubicBezTo>
                    <a:pt x="470024" y="48793"/>
                    <a:pt x="454184" y="43248"/>
                    <a:pt x="438256" y="37946"/>
                  </a:cubicBezTo>
                  <a:cubicBezTo>
                    <a:pt x="422975" y="32858"/>
                    <a:pt x="404514" y="29875"/>
                    <a:pt x="390220" y="22578"/>
                  </a:cubicBezTo>
                  <a:cubicBezTo>
                    <a:pt x="384285" y="19544"/>
                    <a:pt x="381972" y="15398"/>
                    <a:pt x="376530" y="11406"/>
                  </a:cubicBezTo>
                  <a:cubicBezTo>
                    <a:pt x="368275" y="5353"/>
                    <a:pt x="356471" y="3166"/>
                    <a:pt x="346669" y="1465"/>
                  </a:cubicBezTo>
                  <a:cubicBezTo>
                    <a:pt x="307389" y="-5369"/>
                    <a:pt x="228049" y="13925"/>
                    <a:pt x="228049" y="13925"/>
                  </a:cubicBezTo>
                  <a:cubicBezTo>
                    <a:pt x="228049" y="13925"/>
                    <a:pt x="198100" y="21952"/>
                    <a:pt x="196391" y="39036"/>
                  </a:cubicBezTo>
                  <a:cubicBezTo>
                    <a:pt x="196391" y="39036"/>
                    <a:pt x="160528" y="54405"/>
                    <a:pt x="131499" y="59530"/>
                  </a:cubicBezTo>
                  <a:cubicBezTo>
                    <a:pt x="102470" y="64656"/>
                    <a:pt x="47822" y="64656"/>
                    <a:pt x="25619" y="170536"/>
                  </a:cubicBezTo>
                  <a:cubicBezTo>
                    <a:pt x="8019" y="254471"/>
                    <a:pt x="0" y="317404"/>
                    <a:pt x="0" y="317404"/>
                  </a:cubicBezTo>
                  <a:lnTo>
                    <a:pt x="99900" y="248241"/>
                  </a:lnTo>
                  <a:cubicBezTo>
                    <a:pt x="99900" y="248241"/>
                    <a:pt x="109290" y="390838"/>
                    <a:pt x="102463" y="428409"/>
                  </a:cubicBezTo>
                  <a:cubicBezTo>
                    <a:pt x="95629" y="465980"/>
                    <a:pt x="85386" y="464272"/>
                    <a:pt x="97338" y="505260"/>
                  </a:cubicBezTo>
                  <a:lnTo>
                    <a:pt x="460230" y="512948"/>
                  </a:lnTo>
                  <a:close/>
                </a:path>
              </a:pathLst>
            </a:custGeom>
            <a:solidFill>
              <a:srgbClr val="0863AA"/>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3" name="Freeform: Shape 522">
              <a:extLst>
                <a:ext uri="{FF2B5EF4-FFF2-40B4-BE49-F238E27FC236}">
                  <a16:creationId xmlns:a16="http://schemas.microsoft.com/office/drawing/2014/main" id="{B819B5BE-1353-846B-66CF-6F11A1DE442B}"/>
                </a:ext>
              </a:extLst>
            </p:cNvPr>
            <p:cNvSpPr/>
            <p:nvPr/>
          </p:nvSpPr>
          <p:spPr>
            <a:xfrm flipH="1">
              <a:off x="7638623" y="3441407"/>
              <a:ext cx="171040" cy="187363"/>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4" name="Freeform: Shape 523">
              <a:extLst>
                <a:ext uri="{FF2B5EF4-FFF2-40B4-BE49-F238E27FC236}">
                  <a16:creationId xmlns:a16="http://schemas.microsoft.com/office/drawing/2014/main" id="{20B6E5FA-8C02-C9E5-0803-42FB2A9E4B9B}"/>
                </a:ext>
              </a:extLst>
            </p:cNvPr>
            <p:cNvSpPr/>
            <p:nvPr/>
          </p:nvSpPr>
          <p:spPr>
            <a:xfrm flipH="1">
              <a:off x="7720485" y="3498876"/>
              <a:ext cx="187319" cy="137846"/>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5" name="Freeform: Shape 524">
              <a:extLst>
                <a:ext uri="{FF2B5EF4-FFF2-40B4-BE49-F238E27FC236}">
                  <a16:creationId xmlns:a16="http://schemas.microsoft.com/office/drawing/2014/main" id="{86AD2059-3853-0A50-D274-2F8FCB5B9BD3}"/>
                </a:ext>
              </a:extLst>
            </p:cNvPr>
            <p:cNvSpPr/>
            <p:nvPr/>
          </p:nvSpPr>
          <p:spPr>
            <a:xfrm>
              <a:off x="8226195" y="3433871"/>
              <a:ext cx="171040" cy="187363"/>
            </a:xfrm>
            <a:custGeom>
              <a:avLst/>
              <a:gdLst>
                <a:gd name="csX0" fmla="*/ 1764 w 140146"/>
                <a:gd name="csY0" fmla="*/ 38404 h 153521"/>
                <a:gd name="csX1" fmla="*/ 23252 w 140146"/>
                <a:gd name="csY1" fmla="*/ 26997 h 153521"/>
                <a:gd name="csX2" fmla="*/ 23680 w 140146"/>
                <a:gd name="csY2" fmla="*/ 26084 h 153521"/>
                <a:gd name="csX3" fmla="*/ 74992 w 140146"/>
                <a:gd name="csY3" fmla="*/ 133 h 153521"/>
                <a:gd name="csX4" fmla="*/ 76443 w 140146"/>
                <a:gd name="csY4" fmla="*/ 3962 h 153521"/>
                <a:gd name="csX5" fmla="*/ 52289 w 140146"/>
                <a:gd name="csY5" fmla="*/ 11356 h 153521"/>
                <a:gd name="csX6" fmla="*/ 41390 w 140146"/>
                <a:gd name="csY6" fmla="*/ 17321 h 153521"/>
                <a:gd name="csX7" fmla="*/ 36471 w 140146"/>
                <a:gd name="csY7" fmla="*/ 21135 h 153521"/>
                <a:gd name="csX8" fmla="*/ 32870 w 140146"/>
                <a:gd name="csY8" fmla="*/ 24884 h 153521"/>
                <a:gd name="csX9" fmla="*/ 32936 w 140146"/>
                <a:gd name="csY9" fmla="*/ 25186 h 153521"/>
                <a:gd name="csX10" fmla="*/ 33444 w 140146"/>
                <a:gd name="csY10" fmla="*/ 25171 h 153521"/>
                <a:gd name="csX11" fmla="*/ 40911 w 140146"/>
                <a:gd name="csY11" fmla="*/ 20693 h 153521"/>
                <a:gd name="csX12" fmla="*/ 89300 w 140146"/>
                <a:gd name="csY12" fmla="*/ 9684 h 153521"/>
                <a:gd name="csX13" fmla="*/ 138404 w 140146"/>
                <a:gd name="csY13" fmla="*/ 19817 h 153521"/>
                <a:gd name="csX14" fmla="*/ 137071 w 140146"/>
                <a:gd name="csY14" fmla="*/ 24655 h 153521"/>
                <a:gd name="csX15" fmla="*/ 43319 w 140146"/>
                <a:gd name="csY15" fmla="*/ 27122 h 153521"/>
                <a:gd name="csX16" fmla="*/ 49093 w 140146"/>
                <a:gd name="csY16" fmla="*/ 28654 h 153521"/>
                <a:gd name="csX17" fmla="*/ 102917 w 140146"/>
                <a:gd name="csY17" fmla="*/ 53250 h 153521"/>
                <a:gd name="csX18" fmla="*/ 130046 w 140146"/>
                <a:gd name="csY18" fmla="*/ 91940 h 153521"/>
                <a:gd name="csX19" fmla="*/ 125679 w 140146"/>
                <a:gd name="csY19" fmla="*/ 119880 h 153521"/>
                <a:gd name="csX20" fmla="*/ 115126 w 140146"/>
                <a:gd name="csY20" fmla="*/ 151449 h 153521"/>
                <a:gd name="csX21" fmla="*/ 107814 w 140146"/>
                <a:gd name="csY21" fmla="*/ 148364 h 153521"/>
                <a:gd name="csX22" fmla="*/ 120318 w 140146"/>
                <a:gd name="csY22" fmla="*/ 100659 h 153521"/>
                <a:gd name="csX23" fmla="*/ 93527 w 140146"/>
                <a:gd name="csY23" fmla="*/ 61284 h 153521"/>
                <a:gd name="csX24" fmla="*/ 49984 w 140146"/>
                <a:gd name="csY24" fmla="*/ 41534 h 153521"/>
                <a:gd name="csX25" fmla="*/ 26198 w 140146"/>
                <a:gd name="csY25" fmla="*/ 37528 h 153521"/>
                <a:gd name="csX26" fmla="*/ 5800 w 140146"/>
                <a:gd name="csY26" fmla="*/ 45297 h 153521"/>
                <a:gd name="csX27" fmla="*/ 1779 w 140146"/>
                <a:gd name="csY27" fmla="*/ 38419 h 1535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140146" h="153521">
                  <a:moveTo>
                    <a:pt x="1764" y="38404"/>
                  </a:moveTo>
                  <a:cubicBezTo>
                    <a:pt x="8355" y="33757"/>
                    <a:pt x="15402" y="29192"/>
                    <a:pt x="23252" y="26997"/>
                  </a:cubicBezTo>
                  <a:cubicBezTo>
                    <a:pt x="23341" y="26695"/>
                    <a:pt x="23466" y="26393"/>
                    <a:pt x="23680" y="26084"/>
                  </a:cubicBezTo>
                  <a:cubicBezTo>
                    <a:pt x="35425" y="8756"/>
                    <a:pt x="55315" y="4345"/>
                    <a:pt x="74992" y="133"/>
                  </a:cubicBezTo>
                  <a:cubicBezTo>
                    <a:pt x="79123" y="-751"/>
                    <a:pt x="80589" y="3020"/>
                    <a:pt x="76443" y="3962"/>
                  </a:cubicBezTo>
                  <a:cubicBezTo>
                    <a:pt x="68232" y="5826"/>
                    <a:pt x="60028" y="7983"/>
                    <a:pt x="52289" y="11356"/>
                  </a:cubicBezTo>
                  <a:cubicBezTo>
                    <a:pt x="48489" y="13013"/>
                    <a:pt x="44814" y="14972"/>
                    <a:pt x="41390" y="17321"/>
                  </a:cubicBezTo>
                  <a:cubicBezTo>
                    <a:pt x="39674" y="18499"/>
                    <a:pt x="38032" y="19766"/>
                    <a:pt x="36471" y="21135"/>
                  </a:cubicBezTo>
                  <a:cubicBezTo>
                    <a:pt x="35602" y="21901"/>
                    <a:pt x="33002" y="23661"/>
                    <a:pt x="32870" y="24884"/>
                  </a:cubicBezTo>
                  <a:cubicBezTo>
                    <a:pt x="32855" y="24987"/>
                    <a:pt x="32870" y="25105"/>
                    <a:pt x="32936" y="25186"/>
                  </a:cubicBezTo>
                  <a:cubicBezTo>
                    <a:pt x="33061" y="25318"/>
                    <a:pt x="33282" y="25252"/>
                    <a:pt x="33444" y="25171"/>
                  </a:cubicBezTo>
                  <a:cubicBezTo>
                    <a:pt x="36103" y="23904"/>
                    <a:pt x="38363" y="22188"/>
                    <a:pt x="40911" y="20693"/>
                  </a:cubicBezTo>
                  <a:cubicBezTo>
                    <a:pt x="55492" y="12122"/>
                    <a:pt x="72555" y="9110"/>
                    <a:pt x="89300" y="9684"/>
                  </a:cubicBezTo>
                  <a:cubicBezTo>
                    <a:pt x="106068" y="10259"/>
                    <a:pt x="122659" y="14169"/>
                    <a:pt x="138404" y="19817"/>
                  </a:cubicBezTo>
                  <a:cubicBezTo>
                    <a:pt x="141408" y="20892"/>
                    <a:pt x="140245" y="25436"/>
                    <a:pt x="137071" y="24655"/>
                  </a:cubicBezTo>
                  <a:cubicBezTo>
                    <a:pt x="105862" y="16989"/>
                    <a:pt x="72135" y="8749"/>
                    <a:pt x="43319" y="27122"/>
                  </a:cubicBezTo>
                  <a:cubicBezTo>
                    <a:pt x="45241" y="27571"/>
                    <a:pt x="47164" y="28087"/>
                    <a:pt x="49093" y="28654"/>
                  </a:cubicBezTo>
                  <a:cubicBezTo>
                    <a:pt x="67805" y="34140"/>
                    <a:pt x="86760" y="42263"/>
                    <a:pt x="102917" y="53250"/>
                  </a:cubicBezTo>
                  <a:cubicBezTo>
                    <a:pt x="116312" y="62359"/>
                    <a:pt x="128153" y="75202"/>
                    <a:pt x="130046" y="91940"/>
                  </a:cubicBezTo>
                  <a:cubicBezTo>
                    <a:pt x="131128" y="101477"/>
                    <a:pt x="128477" y="110859"/>
                    <a:pt x="125679" y="119880"/>
                  </a:cubicBezTo>
                  <a:cubicBezTo>
                    <a:pt x="122431" y="130358"/>
                    <a:pt x="119817" y="141522"/>
                    <a:pt x="115126" y="151449"/>
                  </a:cubicBezTo>
                  <a:cubicBezTo>
                    <a:pt x="113057" y="155838"/>
                    <a:pt x="107092" y="152509"/>
                    <a:pt x="107814" y="148364"/>
                  </a:cubicBezTo>
                  <a:cubicBezTo>
                    <a:pt x="110715" y="131632"/>
                    <a:pt x="119574" y="117832"/>
                    <a:pt x="120318" y="100659"/>
                  </a:cubicBezTo>
                  <a:cubicBezTo>
                    <a:pt x="121098" y="82750"/>
                    <a:pt x="107703" y="69915"/>
                    <a:pt x="93527" y="61284"/>
                  </a:cubicBezTo>
                  <a:cubicBezTo>
                    <a:pt x="79882" y="52977"/>
                    <a:pt x="65176" y="46431"/>
                    <a:pt x="49984" y="41534"/>
                  </a:cubicBezTo>
                  <a:cubicBezTo>
                    <a:pt x="42281" y="39052"/>
                    <a:pt x="34402" y="36217"/>
                    <a:pt x="26198" y="37528"/>
                  </a:cubicBezTo>
                  <a:cubicBezTo>
                    <a:pt x="18370" y="38780"/>
                    <a:pt x="12354" y="41084"/>
                    <a:pt x="5800" y="45297"/>
                  </a:cubicBezTo>
                  <a:cubicBezTo>
                    <a:pt x="1433" y="48102"/>
                    <a:pt x="-2352" y="41335"/>
                    <a:pt x="1779" y="38419"/>
                  </a:cubicBezTo>
                  <a:close/>
                </a:path>
              </a:pathLst>
            </a:custGeom>
            <a:solidFill>
              <a:srgbClr val="084D91"/>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6" name="Freeform: Shape 525">
              <a:extLst>
                <a:ext uri="{FF2B5EF4-FFF2-40B4-BE49-F238E27FC236}">
                  <a16:creationId xmlns:a16="http://schemas.microsoft.com/office/drawing/2014/main" id="{3A86B375-E60F-E745-67FC-147BA8C20069}"/>
                </a:ext>
              </a:extLst>
            </p:cNvPr>
            <p:cNvSpPr/>
            <p:nvPr/>
          </p:nvSpPr>
          <p:spPr>
            <a:xfrm>
              <a:off x="8160448" y="3248597"/>
              <a:ext cx="79193" cy="265661"/>
            </a:xfrm>
            <a:custGeom>
              <a:avLst/>
              <a:gdLst>
                <a:gd name="csX0" fmla="*/ 23 w 64889"/>
                <a:gd name="csY0" fmla="*/ 4131 h 217676"/>
                <a:gd name="csX1" fmla="*/ 8550 w 64889"/>
                <a:gd name="csY1" fmla="*/ 3999 h 217676"/>
                <a:gd name="csX2" fmla="*/ 34089 w 64889"/>
                <a:gd name="csY2" fmla="*/ 113988 h 217676"/>
                <a:gd name="csX3" fmla="*/ 53957 w 64889"/>
                <a:gd name="csY3" fmla="*/ 153982 h 217676"/>
                <a:gd name="csX4" fmla="*/ 55194 w 64889"/>
                <a:gd name="csY4" fmla="*/ 179189 h 217676"/>
                <a:gd name="csX5" fmla="*/ 62521 w 64889"/>
                <a:gd name="csY5" fmla="*/ 208144 h 217676"/>
                <a:gd name="csX6" fmla="*/ 57565 w 64889"/>
                <a:gd name="csY6" fmla="*/ 216929 h 217676"/>
                <a:gd name="csX7" fmla="*/ 41651 w 64889"/>
                <a:gd name="csY7" fmla="*/ 178320 h 217676"/>
                <a:gd name="csX8" fmla="*/ 23853 w 64889"/>
                <a:gd name="csY8" fmla="*/ 122825 h 217676"/>
                <a:gd name="csX9" fmla="*/ 37 w 64889"/>
                <a:gd name="csY9" fmla="*/ 4131 h 2176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4889" h="217676">
                  <a:moveTo>
                    <a:pt x="23" y="4131"/>
                  </a:moveTo>
                  <a:cubicBezTo>
                    <a:pt x="-486" y="-1436"/>
                    <a:pt x="7769" y="-1274"/>
                    <a:pt x="8550" y="3999"/>
                  </a:cubicBezTo>
                  <a:cubicBezTo>
                    <a:pt x="13808" y="39788"/>
                    <a:pt x="21165" y="80135"/>
                    <a:pt x="34089" y="113988"/>
                  </a:cubicBezTo>
                  <a:cubicBezTo>
                    <a:pt x="39891" y="129187"/>
                    <a:pt x="49457" y="138385"/>
                    <a:pt x="53957" y="153982"/>
                  </a:cubicBezTo>
                  <a:cubicBezTo>
                    <a:pt x="56365" y="162333"/>
                    <a:pt x="55437" y="170654"/>
                    <a:pt x="55194" y="179189"/>
                  </a:cubicBezTo>
                  <a:cubicBezTo>
                    <a:pt x="54973" y="187112"/>
                    <a:pt x="54840" y="203092"/>
                    <a:pt x="62521" y="208144"/>
                  </a:cubicBezTo>
                  <a:cubicBezTo>
                    <a:pt x="67882" y="211671"/>
                    <a:pt x="63235" y="220243"/>
                    <a:pt x="57565" y="216929"/>
                  </a:cubicBezTo>
                  <a:cubicBezTo>
                    <a:pt x="43647" y="208807"/>
                    <a:pt x="41040" y="192017"/>
                    <a:pt x="41651" y="178320"/>
                  </a:cubicBezTo>
                  <a:cubicBezTo>
                    <a:pt x="42550" y="158268"/>
                    <a:pt x="30974" y="141036"/>
                    <a:pt x="23853" y="122825"/>
                  </a:cubicBezTo>
                  <a:cubicBezTo>
                    <a:pt x="9743" y="86756"/>
                    <a:pt x="3572" y="42756"/>
                    <a:pt x="37" y="4131"/>
                  </a:cubicBezTo>
                  <a:close/>
                </a:path>
              </a:pathLst>
            </a:custGeom>
            <a:solidFill>
              <a:srgbClr val="084D91"/>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7" name="Freeform: Shape 526">
              <a:extLst>
                <a:ext uri="{FF2B5EF4-FFF2-40B4-BE49-F238E27FC236}">
                  <a16:creationId xmlns:a16="http://schemas.microsoft.com/office/drawing/2014/main" id="{4B3829CC-1CC3-EC87-6040-F0C87B430BEA}"/>
                </a:ext>
              </a:extLst>
            </p:cNvPr>
            <p:cNvSpPr/>
            <p:nvPr/>
          </p:nvSpPr>
          <p:spPr>
            <a:xfrm>
              <a:off x="8182334" y="3116379"/>
              <a:ext cx="144021" cy="152154"/>
            </a:xfrm>
            <a:custGeom>
              <a:avLst/>
              <a:gdLst>
                <a:gd name="csX0" fmla="*/ 116806 w 118007"/>
                <a:gd name="csY0" fmla="*/ 13237 h 124672"/>
                <a:gd name="csX1" fmla="*/ 51178 w 118007"/>
                <a:gd name="csY1" fmla="*/ 8141 h 124672"/>
                <a:gd name="csX2" fmla="*/ 26567 w 118007"/>
                <a:gd name="csY2" fmla="*/ 35388 h 124672"/>
                <a:gd name="csX3" fmla="*/ 9541 w 118007"/>
                <a:gd name="csY3" fmla="*/ 72642 h 124672"/>
                <a:gd name="csX4" fmla="*/ 219 w 118007"/>
                <a:gd name="csY4" fmla="*/ 121422 h 124672"/>
                <a:gd name="csX5" fmla="*/ 6647 w 118007"/>
                <a:gd name="csY5" fmla="*/ 121709 h 124672"/>
                <a:gd name="csX6" fmla="*/ 10484 w 118007"/>
                <a:gd name="csY6" fmla="*/ 95589 h 124672"/>
                <a:gd name="csX7" fmla="*/ 17892 w 118007"/>
                <a:gd name="csY7" fmla="*/ 72628 h 124672"/>
                <a:gd name="csX8" fmla="*/ 38762 w 118007"/>
                <a:gd name="csY8" fmla="*/ 31617 h 124672"/>
                <a:gd name="csX9" fmla="*/ 72924 w 118007"/>
                <a:gd name="csY9" fmla="*/ 9326 h 124672"/>
                <a:gd name="csX10" fmla="*/ 111460 w 118007"/>
                <a:gd name="csY10" fmla="*/ 19570 h 124672"/>
                <a:gd name="csX11" fmla="*/ 116806 w 118007"/>
                <a:gd name="csY11" fmla="*/ 13244 h 1246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18007" h="124672">
                  <a:moveTo>
                    <a:pt x="116806" y="13237"/>
                  </a:moveTo>
                  <a:cubicBezTo>
                    <a:pt x="99250" y="-2412"/>
                    <a:pt x="71068" y="-4282"/>
                    <a:pt x="51178" y="8141"/>
                  </a:cubicBezTo>
                  <a:cubicBezTo>
                    <a:pt x="40595" y="14746"/>
                    <a:pt x="32716" y="24688"/>
                    <a:pt x="26567" y="35388"/>
                  </a:cubicBezTo>
                  <a:cubicBezTo>
                    <a:pt x="19799" y="47170"/>
                    <a:pt x="14232" y="59903"/>
                    <a:pt x="9541" y="72642"/>
                  </a:cubicBezTo>
                  <a:cubicBezTo>
                    <a:pt x="3974" y="87753"/>
                    <a:pt x="-1129" y="105140"/>
                    <a:pt x="219" y="121422"/>
                  </a:cubicBezTo>
                  <a:cubicBezTo>
                    <a:pt x="557" y="125472"/>
                    <a:pt x="6191" y="125928"/>
                    <a:pt x="6647" y="121709"/>
                  </a:cubicBezTo>
                  <a:cubicBezTo>
                    <a:pt x="7619" y="112857"/>
                    <a:pt x="8348" y="104278"/>
                    <a:pt x="10484" y="95589"/>
                  </a:cubicBezTo>
                  <a:cubicBezTo>
                    <a:pt x="12413" y="87768"/>
                    <a:pt x="14947" y="80124"/>
                    <a:pt x="17892" y="72628"/>
                  </a:cubicBezTo>
                  <a:cubicBezTo>
                    <a:pt x="23445" y="58489"/>
                    <a:pt x="29859" y="44011"/>
                    <a:pt x="38762" y="31617"/>
                  </a:cubicBezTo>
                  <a:cubicBezTo>
                    <a:pt x="47127" y="19967"/>
                    <a:pt x="58527" y="11484"/>
                    <a:pt x="72924" y="9326"/>
                  </a:cubicBezTo>
                  <a:cubicBezTo>
                    <a:pt x="86805" y="7250"/>
                    <a:pt x="100259" y="11396"/>
                    <a:pt x="111460" y="19570"/>
                  </a:cubicBezTo>
                  <a:cubicBezTo>
                    <a:pt x="115230" y="22324"/>
                    <a:pt x="120370" y="16418"/>
                    <a:pt x="116806" y="13244"/>
                  </a:cubicBezTo>
                  <a:close/>
                </a:path>
              </a:pathLst>
            </a:custGeom>
            <a:solidFill>
              <a:srgbClr val="084D91"/>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8" name="Freeform: Shape 527">
              <a:extLst>
                <a:ext uri="{FF2B5EF4-FFF2-40B4-BE49-F238E27FC236}">
                  <a16:creationId xmlns:a16="http://schemas.microsoft.com/office/drawing/2014/main" id="{8C643474-37CF-FC96-5CE2-F08E6775404D}"/>
                </a:ext>
              </a:extLst>
            </p:cNvPr>
            <p:cNvSpPr/>
            <p:nvPr/>
          </p:nvSpPr>
          <p:spPr>
            <a:xfrm>
              <a:off x="7903967" y="3174821"/>
              <a:ext cx="34721" cy="412154"/>
            </a:xfrm>
            <a:custGeom>
              <a:avLst/>
              <a:gdLst>
                <a:gd name="csX0" fmla="*/ 28366 w 28450"/>
                <a:gd name="csY0" fmla="*/ 4579 h 337709"/>
                <a:gd name="csX1" fmla="*/ 21304 w 28450"/>
                <a:gd name="csY1" fmla="*/ 2635 h 337709"/>
                <a:gd name="csX2" fmla="*/ 8645 w 28450"/>
                <a:gd name="csY2" fmla="*/ 68742 h 337709"/>
                <a:gd name="csX3" fmla="*/ 5412 w 28450"/>
                <a:gd name="csY3" fmla="*/ 134164 h 337709"/>
                <a:gd name="csX4" fmla="*/ 5854 w 28450"/>
                <a:gd name="csY4" fmla="*/ 168274 h 337709"/>
                <a:gd name="csX5" fmla="*/ 7415 w 28450"/>
                <a:gd name="csY5" fmla="*/ 199063 h 337709"/>
                <a:gd name="csX6" fmla="*/ 10059 w 28450"/>
                <a:gd name="csY6" fmla="*/ 214247 h 337709"/>
                <a:gd name="csX7" fmla="*/ 8159 w 28450"/>
                <a:gd name="csY7" fmla="*/ 230632 h 337709"/>
                <a:gd name="csX8" fmla="*/ 1818 w 28450"/>
                <a:gd name="csY8" fmla="*/ 260714 h 337709"/>
                <a:gd name="csX9" fmla="*/ 3026 w 28450"/>
                <a:gd name="csY9" fmla="*/ 333530 h 337709"/>
                <a:gd name="csX10" fmla="*/ 11745 w 28450"/>
                <a:gd name="csY10" fmla="*/ 333530 h 337709"/>
                <a:gd name="csX11" fmla="*/ 9919 w 28450"/>
                <a:gd name="csY11" fmla="*/ 269514 h 337709"/>
                <a:gd name="csX12" fmla="*/ 15670 w 28450"/>
                <a:gd name="csY12" fmla="*/ 238018 h 337709"/>
                <a:gd name="csX13" fmla="*/ 18490 w 28450"/>
                <a:gd name="csY13" fmla="*/ 208724 h 337709"/>
                <a:gd name="csX14" fmla="*/ 15493 w 28450"/>
                <a:gd name="csY14" fmla="*/ 194107 h 337709"/>
                <a:gd name="csX15" fmla="*/ 14389 w 28450"/>
                <a:gd name="csY15" fmla="*/ 177022 h 337709"/>
                <a:gd name="csX16" fmla="*/ 14492 w 28450"/>
                <a:gd name="csY16" fmla="*/ 145232 h 337709"/>
                <a:gd name="csX17" fmla="*/ 15663 w 28450"/>
                <a:gd name="csY17" fmla="*/ 78978 h 337709"/>
                <a:gd name="csX18" fmla="*/ 28373 w 28450"/>
                <a:gd name="csY18" fmla="*/ 4586 h 3377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28450" h="337709">
                  <a:moveTo>
                    <a:pt x="28366" y="4579"/>
                  </a:moveTo>
                  <a:cubicBezTo>
                    <a:pt x="29293" y="-9"/>
                    <a:pt x="22312" y="-1990"/>
                    <a:pt x="21304" y="2635"/>
                  </a:cubicBezTo>
                  <a:cubicBezTo>
                    <a:pt x="16517" y="24558"/>
                    <a:pt x="11716" y="46502"/>
                    <a:pt x="8645" y="68742"/>
                  </a:cubicBezTo>
                  <a:cubicBezTo>
                    <a:pt x="5633" y="90539"/>
                    <a:pt x="4734" y="112182"/>
                    <a:pt x="5412" y="134164"/>
                  </a:cubicBezTo>
                  <a:cubicBezTo>
                    <a:pt x="5765" y="145534"/>
                    <a:pt x="6200" y="156904"/>
                    <a:pt x="5854" y="168274"/>
                  </a:cubicBezTo>
                  <a:cubicBezTo>
                    <a:pt x="5537" y="178738"/>
                    <a:pt x="5235" y="188753"/>
                    <a:pt x="7415" y="199063"/>
                  </a:cubicBezTo>
                  <a:cubicBezTo>
                    <a:pt x="8475" y="204092"/>
                    <a:pt x="9838" y="209085"/>
                    <a:pt x="10059" y="214247"/>
                  </a:cubicBezTo>
                  <a:cubicBezTo>
                    <a:pt x="10302" y="219800"/>
                    <a:pt x="9388" y="225235"/>
                    <a:pt x="8159" y="230632"/>
                  </a:cubicBezTo>
                  <a:cubicBezTo>
                    <a:pt x="5876" y="240677"/>
                    <a:pt x="3151" y="250464"/>
                    <a:pt x="1818" y="260714"/>
                  </a:cubicBezTo>
                  <a:cubicBezTo>
                    <a:pt x="-1282" y="284581"/>
                    <a:pt x="-111" y="309715"/>
                    <a:pt x="3026" y="333530"/>
                  </a:cubicBezTo>
                  <a:cubicBezTo>
                    <a:pt x="3733" y="338906"/>
                    <a:pt x="11995" y="339296"/>
                    <a:pt x="11745" y="333530"/>
                  </a:cubicBezTo>
                  <a:cubicBezTo>
                    <a:pt x="10824" y="312108"/>
                    <a:pt x="8166" y="291003"/>
                    <a:pt x="9919" y="269514"/>
                  </a:cubicBezTo>
                  <a:cubicBezTo>
                    <a:pt x="10795" y="258770"/>
                    <a:pt x="13034" y="248446"/>
                    <a:pt x="15670" y="238018"/>
                  </a:cubicBezTo>
                  <a:cubicBezTo>
                    <a:pt x="18115" y="228350"/>
                    <a:pt x="19926" y="218703"/>
                    <a:pt x="18490" y="208724"/>
                  </a:cubicBezTo>
                  <a:cubicBezTo>
                    <a:pt x="17776" y="203798"/>
                    <a:pt x="16451" y="198989"/>
                    <a:pt x="15493" y="194107"/>
                  </a:cubicBezTo>
                  <a:cubicBezTo>
                    <a:pt x="14381" y="188451"/>
                    <a:pt x="14256" y="182766"/>
                    <a:pt x="14389" y="177022"/>
                  </a:cubicBezTo>
                  <a:cubicBezTo>
                    <a:pt x="14639" y="166403"/>
                    <a:pt x="14823" y="155851"/>
                    <a:pt x="14492" y="145232"/>
                  </a:cubicBezTo>
                  <a:cubicBezTo>
                    <a:pt x="13792" y="123037"/>
                    <a:pt x="13284" y="101107"/>
                    <a:pt x="15663" y="78978"/>
                  </a:cubicBezTo>
                  <a:cubicBezTo>
                    <a:pt x="18351" y="53955"/>
                    <a:pt x="23388" y="29234"/>
                    <a:pt x="28373" y="4586"/>
                  </a:cubicBezTo>
                  <a:close/>
                </a:path>
              </a:pathLst>
            </a:custGeom>
            <a:solidFill>
              <a:srgbClr val="084D91"/>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29" name="Freeform: Shape 528">
              <a:extLst>
                <a:ext uri="{FF2B5EF4-FFF2-40B4-BE49-F238E27FC236}">
                  <a16:creationId xmlns:a16="http://schemas.microsoft.com/office/drawing/2014/main" id="{B0F16E58-8A6E-6CC2-59ED-F2ECFBBE1E57}"/>
                </a:ext>
              </a:extLst>
            </p:cNvPr>
            <p:cNvSpPr/>
            <p:nvPr/>
          </p:nvSpPr>
          <p:spPr>
            <a:xfrm>
              <a:off x="7977998" y="3256990"/>
              <a:ext cx="152479" cy="169752"/>
            </a:xfrm>
            <a:custGeom>
              <a:avLst/>
              <a:gdLst>
                <a:gd name="csX0" fmla="*/ 113515 w 124937"/>
                <a:gd name="csY0" fmla="*/ 90851 h 139091"/>
                <a:gd name="csX1" fmla="*/ 107889 w 124937"/>
                <a:gd name="csY1" fmla="*/ 102125 h 139091"/>
                <a:gd name="csX2" fmla="*/ 81857 w 124937"/>
                <a:gd name="csY2" fmla="*/ 125226 h 139091"/>
                <a:gd name="csX3" fmla="*/ 74596 w 124937"/>
                <a:gd name="csY3" fmla="*/ 129159 h 139091"/>
                <a:gd name="csX4" fmla="*/ 63756 w 124937"/>
                <a:gd name="csY4" fmla="*/ 128113 h 139091"/>
                <a:gd name="csX5" fmla="*/ 45111 w 124937"/>
                <a:gd name="csY5" fmla="*/ 120005 h 139091"/>
                <a:gd name="csX6" fmla="*/ 15330 w 124937"/>
                <a:gd name="csY6" fmla="*/ 99666 h 139091"/>
                <a:gd name="csX7" fmla="*/ 9447 w 124937"/>
                <a:gd name="csY7" fmla="*/ 57477 h 139091"/>
                <a:gd name="csX8" fmla="*/ 10640 w 124937"/>
                <a:gd name="csY8" fmla="*/ 9633 h 139091"/>
                <a:gd name="csX9" fmla="*/ 64191 w 124937"/>
                <a:gd name="csY9" fmla="*/ 9560 h 139091"/>
                <a:gd name="csX10" fmla="*/ 92130 w 124937"/>
                <a:gd name="csY10" fmla="*/ 8941 h 139091"/>
                <a:gd name="csX11" fmla="*/ 103765 w 124937"/>
                <a:gd name="csY11" fmla="*/ 8705 h 139091"/>
                <a:gd name="csX12" fmla="*/ 114914 w 124937"/>
                <a:gd name="csY12" fmla="*/ 10149 h 139091"/>
                <a:gd name="csX13" fmla="*/ 116431 w 124937"/>
                <a:gd name="csY13" fmla="*/ 14987 h 139091"/>
                <a:gd name="csX14" fmla="*/ 120842 w 124937"/>
                <a:gd name="csY14" fmla="*/ 17270 h 139091"/>
                <a:gd name="csX15" fmla="*/ 122794 w 124937"/>
                <a:gd name="csY15" fmla="*/ 12166 h 139091"/>
                <a:gd name="csX16" fmla="*/ 105989 w 124937"/>
                <a:gd name="csY16" fmla="*/ 2424 h 139091"/>
                <a:gd name="csX17" fmla="*/ 23946 w 124937"/>
                <a:gd name="csY17" fmla="*/ 900 h 139091"/>
                <a:gd name="csX18" fmla="*/ 9682 w 124937"/>
                <a:gd name="csY18" fmla="*/ 53 h 139091"/>
                <a:gd name="csX19" fmla="*/ 5912 w 124937"/>
                <a:gd name="csY19" fmla="*/ 1187 h 139091"/>
                <a:gd name="csX20" fmla="*/ 4498 w 124937"/>
                <a:gd name="csY20" fmla="*/ 6371 h 139091"/>
                <a:gd name="csX21" fmla="*/ 3408 w 124937"/>
                <a:gd name="csY21" fmla="*/ 11636 h 139091"/>
                <a:gd name="csX22" fmla="*/ 2532 w 124937"/>
                <a:gd name="csY22" fmla="*/ 26909 h 139091"/>
                <a:gd name="csX23" fmla="*/ 1133 w 124937"/>
                <a:gd name="csY23" fmla="*/ 57470 h 139091"/>
                <a:gd name="csX24" fmla="*/ 4977 w 124937"/>
                <a:gd name="csY24" fmla="*/ 100336 h 139091"/>
                <a:gd name="csX25" fmla="*/ 35427 w 124937"/>
                <a:gd name="csY25" fmla="*/ 125072 h 139091"/>
                <a:gd name="csX26" fmla="*/ 55118 w 124937"/>
                <a:gd name="csY26" fmla="*/ 134593 h 139091"/>
                <a:gd name="csX27" fmla="*/ 75495 w 124937"/>
                <a:gd name="csY27" fmla="*/ 138592 h 139091"/>
                <a:gd name="csX28" fmla="*/ 92866 w 124937"/>
                <a:gd name="csY28" fmla="*/ 129151 h 139091"/>
                <a:gd name="csX29" fmla="*/ 107528 w 124937"/>
                <a:gd name="csY29" fmla="*/ 116647 h 139091"/>
                <a:gd name="csX30" fmla="*/ 120040 w 124937"/>
                <a:gd name="csY30" fmla="*/ 102464 h 139091"/>
                <a:gd name="csX31" fmla="*/ 123088 w 124937"/>
                <a:gd name="csY31" fmla="*/ 80276 h 139091"/>
                <a:gd name="csX32" fmla="*/ 124937 w 124937"/>
                <a:gd name="csY32" fmla="*/ 30061 h 139091"/>
                <a:gd name="csX33" fmla="*/ 120931 w 124937"/>
                <a:gd name="csY33" fmla="*/ 23640 h 139091"/>
                <a:gd name="csX34" fmla="*/ 117985 w 124937"/>
                <a:gd name="csY34" fmla="*/ 29141 h 139091"/>
                <a:gd name="csX35" fmla="*/ 116917 w 124937"/>
                <a:gd name="csY35" fmla="*/ 67993 h 139091"/>
                <a:gd name="csX36" fmla="*/ 113515 w 124937"/>
                <a:gd name="csY36" fmla="*/ 90829 h 1390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124937" h="139091">
                  <a:moveTo>
                    <a:pt x="113515" y="90851"/>
                  </a:moveTo>
                  <a:cubicBezTo>
                    <a:pt x="112248" y="94990"/>
                    <a:pt x="110466" y="98856"/>
                    <a:pt x="107889" y="102125"/>
                  </a:cubicBezTo>
                  <a:cubicBezTo>
                    <a:pt x="100650" y="111286"/>
                    <a:pt x="91799" y="119129"/>
                    <a:pt x="81857" y="125226"/>
                  </a:cubicBezTo>
                  <a:cubicBezTo>
                    <a:pt x="79560" y="126640"/>
                    <a:pt x="77144" y="128238"/>
                    <a:pt x="74596" y="129159"/>
                  </a:cubicBezTo>
                  <a:cubicBezTo>
                    <a:pt x="70833" y="130514"/>
                    <a:pt x="67357" y="129372"/>
                    <a:pt x="63756" y="128113"/>
                  </a:cubicBezTo>
                  <a:cubicBezTo>
                    <a:pt x="57357" y="125874"/>
                    <a:pt x="51134" y="123098"/>
                    <a:pt x="45111" y="120005"/>
                  </a:cubicBezTo>
                  <a:cubicBezTo>
                    <a:pt x="34735" y="114674"/>
                    <a:pt x="23328" y="108326"/>
                    <a:pt x="15330" y="99666"/>
                  </a:cubicBezTo>
                  <a:cubicBezTo>
                    <a:pt x="5256" y="88760"/>
                    <a:pt x="8990" y="71005"/>
                    <a:pt x="9447" y="57477"/>
                  </a:cubicBezTo>
                  <a:cubicBezTo>
                    <a:pt x="9984" y="41534"/>
                    <a:pt x="10478" y="25584"/>
                    <a:pt x="10640" y="9633"/>
                  </a:cubicBezTo>
                  <a:cubicBezTo>
                    <a:pt x="28453" y="10480"/>
                    <a:pt x="46370" y="9920"/>
                    <a:pt x="64191" y="9560"/>
                  </a:cubicBezTo>
                  <a:cubicBezTo>
                    <a:pt x="73506" y="9375"/>
                    <a:pt x="82822" y="9147"/>
                    <a:pt x="92130" y="8941"/>
                  </a:cubicBezTo>
                  <a:cubicBezTo>
                    <a:pt x="96003" y="8853"/>
                    <a:pt x="99884" y="8757"/>
                    <a:pt x="103765" y="8705"/>
                  </a:cubicBezTo>
                  <a:cubicBezTo>
                    <a:pt x="107668" y="8661"/>
                    <a:pt x="111195" y="10244"/>
                    <a:pt x="114914" y="10149"/>
                  </a:cubicBezTo>
                  <a:cubicBezTo>
                    <a:pt x="114642" y="10149"/>
                    <a:pt x="116166" y="14597"/>
                    <a:pt x="116431" y="14987"/>
                  </a:cubicBezTo>
                  <a:cubicBezTo>
                    <a:pt x="117389" y="16386"/>
                    <a:pt x="119053" y="17542"/>
                    <a:pt x="120842" y="17270"/>
                  </a:cubicBezTo>
                  <a:cubicBezTo>
                    <a:pt x="123508" y="16872"/>
                    <a:pt x="123368" y="14265"/>
                    <a:pt x="122794" y="12166"/>
                  </a:cubicBezTo>
                  <a:cubicBezTo>
                    <a:pt x="120555" y="4007"/>
                    <a:pt x="113559" y="2402"/>
                    <a:pt x="105989" y="2424"/>
                  </a:cubicBezTo>
                  <a:cubicBezTo>
                    <a:pt x="78624" y="2512"/>
                    <a:pt x="51171" y="3668"/>
                    <a:pt x="23946" y="900"/>
                  </a:cubicBezTo>
                  <a:cubicBezTo>
                    <a:pt x="19204" y="421"/>
                    <a:pt x="14447" y="-183"/>
                    <a:pt x="9682" y="53"/>
                  </a:cubicBezTo>
                  <a:cubicBezTo>
                    <a:pt x="8342" y="119"/>
                    <a:pt x="6906" y="296"/>
                    <a:pt x="5912" y="1187"/>
                  </a:cubicBezTo>
                  <a:cubicBezTo>
                    <a:pt x="4439" y="2512"/>
                    <a:pt x="4638" y="4582"/>
                    <a:pt x="4498" y="6371"/>
                  </a:cubicBezTo>
                  <a:cubicBezTo>
                    <a:pt x="4351" y="8256"/>
                    <a:pt x="3600" y="9781"/>
                    <a:pt x="3408" y="11636"/>
                  </a:cubicBezTo>
                  <a:cubicBezTo>
                    <a:pt x="2885" y="16695"/>
                    <a:pt x="2797" y="21835"/>
                    <a:pt x="2532" y="26909"/>
                  </a:cubicBezTo>
                  <a:cubicBezTo>
                    <a:pt x="1994" y="37094"/>
                    <a:pt x="1552" y="47286"/>
                    <a:pt x="1133" y="57470"/>
                  </a:cubicBezTo>
                  <a:cubicBezTo>
                    <a:pt x="558" y="71226"/>
                    <a:pt x="-2579" y="87920"/>
                    <a:pt x="4977" y="100336"/>
                  </a:cubicBezTo>
                  <a:cubicBezTo>
                    <a:pt x="11678" y="111345"/>
                    <a:pt x="24506" y="118886"/>
                    <a:pt x="35427" y="125072"/>
                  </a:cubicBezTo>
                  <a:cubicBezTo>
                    <a:pt x="41782" y="128673"/>
                    <a:pt x="48366" y="131824"/>
                    <a:pt x="55118" y="134593"/>
                  </a:cubicBezTo>
                  <a:cubicBezTo>
                    <a:pt x="61496" y="137208"/>
                    <a:pt x="68477" y="140323"/>
                    <a:pt x="75495" y="138592"/>
                  </a:cubicBezTo>
                  <a:cubicBezTo>
                    <a:pt x="81747" y="137053"/>
                    <a:pt x="87711" y="132841"/>
                    <a:pt x="92866" y="129151"/>
                  </a:cubicBezTo>
                  <a:cubicBezTo>
                    <a:pt x="98095" y="125410"/>
                    <a:pt x="103036" y="121250"/>
                    <a:pt x="107528" y="116647"/>
                  </a:cubicBezTo>
                  <a:cubicBezTo>
                    <a:pt x="111637" y="112450"/>
                    <a:pt x="116925" y="107457"/>
                    <a:pt x="120040" y="102464"/>
                  </a:cubicBezTo>
                  <a:cubicBezTo>
                    <a:pt x="123670" y="96647"/>
                    <a:pt x="122654" y="86904"/>
                    <a:pt x="123088" y="80276"/>
                  </a:cubicBezTo>
                  <a:cubicBezTo>
                    <a:pt x="124186" y="63560"/>
                    <a:pt x="124797" y="46814"/>
                    <a:pt x="124937" y="30061"/>
                  </a:cubicBezTo>
                  <a:cubicBezTo>
                    <a:pt x="124959" y="27167"/>
                    <a:pt x="123788" y="23176"/>
                    <a:pt x="120931" y="23640"/>
                  </a:cubicBezTo>
                  <a:cubicBezTo>
                    <a:pt x="118699" y="24008"/>
                    <a:pt x="118073" y="26880"/>
                    <a:pt x="117985" y="29141"/>
                  </a:cubicBezTo>
                  <a:cubicBezTo>
                    <a:pt x="117492" y="42087"/>
                    <a:pt x="117889" y="55062"/>
                    <a:pt x="116917" y="67993"/>
                  </a:cubicBezTo>
                  <a:cubicBezTo>
                    <a:pt x="116372" y="75210"/>
                    <a:pt x="115769" y="83450"/>
                    <a:pt x="113515" y="90829"/>
                  </a:cubicBezTo>
                  <a:close/>
                </a:path>
              </a:pathLst>
            </a:custGeom>
            <a:solidFill>
              <a:srgbClr val="084D91"/>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0" name="Freeform: Shape 529">
              <a:extLst>
                <a:ext uri="{FF2B5EF4-FFF2-40B4-BE49-F238E27FC236}">
                  <a16:creationId xmlns:a16="http://schemas.microsoft.com/office/drawing/2014/main" id="{57746FBD-2AA4-6FBC-F113-046F3E5009F2}"/>
                </a:ext>
              </a:extLst>
            </p:cNvPr>
            <p:cNvSpPr/>
            <p:nvPr/>
          </p:nvSpPr>
          <p:spPr>
            <a:xfrm>
              <a:off x="8026749" y="3491339"/>
              <a:ext cx="288624" cy="137846"/>
            </a:xfrm>
            <a:custGeom>
              <a:avLst/>
              <a:gdLst>
                <a:gd name="csX0" fmla="*/ 15047 w 236491"/>
                <a:gd name="csY0" fmla="*/ 83004 h 112948"/>
                <a:gd name="csX1" fmla="*/ 184111 w 236491"/>
                <a:gd name="csY1" fmla="*/ 110325 h 112948"/>
                <a:gd name="csX2" fmla="*/ 235997 w 236491"/>
                <a:gd name="csY2" fmla="*/ 99139 h 112948"/>
                <a:gd name="csX3" fmla="*/ 222337 w 236491"/>
                <a:gd name="csY3" fmla="*/ 46199 h 112948"/>
                <a:gd name="csX4" fmla="*/ 145486 w 236491"/>
                <a:gd name="csY4" fmla="*/ 93 h 112948"/>
                <a:gd name="csX5" fmla="*/ 9922 w 236491"/>
                <a:gd name="csY5" fmla="*/ 6160 h 112948"/>
                <a:gd name="csX6" fmla="*/ 4796 w 236491"/>
                <a:gd name="csY6" fmla="*/ 48857 h 112948"/>
                <a:gd name="csX7" fmla="*/ 15040 w 236491"/>
                <a:gd name="csY7" fmla="*/ 83011 h 1129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36491" h="112948">
                  <a:moveTo>
                    <a:pt x="15047" y="83004"/>
                  </a:moveTo>
                  <a:cubicBezTo>
                    <a:pt x="15047" y="83004"/>
                    <a:pt x="156790" y="101790"/>
                    <a:pt x="184111" y="110325"/>
                  </a:cubicBezTo>
                  <a:cubicBezTo>
                    <a:pt x="211431" y="118867"/>
                    <a:pt x="232581" y="104257"/>
                    <a:pt x="235997" y="99139"/>
                  </a:cubicBezTo>
                  <a:cubicBezTo>
                    <a:pt x="239414" y="94013"/>
                    <a:pt x="224046" y="71818"/>
                    <a:pt x="222337" y="46199"/>
                  </a:cubicBezTo>
                  <a:cubicBezTo>
                    <a:pt x="220629" y="20579"/>
                    <a:pt x="165980" y="-1616"/>
                    <a:pt x="145486" y="93"/>
                  </a:cubicBezTo>
                  <a:cubicBezTo>
                    <a:pt x="124992" y="1801"/>
                    <a:pt x="28707" y="14695"/>
                    <a:pt x="9922" y="6160"/>
                  </a:cubicBezTo>
                  <a:cubicBezTo>
                    <a:pt x="-8864" y="-2382"/>
                    <a:pt x="4796" y="48857"/>
                    <a:pt x="4796" y="48857"/>
                  </a:cubicBezTo>
                  <a:lnTo>
                    <a:pt x="15040" y="83011"/>
                  </a:lnTo>
                  <a:close/>
                </a:path>
              </a:pathLst>
            </a:custGeom>
            <a:solidFill>
              <a:srgbClr val="A26552"/>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5" name="Freeform: Shape 534">
              <a:extLst>
                <a:ext uri="{FF2B5EF4-FFF2-40B4-BE49-F238E27FC236}">
                  <a16:creationId xmlns:a16="http://schemas.microsoft.com/office/drawing/2014/main" id="{EF709D2B-1197-5605-8A1A-53DE2D08A7C6}"/>
                </a:ext>
              </a:extLst>
            </p:cNvPr>
            <p:cNvSpPr/>
            <p:nvPr/>
          </p:nvSpPr>
          <p:spPr>
            <a:xfrm>
              <a:off x="7953976" y="3440380"/>
              <a:ext cx="60297" cy="42462"/>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6" name="Freeform: Shape 535">
              <a:extLst>
                <a:ext uri="{FF2B5EF4-FFF2-40B4-BE49-F238E27FC236}">
                  <a16:creationId xmlns:a16="http://schemas.microsoft.com/office/drawing/2014/main" id="{3601AEA2-819C-E10F-7943-2EED0563255F}"/>
                </a:ext>
              </a:extLst>
            </p:cNvPr>
            <p:cNvSpPr/>
            <p:nvPr/>
          </p:nvSpPr>
          <p:spPr>
            <a:xfrm>
              <a:off x="7941781" y="3447497"/>
              <a:ext cx="258773" cy="147364"/>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37" name="Freeform: Shape 536">
              <a:extLst>
                <a:ext uri="{FF2B5EF4-FFF2-40B4-BE49-F238E27FC236}">
                  <a16:creationId xmlns:a16="http://schemas.microsoft.com/office/drawing/2014/main" id="{241BE8AD-7593-8124-E795-6C1194DA4BDA}"/>
                </a:ext>
              </a:extLst>
            </p:cNvPr>
            <p:cNvSpPr/>
            <p:nvPr/>
          </p:nvSpPr>
          <p:spPr>
            <a:xfrm>
              <a:off x="8077153" y="3452261"/>
              <a:ext cx="28449" cy="1328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3" name="Freeform: Shape 542">
              <a:extLst>
                <a:ext uri="{FF2B5EF4-FFF2-40B4-BE49-F238E27FC236}">
                  <a16:creationId xmlns:a16="http://schemas.microsoft.com/office/drawing/2014/main" id="{7BA43205-6BD4-23E0-7FE0-C1F30C835FC3}"/>
                </a:ext>
              </a:extLst>
            </p:cNvPr>
            <p:cNvSpPr/>
            <p:nvPr/>
          </p:nvSpPr>
          <p:spPr>
            <a:xfrm>
              <a:off x="7973131" y="3471574"/>
              <a:ext cx="68039" cy="35881"/>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4" name="Freeform: Shape 543">
              <a:extLst>
                <a:ext uri="{FF2B5EF4-FFF2-40B4-BE49-F238E27FC236}">
                  <a16:creationId xmlns:a16="http://schemas.microsoft.com/office/drawing/2014/main" id="{A0BB4D10-10C4-4E5E-7CFB-74521D5E3A68}"/>
                </a:ext>
              </a:extLst>
            </p:cNvPr>
            <p:cNvSpPr/>
            <p:nvPr/>
          </p:nvSpPr>
          <p:spPr>
            <a:xfrm>
              <a:off x="7940969" y="2980896"/>
              <a:ext cx="187140" cy="168887"/>
            </a:xfrm>
            <a:custGeom>
              <a:avLst/>
              <a:gdLst>
                <a:gd name="csX0" fmla="*/ 79981 w 153337"/>
                <a:gd name="csY0" fmla="*/ 5290 h 138383"/>
                <a:gd name="csX1" fmla="*/ 131058 w 153337"/>
                <a:gd name="csY1" fmla="*/ 2396 h 138383"/>
                <a:gd name="csX2" fmla="*/ 153223 w 153337"/>
                <a:gd name="csY2" fmla="*/ 42869 h 138383"/>
                <a:gd name="csX3" fmla="*/ 124312 w 153337"/>
                <a:gd name="csY3" fmla="*/ 96832 h 138383"/>
                <a:gd name="csX4" fmla="*/ 105041 w 153337"/>
                <a:gd name="csY4" fmla="*/ 138270 h 138383"/>
                <a:gd name="csX5" fmla="*/ 49148 w 153337"/>
                <a:gd name="csY5" fmla="*/ 86228 h 138383"/>
                <a:gd name="csX6" fmla="*/ 0 w 153337"/>
                <a:gd name="csY6" fmla="*/ 135376 h 138383"/>
                <a:gd name="csX7" fmla="*/ 29876 w 153337"/>
                <a:gd name="csY7" fmla="*/ 79483 h 138383"/>
                <a:gd name="csX8" fmla="*/ 79988 w 153337"/>
                <a:gd name="csY8" fmla="*/ 5275 h 1383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3337" h="138383">
                  <a:moveTo>
                    <a:pt x="79981" y="5290"/>
                  </a:moveTo>
                  <a:cubicBezTo>
                    <a:pt x="79981" y="5290"/>
                    <a:pt x="120453" y="-4349"/>
                    <a:pt x="131058" y="2396"/>
                  </a:cubicBezTo>
                  <a:cubicBezTo>
                    <a:pt x="141662" y="9141"/>
                    <a:pt x="151294" y="39982"/>
                    <a:pt x="153223" y="42869"/>
                  </a:cubicBezTo>
                  <a:cubicBezTo>
                    <a:pt x="155153" y="45763"/>
                    <a:pt x="132022" y="84306"/>
                    <a:pt x="124312" y="96832"/>
                  </a:cubicBezTo>
                  <a:cubicBezTo>
                    <a:pt x="116602" y="109358"/>
                    <a:pt x="107927" y="135383"/>
                    <a:pt x="105041" y="138270"/>
                  </a:cubicBezTo>
                  <a:cubicBezTo>
                    <a:pt x="102146" y="141164"/>
                    <a:pt x="52034" y="88157"/>
                    <a:pt x="49148" y="86228"/>
                  </a:cubicBezTo>
                  <a:cubicBezTo>
                    <a:pt x="46253" y="84299"/>
                    <a:pt x="0" y="135376"/>
                    <a:pt x="0" y="135376"/>
                  </a:cubicBezTo>
                  <a:lnTo>
                    <a:pt x="29876" y="79483"/>
                  </a:lnTo>
                  <a:lnTo>
                    <a:pt x="79988" y="5275"/>
                  </a:lnTo>
                  <a:close/>
                </a:path>
              </a:pathLst>
            </a:custGeom>
            <a:solidFill>
              <a:srgbClr val="0863AA"/>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5" name="Freeform: Shape 544">
              <a:extLst>
                <a:ext uri="{FF2B5EF4-FFF2-40B4-BE49-F238E27FC236}">
                  <a16:creationId xmlns:a16="http://schemas.microsoft.com/office/drawing/2014/main" id="{DE34CF75-AE10-167F-463F-FECB1F43235C}"/>
                </a:ext>
              </a:extLst>
            </p:cNvPr>
            <p:cNvSpPr/>
            <p:nvPr/>
          </p:nvSpPr>
          <p:spPr>
            <a:xfrm>
              <a:off x="8042094" y="2986331"/>
              <a:ext cx="52164" cy="39838"/>
            </a:xfrm>
            <a:custGeom>
              <a:avLst/>
              <a:gdLst>
                <a:gd name="csX0" fmla="*/ 972 w 42741"/>
                <a:gd name="csY0" fmla="*/ 3731 h 32642"/>
                <a:gd name="csX1" fmla="*/ 41445 w 42741"/>
                <a:gd name="csY1" fmla="*/ 2767 h 32642"/>
                <a:gd name="csX2" fmla="*/ 31805 w 42741"/>
                <a:gd name="csY2" fmla="*/ 27827 h 32642"/>
                <a:gd name="csX3" fmla="*/ 0 w 42741"/>
                <a:gd name="csY3" fmla="*/ 32643 h 32642"/>
                <a:gd name="csX4" fmla="*/ 965 w 42741"/>
                <a:gd name="csY4" fmla="*/ 3731 h 32642"/>
              </a:gdLst>
              <a:ahLst/>
              <a:cxnLst>
                <a:cxn ang="0">
                  <a:pos x="csX0" y="csY0"/>
                </a:cxn>
                <a:cxn ang="0">
                  <a:pos x="csX1" y="csY1"/>
                </a:cxn>
                <a:cxn ang="0">
                  <a:pos x="csX2" y="csY2"/>
                </a:cxn>
                <a:cxn ang="0">
                  <a:pos x="csX3" y="csY3"/>
                </a:cxn>
                <a:cxn ang="0">
                  <a:pos x="csX4" y="csY4"/>
                </a:cxn>
              </a:cxnLst>
              <a:rect l="l" t="t" r="r" b="b"/>
              <a:pathLst>
                <a:path w="42741" h="32642">
                  <a:moveTo>
                    <a:pt x="972" y="3731"/>
                  </a:moveTo>
                  <a:cubicBezTo>
                    <a:pt x="972" y="3731"/>
                    <a:pt x="34699" y="-3979"/>
                    <a:pt x="41445" y="2767"/>
                  </a:cubicBezTo>
                  <a:cubicBezTo>
                    <a:pt x="47226" y="8548"/>
                    <a:pt x="31805" y="27827"/>
                    <a:pt x="31805" y="27827"/>
                  </a:cubicBezTo>
                  <a:lnTo>
                    <a:pt x="0" y="32643"/>
                  </a:lnTo>
                  <a:lnTo>
                    <a:pt x="965" y="3731"/>
                  </a:lnTo>
                  <a:close/>
                </a:path>
              </a:pathLst>
            </a:custGeom>
            <a:solidFill>
              <a:srgbClr val="1A1A1A"/>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6" name="Freeform: Shape 545">
              <a:extLst>
                <a:ext uri="{FF2B5EF4-FFF2-40B4-BE49-F238E27FC236}">
                  <a16:creationId xmlns:a16="http://schemas.microsoft.com/office/drawing/2014/main" id="{C4B66178-6368-022E-83F6-FCFE3FE309A1}"/>
                </a:ext>
              </a:extLst>
            </p:cNvPr>
            <p:cNvSpPr/>
            <p:nvPr/>
          </p:nvSpPr>
          <p:spPr>
            <a:xfrm>
              <a:off x="7987109" y="2824700"/>
              <a:ext cx="1383" cy="5121"/>
            </a:xfrm>
            <a:custGeom>
              <a:avLst/>
              <a:gdLst>
                <a:gd name="csX0" fmla="*/ 1134 w 1134"/>
                <a:gd name="csY0" fmla="*/ 4197 h 4197"/>
                <a:gd name="csX1" fmla="*/ 0 w 1134"/>
                <a:gd name="csY1" fmla="*/ 0 h 4197"/>
                <a:gd name="csX2" fmla="*/ 1134 w 1134"/>
                <a:gd name="csY2" fmla="*/ 4197 h 4197"/>
              </a:gdLst>
              <a:ahLst/>
              <a:cxnLst>
                <a:cxn ang="0">
                  <a:pos x="csX0" y="csY0"/>
                </a:cxn>
                <a:cxn ang="0">
                  <a:pos x="csX1" y="csY1"/>
                </a:cxn>
                <a:cxn ang="0">
                  <a:pos x="csX2" y="csY2"/>
                </a:cxn>
              </a:cxnLst>
              <a:rect l="l" t="t" r="r" b="b"/>
              <a:pathLst>
                <a:path w="1134" h="4197">
                  <a:moveTo>
                    <a:pt x="1134" y="4197"/>
                  </a:moveTo>
                  <a:cubicBezTo>
                    <a:pt x="736" y="2754"/>
                    <a:pt x="361" y="1355"/>
                    <a:pt x="0" y="0"/>
                  </a:cubicBezTo>
                  <a:cubicBezTo>
                    <a:pt x="243" y="825"/>
                    <a:pt x="648" y="2261"/>
                    <a:pt x="1134" y="4197"/>
                  </a:cubicBezTo>
                  <a:close/>
                </a:path>
              </a:pathLst>
            </a:custGeom>
            <a:solidFill>
              <a:srgbClr val="757575"/>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7" name="Freeform: Shape 546">
              <a:extLst>
                <a:ext uri="{FF2B5EF4-FFF2-40B4-BE49-F238E27FC236}">
                  <a16:creationId xmlns:a16="http://schemas.microsoft.com/office/drawing/2014/main" id="{ACA0F8B7-A66A-F98D-8F46-A429A2C0AD2D}"/>
                </a:ext>
              </a:extLst>
            </p:cNvPr>
            <p:cNvSpPr/>
            <p:nvPr/>
          </p:nvSpPr>
          <p:spPr>
            <a:xfrm>
              <a:off x="7911120" y="2934001"/>
              <a:ext cx="169799" cy="218142"/>
            </a:xfrm>
            <a:custGeom>
              <a:avLst/>
              <a:gdLst>
                <a:gd name="csX0" fmla="*/ 96808 w 139129"/>
                <a:gd name="csY0" fmla="*/ 18 h 178741"/>
                <a:gd name="csX1" fmla="*/ 139129 w 139129"/>
                <a:gd name="csY1" fmla="*/ 70698 h 178741"/>
                <a:gd name="csX2" fmla="*/ 101543 w 139129"/>
                <a:gd name="csY2" fmla="*/ 98644 h 178741"/>
                <a:gd name="csX3" fmla="*/ 63957 w 139129"/>
                <a:gd name="csY3" fmla="*/ 121774 h 178741"/>
                <a:gd name="csX4" fmla="*/ 23485 w 139129"/>
                <a:gd name="csY4" fmla="*/ 178632 h 178741"/>
                <a:gd name="csX5" fmla="*/ 1319 w 139129"/>
                <a:gd name="csY5" fmla="*/ 56242 h 178741"/>
                <a:gd name="csX6" fmla="*/ 96808 w 139129"/>
                <a:gd name="csY6" fmla="*/ 18 h 17874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9129" h="178741">
                  <a:moveTo>
                    <a:pt x="96808" y="18"/>
                  </a:moveTo>
                  <a:cubicBezTo>
                    <a:pt x="96808" y="18"/>
                    <a:pt x="104437" y="60101"/>
                    <a:pt x="139129" y="70698"/>
                  </a:cubicBezTo>
                  <a:cubicBezTo>
                    <a:pt x="139129" y="70698"/>
                    <a:pt x="123709" y="83224"/>
                    <a:pt x="101543" y="98644"/>
                  </a:cubicBezTo>
                  <a:cubicBezTo>
                    <a:pt x="78774" y="114484"/>
                    <a:pt x="65703" y="117400"/>
                    <a:pt x="63957" y="121774"/>
                  </a:cubicBezTo>
                  <a:cubicBezTo>
                    <a:pt x="62212" y="126149"/>
                    <a:pt x="25075" y="175392"/>
                    <a:pt x="23485" y="178632"/>
                  </a:cubicBezTo>
                  <a:cubicBezTo>
                    <a:pt x="21894" y="181872"/>
                    <a:pt x="-6355" y="112820"/>
                    <a:pt x="1319" y="56242"/>
                  </a:cubicBezTo>
                  <a:cubicBezTo>
                    <a:pt x="9294" y="-2611"/>
                    <a:pt x="96808" y="18"/>
                    <a:pt x="96808" y="18"/>
                  </a:cubicBezTo>
                  <a:close/>
                </a:path>
              </a:pathLst>
            </a:custGeom>
            <a:solidFill>
              <a:srgbClr val="A26552"/>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8" name="Freeform: Shape 547">
              <a:extLst>
                <a:ext uri="{FF2B5EF4-FFF2-40B4-BE49-F238E27FC236}">
                  <a16:creationId xmlns:a16="http://schemas.microsoft.com/office/drawing/2014/main" id="{9E7C5538-D0A2-7D11-C3A2-2FA42CA133C6}"/>
                </a:ext>
              </a:extLst>
            </p:cNvPr>
            <p:cNvSpPr/>
            <p:nvPr/>
          </p:nvSpPr>
          <p:spPr>
            <a:xfrm>
              <a:off x="7854894" y="3053052"/>
              <a:ext cx="84924" cy="98968"/>
            </a:xfrm>
            <a:custGeom>
              <a:avLst/>
              <a:gdLst>
                <a:gd name="csX0" fmla="*/ 50070 w 69584"/>
                <a:gd name="csY0" fmla="*/ 0 h 81092"/>
                <a:gd name="csX1" fmla="*/ 47094 w 69584"/>
                <a:gd name="csY1" fmla="*/ 36084 h 81092"/>
                <a:gd name="csX2" fmla="*/ 44046 w 69584"/>
                <a:gd name="csY2" fmla="*/ 35436 h 81092"/>
                <a:gd name="csX3" fmla="*/ 31313 w 69584"/>
                <a:gd name="csY3" fmla="*/ 43683 h 81092"/>
                <a:gd name="csX4" fmla="*/ 20076 w 69584"/>
                <a:gd name="csY4" fmla="*/ 59111 h 81092"/>
                <a:gd name="csX5" fmla="*/ 9236 w 69584"/>
                <a:gd name="csY5" fmla="*/ 66563 h 81092"/>
                <a:gd name="csX6" fmla="*/ 10657 w 69584"/>
                <a:gd name="csY6" fmla="*/ 58522 h 81092"/>
                <a:gd name="csX7" fmla="*/ 33353 w 69584"/>
                <a:gd name="csY7" fmla="*/ 5236 h 81092"/>
                <a:gd name="csX8" fmla="*/ 33449 w 69584"/>
                <a:gd name="csY8" fmla="*/ 2541 h 81092"/>
                <a:gd name="csX9" fmla="*/ 28773 w 69584"/>
                <a:gd name="csY9" fmla="*/ 6849 h 81092"/>
                <a:gd name="csX10" fmla="*/ 24133 w 69584"/>
                <a:gd name="csY10" fmla="*/ 17607 h 81092"/>
                <a:gd name="csX11" fmla="*/ 14008 w 69584"/>
                <a:gd name="csY11" fmla="*/ 37630 h 81092"/>
                <a:gd name="csX12" fmla="*/ 4862 w 69584"/>
                <a:gd name="csY12" fmla="*/ 55849 h 81092"/>
                <a:gd name="csX13" fmla="*/ 193 w 69584"/>
                <a:gd name="csY13" fmla="*/ 72727 h 81092"/>
                <a:gd name="csX14" fmla="*/ 24708 w 69584"/>
                <a:gd name="csY14" fmla="*/ 68876 h 81092"/>
                <a:gd name="csX15" fmla="*/ 35356 w 69584"/>
                <a:gd name="csY15" fmla="*/ 54405 h 81092"/>
                <a:gd name="csX16" fmla="*/ 41409 w 69584"/>
                <a:gd name="csY16" fmla="*/ 46253 h 81092"/>
                <a:gd name="csX17" fmla="*/ 49429 w 69584"/>
                <a:gd name="csY17" fmla="*/ 47844 h 81092"/>
                <a:gd name="csX18" fmla="*/ 50342 w 69584"/>
                <a:gd name="csY18" fmla="*/ 48779 h 81092"/>
                <a:gd name="csX19" fmla="*/ 45489 w 69584"/>
                <a:gd name="csY19" fmla="*/ 72418 h 81092"/>
                <a:gd name="csX20" fmla="*/ 55129 w 69584"/>
                <a:gd name="csY20" fmla="*/ 78199 h 81092"/>
                <a:gd name="csX21" fmla="*/ 69584 w 69584"/>
                <a:gd name="csY21" fmla="*/ 81093 h 81092"/>
                <a:gd name="csX22" fmla="*/ 50099 w 69584"/>
                <a:gd name="csY22" fmla="*/ 0 h 810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Lst>
              <a:rect l="l" t="t" r="r" b="b"/>
              <a:pathLst>
                <a:path w="69584" h="81092">
                  <a:moveTo>
                    <a:pt x="50070" y="0"/>
                  </a:moveTo>
                  <a:cubicBezTo>
                    <a:pt x="50070" y="0"/>
                    <a:pt x="46365" y="24456"/>
                    <a:pt x="47094" y="36084"/>
                  </a:cubicBezTo>
                  <a:cubicBezTo>
                    <a:pt x="46203" y="35723"/>
                    <a:pt x="45202" y="35487"/>
                    <a:pt x="44046" y="35436"/>
                  </a:cubicBezTo>
                  <a:cubicBezTo>
                    <a:pt x="38471" y="35163"/>
                    <a:pt x="34436" y="39699"/>
                    <a:pt x="31313" y="43683"/>
                  </a:cubicBezTo>
                  <a:cubicBezTo>
                    <a:pt x="27388" y="48691"/>
                    <a:pt x="24200" y="54273"/>
                    <a:pt x="20076" y="59111"/>
                  </a:cubicBezTo>
                  <a:cubicBezTo>
                    <a:pt x="17263" y="62417"/>
                    <a:pt x="14015" y="66755"/>
                    <a:pt x="9236" y="66563"/>
                  </a:cubicBezTo>
                  <a:cubicBezTo>
                    <a:pt x="8352" y="63912"/>
                    <a:pt x="9494" y="61062"/>
                    <a:pt x="10657" y="58522"/>
                  </a:cubicBezTo>
                  <a:cubicBezTo>
                    <a:pt x="18736" y="40929"/>
                    <a:pt x="29310" y="24169"/>
                    <a:pt x="33353" y="5236"/>
                  </a:cubicBezTo>
                  <a:cubicBezTo>
                    <a:pt x="33545" y="4345"/>
                    <a:pt x="33714" y="3410"/>
                    <a:pt x="33449" y="2541"/>
                  </a:cubicBezTo>
                  <a:cubicBezTo>
                    <a:pt x="31902" y="-2482"/>
                    <a:pt x="29207" y="5744"/>
                    <a:pt x="28773" y="6849"/>
                  </a:cubicBezTo>
                  <a:cubicBezTo>
                    <a:pt x="27337" y="10479"/>
                    <a:pt x="25776" y="14065"/>
                    <a:pt x="24133" y="17607"/>
                  </a:cubicBezTo>
                  <a:cubicBezTo>
                    <a:pt x="20982" y="24397"/>
                    <a:pt x="17521" y="31032"/>
                    <a:pt x="14008" y="37630"/>
                  </a:cubicBezTo>
                  <a:cubicBezTo>
                    <a:pt x="10819" y="43632"/>
                    <a:pt x="7653" y="49648"/>
                    <a:pt x="4862" y="55849"/>
                  </a:cubicBezTo>
                  <a:cubicBezTo>
                    <a:pt x="2586" y="60886"/>
                    <a:pt x="-853" y="66998"/>
                    <a:pt x="193" y="72727"/>
                  </a:cubicBezTo>
                  <a:cubicBezTo>
                    <a:pt x="2572" y="85761"/>
                    <a:pt x="19995" y="73795"/>
                    <a:pt x="24708" y="68876"/>
                  </a:cubicBezTo>
                  <a:cubicBezTo>
                    <a:pt x="28869" y="64531"/>
                    <a:pt x="32050" y="59391"/>
                    <a:pt x="35356" y="54405"/>
                  </a:cubicBezTo>
                  <a:cubicBezTo>
                    <a:pt x="37182" y="51644"/>
                    <a:pt x="39009" y="48566"/>
                    <a:pt x="41409" y="46253"/>
                  </a:cubicBezTo>
                  <a:cubicBezTo>
                    <a:pt x="44340" y="43433"/>
                    <a:pt x="47139" y="44295"/>
                    <a:pt x="49429" y="47844"/>
                  </a:cubicBezTo>
                  <a:cubicBezTo>
                    <a:pt x="49694" y="48249"/>
                    <a:pt x="50003" y="48558"/>
                    <a:pt x="50342" y="48779"/>
                  </a:cubicBezTo>
                  <a:cubicBezTo>
                    <a:pt x="50865" y="56541"/>
                    <a:pt x="48906" y="67631"/>
                    <a:pt x="45489" y="72418"/>
                  </a:cubicBezTo>
                  <a:cubicBezTo>
                    <a:pt x="40673" y="79163"/>
                    <a:pt x="50305" y="78199"/>
                    <a:pt x="55129" y="78199"/>
                  </a:cubicBezTo>
                  <a:cubicBezTo>
                    <a:pt x="59952" y="78199"/>
                    <a:pt x="69584" y="81093"/>
                    <a:pt x="69584" y="81093"/>
                  </a:cubicBezTo>
                  <a:lnTo>
                    <a:pt x="50099" y="0"/>
                  </a:lnTo>
                  <a:close/>
                </a:path>
              </a:pathLst>
            </a:custGeom>
            <a:solidFill>
              <a:srgbClr val="084D91"/>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49" name="Freeform: Shape 548">
              <a:extLst>
                <a:ext uri="{FF2B5EF4-FFF2-40B4-BE49-F238E27FC236}">
                  <a16:creationId xmlns:a16="http://schemas.microsoft.com/office/drawing/2014/main" id="{77B9669A-2BDE-981C-47CE-DD1E1D905F69}"/>
                </a:ext>
              </a:extLst>
            </p:cNvPr>
            <p:cNvSpPr/>
            <p:nvPr/>
          </p:nvSpPr>
          <p:spPr>
            <a:xfrm>
              <a:off x="7805133" y="2730190"/>
              <a:ext cx="256549" cy="323161"/>
            </a:xfrm>
            <a:custGeom>
              <a:avLst/>
              <a:gdLst>
                <a:gd name="csX0" fmla="*/ 184836 w 210210"/>
                <a:gd name="csY0" fmla="*/ 175248 h 264791"/>
                <a:gd name="csX1" fmla="*/ 180543 w 210210"/>
                <a:gd name="csY1" fmla="*/ 212517 h 264791"/>
                <a:gd name="csX2" fmla="*/ 122618 w 210210"/>
                <a:gd name="csY2" fmla="*/ 259912 h 264791"/>
                <a:gd name="csX3" fmla="*/ 58816 w 210210"/>
                <a:gd name="csY3" fmla="*/ 255420 h 264791"/>
                <a:gd name="csX4" fmla="*/ 3018 w 210210"/>
                <a:gd name="csY4" fmla="*/ 122455 h 264791"/>
                <a:gd name="csX5" fmla="*/ 728 w 210210"/>
                <a:gd name="csY5" fmla="*/ 108243 h 264791"/>
                <a:gd name="csX6" fmla="*/ 2466 w 210210"/>
                <a:gd name="csY6" fmla="*/ 32224 h 264791"/>
                <a:gd name="csX7" fmla="*/ 43498 w 210210"/>
                <a:gd name="csY7" fmla="*/ 50170 h 264791"/>
                <a:gd name="csX8" fmla="*/ 71283 w 210210"/>
                <a:gd name="csY8" fmla="*/ 31554 h 264791"/>
                <a:gd name="csX9" fmla="*/ 120843 w 210210"/>
                <a:gd name="csY9" fmla="*/ 927 h 264791"/>
                <a:gd name="csX10" fmla="*/ 150233 w 210210"/>
                <a:gd name="csY10" fmla="*/ 81637 h 264791"/>
                <a:gd name="csX11" fmla="*/ 163856 w 210210"/>
                <a:gd name="csY11" fmla="*/ 120195 h 264791"/>
                <a:gd name="csX12" fmla="*/ 198666 w 210210"/>
                <a:gd name="csY12" fmla="*/ 94148 h 264791"/>
                <a:gd name="csX13" fmla="*/ 184829 w 210210"/>
                <a:gd name="csY13" fmla="*/ 175248 h 26479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210210" h="264791">
                  <a:moveTo>
                    <a:pt x="184836" y="175248"/>
                  </a:moveTo>
                  <a:cubicBezTo>
                    <a:pt x="184836" y="189645"/>
                    <a:pt x="183886" y="201898"/>
                    <a:pt x="180543" y="212517"/>
                  </a:cubicBezTo>
                  <a:cubicBezTo>
                    <a:pt x="174033" y="233240"/>
                    <a:pt x="158377" y="247754"/>
                    <a:pt x="122618" y="259912"/>
                  </a:cubicBezTo>
                  <a:cubicBezTo>
                    <a:pt x="105047" y="265885"/>
                    <a:pt x="76180" y="268396"/>
                    <a:pt x="58816" y="255420"/>
                  </a:cubicBezTo>
                  <a:cubicBezTo>
                    <a:pt x="25957" y="230869"/>
                    <a:pt x="6575" y="135770"/>
                    <a:pt x="3018" y="122455"/>
                  </a:cubicBezTo>
                  <a:cubicBezTo>
                    <a:pt x="1973" y="118552"/>
                    <a:pt x="1236" y="113655"/>
                    <a:pt x="728" y="108243"/>
                  </a:cubicBezTo>
                  <a:cubicBezTo>
                    <a:pt x="-1621" y="83433"/>
                    <a:pt x="2466" y="32224"/>
                    <a:pt x="2466" y="32224"/>
                  </a:cubicBezTo>
                  <a:cubicBezTo>
                    <a:pt x="8122" y="45781"/>
                    <a:pt x="19735" y="51319"/>
                    <a:pt x="43498" y="50170"/>
                  </a:cubicBezTo>
                  <a:cubicBezTo>
                    <a:pt x="55494" y="49588"/>
                    <a:pt x="66261" y="42460"/>
                    <a:pt x="71283" y="31554"/>
                  </a:cubicBezTo>
                  <a:cubicBezTo>
                    <a:pt x="77189" y="18711"/>
                    <a:pt x="103861" y="-4972"/>
                    <a:pt x="120843" y="927"/>
                  </a:cubicBezTo>
                  <a:cubicBezTo>
                    <a:pt x="149297" y="10809"/>
                    <a:pt x="139997" y="44397"/>
                    <a:pt x="150233" y="81637"/>
                  </a:cubicBezTo>
                  <a:cubicBezTo>
                    <a:pt x="160439" y="102344"/>
                    <a:pt x="163856" y="120195"/>
                    <a:pt x="163856" y="120195"/>
                  </a:cubicBezTo>
                  <a:cubicBezTo>
                    <a:pt x="163856" y="120195"/>
                    <a:pt x="174806" y="66945"/>
                    <a:pt x="198666" y="94148"/>
                  </a:cubicBezTo>
                  <a:cubicBezTo>
                    <a:pt x="231126" y="131160"/>
                    <a:pt x="184829" y="175248"/>
                    <a:pt x="184829" y="175248"/>
                  </a:cubicBezTo>
                  <a:close/>
                </a:path>
              </a:pathLst>
            </a:custGeom>
            <a:solidFill>
              <a:srgbClr val="A26552"/>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0" name="Freeform: Shape 549">
              <a:extLst>
                <a:ext uri="{FF2B5EF4-FFF2-40B4-BE49-F238E27FC236}">
                  <a16:creationId xmlns:a16="http://schemas.microsoft.com/office/drawing/2014/main" id="{5869B753-F235-0AE3-B213-5F85511632A8}"/>
                </a:ext>
              </a:extLst>
            </p:cNvPr>
            <p:cNvSpPr/>
            <p:nvPr/>
          </p:nvSpPr>
          <p:spPr>
            <a:xfrm>
              <a:off x="7862841" y="2928532"/>
              <a:ext cx="23686" cy="12697"/>
            </a:xfrm>
            <a:custGeom>
              <a:avLst/>
              <a:gdLst>
                <a:gd name="csX0" fmla="*/ 6 w 19408"/>
                <a:gd name="csY0" fmla="*/ 6502 h 10404"/>
                <a:gd name="csX1" fmla="*/ 5131 w 19408"/>
                <a:gd name="csY1" fmla="*/ 1171 h 10404"/>
                <a:gd name="csX2" fmla="*/ 13755 w 19408"/>
                <a:gd name="csY2" fmla="*/ 51 h 10404"/>
                <a:gd name="csX3" fmla="*/ 19403 w 19408"/>
                <a:gd name="csY3" fmla="*/ 3903 h 10404"/>
                <a:gd name="csX4" fmla="*/ 14277 w 19408"/>
                <a:gd name="csY4" fmla="*/ 9234 h 10404"/>
                <a:gd name="csX5" fmla="*/ 5654 w 19408"/>
                <a:gd name="csY5" fmla="*/ 10353 h 10404"/>
                <a:gd name="csX6" fmla="*/ 6 w 19408"/>
                <a:gd name="csY6" fmla="*/ 6502 h 1040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9408" h="10404">
                  <a:moveTo>
                    <a:pt x="6" y="6502"/>
                  </a:moveTo>
                  <a:cubicBezTo>
                    <a:pt x="-134" y="4035"/>
                    <a:pt x="2215" y="1546"/>
                    <a:pt x="5131" y="1171"/>
                  </a:cubicBezTo>
                  <a:cubicBezTo>
                    <a:pt x="8003" y="795"/>
                    <a:pt x="10883" y="427"/>
                    <a:pt x="13755" y="51"/>
                  </a:cubicBezTo>
                  <a:cubicBezTo>
                    <a:pt x="16663" y="-324"/>
                    <a:pt x="19256" y="1406"/>
                    <a:pt x="19403" y="3903"/>
                  </a:cubicBezTo>
                  <a:cubicBezTo>
                    <a:pt x="19543" y="6370"/>
                    <a:pt x="17194" y="8859"/>
                    <a:pt x="14277" y="9234"/>
                  </a:cubicBezTo>
                  <a:cubicBezTo>
                    <a:pt x="11405" y="9610"/>
                    <a:pt x="8526" y="9978"/>
                    <a:pt x="5654" y="10353"/>
                  </a:cubicBezTo>
                  <a:cubicBezTo>
                    <a:pt x="2745" y="10729"/>
                    <a:pt x="153" y="8999"/>
                    <a:pt x="6" y="6502"/>
                  </a:cubicBezTo>
                  <a:close/>
                </a:path>
              </a:pathLst>
            </a:custGeom>
            <a:solidFill>
              <a:srgbClr val="512820"/>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1" name="Freeform: Shape 550">
              <a:extLst>
                <a:ext uri="{FF2B5EF4-FFF2-40B4-BE49-F238E27FC236}">
                  <a16:creationId xmlns:a16="http://schemas.microsoft.com/office/drawing/2014/main" id="{953098A6-008E-6BCB-6803-EB93D0BEEF19}"/>
                </a:ext>
              </a:extLst>
            </p:cNvPr>
            <p:cNvSpPr/>
            <p:nvPr/>
          </p:nvSpPr>
          <p:spPr>
            <a:xfrm>
              <a:off x="7886794" y="2815530"/>
              <a:ext cx="55819" cy="14299"/>
            </a:xfrm>
            <a:custGeom>
              <a:avLst/>
              <a:gdLst>
                <a:gd name="csX0" fmla="*/ 4638 w 45737"/>
                <a:gd name="csY0" fmla="*/ 201 h 11716"/>
                <a:gd name="csX1" fmla="*/ 23151 w 45737"/>
                <a:gd name="csY1" fmla="*/ 201 h 11716"/>
                <a:gd name="csX2" fmla="*/ 41833 w 45737"/>
                <a:gd name="csY2" fmla="*/ 2889 h 11716"/>
                <a:gd name="csX3" fmla="*/ 41134 w 45737"/>
                <a:gd name="csY3" fmla="*/ 11674 h 11716"/>
                <a:gd name="csX4" fmla="*/ 22451 w 45737"/>
                <a:gd name="csY4" fmla="*/ 8986 h 11716"/>
                <a:gd name="csX5" fmla="*/ 3938 w 45737"/>
                <a:gd name="csY5" fmla="*/ 8986 h 11716"/>
                <a:gd name="csX6" fmla="*/ 4638 w 45737"/>
                <a:gd name="csY6" fmla="*/ 201 h 1171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5737" h="11716">
                  <a:moveTo>
                    <a:pt x="4638" y="201"/>
                  </a:moveTo>
                  <a:cubicBezTo>
                    <a:pt x="10824" y="415"/>
                    <a:pt x="16980" y="-344"/>
                    <a:pt x="23151" y="201"/>
                  </a:cubicBezTo>
                  <a:cubicBezTo>
                    <a:pt x="29418" y="753"/>
                    <a:pt x="35596" y="2094"/>
                    <a:pt x="41833" y="2889"/>
                  </a:cubicBezTo>
                  <a:cubicBezTo>
                    <a:pt x="47460" y="3603"/>
                    <a:pt x="46812" y="12396"/>
                    <a:pt x="41134" y="11674"/>
                  </a:cubicBezTo>
                  <a:cubicBezTo>
                    <a:pt x="34904" y="10879"/>
                    <a:pt x="28718" y="9524"/>
                    <a:pt x="22451" y="8986"/>
                  </a:cubicBezTo>
                  <a:cubicBezTo>
                    <a:pt x="16273" y="8464"/>
                    <a:pt x="10117" y="9193"/>
                    <a:pt x="3938" y="8986"/>
                  </a:cubicBezTo>
                  <a:cubicBezTo>
                    <a:pt x="-1754" y="8795"/>
                    <a:pt x="-1062" y="10"/>
                    <a:pt x="4638" y="201"/>
                  </a:cubicBezTo>
                  <a:close/>
                </a:path>
              </a:pathLst>
            </a:custGeom>
            <a:solidFill>
              <a:srgbClr val="161616"/>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2" name="Freeform: Shape 551">
              <a:extLst>
                <a:ext uri="{FF2B5EF4-FFF2-40B4-BE49-F238E27FC236}">
                  <a16:creationId xmlns:a16="http://schemas.microsoft.com/office/drawing/2014/main" id="{1099ED81-03A2-A9E9-E18B-61D36B179599}"/>
                </a:ext>
              </a:extLst>
            </p:cNvPr>
            <p:cNvSpPr/>
            <p:nvPr/>
          </p:nvSpPr>
          <p:spPr>
            <a:xfrm>
              <a:off x="7804782" y="2857324"/>
              <a:ext cx="26691" cy="28231"/>
            </a:xfrm>
            <a:custGeom>
              <a:avLst/>
              <a:gdLst>
                <a:gd name="csX0" fmla="*/ 242 w 21870"/>
                <a:gd name="csY0" fmla="*/ 17799 h 23132"/>
                <a:gd name="csX1" fmla="*/ 14263 w 21870"/>
                <a:gd name="csY1" fmla="*/ 1097 h 23132"/>
                <a:gd name="csX2" fmla="*/ 20397 w 21870"/>
                <a:gd name="csY2" fmla="*/ 7401 h 23132"/>
                <a:gd name="csX3" fmla="*/ 8740 w 21870"/>
                <a:gd name="csY3" fmla="*/ 20067 h 23132"/>
                <a:gd name="csX4" fmla="*/ 242 w 21870"/>
                <a:gd name="csY4" fmla="*/ 17799 h 23132"/>
              </a:gdLst>
              <a:ahLst/>
              <a:cxnLst>
                <a:cxn ang="0">
                  <a:pos x="csX0" y="csY0"/>
                </a:cxn>
                <a:cxn ang="0">
                  <a:pos x="csX1" y="csY1"/>
                </a:cxn>
                <a:cxn ang="0">
                  <a:pos x="csX2" y="csY2"/>
                </a:cxn>
                <a:cxn ang="0">
                  <a:pos x="csX3" y="csY3"/>
                </a:cxn>
                <a:cxn ang="0">
                  <a:pos x="csX4" y="csY4"/>
                </a:cxn>
              </a:cxnLst>
              <a:rect l="l" t="t" r="r" b="b"/>
              <a:pathLst>
                <a:path w="21870" h="23132">
                  <a:moveTo>
                    <a:pt x="242" y="17799"/>
                  </a:moveTo>
                  <a:cubicBezTo>
                    <a:pt x="1965" y="12578"/>
                    <a:pt x="10184" y="4566"/>
                    <a:pt x="14263" y="1097"/>
                  </a:cubicBezTo>
                  <a:cubicBezTo>
                    <a:pt x="18549" y="-2541"/>
                    <a:pt x="24728" y="3726"/>
                    <a:pt x="20397" y="7401"/>
                  </a:cubicBezTo>
                  <a:cubicBezTo>
                    <a:pt x="17695" y="9691"/>
                    <a:pt x="9889" y="16569"/>
                    <a:pt x="8740" y="20067"/>
                  </a:cubicBezTo>
                  <a:cubicBezTo>
                    <a:pt x="6973" y="25428"/>
                    <a:pt x="-1533" y="23175"/>
                    <a:pt x="242" y="17799"/>
                  </a:cubicBezTo>
                  <a:close/>
                </a:path>
              </a:pathLst>
            </a:custGeom>
            <a:solidFill>
              <a:srgbClr val="161616"/>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nvGrpSpPr>
            <p:cNvPr id="553" name="Graphic 475">
              <a:extLst>
                <a:ext uri="{FF2B5EF4-FFF2-40B4-BE49-F238E27FC236}">
                  <a16:creationId xmlns:a16="http://schemas.microsoft.com/office/drawing/2014/main" id="{0171FAF5-48D8-F136-CBAE-170E654E42C6}"/>
                </a:ext>
              </a:extLst>
            </p:cNvPr>
            <p:cNvGrpSpPr/>
            <p:nvPr/>
          </p:nvGrpSpPr>
          <p:grpSpPr>
            <a:xfrm>
              <a:off x="7808034" y="2693342"/>
              <a:ext cx="264108" cy="376378"/>
              <a:chOff x="13114388" y="4916801"/>
              <a:chExt cx="216403" cy="308396"/>
            </a:xfrm>
          </p:grpSpPr>
          <p:sp>
            <p:nvSpPr>
              <p:cNvPr id="572" name="Freeform: Shape 571">
                <a:extLst>
                  <a:ext uri="{FF2B5EF4-FFF2-40B4-BE49-F238E27FC236}">
                    <a16:creationId xmlns:a16="http://schemas.microsoft.com/office/drawing/2014/main" id="{8258873F-0AB9-E002-2015-BFFA84C4F754}"/>
                  </a:ext>
                </a:extLst>
              </p:cNvPr>
              <p:cNvSpPr/>
              <p:nvPr/>
            </p:nvSpPr>
            <p:spPr>
              <a:xfrm>
                <a:off x="13114388" y="4916801"/>
                <a:ext cx="216403" cy="308396"/>
              </a:xfrm>
              <a:custGeom>
                <a:avLst/>
                <a:gdLst>
                  <a:gd name="csX0" fmla="*/ 92529 w 216403"/>
                  <a:gd name="csY0" fmla="*/ 0 h 308396"/>
                  <a:gd name="csX1" fmla="*/ 15 w 216403"/>
                  <a:gd name="csY1" fmla="*/ 64273 h 308396"/>
                  <a:gd name="csX2" fmla="*/ 60179 w 216403"/>
                  <a:gd name="csY2" fmla="*/ 29640 h 308396"/>
                  <a:gd name="csX3" fmla="*/ 150374 w 216403"/>
                  <a:gd name="csY3" fmla="*/ 87926 h 308396"/>
                  <a:gd name="csX4" fmla="*/ 213159 w 216403"/>
                  <a:gd name="csY4" fmla="*/ 81998 h 308396"/>
                  <a:gd name="csX5" fmla="*/ 167517 w 216403"/>
                  <a:gd name="csY5" fmla="*/ 16429 h 308396"/>
                  <a:gd name="csX6" fmla="*/ 212607 w 216403"/>
                  <a:gd name="csY6" fmla="*/ 74627 h 308396"/>
                  <a:gd name="csX7" fmla="*/ 184285 w 216403"/>
                  <a:gd name="csY7" fmla="*/ 241599 h 308396"/>
                  <a:gd name="csX8" fmla="*/ 178165 w 216403"/>
                  <a:gd name="csY8" fmla="*/ 242711 h 308396"/>
                  <a:gd name="csX9" fmla="*/ 182459 w 216403"/>
                  <a:gd name="csY9" fmla="*/ 205441 h 308396"/>
                  <a:gd name="csX10" fmla="*/ 196296 w 216403"/>
                  <a:gd name="csY10" fmla="*/ 124342 h 308396"/>
                  <a:gd name="csX11" fmla="*/ 163231 w 216403"/>
                  <a:gd name="csY11" fmla="*/ 143628 h 308396"/>
                  <a:gd name="csX12" fmla="*/ 165661 w 216403"/>
                  <a:gd name="csY12" fmla="*/ 159372 h 308396"/>
                  <a:gd name="csX13" fmla="*/ 170897 w 216403"/>
                  <a:gd name="csY13" fmla="*/ 214242 h 308396"/>
                  <a:gd name="csX14" fmla="*/ 136860 w 216403"/>
                  <a:gd name="csY14" fmla="*/ 293913 h 308396"/>
                  <a:gd name="csX15" fmla="*/ 21267 w 216403"/>
                  <a:gd name="csY15" fmla="*/ 225678 h 308396"/>
                  <a:gd name="csX16" fmla="*/ 33293 w 216403"/>
                  <a:gd name="csY16" fmla="*/ 228277 h 308396"/>
                  <a:gd name="csX17" fmla="*/ 67977 w 216403"/>
                  <a:gd name="csY17" fmla="*/ 210957 h 308396"/>
                  <a:gd name="csX18" fmla="*/ 149674 w 216403"/>
                  <a:gd name="csY18" fmla="*/ 161589 h 308396"/>
                  <a:gd name="csX19" fmla="*/ 147870 w 216403"/>
                  <a:gd name="csY19" fmla="*/ 111845 h 308396"/>
                  <a:gd name="csX20" fmla="*/ 147862 w 216403"/>
                  <a:gd name="csY20" fmla="*/ 111830 h 308396"/>
                  <a:gd name="csX21" fmla="*/ 146728 w 216403"/>
                  <a:gd name="csY21" fmla="*/ 107633 h 308396"/>
                  <a:gd name="csX22" fmla="*/ 146684 w 216403"/>
                  <a:gd name="csY22" fmla="*/ 107478 h 308396"/>
                  <a:gd name="csX23" fmla="*/ 146640 w 216403"/>
                  <a:gd name="csY23" fmla="*/ 107316 h 308396"/>
                  <a:gd name="csX24" fmla="*/ 146522 w 216403"/>
                  <a:gd name="csY24" fmla="*/ 106881 h 308396"/>
                  <a:gd name="csX25" fmla="*/ 117979 w 216403"/>
                  <a:gd name="csY25" fmla="*/ 39515 h 308396"/>
                  <a:gd name="csX26" fmla="*/ 68508 w 216403"/>
                  <a:gd name="csY26" fmla="*/ 68191 h 308396"/>
                  <a:gd name="csX27" fmla="*/ 40723 w 216403"/>
                  <a:gd name="csY27" fmla="*/ 86807 h 308396"/>
                  <a:gd name="csX28" fmla="*/ 0 w 216403"/>
                  <a:gd name="csY28" fmla="*/ 65422 h 3083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216403" h="308396">
                    <a:moveTo>
                      <a:pt x="92529" y="0"/>
                    </a:moveTo>
                    <a:cubicBezTo>
                      <a:pt x="3697" y="0"/>
                      <a:pt x="265" y="54626"/>
                      <a:pt x="15" y="64273"/>
                    </a:cubicBezTo>
                    <a:cubicBezTo>
                      <a:pt x="545" y="60046"/>
                      <a:pt x="4985" y="56821"/>
                      <a:pt x="60179" y="29640"/>
                    </a:cubicBezTo>
                    <a:cubicBezTo>
                      <a:pt x="125387" y="-2474"/>
                      <a:pt x="150374" y="87926"/>
                      <a:pt x="150374" y="87926"/>
                    </a:cubicBezTo>
                    <a:cubicBezTo>
                      <a:pt x="150374" y="87926"/>
                      <a:pt x="214308" y="107191"/>
                      <a:pt x="213159" y="81998"/>
                    </a:cubicBezTo>
                    <a:cubicBezTo>
                      <a:pt x="212408" y="65429"/>
                      <a:pt x="201863" y="35193"/>
                      <a:pt x="167517" y="16429"/>
                    </a:cubicBezTo>
                    <a:cubicBezTo>
                      <a:pt x="181059" y="17386"/>
                      <a:pt x="201774" y="27254"/>
                      <a:pt x="212607" y="74627"/>
                    </a:cubicBezTo>
                    <a:cubicBezTo>
                      <a:pt x="229552" y="148753"/>
                      <a:pt x="184285" y="241599"/>
                      <a:pt x="184285" y="241599"/>
                    </a:cubicBezTo>
                    <a:lnTo>
                      <a:pt x="178165" y="242711"/>
                    </a:lnTo>
                    <a:cubicBezTo>
                      <a:pt x="181509" y="232092"/>
                      <a:pt x="182451" y="219838"/>
                      <a:pt x="182459" y="205441"/>
                    </a:cubicBezTo>
                    <a:cubicBezTo>
                      <a:pt x="182459" y="205441"/>
                      <a:pt x="228756" y="161353"/>
                      <a:pt x="196296" y="124342"/>
                    </a:cubicBezTo>
                    <a:cubicBezTo>
                      <a:pt x="177893" y="103361"/>
                      <a:pt x="167171" y="130233"/>
                      <a:pt x="163231" y="143628"/>
                    </a:cubicBezTo>
                    <a:cubicBezTo>
                      <a:pt x="163938" y="149276"/>
                      <a:pt x="164763" y="154946"/>
                      <a:pt x="165661" y="159372"/>
                    </a:cubicBezTo>
                    <a:cubicBezTo>
                      <a:pt x="168437" y="173113"/>
                      <a:pt x="184631" y="205972"/>
                      <a:pt x="170897" y="214242"/>
                    </a:cubicBezTo>
                    <a:cubicBezTo>
                      <a:pt x="170897" y="214242"/>
                      <a:pt x="181744" y="268883"/>
                      <a:pt x="136860" y="293913"/>
                    </a:cubicBezTo>
                    <a:cubicBezTo>
                      <a:pt x="56504" y="338730"/>
                      <a:pt x="22983" y="269177"/>
                      <a:pt x="21267" y="225678"/>
                    </a:cubicBezTo>
                    <a:cubicBezTo>
                      <a:pt x="21267" y="225678"/>
                      <a:pt x="26422" y="232416"/>
                      <a:pt x="33293" y="228277"/>
                    </a:cubicBezTo>
                    <a:cubicBezTo>
                      <a:pt x="40163" y="224139"/>
                      <a:pt x="38448" y="215501"/>
                      <a:pt x="67977" y="210957"/>
                    </a:cubicBezTo>
                    <a:cubicBezTo>
                      <a:pt x="85695" y="208225"/>
                      <a:pt x="130756" y="222909"/>
                      <a:pt x="149674" y="161589"/>
                    </a:cubicBezTo>
                    <a:cubicBezTo>
                      <a:pt x="154939" y="144519"/>
                      <a:pt x="150366" y="121764"/>
                      <a:pt x="147870" y="111845"/>
                    </a:cubicBezTo>
                    <a:cubicBezTo>
                      <a:pt x="147870" y="111837"/>
                      <a:pt x="147862" y="111830"/>
                      <a:pt x="147862" y="111830"/>
                    </a:cubicBezTo>
                    <a:cubicBezTo>
                      <a:pt x="147376" y="109893"/>
                      <a:pt x="146971" y="108457"/>
                      <a:pt x="146728" y="107633"/>
                    </a:cubicBezTo>
                    <a:cubicBezTo>
                      <a:pt x="146714" y="107581"/>
                      <a:pt x="146699" y="107529"/>
                      <a:pt x="146684" y="107478"/>
                    </a:cubicBezTo>
                    <a:cubicBezTo>
                      <a:pt x="146669" y="107419"/>
                      <a:pt x="146655" y="107367"/>
                      <a:pt x="146640" y="107316"/>
                    </a:cubicBezTo>
                    <a:cubicBezTo>
                      <a:pt x="146603" y="107169"/>
                      <a:pt x="146566" y="107021"/>
                      <a:pt x="146522" y="106881"/>
                    </a:cubicBezTo>
                    <a:cubicBezTo>
                      <a:pt x="137663" y="73567"/>
                      <a:pt x="145130" y="48949"/>
                      <a:pt x="117979" y="39515"/>
                    </a:cubicBezTo>
                    <a:cubicBezTo>
                      <a:pt x="100998" y="33617"/>
                      <a:pt x="74414" y="55348"/>
                      <a:pt x="68508" y="68191"/>
                    </a:cubicBezTo>
                    <a:cubicBezTo>
                      <a:pt x="63485" y="79097"/>
                      <a:pt x="52719" y="86225"/>
                      <a:pt x="40723" y="86807"/>
                    </a:cubicBezTo>
                    <a:cubicBezTo>
                      <a:pt x="16959" y="87956"/>
                      <a:pt x="5656" y="78979"/>
                      <a:pt x="0" y="65422"/>
                    </a:cubicBezTo>
                  </a:path>
                </a:pathLst>
              </a:custGeom>
              <a:solidFill>
                <a:srgbClr val="161616"/>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3" name="Freeform: Shape 572">
                <a:extLst>
                  <a:ext uri="{FF2B5EF4-FFF2-40B4-BE49-F238E27FC236}">
                    <a16:creationId xmlns:a16="http://schemas.microsoft.com/office/drawing/2014/main" id="{339E64AD-A4A0-7FA8-6250-244D1FAFBE8F}"/>
                  </a:ext>
                </a:extLst>
              </p:cNvPr>
              <p:cNvSpPr/>
              <p:nvPr/>
            </p:nvSpPr>
            <p:spPr>
              <a:xfrm>
                <a:off x="13260888" y="5023660"/>
                <a:ext cx="139" cy="456"/>
              </a:xfrm>
              <a:custGeom>
                <a:avLst/>
                <a:gdLst>
                  <a:gd name="csX0" fmla="*/ 140 w 139"/>
                  <a:gd name="csY0" fmla="*/ 457 h 456"/>
                  <a:gd name="csX1" fmla="*/ 0 w 139"/>
                  <a:gd name="csY1" fmla="*/ 0 h 456"/>
                  <a:gd name="csX2" fmla="*/ 22 w 139"/>
                  <a:gd name="csY2" fmla="*/ 22 h 456"/>
                  <a:gd name="csX3" fmla="*/ 140 w 139"/>
                  <a:gd name="csY3" fmla="*/ 457 h 456"/>
                </a:gdLst>
                <a:ahLst/>
                <a:cxnLst>
                  <a:cxn ang="0">
                    <a:pos x="csX0" y="csY0"/>
                  </a:cxn>
                  <a:cxn ang="0">
                    <a:pos x="csX1" y="csY1"/>
                  </a:cxn>
                  <a:cxn ang="0">
                    <a:pos x="csX2" y="csY2"/>
                  </a:cxn>
                  <a:cxn ang="0">
                    <a:pos x="csX3" y="csY3"/>
                  </a:cxn>
                </a:cxnLst>
                <a:rect l="l" t="t" r="r" b="b"/>
                <a:pathLst>
                  <a:path w="139" h="456">
                    <a:moveTo>
                      <a:pt x="140" y="457"/>
                    </a:moveTo>
                    <a:cubicBezTo>
                      <a:pt x="52" y="155"/>
                      <a:pt x="0" y="0"/>
                      <a:pt x="0" y="0"/>
                    </a:cubicBezTo>
                    <a:lnTo>
                      <a:pt x="22" y="22"/>
                    </a:lnTo>
                    <a:cubicBezTo>
                      <a:pt x="66" y="162"/>
                      <a:pt x="103" y="309"/>
                      <a:pt x="140" y="457"/>
                    </a:cubicBezTo>
                    <a:close/>
                  </a:path>
                </a:pathLst>
              </a:custGeom>
              <a:solidFill>
                <a:srgbClr val="084D91"/>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554" name="Freeform: Shape 553">
              <a:extLst>
                <a:ext uri="{FF2B5EF4-FFF2-40B4-BE49-F238E27FC236}">
                  <a16:creationId xmlns:a16="http://schemas.microsoft.com/office/drawing/2014/main" id="{DF15D1B6-12A1-6997-25B0-B685E4F771C1}"/>
                </a:ext>
              </a:extLst>
            </p:cNvPr>
            <p:cNvSpPr/>
            <p:nvPr/>
          </p:nvSpPr>
          <p:spPr>
            <a:xfrm>
              <a:off x="7868035" y="2972065"/>
              <a:ext cx="52926" cy="31925"/>
            </a:xfrm>
            <a:custGeom>
              <a:avLst/>
              <a:gdLst>
                <a:gd name="csX0" fmla="*/ 9640 w 43366"/>
                <a:gd name="csY0" fmla="*/ 6745 h 26159"/>
                <a:gd name="csX1" fmla="*/ 43367 w 43366"/>
                <a:gd name="csY1" fmla="*/ 0 h 26159"/>
                <a:gd name="csX2" fmla="*/ 20236 w 43366"/>
                <a:gd name="csY2" fmla="*/ 26017 h 26159"/>
                <a:gd name="csX3" fmla="*/ 0 w 43366"/>
                <a:gd name="csY3" fmla="*/ 9632 h 26159"/>
                <a:gd name="csX4" fmla="*/ 9640 w 43366"/>
                <a:gd name="csY4" fmla="*/ 6738 h 26159"/>
              </a:gdLst>
              <a:ahLst/>
              <a:cxnLst>
                <a:cxn ang="0">
                  <a:pos x="csX0" y="csY0"/>
                </a:cxn>
                <a:cxn ang="0">
                  <a:pos x="csX1" y="csY1"/>
                </a:cxn>
                <a:cxn ang="0">
                  <a:pos x="csX2" y="csY2"/>
                </a:cxn>
                <a:cxn ang="0">
                  <a:pos x="csX3" y="csY3"/>
                </a:cxn>
                <a:cxn ang="0">
                  <a:pos x="csX4" y="csY4"/>
                </a:cxn>
              </a:cxnLst>
              <a:rect l="l" t="t" r="r" b="b"/>
              <a:pathLst>
                <a:path w="43366" h="26159">
                  <a:moveTo>
                    <a:pt x="9640" y="6745"/>
                  </a:moveTo>
                  <a:lnTo>
                    <a:pt x="43367" y="0"/>
                  </a:lnTo>
                  <a:cubicBezTo>
                    <a:pt x="43367" y="0"/>
                    <a:pt x="34692" y="24095"/>
                    <a:pt x="20236" y="26017"/>
                  </a:cubicBezTo>
                  <a:cubicBezTo>
                    <a:pt x="5781" y="27946"/>
                    <a:pt x="0" y="9632"/>
                    <a:pt x="0" y="9632"/>
                  </a:cubicBezTo>
                  <a:lnTo>
                    <a:pt x="9640" y="6738"/>
                  </a:lnTo>
                  <a:close/>
                </a:path>
              </a:pathLst>
            </a:custGeom>
            <a:solidFill>
              <a:srgbClr val="FFFFFF"/>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5" name="Freeform: Shape 554">
              <a:extLst>
                <a:ext uri="{FF2B5EF4-FFF2-40B4-BE49-F238E27FC236}">
                  <a16:creationId xmlns:a16="http://schemas.microsoft.com/office/drawing/2014/main" id="{540559C5-498D-DC2E-E775-415AB7126D32}"/>
                </a:ext>
              </a:extLst>
            </p:cNvPr>
            <p:cNvSpPr/>
            <p:nvPr/>
          </p:nvSpPr>
          <p:spPr>
            <a:xfrm>
              <a:off x="7919551" y="2861070"/>
              <a:ext cx="22038" cy="21318"/>
            </a:xfrm>
            <a:custGeom>
              <a:avLst/>
              <a:gdLst>
                <a:gd name="csX0" fmla="*/ 13970 w 18057"/>
                <a:gd name="csY0" fmla="*/ 1643 h 17468"/>
                <a:gd name="csX1" fmla="*/ 17961 w 18057"/>
                <a:gd name="csY1" fmla="*/ 8116 h 17468"/>
                <a:gd name="csX2" fmla="*/ 14743 w 18057"/>
                <a:gd name="csY2" fmla="*/ 15804 h 17468"/>
                <a:gd name="csX3" fmla="*/ 6392 w 18057"/>
                <a:gd name="csY3" fmla="*/ 16931 h 17468"/>
                <a:gd name="csX4" fmla="*/ 898 w 18057"/>
                <a:gd name="csY4" fmla="*/ 4088 h 17468"/>
                <a:gd name="csX5" fmla="*/ 6289 w 18057"/>
                <a:gd name="csY5" fmla="*/ 185 h 17468"/>
                <a:gd name="csX6" fmla="*/ 12998 w 18057"/>
                <a:gd name="csY6" fmla="*/ 1105 h 17468"/>
                <a:gd name="csX7" fmla="*/ 13970 w 18057"/>
                <a:gd name="csY7" fmla="*/ 1643 h 174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057" h="17468">
                  <a:moveTo>
                    <a:pt x="13970" y="1643"/>
                  </a:moveTo>
                  <a:cubicBezTo>
                    <a:pt x="16135" y="3057"/>
                    <a:pt x="17534" y="5553"/>
                    <a:pt x="17961" y="8116"/>
                  </a:cubicBezTo>
                  <a:cubicBezTo>
                    <a:pt x="18439" y="11003"/>
                    <a:pt x="17099" y="14073"/>
                    <a:pt x="14743" y="15804"/>
                  </a:cubicBezTo>
                  <a:cubicBezTo>
                    <a:pt x="12386" y="17535"/>
                    <a:pt x="9146" y="17925"/>
                    <a:pt x="6392" y="16931"/>
                  </a:cubicBezTo>
                  <a:cubicBezTo>
                    <a:pt x="1480" y="15163"/>
                    <a:pt x="-1627" y="9000"/>
                    <a:pt x="898" y="4088"/>
                  </a:cubicBezTo>
                  <a:cubicBezTo>
                    <a:pt x="1944" y="2048"/>
                    <a:pt x="4043" y="649"/>
                    <a:pt x="6289" y="185"/>
                  </a:cubicBezTo>
                  <a:cubicBezTo>
                    <a:pt x="8535" y="-272"/>
                    <a:pt x="10906" y="148"/>
                    <a:pt x="12998" y="1105"/>
                  </a:cubicBezTo>
                  <a:cubicBezTo>
                    <a:pt x="13336" y="1260"/>
                    <a:pt x="13660" y="1437"/>
                    <a:pt x="13970" y="1643"/>
                  </a:cubicBezTo>
                  <a:close/>
                </a:path>
              </a:pathLst>
            </a:custGeom>
            <a:solidFill>
              <a:srgbClr val="1A1A1A"/>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6" name="Freeform: Shape 555">
              <a:extLst>
                <a:ext uri="{FF2B5EF4-FFF2-40B4-BE49-F238E27FC236}">
                  <a16:creationId xmlns:a16="http://schemas.microsoft.com/office/drawing/2014/main" id="{579641B4-FA26-6FA9-47CC-DA3F07BC1DCE}"/>
                </a:ext>
              </a:extLst>
            </p:cNvPr>
            <p:cNvSpPr/>
            <p:nvPr/>
          </p:nvSpPr>
          <p:spPr>
            <a:xfrm>
              <a:off x="7991554" y="3033998"/>
              <a:ext cx="140102" cy="121298"/>
            </a:xfrm>
            <a:custGeom>
              <a:avLst/>
              <a:gdLst>
                <a:gd name="csX0" fmla="*/ 114660 w 114796"/>
                <a:gd name="csY0" fmla="*/ 6111 h 99388"/>
                <a:gd name="csX1" fmla="*/ 111950 w 114796"/>
                <a:gd name="csY1" fmla="*/ 43 h 99388"/>
                <a:gd name="csX2" fmla="*/ 106030 w 114796"/>
                <a:gd name="csY2" fmla="*/ 3909 h 99388"/>
                <a:gd name="csX3" fmla="*/ 80741 w 114796"/>
                <a:gd name="csY3" fmla="*/ 47850 h 99388"/>
                <a:gd name="csX4" fmla="*/ 63443 w 114796"/>
                <a:gd name="csY4" fmla="*/ 84346 h 99388"/>
                <a:gd name="csX5" fmla="*/ 31498 w 114796"/>
                <a:gd name="csY5" fmla="*/ 58594 h 99388"/>
                <a:gd name="csX6" fmla="*/ 341 w 114796"/>
                <a:gd name="csY6" fmla="*/ 47983 h 99388"/>
                <a:gd name="csX7" fmla="*/ 3817 w 114796"/>
                <a:gd name="csY7" fmla="*/ 50663 h 99388"/>
                <a:gd name="csX8" fmla="*/ 18884 w 114796"/>
                <a:gd name="csY8" fmla="*/ 60597 h 99388"/>
                <a:gd name="csX9" fmla="*/ 33207 w 114796"/>
                <a:gd name="csY9" fmla="*/ 74545 h 99388"/>
                <a:gd name="csX10" fmla="*/ 64563 w 114796"/>
                <a:gd name="csY10" fmla="*/ 98566 h 99388"/>
                <a:gd name="csX11" fmla="*/ 73193 w 114796"/>
                <a:gd name="csY11" fmla="*/ 93618 h 99388"/>
                <a:gd name="csX12" fmla="*/ 94107 w 114796"/>
                <a:gd name="csY12" fmla="*/ 48623 h 99388"/>
                <a:gd name="csX13" fmla="*/ 105985 w 114796"/>
                <a:gd name="csY13" fmla="*/ 30206 h 99388"/>
                <a:gd name="csX14" fmla="*/ 114660 w 114796"/>
                <a:gd name="csY14" fmla="*/ 6111 h 993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4796" h="99388">
                  <a:moveTo>
                    <a:pt x="114660" y="6111"/>
                  </a:moveTo>
                  <a:cubicBezTo>
                    <a:pt x="114307" y="3408"/>
                    <a:pt x="114844" y="433"/>
                    <a:pt x="111950" y="43"/>
                  </a:cubicBezTo>
                  <a:cubicBezTo>
                    <a:pt x="109579" y="-281"/>
                    <a:pt x="106398" y="1251"/>
                    <a:pt x="106030" y="3909"/>
                  </a:cubicBezTo>
                  <a:cubicBezTo>
                    <a:pt x="103651" y="20920"/>
                    <a:pt x="90094" y="34065"/>
                    <a:pt x="80741" y="47850"/>
                  </a:cubicBezTo>
                  <a:cubicBezTo>
                    <a:pt x="73053" y="59191"/>
                    <a:pt x="66684" y="71179"/>
                    <a:pt x="63443" y="84346"/>
                  </a:cubicBezTo>
                  <a:cubicBezTo>
                    <a:pt x="52022" y="76776"/>
                    <a:pt x="41734" y="67748"/>
                    <a:pt x="31498" y="58594"/>
                  </a:cubicBezTo>
                  <a:cubicBezTo>
                    <a:pt x="24524" y="52350"/>
                    <a:pt x="9274" y="34727"/>
                    <a:pt x="341" y="47983"/>
                  </a:cubicBezTo>
                  <a:cubicBezTo>
                    <a:pt x="-1051" y="50052"/>
                    <a:pt x="2160" y="52563"/>
                    <a:pt x="3817" y="50663"/>
                  </a:cubicBezTo>
                  <a:cubicBezTo>
                    <a:pt x="7587" y="46326"/>
                    <a:pt x="16417" y="58160"/>
                    <a:pt x="18884" y="60597"/>
                  </a:cubicBezTo>
                  <a:cubicBezTo>
                    <a:pt x="23619" y="65281"/>
                    <a:pt x="28324" y="70016"/>
                    <a:pt x="33207" y="74545"/>
                  </a:cubicBezTo>
                  <a:cubicBezTo>
                    <a:pt x="42861" y="83499"/>
                    <a:pt x="53163" y="91924"/>
                    <a:pt x="64563" y="98566"/>
                  </a:cubicBezTo>
                  <a:cubicBezTo>
                    <a:pt x="68679" y="100959"/>
                    <a:pt x="72678" y="97771"/>
                    <a:pt x="73193" y="93618"/>
                  </a:cubicBezTo>
                  <a:cubicBezTo>
                    <a:pt x="75270" y="76864"/>
                    <a:pt x="84556" y="62114"/>
                    <a:pt x="94107" y="48623"/>
                  </a:cubicBezTo>
                  <a:cubicBezTo>
                    <a:pt x="98960" y="41767"/>
                    <a:pt x="101339" y="37202"/>
                    <a:pt x="105985" y="30206"/>
                  </a:cubicBezTo>
                  <a:cubicBezTo>
                    <a:pt x="110315" y="23689"/>
                    <a:pt x="115728" y="14226"/>
                    <a:pt x="114660" y="6111"/>
                  </a:cubicBezTo>
                  <a:close/>
                </a:path>
              </a:pathLst>
            </a:custGeom>
            <a:solidFill>
              <a:srgbClr val="084D91"/>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7" name="Freeform: Shape 556">
              <a:extLst>
                <a:ext uri="{FF2B5EF4-FFF2-40B4-BE49-F238E27FC236}">
                  <a16:creationId xmlns:a16="http://schemas.microsoft.com/office/drawing/2014/main" id="{40916BA2-FF78-7E7A-393A-DFBB60BD4B69}"/>
                </a:ext>
              </a:extLst>
            </p:cNvPr>
            <p:cNvSpPr/>
            <p:nvPr/>
          </p:nvSpPr>
          <p:spPr>
            <a:xfrm>
              <a:off x="7281624" y="3602644"/>
              <a:ext cx="671053" cy="17556"/>
            </a:xfrm>
            <a:custGeom>
              <a:avLst/>
              <a:gdLst>
                <a:gd name="csX0" fmla="*/ 60 w 549843"/>
                <a:gd name="csY0" fmla="*/ 965 h 14385"/>
                <a:gd name="csX1" fmla="*/ 4891 w 549843"/>
                <a:gd name="csY1" fmla="*/ 13528 h 14385"/>
                <a:gd name="csX2" fmla="*/ 549844 w 549843"/>
                <a:gd name="csY2" fmla="*/ 13528 h 14385"/>
                <a:gd name="csX3" fmla="*/ 542112 w 549843"/>
                <a:gd name="csY3" fmla="*/ 2901 h 14385"/>
                <a:gd name="csX4" fmla="*/ 281234 w 549843"/>
                <a:gd name="csY4" fmla="*/ 0 h 14385"/>
                <a:gd name="csX5" fmla="*/ 60 w 549843"/>
                <a:gd name="csY5" fmla="*/ 965 h 14385"/>
              </a:gdLst>
              <a:ahLst/>
              <a:cxnLst>
                <a:cxn ang="0">
                  <a:pos x="csX0" y="csY0"/>
                </a:cxn>
                <a:cxn ang="0">
                  <a:pos x="csX1" y="csY1"/>
                </a:cxn>
                <a:cxn ang="0">
                  <a:pos x="csX2" y="csY2"/>
                </a:cxn>
                <a:cxn ang="0">
                  <a:pos x="csX3" y="csY3"/>
                </a:cxn>
                <a:cxn ang="0">
                  <a:pos x="csX4" y="csY4"/>
                </a:cxn>
                <a:cxn ang="0">
                  <a:pos x="csX5" y="csY5"/>
                </a:cxn>
              </a:cxnLst>
              <a:rect l="l" t="t" r="r" b="b"/>
              <a:pathLst>
                <a:path w="549843" h="14385">
                  <a:moveTo>
                    <a:pt x="60" y="965"/>
                  </a:moveTo>
                  <a:cubicBezTo>
                    <a:pt x="60" y="965"/>
                    <a:pt x="-905" y="11591"/>
                    <a:pt x="4891" y="13528"/>
                  </a:cubicBezTo>
                  <a:cubicBezTo>
                    <a:pt x="10686" y="15457"/>
                    <a:pt x="549844" y="13528"/>
                    <a:pt x="549844" y="13528"/>
                  </a:cubicBezTo>
                  <a:cubicBezTo>
                    <a:pt x="549844" y="13528"/>
                    <a:pt x="546943" y="2901"/>
                    <a:pt x="542112" y="2901"/>
                  </a:cubicBezTo>
                  <a:cubicBezTo>
                    <a:pt x="537281" y="2901"/>
                    <a:pt x="281234" y="0"/>
                    <a:pt x="281234" y="0"/>
                  </a:cubicBezTo>
                  <a:lnTo>
                    <a:pt x="60" y="965"/>
                  </a:lnTo>
                  <a:close/>
                </a:path>
              </a:pathLst>
            </a:custGeom>
            <a:solidFill>
              <a:srgbClr val="00A9F4"/>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8" name="Freeform: Shape 557">
              <a:extLst>
                <a:ext uri="{FF2B5EF4-FFF2-40B4-BE49-F238E27FC236}">
                  <a16:creationId xmlns:a16="http://schemas.microsoft.com/office/drawing/2014/main" id="{FD814B73-B5A2-CCC4-1B9A-E043C2958ED5}"/>
                </a:ext>
              </a:extLst>
            </p:cNvPr>
            <p:cNvSpPr/>
            <p:nvPr/>
          </p:nvSpPr>
          <p:spPr>
            <a:xfrm>
              <a:off x="7281634" y="3602644"/>
              <a:ext cx="414572" cy="17558"/>
            </a:xfrm>
            <a:custGeom>
              <a:avLst/>
              <a:gdLst>
                <a:gd name="csX0" fmla="*/ 328577 w 339689"/>
                <a:gd name="csY0" fmla="*/ 1929 h 14387"/>
                <a:gd name="csX1" fmla="*/ 328275 w 339689"/>
                <a:gd name="csY1" fmla="*/ 346 h 14387"/>
                <a:gd name="csX2" fmla="*/ 281234 w 339689"/>
                <a:gd name="csY2" fmla="*/ 0 h 14387"/>
                <a:gd name="csX3" fmla="*/ 60 w 339689"/>
                <a:gd name="csY3" fmla="*/ 965 h 14387"/>
                <a:gd name="csX4" fmla="*/ 4891 w 339689"/>
                <a:gd name="csY4" fmla="*/ 13528 h 14387"/>
                <a:gd name="csX5" fmla="*/ 339689 w 339689"/>
                <a:gd name="csY5" fmla="*/ 14168 h 14387"/>
                <a:gd name="csX6" fmla="*/ 328577 w 339689"/>
                <a:gd name="csY6" fmla="*/ 1937 h 1438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339689" h="14387">
                  <a:moveTo>
                    <a:pt x="328577" y="1929"/>
                  </a:moveTo>
                  <a:cubicBezTo>
                    <a:pt x="328496" y="1384"/>
                    <a:pt x="328385" y="862"/>
                    <a:pt x="328275" y="346"/>
                  </a:cubicBezTo>
                  <a:cubicBezTo>
                    <a:pt x="309563" y="133"/>
                    <a:pt x="281234" y="0"/>
                    <a:pt x="281234" y="0"/>
                  </a:cubicBezTo>
                  <a:lnTo>
                    <a:pt x="60" y="965"/>
                  </a:lnTo>
                  <a:cubicBezTo>
                    <a:pt x="60" y="965"/>
                    <a:pt x="-905" y="11591"/>
                    <a:pt x="4891" y="13528"/>
                  </a:cubicBezTo>
                  <a:cubicBezTo>
                    <a:pt x="8102" y="14595"/>
                    <a:pt x="191444" y="14485"/>
                    <a:pt x="339689" y="14168"/>
                  </a:cubicBezTo>
                  <a:cubicBezTo>
                    <a:pt x="336000" y="13299"/>
                    <a:pt x="329910" y="10560"/>
                    <a:pt x="328577" y="1937"/>
                  </a:cubicBezTo>
                  <a:close/>
                </a:path>
              </a:pathLst>
            </a:custGeom>
            <a:solidFill>
              <a:srgbClr val="0291DC"/>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59" name="Freeform: Shape 558">
              <a:extLst>
                <a:ext uri="{FF2B5EF4-FFF2-40B4-BE49-F238E27FC236}">
                  <a16:creationId xmlns:a16="http://schemas.microsoft.com/office/drawing/2014/main" id="{B7360D7C-5CCC-D661-A7F7-8CCF78A3087F}"/>
                </a:ext>
              </a:extLst>
            </p:cNvPr>
            <p:cNvSpPr/>
            <p:nvPr/>
          </p:nvSpPr>
          <p:spPr>
            <a:xfrm>
              <a:off x="7164608" y="3265560"/>
              <a:ext cx="522745" cy="344487"/>
            </a:xfrm>
            <a:custGeom>
              <a:avLst/>
              <a:gdLst>
                <a:gd name="csX0" fmla="*/ 86279 w 428323"/>
                <a:gd name="csY0" fmla="*/ 281030 h 282265"/>
                <a:gd name="csX1" fmla="*/ 419627 w 428323"/>
                <a:gd name="csY1" fmla="*/ 281995 h 282265"/>
                <a:gd name="csX2" fmla="*/ 428324 w 428323"/>
                <a:gd name="csY2" fmla="*/ 273298 h 282265"/>
                <a:gd name="csX3" fmla="*/ 344263 w 428323"/>
                <a:gd name="csY3" fmla="*/ 1787 h 282265"/>
                <a:gd name="csX4" fmla="*/ 289 w 428323"/>
                <a:gd name="csY4" fmla="*/ 11448 h 282265"/>
                <a:gd name="csX5" fmla="*/ 86286 w 428323"/>
                <a:gd name="csY5" fmla="*/ 281023 h 282265"/>
              </a:gdLst>
              <a:ahLst/>
              <a:cxnLst>
                <a:cxn ang="0">
                  <a:pos x="csX0" y="csY0"/>
                </a:cxn>
                <a:cxn ang="0">
                  <a:pos x="csX1" y="csY1"/>
                </a:cxn>
                <a:cxn ang="0">
                  <a:pos x="csX2" y="csY2"/>
                </a:cxn>
                <a:cxn ang="0">
                  <a:pos x="csX3" y="csY3"/>
                </a:cxn>
                <a:cxn ang="0">
                  <a:pos x="csX4" y="csY4"/>
                </a:cxn>
                <a:cxn ang="0">
                  <a:pos x="csX5" y="csY5"/>
                </a:cxn>
              </a:cxnLst>
              <a:rect l="l" t="t" r="r" b="b"/>
              <a:pathLst>
                <a:path w="428323" h="282265">
                  <a:moveTo>
                    <a:pt x="86279" y="281030"/>
                  </a:moveTo>
                  <a:cubicBezTo>
                    <a:pt x="86279" y="281030"/>
                    <a:pt x="414796" y="282960"/>
                    <a:pt x="419627" y="281995"/>
                  </a:cubicBezTo>
                  <a:cubicBezTo>
                    <a:pt x="424457" y="281030"/>
                    <a:pt x="428324" y="273298"/>
                    <a:pt x="428324" y="273298"/>
                  </a:cubicBezTo>
                  <a:cubicBezTo>
                    <a:pt x="428324" y="273298"/>
                    <a:pt x="350059" y="7582"/>
                    <a:pt x="344263" y="1787"/>
                  </a:cubicBezTo>
                  <a:cubicBezTo>
                    <a:pt x="338468" y="-4009"/>
                    <a:pt x="6085" y="5653"/>
                    <a:pt x="289" y="11448"/>
                  </a:cubicBezTo>
                  <a:cubicBezTo>
                    <a:pt x="-5506" y="17244"/>
                    <a:pt x="77590" y="277164"/>
                    <a:pt x="86286" y="281023"/>
                  </a:cubicBezTo>
                  <a:close/>
                </a:path>
              </a:pathLst>
            </a:custGeom>
            <a:solidFill>
              <a:srgbClr val="0291DC"/>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0" name="Freeform: Shape 559">
              <a:extLst>
                <a:ext uri="{FF2B5EF4-FFF2-40B4-BE49-F238E27FC236}">
                  <a16:creationId xmlns:a16="http://schemas.microsoft.com/office/drawing/2014/main" id="{635A8A29-955C-8AFD-70C7-C92B446F512C}"/>
                </a:ext>
              </a:extLst>
            </p:cNvPr>
            <p:cNvSpPr/>
            <p:nvPr/>
          </p:nvSpPr>
          <p:spPr>
            <a:xfrm>
              <a:off x="7164611" y="3265560"/>
              <a:ext cx="522741" cy="342584"/>
            </a:xfrm>
            <a:custGeom>
              <a:avLst/>
              <a:gdLst>
                <a:gd name="csX0" fmla="*/ 428322 w 428321"/>
                <a:gd name="csY0" fmla="*/ 273298 h 280706"/>
                <a:gd name="csX1" fmla="*/ 344261 w 428321"/>
                <a:gd name="csY1" fmla="*/ 1787 h 280706"/>
                <a:gd name="csX2" fmla="*/ 287 w 428321"/>
                <a:gd name="csY2" fmla="*/ 11448 h 280706"/>
                <a:gd name="csX3" fmla="*/ 125 w 428321"/>
                <a:gd name="csY3" fmla="*/ 14740 h 280706"/>
                <a:gd name="csX4" fmla="*/ 337501 w 428321"/>
                <a:gd name="csY4" fmla="*/ 6618 h 280706"/>
                <a:gd name="csX5" fmla="*/ 422386 w 428321"/>
                <a:gd name="csY5" fmla="*/ 280706 h 280706"/>
                <a:gd name="csX6" fmla="*/ 428322 w 428321"/>
                <a:gd name="csY6" fmla="*/ 273291 h 28070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28321" h="280706">
                  <a:moveTo>
                    <a:pt x="428322" y="273298"/>
                  </a:moveTo>
                  <a:cubicBezTo>
                    <a:pt x="428322" y="273298"/>
                    <a:pt x="350057" y="7582"/>
                    <a:pt x="344261" y="1787"/>
                  </a:cubicBezTo>
                  <a:cubicBezTo>
                    <a:pt x="338466" y="-4009"/>
                    <a:pt x="6083" y="5653"/>
                    <a:pt x="287" y="11448"/>
                  </a:cubicBezTo>
                  <a:cubicBezTo>
                    <a:pt x="-37" y="11772"/>
                    <a:pt x="-81" y="12906"/>
                    <a:pt x="125" y="14740"/>
                  </a:cubicBezTo>
                  <a:cubicBezTo>
                    <a:pt x="38153" y="10579"/>
                    <a:pt x="329209" y="2015"/>
                    <a:pt x="337501" y="6618"/>
                  </a:cubicBezTo>
                  <a:cubicBezTo>
                    <a:pt x="345756" y="11205"/>
                    <a:pt x="415324" y="255809"/>
                    <a:pt x="422386" y="280706"/>
                  </a:cubicBezTo>
                  <a:cubicBezTo>
                    <a:pt x="425847" y="278232"/>
                    <a:pt x="428322" y="273291"/>
                    <a:pt x="428322" y="273291"/>
                  </a:cubicBezTo>
                  <a:close/>
                </a:path>
              </a:pathLst>
            </a:custGeom>
            <a:solidFill>
              <a:srgbClr val="00A9F4"/>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1" name="Freeform: Shape 560">
              <a:extLst>
                <a:ext uri="{FF2B5EF4-FFF2-40B4-BE49-F238E27FC236}">
                  <a16:creationId xmlns:a16="http://schemas.microsoft.com/office/drawing/2014/main" id="{E745152A-D9CF-5815-35BC-C9E3909972F3}"/>
                </a:ext>
              </a:extLst>
            </p:cNvPr>
            <p:cNvSpPr/>
            <p:nvPr/>
          </p:nvSpPr>
          <p:spPr>
            <a:xfrm>
              <a:off x="7700406" y="3608657"/>
              <a:ext cx="22503" cy="6839"/>
            </a:xfrm>
            <a:custGeom>
              <a:avLst/>
              <a:gdLst>
                <a:gd name="csX0" fmla="*/ 15896 w 18439"/>
                <a:gd name="csY0" fmla="*/ 162 h 5603"/>
                <a:gd name="csX1" fmla="*/ 2427 w 18439"/>
                <a:gd name="csY1" fmla="*/ 287 h 5603"/>
                <a:gd name="csX2" fmla="*/ 2427 w 18439"/>
                <a:gd name="csY2" fmla="*/ 5317 h 5603"/>
                <a:gd name="csX3" fmla="*/ 15896 w 18439"/>
                <a:gd name="csY3" fmla="*/ 5442 h 5603"/>
                <a:gd name="csX4" fmla="*/ 15896 w 18439"/>
                <a:gd name="csY4" fmla="*/ 162 h 5603"/>
              </a:gdLst>
              <a:ahLst/>
              <a:cxnLst>
                <a:cxn ang="0">
                  <a:pos x="csX0" y="csY0"/>
                </a:cxn>
                <a:cxn ang="0">
                  <a:pos x="csX1" y="csY1"/>
                </a:cxn>
                <a:cxn ang="0">
                  <a:pos x="csX2" y="csY2"/>
                </a:cxn>
                <a:cxn ang="0">
                  <a:pos x="csX3" y="csY3"/>
                </a:cxn>
                <a:cxn ang="0">
                  <a:pos x="csX4" y="csY4"/>
                </a:cxn>
              </a:cxnLst>
              <a:rect l="l" t="t" r="r" b="b"/>
              <a:pathLst>
                <a:path w="18439" h="5603">
                  <a:moveTo>
                    <a:pt x="15896" y="162"/>
                  </a:moveTo>
                  <a:cubicBezTo>
                    <a:pt x="11470" y="-229"/>
                    <a:pt x="6868" y="199"/>
                    <a:pt x="2427" y="287"/>
                  </a:cubicBezTo>
                  <a:cubicBezTo>
                    <a:pt x="-805" y="346"/>
                    <a:pt x="-813" y="5250"/>
                    <a:pt x="2427" y="5317"/>
                  </a:cubicBezTo>
                  <a:cubicBezTo>
                    <a:pt x="6868" y="5405"/>
                    <a:pt x="11470" y="5832"/>
                    <a:pt x="15896" y="5442"/>
                  </a:cubicBezTo>
                  <a:cubicBezTo>
                    <a:pt x="19284" y="5140"/>
                    <a:pt x="19291" y="464"/>
                    <a:pt x="15896" y="162"/>
                  </a:cubicBezTo>
                  <a:close/>
                </a:path>
              </a:pathLst>
            </a:custGeom>
            <a:solidFill>
              <a:srgbClr val="0679C3"/>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2" name="Freeform: Shape 561">
              <a:extLst>
                <a:ext uri="{FF2B5EF4-FFF2-40B4-BE49-F238E27FC236}">
                  <a16:creationId xmlns:a16="http://schemas.microsoft.com/office/drawing/2014/main" id="{C722CE94-283D-E66F-0C07-81464E94C562}"/>
                </a:ext>
              </a:extLst>
            </p:cNvPr>
            <p:cNvSpPr/>
            <p:nvPr/>
          </p:nvSpPr>
          <p:spPr>
            <a:xfrm>
              <a:off x="7725403" y="3608692"/>
              <a:ext cx="5902" cy="6111"/>
            </a:xfrm>
            <a:custGeom>
              <a:avLst/>
              <a:gdLst>
                <a:gd name="csX0" fmla="*/ 2416 w 4835"/>
                <a:gd name="csY0" fmla="*/ 0 h 5007"/>
                <a:gd name="csX1" fmla="*/ 2416 w 4835"/>
                <a:gd name="csY1" fmla="*/ 5008 h 5007"/>
                <a:gd name="csX2" fmla="*/ 2416 w 4835"/>
                <a:gd name="csY2" fmla="*/ 0 h 5007"/>
              </a:gdLst>
              <a:ahLst/>
              <a:cxnLst>
                <a:cxn ang="0">
                  <a:pos x="csX0" y="csY0"/>
                </a:cxn>
                <a:cxn ang="0">
                  <a:pos x="csX1" y="csY1"/>
                </a:cxn>
                <a:cxn ang="0">
                  <a:pos x="csX2" y="csY2"/>
                </a:cxn>
              </a:cxnLst>
              <a:rect l="l" t="t" r="r" b="b"/>
              <a:pathLst>
                <a:path w="4835" h="5007">
                  <a:moveTo>
                    <a:pt x="2416" y="0"/>
                  </a:moveTo>
                  <a:cubicBezTo>
                    <a:pt x="-802" y="0"/>
                    <a:pt x="-809" y="5008"/>
                    <a:pt x="2416" y="5008"/>
                  </a:cubicBezTo>
                  <a:cubicBezTo>
                    <a:pt x="5642" y="5008"/>
                    <a:pt x="5642" y="0"/>
                    <a:pt x="2416" y="0"/>
                  </a:cubicBezTo>
                  <a:close/>
                </a:path>
              </a:pathLst>
            </a:custGeom>
            <a:solidFill>
              <a:srgbClr val="0679C3"/>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3" name="Freeform: Shape 562">
              <a:extLst>
                <a:ext uri="{FF2B5EF4-FFF2-40B4-BE49-F238E27FC236}">
                  <a16:creationId xmlns:a16="http://schemas.microsoft.com/office/drawing/2014/main" id="{8886A92A-39F8-56B3-1335-3F73D69F4FC5}"/>
                </a:ext>
              </a:extLst>
            </p:cNvPr>
            <p:cNvSpPr/>
            <p:nvPr/>
          </p:nvSpPr>
          <p:spPr>
            <a:xfrm>
              <a:off x="7733578" y="3609304"/>
              <a:ext cx="5981" cy="6191"/>
            </a:xfrm>
            <a:custGeom>
              <a:avLst/>
              <a:gdLst>
                <a:gd name="csX0" fmla="*/ 2449 w 4901"/>
                <a:gd name="csY0" fmla="*/ 0 h 5073"/>
                <a:gd name="csX1" fmla="*/ 2449 w 4901"/>
                <a:gd name="csY1" fmla="*/ 5074 h 5073"/>
                <a:gd name="csX2" fmla="*/ 2449 w 4901"/>
                <a:gd name="csY2" fmla="*/ 0 h 5073"/>
              </a:gdLst>
              <a:ahLst/>
              <a:cxnLst>
                <a:cxn ang="0">
                  <a:pos x="csX0" y="csY0"/>
                </a:cxn>
                <a:cxn ang="0">
                  <a:pos x="csX1" y="csY1"/>
                </a:cxn>
                <a:cxn ang="0">
                  <a:pos x="csX2" y="csY2"/>
                </a:cxn>
              </a:cxnLst>
              <a:rect l="l" t="t" r="r" b="b"/>
              <a:pathLst>
                <a:path w="4901" h="5073">
                  <a:moveTo>
                    <a:pt x="2449" y="0"/>
                  </a:moveTo>
                  <a:cubicBezTo>
                    <a:pt x="-813" y="0"/>
                    <a:pt x="-820" y="5074"/>
                    <a:pt x="2449" y="5074"/>
                  </a:cubicBezTo>
                  <a:cubicBezTo>
                    <a:pt x="5719" y="5074"/>
                    <a:pt x="5719" y="0"/>
                    <a:pt x="2449" y="0"/>
                  </a:cubicBezTo>
                  <a:close/>
                </a:path>
              </a:pathLst>
            </a:custGeom>
            <a:solidFill>
              <a:srgbClr val="0679C3"/>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4" name="Freeform: Shape 563">
              <a:extLst>
                <a:ext uri="{FF2B5EF4-FFF2-40B4-BE49-F238E27FC236}">
                  <a16:creationId xmlns:a16="http://schemas.microsoft.com/office/drawing/2014/main" id="{DA386FDA-86E3-CE26-C42C-E3EB6D369DD5}"/>
                </a:ext>
              </a:extLst>
            </p:cNvPr>
            <p:cNvSpPr/>
            <p:nvPr/>
          </p:nvSpPr>
          <p:spPr>
            <a:xfrm>
              <a:off x="7743460" y="3609369"/>
              <a:ext cx="21302" cy="6720"/>
            </a:xfrm>
            <a:custGeom>
              <a:avLst/>
              <a:gdLst>
                <a:gd name="csX0" fmla="*/ 15738 w 17455"/>
                <a:gd name="csY0" fmla="*/ 440 h 5506"/>
                <a:gd name="csX1" fmla="*/ 2438 w 17455"/>
                <a:gd name="csY1" fmla="*/ 226 h 5506"/>
                <a:gd name="csX2" fmla="*/ 2438 w 17455"/>
                <a:gd name="csY2" fmla="*/ 5278 h 5506"/>
                <a:gd name="csX3" fmla="*/ 15738 w 17455"/>
                <a:gd name="csY3" fmla="*/ 5064 h 5506"/>
                <a:gd name="csX4" fmla="*/ 15738 w 17455"/>
                <a:gd name="csY4" fmla="*/ 432 h 5506"/>
              </a:gdLst>
              <a:ahLst/>
              <a:cxnLst>
                <a:cxn ang="0">
                  <a:pos x="csX0" y="csY0"/>
                </a:cxn>
                <a:cxn ang="0">
                  <a:pos x="csX1" y="csY1"/>
                </a:cxn>
                <a:cxn ang="0">
                  <a:pos x="csX2" y="csY2"/>
                </a:cxn>
                <a:cxn ang="0">
                  <a:pos x="csX3" y="csY3"/>
                </a:cxn>
                <a:cxn ang="0">
                  <a:pos x="csX4" y="csY4"/>
                </a:cxn>
              </a:cxnLst>
              <a:rect l="l" t="t" r="r" b="b"/>
              <a:pathLst>
                <a:path w="17455" h="5506">
                  <a:moveTo>
                    <a:pt x="15738" y="440"/>
                  </a:moveTo>
                  <a:cubicBezTo>
                    <a:pt x="11430" y="-341"/>
                    <a:pt x="6798" y="138"/>
                    <a:pt x="2438" y="226"/>
                  </a:cubicBezTo>
                  <a:cubicBezTo>
                    <a:pt x="-809" y="300"/>
                    <a:pt x="-816" y="5204"/>
                    <a:pt x="2438" y="5278"/>
                  </a:cubicBezTo>
                  <a:cubicBezTo>
                    <a:pt x="6798" y="5373"/>
                    <a:pt x="11430" y="5845"/>
                    <a:pt x="15738" y="5064"/>
                  </a:cubicBezTo>
                  <a:cubicBezTo>
                    <a:pt x="18028" y="4652"/>
                    <a:pt x="18028" y="852"/>
                    <a:pt x="15738" y="432"/>
                  </a:cubicBezTo>
                  <a:close/>
                </a:path>
              </a:pathLst>
            </a:custGeom>
            <a:solidFill>
              <a:srgbClr val="0679C3"/>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5" name="Freeform: Shape 564">
              <a:extLst>
                <a:ext uri="{FF2B5EF4-FFF2-40B4-BE49-F238E27FC236}">
                  <a16:creationId xmlns:a16="http://schemas.microsoft.com/office/drawing/2014/main" id="{5888B93D-CB21-84FA-6F64-2B32E935B70D}"/>
                </a:ext>
              </a:extLst>
            </p:cNvPr>
            <p:cNvSpPr/>
            <p:nvPr/>
          </p:nvSpPr>
          <p:spPr>
            <a:xfrm>
              <a:off x="7807871" y="2687652"/>
              <a:ext cx="260330" cy="121594"/>
            </a:xfrm>
            <a:custGeom>
              <a:avLst/>
              <a:gdLst>
                <a:gd name="csX0" fmla="*/ 150508 w 213308"/>
                <a:gd name="csY0" fmla="*/ 92588 h 99631"/>
                <a:gd name="csX1" fmla="*/ 60313 w 213308"/>
                <a:gd name="csY1" fmla="*/ 34302 h 99631"/>
                <a:gd name="csX2" fmla="*/ 2705 w 213308"/>
                <a:gd name="csY2" fmla="*/ 75224 h 99631"/>
                <a:gd name="csX3" fmla="*/ 92340 w 213308"/>
                <a:gd name="csY3" fmla="*/ 148 h 99631"/>
                <a:gd name="csX4" fmla="*/ 151811 w 213308"/>
                <a:gd name="csY4" fmla="*/ 10097 h 99631"/>
                <a:gd name="csX5" fmla="*/ 167651 w 213308"/>
                <a:gd name="csY5" fmla="*/ 21091 h 99631"/>
                <a:gd name="csX6" fmla="*/ 213294 w 213308"/>
                <a:gd name="csY6" fmla="*/ 86660 h 99631"/>
                <a:gd name="csX7" fmla="*/ 150508 w 213308"/>
                <a:gd name="csY7" fmla="*/ 92588 h 996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13308" h="99631">
                  <a:moveTo>
                    <a:pt x="150508" y="92588"/>
                  </a:moveTo>
                  <a:cubicBezTo>
                    <a:pt x="150508" y="92588"/>
                    <a:pt x="125522" y="2188"/>
                    <a:pt x="60313" y="34302"/>
                  </a:cubicBezTo>
                  <a:cubicBezTo>
                    <a:pt x="5120" y="61483"/>
                    <a:pt x="3235" y="70997"/>
                    <a:pt x="2705" y="75224"/>
                  </a:cubicBezTo>
                  <a:cubicBezTo>
                    <a:pt x="-6375" y="72175"/>
                    <a:pt x="3603" y="4250"/>
                    <a:pt x="92340" y="148"/>
                  </a:cubicBezTo>
                  <a:cubicBezTo>
                    <a:pt x="126509" y="-1428"/>
                    <a:pt x="151826" y="10111"/>
                    <a:pt x="151811" y="10097"/>
                  </a:cubicBezTo>
                  <a:cubicBezTo>
                    <a:pt x="159713" y="13388"/>
                    <a:pt x="162637" y="18352"/>
                    <a:pt x="167651" y="21091"/>
                  </a:cubicBezTo>
                  <a:cubicBezTo>
                    <a:pt x="201997" y="39855"/>
                    <a:pt x="212543" y="70091"/>
                    <a:pt x="213294" y="86660"/>
                  </a:cubicBezTo>
                  <a:cubicBezTo>
                    <a:pt x="214443" y="111853"/>
                    <a:pt x="150508" y="92588"/>
                    <a:pt x="150508" y="92588"/>
                  </a:cubicBezTo>
                  <a:close/>
                </a:path>
              </a:pathLst>
            </a:custGeom>
            <a:solidFill>
              <a:srgbClr val="161616"/>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6" name="Freeform: Shape 565">
              <a:extLst>
                <a:ext uri="{FF2B5EF4-FFF2-40B4-BE49-F238E27FC236}">
                  <a16:creationId xmlns:a16="http://schemas.microsoft.com/office/drawing/2014/main" id="{D9DD22AC-6A7E-0C12-035E-C651A37C7E0E}"/>
                </a:ext>
              </a:extLst>
            </p:cNvPr>
            <p:cNvSpPr/>
            <p:nvPr/>
          </p:nvSpPr>
          <p:spPr>
            <a:xfrm>
              <a:off x="7974923" y="2699227"/>
              <a:ext cx="89" cy="62"/>
            </a:xfrm>
            <a:custGeom>
              <a:avLst/>
              <a:gdLst>
                <a:gd name="csX0" fmla="*/ 74 w 73"/>
                <a:gd name="csY0" fmla="*/ 52 h 51"/>
                <a:gd name="csX1" fmla="*/ 0 w 73"/>
                <a:gd name="csY1" fmla="*/ 0 h 51"/>
                <a:gd name="csX2" fmla="*/ 37 w 73"/>
                <a:gd name="csY2" fmla="*/ 15 h 51"/>
                <a:gd name="csX3" fmla="*/ 74 w 73"/>
                <a:gd name="csY3" fmla="*/ 52 h 51"/>
              </a:gdLst>
              <a:ahLst/>
              <a:cxnLst>
                <a:cxn ang="0">
                  <a:pos x="csX0" y="csY0"/>
                </a:cxn>
                <a:cxn ang="0">
                  <a:pos x="csX1" y="csY1"/>
                </a:cxn>
                <a:cxn ang="0">
                  <a:pos x="csX2" y="csY2"/>
                </a:cxn>
                <a:cxn ang="0">
                  <a:pos x="csX3" y="csY3"/>
                </a:cxn>
              </a:cxnLst>
              <a:rect l="l" t="t" r="r" b="b"/>
              <a:pathLst>
                <a:path w="73" h="51">
                  <a:moveTo>
                    <a:pt x="74" y="52"/>
                  </a:moveTo>
                  <a:cubicBezTo>
                    <a:pt x="74" y="52"/>
                    <a:pt x="22" y="22"/>
                    <a:pt x="0" y="0"/>
                  </a:cubicBezTo>
                  <a:cubicBezTo>
                    <a:pt x="15" y="0"/>
                    <a:pt x="22" y="7"/>
                    <a:pt x="37" y="15"/>
                  </a:cubicBezTo>
                  <a:cubicBezTo>
                    <a:pt x="52" y="29"/>
                    <a:pt x="59" y="37"/>
                    <a:pt x="74" y="52"/>
                  </a:cubicBezTo>
                  <a:close/>
                </a:path>
              </a:pathLst>
            </a:custGeom>
            <a:solidFill>
              <a:srgbClr val="757575"/>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7" name="Freeform: Shape 566">
              <a:extLst>
                <a:ext uri="{FF2B5EF4-FFF2-40B4-BE49-F238E27FC236}">
                  <a16:creationId xmlns:a16="http://schemas.microsoft.com/office/drawing/2014/main" id="{D258C0DB-E602-D8B3-B1A4-B4307BBEAB46}"/>
                </a:ext>
              </a:extLst>
            </p:cNvPr>
            <p:cNvSpPr/>
            <p:nvPr/>
          </p:nvSpPr>
          <p:spPr>
            <a:xfrm flipH="1">
              <a:off x="7890638" y="3447918"/>
              <a:ext cx="60297" cy="42462"/>
            </a:xfrm>
            <a:custGeom>
              <a:avLst/>
              <a:gdLst>
                <a:gd name="csX0" fmla="*/ 23786 w 49405"/>
                <a:gd name="csY0" fmla="*/ 4645 h 34793"/>
                <a:gd name="csX1" fmla="*/ 11017 w 49405"/>
                <a:gd name="csY1" fmla="*/ 5 h 34793"/>
                <a:gd name="csX2" fmla="*/ 15 w 49405"/>
                <a:gd name="csY2" fmla="*/ 11979 h 34793"/>
                <a:gd name="csX3" fmla="*/ 2872 w 49405"/>
                <a:gd name="csY3" fmla="*/ 19793 h 34793"/>
                <a:gd name="csX4" fmla="*/ 17136 w 49405"/>
                <a:gd name="csY4" fmla="*/ 33556 h 34793"/>
                <a:gd name="csX5" fmla="*/ 19544 w 49405"/>
                <a:gd name="csY5" fmla="*/ 34778 h 34793"/>
                <a:gd name="csX6" fmla="*/ 21731 w 49405"/>
                <a:gd name="csY6" fmla="*/ 34329 h 34793"/>
                <a:gd name="csX7" fmla="*/ 45186 w 49405"/>
                <a:gd name="csY7" fmla="*/ 20558 h 34793"/>
                <a:gd name="csX8" fmla="*/ 49258 w 49405"/>
                <a:gd name="csY8" fmla="*/ 14417 h 34793"/>
                <a:gd name="csX9" fmla="*/ 41430 w 49405"/>
                <a:gd name="csY9" fmla="*/ 11884 h 34793"/>
                <a:gd name="csX10" fmla="*/ 23786 w 49405"/>
                <a:gd name="csY10" fmla="*/ 4637 h 347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49405" h="34793">
                  <a:moveTo>
                    <a:pt x="23786" y="4645"/>
                  </a:moveTo>
                  <a:cubicBezTo>
                    <a:pt x="19758" y="2458"/>
                    <a:pt x="15604" y="-134"/>
                    <a:pt x="11017" y="5"/>
                  </a:cubicBezTo>
                  <a:cubicBezTo>
                    <a:pt x="4978" y="190"/>
                    <a:pt x="-317" y="5948"/>
                    <a:pt x="15" y="11979"/>
                  </a:cubicBezTo>
                  <a:cubicBezTo>
                    <a:pt x="169" y="14778"/>
                    <a:pt x="1355" y="17429"/>
                    <a:pt x="2872" y="19793"/>
                  </a:cubicBezTo>
                  <a:cubicBezTo>
                    <a:pt x="6466" y="25382"/>
                    <a:pt x="11856" y="29528"/>
                    <a:pt x="17136" y="33556"/>
                  </a:cubicBezTo>
                  <a:cubicBezTo>
                    <a:pt x="17858" y="34108"/>
                    <a:pt x="18631" y="34683"/>
                    <a:pt x="19544" y="34778"/>
                  </a:cubicBezTo>
                  <a:cubicBezTo>
                    <a:pt x="20295" y="34859"/>
                    <a:pt x="21032" y="34594"/>
                    <a:pt x="21731" y="34329"/>
                  </a:cubicBezTo>
                  <a:cubicBezTo>
                    <a:pt x="30251" y="31104"/>
                    <a:pt x="38219" y="26428"/>
                    <a:pt x="45186" y="20558"/>
                  </a:cubicBezTo>
                  <a:cubicBezTo>
                    <a:pt x="46482" y="19461"/>
                    <a:pt x="50186" y="16464"/>
                    <a:pt x="49258" y="14417"/>
                  </a:cubicBezTo>
                  <a:cubicBezTo>
                    <a:pt x="48492" y="12723"/>
                    <a:pt x="43087" y="12362"/>
                    <a:pt x="41430" y="11884"/>
                  </a:cubicBezTo>
                  <a:cubicBezTo>
                    <a:pt x="35311" y="10116"/>
                    <a:pt x="29383" y="7679"/>
                    <a:pt x="23786" y="4637"/>
                  </a:cubicBezTo>
                  <a:close/>
                </a:path>
              </a:pathLst>
            </a:custGeom>
            <a:solidFill>
              <a:srgbClr val="512820"/>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8" name="Freeform: Shape 567">
              <a:extLst>
                <a:ext uri="{FF2B5EF4-FFF2-40B4-BE49-F238E27FC236}">
                  <a16:creationId xmlns:a16="http://schemas.microsoft.com/office/drawing/2014/main" id="{6D55CAE3-43F6-73D1-58F4-BB7B7A0BD201}"/>
                </a:ext>
              </a:extLst>
            </p:cNvPr>
            <p:cNvSpPr/>
            <p:nvPr/>
          </p:nvSpPr>
          <p:spPr>
            <a:xfrm flipH="1">
              <a:off x="7704358" y="3455035"/>
              <a:ext cx="258773" cy="147364"/>
            </a:xfrm>
            <a:custGeom>
              <a:avLst/>
              <a:gdLst>
                <a:gd name="csX0" fmla="*/ 162870 w 212032"/>
                <a:gd name="csY0" fmla="*/ 49403 h 120746"/>
                <a:gd name="csX1" fmla="*/ 107183 w 212032"/>
                <a:gd name="csY1" fmla="*/ 87 h 120746"/>
                <a:gd name="csX2" fmla="*/ 589 w 212032"/>
                <a:gd name="csY2" fmla="*/ 31907 h 120746"/>
                <a:gd name="csX3" fmla="*/ 32409 w 212032"/>
                <a:gd name="csY3" fmla="*/ 44632 h 120746"/>
                <a:gd name="csX4" fmla="*/ 13314 w 212032"/>
                <a:gd name="csY4" fmla="*/ 68498 h 120746"/>
                <a:gd name="csX5" fmla="*/ 29220 w 212032"/>
                <a:gd name="csY5" fmla="*/ 76452 h 120746"/>
                <a:gd name="csX6" fmla="*/ 41945 w 212032"/>
                <a:gd name="csY6" fmla="*/ 95546 h 120746"/>
                <a:gd name="csX7" fmla="*/ 53080 w 212032"/>
                <a:gd name="csY7" fmla="*/ 116232 h 120746"/>
                <a:gd name="csX8" fmla="*/ 126646 w 212032"/>
                <a:gd name="csY8" fmla="*/ 120643 h 120746"/>
                <a:gd name="csX9" fmla="*/ 212032 w 212032"/>
                <a:gd name="csY9" fmla="*/ 117226 h 120746"/>
                <a:gd name="csX10" fmla="*/ 162855 w 212032"/>
                <a:gd name="csY10" fmla="*/ 49411 h 120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12032" h="120746">
                  <a:moveTo>
                    <a:pt x="162870" y="49403"/>
                  </a:moveTo>
                  <a:cubicBezTo>
                    <a:pt x="162870" y="49403"/>
                    <a:pt x="123097" y="1677"/>
                    <a:pt x="107183" y="87"/>
                  </a:cubicBezTo>
                  <a:cubicBezTo>
                    <a:pt x="91277" y="-1504"/>
                    <a:pt x="5361" y="19182"/>
                    <a:pt x="589" y="31907"/>
                  </a:cubicBezTo>
                  <a:cubicBezTo>
                    <a:pt x="-4183" y="44632"/>
                    <a:pt x="21275" y="49411"/>
                    <a:pt x="32409" y="44632"/>
                  </a:cubicBezTo>
                  <a:cubicBezTo>
                    <a:pt x="32409" y="44632"/>
                    <a:pt x="10133" y="55766"/>
                    <a:pt x="13314" y="68498"/>
                  </a:cubicBezTo>
                  <a:cubicBezTo>
                    <a:pt x="16495" y="81223"/>
                    <a:pt x="29220" y="76452"/>
                    <a:pt x="29220" y="76452"/>
                  </a:cubicBezTo>
                  <a:cubicBezTo>
                    <a:pt x="29220" y="76452"/>
                    <a:pt x="26039" y="90767"/>
                    <a:pt x="41945" y="95546"/>
                  </a:cubicBezTo>
                  <a:cubicBezTo>
                    <a:pt x="41945" y="95546"/>
                    <a:pt x="35811" y="109442"/>
                    <a:pt x="53080" y="116232"/>
                  </a:cubicBezTo>
                  <a:cubicBezTo>
                    <a:pt x="67315" y="121821"/>
                    <a:pt x="117103" y="120643"/>
                    <a:pt x="126646" y="120643"/>
                  </a:cubicBezTo>
                  <a:cubicBezTo>
                    <a:pt x="136190" y="120643"/>
                    <a:pt x="212032" y="117226"/>
                    <a:pt x="212032" y="117226"/>
                  </a:cubicBezTo>
                  <a:lnTo>
                    <a:pt x="162855" y="49411"/>
                  </a:lnTo>
                  <a:close/>
                </a:path>
              </a:pathLst>
            </a:custGeom>
            <a:solidFill>
              <a:srgbClr val="A26552"/>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69" name="Freeform: Shape 568">
              <a:extLst>
                <a:ext uri="{FF2B5EF4-FFF2-40B4-BE49-F238E27FC236}">
                  <a16:creationId xmlns:a16="http://schemas.microsoft.com/office/drawing/2014/main" id="{70CF5388-18FA-F7B1-8A4C-81933CB513A6}"/>
                </a:ext>
              </a:extLst>
            </p:cNvPr>
            <p:cNvSpPr/>
            <p:nvPr/>
          </p:nvSpPr>
          <p:spPr>
            <a:xfrm flipH="1">
              <a:off x="7799309" y="3459799"/>
              <a:ext cx="28449" cy="132829"/>
            </a:xfrm>
            <a:custGeom>
              <a:avLst/>
              <a:gdLst>
                <a:gd name="csX0" fmla="*/ 4872 w 23311"/>
                <a:gd name="csY0" fmla="*/ 1198 h 108837"/>
                <a:gd name="csX1" fmla="*/ 10344 w 23311"/>
                <a:gd name="csY1" fmla="*/ 26722 h 108837"/>
                <a:gd name="csX2" fmla="*/ 22804 w 23311"/>
                <a:gd name="csY2" fmla="*/ 52835 h 108837"/>
                <a:gd name="csX3" fmla="*/ 18753 w 23311"/>
                <a:gd name="csY3" fmla="*/ 80663 h 108837"/>
                <a:gd name="csX4" fmla="*/ 15498 w 23311"/>
                <a:gd name="csY4" fmla="*/ 107343 h 108837"/>
                <a:gd name="csX5" fmla="*/ 9961 w 23311"/>
                <a:gd name="csY5" fmla="*/ 105009 h 108837"/>
                <a:gd name="csX6" fmla="*/ 10955 w 23311"/>
                <a:gd name="csY6" fmla="*/ 77836 h 108837"/>
                <a:gd name="csX7" fmla="*/ 13333 w 23311"/>
                <a:gd name="csY7" fmla="*/ 49639 h 108837"/>
                <a:gd name="csX8" fmla="*/ 2876 w 23311"/>
                <a:gd name="csY8" fmla="*/ 31391 h 108837"/>
                <a:gd name="csX9" fmla="*/ 373 w 23311"/>
                <a:gd name="csY9" fmla="*/ 3820 h 108837"/>
                <a:gd name="csX10" fmla="*/ 4865 w 23311"/>
                <a:gd name="csY10" fmla="*/ 1191 h 1088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3311" h="108837">
                  <a:moveTo>
                    <a:pt x="4872" y="1198"/>
                  </a:moveTo>
                  <a:cubicBezTo>
                    <a:pt x="10616" y="9468"/>
                    <a:pt x="9902" y="17193"/>
                    <a:pt x="10344" y="26722"/>
                  </a:cubicBezTo>
                  <a:cubicBezTo>
                    <a:pt x="10808" y="36752"/>
                    <a:pt x="20690" y="42937"/>
                    <a:pt x="22804" y="52835"/>
                  </a:cubicBezTo>
                  <a:cubicBezTo>
                    <a:pt x="24946" y="62872"/>
                    <a:pt x="19674" y="70943"/>
                    <a:pt x="18753" y="80663"/>
                  </a:cubicBezTo>
                  <a:cubicBezTo>
                    <a:pt x="17877" y="89935"/>
                    <a:pt x="19291" y="98558"/>
                    <a:pt x="15498" y="107343"/>
                  </a:cubicBezTo>
                  <a:cubicBezTo>
                    <a:pt x="14151" y="110458"/>
                    <a:pt x="8760" y="108227"/>
                    <a:pt x="9961" y="105009"/>
                  </a:cubicBezTo>
                  <a:cubicBezTo>
                    <a:pt x="13304" y="96098"/>
                    <a:pt x="9703" y="87048"/>
                    <a:pt x="10955" y="77836"/>
                  </a:cubicBezTo>
                  <a:cubicBezTo>
                    <a:pt x="12310" y="67879"/>
                    <a:pt x="17870" y="59845"/>
                    <a:pt x="13333" y="49639"/>
                  </a:cubicBezTo>
                  <a:cubicBezTo>
                    <a:pt x="10395" y="43018"/>
                    <a:pt x="4305" y="38755"/>
                    <a:pt x="2876" y="31391"/>
                  </a:cubicBezTo>
                  <a:cubicBezTo>
                    <a:pt x="962" y="21486"/>
                    <a:pt x="5712" y="13408"/>
                    <a:pt x="373" y="3820"/>
                  </a:cubicBezTo>
                  <a:cubicBezTo>
                    <a:pt x="-1277" y="859"/>
                    <a:pt x="2972" y="-1527"/>
                    <a:pt x="4865" y="1191"/>
                  </a:cubicBezTo>
                  <a:close/>
                </a:path>
              </a:pathLst>
            </a:custGeom>
            <a:solidFill>
              <a:srgbClr val="512820"/>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0" name="Freeform: Shape 569">
              <a:extLst>
                <a:ext uri="{FF2B5EF4-FFF2-40B4-BE49-F238E27FC236}">
                  <a16:creationId xmlns:a16="http://schemas.microsoft.com/office/drawing/2014/main" id="{11447D6F-D4F3-4879-9046-4F7E46C4D7FB}"/>
                </a:ext>
              </a:extLst>
            </p:cNvPr>
            <p:cNvSpPr/>
            <p:nvPr/>
          </p:nvSpPr>
          <p:spPr>
            <a:xfrm flipH="1">
              <a:off x="7863741" y="3479112"/>
              <a:ext cx="68039" cy="35881"/>
            </a:xfrm>
            <a:custGeom>
              <a:avLst/>
              <a:gdLst>
                <a:gd name="csX0" fmla="*/ 1477 w 55749"/>
                <a:gd name="csY0" fmla="*/ 22805 h 29400"/>
                <a:gd name="csX1" fmla="*/ 30300 w 55749"/>
                <a:gd name="csY1" fmla="*/ 6597 h 29400"/>
                <a:gd name="csX2" fmla="*/ 53652 w 55749"/>
                <a:gd name="csY2" fmla="*/ 330 h 29400"/>
                <a:gd name="csX3" fmla="*/ 52878 w 55749"/>
                <a:gd name="csY3" fmla="*/ 6045 h 29400"/>
                <a:gd name="csX4" fmla="*/ 26316 w 55749"/>
                <a:gd name="csY4" fmla="*/ 17658 h 29400"/>
                <a:gd name="csX5" fmla="*/ 4151 w 55749"/>
                <a:gd name="csY5" fmla="*/ 29153 h 29400"/>
                <a:gd name="csX6" fmla="*/ 1477 w 55749"/>
                <a:gd name="csY6" fmla="*/ 22812 h 2940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5749" h="29400">
                  <a:moveTo>
                    <a:pt x="1477" y="22805"/>
                  </a:moveTo>
                  <a:cubicBezTo>
                    <a:pt x="10145" y="16347"/>
                    <a:pt x="20779" y="11722"/>
                    <a:pt x="30300" y="6597"/>
                  </a:cubicBezTo>
                  <a:cubicBezTo>
                    <a:pt x="37878" y="2517"/>
                    <a:pt x="44866" y="-1135"/>
                    <a:pt x="53652" y="330"/>
                  </a:cubicBezTo>
                  <a:cubicBezTo>
                    <a:pt x="57076" y="904"/>
                    <a:pt x="55942" y="5809"/>
                    <a:pt x="52878" y="6045"/>
                  </a:cubicBezTo>
                  <a:cubicBezTo>
                    <a:pt x="43276" y="6774"/>
                    <a:pt x="34579" y="13151"/>
                    <a:pt x="26316" y="17658"/>
                  </a:cubicBezTo>
                  <a:cubicBezTo>
                    <a:pt x="19070" y="21612"/>
                    <a:pt x="11883" y="26251"/>
                    <a:pt x="4151" y="29153"/>
                  </a:cubicBezTo>
                  <a:cubicBezTo>
                    <a:pt x="174" y="30648"/>
                    <a:pt x="-1409" y="24963"/>
                    <a:pt x="1477" y="22812"/>
                  </a:cubicBezTo>
                  <a:close/>
                </a:path>
              </a:pathLst>
            </a:custGeom>
            <a:solidFill>
              <a:srgbClr val="512820"/>
            </a:solidFill>
            <a:ln w="735" cap="flat">
              <a:noFill/>
              <a:prstDash val="solid"/>
              <a:miter/>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71" name="Rectangle 570">
              <a:extLst>
                <a:ext uri="{FF2B5EF4-FFF2-40B4-BE49-F238E27FC236}">
                  <a16:creationId xmlns:a16="http://schemas.microsoft.com/office/drawing/2014/main" id="{AA38E283-2697-5B32-29DA-AA1A3B9B2A2C}"/>
                </a:ext>
              </a:extLst>
            </p:cNvPr>
            <p:cNvSpPr>
              <a:spLocks/>
            </p:cNvSpPr>
            <p:nvPr/>
          </p:nvSpPr>
          <p:spPr>
            <a:xfrm>
              <a:off x="7159100" y="3618558"/>
              <a:ext cx="1335321" cy="72356"/>
            </a:xfrm>
            <a:prstGeom prst="rect">
              <a:avLst/>
            </a:prstGeom>
            <a:solidFill>
              <a:srgbClr val="CCCCCC"/>
            </a:solidFill>
            <a:ln w="735" cap="flat">
              <a:noFill/>
              <a:prstDash val="solid"/>
              <a:miter/>
            </a:ln>
          </p:spPr>
          <p:txBody>
            <a:bodyPr>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16" name="Group 15">
            <a:extLst>
              <a:ext uri="{FF2B5EF4-FFF2-40B4-BE49-F238E27FC236}">
                <a16:creationId xmlns:a16="http://schemas.microsoft.com/office/drawing/2014/main" id="{8533A9B7-5E19-B9EB-AC44-A41AEAFAA28E}"/>
              </a:ext>
            </a:extLst>
          </p:cNvPr>
          <p:cNvGrpSpPr/>
          <p:nvPr/>
        </p:nvGrpSpPr>
        <p:grpSpPr>
          <a:xfrm>
            <a:off x="3790225" y="2224671"/>
            <a:ext cx="1889971" cy="1167198"/>
            <a:chOff x="3820787" y="2455018"/>
            <a:chExt cx="1670348" cy="1031564"/>
          </a:xfrm>
        </p:grpSpPr>
        <p:sp>
          <p:nvSpPr>
            <p:cNvPr id="67" name="Oval 66">
              <a:extLst>
                <a:ext uri="{FF2B5EF4-FFF2-40B4-BE49-F238E27FC236}">
                  <a16:creationId xmlns:a16="http://schemas.microsoft.com/office/drawing/2014/main" id="{8185950E-B49B-4128-04CA-577DC7DAE6A6}"/>
                </a:ext>
              </a:extLst>
            </p:cNvPr>
            <p:cNvSpPr/>
            <p:nvPr/>
          </p:nvSpPr>
          <p:spPr>
            <a:xfrm>
              <a:off x="3926840" y="2681604"/>
              <a:ext cx="740664" cy="740664"/>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sp>
          <p:nvSpPr>
            <p:cNvPr id="71" name="Freeform: Shape 70">
              <a:extLst>
                <a:ext uri="{FF2B5EF4-FFF2-40B4-BE49-F238E27FC236}">
                  <a16:creationId xmlns:a16="http://schemas.microsoft.com/office/drawing/2014/main" id="{DEDA7FED-5E20-AF53-58E2-F97423A87510}"/>
                </a:ext>
              </a:extLst>
            </p:cNvPr>
            <p:cNvSpPr/>
            <p:nvPr/>
          </p:nvSpPr>
          <p:spPr>
            <a:xfrm>
              <a:off x="4771368" y="2492868"/>
              <a:ext cx="719767" cy="513131"/>
            </a:xfrm>
            <a:custGeom>
              <a:avLst/>
              <a:gdLst>
                <a:gd name="csX0" fmla="*/ 8428 w 691365"/>
                <a:gd name="csY0" fmla="*/ 8571 h 492882"/>
                <a:gd name="csX1" fmla="*/ 8428 w 691365"/>
                <a:gd name="csY1" fmla="*/ 465440 h 492882"/>
                <a:gd name="csX2" fmla="*/ 23335 w 691365"/>
                <a:gd name="csY2" fmla="*/ 480347 h 492882"/>
                <a:gd name="csX3" fmla="*/ 663780 w 691365"/>
                <a:gd name="csY3" fmla="*/ 480347 h 492882"/>
                <a:gd name="csX4" fmla="*/ 678687 w 691365"/>
                <a:gd name="csY4" fmla="*/ 465440 h 492882"/>
                <a:gd name="csX5" fmla="*/ 678687 w 691365"/>
                <a:gd name="csY5" fmla="*/ 8571 h 492882"/>
                <a:gd name="csX6" fmla="*/ 8428 w 691365"/>
                <a:gd name="csY6" fmla="*/ 8571 h 492882"/>
                <a:gd name="csX7" fmla="*/ 663780 w 691365"/>
                <a:gd name="csY7" fmla="*/ 490900 h 492882"/>
                <a:gd name="csX8" fmla="*/ 23335 w 691365"/>
                <a:gd name="csY8" fmla="*/ 490900 h 492882"/>
                <a:gd name="csX9" fmla="*/ -2125 w 691365"/>
                <a:gd name="csY9" fmla="*/ 465440 h 492882"/>
                <a:gd name="csX10" fmla="*/ -2125 w 691365"/>
                <a:gd name="csY10" fmla="*/ -1982 h 492882"/>
                <a:gd name="csX11" fmla="*/ 689240 w 691365"/>
                <a:gd name="csY11" fmla="*/ -1982 h 492882"/>
                <a:gd name="csX12" fmla="*/ 689240 w 691365"/>
                <a:gd name="csY12" fmla="*/ 465440 h 492882"/>
                <a:gd name="csX13" fmla="*/ 663780 w 691365"/>
                <a:gd name="csY13" fmla="*/ 490900 h 49288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691365" h="492882">
                  <a:moveTo>
                    <a:pt x="8428" y="8571"/>
                  </a:moveTo>
                  <a:lnTo>
                    <a:pt x="8428" y="465440"/>
                  </a:lnTo>
                  <a:cubicBezTo>
                    <a:pt x="8428" y="473659"/>
                    <a:pt x="15117" y="480347"/>
                    <a:pt x="23335" y="480347"/>
                  </a:cubicBezTo>
                  <a:lnTo>
                    <a:pt x="663780" y="480347"/>
                  </a:lnTo>
                  <a:cubicBezTo>
                    <a:pt x="671998" y="480347"/>
                    <a:pt x="678687" y="473659"/>
                    <a:pt x="678687" y="465440"/>
                  </a:cubicBezTo>
                  <a:lnTo>
                    <a:pt x="678687" y="8571"/>
                  </a:lnTo>
                  <a:lnTo>
                    <a:pt x="8428" y="8571"/>
                  </a:lnTo>
                  <a:close/>
                  <a:moveTo>
                    <a:pt x="663780" y="490900"/>
                  </a:moveTo>
                  <a:lnTo>
                    <a:pt x="23335" y="490900"/>
                  </a:lnTo>
                  <a:cubicBezTo>
                    <a:pt x="9299" y="490900"/>
                    <a:pt x="-2125" y="479476"/>
                    <a:pt x="-2125" y="465440"/>
                  </a:cubicBezTo>
                  <a:lnTo>
                    <a:pt x="-2125" y="-1982"/>
                  </a:lnTo>
                  <a:lnTo>
                    <a:pt x="689240" y="-1982"/>
                  </a:lnTo>
                  <a:lnTo>
                    <a:pt x="689240" y="465440"/>
                  </a:lnTo>
                  <a:cubicBezTo>
                    <a:pt x="689240" y="479476"/>
                    <a:pt x="677816" y="490900"/>
                    <a:pt x="663780" y="490900"/>
                  </a:cubicBezTo>
                  <a:close/>
                </a:path>
              </a:pathLst>
            </a:custGeom>
            <a:solidFill>
              <a:srgbClr val="B8D4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2" name="Freeform: Shape 71">
              <a:extLst>
                <a:ext uri="{FF2B5EF4-FFF2-40B4-BE49-F238E27FC236}">
                  <a16:creationId xmlns:a16="http://schemas.microsoft.com/office/drawing/2014/main" id="{6AD04437-218D-37A1-3F92-9A4A86483751}"/>
                </a:ext>
              </a:extLst>
            </p:cNvPr>
            <p:cNvSpPr/>
            <p:nvPr/>
          </p:nvSpPr>
          <p:spPr>
            <a:xfrm>
              <a:off x="4771368" y="2455018"/>
              <a:ext cx="719767" cy="48836"/>
            </a:xfrm>
            <a:custGeom>
              <a:avLst/>
              <a:gdLst>
                <a:gd name="csX0" fmla="*/ 663780 w 691365"/>
                <a:gd name="csY0" fmla="*/ -1982 h 46909"/>
                <a:gd name="csX1" fmla="*/ 23335 w 691365"/>
                <a:gd name="csY1" fmla="*/ -1982 h 46909"/>
                <a:gd name="csX2" fmla="*/ -2125 w 691365"/>
                <a:gd name="csY2" fmla="*/ 23465 h 46909"/>
                <a:gd name="csX3" fmla="*/ -2125 w 691365"/>
                <a:gd name="csY3" fmla="*/ 44928 h 46909"/>
                <a:gd name="csX4" fmla="*/ 689240 w 691365"/>
                <a:gd name="csY4" fmla="*/ 44928 h 46909"/>
                <a:gd name="csX5" fmla="*/ 689240 w 691365"/>
                <a:gd name="csY5" fmla="*/ 23465 h 46909"/>
                <a:gd name="csX6" fmla="*/ 663780 w 691365"/>
                <a:gd name="csY6" fmla="*/ -1982 h 4690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91365" h="46909">
                  <a:moveTo>
                    <a:pt x="663780" y="-1982"/>
                  </a:moveTo>
                  <a:lnTo>
                    <a:pt x="23335" y="-1982"/>
                  </a:lnTo>
                  <a:cubicBezTo>
                    <a:pt x="9299" y="-1982"/>
                    <a:pt x="-2125" y="9429"/>
                    <a:pt x="-2125" y="23465"/>
                  </a:cubicBezTo>
                  <a:lnTo>
                    <a:pt x="-2125" y="44928"/>
                  </a:lnTo>
                  <a:lnTo>
                    <a:pt x="689240" y="44928"/>
                  </a:lnTo>
                  <a:lnTo>
                    <a:pt x="689240" y="23465"/>
                  </a:lnTo>
                  <a:cubicBezTo>
                    <a:pt x="689240" y="9429"/>
                    <a:pt x="677816" y="-1982"/>
                    <a:pt x="663780" y="-1982"/>
                  </a:cubicBezTo>
                  <a:close/>
                </a:path>
              </a:pathLst>
            </a:custGeom>
            <a:solidFill>
              <a:schemeClr val="accent2"/>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3" name="Freeform: Shape 72">
              <a:extLst>
                <a:ext uri="{FF2B5EF4-FFF2-40B4-BE49-F238E27FC236}">
                  <a16:creationId xmlns:a16="http://schemas.microsoft.com/office/drawing/2014/main" id="{1CABB969-CA76-E570-0452-D6B048CAA37D}"/>
                </a:ext>
              </a:extLst>
            </p:cNvPr>
            <p:cNvSpPr/>
            <p:nvPr/>
          </p:nvSpPr>
          <p:spPr>
            <a:xfrm>
              <a:off x="5046055" y="2565931"/>
              <a:ext cx="366991" cy="366991"/>
            </a:xfrm>
            <a:custGeom>
              <a:avLst/>
              <a:gdLst>
                <a:gd name="csX0" fmla="*/ 174130 w 352509"/>
                <a:gd name="csY0" fmla="*/ -1982 h 352509"/>
                <a:gd name="csX1" fmla="*/ -2125 w 352509"/>
                <a:gd name="csY1" fmla="*/ 174273 h 352509"/>
                <a:gd name="csX2" fmla="*/ 174130 w 352509"/>
                <a:gd name="csY2" fmla="*/ 350527 h 352509"/>
                <a:gd name="csX3" fmla="*/ 350384 w 352509"/>
                <a:gd name="csY3" fmla="*/ 174273 h 352509"/>
                <a:gd name="csX4" fmla="*/ 174130 w 352509"/>
                <a:gd name="csY4" fmla="*/ -1982 h 352509"/>
              </a:gdLst>
              <a:ahLst/>
              <a:cxnLst>
                <a:cxn ang="0">
                  <a:pos x="csX0" y="csY0"/>
                </a:cxn>
                <a:cxn ang="0">
                  <a:pos x="csX1" y="csY1"/>
                </a:cxn>
                <a:cxn ang="0">
                  <a:pos x="csX2" y="csY2"/>
                </a:cxn>
                <a:cxn ang="0">
                  <a:pos x="csX3" y="csY3"/>
                </a:cxn>
                <a:cxn ang="0">
                  <a:pos x="csX4" y="csY4"/>
                </a:cxn>
              </a:cxnLst>
              <a:rect l="l" t="t" r="r" b="b"/>
              <a:pathLst>
                <a:path w="352509" h="352509">
                  <a:moveTo>
                    <a:pt x="174130" y="-1982"/>
                  </a:moveTo>
                  <a:cubicBezTo>
                    <a:pt x="76946" y="-1982"/>
                    <a:pt x="-2125" y="77089"/>
                    <a:pt x="-2125" y="174273"/>
                  </a:cubicBezTo>
                  <a:cubicBezTo>
                    <a:pt x="-2125" y="271456"/>
                    <a:pt x="76946" y="350527"/>
                    <a:pt x="174130" y="350527"/>
                  </a:cubicBezTo>
                  <a:cubicBezTo>
                    <a:pt x="271313" y="350527"/>
                    <a:pt x="350384" y="271456"/>
                    <a:pt x="350384" y="174273"/>
                  </a:cubicBezTo>
                  <a:cubicBezTo>
                    <a:pt x="350384" y="77089"/>
                    <a:pt x="271313" y="-1982"/>
                    <a:pt x="174130" y="-1982"/>
                  </a:cubicBezTo>
                  <a:close/>
                </a:path>
              </a:pathLst>
            </a:custGeom>
            <a:solidFill>
              <a:srgbClr val="AFC0FB"/>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5" name="Freeform: Shape 74">
              <a:extLst>
                <a:ext uri="{FF2B5EF4-FFF2-40B4-BE49-F238E27FC236}">
                  <a16:creationId xmlns:a16="http://schemas.microsoft.com/office/drawing/2014/main" id="{A415AED1-D267-0B19-2B84-B8FA1300CBB2}"/>
                </a:ext>
              </a:extLst>
            </p:cNvPr>
            <p:cNvSpPr/>
            <p:nvPr/>
          </p:nvSpPr>
          <p:spPr>
            <a:xfrm>
              <a:off x="5058606" y="2619612"/>
              <a:ext cx="108206" cy="274758"/>
            </a:xfrm>
            <a:custGeom>
              <a:avLst/>
              <a:gdLst>
                <a:gd name="csX0" fmla="*/ 78029 w 103936"/>
                <a:gd name="csY0" fmla="*/ 261935 h 263916"/>
                <a:gd name="csX1" fmla="*/ 74111 w 103936"/>
                <a:gd name="csY1" fmla="*/ 260193 h 263916"/>
                <a:gd name="csX2" fmla="*/ 59904 w 103936"/>
                <a:gd name="csY2" fmla="*/ 222438 h 263916"/>
                <a:gd name="csX3" fmla="*/ 60353 w 103936"/>
                <a:gd name="csY3" fmla="*/ 195791 h 263916"/>
                <a:gd name="csX4" fmla="*/ 60959 w 103936"/>
                <a:gd name="csY4" fmla="*/ 184314 h 263916"/>
                <a:gd name="csX5" fmla="*/ 60775 w 103936"/>
                <a:gd name="csY5" fmla="*/ 181478 h 263916"/>
                <a:gd name="csX6" fmla="*/ 57780 w 103936"/>
                <a:gd name="csY6" fmla="*/ 180476 h 263916"/>
                <a:gd name="csX7" fmla="*/ 43692 w 103936"/>
                <a:gd name="csY7" fmla="*/ 178457 h 263916"/>
                <a:gd name="csX8" fmla="*/ 27861 w 103936"/>
                <a:gd name="csY8" fmla="*/ 176109 h 263916"/>
                <a:gd name="csX9" fmla="*/ -1068 w 103936"/>
                <a:gd name="csY9" fmla="*/ 159725 h 263916"/>
                <a:gd name="csX10" fmla="*/ -659 w 103936"/>
                <a:gd name="csY10" fmla="*/ 152905 h 263916"/>
                <a:gd name="csX11" fmla="*/ 44206 w 103936"/>
                <a:gd name="csY11" fmla="*/ 127010 h 263916"/>
                <a:gd name="csX12" fmla="*/ 47398 w 103936"/>
                <a:gd name="csY12" fmla="*/ 126258 h 263916"/>
                <a:gd name="csX13" fmla="*/ 61039 w 103936"/>
                <a:gd name="csY13" fmla="*/ 120902 h 263916"/>
                <a:gd name="csX14" fmla="*/ 67898 w 103936"/>
                <a:gd name="csY14" fmla="*/ 102829 h 263916"/>
                <a:gd name="csX15" fmla="*/ 68281 w 103936"/>
                <a:gd name="csY15" fmla="*/ 100653 h 263916"/>
                <a:gd name="csX16" fmla="*/ 80259 w 103936"/>
                <a:gd name="csY16" fmla="*/ 70945 h 263916"/>
                <a:gd name="csX17" fmla="*/ 84111 w 103936"/>
                <a:gd name="csY17" fmla="*/ 66512 h 263916"/>
                <a:gd name="csX18" fmla="*/ 91247 w 103936"/>
                <a:gd name="csY18" fmla="*/ 54218 h 263916"/>
                <a:gd name="csX19" fmla="*/ 85773 w 103936"/>
                <a:gd name="csY19" fmla="*/ 45036 h 263916"/>
                <a:gd name="csX20" fmla="*/ 77964 w 103936"/>
                <a:gd name="csY20" fmla="*/ 37253 h 263916"/>
                <a:gd name="csX21" fmla="*/ 54720 w 103936"/>
                <a:gd name="csY21" fmla="*/ 4656 h 263916"/>
                <a:gd name="csX22" fmla="*/ 58453 w 103936"/>
                <a:gd name="csY22" fmla="*/ -1808 h 263916"/>
                <a:gd name="csX23" fmla="*/ 64917 w 103936"/>
                <a:gd name="csY23" fmla="*/ 1939 h 263916"/>
                <a:gd name="csX24" fmla="*/ 85298 w 103936"/>
                <a:gd name="csY24" fmla="*/ 29668 h 263916"/>
                <a:gd name="csX25" fmla="*/ 93451 w 103936"/>
                <a:gd name="csY25" fmla="*/ 37794 h 263916"/>
                <a:gd name="csX26" fmla="*/ 101774 w 103936"/>
                <a:gd name="csY26" fmla="*/ 53545 h 263916"/>
                <a:gd name="csX27" fmla="*/ 91947 w 103936"/>
                <a:gd name="csY27" fmla="*/ 73583 h 263916"/>
                <a:gd name="csX28" fmla="*/ 88504 w 103936"/>
                <a:gd name="csY28" fmla="*/ 77541 h 263916"/>
                <a:gd name="csX29" fmla="*/ 78663 w 103936"/>
                <a:gd name="csY29" fmla="*/ 102513 h 263916"/>
                <a:gd name="csX30" fmla="*/ 78293 w 103936"/>
                <a:gd name="csY30" fmla="*/ 104637 h 263916"/>
                <a:gd name="csX31" fmla="*/ 68122 w 103936"/>
                <a:gd name="csY31" fmla="*/ 128724 h 263916"/>
                <a:gd name="csX32" fmla="*/ 49760 w 103936"/>
                <a:gd name="csY32" fmla="*/ 136547 h 263916"/>
                <a:gd name="csX33" fmla="*/ 46739 w 103936"/>
                <a:gd name="csY33" fmla="*/ 137260 h 263916"/>
                <a:gd name="csX34" fmla="*/ 10475 w 103936"/>
                <a:gd name="csY34" fmla="*/ 156783 h 263916"/>
                <a:gd name="csX35" fmla="*/ 30038 w 103936"/>
                <a:gd name="csY35" fmla="*/ 165780 h 263916"/>
                <a:gd name="csX36" fmla="*/ 44905 w 103936"/>
                <a:gd name="csY36" fmla="*/ 167970 h 263916"/>
                <a:gd name="csX37" fmla="*/ 59865 w 103936"/>
                <a:gd name="csY37" fmla="*/ 170133 h 263916"/>
                <a:gd name="csX38" fmla="*/ 69481 w 103936"/>
                <a:gd name="csY38" fmla="*/ 175502 h 263916"/>
                <a:gd name="csX39" fmla="*/ 71513 w 103936"/>
                <a:gd name="csY39" fmla="*/ 184684 h 263916"/>
                <a:gd name="csX40" fmla="*/ 70879 w 103936"/>
                <a:gd name="csY40" fmla="*/ 196451 h 263916"/>
                <a:gd name="csX41" fmla="*/ 70431 w 103936"/>
                <a:gd name="csY41" fmla="*/ 221687 h 263916"/>
                <a:gd name="csX42" fmla="*/ 81948 w 103936"/>
                <a:gd name="csY42" fmla="*/ 253122 h 263916"/>
                <a:gd name="csX43" fmla="*/ 81565 w 103936"/>
                <a:gd name="csY43" fmla="*/ 260576 h 263916"/>
                <a:gd name="csX44" fmla="*/ 78029 w 103936"/>
                <a:gd name="csY44" fmla="*/ 261935 h 2639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03936" h="263916">
                  <a:moveTo>
                    <a:pt x="78029" y="261935"/>
                  </a:moveTo>
                  <a:cubicBezTo>
                    <a:pt x="76592" y="261935"/>
                    <a:pt x="75154" y="261354"/>
                    <a:pt x="74111" y="260193"/>
                  </a:cubicBezTo>
                  <a:cubicBezTo>
                    <a:pt x="65919" y="251130"/>
                    <a:pt x="61012" y="238084"/>
                    <a:pt x="59904" y="222438"/>
                  </a:cubicBezTo>
                  <a:cubicBezTo>
                    <a:pt x="59258" y="213455"/>
                    <a:pt x="59812" y="204471"/>
                    <a:pt x="60353" y="195791"/>
                  </a:cubicBezTo>
                  <a:cubicBezTo>
                    <a:pt x="60590" y="192019"/>
                    <a:pt x="60828" y="188113"/>
                    <a:pt x="60959" y="184314"/>
                  </a:cubicBezTo>
                  <a:cubicBezTo>
                    <a:pt x="61012" y="182731"/>
                    <a:pt x="60959" y="181782"/>
                    <a:pt x="60775" y="181478"/>
                  </a:cubicBezTo>
                  <a:cubicBezTo>
                    <a:pt x="60696" y="181373"/>
                    <a:pt x="60181" y="180964"/>
                    <a:pt x="57780" y="180476"/>
                  </a:cubicBezTo>
                  <a:cubicBezTo>
                    <a:pt x="53203" y="179552"/>
                    <a:pt x="48586" y="179025"/>
                    <a:pt x="43692" y="178457"/>
                  </a:cubicBezTo>
                  <a:cubicBezTo>
                    <a:pt x="38520" y="177851"/>
                    <a:pt x="33164" y="177230"/>
                    <a:pt x="27861" y="176109"/>
                  </a:cubicBezTo>
                  <a:cubicBezTo>
                    <a:pt x="14722" y="173326"/>
                    <a:pt x="4987" y="167812"/>
                    <a:pt x="-1068" y="159725"/>
                  </a:cubicBezTo>
                  <a:cubicBezTo>
                    <a:pt x="-2625" y="157654"/>
                    <a:pt x="-2440" y="154778"/>
                    <a:pt x="-659" y="152905"/>
                  </a:cubicBezTo>
                  <a:cubicBezTo>
                    <a:pt x="11385" y="140360"/>
                    <a:pt x="27320" y="131165"/>
                    <a:pt x="44206" y="127010"/>
                  </a:cubicBezTo>
                  <a:cubicBezTo>
                    <a:pt x="45261" y="126759"/>
                    <a:pt x="46330" y="126508"/>
                    <a:pt x="47398" y="126258"/>
                  </a:cubicBezTo>
                  <a:cubicBezTo>
                    <a:pt x="52714" y="125044"/>
                    <a:pt x="57727" y="123896"/>
                    <a:pt x="61039" y="120902"/>
                  </a:cubicBezTo>
                  <a:cubicBezTo>
                    <a:pt x="65431" y="116931"/>
                    <a:pt x="66685" y="109755"/>
                    <a:pt x="67898" y="102829"/>
                  </a:cubicBezTo>
                  <a:lnTo>
                    <a:pt x="68281" y="100653"/>
                  </a:lnTo>
                  <a:cubicBezTo>
                    <a:pt x="70616" y="87685"/>
                    <a:pt x="74428" y="78240"/>
                    <a:pt x="80259" y="70945"/>
                  </a:cubicBezTo>
                  <a:cubicBezTo>
                    <a:pt x="81486" y="69414"/>
                    <a:pt x="82818" y="67937"/>
                    <a:pt x="84111" y="66512"/>
                  </a:cubicBezTo>
                  <a:cubicBezTo>
                    <a:pt x="87910" y="62291"/>
                    <a:pt x="91512" y="58307"/>
                    <a:pt x="91247" y="54218"/>
                  </a:cubicBezTo>
                  <a:cubicBezTo>
                    <a:pt x="91050" y="51012"/>
                    <a:pt x="88372" y="47780"/>
                    <a:pt x="85773" y="45036"/>
                  </a:cubicBezTo>
                  <a:cubicBezTo>
                    <a:pt x="83306" y="42424"/>
                    <a:pt x="80707" y="39918"/>
                    <a:pt x="77964" y="37253"/>
                  </a:cubicBezTo>
                  <a:cubicBezTo>
                    <a:pt x="68320" y="27913"/>
                    <a:pt x="58334" y="18270"/>
                    <a:pt x="54720" y="4656"/>
                  </a:cubicBezTo>
                  <a:cubicBezTo>
                    <a:pt x="53968" y="1833"/>
                    <a:pt x="55643" y="-1056"/>
                    <a:pt x="58453" y="-1808"/>
                  </a:cubicBezTo>
                  <a:cubicBezTo>
                    <a:pt x="61276" y="-2546"/>
                    <a:pt x="64165" y="-871"/>
                    <a:pt x="64917" y="1939"/>
                  </a:cubicBezTo>
                  <a:cubicBezTo>
                    <a:pt x="67780" y="12716"/>
                    <a:pt x="76288" y="20948"/>
                    <a:pt x="85298" y="29668"/>
                  </a:cubicBezTo>
                  <a:cubicBezTo>
                    <a:pt x="88016" y="32293"/>
                    <a:pt x="90812" y="35011"/>
                    <a:pt x="93451" y="37794"/>
                  </a:cubicBezTo>
                  <a:cubicBezTo>
                    <a:pt x="97329" y="41897"/>
                    <a:pt x="101366" y="46988"/>
                    <a:pt x="101774" y="53545"/>
                  </a:cubicBezTo>
                  <a:cubicBezTo>
                    <a:pt x="102315" y="62067"/>
                    <a:pt x="96801" y="68188"/>
                    <a:pt x="91947" y="73583"/>
                  </a:cubicBezTo>
                  <a:cubicBezTo>
                    <a:pt x="90707" y="74955"/>
                    <a:pt x="89533" y="76248"/>
                    <a:pt x="88504" y="77541"/>
                  </a:cubicBezTo>
                  <a:cubicBezTo>
                    <a:pt x="83807" y="83411"/>
                    <a:pt x="80681" y="91352"/>
                    <a:pt x="78663" y="102513"/>
                  </a:cubicBezTo>
                  <a:lnTo>
                    <a:pt x="78293" y="104637"/>
                  </a:lnTo>
                  <a:cubicBezTo>
                    <a:pt x="76842" y="112934"/>
                    <a:pt x="75206" y="122327"/>
                    <a:pt x="68122" y="128724"/>
                  </a:cubicBezTo>
                  <a:cubicBezTo>
                    <a:pt x="62767" y="133566"/>
                    <a:pt x="55854" y="135149"/>
                    <a:pt x="49760" y="136547"/>
                  </a:cubicBezTo>
                  <a:cubicBezTo>
                    <a:pt x="48744" y="136785"/>
                    <a:pt x="47728" y="137022"/>
                    <a:pt x="46739" y="137260"/>
                  </a:cubicBezTo>
                  <a:cubicBezTo>
                    <a:pt x="33349" y="140558"/>
                    <a:pt x="20645" y="147417"/>
                    <a:pt x="10475" y="156783"/>
                  </a:cubicBezTo>
                  <a:cubicBezTo>
                    <a:pt x="16147" y="161928"/>
                    <a:pt x="23983" y="164500"/>
                    <a:pt x="30038" y="165780"/>
                  </a:cubicBezTo>
                  <a:cubicBezTo>
                    <a:pt x="34866" y="166809"/>
                    <a:pt x="39747" y="167376"/>
                    <a:pt x="44905" y="167970"/>
                  </a:cubicBezTo>
                  <a:cubicBezTo>
                    <a:pt x="49799" y="168537"/>
                    <a:pt x="54852" y="169118"/>
                    <a:pt x="59865" y="170133"/>
                  </a:cubicBezTo>
                  <a:cubicBezTo>
                    <a:pt x="61922" y="170542"/>
                    <a:pt x="66737" y="171519"/>
                    <a:pt x="69481" y="175502"/>
                  </a:cubicBezTo>
                  <a:cubicBezTo>
                    <a:pt x="71711" y="178748"/>
                    <a:pt x="71592" y="182468"/>
                    <a:pt x="71513" y="184684"/>
                  </a:cubicBezTo>
                  <a:cubicBezTo>
                    <a:pt x="71368" y="188628"/>
                    <a:pt x="71130" y="192599"/>
                    <a:pt x="70879" y="196451"/>
                  </a:cubicBezTo>
                  <a:cubicBezTo>
                    <a:pt x="70352" y="205171"/>
                    <a:pt x="69837" y="213402"/>
                    <a:pt x="70431" y="221687"/>
                  </a:cubicBezTo>
                  <a:cubicBezTo>
                    <a:pt x="71090" y="230947"/>
                    <a:pt x="73623" y="243901"/>
                    <a:pt x="81948" y="253122"/>
                  </a:cubicBezTo>
                  <a:cubicBezTo>
                    <a:pt x="83900" y="255286"/>
                    <a:pt x="83728" y="258623"/>
                    <a:pt x="81565" y="260576"/>
                  </a:cubicBezTo>
                  <a:cubicBezTo>
                    <a:pt x="80549" y="261486"/>
                    <a:pt x="79283" y="261935"/>
                    <a:pt x="78029" y="261935"/>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7" name="Freeform: Shape 76">
              <a:extLst>
                <a:ext uri="{FF2B5EF4-FFF2-40B4-BE49-F238E27FC236}">
                  <a16:creationId xmlns:a16="http://schemas.microsoft.com/office/drawing/2014/main" id="{2C88DBCF-999D-F47A-053D-E9B749783F0B}"/>
                </a:ext>
              </a:extLst>
            </p:cNvPr>
            <p:cNvSpPr/>
            <p:nvPr/>
          </p:nvSpPr>
          <p:spPr>
            <a:xfrm>
              <a:off x="5181850" y="2601289"/>
              <a:ext cx="224306" cy="281161"/>
            </a:xfrm>
            <a:custGeom>
              <a:avLst/>
              <a:gdLst>
                <a:gd name="csX0" fmla="*/ 87093 w 215455"/>
                <a:gd name="csY0" fmla="*/ 268085 h 270066"/>
                <a:gd name="csX1" fmla="*/ 70682 w 215455"/>
                <a:gd name="csY1" fmla="*/ 263652 h 270066"/>
                <a:gd name="csX2" fmla="*/ 40816 w 215455"/>
                <a:gd name="csY2" fmla="*/ 227718 h 270066"/>
                <a:gd name="csX3" fmla="*/ 36858 w 215455"/>
                <a:gd name="csY3" fmla="*/ 203472 h 270066"/>
                <a:gd name="csX4" fmla="*/ 58757 w 215455"/>
                <a:gd name="csY4" fmla="*/ 169094 h 270066"/>
                <a:gd name="csX5" fmla="*/ 63704 w 215455"/>
                <a:gd name="csY5" fmla="*/ 164095 h 270066"/>
                <a:gd name="csX6" fmla="*/ 66883 w 215455"/>
                <a:gd name="csY6" fmla="*/ 159504 h 270066"/>
                <a:gd name="csX7" fmla="*/ 64574 w 215455"/>
                <a:gd name="csY7" fmla="*/ 154253 h 270066"/>
                <a:gd name="csX8" fmla="*/ 37953 w 215455"/>
                <a:gd name="csY8" fmla="*/ 144188 h 270066"/>
                <a:gd name="csX9" fmla="*/ 13206 w 215455"/>
                <a:gd name="csY9" fmla="*/ 137843 h 270066"/>
                <a:gd name="csX10" fmla="*/ -2123 w 215455"/>
                <a:gd name="csY10" fmla="*/ 115404 h 270066"/>
                <a:gd name="csX11" fmla="*/ 2837 w 215455"/>
                <a:gd name="csY11" fmla="*/ 98941 h 270066"/>
                <a:gd name="csX12" fmla="*/ 3365 w 215455"/>
                <a:gd name="csY12" fmla="*/ 97885 h 270066"/>
                <a:gd name="csX13" fmla="*/ 18073 w 215455"/>
                <a:gd name="csY13" fmla="*/ 47625 h 270066"/>
                <a:gd name="csX14" fmla="*/ 20567 w 215455"/>
                <a:gd name="csY14" fmla="*/ 40277 h 270066"/>
                <a:gd name="csX15" fmla="*/ 26859 w 215455"/>
                <a:gd name="csY15" fmla="*/ 36201 h 270066"/>
                <a:gd name="csX16" fmla="*/ 55828 w 215455"/>
                <a:gd name="csY16" fmla="*/ 27705 h 270066"/>
                <a:gd name="csX17" fmla="*/ 66645 w 215455"/>
                <a:gd name="csY17" fmla="*/ 25542 h 270066"/>
                <a:gd name="csX18" fmla="*/ 90892 w 215455"/>
                <a:gd name="csY18" fmla="*/ 19698 h 270066"/>
                <a:gd name="csX19" fmla="*/ 116866 w 215455"/>
                <a:gd name="csY19" fmla="*/ 636 h 270066"/>
                <a:gd name="csX20" fmla="*/ 124082 w 215455"/>
                <a:gd name="csY20" fmla="*/ -1264 h 270066"/>
                <a:gd name="csX21" fmla="*/ 125982 w 215455"/>
                <a:gd name="csY21" fmla="*/ 5965 h 270066"/>
                <a:gd name="csX22" fmla="*/ 94361 w 215455"/>
                <a:gd name="csY22" fmla="*/ 29658 h 270066"/>
                <a:gd name="csX23" fmla="*/ 68637 w 215455"/>
                <a:gd name="csY23" fmla="*/ 35897 h 270066"/>
                <a:gd name="csX24" fmla="*/ 58084 w 215455"/>
                <a:gd name="csY24" fmla="*/ 38021 h 270066"/>
                <a:gd name="csX25" fmla="*/ 30527 w 215455"/>
                <a:gd name="csY25" fmla="*/ 46094 h 270066"/>
                <a:gd name="csX26" fmla="*/ 28891 w 215455"/>
                <a:gd name="csY26" fmla="*/ 46807 h 270066"/>
                <a:gd name="csX27" fmla="*/ 28548 w 215455"/>
                <a:gd name="csY27" fmla="*/ 48825 h 270066"/>
                <a:gd name="csX28" fmla="*/ 12836 w 215455"/>
                <a:gd name="csY28" fmla="*/ 102529 h 270066"/>
                <a:gd name="csX29" fmla="*/ 12296 w 215455"/>
                <a:gd name="csY29" fmla="*/ 103624 h 270066"/>
                <a:gd name="csX30" fmla="*/ 8431 w 215455"/>
                <a:gd name="csY30" fmla="*/ 115246 h 270066"/>
                <a:gd name="csX31" fmla="*/ 18350 w 215455"/>
                <a:gd name="csY31" fmla="*/ 128622 h 270066"/>
                <a:gd name="csX32" fmla="*/ 39180 w 215455"/>
                <a:gd name="csY32" fmla="*/ 133714 h 270066"/>
                <a:gd name="csX33" fmla="*/ 72542 w 215455"/>
                <a:gd name="csY33" fmla="*/ 147341 h 270066"/>
                <a:gd name="csX34" fmla="*/ 77291 w 215455"/>
                <a:gd name="csY34" fmla="*/ 161298 h 270066"/>
                <a:gd name="csX35" fmla="*/ 71315 w 215455"/>
                <a:gd name="csY35" fmla="*/ 171403 h 270066"/>
                <a:gd name="csX36" fmla="*/ 66210 w 215455"/>
                <a:gd name="csY36" fmla="*/ 176561 h 270066"/>
                <a:gd name="csX37" fmla="*/ 47320 w 215455"/>
                <a:gd name="csY37" fmla="*/ 204857 h 270066"/>
                <a:gd name="csX38" fmla="*/ 50644 w 215455"/>
                <a:gd name="csY38" fmla="*/ 223866 h 270066"/>
                <a:gd name="csX39" fmla="*/ 75563 w 215455"/>
                <a:gd name="csY39" fmla="*/ 254299 h 270066"/>
                <a:gd name="csX40" fmla="*/ 87713 w 215455"/>
                <a:gd name="csY40" fmla="*/ 257518 h 270066"/>
                <a:gd name="csX41" fmla="*/ 97263 w 215455"/>
                <a:gd name="csY41" fmla="*/ 253152 h 270066"/>
                <a:gd name="csX42" fmla="*/ 99110 w 215455"/>
                <a:gd name="csY42" fmla="*/ 237045 h 270066"/>
                <a:gd name="csX43" fmla="*/ 98292 w 215455"/>
                <a:gd name="csY43" fmla="*/ 232929 h 270066"/>
                <a:gd name="csX44" fmla="*/ 96934 w 215455"/>
                <a:gd name="csY44" fmla="*/ 214315 h 270066"/>
                <a:gd name="csX45" fmla="*/ 106075 w 215455"/>
                <a:gd name="csY45" fmla="*/ 195293 h 270066"/>
                <a:gd name="csX46" fmla="*/ 108806 w 215455"/>
                <a:gd name="csY46" fmla="*/ 191177 h 270066"/>
                <a:gd name="csX47" fmla="*/ 112869 w 215455"/>
                <a:gd name="csY47" fmla="*/ 173395 h 270066"/>
                <a:gd name="csX48" fmla="*/ 107461 w 215455"/>
                <a:gd name="csY48" fmla="*/ 166574 h 270066"/>
                <a:gd name="csX49" fmla="*/ 104809 w 215455"/>
                <a:gd name="csY49" fmla="*/ 163804 h 270066"/>
                <a:gd name="csX50" fmla="*/ 98846 w 215455"/>
                <a:gd name="csY50" fmla="*/ 146075 h 270066"/>
                <a:gd name="csX51" fmla="*/ 115785 w 215455"/>
                <a:gd name="csY51" fmla="*/ 130878 h 270066"/>
                <a:gd name="csX52" fmla="*/ 122605 w 215455"/>
                <a:gd name="csY52" fmla="*/ 127250 h 270066"/>
                <a:gd name="csX53" fmla="*/ 127710 w 215455"/>
                <a:gd name="csY53" fmla="*/ 122936 h 270066"/>
                <a:gd name="csX54" fmla="*/ 148843 w 215455"/>
                <a:gd name="csY54" fmla="*/ 112159 h 270066"/>
                <a:gd name="csX55" fmla="*/ 149410 w 215455"/>
                <a:gd name="csY55" fmla="*/ 112159 h 270066"/>
                <a:gd name="csX56" fmla="*/ 162615 w 215455"/>
                <a:gd name="csY56" fmla="*/ 116459 h 270066"/>
                <a:gd name="csX57" fmla="*/ 171823 w 215455"/>
                <a:gd name="csY57" fmla="*/ 122198 h 270066"/>
                <a:gd name="csX58" fmla="*/ 184830 w 215455"/>
                <a:gd name="csY58" fmla="*/ 129809 h 270066"/>
                <a:gd name="csX59" fmla="*/ 205317 w 215455"/>
                <a:gd name="csY59" fmla="*/ 130403 h 270066"/>
                <a:gd name="csX60" fmla="*/ 212559 w 215455"/>
                <a:gd name="csY60" fmla="*/ 132170 h 270066"/>
                <a:gd name="csX61" fmla="*/ 210791 w 215455"/>
                <a:gd name="csY61" fmla="*/ 139413 h 270066"/>
                <a:gd name="csX62" fmla="*/ 180516 w 215455"/>
                <a:gd name="csY62" fmla="*/ 139439 h 270066"/>
                <a:gd name="csX63" fmla="*/ 166032 w 215455"/>
                <a:gd name="csY63" fmla="*/ 131023 h 270066"/>
                <a:gd name="csX64" fmla="*/ 157444 w 215455"/>
                <a:gd name="csY64" fmla="*/ 125667 h 270066"/>
                <a:gd name="csX65" fmla="*/ 149133 w 215455"/>
                <a:gd name="csY65" fmla="*/ 122712 h 270066"/>
                <a:gd name="csX66" fmla="*/ 134741 w 215455"/>
                <a:gd name="csY66" fmla="*/ 130812 h 270066"/>
                <a:gd name="csX67" fmla="*/ 128884 w 215455"/>
                <a:gd name="csY67" fmla="*/ 135732 h 270066"/>
                <a:gd name="csX68" fmla="*/ 120243 w 215455"/>
                <a:gd name="csY68" fmla="*/ 140442 h 270066"/>
                <a:gd name="csX69" fmla="*/ 109057 w 215455"/>
                <a:gd name="csY69" fmla="*/ 148713 h 270066"/>
                <a:gd name="csX70" fmla="*/ 112606 w 215455"/>
                <a:gd name="csY70" fmla="*/ 156707 h 270066"/>
                <a:gd name="csX71" fmla="*/ 114967 w 215455"/>
                <a:gd name="csY71" fmla="*/ 159161 h 270066"/>
                <a:gd name="csX72" fmla="*/ 122552 w 215455"/>
                <a:gd name="csY72" fmla="*/ 169173 h 270066"/>
                <a:gd name="csX73" fmla="*/ 117711 w 215455"/>
                <a:gd name="csY73" fmla="*/ 196836 h 270066"/>
                <a:gd name="csX74" fmla="*/ 114822 w 215455"/>
                <a:gd name="csY74" fmla="*/ 201203 h 270066"/>
                <a:gd name="csX75" fmla="*/ 107329 w 215455"/>
                <a:gd name="csY75" fmla="*/ 216123 h 270066"/>
                <a:gd name="csX76" fmla="*/ 108635 w 215455"/>
                <a:gd name="csY76" fmla="*/ 230805 h 270066"/>
                <a:gd name="csX77" fmla="*/ 109492 w 215455"/>
                <a:gd name="csY77" fmla="*/ 235158 h 270066"/>
                <a:gd name="csX78" fmla="*/ 105587 w 215455"/>
                <a:gd name="csY78" fmla="*/ 259629 h 270066"/>
                <a:gd name="csX79" fmla="*/ 88095 w 215455"/>
                <a:gd name="csY79" fmla="*/ 268072 h 270066"/>
                <a:gd name="csX80" fmla="*/ 87093 w 215455"/>
                <a:gd name="csY80" fmla="*/ 268085 h 2700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Lst>
              <a:rect l="l" t="t" r="r" b="b"/>
              <a:pathLst>
                <a:path w="215455" h="270066">
                  <a:moveTo>
                    <a:pt x="87093" y="268085"/>
                  </a:moveTo>
                  <a:cubicBezTo>
                    <a:pt x="81829" y="268085"/>
                    <a:pt x="76315" y="266594"/>
                    <a:pt x="70682" y="263652"/>
                  </a:cubicBezTo>
                  <a:cubicBezTo>
                    <a:pt x="57926" y="256991"/>
                    <a:pt x="47320" y="244234"/>
                    <a:pt x="40816" y="227718"/>
                  </a:cubicBezTo>
                  <a:cubicBezTo>
                    <a:pt x="37149" y="218405"/>
                    <a:pt x="35895" y="210688"/>
                    <a:pt x="36858" y="203472"/>
                  </a:cubicBezTo>
                  <a:cubicBezTo>
                    <a:pt x="38772" y="189066"/>
                    <a:pt x="49391" y="178460"/>
                    <a:pt x="58757" y="169094"/>
                  </a:cubicBezTo>
                  <a:cubicBezTo>
                    <a:pt x="60432" y="167432"/>
                    <a:pt x="62094" y="165757"/>
                    <a:pt x="63704" y="164095"/>
                  </a:cubicBezTo>
                  <a:cubicBezTo>
                    <a:pt x="65115" y="162617"/>
                    <a:pt x="66632" y="160942"/>
                    <a:pt x="66883" y="159504"/>
                  </a:cubicBezTo>
                  <a:cubicBezTo>
                    <a:pt x="67121" y="158145"/>
                    <a:pt x="66250" y="156180"/>
                    <a:pt x="64574" y="154253"/>
                  </a:cubicBezTo>
                  <a:cubicBezTo>
                    <a:pt x="57860" y="146510"/>
                    <a:pt x="48639" y="145428"/>
                    <a:pt x="37953" y="144188"/>
                  </a:cubicBezTo>
                  <a:cubicBezTo>
                    <a:pt x="29669" y="143225"/>
                    <a:pt x="21081" y="142236"/>
                    <a:pt x="13206" y="137843"/>
                  </a:cubicBezTo>
                  <a:cubicBezTo>
                    <a:pt x="3747" y="132553"/>
                    <a:pt x="-1978" y="124176"/>
                    <a:pt x="-2123" y="115404"/>
                  </a:cubicBezTo>
                  <a:cubicBezTo>
                    <a:pt x="-2215" y="109177"/>
                    <a:pt x="463" y="103742"/>
                    <a:pt x="2837" y="98941"/>
                  </a:cubicBezTo>
                  <a:lnTo>
                    <a:pt x="3365" y="97885"/>
                  </a:lnTo>
                  <a:cubicBezTo>
                    <a:pt x="11121" y="82055"/>
                    <a:pt x="16068" y="65143"/>
                    <a:pt x="18073" y="47625"/>
                  </a:cubicBezTo>
                  <a:cubicBezTo>
                    <a:pt x="18298" y="45567"/>
                    <a:pt x="18628" y="42757"/>
                    <a:pt x="20567" y="40277"/>
                  </a:cubicBezTo>
                  <a:cubicBezTo>
                    <a:pt x="22506" y="37823"/>
                    <a:pt x="25224" y="36808"/>
                    <a:pt x="26859" y="36201"/>
                  </a:cubicBezTo>
                  <a:cubicBezTo>
                    <a:pt x="36265" y="32705"/>
                    <a:pt x="46014" y="29842"/>
                    <a:pt x="55828" y="27705"/>
                  </a:cubicBezTo>
                  <a:cubicBezTo>
                    <a:pt x="59443" y="26914"/>
                    <a:pt x="63110" y="26215"/>
                    <a:pt x="66645" y="25542"/>
                  </a:cubicBezTo>
                  <a:cubicBezTo>
                    <a:pt x="75141" y="23919"/>
                    <a:pt x="83148" y="22376"/>
                    <a:pt x="90892" y="19698"/>
                  </a:cubicBezTo>
                  <a:cubicBezTo>
                    <a:pt x="99387" y="16743"/>
                    <a:pt x="110785" y="11044"/>
                    <a:pt x="116866" y="636"/>
                  </a:cubicBezTo>
                  <a:cubicBezTo>
                    <a:pt x="118331" y="-1884"/>
                    <a:pt x="121562" y="-2728"/>
                    <a:pt x="124082" y="-1264"/>
                  </a:cubicBezTo>
                  <a:cubicBezTo>
                    <a:pt x="126602" y="214"/>
                    <a:pt x="127446" y="3446"/>
                    <a:pt x="125982" y="5965"/>
                  </a:cubicBezTo>
                  <a:cubicBezTo>
                    <a:pt x="118265" y="19157"/>
                    <a:pt x="104532" y="26135"/>
                    <a:pt x="94361" y="29658"/>
                  </a:cubicBezTo>
                  <a:cubicBezTo>
                    <a:pt x="85892" y="32599"/>
                    <a:pt x="77120" y="34275"/>
                    <a:pt x="68637" y="35897"/>
                  </a:cubicBezTo>
                  <a:cubicBezTo>
                    <a:pt x="65155" y="36570"/>
                    <a:pt x="61567" y="37256"/>
                    <a:pt x="58084" y="38021"/>
                  </a:cubicBezTo>
                  <a:cubicBezTo>
                    <a:pt x="48744" y="40053"/>
                    <a:pt x="39484" y="42770"/>
                    <a:pt x="30527" y="46094"/>
                  </a:cubicBezTo>
                  <a:cubicBezTo>
                    <a:pt x="30157" y="46226"/>
                    <a:pt x="29234" y="46569"/>
                    <a:pt x="28891" y="46807"/>
                  </a:cubicBezTo>
                  <a:cubicBezTo>
                    <a:pt x="28732" y="47216"/>
                    <a:pt x="28627" y="48166"/>
                    <a:pt x="28548" y="48825"/>
                  </a:cubicBezTo>
                  <a:cubicBezTo>
                    <a:pt x="26411" y="67544"/>
                    <a:pt x="21121" y="85604"/>
                    <a:pt x="12836" y="102529"/>
                  </a:cubicBezTo>
                  <a:lnTo>
                    <a:pt x="12296" y="103624"/>
                  </a:lnTo>
                  <a:cubicBezTo>
                    <a:pt x="10277" y="107700"/>
                    <a:pt x="8378" y="111565"/>
                    <a:pt x="8431" y="115246"/>
                  </a:cubicBezTo>
                  <a:cubicBezTo>
                    <a:pt x="8523" y="121076"/>
                    <a:pt x="13615" y="125984"/>
                    <a:pt x="18350" y="128622"/>
                  </a:cubicBezTo>
                  <a:cubicBezTo>
                    <a:pt x="24392" y="131999"/>
                    <a:pt x="31569" y="132830"/>
                    <a:pt x="39180" y="133714"/>
                  </a:cubicBezTo>
                  <a:cubicBezTo>
                    <a:pt x="50406" y="135020"/>
                    <a:pt x="63150" y="136497"/>
                    <a:pt x="72542" y="147341"/>
                  </a:cubicBezTo>
                  <a:cubicBezTo>
                    <a:pt x="76381" y="151760"/>
                    <a:pt x="78069" y="156720"/>
                    <a:pt x="77291" y="161298"/>
                  </a:cubicBezTo>
                  <a:cubicBezTo>
                    <a:pt x="76473" y="166034"/>
                    <a:pt x="73122" y="169529"/>
                    <a:pt x="71315" y="171403"/>
                  </a:cubicBezTo>
                  <a:cubicBezTo>
                    <a:pt x="69653" y="173118"/>
                    <a:pt x="67938" y="174846"/>
                    <a:pt x="66210" y="176561"/>
                  </a:cubicBezTo>
                  <a:cubicBezTo>
                    <a:pt x="57240" y="185531"/>
                    <a:pt x="48757" y="194000"/>
                    <a:pt x="47320" y="204857"/>
                  </a:cubicBezTo>
                  <a:cubicBezTo>
                    <a:pt x="46594" y="210239"/>
                    <a:pt x="47663" y="216268"/>
                    <a:pt x="50644" y="223866"/>
                  </a:cubicBezTo>
                  <a:cubicBezTo>
                    <a:pt x="56211" y="238008"/>
                    <a:pt x="65063" y="248812"/>
                    <a:pt x="75563" y="254299"/>
                  </a:cubicBezTo>
                  <a:cubicBezTo>
                    <a:pt x="79903" y="256568"/>
                    <a:pt x="84019" y="257624"/>
                    <a:pt x="87713" y="257518"/>
                  </a:cubicBezTo>
                  <a:cubicBezTo>
                    <a:pt x="91670" y="257373"/>
                    <a:pt x="95232" y="255737"/>
                    <a:pt x="97263" y="253152"/>
                  </a:cubicBezTo>
                  <a:cubicBezTo>
                    <a:pt x="99862" y="249814"/>
                    <a:pt x="100469" y="244538"/>
                    <a:pt x="99110" y="237045"/>
                  </a:cubicBezTo>
                  <a:cubicBezTo>
                    <a:pt x="98860" y="235673"/>
                    <a:pt x="98583" y="234314"/>
                    <a:pt x="98292" y="232929"/>
                  </a:cubicBezTo>
                  <a:cubicBezTo>
                    <a:pt x="97066" y="226993"/>
                    <a:pt x="95799" y="220832"/>
                    <a:pt x="96934" y="214315"/>
                  </a:cubicBezTo>
                  <a:cubicBezTo>
                    <a:pt x="98200" y="206928"/>
                    <a:pt x="102210" y="201005"/>
                    <a:pt x="106075" y="195293"/>
                  </a:cubicBezTo>
                  <a:cubicBezTo>
                    <a:pt x="106999" y="193921"/>
                    <a:pt x="107922" y="192562"/>
                    <a:pt x="108806" y="191177"/>
                  </a:cubicBezTo>
                  <a:cubicBezTo>
                    <a:pt x="111998" y="186138"/>
                    <a:pt x="115310" y="178962"/>
                    <a:pt x="112869" y="173395"/>
                  </a:cubicBezTo>
                  <a:cubicBezTo>
                    <a:pt x="111840" y="171007"/>
                    <a:pt x="109716" y="168857"/>
                    <a:pt x="107461" y="166574"/>
                  </a:cubicBezTo>
                  <a:cubicBezTo>
                    <a:pt x="106550" y="165664"/>
                    <a:pt x="105653" y="164741"/>
                    <a:pt x="104809" y="163804"/>
                  </a:cubicBezTo>
                  <a:cubicBezTo>
                    <a:pt x="99506" y="157987"/>
                    <a:pt x="97382" y="151681"/>
                    <a:pt x="98846" y="146075"/>
                  </a:cubicBezTo>
                  <a:cubicBezTo>
                    <a:pt x="100997" y="137764"/>
                    <a:pt x="109202" y="133951"/>
                    <a:pt x="115785" y="130878"/>
                  </a:cubicBezTo>
                  <a:cubicBezTo>
                    <a:pt x="118449" y="129638"/>
                    <a:pt x="120969" y="128464"/>
                    <a:pt x="122605" y="127250"/>
                  </a:cubicBezTo>
                  <a:cubicBezTo>
                    <a:pt x="124254" y="126036"/>
                    <a:pt x="125929" y="124533"/>
                    <a:pt x="127710" y="122936"/>
                  </a:cubicBezTo>
                  <a:cubicBezTo>
                    <a:pt x="133382" y="117884"/>
                    <a:pt x="139780" y="112159"/>
                    <a:pt x="148843" y="112159"/>
                  </a:cubicBezTo>
                  <a:lnTo>
                    <a:pt x="149410" y="112159"/>
                  </a:lnTo>
                  <a:cubicBezTo>
                    <a:pt x="154568" y="112291"/>
                    <a:pt x="159172" y="114533"/>
                    <a:pt x="162615" y="116459"/>
                  </a:cubicBezTo>
                  <a:cubicBezTo>
                    <a:pt x="165821" y="118267"/>
                    <a:pt x="168868" y="120259"/>
                    <a:pt x="171823" y="122198"/>
                  </a:cubicBezTo>
                  <a:cubicBezTo>
                    <a:pt x="176216" y="125087"/>
                    <a:pt x="180371" y="127804"/>
                    <a:pt x="184830" y="129809"/>
                  </a:cubicBezTo>
                  <a:cubicBezTo>
                    <a:pt x="192574" y="133265"/>
                    <a:pt x="200225" y="133490"/>
                    <a:pt x="205317" y="130403"/>
                  </a:cubicBezTo>
                  <a:cubicBezTo>
                    <a:pt x="207810" y="128886"/>
                    <a:pt x="211055" y="129677"/>
                    <a:pt x="212559" y="132170"/>
                  </a:cubicBezTo>
                  <a:cubicBezTo>
                    <a:pt x="214076" y="134664"/>
                    <a:pt x="213285" y="137909"/>
                    <a:pt x="210791" y="139413"/>
                  </a:cubicBezTo>
                  <a:cubicBezTo>
                    <a:pt x="202626" y="144386"/>
                    <a:pt x="191584" y="144399"/>
                    <a:pt x="180516" y="139439"/>
                  </a:cubicBezTo>
                  <a:cubicBezTo>
                    <a:pt x="175279" y="137091"/>
                    <a:pt x="170583" y="134004"/>
                    <a:pt x="166032" y="131023"/>
                  </a:cubicBezTo>
                  <a:cubicBezTo>
                    <a:pt x="163103" y="129097"/>
                    <a:pt x="160333" y="127290"/>
                    <a:pt x="157444" y="125667"/>
                  </a:cubicBezTo>
                  <a:cubicBezTo>
                    <a:pt x="154924" y="124242"/>
                    <a:pt x="151956" y="122791"/>
                    <a:pt x="149133" y="122712"/>
                  </a:cubicBezTo>
                  <a:cubicBezTo>
                    <a:pt x="143988" y="122554"/>
                    <a:pt x="139477" y="126577"/>
                    <a:pt x="134741" y="130812"/>
                  </a:cubicBezTo>
                  <a:cubicBezTo>
                    <a:pt x="132868" y="132487"/>
                    <a:pt x="130929" y="134228"/>
                    <a:pt x="128884" y="135732"/>
                  </a:cubicBezTo>
                  <a:cubicBezTo>
                    <a:pt x="126391" y="137579"/>
                    <a:pt x="123264" y="139044"/>
                    <a:pt x="120243" y="140442"/>
                  </a:cubicBezTo>
                  <a:cubicBezTo>
                    <a:pt x="115191" y="142803"/>
                    <a:pt x="109967" y="145230"/>
                    <a:pt x="109057" y="148713"/>
                  </a:cubicBezTo>
                  <a:cubicBezTo>
                    <a:pt x="108318" y="151589"/>
                    <a:pt x="111300" y="155256"/>
                    <a:pt x="112606" y="156707"/>
                  </a:cubicBezTo>
                  <a:cubicBezTo>
                    <a:pt x="113370" y="157538"/>
                    <a:pt x="114175" y="158343"/>
                    <a:pt x="114967" y="159161"/>
                  </a:cubicBezTo>
                  <a:cubicBezTo>
                    <a:pt x="117671" y="161891"/>
                    <a:pt x="120732" y="164992"/>
                    <a:pt x="122552" y="169173"/>
                  </a:cubicBezTo>
                  <a:cubicBezTo>
                    <a:pt x="125942" y="176943"/>
                    <a:pt x="124267" y="186521"/>
                    <a:pt x="117711" y="196836"/>
                  </a:cubicBezTo>
                  <a:cubicBezTo>
                    <a:pt x="116787" y="198301"/>
                    <a:pt x="115798" y="199752"/>
                    <a:pt x="114822" y="201203"/>
                  </a:cubicBezTo>
                  <a:cubicBezTo>
                    <a:pt x="111431" y="206216"/>
                    <a:pt x="108213" y="210964"/>
                    <a:pt x="107329" y="216123"/>
                  </a:cubicBezTo>
                  <a:cubicBezTo>
                    <a:pt x="106537" y="220661"/>
                    <a:pt x="107553" y="225594"/>
                    <a:pt x="108635" y="230805"/>
                  </a:cubicBezTo>
                  <a:cubicBezTo>
                    <a:pt x="108938" y="232256"/>
                    <a:pt x="109228" y="233720"/>
                    <a:pt x="109492" y="235158"/>
                  </a:cubicBezTo>
                  <a:cubicBezTo>
                    <a:pt x="111418" y="245791"/>
                    <a:pt x="110139" y="253785"/>
                    <a:pt x="105587" y="259629"/>
                  </a:cubicBezTo>
                  <a:cubicBezTo>
                    <a:pt x="101670" y="264655"/>
                    <a:pt x="95127" y="267808"/>
                    <a:pt x="88095" y="268072"/>
                  </a:cubicBezTo>
                  <a:cubicBezTo>
                    <a:pt x="87765" y="268072"/>
                    <a:pt x="87436" y="268085"/>
                    <a:pt x="87093" y="268085"/>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78" name="Freeform: Shape 77">
              <a:extLst>
                <a:ext uri="{FF2B5EF4-FFF2-40B4-BE49-F238E27FC236}">
                  <a16:creationId xmlns:a16="http://schemas.microsoft.com/office/drawing/2014/main" id="{C48D7B49-D18A-D818-BB0C-B5DA374967A5}"/>
                </a:ext>
              </a:extLst>
            </p:cNvPr>
            <p:cNvSpPr/>
            <p:nvPr/>
          </p:nvSpPr>
          <p:spPr>
            <a:xfrm>
              <a:off x="5345414" y="2799830"/>
              <a:ext cx="46268" cy="62031"/>
            </a:xfrm>
            <a:custGeom>
              <a:avLst/>
              <a:gdLst>
                <a:gd name="csX0" fmla="*/ 9978 w 44443"/>
                <a:gd name="csY0" fmla="*/ 57603 h 59584"/>
                <a:gd name="csX1" fmla="*/ 6549 w 44443"/>
                <a:gd name="csY1" fmla="*/ 56337 h 59584"/>
                <a:gd name="csX2" fmla="*/ -2092 w 44443"/>
                <a:gd name="csY2" fmla="*/ 34069 h 59584"/>
                <a:gd name="csX3" fmla="*/ 10124 w 44443"/>
                <a:gd name="csY3" fmla="*/ 7897 h 59584"/>
                <a:gd name="csX4" fmla="*/ 37286 w 44443"/>
                <a:gd name="csY4" fmla="*/ -1944 h 59584"/>
                <a:gd name="csX5" fmla="*/ 42311 w 44443"/>
                <a:gd name="csY5" fmla="*/ 3570 h 59584"/>
                <a:gd name="csX6" fmla="*/ 36797 w 44443"/>
                <a:gd name="csY6" fmla="*/ 8596 h 59584"/>
                <a:gd name="csX7" fmla="*/ 17247 w 44443"/>
                <a:gd name="csY7" fmla="*/ 15680 h 59584"/>
                <a:gd name="csX8" fmla="*/ 8448 w 44443"/>
                <a:gd name="csY8" fmla="*/ 34531 h 59584"/>
                <a:gd name="csX9" fmla="*/ 13408 w 44443"/>
                <a:gd name="csY9" fmla="*/ 48316 h 59584"/>
                <a:gd name="csX10" fmla="*/ 13989 w 44443"/>
                <a:gd name="csY10" fmla="*/ 55756 h 59584"/>
                <a:gd name="csX11" fmla="*/ 9978 w 44443"/>
                <a:gd name="csY11" fmla="*/ 57603 h 595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4443" h="59584">
                  <a:moveTo>
                    <a:pt x="9978" y="57603"/>
                  </a:moveTo>
                  <a:cubicBezTo>
                    <a:pt x="8765" y="57603"/>
                    <a:pt x="7538" y="57181"/>
                    <a:pt x="6549" y="56337"/>
                  </a:cubicBezTo>
                  <a:cubicBezTo>
                    <a:pt x="665" y="51297"/>
                    <a:pt x="-2488" y="43184"/>
                    <a:pt x="-2092" y="34069"/>
                  </a:cubicBezTo>
                  <a:cubicBezTo>
                    <a:pt x="-1670" y="24149"/>
                    <a:pt x="2789" y="14598"/>
                    <a:pt x="10124" y="7897"/>
                  </a:cubicBezTo>
                  <a:cubicBezTo>
                    <a:pt x="17458" y="1182"/>
                    <a:pt x="27379" y="-2393"/>
                    <a:pt x="37286" y="-1944"/>
                  </a:cubicBezTo>
                  <a:cubicBezTo>
                    <a:pt x="40201" y="-1799"/>
                    <a:pt x="42457" y="668"/>
                    <a:pt x="42311" y="3570"/>
                  </a:cubicBezTo>
                  <a:cubicBezTo>
                    <a:pt x="42180" y="6485"/>
                    <a:pt x="39699" y="8754"/>
                    <a:pt x="36797" y="8596"/>
                  </a:cubicBezTo>
                  <a:cubicBezTo>
                    <a:pt x="29766" y="8279"/>
                    <a:pt x="22445" y="10918"/>
                    <a:pt x="17247" y="15680"/>
                  </a:cubicBezTo>
                  <a:cubicBezTo>
                    <a:pt x="12036" y="20442"/>
                    <a:pt x="8752" y="27486"/>
                    <a:pt x="8448" y="34531"/>
                  </a:cubicBezTo>
                  <a:cubicBezTo>
                    <a:pt x="8198" y="40296"/>
                    <a:pt x="10058" y="45440"/>
                    <a:pt x="13408" y="48316"/>
                  </a:cubicBezTo>
                  <a:cubicBezTo>
                    <a:pt x="15624" y="50203"/>
                    <a:pt x="15875" y="53540"/>
                    <a:pt x="13989" y="55756"/>
                  </a:cubicBezTo>
                  <a:cubicBezTo>
                    <a:pt x="12947" y="56970"/>
                    <a:pt x="11469" y="57603"/>
                    <a:pt x="9978" y="57603"/>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1" name="Freeform: Shape 90">
              <a:extLst>
                <a:ext uri="{FF2B5EF4-FFF2-40B4-BE49-F238E27FC236}">
                  <a16:creationId xmlns:a16="http://schemas.microsoft.com/office/drawing/2014/main" id="{757F18F2-222A-9324-5996-EA1022255241}"/>
                </a:ext>
              </a:extLst>
            </p:cNvPr>
            <p:cNvSpPr/>
            <p:nvPr/>
          </p:nvSpPr>
          <p:spPr>
            <a:xfrm>
              <a:off x="4842317" y="2565931"/>
              <a:ext cx="146387" cy="10986"/>
            </a:xfrm>
            <a:custGeom>
              <a:avLst/>
              <a:gdLst>
                <a:gd name="csX0" fmla="*/ 133209 w 140610"/>
                <a:gd name="csY0" fmla="*/ 8571 h 10553"/>
                <a:gd name="csX1" fmla="*/ 3152 w 140610"/>
                <a:gd name="csY1" fmla="*/ 8571 h 10553"/>
                <a:gd name="csX2" fmla="*/ -2125 w 140610"/>
                <a:gd name="csY2" fmla="*/ 3295 h 10553"/>
                <a:gd name="csX3" fmla="*/ 3152 w 140610"/>
                <a:gd name="csY3" fmla="*/ -1982 h 10553"/>
                <a:gd name="csX4" fmla="*/ 133209 w 140610"/>
                <a:gd name="csY4" fmla="*/ -1982 h 10553"/>
                <a:gd name="csX5" fmla="*/ 138486 w 140610"/>
                <a:gd name="csY5" fmla="*/ 3295 h 10553"/>
                <a:gd name="csX6" fmla="*/ 133209 w 140610"/>
                <a:gd name="csY6" fmla="*/ 8571 h 105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0610" h="10553">
                  <a:moveTo>
                    <a:pt x="133209" y="8571"/>
                  </a:moveTo>
                  <a:lnTo>
                    <a:pt x="3152" y="8571"/>
                  </a:lnTo>
                  <a:cubicBezTo>
                    <a:pt x="249" y="8571"/>
                    <a:pt x="-2125" y="6210"/>
                    <a:pt x="-2125" y="3295"/>
                  </a:cubicBezTo>
                  <a:cubicBezTo>
                    <a:pt x="-2125" y="379"/>
                    <a:pt x="249" y="-1982"/>
                    <a:pt x="3152" y="-1982"/>
                  </a:cubicBezTo>
                  <a:lnTo>
                    <a:pt x="133209" y="-1982"/>
                  </a:lnTo>
                  <a:cubicBezTo>
                    <a:pt x="136124" y="-1982"/>
                    <a:pt x="138486" y="379"/>
                    <a:pt x="138486" y="3295"/>
                  </a:cubicBezTo>
                  <a:cubicBezTo>
                    <a:pt x="138486" y="6210"/>
                    <a:pt x="136124" y="8571"/>
                    <a:pt x="133209" y="8571"/>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3" name="Freeform: Shape 92">
              <a:extLst>
                <a:ext uri="{FF2B5EF4-FFF2-40B4-BE49-F238E27FC236}">
                  <a16:creationId xmlns:a16="http://schemas.microsoft.com/office/drawing/2014/main" id="{B239C562-D1A9-66E0-E3DF-1DC4E721CEE0}"/>
                </a:ext>
              </a:extLst>
            </p:cNvPr>
            <p:cNvSpPr/>
            <p:nvPr/>
          </p:nvSpPr>
          <p:spPr>
            <a:xfrm>
              <a:off x="4842317" y="2606280"/>
              <a:ext cx="146387" cy="10986"/>
            </a:xfrm>
            <a:custGeom>
              <a:avLst/>
              <a:gdLst>
                <a:gd name="csX0" fmla="*/ 133209 w 140610"/>
                <a:gd name="csY0" fmla="*/ 8571 h 10553"/>
                <a:gd name="csX1" fmla="*/ 3152 w 140610"/>
                <a:gd name="csY1" fmla="*/ 8571 h 10553"/>
                <a:gd name="csX2" fmla="*/ -2125 w 140610"/>
                <a:gd name="csY2" fmla="*/ 3295 h 10553"/>
                <a:gd name="csX3" fmla="*/ 3152 w 140610"/>
                <a:gd name="csY3" fmla="*/ -1982 h 10553"/>
                <a:gd name="csX4" fmla="*/ 133209 w 140610"/>
                <a:gd name="csY4" fmla="*/ -1982 h 10553"/>
                <a:gd name="csX5" fmla="*/ 138486 w 140610"/>
                <a:gd name="csY5" fmla="*/ 3295 h 10553"/>
                <a:gd name="csX6" fmla="*/ 133209 w 140610"/>
                <a:gd name="csY6" fmla="*/ 8571 h 105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0610" h="10553">
                  <a:moveTo>
                    <a:pt x="133209" y="8571"/>
                  </a:moveTo>
                  <a:lnTo>
                    <a:pt x="3152" y="8571"/>
                  </a:lnTo>
                  <a:cubicBezTo>
                    <a:pt x="249" y="8571"/>
                    <a:pt x="-2125" y="6210"/>
                    <a:pt x="-2125" y="3295"/>
                  </a:cubicBezTo>
                  <a:cubicBezTo>
                    <a:pt x="-2125" y="392"/>
                    <a:pt x="249" y="-1982"/>
                    <a:pt x="3152" y="-1982"/>
                  </a:cubicBezTo>
                  <a:lnTo>
                    <a:pt x="133209" y="-1982"/>
                  </a:lnTo>
                  <a:cubicBezTo>
                    <a:pt x="136124" y="-1982"/>
                    <a:pt x="138486" y="392"/>
                    <a:pt x="138486" y="3295"/>
                  </a:cubicBezTo>
                  <a:cubicBezTo>
                    <a:pt x="138486" y="6210"/>
                    <a:pt x="136124" y="8571"/>
                    <a:pt x="133209" y="8571"/>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4" name="Freeform: Shape 93">
              <a:extLst>
                <a:ext uri="{FF2B5EF4-FFF2-40B4-BE49-F238E27FC236}">
                  <a16:creationId xmlns:a16="http://schemas.microsoft.com/office/drawing/2014/main" id="{FFDE0CCD-4198-2EE0-4FD7-98E4F201C8CB}"/>
                </a:ext>
              </a:extLst>
            </p:cNvPr>
            <p:cNvSpPr/>
            <p:nvPr/>
          </p:nvSpPr>
          <p:spPr>
            <a:xfrm>
              <a:off x="4842317" y="2646644"/>
              <a:ext cx="146387" cy="10986"/>
            </a:xfrm>
            <a:custGeom>
              <a:avLst/>
              <a:gdLst>
                <a:gd name="csX0" fmla="*/ 133209 w 140610"/>
                <a:gd name="csY0" fmla="*/ 8571 h 10553"/>
                <a:gd name="csX1" fmla="*/ 3152 w 140610"/>
                <a:gd name="csY1" fmla="*/ 8571 h 10553"/>
                <a:gd name="csX2" fmla="*/ -2125 w 140610"/>
                <a:gd name="csY2" fmla="*/ 3295 h 10553"/>
                <a:gd name="csX3" fmla="*/ 3152 w 140610"/>
                <a:gd name="csY3" fmla="*/ -1982 h 10553"/>
                <a:gd name="csX4" fmla="*/ 133209 w 140610"/>
                <a:gd name="csY4" fmla="*/ -1982 h 10553"/>
                <a:gd name="csX5" fmla="*/ 138486 w 140610"/>
                <a:gd name="csY5" fmla="*/ 3295 h 10553"/>
                <a:gd name="csX6" fmla="*/ 133209 w 140610"/>
                <a:gd name="csY6" fmla="*/ 8571 h 105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0610" h="10553">
                  <a:moveTo>
                    <a:pt x="133209" y="8571"/>
                  </a:moveTo>
                  <a:lnTo>
                    <a:pt x="3152" y="8571"/>
                  </a:lnTo>
                  <a:cubicBezTo>
                    <a:pt x="249" y="8571"/>
                    <a:pt x="-2125" y="6197"/>
                    <a:pt x="-2125" y="3295"/>
                  </a:cubicBezTo>
                  <a:cubicBezTo>
                    <a:pt x="-2125" y="379"/>
                    <a:pt x="249" y="-1982"/>
                    <a:pt x="3152" y="-1982"/>
                  </a:cubicBezTo>
                  <a:lnTo>
                    <a:pt x="133209" y="-1982"/>
                  </a:lnTo>
                  <a:cubicBezTo>
                    <a:pt x="136124" y="-1982"/>
                    <a:pt x="138486" y="379"/>
                    <a:pt x="138486" y="3295"/>
                  </a:cubicBezTo>
                  <a:cubicBezTo>
                    <a:pt x="138486" y="6197"/>
                    <a:pt x="136124" y="8571"/>
                    <a:pt x="133209" y="8571"/>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5" name="Freeform: Shape 94">
              <a:extLst>
                <a:ext uri="{FF2B5EF4-FFF2-40B4-BE49-F238E27FC236}">
                  <a16:creationId xmlns:a16="http://schemas.microsoft.com/office/drawing/2014/main" id="{E7234C16-5CC3-1226-19E9-17E4BAEF8EB7}"/>
                </a:ext>
              </a:extLst>
            </p:cNvPr>
            <p:cNvSpPr/>
            <p:nvPr/>
          </p:nvSpPr>
          <p:spPr>
            <a:xfrm>
              <a:off x="4842317" y="2686993"/>
              <a:ext cx="146387" cy="10986"/>
            </a:xfrm>
            <a:custGeom>
              <a:avLst/>
              <a:gdLst>
                <a:gd name="csX0" fmla="*/ 133209 w 140610"/>
                <a:gd name="csY0" fmla="*/ 8571 h 10553"/>
                <a:gd name="csX1" fmla="*/ 3152 w 140610"/>
                <a:gd name="csY1" fmla="*/ 8571 h 10553"/>
                <a:gd name="csX2" fmla="*/ -2125 w 140610"/>
                <a:gd name="csY2" fmla="*/ 3295 h 10553"/>
                <a:gd name="csX3" fmla="*/ 3152 w 140610"/>
                <a:gd name="csY3" fmla="*/ -1982 h 10553"/>
                <a:gd name="csX4" fmla="*/ 133209 w 140610"/>
                <a:gd name="csY4" fmla="*/ -1982 h 10553"/>
                <a:gd name="csX5" fmla="*/ 138486 w 140610"/>
                <a:gd name="csY5" fmla="*/ 3295 h 10553"/>
                <a:gd name="csX6" fmla="*/ 133209 w 140610"/>
                <a:gd name="csY6" fmla="*/ 8571 h 105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40610" h="10553">
                  <a:moveTo>
                    <a:pt x="133209" y="8571"/>
                  </a:moveTo>
                  <a:lnTo>
                    <a:pt x="3152" y="8571"/>
                  </a:lnTo>
                  <a:cubicBezTo>
                    <a:pt x="249" y="8571"/>
                    <a:pt x="-2125" y="6210"/>
                    <a:pt x="-2125" y="3295"/>
                  </a:cubicBezTo>
                  <a:cubicBezTo>
                    <a:pt x="-2125" y="379"/>
                    <a:pt x="249" y="-1982"/>
                    <a:pt x="3152" y="-1982"/>
                  </a:cubicBezTo>
                  <a:lnTo>
                    <a:pt x="133209" y="-1982"/>
                  </a:lnTo>
                  <a:cubicBezTo>
                    <a:pt x="136124" y="-1982"/>
                    <a:pt x="138486" y="379"/>
                    <a:pt x="138486" y="3295"/>
                  </a:cubicBezTo>
                  <a:cubicBezTo>
                    <a:pt x="138486" y="6210"/>
                    <a:pt x="136124" y="8571"/>
                    <a:pt x="133209" y="8571"/>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6" name="Freeform: Shape 95">
              <a:extLst>
                <a:ext uri="{FF2B5EF4-FFF2-40B4-BE49-F238E27FC236}">
                  <a16:creationId xmlns:a16="http://schemas.microsoft.com/office/drawing/2014/main" id="{1258AA17-DB4B-7D87-B619-97AE1D16EFE5}"/>
                </a:ext>
              </a:extLst>
            </p:cNvPr>
            <p:cNvSpPr/>
            <p:nvPr/>
          </p:nvSpPr>
          <p:spPr>
            <a:xfrm>
              <a:off x="3820787" y="2564934"/>
              <a:ext cx="436290" cy="312289"/>
            </a:xfrm>
            <a:custGeom>
              <a:avLst/>
              <a:gdLst>
                <a:gd name="csX0" fmla="*/ 8428 w 419074"/>
                <a:gd name="csY0" fmla="*/ 8571 h 299966"/>
                <a:gd name="csX1" fmla="*/ 8428 w 419074"/>
                <a:gd name="csY1" fmla="*/ 280598 h 299966"/>
                <a:gd name="csX2" fmla="*/ 15275 w 419074"/>
                <a:gd name="csY2" fmla="*/ 287431 h 299966"/>
                <a:gd name="csX3" fmla="*/ 399563 w 419074"/>
                <a:gd name="csY3" fmla="*/ 287431 h 299966"/>
                <a:gd name="csX4" fmla="*/ 406396 w 419074"/>
                <a:gd name="csY4" fmla="*/ 280598 h 299966"/>
                <a:gd name="csX5" fmla="*/ 406396 w 419074"/>
                <a:gd name="csY5" fmla="*/ 8571 h 299966"/>
                <a:gd name="csX6" fmla="*/ 8428 w 419074"/>
                <a:gd name="csY6" fmla="*/ 8571 h 299966"/>
                <a:gd name="csX7" fmla="*/ 399563 w 419074"/>
                <a:gd name="csY7" fmla="*/ 297984 h 299966"/>
                <a:gd name="csX8" fmla="*/ 15275 w 419074"/>
                <a:gd name="csY8" fmla="*/ 297984 h 299966"/>
                <a:gd name="csX9" fmla="*/ -2125 w 419074"/>
                <a:gd name="csY9" fmla="*/ 280598 h 299966"/>
                <a:gd name="csX10" fmla="*/ -2125 w 419074"/>
                <a:gd name="csY10" fmla="*/ -1982 h 299966"/>
                <a:gd name="csX11" fmla="*/ 416949 w 419074"/>
                <a:gd name="csY11" fmla="*/ -1982 h 299966"/>
                <a:gd name="csX12" fmla="*/ 416949 w 419074"/>
                <a:gd name="csY12" fmla="*/ 280598 h 299966"/>
                <a:gd name="csX13" fmla="*/ 399563 w 419074"/>
                <a:gd name="csY13" fmla="*/ 297984 h 2999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Lst>
              <a:rect l="l" t="t" r="r" b="b"/>
              <a:pathLst>
                <a:path w="419074" h="299966">
                  <a:moveTo>
                    <a:pt x="8428" y="8571"/>
                  </a:moveTo>
                  <a:lnTo>
                    <a:pt x="8428" y="280598"/>
                  </a:lnTo>
                  <a:cubicBezTo>
                    <a:pt x="8428" y="284371"/>
                    <a:pt x="11502" y="287431"/>
                    <a:pt x="15275" y="287431"/>
                  </a:cubicBezTo>
                  <a:lnTo>
                    <a:pt x="399563" y="287431"/>
                  </a:lnTo>
                  <a:cubicBezTo>
                    <a:pt x="403322" y="287431"/>
                    <a:pt x="406396" y="284371"/>
                    <a:pt x="406396" y="280598"/>
                  </a:cubicBezTo>
                  <a:lnTo>
                    <a:pt x="406396" y="8571"/>
                  </a:lnTo>
                  <a:lnTo>
                    <a:pt x="8428" y="8571"/>
                  </a:lnTo>
                  <a:close/>
                  <a:moveTo>
                    <a:pt x="399563" y="297984"/>
                  </a:moveTo>
                  <a:lnTo>
                    <a:pt x="15275" y="297984"/>
                  </a:lnTo>
                  <a:cubicBezTo>
                    <a:pt x="5684" y="297984"/>
                    <a:pt x="-2125" y="290188"/>
                    <a:pt x="-2125" y="280598"/>
                  </a:cubicBezTo>
                  <a:lnTo>
                    <a:pt x="-2125" y="-1982"/>
                  </a:lnTo>
                  <a:lnTo>
                    <a:pt x="416949" y="-1982"/>
                  </a:lnTo>
                  <a:lnTo>
                    <a:pt x="416949" y="280598"/>
                  </a:lnTo>
                  <a:cubicBezTo>
                    <a:pt x="416949" y="290188"/>
                    <a:pt x="409153" y="297984"/>
                    <a:pt x="399563" y="297984"/>
                  </a:cubicBezTo>
                  <a:close/>
                </a:path>
              </a:pathLst>
            </a:custGeom>
            <a:solidFill>
              <a:srgbClr val="B8D4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7" name="Freeform: Shape 96">
              <a:extLst>
                <a:ext uri="{FF2B5EF4-FFF2-40B4-BE49-F238E27FC236}">
                  <a16:creationId xmlns:a16="http://schemas.microsoft.com/office/drawing/2014/main" id="{74FAE8C9-8459-DABE-D854-E1A402EED399}"/>
                </a:ext>
              </a:extLst>
            </p:cNvPr>
            <p:cNvSpPr/>
            <p:nvPr/>
          </p:nvSpPr>
          <p:spPr>
            <a:xfrm>
              <a:off x="3820787" y="2542233"/>
              <a:ext cx="436290" cy="33688"/>
            </a:xfrm>
            <a:custGeom>
              <a:avLst/>
              <a:gdLst>
                <a:gd name="csX0" fmla="*/ 399563 w 419074"/>
                <a:gd name="csY0" fmla="*/ -1982 h 32359"/>
                <a:gd name="csX1" fmla="*/ 15261 w 419074"/>
                <a:gd name="csY1" fmla="*/ -1982 h 32359"/>
                <a:gd name="csX2" fmla="*/ -2125 w 419074"/>
                <a:gd name="csY2" fmla="*/ 15405 h 32359"/>
                <a:gd name="csX3" fmla="*/ -2125 w 419074"/>
                <a:gd name="csY3" fmla="*/ 30377 h 32359"/>
                <a:gd name="csX4" fmla="*/ 416949 w 419074"/>
                <a:gd name="csY4" fmla="*/ 30377 h 32359"/>
                <a:gd name="csX5" fmla="*/ 416949 w 419074"/>
                <a:gd name="csY5" fmla="*/ 15405 h 32359"/>
                <a:gd name="csX6" fmla="*/ 399563 w 419074"/>
                <a:gd name="csY6" fmla="*/ -1982 h 323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419074" h="32359">
                  <a:moveTo>
                    <a:pt x="399563" y="-1982"/>
                  </a:moveTo>
                  <a:lnTo>
                    <a:pt x="15261" y="-1982"/>
                  </a:lnTo>
                  <a:cubicBezTo>
                    <a:pt x="5684" y="-1982"/>
                    <a:pt x="-2125" y="5814"/>
                    <a:pt x="-2125" y="15405"/>
                  </a:cubicBezTo>
                  <a:lnTo>
                    <a:pt x="-2125" y="30377"/>
                  </a:lnTo>
                  <a:lnTo>
                    <a:pt x="416949" y="30377"/>
                  </a:lnTo>
                  <a:lnTo>
                    <a:pt x="416949" y="15405"/>
                  </a:lnTo>
                  <a:cubicBezTo>
                    <a:pt x="416949" y="5814"/>
                    <a:pt x="409153" y="-1982"/>
                    <a:pt x="399563" y="-1982"/>
                  </a:cubicBezTo>
                  <a:close/>
                </a:path>
              </a:pathLst>
            </a:custGeom>
            <a:solidFill>
              <a:srgbClr val="2060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8" name="Freeform: Shape 97">
              <a:extLst>
                <a:ext uri="{FF2B5EF4-FFF2-40B4-BE49-F238E27FC236}">
                  <a16:creationId xmlns:a16="http://schemas.microsoft.com/office/drawing/2014/main" id="{CAE5A472-EC7E-9148-E7AF-014B674DA050}"/>
                </a:ext>
              </a:extLst>
            </p:cNvPr>
            <p:cNvSpPr/>
            <p:nvPr/>
          </p:nvSpPr>
          <p:spPr>
            <a:xfrm>
              <a:off x="3871230" y="2671357"/>
              <a:ext cx="10986" cy="149381"/>
            </a:xfrm>
            <a:custGeom>
              <a:avLst/>
              <a:gdLst>
                <a:gd name="csX0" fmla="*/ 3152 w 10553"/>
                <a:gd name="csY0" fmla="*/ 141504 h 143486"/>
                <a:gd name="csX1" fmla="*/ -2125 w 10553"/>
                <a:gd name="csY1" fmla="*/ 136228 h 143486"/>
                <a:gd name="csX2" fmla="*/ -2125 w 10553"/>
                <a:gd name="csY2" fmla="*/ 3295 h 143486"/>
                <a:gd name="csX3" fmla="*/ 3152 w 10553"/>
                <a:gd name="csY3" fmla="*/ -1982 h 143486"/>
                <a:gd name="csX4" fmla="*/ 8428 w 10553"/>
                <a:gd name="csY4" fmla="*/ 3295 h 143486"/>
                <a:gd name="csX5" fmla="*/ 8428 w 10553"/>
                <a:gd name="csY5" fmla="*/ 136228 h 143486"/>
                <a:gd name="csX6" fmla="*/ 3152 w 10553"/>
                <a:gd name="csY6" fmla="*/ 141504 h 14348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53" h="143486">
                  <a:moveTo>
                    <a:pt x="3152" y="141504"/>
                  </a:moveTo>
                  <a:cubicBezTo>
                    <a:pt x="236" y="141504"/>
                    <a:pt x="-2125" y="139143"/>
                    <a:pt x="-2125" y="136228"/>
                  </a:cubicBezTo>
                  <a:lnTo>
                    <a:pt x="-2125" y="3295"/>
                  </a:lnTo>
                  <a:cubicBezTo>
                    <a:pt x="-2125" y="379"/>
                    <a:pt x="236" y="-1982"/>
                    <a:pt x="3152" y="-1982"/>
                  </a:cubicBezTo>
                  <a:cubicBezTo>
                    <a:pt x="6067" y="-1982"/>
                    <a:pt x="8428" y="379"/>
                    <a:pt x="8428" y="3295"/>
                  </a:cubicBezTo>
                  <a:lnTo>
                    <a:pt x="8428" y="136228"/>
                  </a:lnTo>
                  <a:cubicBezTo>
                    <a:pt x="8428" y="139143"/>
                    <a:pt x="6067" y="141504"/>
                    <a:pt x="3152" y="141504"/>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99" name="Freeform: Shape 98">
              <a:extLst>
                <a:ext uri="{FF2B5EF4-FFF2-40B4-BE49-F238E27FC236}">
                  <a16:creationId xmlns:a16="http://schemas.microsoft.com/office/drawing/2014/main" id="{D3D4EF8C-AB93-7FC4-D9A1-DB84DA484FE7}"/>
                </a:ext>
              </a:extLst>
            </p:cNvPr>
            <p:cNvSpPr/>
            <p:nvPr/>
          </p:nvSpPr>
          <p:spPr>
            <a:xfrm>
              <a:off x="3912459" y="2598719"/>
              <a:ext cx="10986" cy="222017"/>
            </a:xfrm>
            <a:custGeom>
              <a:avLst/>
              <a:gdLst>
                <a:gd name="csX0" fmla="*/ 3152 w 10553"/>
                <a:gd name="csY0" fmla="*/ 211275 h 213257"/>
                <a:gd name="csX1" fmla="*/ -2125 w 10553"/>
                <a:gd name="csY1" fmla="*/ 205999 h 213257"/>
                <a:gd name="csX2" fmla="*/ -2125 w 10553"/>
                <a:gd name="csY2" fmla="*/ 3295 h 213257"/>
                <a:gd name="csX3" fmla="*/ 3152 w 10553"/>
                <a:gd name="csY3" fmla="*/ -1982 h 213257"/>
                <a:gd name="csX4" fmla="*/ 8428 w 10553"/>
                <a:gd name="csY4" fmla="*/ 3295 h 213257"/>
                <a:gd name="csX5" fmla="*/ 8428 w 10553"/>
                <a:gd name="csY5" fmla="*/ 205999 h 213257"/>
                <a:gd name="csX6" fmla="*/ 3152 w 10553"/>
                <a:gd name="csY6" fmla="*/ 211275 h 213257"/>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53" h="213257">
                  <a:moveTo>
                    <a:pt x="3152" y="211275"/>
                  </a:moveTo>
                  <a:cubicBezTo>
                    <a:pt x="236" y="211275"/>
                    <a:pt x="-2125" y="208914"/>
                    <a:pt x="-2125" y="205999"/>
                  </a:cubicBezTo>
                  <a:lnTo>
                    <a:pt x="-2125" y="3295"/>
                  </a:lnTo>
                  <a:cubicBezTo>
                    <a:pt x="-2125" y="379"/>
                    <a:pt x="236" y="-1982"/>
                    <a:pt x="3152" y="-1982"/>
                  </a:cubicBezTo>
                  <a:cubicBezTo>
                    <a:pt x="6067" y="-1982"/>
                    <a:pt x="8428" y="379"/>
                    <a:pt x="8428" y="3295"/>
                  </a:cubicBezTo>
                  <a:lnTo>
                    <a:pt x="8428" y="205999"/>
                  </a:lnTo>
                  <a:cubicBezTo>
                    <a:pt x="8428" y="208914"/>
                    <a:pt x="6067" y="211275"/>
                    <a:pt x="3152" y="211275"/>
                  </a:cubicBezTo>
                  <a:close/>
                </a:path>
              </a:pathLst>
            </a:custGeom>
            <a:solidFill>
              <a:schemeClr val="accent2"/>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0" name="Freeform: Shape 99">
              <a:extLst>
                <a:ext uri="{FF2B5EF4-FFF2-40B4-BE49-F238E27FC236}">
                  <a16:creationId xmlns:a16="http://schemas.microsoft.com/office/drawing/2014/main" id="{A26456DA-A92E-9D71-8325-5D1C65AD1C39}"/>
                </a:ext>
              </a:extLst>
            </p:cNvPr>
            <p:cNvSpPr/>
            <p:nvPr/>
          </p:nvSpPr>
          <p:spPr>
            <a:xfrm>
              <a:off x="3953687" y="2718435"/>
              <a:ext cx="10986" cy="102302"/>
            </a:xfrm>
            <a:custGeom>
              <a:avLst/>
              <a:gdLst>
                <a:gd name="csX0" fmla="*/ 3152 w 10553"/>
                <a:gd name="csY0" fmla="*/ 96283 h 98265"/>
                <a:gd name="csX1" fmla="*/ -2125 w 10553"/>
                <a:gd name="csY1" fmla="*/ 91006 h 98265"/>
                <a:gd name="csX2" fmla="*/ -2125 w 10553"/>
                <a:gd name="csY2" fmla="*/ 3295 h 98265"/>
                <a:gd name="csX3" fmla="*/ 3152 w 10553"/>
                <a:gd name="csY3" fmla="*/ -1982 h 98265"/>
                <a:gd name="csX4" fmla="*/ 8428 w 10553"/>
                <a:gd name="csY4" fmla="*/ 3295 h 98265"/>
                <a:gd name="csX5" fmla="*/ 8428 w 10553"/>
                <a:gd name="csY5" fmla="*/ 91006 h 98265"/>
                <a:gd name="csX6" fmla="*/ 3152 w 10553"/>
                <a:gd name="csY6" fmla="*/ 96283 h 98265"/>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53" h="98265">
                  <a:moveTo>
                    <a:pt x="3152" y="96283"/>
                  </a:moveTo>
                  <a:cubicBezTo>
                    <a:pt x="236" y="96283"/>
                    <a:pt x="-2125" y="93922"/>
                    <a:pt x="-2125" y="91006"/>
                  </a:cubicBezTo>
                  <a:lnTo>
                    <a:pt x="-2125" y="3295"/>
                  </a:lnTo>
                  <a:cubicBezTo>
                    <a:pt x="-2125" y="379"/>
                    <a:pt x="236" y="-1982"/>
                    <a:pt x="3152" y="-1982"/>
                  </a:cubicBezTo>
                  <a:cubicBezTo>
                    <a:pt x="6054" y="-1982"/>
                    <a:pt x="8428" y="379"/>
                    <a:pt x="8428" y="3295"/>
                  </a:cubicBezTo>
                  <a:lnTo>
                    <a:pt x="8428" y="91006"/>
                  </a:lnTo>
                  <a:cubicBezTo>
                    <a:pt x="8428" y="93922"/>
                    <a:pt x="6054" y="96283"/>
                    <a:pt x="3152" y="96283"/>
                  </a:cubicBezTo>
                  <a:close/>
                </a:path>
              </a:pathLst>
            </a:custGeom>
            <a:solidFill>
              <a:srgbClr val="2060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1" name="Freeform: Shape 100">
              <a:extLst>
                <a:ext uri="{FF2B5EF4-FFF2-40B4-BE49-F238E27FC236}">
                  <a16:creationId xmlns:a16="http://schemas.microsoft.com/office/drawing/2014/main" id="{C626E8F7-22C0-2205-A5D5-F1B7E41C739F}"/>
                </a:ext>
              </a:extLst>
            </p:cNvPr>
            <p:cNvSpPr/>
            <p:nvPr/>
          </p:nvSpPr>
          <p:spPr>
            <a:xfrm>
              <a:off x="3994902" y="2614417"/>
              <a:ext cx="10986" cy="206321"/>
            </a:xfrm>
            <a:custGeom>
              <a:avLst/>
              <a:gdLst>
                <a:gd name="csX0" fmla="*/ 3152 w 10553"/>
                <a:gd name="csY0" fmla="*/ 196197 h 198179"/>
                <a:gd name="csX1" fmla="*/ -2125 w 10553"/>
                <a:gd name="csY1" fmla="*/ 190921 h 198179"/>
                <a:gd name="csX2" fmla="*/ -2125 w 10553"/>
                <a:gd name="csY2" fmla="*/ 3295 h 198179"/>
                <a:gd name="csX3" fmla="*/ 3152 w 10553"/>
                <a:gd name="csY3" fmla="*/ -1982 h 198179"/>
                <a:gd name="csX4" fmla="*/ 8428 w 10553"/>
                <a:gd name="csY4" fmla="*/ 3295 h 198179"/>
                <a:gd name="csX5" fmla="*/ 8428 w 10553"/>
                <a:gd name="csY5" fmla="*/ 190921 h 198179"/>
                <a:gd name="csX6" fmla="*/ 3152 w 10553"/>
                <a:gd name="csY6" fmla="*/ 196197 h 19817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53" h="198179">
                  <a:moveTo>
                    <a:pt x="3152" y="196197"/>
                  </a:moveTo>
                  <a:cubicBezTo>
                    <a:pt x="236" y="196197"/>
                    <a:pt x="-2125" y="193836"/>
                    <a:pt x="-2125" y="190921"/>
                  </a:cubicBezTo>
                  <a:lnTo>
                    <a:pt x="-2125" y="3295"/>
                  </a:lnTo>
                  <a:cubicBezTo>
                    <a:pt x="-2125" y="393"/>
                    <a:pt x="236" y="-1982"/>
                    <a:pt x="3152" y="-1982"/>
                  </a:cubicBezTo>
                  <a:cubicBezTo>
                    <a:pt x="6067" y="-1982"/>
                    <a:pt x="8428" y="393"/>
                    <a:pt x="8428" y="3295"/>
                  </a:cubicBezTo>
                  <a:lnTo>
                    <a:pt x="8428" y="190921"/>
                  </a:lnTo>
                  <a:cubicBezTo>
                    <a:pt x="8428" y="193836"/>
                    <a:pt x="6067" y="196197"/>
                    <a:pt x="3152" y="196197"/>
                  </a:cubicBezTo>
                  <a:close/>
                </a:path>
              </a:pathLst>
            </a:custGeom>
            <a:solidFill>
              <a:schemeClr val="accent2"/>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2" name="Freeform: Shape 101">
              <a:extLst>
                <a:ext uri="{FF2B5EF4-FFF2-40B4-BE49-F238E27FC236}">
                  <a16:creationId xmlns:a16="http://schemas.microsoft.com/office/drawing/2014/main" id="{34BA47BF-1DA3-FBDA-E961-499E5868DDBA}"/>
                </a:ext>
              </a:extLst>
            </p:cNvPr>
            <p:cNvSpPr/>
            <p:nvPr/>
          </p:nvSpPr>
          <p:spPr>
            <a:xfrm>
              <a:off x="4036130" y="2770486"/>
              <a:ext cx="10986" cy="50251"/>
            </a:xfrm>
            <a:custGeom>
              <a:avLst/>
              <a:gdLst>
                <a:gd name="csX0" fmla="*/ 3152 w 10553"/>
                <a:gd name="csY0" fmla="*/ 46287 h 48268"/>
                <a:gd name="csX1" fmla="*/ -2125 w 10553"/>
                <a:gd name="csY1" fmla="*/ 41010 h 48268"/>
                <a:gd name="csX2" fmla="*/ -2125 w 10553"/>
                <a:gd name="csY2" fmla="*/ 3295 h 48268"/>
                <a:gd name="csX3" fmla="*/ 3152 w 10553"/>
                <a:gd name="csY3" fmla="*/ -1982 h 48268"/>
                <a:gd name="csX4" fmla="*/ 8428 w 10553"/>
                <a:gd name="csY4" fmla="*/ 3295 h 48268"/>
                <a:gd name="csX5" fmla="*/ 8428 w 10553"/>
                <a:gd name="csY5" fmla="*/ 41010 h 48268"/>
                <a:gd name="csX6" fmla="*/ 3152 w 10553"/>
                <a:gd name="csY6" fmla="*/ 46287 h 4826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53" h="48268">
                  <a:moveTo>
                    <a:pt x="3152" y="46287"/>
                  </a:moveTo>
                  <a:cubicBezTo>
                    <a:pt x="236" y="46287"/>
                    <a:pt x="-2125" y="43925"/>
                    <a:pt x="-2125" y="41010"/>
                  </a:cubicBezTo>
                  <a:lnTo>
                    <a:pt x="-2125" y="3295"/>
                  </a:lnTo>
                  <a:cubicBezTo>
                    <a:pt x="-2125" y="379"/>
                    <a:pt x="236" y="-1982"/>
                    <a:pt x="3152" y="-1982"/>
                  </a:cubicBezTo>
                  <a:cubicBezTo>
                    <a:pt x="6067" y="-1982"/>
                    <a:pt x="8428" y="379"/>
                    <a:pt x="8428" y="3295"/>
                  </a:cubicBezTo>
                  <a:lnTo>
                    <a:pt x="8428" y="41010"/>
                  </a:lnTo>
                  <a:cubicBezTo>
                    <a:pt x="8428" y="43925"/>
                    <a:pt x="6067" y="46287"/>
                    <a:pt x="3152" y="46287"/>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3" name="Freeform: Shape 102">
              <a:extLst>
                <a:ext uri="{FF2B5EF4-FFF2-40B4-BE49-F238E27FC236}">
                  <a16:creationId xmlns:a16="http://schemas.microsoft.com/office/drawing/2014/main" id="{491A7FC7-6127-4783-E4D7-CB5FAB11183B}"/>
                </a:ext>
              </a:extLst>
            </p:cNvPr>
            <p:cNvSpPr/>
            <p:nvPr/>
          </p:nvSpPr>
          <p:spPr>
            <a:xfrm>
              <a:off x="4077357" y="2740547"/>
              <a:ext cx="10986" cy="80190"/>
            </a:xfrm>
            <a:custGeom>
              <a:avLst/>
              <a:gdLst>
                <a:gd name="csX0" fmla="*/ 3152 w 10553"/>
                <a:gd name="csY0" fmla="*/ 75045 h 77026"/>
                <a:gd name="csX1" fmla="*/ -2125 w 10553"/>
                <a:gd name="csY1" fmla="*/ 69768 h 77026"/>
                <a:gd name="csX2" fmla="*/ -2125 w 10553"/>
                <a:gd name="csY2" fmla="*/ 3295 h 77026"/>
                <a:gd name="csX3" fmla="*/ 3152 w 10553"/>
                <a:gd name="csY3" fmla="*/ -1982 h 77026"/>
                <a:gd name="csX4" fmla="*/ 8428 w 10553"/>
                <a:gd name="csY4" fmla="*/ 3295 h 77026"/>
                <a:gd name="csX5" fmla="*/ 8428 w 10553"/>
                <a:gd name="csY5" fmla="*/ 69768 h 77026"/>
                <a:gd name="csX6" fmla="*/ 3152 w 10553"/>
                <a:gd name="csY6" fmla="*/ 75045 h 7702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53" h="77026">
                  <a:moveTo>
                    <a:pt x="3152" y="75045"/>
                  </a:moveTo>
                  <a:cubicBezTo>
                    <a:pt x="236" y="75045"/>
                    <a:pt x="-2125" y="72683"/>
                    <a:pt x="-2125" y="69768"/>
                  </a:cubicBezTo>
                  <a:lnTo>
                    <a:pt x="-2125" y="3295"/>
                  </a:lnTo>
                  <a:cubicBezTo>
                    <a:pt x="-2125" y="379"/>
                    <a:pt x="236" y="-1982"/>
                    <a:pt x="3152" y="-1982"/>
                  </a:cubicBezTo>
                  <a:cubicBezTo>
                    <a:pt x="6067" y="-1982"/>
                    <a:pt x="8428" y="379"/>
                    <a:pt x="8428" y="3295"/>
                  </a:cubicBezTo>
                  <a:lnTo>
                    <a:pt x="8428" y="69768"/>
                  </a:lnTo>
                  <a:cubicBezTo>
                    <a:pt x="8428" y="72683"/>
                    <a:pt x="6067" y="75045"/>
                    <a:pt x="3152" y="75045"/>
                  </a:cubicBezTo>
                  <a:close/>
                </a:path>
              </a:pathLst>
            </a:custGeom>
            <a:solidFill>
              <a:srgbClr val="2060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5" name="Freeform: Shape 104">
              <a:extLst>
                <a:ext uri="{FF2B5EF4-FFF2-40B4-BE49-F238E27FC236}">
                  <a16:creationId xmlns:a16="http://schemas.microsoft.com/office/drawing/2014/main" id="{41576FC5-ABBE-97C9-75AF-DF2E6B2B89F6}"/>
                </a:ext>
              </a:extLst>
            </p:cNvPr>
            <p:cNvSpPr/>
            <p:nvPr/>
          </p:nvSpPr>
          <p:spPr>
            <a:xfrm>
              <a:off x="4118586" y="2671357"/>
              <a:ext cx="10986" cy="149381"/>
            </a:xfrm>
            <a:custGeom>
              <a:avLst/>
              <a:gdLst>
                <a:gd name="csX0" fmla="*/ 3152 w 10553"/>
                <a:gd name="csY0" fmla="*/ 141504 h 143486"/>
                <a:gd name="csX1" fmla="*/ -2125 w 10553"/>
                <a:gd name="csY1" fmla="*/ 136228 h 143486"/>
                <a:gd name="csX2" fmla="*/ -2125 w 10553"/>
                <a:gd name="csY2" fmla="*/ 3295 h 143486"/>
                <a:gd name="csX3" fmla="*/ 3152 w 10553"/>
                <a:gd name="csY3" fmla="*/ -1982 h 143486"/>
                <a:gd name="csX4" fmla="*/ 8428 w 10553"/>
                <a:gd name="csY4" fmla="*/ 3295 h 143486"/>
                <a:gd name="csX5" fmla="*/ 8428 w 10553"/>
                <a:gd name="csY5" fmla="*/ 136228 h 143486"/>
                <a:gd name="csX6" fmla="*/ 3152 w 10553"/>
                <a:gd name="csY6" fmla="*/ 141504 h 143486"/>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53" h="143486">
                  <a:moveTo>
                    <a:pt x="3152" y="141504"/>
                  </a:moveTo>
                  <a:cubicBezTo>
                    <a:pt x="236" y="141504"/>
                    <a:pt x="-2125" y="139143"/>
                    <a:pt x="-2125" y="136228"/>
                  </a:cubicBezTo>
                  <a:lnTo>
                    <a:pt x="-2125" y="3295"/>
                  </a:lnTo>
                  <a:cubicBezTo>
                    <a:pt x="-2125" y="379"/>
                    <a:pt x="236" y="-1982"/>
                    <a:pt x="3152" y="-1982"/>
                  </a:cubicBezTo>
                  <a:cubicBezTo>
                    <a:pt x="6054" y="-1982"/>
                    <a:pt x="8428" y="379"/>
                    <a:pt x="8428" y="3295"/>
                  </a:cubicBezTo>
                  <a:lnTo>
                    <a:pt x="8428" y="136228"/>
                  </a:lnTo>
                  <a:cubicBezTo>
                    <a:pt x="8428" y="139143"/>
                    <a:pt x="6054" y="141504"/>
                    <a:pt x="3152" y="141504"/>
                  </a:cubicBezTo>
                  <a:close/>
                </a:path>
              </a:pathLst>
            </a:custGeom>
            <a:solidFill>
              <a:schemeClr val="accent2"/>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6" name="Freeform: Shape 105">
              <a:extLst>
                <a:ext uri="{FF2B5EF4-FFF2-40B4-BE49-F238E27FC236}">
                  <a16:creationId xmlns:a16="http://schemas.microsoft.com/office/drawing/2014/main" id="{E95F9DB8-C04C-94CA-8151-05DC3ADB5556}"/>
                </a:ext>
              </a:extLst>
            </p:cNvPr>
            <p:cNvSpPr/>
            <p:nvPr/>
          </p:nvSpPr>
          <p:spPr>
            <a:xfrm>
              <a:off x="4159802" y="2731223"/>
              <a:ext cx="10986" cy="89515"/>
            </a:xfrm>
            <a:custGeom>
              <a:avLst/>
              <a:gdLst>
                <a:gd name="csX0" fmla="*/ 3152 w 10553"/>
                <a:gd name="csY0" fmla="*/ 84002 h 85983"/>
                <a:gd name="csX1" fmla="*/ -2125 w 10553"/>
                <a:gd name="csY1" fmla="*/ 78725 h 85983"/>
                <a:gd name="csX2" fmla="*/ -2125 w 10553"/>
                <a:gd name="csY2" fmla="*/ 3295 h 85983"/>
                <a:gd name="csX3" fmla="*/ 3152 w 10553"/>
                <a:gd name="csY3" fmla="*/ -1982 h 85983"/>
                <a:gd name="csX4" fmla="*/ 8428 w 10553"/>
                <a:gd name="csY4" fmla="*/ 3295 h 85983"/>
                <a:gd name="csX5" fmla="*/ 8428 w 10553"/>
                <a:gd name="csY5" fmla="*/ 78725 h 85983"/>
                <a:gd name="csX6" fmla="*/ 3152 w 10553"/>
                <a:gd name="csY6" fmla="*/ 84002 h 8598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53" h="85983">
                  <a:moveTo>
                    <a:pt x="3152" y="84002"/>
                  </a:moveTo>
                  <a:cubicBezTo>
                    <a:pt x="236" y="84002"/>
                    <a:pt x="-2125" y="81640"/>
                    <a:pt x="-2125" y="78725"/>
                  </a:cubicBezTo>
                  <a:lnTo>
                    <a:pt x="-2125" y="3295"/>
                  </a:lnTo>
                  <a:cubicBezTo>
                    <a:pt x="-2125" y="379"/>
                    <a:pt x="236" y="-1982"/>
                    <a:pt x="3152" y="-1982"/>
                  </a:cubicBezTo>
                  <a:cubicBezTo>
                    <a:pt x="6067" y="-1982"/>
                    <a:pt x="8428" y="379"/>
                    <a:pt x="8428" y="3295"/>
                  </a:cubicBezTo>
                  <a:lnTo>
                    <a:pt x="8428" y="78725"/>
                  </a:lnTo>
                  <a:cubicBezTo>
                    <a:pt x="8428" y="81640"/>
                    <a:pt x="6067" y="84002"/>
                    <a:pt x="3152" y="84002"/>
                  </a:cubicBezTo>
                  <a:close/>
                </a:path>
              </a:pathLst>
            </a:custGeom>
            <a:solidFill>
              <a:srgbClr val="002163"/>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7" name="Freeform: Shape 106">
              <a:extLst>
                <a:ext uri="{FF2B5EF4-FFF2-40B4-BE49-F238E27FC236}">
                  <a16:creationId xmlns:a16="http://schemas.microsoft.com/office/drawing/2014/main" id="{AE3A9B4B-E2AA-2E06-B5BF-749D3A150BC6}"/>
                </a:ext>
              </a:extLst>
            </p:cNvPr>
            <p:cNvSpPr/>
            <p:nvPr/>
          </p:nvSpPr>
          <p:spPr>
            <a:xfrm>
              <a:off x="4201030" y="2698371"/>
              <a:ext cx="10986" cy="122367"/>
            </a:xfrm>
            <a:custGeom>
              <a:avLst/>
              <a:gdLst>
                <a:gd name="csX0" fmla="*/ 3152 w 10553"/>
                <a:gd name="csY0" fmla="*/ 115556 h 117538"/>
                <a:gd name="csX1" fmla="*/ -2125 w 10553"/>
                <a:gd name="csY1" fmla="*/ 110280 h 117538"/>
                <a:gd name="csX2" fmla="*/ -2125 w 10553"/>
                <a:gd name="csY2" fmla="*/ 3295 h 117538"/>
                <a:gd name="csX3" fmla="*/ 3152 w 10553"/>
                <a:gd name="csY3" fmla="*/ -1982 h 117538"/>
                <a:gd name="csX4" fmla="*/ 8428 w 10553"/>
                <a:gd name="csY4" fmla="*/ 3295 h 117538"/>
                <a:gd name="csX5" fmla="*/ 8428 w 10553"/>
                <a:gd name="csY5" fmla="*/ 110280 h 117538"/>
                <a:gd name="csX6" fmla="*/ 3152 w 10553"/>
                <a:gd name="csY6" fmla="*/ 115556 h 11753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0553" h="117538">
                  <a:moveTo>
                    <a:pt x="3152" y="115556"/>
                  </a:moveTo>
                  <a:cubicBezTo>
                    <a:pt x="236" y="115556"/>
                    <a:pt x="-2125" y="113195"/>
                    <a:pt x="-2125" y="110280"/>
                  </a:cubicBezTo>
                  <a:lnTo>
                    <a:pt x="-2125" y="3295"/>
                  </a:lnTo>
                  <a:cubicBezTo>
                    <a:pt x="-2125" y="379"/>
                    <a:pt x="236" y="-1982"/>
                    <a:pt x="3152" y="-1982"/>
                  </a:cubicBezTo>
                  <a:cubicBezTo>
                    <a:pt x="6067" y="-1982"/>
                    <a:pt x="8428" y="379"/>
                    <a:pt x="8428" y="3295"/>
                  </a:cubicBezTo>
                  <a:lnTo>
                    <a:pt x="8428" y="110280"/>
                  </a:lnTo>
                  <a:cubicBezTo>
                    <a:pt x="8428" y="113195"/>
                    <a:pt x="6067" y="115556"/>
                    <a:pt x="3152" y="115556"/>
                  </a:cubicBezTo>
                  <a:close/>
                </a:path>
              </a:pathLst>
            </a:custGeom>
            <a:solidFill>
              <a:srgbClr val="2060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8" name="Freeform: Shape 107">
              <a:extLst>
                <a:ext uri="{FF2B5EF4-FFF2-40B4-BE49-F238E27FC236}">
                  <a16:creationId xmlns:a16="http://schemas.microsoft.com/office/drawing/2014/main" id="{E222670B-37FE-1E72-8FFD-3B01CE803E0C}"/>
                </a:ext>
              </a:extLst>
            </p:cNvPr>
            <p:cNvSpPr/>
            <p:nvPr/>
          </p:nvSpPr>
          <p:spPr>
            <a:xfrm>
              <a:off x="4488950" y="2881008"/>
              <a:ext cx="46075" cy="46076"/>
            </a:xfrm>
            <a:custGeom>
              <a:avLst/>
              <a:gdLst>
                <a:gd name="csX0" fmla="*/ -2125 w 44257"/>
                <a:gd name="csY0" fmla="*/ 20154 h 44258"/>
                <a:gd name="csX1" fmla="*/ 19997 w 44257"/>
                <a:gd name="csY1" fmla="*/ -1982 h 44258"/>
                <a:gd name="csX2" fmla="*/ 42133 w 44257"/>
                <a:gd name="csY2" fmla="*/ 20154 h 44258"/>
                <a:gd name="csX3" fmla="*/ 19997 w 44257"/>
                <a:gd name="csY3" fmla="*/ 42276 h 44258"/>
                <a:gd name="csX4" fmla="*/ -2125 w 44257"/>
                <a:gd name="csY4" fmla="*/ 20154 h 44258"/>
              </a:gdLst>
              <a:ahLst/>
              <a:cxnLst>
                <a:cxn ang="0">
                  <a:pos x="csX0" y="csY0"/>
                </a:cxn>
                <a:cxn ang="0">
                  <a:pos x="csX1" y="csY1"/>
                </a:cxn>
                <a:cxn ang="0">
                  <a:pos x="csX2" y="csY2"/>
                </a:cxn>
                <a:cxn ang="0">
                  <a:pos x="csX3" y="csY3"/>
                </a:cxn>
                <a:cxn ang="0">
                  <a:pos x="csX4" y="csY4"/>
                </a:cxn>
              </a:cxnLst>
              <a:rect l="l" t="t" r="r" b="b"/>
              <a:pathLst>
                <a:path w="44257" h="44258">
                  <a:moveTo>
                    <a:pt x="-2125" y="20154"/>
                  </a:moveTo>
                  <a:cubicBezTo>
                    <a:pt x="-2125" y="7925"/>
                    <a:pt x="7782" y="-1982"/>
                    <a:pt x="19997" y="-1982"/>
                  </a:cubicBezTo>
                  <a:cubicBezTo>
                    <a:pt x="32226" y="-1982"/>
                    <a:pt x="42133" y="7925"/>
                    <a:pt x="42133" y="20154"/>
                  </a:cubicBezTo>
                  <a:cubicBezTo>
                    <a:pt x="42133" y="32369"/>
                    <a:pt x="32226" y="42276"/>
                    <a:pt x="19997" y="42276"/>
                  </a:cubicBezTo>
                  <a:cubicBezTo>
                    <a:pt x="7782" y="42276"/>
                    <a:pt x="-2125" y="32369"/>
                    <a:pt x="-2125" y="20154"/>
                  </a:cubicBezTo>
                  <a:close/>
                </a:path>
              </a:pathLst>
            </a:custGeom>
            <a:solidFill>
              <a:srgbClr val="FFFF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09" name="Freeform: Shape 108">
              <a:extLst>
                <a:ext uri="{FF2B5EF4-FFF2-40B4-BE49-F238E27FC236}">
                  <a16:creationId xmlns:a16="http://schemas.microsoft.com/office/drawing/2014/main" id="{93BEA559-AC56-1E69-3A28-F97000B763EF}"/>
                </a:ext>
              </a:extLst>
            </p:cNvPr>
            <p:cNvSpPr/>
            <p:nvPr/>
          </p:nvSpPr>
          <p:spPr>
            <a:xfrm>
              <a:off x="4695407" y="2881008"/>
              <a:ext cx="46076" cy="46076"/>
            </a:xfrm>
            <a:custGeom>
              <a:avLst/>
              <a:gdLst>
                <a:gd name="csX0" fmla="*/ -2125 w 44258"/>
                <a:gd name="csY0" fmla="*/ 20154 h 44258"/>
                <a:gd name="csX1" fmla="*/ 19997 w 44258"/>
                <a:gd name="csY1" fmla="*/ -1982 h 44258"/>
                <a:gd name="csX2" fmla="*/ 42133 w 44258"/>
                <a:gd name="csY2" fmla="*/ 20154 h 44258"/>
                <a:gd name="csX3" fmla="*/ 19997 w 44258"/>
                <a:gd name="csY3" fmla="*/ 42276 h 44258"/>
                <a:gd name="csX4" fmla="*/ -2125 w 44258"/>
                <a:gd name="csY4" fmla="*/ 20154 h 44258"/>
              </a:gdLst>
              <a:ahLst/>
              <a:cxnLst>
                <a:cxn ang="0">
                  <a:pos x="csX0" y="csY0"/>
                </a:cxn>
                <a:cxn ang="0">
                  <a:pos x="csX1" y="csY1"/>
                </a:cxn>
                <a:cxn ang="0">
                  <a:pos x="csX2" y="csY2"/>
                </a:cxn>
                <a:cxn ang="0">
                  <a:pos x="csX3" y="csY3"/>
                </a:cxn>
                <a:cxn ang="0">
                  <a:pos x="csX4" y="csY4"/>
                </a:cxn>
              </a:cxnLst>
              <a:rect l="l" t="t" r="r" b="b"/>
              <a:pathLst>
                <a:path w="44258" h="44258">
                  <a:moveTo>
                    <a:pt x="-2125" y="20154"/>
                  </a:moveTo>
                  <a:cubicBezTo>
                    <a:pt x="-2125" y="7925"/>
                    <a:pt x="7782" y="-1982"/>
                    <a:pt x="19997" y="-1982"/>
                  </a:cubicBezTo>
                  <a:cubicBezTo>
                    <a:pt x="32226" y="-1982"/>
                    <a:pt x="42133" y="7925"/>
                    <a:pt x="42133" y="20154"/>
                  </a:cubicBezTo>
                  <a:cubicBezTo>
                    <a:pt x="42133" y="32369"/>
                    <a:pt x="32226" y="42276"/>
                    <a:pt x="19997" y="42276"/>
                  </a:cubicBezTo>
                  <a:cubicBezTo>
                    <a:pt x="7782" y="42276"/>
                    <a:pt x="-2125" y="32369"/>
                    <a:pt x="-2125" y="20154"/>
                  </a:cubicBezTo>
                  <a:close/>
                </a:path>
              </a:pathLst>
            </a:custGeom>
            <a:solidFill>
              <a:srgbClr val="FFFF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nvGrpSpPr>
            <p:cNvPr id="110" name="Group 109">
              <a:extLst>
                <a:ext uri="{FF2B5EF4-FFF2-40B4-BE49-F238E27FC236}">
                  <a16:creationId xmlns:a16="http://schemas.microsoft.com/office/drawing/2014/main" id="{99BEE779-BA3F-6968-A3EB-C3CC3CF230D6}"/>
                </a:ext>
              </a:extLst>
            </p:cNvPr>
            <p:cNvGrpSpPr/>
            <p:nvPr/>
          </p:nvGrpSpPr>
          <p:grpSpPr>
            <a:xfrm>
              <a:off x="4094057" y="2680848"/>
              <a:ext cx="882736" cy="603360"/>
              <a:chOff x="4667118" y="-1083363"/>
              <a:chExt cx="2585896" cy="1767488"/>
            </a:xfrm>
          </p:grpSpPr>
          <p:sp>
            <p:nvSpPr>
              <p:cNvPr id="512" name="Freeform: Shape 511">
                <a:extLst>
                  <a:ext uri="{FF2B5EF4-FFF2-40B4-BE49-F238E27FC236}">
                    <a16:creationId xmlns:a16="http://schemas.microsoft.com/office/drawing/2014/main" id="{FE031FF2-B538-1AA3-B688-3AF0DBB77BE1}"/>
                  </a:ext>
                </a:extLst>
              </p:cNvPr>
              <p:cNvSpPr/>
              <p:nvPr/>
            </p:nvSpPr>
            <p:spPr>
              <a:xfrm>
                <a:off x="4667118" y="-1083363"/>
                <a:ext cx="2585896" cy="1767488"/>
              </a:xfrm>
              <a:custGeom>
                <a:avLst/>
                <a:gdLst>
                  <a:gd name="connsiteX0" fmla="*/ 1158052 w 1313691"/>
                  <a:gd name="connsiteY0" fmla="*/ 417005 h 897921"/>
                  <a:gd name="connsiteX1" fmla="*/ 1166529 w 1313691"/>
                  <a:gd name="connsiteY1" fmla="*/ 357949 h 897921"/>
                  <a:gd name="connsiteX2" fmla="*/ 969457 w 1313691"/>
                  <a:gd name="connsiteY2" fmla="*/ 161163 h 897921"/>
                  <a:gd name="connsiteX3" fmla="*/ 879065 w 1313691"/>
                  <a:gd name="connsiteY3" fmla="*/ 182309 h 897921"/>
                  <a:gd name="connsiteX4" fmla="*/ 850109 w 1313691"/>
                  <a:gd name="connsiteY4" fmla="*/ 172307 h 897921"/>
                  <a:gd name="connsiteX5" fmla="*/ 588457 w 1313691"/>
                  <a:gd name="connsiteY5" fmla="*/ 0 h 897921"/>
                  <a:gd name="connsiteX6" fmla="*/ 308517 w 1313691"/>
                  <a:gd name="connsiteY6" fmla="*/ 206407 h 897921"/>
                  <a:gd name="connsiteX7" fmla="*/ 291087 w 1313691"/>
                  <a:gd name="connsiteY7" fmla="*/ 220980 h 897921"/>
                  <a:gd name="connsiteX8" fmla="*/ 3 w 1313691"/>
                  <a:gd name="connsiteY8" fmla="*/ 559118 h 897921"/>
                  <a:gd name="connsiteX9" fmla="*/ 342712 w 1313691"/>
                  <a:gd name="connsiteY9" fmla="*/ 897922 h 897921"/>
                  <a:gd name="connsiteX10" fmla="*/ 1074613 w 1313691"/>
                  <a:gd name="connsiteY10" fmla="*/ 897922 h 897921"/>
                  <a:gd name="connsiteX11" fmla="*/ 1313691 w 1313691"/>
                  <a:gd name="connsiteY11" fmla="*/ 660083 h 897921"/>
                  <a:gd name="connsiteX12" fmla="*/ 1170244 w 1313691"/>
                  <a:gd name="connsiteY12" fmla="*/ 443008 h 897921"/>
                  <a:gd name="connsiteX13" fmla="*/ 1158147 w 1313691"/>
                  <a:gd name="connsiteY13" fmla="*/ 417005 h 8979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313691" h="897921">
                    <a:moveTo>
                      <a:pt x="1158052" y="417005"/>
                    </a:moveTo>
                    <a:cubicBezTo>
                      <a:pt x="1163672" y="398336"/>
                      <a:pt x="1166720" y="378524"/>
                      <a:pt x="1166529" y="357949"/>
                    </a:cubicBezTo>
                    <a:cubicBezTo>
                      <a:pt x="1165767" y="249936"/>
                      <a:pt x="1077470" y="161735"/>
                      <a:pt x="969457" y="161163"/>
                    </a:cubicBezTo>
                    <a:cubicBezTo>
                      <a:pt x="936977" y="160973"/>
                      <a:pt x="906211" y="168593"/>
                      <a:pt x="879065" y="182309"/>
                    </a:cubicBezTo>
                    <a:cubicBezTo>
                      <a:pt x="868302" y="187738"/>
                      <a:pt x="855348" y="183071"/>
                      <a:pt x="850109" y="172307"/>
                    </a:cubicBezTo>
                    <a:cubicBezTo>
                      <a:pt x="802674" y="74295"/>
                      <a:pt x="704567" y="0"/>
                      <a:pt x="588457" y="0"/>
                    </a:cubicBezTo>
                    <a:cubicBezTo>
                      <a:pt x="459298" y="0"/>
                      <a:pt x="339093" y="82391"/>
                      <a:pt x="308517" y="206407"/>
                    </a:cubicBezTo>
                    <a:cubicBezTo>
                      <a:pt x="306517" y="214313"/>
                      <a:pt x="299183" y="219837"/>
                      <a:pt x="291087" y="220980"/>
                    </a:cubicBezTo>
                    <a:cubicBezTo>
                      <a:pt x="126018" y="244888"/>
                      <a:pt x="-664" y="387287"/>
                      <a:pt x="3" y="559118"/>
                    </a:cubicBezTo>
                    <a:cubicBezTo>
                      <a:pt x="764" y="746855"/>
                      <a:pt x="154974" y="897922"/>
                      <a:pt x="342712" y="897922"/>
                    </a:cubicBezTo>
                    <a:lnTo>
                      <a:pt x="1074613" y="897922"/>
                    </a:lnTo>
                    <a:cubicBezTo>
                      <a:pt x="1205486" y="897922"/>
                      <a:pt x="1314072" y="790861"/>
                      <a:pt x="1313691" y="660083"/>
                    </a:cubicBezTo>
                    <a:cubicBezTo>
                      <a:pt x="1313405" y="562737"/>
                      <a:pt x="1254350" y="479203"/>
                      <a:pt x="1170244" y="443008"/>
                    </a:cubicBezTo>
                    <a:cubicBezTo>
                      <a:pt x="1160148" y="438722"/>
                      <a:pt x="1155004" y="427482"/>
                      <a:pt x="1158147" y="417005"/>
                    </a:cubicBezTo>
                    <a:close/>
                  </a:path>
                </a:pathLst>
              </a:custGeom>
              <a:solidFill>
                <a:schemeClr val="bg1"/>
              </a:solidFill>
              <a:ln w="9525" cap="flat">
                <a:solidFill>
                  <a:schemeClr val="accent2"/>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14" name="Freeform: Shape 513">
                <a:extLst>
                  <a:ext uri="{FF2B5EF4-FFF2-40B4-BE49-F238E27FC236}">
                    <a16:creationId xmlns:a16="http://schemas.microsoft.com/office/drawing/2014/main" id="{D335CDF3-22EB-2F62-635D-33ACF47033B0}"/>
                  </a:ext>
                </a:extLst>
              </p:cNvPr>
              <p:cNvSpPr/>
              <p:nvPr/>
            </p:nvSpPr>
            <p:spPr>
              <a:xfrm>
                <a:off x="4906218" y="-666525"/>
                <a:ext cx="1292904" cy="1292904"/>
              </a:xfrm>
              <a:custGeom>
                <a:avLst/>
                <a:gdLst>
                  <a:gd name="connsiteX0" fmla="*/ 85061 w 689519"/>
                  <a:gd name="connsiteY0" fmla="*/ 117160 h 689519"/>
                  <a:gd name="connsiteX1" fmla="*/ 30101 w 689519"/>
                  <a:gd name="connsiteY1" fmla="*/ 202409 h 689519"/>
                  <a:gd name="connsiteX2" fmla="*/ 32483 w 689519"/>
                  <a:gd name="connsiteY2" fmla="*/ 213267 h 689519"/>
                  <a:gd name="connsiteX3" fmla="*/ 77536 w 689519"/>
                  <a:gd name="connsiteY3" fmla="*/ 242318 h 689519"/>
                  <a:gd name="connsiteX4" fmla="*/ 80679 w 689519"/>
                  <a:gd name="connsiteY4" fmla="*/ 251558 h 689519"/>
                  <a:gd name="connsiteX5" fmla="*/ 64677 w 689519"/>
                  <a:gd name="connsiteY5" fmla="*/ 339188 h 689519"/>
                  <a:gd name="connsiteX6" fmla="*/ 58581 w 689519"/>
                  <a:gd name="connsiteY6" fmla="*/ 346712 h 689519"/>
                  <a:gd name="connsiteX7" fmla="*/ 6194 w 689519"/>
                  <a:gd name="connsiteY7" fmla="*/ 358047 h 689519"/>
                  <a:gd name="connsiteX8" fmla="*/ 193 w 689519"/>
                  <a:gd name="connsiteY8" fmla="*/ 367382 h 689519"/>
                  <a:gd name="connsiteX9" fmla="*/ 21624 w 689519"/>
                  <a:gd name="connsiteY9" fmla="*/ 466537 h 689519"/>
                  <a:gd name="connsiteX10" fmla="*/ 30959 w 689519"/>
                  <a:gd name="connsiteY10" fmla="*/ 472538 h 689519"/>
                  <a:gd name="connsiteX11" fmla="*/ 83346 w 689519"/>
                  <a:gd name="connsiteY11" fmla="*/ 461203 h 689519"/>
                  <a:gd name="connsiteX12" fmla="*/ 92109 w 689519"/>
                  <a:gd name="connsiteY12" fmla="*/ 465584 h 689519"/>
                  <a:gd name="connsiteX13" fmla="*/ 142877 w 689519"/>
                  <a:gd name="connsiteY13" fmla="*/ 538832 h 689519"/>
                  <a:gd name="connsiteX14" fmla="*/ 143830 w 689519"/>
                  <a:gd name="connsiteY14" fmla="*/ 548547 h 689519"/>
                  <a:gd name="connsiteX15" fmla="*/ 114779 w 689519"/>
                  <a:gd name="connsiteY15" fmla="*/ 593600 h 689519"/>
                  <a:gd name="connsiteX16" fmla="*/ 117160 w 689519"/>
                  <a:gd name="connsiteY16" fmla="*/ 604459 h 689519"/>
                  <a:gd name="connsiteX17" fmla="*/ 202409 w 689519"/>
                  <a:gd name="connsiteY17" fmla="*/ 659418 h 689519"/>
                  <a:gd name="connsiteX18" fmla="*/ 213267 w 689519"/>
                  <a:gd name="connsiteY18" fmla="*/ 657037 h 689519"/>
                  <a:gd name="connsiteX19" fmla="*/ 242318 w 689519"/>
                  <a:gd name="connsiteY19" fmla="*/ 611984 h 689519"/>
                  <a:gd name="connsiteX20" fmla="*/ 251558 w 689519"/>
                  <a:gd name="connsiteY20" fmla="*/ 608840 h 689519"/>
                  <a:gd name="connsiteX21" fmla="*/ 339188 w 689519"/>
                  <a:gd name="connsiteY21" fmla="*/ 624842 h 689519"/>
                  <a:gd name="connsiteX22" fmla="*/ 346712 w 689519"/>
                  <a:gd name="connsiteY22" fmla="*/ 630938 h 689519"/>
                  <a:gd name="connsiteX23" fmla="*/ 358047 w 689519"/>
                  <a:gd name="connsiteY23" fmla="*/ 683326 h 689519"/>
                  <a:gd name="connsiteX24" fmla="*/ 367382 w 689519"/>
                  <a:gd name="connsiteY24" fmla="*/ 689327 h 689519"/>
                  <a:gd name="connsiteX25" fmla="*/ 466537 w 689519"/>
                  <a:gd name="connsiteY25" fmla="*/ 667895 h 689519"/>
                  <a:gd name="connsiteX26" fmla="*/ 472538 w 689519"/>
                  <a:gd name="connsiteY26" fmla="*/ 658561 h 689519"/>
                  <a:gd name="connsiteX27" fmla="*/ 461203 w 689519"/>
                  <a:gd name="connsiteY27" fmla="*/ 606173 h 689519"/>
                  <a:gd name="connsiteX28" fmla="*/ 465584 w 689519"/>
                  <a:gd name="connsiteY28" fmla="*/ 597410 h 689519"/>
                  <a:gd name="connsiteX29" fmla="*/ 538832 w 689519"/>
                  <a:gd name="connsiteY29" fmla="*/ 546642 h 689519"/>
                  <a:gd name="connsiteX30" fmla="*/ 548547 w 689519"/>
                  <a:gd name="connsiteY30" fmla="*/ 545690 h 689519"/>
                  <a:gd name="connsiteX31" fmla="*/ 593600 w 689519"/>
                  <a:gd name="connsiteY31" fmla="*/ 574741 h 689519"/>
                  <a:gd name="connsiteX32" fmla="*/ 604459 w 689519"/>
                  <a:gd name="connsiteY32" fmla="*/ 572360 h 689519"/>
                  <a:gd name="connsiteX33" fmla="*/ 659418 w 689519"/>
                  <a:gd name="connsiteY33" fmla="*/ 487111 h 689519"/>
                  <a:gd name="connsiteX34" fmla="*/ 657037 w 689519"/>
                  <a:gd name="connsiteY34" fmla="*/ 476252 h 689519"/>
                  <a:gd name="connsiteX35" fmla="*/ 611983 w 689519"/>
                  <a:gd name="connsiteY35" fmla="*/ 447201 h 689519"/>
                  <a:gd name="connsiteX36" fmla="*/ 608841 w 689519"/>
                  <a:gd name="connsiteY36" fmla="*/ 437962 h 689519"/>
                  <a:gd name="connsiteX37" fmla="*/ 624843 w 689519"/>
                  <a:gd name="connsiteY37" fmla="*/ 350332 h 689519"/>
                  <a:gd name="connsiteX38" fmla="*/ 630939 w 689519"/>
                  <a:gd name="connsiteY38" fmla="*/ 342807 h 689519"/>
                  <a:gd name="connsiteX39" fmla="*/ 683326 w 689519"/>
                  <a:gd name="connsiteY39" fmla="*/ 331472 h 689519"/>
                  <a:gd name="connsiteX40" fmla="*/ 689326 w 689519"/>
                  <a:gd name="connsiteY40" fmla="*/ 322138 h 689519"/>
                  <a:gd name="connsiteX41" fmla="*/ 667895 w 689519"/>
                  <a:gd name="connsiteY41" fmla="*/ 222983 h 689519"/>
                  <a:gd name="connsiteX42" fmla="*/ 658561 w 689519"/>
                  <a:gd name="connsiteY42" fmla="*/ 216982 h 689519"/>
                  <a:gd name="connsiteX43" fmla="*/ 606173 w 689519"/>
                  <a:gd name="connsiteY43" fmla="*/ 228317 h 689519"/>
                  <a:gd name="connsiteX44" fmla="*/ 597410 w 689519"/>
                  <a:gd name="connsiteY44" fmla="*/ 223935 h 689519"/>
                  <a:gd name="connsiteX45" fmla="*/ 546642 w 689519"/>
                  <a:gd name="connsiteY45" fmla="*/ 150688 h 689519"/>
                  <a:gd name="connsiteX46" fmla="*/ 545690 w 689519"/>
                  <a:gd name="connsiteY46" fmla="*/ 140972 h 689519"/>
                  <a:gd name="connsiteX47" fmla="*/ 574741 w 689519"/>
                  <a:gd name="connsiteY47" fmla="*/ 95919 h 689519"/>
                  <a:gd name="connsiteX48" fmla="*/ 572360 w 689519"/>
                  <a:gd name="connsiteY48" fmla="*/ 85061 h 689519"/>
                  <a:gd name="connsiteX49" fmla="*/ 487111 w 689519"/>
                  <a:gd name="connsiteY49" fmla="*/ 30101 h 689519"/>
                  <a:gd name="connsiteX50" fmla="*/ 476252 w 689519"/>
                  <a:gd name="connsiteY50" fmla="*/ 32483 h 689519"/>
                  <a:gd name="connsiteX51" fmla="*/ 447201 w 689519"/>
                  <a:gd name="connsiteY51" fmla="*/ 77536 h 689519"/>
                  <a:gd name="connsiteX52" fmla="*/ 437962 w 689519"/>
                  <a:gd name="connsiteY52" fmla="*/ 80679 h 689519"/>
                  <a:gd name="connsiteX53" fmla="*/ 350332 w 689519"/>
                  <a:gd name="connsiteY53" fmla="*/ 64677 h 689519"/>
                  <a:gd name="connsiteX54" fmla="*/ 342807 w 689519"/>
                  <a:gd name="connsiteY54" fmla="*/ 58581 h 689519"/>
                  <a:gd name="connsiteX55" fmla="*/ 331472 w 689519"/>
                  <a:gd name="connsiteY55" fmla="*/ 6194 h 689519"/>
                  <a:gd name="connsiteX56" fmla="*/ 322138 w 689519"/>
                  <a:gd name="connsiteY56" fmla="*/ 193 h 689519"/>
                  <a:gd name="connsiteX57" fmla="*/ 222983 w 689519"/>
                  <a:gd name="connsiteY57" fmla="*/ 21624 h 689519"/>
                  <a:gd name="connsiteX58" fmla="*/ 216982 w 689519"/>
                  <a:gd name="connsiteY58" fmla="*/ 30959 h 689519"/>
                  <a:gd name="connsiteX59" fmla="*/ 228317 w 689519"/>
                  <a:gd name="connsiteY59" fmla="*/ 83346 h 689519"/>
                  <a:gd name="connsiteX60" fmla="*/ 223935 w 689519"/>
                  <a:gd name="connsiteY60" fmla="*/ 92109 h 689519"/>
                  <a:gd name="connsiteX61" fmla="*/ 150688 w 689519"/>
                  <a:gd name="connsiteY61" fmla="*/ 142877 h 689519"/>
                  <a:gd name="connsiteX62" fmla="*/ 140972 w 689519"/>
                  <a:gd name="connsiteY62" fmla="*/ 143830 h 689519"/>
                  <a:gd name="connsiteX63" fmla="*/ 95919 w 689519"/>
                  <a:gd name="connsiteY63" fmla="*/ 114779 h 689519"/>
                  <a:gd name="connsiteX64" fmla="*/ 85061 w 689519"/>
                  <a:gd name="connsiteY64" fmla="*/ 117160 h 689519"/>
                  <a:gd name="connsiteX65" fmla="*/ 308993 w 689519"/>
                  <a:gd name="connsiteY65" fmla="*/ 179453 h 689519"/>
                  <a:gd name="connsiteX66" fmla="*/ 510161 w 689519"/>
                  <a:gd name="connsiteY66" fmla="*/ 309089 h 689519"/>
                  <a:gd name="connsiteX67" fmla="*/ 380526 w 689519"/>
                  <a:gd name="connsiteY67" fmla="*/ 510257 h 689519"/>
                  <a:gd name="connsiteX68" fmla="*/ 179358 w 689519"/>
                  <a:gd name="connsiteY68" fmla="*/ 380621 h 689519"/>
                  <a:gd name="connsiteX69" fmla="*/ 308993 w 689519"/>
                  <a:gd name="connsiteY69" fmla="*/ 179453 h 6895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689519" h="689519">
                    <a:moveTo>
                      <a:pt x="85061" y="117160"/>
                    </a:moveTo>
                    <a:lnTo>
                      <a:pt x="30101" y="202409"/>
                    </a:lnTo>
                    <a:cubicBezTo>
                      <a:pt x="27720" y="206028"/>
                      <a:pt x="28768" y="210886"/>
                      <a:pt x="32483" y="213267"/>
                    </a:cubicBezTo>
                    <a:lnTo>
                      <a:pt x="77536" y="242318"/>
                    </a:lnTo>
                    <a:cubicBezTo>
                      <a:pt x="80584" y="244319"/>
                      <a:pt x="81822" y="248129"/>
                      <a:pt x="80679" y="251558"/>
                    </a:cubicBezTo>
                    <a:cubicBezTo>
                      <a:pt x="70868" y="279371"/>
                      <a:pt x="65249" y="308898"/>
                      <a:pt x="64677" y="339188"/>
                    </a:cubicBezTo>
                    <a:cubicBezTo>
                      <a:pt x="64677" y="342807"/>
                      <a:pt x="62105" y="345950"/>
                      <a:pt x="58581" y="346712"/>
                    </a:cubicBezTo>
                    <a:lnTo>
                      <a:pt x="6194" y="358047"/>
                    </a:lnTo>
                    <a:cubicBezTo>
                      <a:pt x="1907" y="359000"/>
                      <a:pt x="-760" y="363191"/>
                      <a:pt x="193" y="367382"/>
                    </a:cubicBezTo>
                    <a:lnTo>
                      <a:pt x="21624" y="466537"/>
                    </a:lnTo>
                    <a:cubicBezTo>
                      <a:pt x="22577" y="470823"/>
                      <a:pt x="26768" y="473490"/>
                      <a:pt x="30959" y="472538"/>
                    </a:cubicBezTo>
                    <a:lnTo>
                      <a:pt x="83346" y="461203"/>
                    </a:lnTo>
                    <a:cubicBezTo>
                      <a:pt x="86870" y="460441"/>
                      <a:pt x="90490" y="462251"/>
                      <a:pt x="92109" y="465584"/>
                    </a:cubicBezTo>
                    <a:cubicBezTo>
                      <a:pt x="105159" y="492921"/>
                      <a:pt x="122399" y="517591"/>
                      <a:pt x="142877" y="538832"/>
                    </a:cubicBezTo>
                    <a:cubicBezTo>
                      <a:pt x="145449" y="541499"/>
                      <a:pt x="145830" y="545404"/>
                      <a:pt x="143830" y="548547"/>
                    </a:cubicBezTo>
                    <a:lnTo>
                      <a:pt x="114779" y="593600"/>
                    </a:lnTo>
                    <a:cubicBezTo>
                      <a:pt x="112397" y="597220"/>
                      <a:pt x="113445" y="602078"/>
                      <a:pt x="117160" y="604459"/>
                    </a:cubicBezTo>
                    <a:lnTo>
                      <a:pt x="202409" y="659418"/>
                    </a:lnTo>
                    <a:cubicBezTo>
                      <a:pt x="206028" y="661799"/>
                      <a:pt x="210886" y="660752"/>
                      <a:pt x="213267" y="657037"/>
                    </a:cubicBezTo>
                    <a:lnTo>
                      <a:pt x="242318" y="611984"/>
                    </a:lnTo>
                    <a:cubicBezTo>
                      <a:pt x="244319" y="608936"/>
                      <a:pt x="248129" y="607697"/>
                      <a:pt x="251558" y="608840"/>
                    </a:cubicBezTo>
                    <a:cubicBezTo>
                      <a:pt x="279371" y="618651"/>
                      <a:pt x="308898" y="624271"/>
                      <a:pt x="339188" y="624842"/>
                    </a:cubicBezTo>
                    <a:cubicBezTo>
                      <a:pt x="342807" y="624842"/>
                      <a:pt x="345951" y="627414"/>
                      <a:pt x="346712" y="630938"/>
                    </a:cubicBezTo>
                    <a:lnTo>
                      <a:pt x="358047" y="683326"/>
                    </a:lnTo>
                    <a:cubicBezTo>
                      <a:pt x="359000" y="687612"/>
                      <a:pt x="363191" y="690279"/>
                      <a:pt x="367382" y="689327"/>
                    </a:cubicBezTo>
                    <a:lnTo>
                      <a:pt x="466537" y="667895"/>
                    </a:lnTo>
                    <a:cubicBezTo>
                      <a:pt x="470823" y="666943"/>
                      <a:pt x="473490" y="662752"/>
                      <a:pt x="472538" y="658561"/>
                    </a:cubicBezTo>
                    <a:lnTo>
                      <a:pt x="461203" y="606173"/>
                    </a:lnTo>
                    <a:cubicBezTo>
                      <a:pt x="460441" y="602649"/>
                      <a:pt x="462251" y="599030"/>
                      <a:pt x="465584" y="597410"/>
                    </a:cubicBezTo>
                    <a:cubicBezTo>
                      <a:pt x="492921" y="584361"/>
                      <a:pt x="517591" y="567121"/>
                      <a:pt x="538832" y="546642"/>
                    </a:cubicBezTo>
                    <a:cubicBezTo>
                      <a:pt x="541499" y="544070"/>
                      <a:pt x="545404" y="543689"/>
                      <a:pt x="548547" y="545690"/>
                    </a:cubicBezTo>
                    <a:lnTo>
                      <a:pt x="593600" y="574741"/>
                    </a:lnTo>
                    <a:cubicBezTo>
                      <a:pt x="597220" y="577122"/>
                      <a:pt x="602078" y="576074"/>
                      <a:pt x="604459" y="572360"/>
                    </a:cubicBezTo>
                    <a:lnTo>
                      <a:pt x="659418" y="487111"/>
                    </a:lnTo>
                    <a:cubicBezTo>
                      <a:pt x="661800" y="483491"/>
                      <a:pt x="660751" y="478634"/>
                      <a:pt x="657037" y="476252"/>
                    </a:cubicBezTo>
                    <a:lnTo>
                      <a:pt x="611983" y="447201"/>
                    </a:lnTo>
                    <a:cubicBezTo>
                      <a:pt x="608936" y="445201"/>
                      <a:pt x="607698" y="441391"/>
                      <a:pt x="608841" y="437962"/>
                    </a:cubicBezTo>
                    <a:cubicBezTo>
                      <a:pt x="618651" y="410149"/>
                      <a:pt x="624271" y="380621"/>
                      <a:pt x="624843" y="350332"/>
                    </a:cubicBezTo>
                    <a:cubicBezTo>
                      <a:pt x="624843" y="346712"/>
                      <a:pt x="627414" y="343569"/>
                      <a:pt x="630939" y="342807"/>
                    </a:cubicBezTo>
                    <a:lnTo>
                      <a:pt x="683326" y="331472"/>
                    </a:lnTo>
                    <a:cubicBezTo>
                      <a:pt x="687612" y="330520"/>
                      <a:pt x="690279" y="326329"/>
                      <a:pt x="689326" y="322138"/>
                    </a:cubicBezTo>
                    <a:lnTo>
                      <a:pt x="667895" y="222983"/>
                    </a:lnTo>
                    <a:cubicBezTo>
                      <a:pt x="666943" y="218696"/>
                      <a:pt x="662752" y="216029"/>
                      <a:pt x="658561" y="216982"/>
                    </a:cubicBezTo>
                    <a:lnTo>
                      <a:pt x="606173" y="228317"/>
                    </a:lnTo>
                    <a:cubicBezTo>
                      <a:pt x="602649" y="229079"/>
                      <a:pt x="599030" y="227269"/>
                      <a:pt x="597410" y="223935"/>
                    </a:cubicBezTo>
                    <a:cubicBezTo>
                      <a:pt x="584361" y="196598"/>
                      <a:pt x="567121" y="171929"/>
                      <a:pt x="546642" y="150688"/>
                    </a:cubicBezTo>
                    <a:cubicBezTo>
                      <a:pt x="544070" y="148021"/>
                      <a:pt x="543689" y="144116"/>
                      <a:pt x="545690" y="140972"/>
                    </a:cubicBezTo>
                    <a:lnTo>
                      <a:pt x="574741" y="95919"/>
                    </a:lnTo>
                    <a:cubicBezTo>
                      <a:pt x="577122" y="92300"/>
                      <a:pt x="576075" y="87442"/>
                      <a:pt x="572360" y="85061"/>
                    </a:cubicBezTo>
                    <a:lnTo>
                      <a:pt x="487111" y="30101"/>
                    </a:lnTo>
                    <a:cubicBezTo>
                      <a:pt x="483491" y="27720"/>
                      <a:pt x="478633" y="28768"/>
                      <a:pt x="476252" y="32483"/>
                    </a:cubicBezTo>
                    <a:lnTo>
                      <a:pt x="447201" y="77536"/>
                    </a:lnTo>
                    <a:cubicBezTo>
                      <a:pt x="445201" y="80584"/>
                      <a:pt x="441391" y="81822"/>
                      <a:pt x="437962" y="80679"/>
                    </a:cubicBezTo>
                    <a:cubicBezTo>
                      <a:pt x="410149" y="70868"/>
                      <a:pt x="380621" y="65249"/>
                      <a:pt x="350332" y="64677"/>
                    </a:cubicBezTo>
                    <a:cubicBezTo>
                      <a:pt x="346712" y="64677"/>
                      <a:pt x="343569" y="62105"/>
                      <a:pt x="342807" y="58581"/>
                    </a:cubicBezTo>
                    <a:lnTo>
                      <a:pt x="331472" y="6194"/>
                    </a:lnTo>
                    <a:cubicBezTo>
                      <a:pt x="330520" y="1907"/>
                      <a:pt x="326329" y="-760"/>
                      <a:pt x="322138" y="193"/>
                    </a:cubicBezTo>
                    <a:lnTo>
                      <a:pt x="222983" y="21624"/>
                    </a:lnTo>
                    <a:cubicBezTo>
                      <a:pt x="218696" y="22577"/>
                      <a:pt x="216029" y="26768"/>
                      <a:pt x="216982" y="30959"/>
                    </a:cubicBezTo>
                    <a:lnTo>
                      <a:pt x="228317" y="83346"/>
                    </a:lnTo>
                    <a:cubicBezTo>
                      <a:pt x="229079" y="86870"/>
                      <a:pt x="227269" y="90490"/>
                      <a:pt x="223935" y="92109"/>
                    </a:cubicBezTo>
                    <a:cubicBezTo>
                      <a:pt x="196598" y="105158"/>
                      <a:pt x="171929" y="122399"/>
                      <a:pt x="150688" y="142877"/>
                    </a:cubicBezTo>
                    <a:cubicBezTo>
                      <a:pt x="148021" y="145449"/>
                      <a:pt x="144116" y="145830"/>
                      <a:pt x="140972" y="143830"/>
                    </a:cubicBezTo>
                    <a:lnTo>
                      <a:pt x="95919" y="114779"/>
                    </a:lnTo>
                    <a:cubicBezTo>
                      <a:pt x="92300" y="112397"/>
                      <a:pt x="87442" y="113445"/>
                      <a:pt x="85061" y="117160"/>
                    </a:cubicBezTo>
                    <a:close/>
                    <a:moveTo>
                      <a:pt x="308993" y="179453"/>
                    </a:moveTo>
                    <a:cubicBezTo>
                      <a:pt x="400338" y="159737"/>
                      <a:pt x="490350" y="217744"/>
                      <a:pt x="510161" y="309089"/>
                    </a:cubicBezTo>
                    <a:cubicBezTo>
                      <a:pt x="529878" y="400433"/>
                      <a:pt x="471871" y="490445"/>
                      <a:pt x="380526" y="510257"/>
                    </a:cubicBezTo>
                    <a:cubicBezTo>
                      <a:pt x="289181" y="529973"/>
                      <a:pt x="199170" y="471966"/>
                      <a:pt x="179358" y="380621"/>
                    </a:cubicBezTo>
                    <a:cubicBezTo>
                      <a:pt x="159641" y="289277"/>
                      <a:pt x="217649" y="199265"/>
                      <a:pt x="308993" y="179453"/>
                    </a:cubicBezTo>
                    <a:close/>
                  </a:path>
                </a:pathLst>
              </a:custGeom>
              <a:solidFill>
                <a:schemeClr val="accent5"/>
              </a:solidFill>
              <a:ln w="9525" cap="flat">
                <a:solidFill>
                  <a:schemeClr val="accent5"/>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15" name="Freeform: Shape 514">
                <a:extLst>
                  <a:ext uri="{FF2B5EF4-FFF2-40B4-BE49-F238E27FC236}">
                    <a16:creationId xmlns:a16="http://schemas.microsoft.com/office/drawing/2014/main" id="{A6146253-BCA2-960D-6080-C6C66EE87BA5}"/>
                  </a:ext>
                </a:extLst>
              </p:cNvPr>
              <p:cNvSpPr/>
              <p:nvPr/>
            </p:nvSpPr>
            <p:spPr>
              <a:xfrm>
                <a:off x="6147598" y="-33767"/>
                <a:ext cx="610101" cy="610101"/>
              </a:xfrm>
              <a:custGeom>
                <a:avLst/>
                <a:gdLst>
                  <a:gd name="connsiteX0" fmla="*/ 117492 w 447200"/>
                  <a:gd name="connsiteY0" fmla="*/ 26718 h 447200"/>
                  <a:gd name="connsiteX1" fmla="*/ 64914 w 447200"/>
                  <a:gd name="connsiteY1" fmla="*/ 66057 h 447200"/>
                  <a:gd name="connsiteX2" fmla="*/ 63866 w 447200"/>
                  <a:gd name="connsiteY2" fmla="*/ 73200 h 447200"/>
                  <a:gd name="connsiteX3" fmla="*/ 84631 w 447200"/>
                  <a:gd name="connsiteY3" fmla="*/ 101013 h 447200"/>
                  <a:gd name="connsiteX4" fmla="*/ 84440 w 447200"/>
                  <a:gd name="connsiteY4" fmla="*/ 107300 h 447200"/>
                  <a:gd name="connsiteX5" fmla="*/ 54913 w 447200"/>
                  <a:gd name="connsiteY5" fmla="*/ 156925 h 447200"/>
                  <a:gd name="connsiteX6" fmla="*/ 49483 w 447200"/>
                  <a:gd name="connsiteY6" fmla="*/ 160164 h 447200"/>
                  <a:gd name="connsiteX7" fmla="*/ 15193 w 447200"/>
                  <a:gd name="connsiteY7" fmla="*/ 155211 h 447200"/>
                  <a:gd name="connsiteX8" fmla="*/ 9383 w 447200"/>
                  <a:gd name="connsiteY8" fmla="*/ 159497 h 447200"/>
                  <a:gd name="connsiteX9" fmla="*/ 49 w 447200"/>
                  <a:gd name="connsiteY9" fmla="*/ 224458 h 447200"/>
                  <a:gd name="connsiteX10" fmla="*/ 4335 w 447200"/>
                  <a:gd name="connsiteY10" fmla="*/ 230268 h 447200"/>
                  <a:gd name="connsiteX11" fmla="*/ 38625 w 447200"/>
                  <a:gd name="connsiteY11" fmla="*/ 235221 h 447200"/>
                  <a:gd name="connsiteX12" fmla="*/ 42911 w 447200"/>
                  <a:gd name="connsiteY12" fmla="*/ 239793 h 447200"/>
                  <a:gd name="connsiteX13" fmla="*/ 57199 w 447200"/>
                  <a:gd name="connsiteY13" fmla="*/ 295705 h 447200"/>
                  <a:gd name="connsiteX14" fmla="*/ 55579 w 447200"/>
                  <a:gd name="connsiteY14" fmla="*/ 301801 h 447200"/>
                  <a:gd name="connsiteX15" fmla="*/ 27766 w 447200"/>
                  <a:gd name="connsiteY15" fmla="*/ 322565 h 447200"/>
                  <a:gd name="connsiteX16" fmla="*/ 26719 w 447200"/>
                  <a:gd name="connsiteY16" fmla="*/ 329709 h 447200"/>
                  <a:gd name="connsiteX17" fmla="*/ 66057 w 447200"/>
                  <a:gd name="connsiteY17" fmla="*/ 382287 h 447200"/>
                  <a:gd name="connsiteX18" fmla="*/ 73200 w 447200"/>
                  <a:gd name="connsiteY18" fmla="*/ 383334 h 447200"/>
                  <a:gd name="connsiteX19" fmla="*/ 101014 w 447200"/>
                  <a:gd name="connsiteY19" fmla="*/ 362570 h 447200"/>
                  <a:gd name="connsiteX20" fmla="*/ 107300 w 447200"/>
                  <a:gd name="connsiteY20" fmla="*/ 362760 h 447200"/>
                  <a:gd name="connsiteX21" fmla="*/ 156926 w 447200"/>
                  <a:gd name="connsiteY21" fmla="*/ 392288 h 447200"/>
                  <a:gd name="connsiteX22" fmla="*/ 160164 w 447200"/>
                  <a:gd name="connsiteY22" fmla="*/ 397717 h 447200"/>
                  <a:gd name="connsiteX23" fmla="*/ 155211 w 447200"/>
                  <a:gd name="connsiteY23" fmla="*/ 432007 h 447200"/>
                  <a:gd name="connsiteX24" fmla="*/ 159497 w 447200"/>
                  <a:gd name="connsiteY24" fmla="*/ 437817 h 447200"/>
                  <a:gd name="connsiteX25" fmla="*/ 224457 w 447200"/>
                  <a:gd name="connsiteY25" fmla="*/ 447152 h 447200"/>
                  <a:gd name="connsiteX26" fmla="*/ 230268 w 447200"/>
                  <a:gd name="connsiteY26" fmla="*/ 442866 h 447200"/>
                  <a:gd name="connsiteX27" fmla="*/ 235221 w 447200"/>
                  <a:gd name="connsiteY27" fmla="*/ 408576 h 447200"/>
                  <a:gd name="connsiteX28" fmla="*/ 239793 w 447200"/>
                  <a:gd name="connsiteY28" fmla="*/ 404289 h 447200"/>
                  <a:gd name="connsiteX29" fmla="*/ 295704 w 447200"/>
                  <a:gd name="connsiteY29" fmla="*/ 390002 h 447200"/>
                  <a:gd name="connsiteX30" fmla="*/ 301800 w 447200"/>
                  <a:gd name="connsiteY30" fmla="*/ 391621 h 447200"/>
                  <a:gd name="connsiteX31" fmla="*/ 322565 w 447200"/>
                  <a:gd name="connsiteY31" fmla="*/ 419434 h 447200"/>
                  <a:gd name="connsiteX32" fmla="*/ 329709 w 447200"/>
                  <a:gd name="connsiteY32" fmla="*/ 420482 h 447200"/>
                  <a:gd name="connsiteX33" fmla="*/ 382287 w 447200"/>
                  <a:gd name="connsiteY33" fmla="*/ 381144 h 447200"/>
                  <a:gd name="connsiteX34" fmla="*/ 383334 w 447200"/>
                  <a:gd name="connsiteY34" fmla="*/ 374000 h 447200"/>
                  <a:gd name="connsiteX35" fmla="*/ 362570 w 447200"/>
                  <a:gd name="connsiteY35" fmla="*/ 346187 h 447200"/>
                  <a:gd name="connsiteX36" fmla="*/ 362761 w 447200"/>
                  <a:gd name="connsiteY36" fmla="*/ 339901 h 447200"/>
                  <a:gd name="connsiteX37" fmla="*/ 392288 w 447200"/>
                  <a:gd name="connsiteY37" fmla="*/ 290275 h 447200"/>
                  <a:gd name="connsiteX38" fmla="*/ 397717 w 447200"/>
                  <a:gd name="connsiteY38" fmla="*/ 287037 h 447200"/>
                  <a:gd name="connsiteX39" fmla="*/ 432007 w 447200"/>
                  <a:gd name="connsiteY39" fmla="*/ 291990 h 447200"/>
                  <a:gd name="connsiteX40" fmla="*/ 437818 w 447200"/>
                  <a:gd name="connsiteY40" fmla="*/ 287704 h 447200"/>
                  <a:gd name="connsiteX41" fmla="*/ 447152 w 447200"/>
                  <a:gd name="connsiteY41" fmla="*/ 222743 h 447200"/>
                  <a:gd name="connsiteX42" fmla="*/ 442866 w 447200"/>
                  <a:gd name="connsiteY42" fmla="*/ 216933 h 447200"/>
                  <a:gd name="connsiteX43" fmla="*/ 408576 w 447200"/>
                  <a:gd name="connsiteY43" fmla="*/ 211980 h 447200"/>
                  <a:gd name="connsiteX44" fmla="*/ 404290 w 447200"/>
                  <a:gd name="connsiteY44" fmla="*/ 207408 h 447200"/>
                  <a:gd name="connsiteX45" fmla="*/ 390002 w 447200"/>
                  <a:gd name="connsiteY45" fmla="*/ 151496 h 447200"/>
                  <a:gd name="connsiteX46" fmla="*/ 391621 w 447200"/>
                  <a:gd name="connsiteY46" fmla="*/ 145400 h 447200"/>
                  <a:gd name="connsiteX47" fmla="*/ 419435 w 447200"/>
                  <a:gd name="connsiteY47" fmla="*/ 124635 h 447200"/>
                  <a:gd name="connsiteX48" fmla="*/ 420482 w 447200"/>
                  <a:gd name="connsiteY48" fmla="*/ 117492 h 447200"/>
                  <a:gd name="connsiteX49" fmla="*/ 381144 w 447200"/>
                  <a:gd name="connsiteY49" fmla="*/ 64914 h 447200"/>
                  <a:gd name="connsiteX50" fmla="*/ 374000 w 447200"/>
                  <a:gd name="connsiteY50" fmla="*/ 63866 h 447200"/>
                  <a:gd name="connsiteX51" fmla="*/ 346187 w 447200"/>
                  <a:gd name="connsiteY51" fmla="*/ 84630 h 447200"/>
                  <a:gd name="connsiteX52" fmla="*/ 339900 w 447200"/>
                  <a:gd name="connsiteY52" fmla="*/ 84440 h 447200"/>
                  <a:gd name="connsiteX53" fmla="*/ 290276 w 447200"/>
                  <a:gd name="connsiteY53" fmla="*/ 54912 h 447200"/>
                  <a:gd name="connsiteX54" fmla="*/ 287037 w 447200"/>
                  <a:gd name="connsiteY54" fmla="*/ 49483 h 447200"/>
                  <a:gd name="connsiteX55" fmla="*/ 291990 w 447200"/>
                  <a:gd name="connsiteY55" fmla="*/ 15193 h 447200"/>
                  <a:gd name="connsiteX56" fmla="*/ 287704 w 447200"/>
                  <a:gd name="connsiteY56" fmla="*/ 9383 h 447200"/>
                  <a:gd name="connsiteX57" fmla="*/ 222743 w 447200"/>
                  <a:gd name="connsiteY57" fmla="*/ 48 h 447200"/>
                  <a:gd name="connsiteX58" fmla="*/ 216933 w 447200"/>
                  <a:gd name="connsiteY58" fmla="*/ 4335 h 447200"/>
                  <a:gd name="connsiteX59" fmla="*/ 211980 w 447200"/>
                  <a:gd name="connsiteY59" fmla="*/ 38625 h 447200"/>
                  <a:gd name="connsiteX60" fmla="*/ 207408 w 447200"/>
                  <a:gd name="connsiteY60" fmla="*/ 42911 h 447200"/>
                  <a:gd name="connsiteX61" fmla="*/ 151496 w 447200"/>
                  <a:gd name="connsiteY61" fmla="*/ 57198 h 447200"/>
                  <a:gd name="connsiteX62" fmla="*/ 145400 w 447200"/>
                  <a:gd name="connsiteY62" fmla="*/ 55579 h 447200"/>
                  <a:gd name="connsiteX63" fmla="*/ 124636 w 447200"/>
                  <a:gd name="connsiteY63" fmla="*/ 27766 h 447200"/>
                  <a:gd name="connsiteX64" fmla="*/ 117492 w 447200"/>
                  <a:gd name="connsiteY64" fmla="*/ 26718 h 447200"/>
                  <a:gd name="connsiteX65" fmla="*/ 242365 w 447200"/>
                  <a:gd name="connsiteY65" fmla="*/ 93489 h 447200"/>
                  <a:gd name="connsiteX66" fmla="*/ 353616 w 447200"/>
                  <a:gd name="connsiteY66" fmla="*/ 242269 h 447200"/>
                  <a:gd name="connsiteX67" fmla="*/ 204836 w 447200"/>
                  <a:gd name="connsiteY67" fmla="*/ 353521 h 447200"/>
                  <a:gd name="connsiteX68" fmla="*/ 93584 w 447200"/>
                  <a:gd name="connsiteY68" fmla="*/ 204741 h 447200"/>
                  <a:gd name="connsiteX69" fmla="*/ 242365 w 447200"/>
                  <a:gd name="connsiteY69" fmla="*/ 93489 h 44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47200" h="447200">
                    <a:moveTo>
                      <a:pt x="117492" y="26718"/>
                    </a:moveTo>
                    <a:lnTo>
                      <a:pt x="64914" y="66057"/>
                    </a:lnTo>
                    <a:cubicBezTo>
                      <a:pt x="62628" y="67771"/>
                      <a:pt x="62247" y="70914"/>
                      <a:pt x="63866" y="73200"/>
                    </a:cubicBezTo>
                    <a:lnTo>
                      <a:pt x="84631" y="101013"/>
                    </a:lnTo>
                    <a:cubicBezTo>
                      <a:pt x="86059" y="102918"/>
                      <a:pt x="85964" y="105490"/>
                      <a:pt x="84440" y="107300"/>
                    </a:cubicBezTo>
                    <a:cubicBezTo>
                      <a:pt x="72153" y="121968"/>
                      <a:pt x="62152" y="138637"/>
                      <a:pt x="54913" y="156925"/>
                    </a:cubicBezTo>
                    <a:cubicBezTo>
                      <a:pt x="54055" y="159116"/>
                      <a:pt x="51865" y="160449"/>
                      <a:pt x="49483" y="160164"/>
                    </a:cubicBezTo>
                    <a:lnTo>
                      <a:pt x="15193" y="155211"/>
                    </a:lnTo>
                    <a:cubicBezTo>
                      <a:pt x="12431" y="154830"/>
                      <a:pt x="9859" y="156735"/>
                      <a:pt x="9383" y="159497"/>
                    </a:cubicBezTo>
                    <a:lnTo>
                      <a:pt x="49" y="224458"/>
                    </a:lnTo>
                    <a:cubicBezTo>
                      <a:pt x="-333" y="227220"/>
                      <a:pt x="1573" y="229791"/>
                      <a:pt x="4335" y="230268"/>
                    </a:cubicBezTo>
                    <a:lnTo>
                      <a:pt x="38625" y="235221"/>
                    </a:lnTo>
                    <a:cubicBezTo>
                      <a:pt x="41006" y="235602"/>
                      <a:pt x="42721" y="237507"/>
                      <a:pt x="42911" y="239793"/>
                    </a:cubicBezTo>
                    <a:cubicBezTo>
                      <a:pt x="44625" y="259319"/>
                      <a:pt x="49579" y="278179"/>
                      <a:pt x="57199" y="295705"/>
                    </a:cubicBezTo>
                    <a:cubicBezTo>
                      <a:pt x="58151" y="297895"/>
                      <a:pt x="57484" y="300372"/>
                      <a:pt x="55579" y="301801"/>
                    </a:cubicBezTo>
                    <a:lnTo>
                      <a:pt x="27766" y="322565"/>
                    </a:lnTo>
                    <a:cubicBezTo>
                      <a:pt x="25480" y="324280"/>
                      <a:pt x="25099" y="327423"/>
                      <a:pt x="26719" y="329709"/>
                    </a:cubicBezTo>
                    <a:lnTo>
                      <a:pt x="66057" y="382287"/>
                    </a:lnTo>
                    <a:cubicBezTo>
                      <a:pt x="67771" y="384573"/>
                      <a:pt x="70915" y="384954"/>
                      <a:pt x="73200" y="383334"/>
                    </a:cubicBezTo>
                    <a:lnTo>
                      <a:pt x="101014" y="362570"/>
                    </a:lnTo>
                    <a:cubicBezTo>
                      <a:pt x="102919" y="361141"/>
                      <a:pt x="105490" y="361236"/>
                      <a:pt x="107300" y="362760"/>
                    </a:cubicBezTo>
                    <a:cubicBezTo>
                      <a:pt x="121969" y="375048"/>
                      <a:pt x="138637" y="385049"/>
                      <a:pt x="156926" y="392288"/>
                    </a:cubicBezTo>
                    <a:cubicBezTo>
                      <a:pt x="159116" y="393145"/>
                      <a:pt x="160450" y="395336"/>
                      <a:pt x="160164" y="397717"/>
                    </a:cubicBezTo>
                    <a:lnTo>
                      <a:pt x="155211" y="432007"/>
                    </a:lnTo>
                    <a:cubicBezTo>
                      <a:pt x="154830" y="434769"/>
                      <a:pt x="156735" y="437341"/>
                      <a:pt x="159497" y="437817"/>
                    </a:cubicBezTo>
                    <a:lnTo>
                      <a:pt x="224457" y="447152"/>
                    </a:lnTo>
                    <a:cubicBezTo>
                      <a:pt x="227220" y="447533"/>
                      <a:pt x="229791" y="445628"/>
                      <a:pt x="230268" y="442866"/>
                    </a:cubicBezTo>
                    <a:lnTo>
                      <a:pt x="235221" y="408576"/>
                    </a:lnTo>
                    <a:cubicBezTo>
                      <a:pt x="235602" y="406194"/>
                      <a:pt x="237507" y="404480"/>
                      <a:pt x="239793" y="404289"/>
                    </a:cubicBezTo>
                    <a:cubicBezTo>
                      <a:pt x="259319" y="402575"/>
                      <a:pt x="278179" y="397622"/>
                      <a:pt x="295704" y="390002"/>
                    </a:cubicBezTo>
                    <a:cubicBezTo>
                      <a:pt x="297895" y="389050"/>
                      <a:pt x="300372" y="389716"/>
                      <a:pt x="301800" y="391621"/>
                    </a:cubicBezTo>
                    <a:lnTo>
                      <a:pt x="322565" y="419434"/>
                    </a:lnTo>
                    <a:cubicBezTo>
                      <a:pt x="324279" y="421720"/>
                      <a:pt x="327423" y="422101"/>
                      <a:pt x="329709" y="420482"/>
                    </a:cubicBezTo>
                    <a:lnTo>
                      <a:pt x="382287" y="381144"/>
                    </a:lnTo>
                    <a:cubicBezTo>
                      <a:pt x="384573" y="379429"/>
                      <a:pt x="384954" y="376286"/>
                      <a:pt x="383334" y="374000"/>
                    </a:cubicBezTo>
                    <a:lnTo>
                      <a:pt x="362570" y="346187"/>
                    </a:lnTo>
                    <a:cubicBezTo>
                      <a:pt x="361142" y="344282"/>
                      <a:pt x="361236" y="341710"/>
                      <a:pt x="362761" y="339901"/>
                    </a:cubicBezTo>
                    <a:cubicBezTo>
                      <a:pt x="375048" y="325232"/>
                      <a:pt x="385049" y="308563"/>
                      <a:pt x="392288" y="290275"/>
                    </a:cubicBezTo>
                    <a:cubicBezTo>
                      <a:pt x="393145" y="288084"/>
                      <a:pt x="395336" y="286751"/>
                      <a:pt x="397717" y="287037"/>
                    </a:cubicBezTo>
                    <a:lnTo>
                      <a:pt x="432007" y="291990"/>
                    </a:lnTo>
                    <a:cubicBezTo>
                      <a:pt x="434770" y="292371"/>
                      <a:pt x="437342" y="290466"/>
                      <a:pt x="437818" y="287704"/>
                    </a:cubicBezTo>
                    <a:lnTo>
                      <a:pt x="447152" y="222743"/>
                    </a:lnTo>
                    <a:cubicBezTo>
                      <a:pt x="447533" y="219981"/>
                      <a:pt x="445628" y="217409"/>
                      <a:pt x="442866" y="216933"/>
                    </a:cubicBezTo>
                    <a:lnTo>
                      <a:pt x="408576" y="211980"/>
                    </a:lnTo>
                    <a:cubicBezTo>
                      <a:pt x="406195" y="211599"/>
                      <a:pt x="404480" y="209694"/>
                      <a:pt x="404290" y="207408"/>
                    </a:cubicBezTo>
                    <a:cubicBezTo>
                      <a:pt x="402575" y="187882"/>
                      <a:pt x="397622" y="169022"/>
                      <a:pt x="390002" y="151496"/>
                    </a:cubicBezTo>
                    <a:cubicBezTo>
                      <a:pt x="389050" y="149305"/>
                      <a:pt x="389717" y="146829"/>
                      <a:pt x="391621" y="145400"/>
                    </a:cubicBezTo>
                    <a:lnTo>
                      <a:pt x="419435" y="124635"/>
                    </a:lnTo>
                    <a:cubicBezTo>
                      <a:pt x="421720" y="122921"/>
                      <a:pt x="422101" y="119778"/>
                      <a:pt x="420482" y="117492"/>
                    </a:cubicBezTo>
                    <a:lnTo>
                      <a:pt x="381144" y="64914"/>
                    </a:lnTo>
                    <a:cubicBezTo>
                      <a:pt x="379429" y="62628"/>
                      <a:pt x="376286" y="62247"/>
                      <a:pt x="374000" y="63866"/>
                    </a:cubicBezTo>
                    <a:lnTo>
                      <a:pt x="346187" y="84630"/>
                    </a:lnTo>
                    <a:cubicBezTo>
                      <a:pt x="344282" y="86059"/>
                      <a:pt x="341710" y="85964"/>
                      <a:pt x="339900" y="84440"/>
                    </a:cubicBezTo>
                    <a:cubicBezTo>
                      <a:pt x="325232" y="72153"/>
                      <a:pt x="308563" y="62151"/>
                      <a:pt x="290276" y="54912"/>
                    </a:cubicBezTo>
                    <a:cubicBezTo>
                      <a:pt x="288084" y="54055"/>
                      <a:pt x="286751" y="51864"/>
                      <a:pt x="287037" y="49483"/>
                    </a:cubicBezTo>
                    <a:lnTo>
                      <a:pt x="291990" y="15193"/>
                    </a:lnTo>
                    <a:cubicBezTo>
                      <a:pt x="292371" y="12431"/>
                      <a:pt x="290466" y="9859"/>
                      <a:pt x="287704" y="9383"/>
                    </a:cubicBezTo>
                    <a:lnTo>
                      <a:pt x="222743" y="48"/>
                    </a:lnTo>
                    <a:cubicBezTo>
                      <a:pt x="219981" y="-333"/>
                      <a:pt x="217409" y="1572"/>
                      <a:pt x="216933" y="4335"/>
                    </a:cubicBezTo>
                    <a:lnTo>
                      <a:pt x="211980" y="38625"/>
                    </a:lnTo>
                    <a:cubicBezTo>
                      <a:pt x="211599" y="41006"/>
                      <a:pt x="209694" y="42720"/>
                      <a:pt x="207408" y="42911"/>
                    </a:cubicBezTo>
                    <a:cubicBezTo>
                      <a:pt x="187882" y="44625"/>
                      <a:pt x="169022" y="49578"/>
                      <a:pt x="151496" y="57198"/>
                    </a:cubicBezTo>
                    <a:cubicBezTo>
                      <a:pt x="149305" y="58151"/>
                      <a:pt x="146829" y="57484"/>
                      <a:pt x="145400" y="55579"/>
                    </a:cubicBezTo>
                    <a:lnTo>
                      <a:pt x="124636" y="27766"/>
                    </a:lnTo>
                    <a:cubicBezTo>
                      <a:pt x="122921" y="25480"/>
                      <a:pt x="119778" y="25099"/>
                      <a:pt x="117492" y="26718"/>
                    </a:cubicBezTo>
                    <a:close/>
                    <a:moveTo>
                      <a:pt x="242365" y="93489"/>
                    </a:moveTo>
                    <a:cubicBezTo>
                      <a:pt x="314183" y="103871"/>
                      <a:pt x="363999" y="170451"/>
                      <a:pt x="353616" y="242269"/>
                    </a:cubicBezTo>
                    <a:cubicBezTo>
                      <a:pt x="343235" y="314088"/>
                      <a:pt x="276654" y="363904"/>
                      <a:pt x="204836" y="353521"/>
                    </a:cubicBezTo>
                    <a:cubicBezTo>
                      <a:pt x="133017" y="343139"/>
                      <a:pt x="83202" y="276559"/>
                      <a:pt x="93584" y="204741"/>
                    </a:cubicBezTo>
                    <a:cubicBezTo>
                      <a:pt x="103966" y="132922"/>
                      <a:pt x="170546" y="83106"/>
                      <a:pt x="242365" y="93489"/>
                    </a:cubicBezTo>
                    <a:close/>
                  </a:path>
                </a:pathLst>
              </a:custGeom>
              <a:solidFill>
                <a:schemeClr val="bg1">
                  <a:lumMod val="85000"/>
                </a:schemeClr>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516" name="Freeform: Shape 515">
                <a:extLst>
                  <a:ext uri="{FF2B5EF4-FFF2-40B4-BE49-F238E27FC236}">
                    <a16:creationId xmlns:a16="http://schemas.microsoft.com/office/drawing/2014/main" id="{04AC8DD8-51B5-5FB6-5BAF-F2224BEACF46}"/>
                  </a:ext>
                </a:extLst>
              </p:cNvPr>
              <p:cNvSpPr/>
              <p:nvPr/>
            </p:nvSpPr>
            <p:spPr>
              <a:xfrm>
                <a:off x="6282929" y="-673880"/>
                <a:ext cx="610099" cy="609910"/>
              </a:xfrm>
              <a:custGeom>
                <a:avLst/>
                <a:gdLst>
                  <a:gd name="connsiteX0" fmla="*/ 60484 w 309943"/>
                  <a:gd name="connsiteY0" fmla="*/ 30385 h 309848"/>
                  <a:gd name="connsiteX1" fmla="*/ 28385 w 309943"/>
                  <a:gd name="connsiteY1" fmla="*/ 63246 h 309848"/>
                  <a:gd name="connsiteX2" fmla="*/ 28385 w 309943"/>
                  <a:gd name="connsiteY2" fmla="*/ 68294 h 309848"/>
                  <a:gd name="connsiteX3" fmla="*/ 45720 w 309943"/>
                  <a:gd name="connsiteY3" fmla="*/ 85249 h 309848"/>
                  <a:gd name="connsiteX4" fmla="*/ 46292 w 309943"/>
                  <a:gd name="connsiteY4" fmla="*/ 89630 h 309848"/>
                  <a:gd name="connsiteX5" fmla="*/ 31242 w 309943"/>
                  <a:gd name="connsiteY5" fmla="*/ 127064 h 309848"/>
                  <a:gd name="connsiteX6" fmla="*/ 27813 w 309943"/>
                  <a:gd name="connsiteY6" fmla="*/ 129826 h 309848"/>
                  <a:gd name="connsiteX7" fmla="*/ 3525 w 309943"/>
                  <a:gd name="connsiteY7" fmla="*/ 130112 h 309848"/>
                  <a:gd name="connsiteX8" fmla="*/ 0 w 309943"/>
                  <a:gd name="connsiteY8" fmla="*/ 133731 h 309848"/>
                  <a:gd name="connsiteX9" fmla="*/ 572 w 309943"/>
                  <a:gd name="connsiteY9" fmla="*/ 179642 h 309848"/>
                  <a:gd name="connsiteX10" fmla="*/ 4191 w 309943"/>
                  <a:gd name="connsiteY10" fmla="*/ 183166 h 309848"/>
                  <a:gd name="connsiteX11" fmla="*/ 28480 w 309943"/>
                  <a:gd name="connsiteY11" fmla="*/ 182880 h 309848"/>
                  <a:gd name="connsiteX12" fmla="*/ 31909 w 309943"/>
                  <a:gd name="connsiteY12" fmla="*/ 185547 h 309848"/>
                  <a:gd name="connsiteX13" fmla="*/ 47816 w 309943"/>
                  <a:gd name="connsiteY13" fmla="*/ 222599 h 309848"/>
                  <a:gd name="connsiteX14" fmla="*/ 47340 w 309943"/>
                  <a:gd name="connsiteY14" fmla="*/ 226981 h 309848"/>
                  <a:gd name="connsiteX15" fmla="*/ 30385 w 309943"/>
                  <a:gd name="connsiteY15" fmla="*/ 244316 h 309848"/>
                  <a:gd name="connsiteX16" fmla="*/ 30385 w 309943"/>
                  <a:gd name="connsiteY16" fmla="*/ 249365 h 309848"/>
                  <a:gd name="connsiteX17" fmla="*/ 63246 w 309943"/>
                  <a:gd name="connsiteY17" fmla="*/ 281464 h 309848"/>
                  <a:gd name="connsiteX18" fmla="*/ 68295 w 309943"/>
                  <a:gd name="connsiteY18" fmla="*/ 281464 h 309848"/>
                  <a:gd name="connsiteX19" fmla="*/ 85249 w 309943"/>
                  <a:gd name="connsiteY19" fmla="*/ 264128 h 309848"/>
                  <a:gd name="connsiteX20" fmla="*/ 89631 w 309943"/>
                  <a:gd name="connsiteY20" fmla="*/ 263557 h 309848"/>
                  <a:gd name="connsiteX21" fmla="*/ 127064 w 309943"/>
                  <a:gd name="connsiteY21" fmla="*/ 278606 h 309848"/>
                  <a:gd name="connsiteX22" fmla="*/ 129826 w 309943"/>
                  <a:gd name="connsiteY22" fmla="*/ 282035 h 309848"/>
                  <a:gd name="connsiteX23" fmla="*/ 130112 w 309943"/>
                  <a:gd name="connsiteY23" fmla="*/ 306324 h 309848"/>
                  <a:gd name="connsiteX24" fmla="*/ 133731 w 309943"/>
                  <a:gd name="connsiteY24" fmla="*/ 309848 h 309848"/>
                  <a:gd name="connsiteX25" fmla="*/ 179642 w 309943"/>
                  <a:gd name="connsiteY25" fmla="*/ 309277 h 309848"/>
                  <a:gd name="connsiteX26" fmla="*/ 183166 w 309943"/>
                  <a:gd name="connsiteY26" fmla="*/ 305657 h 309848"/>
                  <a:gd name="connsiteX27" fmla="*/ 182880 w 309943"/>
                  <a:gd name="connsiteY27" fmla="*/ 281369 h 309848"/>
                  <a:gd name="connsiteX28" fmla="*/ 185643 w 309943"/>
                  <a:gd name="connsiteY28" fmla="*/ 277940 h 309848"/>
                  <a:gd name="connsiteX29" fmla="*/ 222695 w 309943"/>
                  <a:gd name="connsiteY29" fmla="*/ 262033 h 309848"/>
                  <a:gd name="connsiteX30" fmla="*/ 227076 w 309943"/>
                  <a:gd name="connsiteY30" fmla="*/ 262509 h 309848"/>
                  <a:gd name="connsiteX31" fmla="*/ 244412 w 309943"/>
                  <a:gd name="connsiteY31" fmla="*/ 279463 h 309848"/>
                  <a:gd name="connsiteX32" fmla="*/ 249460 w 309943"/>
                  <a:gd name="connsiteY32" fmla="*/ 279463 h 309848"/>
                  <a:gd name="connsiteX33" fmla="*/ 281560 w 309943"/>
                  <a:gd name="connsiteY33" fmla="*/ 246602 h 309848"/>
                  <a:gd name="connsiteX34" fmla="*/ 281560 w 309943"/>
                  <a:gd name="connsiteY34" fmla="*/ 241554 h 309848"/>
                  <a:gd name="connsiteX35" fmla="*/ 264224 w 309943"/>
                  <a:gd name="connsiteY35" fmla="*/ 224600 h 309848"/>
                  <a:gd name="connsiteX36" fmla="*/ 263653 w 309943"/>
                  <a:gd name="connsiteY36" fmla="*/ 220218 h 309848"/>
                  <a:gd name="connsiteX37" fmla="*/ 278702 w 309943"/>
                  <a:gd name="connsiteY37" fmla="*/ 182785 h 309848"/>
                  <a:gd name="connsiteX38" fmla="*/ 282131 w 309943"/>
                  <a:gd name="connsiteY38" fmla="*/ 180023 h 309848"/>
                  <a:gd name="connsiteX39" fmla="*/ 306420 w 309943"/>
                  <a:gd name="connsiteY39" fmla="*/ 179737 h 309848"/>
                  <a:gd name="connsiteX40" fmla="*/ 309944 w 309943"/>
                  <a:gd name="connsiteY40" fmla="*/ 176117 h 309848"/>
                  <a:gd name="connsiteX41" fmla="*/ 309372 w 309943"/>
                  <a:gd name="connsiteY41" fmla="*/ 130207 h 309848"/>
                  <a:gd name="connsiteX42" fmla="*/ 305753 w 309943"/>
                  <a:gd name="connsiteY42" fmla="*/ 126682 h 309848"/>
                  <a:gd name="connsiteX43" fmla="*/ 281464 w 309943"/>
                  <a:gd name="connsiteY43" fmla="*/ 126968 h 309848"/>
                  <a:gd name="connsiteX44" fmla="*/ 278035 w 309943"/>
                  <a:gd name="connsiteY44" fmla="*/ 124301 h 309848"/>
                  <a:gd name="connsiteX45" fmla="*/ 262128 w 309943"/>
                  <a:gd name="connsiteY45" fmla="*/ 87249 h 309848"/>
                  <a:gd name="connsiteX46" fmla="*/ 262604 w 309943"/>
                  <a:gd name="connsiteY46" fmla="*/ 82868 h 309848"/>
                  <a:gd name="connsiteX47" fmla="*/ 279559 w 309943"/>
                  <a:gd name="connsiteY47" fmla="*/ 65532 h 309848"/>
                  <a:gd name="connsiteX48" fmla="*/ 279559 w 309943"/>
                  <a:gd name="connsiteY48" fmla="*/ 60484 h 309848"/>
                  <a:gd name="connsiteX49" fmla="*/ 246698 w 309943"/>
                  <a:gd name="connsiteY49" fmla="*/ 28384 h 309848"/>
                  <a:gd name="connsiteX50" fmla="*/ 241650 w 309943"/>
                  <a:gd name="connsiteY50" fmla="*/ 28384 h 309848"/>
                  <a:gd name="connsiteX51" fmla="*/ 224695 w 309943"/>
                  <a:gd name="connsiteY51" fmla="*/ 45720 h 309848"/>
                  <a:gd name="connsiteX52" fmla="*/ 220313 w 309943"/>
                  <a:gd name="connsiteY52" fmla="*/ 46292 h 309848"/>
                  <a:gd name="connsiteX53" fmla="*/ 182880 w 309943"/>
                  <a:gd name="connsiteY53" fmla="*/ 31242 h 309848"/>
                  <a:gd name="connsiteX54" fmla="*/ 180118 w 309943"/>
                  <a:gd name="connsiteY54" fmla="*/ 27813 h 309848"/>
                  <a:gd name="connsiteX55" fmla="*/ 179832 w 309943"/>
                  <a:gd name="connsiteY55" fmla="*/ 3524 h 309848"/>
                  <a:gd name="connsiteX56" fmla="*/ 176213 w 309943"/>
                  <a:gd name="connsiteY56" fmla="*/ 0 h 309848"/>
                  <a:gd name="connsiteX57" fmla="*/ 130303 w 309943"/>
                  <a:gd name="connsiteY57" fmla="*/ 572 h 309848"/>
                  <a:gd name="connsiteX58" fmla="*/ 126778 w 309943"/>
                  <a:gd name="connsiteY58" fmla="*/ 4191 h 309848"/>
                  <a:gd name="connsiteX59" fmla="*/ 127064 w 309943"/>
                  <a:gd name="connsiteY59" fmla="*/ 28480 h 309848"/>
                  <a:gd name="connsiteX60" fmla="*/ 124302 w 309943"/>
                  <a:gd name="connsiteY60" fmla="*/ 31909 h 309848"/>
                  <a:gd name="connsiteX61" fmla="*/ 87249 w 309943"/>
                  <a:gd name="connsiteY61" fmla="*/ 47816 h 309848"/>
                  <a:gd name="connsiteX62" fmla="*/ 82868 w 309943"/>
                  <a:gd name="connsiteY62" fmla="*/ 47339 h 309848"/>
                  <a:gd name="connsiteX63" fmla="*/ 65532 w 309943"/>
                  <a:gd name="connsiteY63" fmla="*/ 30385 h 309848"/>
                  <a:gd name="connsiteX64" fmla="*/ 60484 w 309943"/>
                  <a:gd name="connsiteY64" fmla="*/ 30385 h 309848"/>
                  <a:gd name="connsiteX65" fmla="*/ 154210 w 309943"/>
                  <a:gd name="connsiteY65" fmla="*/ 82677 h 309848"/>
                  <a:gd name="connsiteX66" fmla="*/ 227267 w 309943"/>
                  <a:gd name="connsiteY66" fmla="*/ 153924 h 309848"/>
                  <a:gd name="connsiteX67" fmla="*/ 156020 w 309943"/>
                  <a:gd name="connsiteY67" fmla="*/ 226981 h 309848"/>
                  <a:gd name="connsiteX68" fmla="*/ 82963 w 309943"/>
                  <a:gd name="connsiteY68" fmla="*/ 155734 h 309848"/>
                  <a:gd name="connsiteX69" fmla="*/ 154210 w 309943"/>
                  <a:gd name="connsiteY69" fmla="*/ 82677 h 309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09943" h="309848">
                    <a:moveTo>
                      <a:pt x="60484" y="30385"/>
                    </a:moveTo>
                    <a:lnTo>
                      <a:pt x="28385" y="63246"/>
                    </a:lnTo>
                    <a:cubicBezTo>
                      <a:pt x="27051" y="64675"/>
                      <a:pt x="27051" y="66866"/>
                      <a:pt x="28385" y="68294"/>
                    </a:cubicBezTo>
                    <a:lnTo>
                      <a:pt x="45720" y="85249"/>
                    </a:lnTo>
                    <a:cubicBezTo>
                      <a:pt x="46863" y="86392"/>
                      <a:pt x="47149" y="88201"/>
                      <a:pt x="46292" y="89630"/>
                    </a:cubicBezTo>
                    <a:cubicBezTo>
                      <a:pt x="39434" y="101060"/>
                      <a:pt x="34290" y="113633"/>
                      <a:pt x="31242" y="127064"/>
                    </a:cubicBezTo>
                    <a:cubicBezTo>
                      <a:pt x="30861" y="128683"/>
                      <a:pt x="29528" y="129826"/>
                      <a:pt x="27813" y="129826"/>
                    </a:cubicBezTo>
                    <a:lnTo>
                      <a:pt x="3525" y="130112"/>
                    </a:lnTo>
                    <a:cubicBezTo>
                      <a:pt x="1524" y="130112"/>
                      <a:pt x="0" y="131731"/>
                      <a:pt x="0" y="133731"/>
                    </a:cubicBezTo>
                    <a:lnTo>
                      <a:pt x="572" y="179642"/>
                    </a:lnTo>
                    <a:cubicBezTo>
                      <a:pt x="572" y="181642"/>
                      <a:pt x="2191" y="183166"/>
                      <a:pt x="4191" y="183166"/>
                    </a:cubicBezTo>
                    <a:lnTo>
                      <a:pt x="28480" y="182880"/>
                    </a:lnTo>
                    <a:cubicBezTo>
                      <a:pt x="30099" y="182880"/>
                      <a:pt x="31528" y="184023"/>
                      <a:pt x="31909" y="185547"/>
                    </a:cubicBezTo>
                    <a:cubicBezTo>
                      <a:pt x="35243" y="198882"/>
                      <a:pt x="40672" y="211360"/>
                      <a:pt x="47816" y="222599"/>
                    </a:cubicBezTo>
                    <a:cubicBezTo>
                      <a:pt x="48673" y="224028"/>
                      <a:pt x="48578" y="225838"/>
                      <a:pt x="47340" y="226981"/>
                    </a:cubicBezTo>
                    <a:lnTo>
                      <a:pt x="30385" y="244316"/>
                    </a:lnTo>
                    <a:cubicBezTo>
                      <a:pt x="29052" y="245745"/>
                      <a:pt x="29052" y="247936"/>
                      <a:pt x="30385" y="249365"/>
                    </a:cubicBezTo>
                    <a:lnTo>
                      <a:pt x="63246" y="281464"/>
                    </a:lnTo>
                    <a:cubicBezTo>
                      <a:pt x="64675" y="282797"/>
                      <a:pt x="66866" y="282797"/>
                      <a:pt x="68295" y="281464"/>
                    </a:cubicBezTo>
                    <a:lnTo>
                      <a:pt x="85249" y="264128"/>
                    </a:lnTo>
                    <a:cubicBezTo>
                      <a:pt x="86392" y="262985"/>
                      <a:pt x="88202" y="262700"/>
                      <a:pt x="89631" y="263557"/>
                    </a:cubicBezTo>
                    <a:cubicBezTo>
                      <a:pt x="101061" y="270415"/>
                      <a:pt x="113634" y="275558"/>
                      <a:pt x="127064" y="278606"/>
                    </a:cubicBezTo>
                    <a:cubicBezTo>
                      <a:pt x="128683" y="278987"/>
                      <a:pt x="129826" y="280321"/>
                      <a:pt x="129826" y="282035"/>
                    </a:cubicBezTo>
                    <a:lnTo>
                      <a:pt x="130112" y="306324"/>
                    </a:lnTo>
                    <a:cubicBezTo>
                      <a:pt x="130112" y="308324"/>
                      <a:pt x="131731" y="309848"/>
                      <a:pt x="133731" y="309848"/>
                    </a:cubicBezTo>
                    <a:lnTo>
                      <a:pt x="179642" y="309277"/>
                    </a:lnTo>
                    <a:cubicBezTo>
                      <a:pt x="181642" y="309277"/>
                      <a:pt x="183166" y="307658"/>
                      <a:pt x="183166" y="305657"/>
                    </a:cubicBezTo>
                    <a:lnTo>
                      <a:pt x="182880" y="281369"/>
                    </a:lnTo>
                    <a:cubicBezTo>
                      <a:pt x="182880" y="279749"/>
                      <a:pt x="184023" y="278321"/>
                      <a:pt x="185643" y="277940"/>
                    </a:cubicBezTo>
                    <a:cubicBezTo>
                      <a:pt x="198977" y="274606"/>
                      <a:pt x="211455" y="269177"/>
                      <a:pt x="222695" y="262033"/>
                    </a:cubicBezTo>
                    <a:cubicBezTo>
                      <a:pt x="224124" y="261175"/>
                      <a:pt x="225933" y="261271"/>
                      <a:pt x="227076" y="262509"/>
                    </a:cubicBezTo>
                    <a:lnTo>
                      <a:pt x="244412" y="279463"/>
                    </a:lnTo>
                    <a:cubicBezTo>
                      <a:pt x="245841" y="280797"/>
                      <a:pt x="248031" y="280797"/>
                      <a:pt x="249460" y="279463"/>
                    </a:cubicBezTo>
                    <a:lnTo>
                      <a:pt x="281560" y="246602"/>
                    </a:lnTo>
                    <a:cubicBezTo>
                      <a:pt x="282893" y="245173"/>
                      <a:pt x="282893" y="242983"/>
                      <a:pt x="281560" y="241554"/>
                    </a:cubicBezTo>
                    <a:lnTo>
                      <a:pt x="264224" y="224600"/>
                    </a:lnTo>
                    <a:cubicBezTo>
                      <a:pt x="263081" y="223456"/>
                      <a:pt x="262795" y="221647"/>
                      <a:pt x="263653" y="220218"/>
                    </a:cubicBezTo>
                    <a:cubicBezTo>
                      <a:pt x="270510" y="208788"/>
                      <a:pt x="275654" y="196215"/>
                      <a:pt x="278702" y="182785"/>
                    </a:cubicBezTo>
                    <a:cubicBezTo>
                      <a:pt x="279083" y="181165"/>
                      <a:pt x="280416" y="180023"/>
                      <a:pt x="282131" y="180023"/>
                    </a:cubicBezTo>
                    <a:lnTo>
                      <a:pt x="306420" y="179737"/>
                    </a:lnTo>
                    <a:cubicBezTo>
                      <a:pt x="308420" y="179737"/>
                      <a:pt x="309944" y="178117"/>
                      <a:pt x="309944" y="176117"/>
                    </a:cubicBezTo>
                    <a:lnTo>
                      <a:pt x="309372" y="130207"/>
                    </a:lnTo>
                    <a:cubicBezTo>
                      <a:pt x="309372" y="128206"/>
                      <a:pt x="307753" y="126682"/>
                      <a:pt x="305753" y="126682"/>
                    </a:cubicBezTo>
                    <a:lnTo>
                      <a:pt x="281464" y="126968"/>
                    </a:lnTo>
                    <a:cubicBezTo>
                      <a:pt x="279845" y="126968"/>
                      <a:pt x="278416" y="125825"/>
                      <a:pt x="278035" y="124301"/>
                    </a:cubicBezTo>
                    <a:cubicBezTo>
                      <a:pt x="274701" y="110966"/>
                      <a:pt x="269272" y="98489"/>
                      <a:pt x="262128" y="87249"/>
                    </a:cubicBezTo>
                    <a:cubicBezTo>
                      <a:pt x="261271" y="85820"/>
                      <a:pt x="261366" y="84011"/>
                      <a:pt x="262604" y="82868"/>
                    </a:cubicBezTo>
                    <a:lnTo>
                      <a:pt x="279559" y="65532"/>
                    </a:lnTo>
                    <a:cubicBezTo>
                      <a:pt x="280893" y="64103"/>
                      <a:pt x="280893" y="61913"/>
                      <a:pt x="279559" y="60484"/>
                    </a:cubicBezTo>
                    <a:lnTo>
                      <a:pt x="246698" y="28384"/>
                    </a:lnTo>
                    <a:cubicBezTo>
                      <a:pt x="245269" y="27051"/>
                      <a:pt x="243078" y="27051"/>
                      <a:pt x="241650" y="28384"/>
                    </a:cubicBezTo>
                    <a:lnTo>
                      <a:pt x="224695" y="45720"/>
                    </a:lnTo>
                    <a:cubicBezTo>
                      <a:pt x="223552" y="46863"/>
                      <a:pt x="221742" y="47149"/>
                      <a:pt x="220313" y="46292"/>
                    </a:cubicBezTo>
                    <a:cubicBezTo>
                      <a:pt x="208884" y="39433"/>
                      <a:pt x="196311" y="34290"/>
                      <a:pt x="182880" y="31242"/>
                    </a:cubicBezTo>
                    <a:cubicBezTo>
                      <a:pt x="181261" y="30861"/>
                      <a:pt x="180118" y="29527"/>
                      <a:pt x="180118" y="27813"/>
                    </a:cubicBezTo>
                    <a:lnTo>
                      <a:pt x="179832" y="3524"/>
                    </a:lnTo>
                    <a:cubicBezTo>
                      <a:pt x="179832" y="1524"/>
                      <a:pt x="178213" y="0"/>
                      <a:pt x="176213" y="0"/>
                    </a:cubicBezTo>
                    <a:lnTo>
                      <a:pt x="130303" y="572"/>
                    </a:lnTo>
                    <a:cubicBezTo>
                      <a:pt x="128302" y="572"/>
                      <a:pt x="126778" y="2191"/>
                      <a:pt x="126778" y="4191"/>
                    </a:cubicBezTo>
                    <a:lnTo>
                      <a:pt x="127064" y="28480"/>
                    </a:lnTo>
                    <a:cubicBezTo>
                      <a:pt x="127064" y="30099"/>
                      <a:pt x="125921" y="31528"/>
                      <a:pt x="124302" y="31909"/>
                    </a:cubicBezTo>
                    <a:cubicBezTo>
                      <a:pt x="110966" y="35243"/>
                      <a:pt x="98489" y="40672"/>
                      <a:pt x="87249" y="47816"/>
                    </a:cubicBezTo>
                    <a:cubicBezTo>
                      <a:pt x="85820" y="48673"/>
                      <a:pt x="84011" y="48577"/>
                      <a:pt x="82868" y="47339"/>
                    </a:cubicBezTo>
                    <a:lnTo>
                      <a:pt x="65532" y="30385"/>
                    </a:lnTo>
                    <a:cubicBezTo>
                      <a:pt x="64104" y="29051"/>
                      <a:pt x="61913" y="29051"/>
                      <a:pt x="60484" y="30385"/>
                    </a:cubicBezTo>
                    <a:close/>
                    <a:moveTo>
                      <a:pt x="154210" y="82677"/>
                    </a:moveTo>
                    <a:cubicBezTo>
                      <a:pt x="194025" y="82201"/>
                      <a:pt x="226791" y="114109"/>
                      <a:pt x="227267" y="153924"/>
                    </a:cubicBezTo>
                    <a:cubicBezTo>
                      <a:pt x="227743" y="193738"/>
                      <a:pt x="195835" y="226504"/>
                      <a:pt x="156020" y="226981"/>
                    </a:cubicBezTo>
                    <a:cubicBezTo>
                      <a:pt x="116205" y="227457"/>
                      <a:pt x="83439" y="195548"/>
                      <a:pt x="82963" y="155734"/>
                    </a:cubicBezTo>
                    <a:cubicBezTo>
                      <a:pt x="82487" y="115919"/>
                      <a:pt x="114395" y="83153"/>
                      <a:pt x="154210" y="82677"/>
                    </a:cubicBezTo>
                    <a:close/>
                  </a:path>
                </a:pathLst>
              </a:custGeom>
              <a:solidFill>
                <a:schemeClr val="bg1">
                  <a:lumMod val="85000"/>
                </a:schemeClr>
              </a:solidFill>
              <a:ln w="9525"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nvGrpSpPr>
            <p:cNvPr id="111" name="Group 110">
              <a:extLst>
                <a:ext uri="{FF2B5EF4-FFF2-40B4-BE49-F238E27FC236}">
                  <a16:creationId xmlns:a16="http://schemas.microsoft.com/office/drawing/2014/main" id="{F5DA52A9-3B45-3DA6-5CCA-AAF7AF79075C}"/>
                </a:ext>
              </a:extLst>
            </p:cNvPr>
            <p:cNvGrpSpPr/>
            <p:nvPr/>
          </p:nvGrpSpPr>
          <p:grpSpPr>
            <a:xfrm>
              <a:off x="4468605" y="3041357"/>
              <a:ext cx="998662" cy="445225"/>
              <a:chOff x="4578795" y="3104771"/>
              <a:chExt cx="688713" cy="307043"/>
            </a:xfrm>
          </p:grpSpPr>
          <p:sp>
            <p:nvSpPr>
              <p:cNvPr id="119" name="Freeform: Shape 118">
                <a:extLst>
                  <a:ext uri="{FF2B5EF4-FFF2-40B4-BE49-F238E27FC236}">
                    <a16:creationId xmlns:a16="http://schemas.microsoft.com/office/drawing/2014/main" id="{0BEB8FC7-7917-F5A5-DFC0-0D6533851AD0}"/>
                  </a:ext>
                </a:extLst>
              </p:cNvPr>
              <p:cNvSpPr/>
              <p:nvPr/>
            </p:nvSpPr>
            <p:spPr>
              <a:xfrm>
                <a:off x="4710776" y="3104771"/>
                <a:ext cx="556732" cy="307043"/>
              </a:xfrm>
              <a:custGeom>
                <a:avLst/>
                <a:gdLst>
                  <a:gd name="csX0" fmla="*/ 529396 w 534764"/>
                  <a:gd name="csY0" fmla="*/ 5867 h 294927"/>
                  <a:gd name="csX1" fmla="*/ 514410 w 534764"/>
                  <a:gd name="csY1" fmla="*/ -1982 h 294927"/>
                  <a:gd name="csX2" fmla="*/ 121257 w 534764"/>
                  <a:gd name="csY2" fmla="*/ -1982 h 294927"/>
                  <a:gd name="csX3" fmla="*/ 104200 w 534764"/>
                  <a:gd name="csY3" fmla="*/ 9838 h 294927"/>
                  <a:gd name="csX4" fmla="*/ -2125 w 534764"/>
                  <a:gd name="csY4" fmla="*/ 292945 h 294927"/>
                  <a:gd name="csX5" fmla="*/ 417345 w 534764"/>
                  <a:gd name="csY5" fmla="*/ 292945 h 294927"/>
                  <a:gd name="csX6" fmla="*/ 434402 w 534764"/>
                  <a:gd name="csY6" fmla="*/ 281125 h 294927"/>
                  <a:gd name="csX7" fmla="*/ 531480 w 534764"/>
                  <a:gd name="csY7" fmla="*/ 22660 h 294927"/>
                  <a:gd name="csX8" fmla="*/ 529396 w 534764"/>
                  <a:gd name="csY8" fmla="*/ 5867 h 2949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34764" h="294927">
                    <a:moveTo>
                      <a:pt x="529396" y="5867"/>
                    </a:moveTo>
                    <a:cubicBezTo>
                      <a:pt x="525992" y="960"/>
                      <a:pt x="520386" y="-1982"/>
                      <a:pt x="514410" y="-1982"/>
                    </a:cubicBezTo>
                    <a:lnTo>
                      <a:pt x="121257" y="-1982"/>
                    </a:lnTo>
                    <a:cubicBezTo>
                      <a:pt x="113711" y="-1982"/>
                      <a:pt x="106851" y="2780"/>
                      <a:pt x="104200" y="9838"/>
                    </a:cubicBezTo>
                    <a:lnTo>
                      <a:pt x="-2125" y="292945"/>
                    </a:lnTo>
                    <a:lnTo>
                      <a:pt x="417345" y="292945"/>
                    </a:lnTo>
                    <a:cubicBezTo>
                      <a:pt x="424904" y="292945"/>
                      <a:pt x="431764" y="288196"/>
                      <a:pt x="434402" y="281125"/>
                    </a:cubicBezTo>
                    <a:lnTo>
                      <a:pt x="531480" y="22660"/>
                    </a:lnTo>
                    <a:cubicBezTo>
                      <a:pt x="533577" y="17054"/>
                      <a:pt x="532799" y="10787"/>
                      <a:pt x="529396" y="5867"/>
                    </a:cubicBezTo>
                    <a:close/>
                  </a:path>
                </a:pathLst>
              </a:custGeom>
              <a:solidFill>
                <a:schemeClr val="accent5"/>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1" name="Freeform: Shape 120">
                <a:extLst>
                  <a:ext uri="{FF2B5EF4-FFF2-40B4-BE49-F238E27FC236}">
                    <a16:creationId xmlns:a16="http://schemas.microsoft.com/office/drawing/2014/main" id="{5BBC89C8-59CA-EBA4-F505-A76C6EB16051}"/>
                  </a:ext>
                </a:extLst>
              </p:cNvPr>
              <p:cNvSpPr/>
              <p:nvPr/>
            </p:nvSpPr>
            <p:spPr>
              <a:xfrm>
                <a:off x="4578795" y="3367056"/>
                <a:ext cx="160380" cy="44757"/>
              </a:xfrm>
              <a:custGeom>
                <a:avLst/>
                <a:gdLst>
                  <a:gd name="csX0" fmla="*/ 15763 w 154052"/>
                  <a:gd name="csY0" fmla="*/ -1982 h 42991"/>
                  <a:gd name="csX1" fmla="*/ -2125 w 154052"/>
                  <a:gd name="csY1" fmla="*/ 15906 h 42991"/>
                  <a:gd name="csX2" fmla="*/ -2125 w 154052"/>
                  <a:gd name="csY2" fmla="*/ 23122 h 42991"/>
                  <a:gd name="csX3" fmla="*/ 15763 w 154052"/>
                  <a:gd name="csY3" fmla="*/ 41010 h 42991"/>
                  <a:gd name="csX4" fmla="*/ 135926 w 154052"/>
                  <a:gd name="csY4" fmla="*/ 41010 h 42991"/>
                  <a:gd name="csX5" fmla="*/ 151928 w 154052"/>
                  <a:gd name="csY5" fmla="*/ -1982 h 42991"/>
                  <a:gd name="csX6" fmla="*/ 15763 w 154052"/>
                  <a:gd name="csY6" fmla="*/ -1982 h 4299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54052" h="42991">
                    <a:moveTo>
                      <a:pt x="15763" y="-1982"/>
                    </a:moveTo>
                    <a:cubicBezTo>
                      <a:pt x="5896" y="-1982"/>
                      <a:pt x="-2125" y="6052"/>
                      <a:pt x="-2125" y="15906"/>
                    </a:cubicBezTo>
                    <a:lnTo>
                      <a:pt x="-2125" y="23122"/>
                    </a:lnTo>
                    <a:cubicBezTo>
                      <a:pt x="-2125" y="32989"/>
                      <a:pt x="5896" y="41010"/>
                      <a:pt x="15763" y="41010"/>
                    </a:cubicBezTo>
                    <a:lnTo>
                      <a:pt x="135926" y="41010"/>
                    </a:lnTo>
                    <a:lnTo>
                      <a:pt x="151928" y="-1982"/>
                    </a:lnTo>
                    <a:lnTo>
                      <a:pt x="15763" y="-1982"/>
                    </a:lnTo>
                    <a:close/>
                  </a:path>
                </a:pathLst>
              </a:custGeom>
              <a:solidFill>
                <a:schemeClr val="accent5"/>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22" name="Freeform: Shape 121">
                <a:extLst>
                  <a:ext uri="{FF2B5EF4-FFF2-40B4-BE49-F238E27FC236}">
                    <a16:creationId xmlns:a16="http://schemas.microsoft.com/office/drawing/2014/main" id="{59496A69-F1F8-CC14-A448-B96085279B11}"/>
                  </a:ext>
                </a:extLst>
              </p:cNvPr>
              <p:cNvSpPr/>
              <p:nvPr/>
            </p:nvSpPr>
            <p:spPr>
              <a:xfrm>
                <a:off x="4961332" y="3231148"/>
                <a:ext cx="73255" cy="73268"/>
              </a:xfrm>
              <a:custGeom>
                <a:avLst/>
                <a:gdLst>
                  <a:gd name="csX0" fmla="*/ 33057 w 70364"/>
                  <a:gd name="csY0" fmla="*/ 8571 h 70377"/>
                  <a:gd name="csX1" fmla="*/ 8428 w 70364"/>
                  <a:gd name="csY1" fmla="*/ 33200 h 70377"/>
                  <a:gd name="csX2" fmla="*/ 33057 w 70364"/>
                  <a:gd name="csY2" fmla="*/ 57842 h 70377"/>
                  <a:gd name="csX3" fmla="*/ 57686 w 70364"/>
                  <a:gd name="csY3" fmla="*/ 33200 h 70377"/>
                  <a:gd name="csX4" fmla="*/ 33057 w 70364"/>
                  <a:gd name="csY4" fmla="*/ 8571 h 70377"/>
                  <a:gd name="csX5" fmla="*/ 33057 w 70364"/>
                  <a:gd name="csY5" fmla="*/ 68396 h 70377"/>
                  <a:gd name="csX6" fmla="*/ -2125 w 70364"/>
                  <a:gd name="csY6" fmla="*/ 33200 h 70377"/>
                  <a:gd name="csX7" fmla="*/ 33057 w 70364"/>
                  <a:gd name="csY7" fmla="*/ -1982 h 70377"/>
                  <a:gd name="csX8" fmla="*/ 68239 w 70364"/>
                  <a:gd name="csY8" fmla="*/ 33200 h 70377"/>
                  <a:gd name="csX9" fmla="*/ 33057 w 70364"/>
                  <a:gd name="csY9" fmla="*/ 68396 h 703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0364" h="70377">
                    <a:moveTo>
                      <a:pt x="33057" y="8571"/>
                    </a:moveTo>
                    <a:cubicBezTo>
                      <a:pt x="19470" y="8571"/>
                      <a:pt x="8428" y="19626"/>
                      <a:pt x="8428" y="33200"/>
                    </a:cubicBezTo>
                    <a:cubicBezTo>
                      <a:pt x="8428" y="46788"/>
                      <a:pt x="19470" y="57842"/>
                      <a:pt x="33057" y="57842"/>
                    </a:cubicBezTo>
                    <a:cubicBezTo>
                      <a:pt x="46645" y="57842"/>
                      <a:pt x="57686" y="46788"/>
                      <a:pt x="57686" y="33200"/>
                    </a:cubicBezTo>
                    <a:cubicBezTo>
                      <a:pt x="57686" y="19626"/>
                      <a:pt x="46645" y="8571"/>
                      <a:pt x="33057" y="8571"/>
                    </a:cubicBezTo>
                    <a:close/>
                    <a:moveTo>
                      <a:pt x="33057" y="68396"/>
                    </a:moveTo>
                    <a:cubicBezTo>
                      <a:pt x="13652" y="68396"/>
                      <a:pt x="-2125" y="52605"/>
                      <a:pt x="-2125" y="33200"/>
                    </a:cubicBezTo>
                    <a:cubicBezTo>
                      <a:pt x="-2125" y="13808"/>
                      <a:pt x="13652" y="-1982"/>
                      <a:pt x="33057" y="-1982"/>
                    </a:cubicBezTo>
                    <a:cubicBezTo>
                      <a:pt x="52462" y="-1982"/>
                      <a:pt x="68239" y="13808"/>
                      <a:pt x="68239" y="33200"/>
                    </a:cubicBezTo>
                    <a:cubicBezTo>
                      <a:pt x="68239" y="52605"/>
                      <a:pt x="52462" y="68396"/>
                      <a:pt x="33057" y="68396"/>
                    </a:cubicBezTo>
                    <a:close/>
                  </a:path>
                </a:pathLst>
              </a:custGeom>
              <a:solidFill>
                <a:srgbClr val="FFFF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grpSp>
      <p:grpSp>
        <p:nvGrpSpPr>
          <p:cNvPr id="18" name="Group 17">
            <a:extLst>
              <a:ext uri="{FF2B5EF4-FFF2-40B4-BE49-F238E27FC236}">
                <a16:creationId xmlns:a16="http://schemas.microsoft.com/office/drawing/2014/main" id="{F8F35847-C556-031E-BED0-697732C75579}"/>
              </a:ext>
            </a:extLst>
          </p:cNvPr>
          <p:cNvGrpSpPr/>
          <p:nvPr/>
        </p:nvGrpSpPr>
        <p:grpSpPr>
          <a:xfrm>
            <a:off x="9407949" y="2089684"/>
            <a:ext cx="1650256" cy="1264243"/>
            <a:chOff x="9333192" y="2320028"/>
            <a:chExt cx="1502320" cy="1150909"/>
          </a:xfrm>
        </p:grpSpPr>
        <p:grpSp>
          <p:nvGrpSpPr>
            <p:cNvPr id="23" name="Group 22">
              <a:extLst>
                <a:ext uri="{FF2B5EF4-FFF2-40B4-BE49-F238E27FC236}">
                  <a16:creationId xmlns:a16="http://schemas.microsoft.com/office/drawing/2014/main" id="{E071355D-727A-10A8-BE1F-AD8EBA8C6C7C}"/>
                </a:ext>
              </a:extLst>
            </p:cNvPr>
            <p:cNvGrpSpPr/>
            <p:nvPr/>
          </p:nvGrpSpPr>
          <p:grpSpPr>
            <a:xfrm>
              <a:off x="9333192" y="2320028"/>
              <a:ext cx="691513" cy="691881"/>
              <a:chOff x="8897663" y="2387047"/>
              <a:chExt cx="691513" cy="691881"/>
            </a:xfrm>
          </p:grpSpPr>
          <p:grpSp>
            <p:nvGrpSpPr>
              <p:cNvPr id="507" name="Graphic 1897">
                <a:extLst>
                  <a:ext uri="{FF2B5EF4-FFF2-40B4-BE49-F238E27FC236}">
                    <a16:creationId xmlns:a16="http://schemas.microsoft.com/office/drawing/2014/main" id="{9BC6000A-ED4F-AF1D-9426-FB483E745EA6}"/>
                  </a:ext>
                </a:extLst>
              </p:cNvPr>
              <p:cNvGrpSpPr/>
              <p:nvPr/>
            </p:nvGrpSpPr>
            <p:grpSpPr>
              <a:xfrm>
                <a:off x="8897663" y="2387047"/>
                <a:ext cx="691513" cy="691881"/>
                <a:chOff x="10174204" y="2546323"/>
                <a:chExt cx="691513" cy="691881"/>
              </a:xfrm>
              <a:solidFill>
                <a:schemeClr val="accent1"/>
              </a:solidFill>
            </p:grpSpPr>
            <p:sp>
              <p:nvSpPr>
                <p:cNvPr id="509" name="Freeform: Shape 508">
                  <a:extLst>
                    <a:ext uri="{FF2B5EF4-FFF2-40B4-BE49-F238E27FC236}">
                      <a16:creationId xmlns:a16="http://schemas.microsoft.com/office/drawing/2014/main" id="{CA3B7BB5-FB1D-52DC-4D32-D91EAEF0A8CB}"/>
                    </a:ext>
                  </a:extLst>
                </p:cNvPr>
                <p:cNvSpPr/>
                <p:nvPr/>
              </p:nvSpPr>
              <p:spPr>
                <a:xfrm>
                  <a:off x="10460035" y="2685438"/>
                  <a:ext cx="266706" cy="209040"/>
                </a:xfrm>
                <a:custGeom>
                  <a:avLst/>
                  <a:gdLst>
                    <a:gd name="connsiteX0" fmla="*/ 0 w 266706"/>
                    <a:gd name="connsiteY0" fmla="*/ 6631 h 209040"/>
                    <a:gd name="connsiteX1" fmla="*/ 159339 w 266706"/>
                    <a:gd name="connsiteY1" fmla="*/ 28112 h 209040"/>
                    <a:gd name="connsiteX2" fmla="*/ 261012 w 266706"/>
                    <a:gd name="connsiteY2" fmla="*/ 158437 h 209040"/>
                    <a:gd name="connsiteX3" fmla="*/ 266743 w 266706"/>
                    <a:gd name="connsiteY3" fmla="*/ 186081 h 209040"/>
                    <a:gd name="connsiteX4" fmla="*/ 268761 w 266706"/>
                    <a:gd name="connsiteY4" fmla="*/ 209977 h 209040"/>
                    <a:gd name="connsiteX5" fmla="*/ 264652 w 266706"/>
                    <a:gd name="connsiteY5" fmla="*/ 210013 h 209040"/>
                    <a:gd name="connsiteX6" fmla="*/ 262706 w 266706"/>
                    <a:gd name="connsiteY6" fmla="*/ 186658 h 209040"/>
                    <a:gd name="connsiteX7" fmla="*/ 257083 w 266706"/>
                    <a:gd name="connsiteY7" fmla="*/ 159519 h 209040"/>
                    <a:gd name="connsiteX8" fmla="*/ 157357 w 266706"/>
                    <a:gd name="connsiteY8" fmla="*/ 31680 h 209040"/>
                    <a:gd name="connsiteX9" fmla="*/ 1153 w 266706"/>
                    <a:gd name="connsiteY9" fmla="*/ 10559 h 209040"/>
                    <a:gd name="connsiteX10" fmla="*/ 0 w 266706"/>
                    <a:gd name="connsiteY10" fmla="*/ 6631 h 209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6706" h="209040">
                      <a:moveTo>
                        <a:pt x="0" y="6631"/>
                      </a:moveTo>
                      <a:cubicBezTo>
                        <a:pt x="55972" y="-7533"/>
                        <a:pt x="112557" y="1621"/>
                        <a:pt x="159339" y="28112"/>
                      </a:cubicBezTo>
                      <a:cubicBezTo>
                        <a:pt x="207418" y="55359"/>
                        <a:pt x="245118" y="100951"/>
                        <a:pt x="261012" y="158437"/>
                      </a:cubicBezTo>
                      <a:cubicBezTo>
                        <a:pt x="263535" y="167484"/>
                        <a:pt x="265445" y="176746"/>
                        <a:pt x="266743" y="186081"/>
                      </a:cubicBezTo>
                      <a:cubicBezTo>
                        <a:pt x="267860" y="194010"/>
                        <a:pt x="268509" y="201975"/>
                        <a:pt x="268761" y="209977"/>
                      </a:cubicBezTo>
                      <a:lnTo>
                        <a:pt x="264652" y="210013"/>
                      </a:lnTo>
                      <a:cubicBezTo>
                        <a:pt x="264436" y="202192"/>
                        <a:pt x="263787" y="194371"/>
                        <a:pt x="262706" y="186658"/>
                      </a:cubicBezTo>
                      <a:cubicBezTo>
                        <a:pt x="261445" y="177539"/>
                        <a:pt x="259534" y="168493"/>
                        <a:pt x="257083" y="159519"/>
                      </a:cubicBezTo>
                      <a:cubicBezTo>
                        <a:pt x="241477" y="103150"/>
                        <a:pt x="204535" y="58423"/>
                        <a:pt x="157357" y="31680"/>
                      </a:cubicBezTo>
                      <a:cubicBezTo>
                        <a:pt x="111512" y="5694"/>
                        <a:pt x="56008" y="-3280"/>
                        <a:pt x="1153" y="10559"/>
                      </a:cubicBezTo>
                      <a:lnTo>
                        <a:pt x="0" y="6631"/>
                      </a:lnTo>
                      <a:close/>
                    </a:path>
                  </a:pathLst>
                </a:custGeom>
                <a:solidFill>
                  <a:srgbClr val="1F40E6"/>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grpSp>
              <p:nvGrpSpPr>
                <p:cNvPr id="511" name="Graphic 1897">
                  <a:extLst>
                    <a:ext uri="{FF2B5EF4-FFF2-40B4-BE49-F238E27FC236}">
                      <a16:creationId xmlns:a16="http://schemas.microsoft.com/office/drawing/2014/main" id="{82509184-E702-635E-B2F8-5EBD0DDA0C82}"/>
                    </a:ext>
                  </a:extLst>
                </p:cNvPr>
                <p:cNvGrpSpPr/>
                <p:nvPr/>
              </p:nvGrpSpPr>
              <p:grpSpPr>
                <a:xfrm>
                  <a:off x="10174204" y="2546323"/>
                  <a:ext cx="691513" cy="691881"/>
                  <a:chOff x="10174204" y="2546323"/>
                  <a:chExt cx="691513" cy="691881"/>
                </a:xfrm>
                <a:solidFill>
                  <a:schemeClr val="accent1"/>
                </a:solidFill>
              </p:grpSpPr>
              <p:sp>
                <p:nvSpPr>
                  <p:cNvPr id="64" name="Freeform: Shape 63">
                    <a:extLst>
                      <a:ext uri="{FF2B5EF4-FFF2-40B4-BE49-F238E27FC236}">
                        <a16:creationId xmlns:a16="http://schemas.microsoft.com/office/drawing/2014/main" id="{041A3433-8B29-A445-DC47-4F7E8EE86F7E}"/>
                      </a:ext>
                    </a:extLst>
                  </p:cNvPr>
                  <p:cNvSpPr/>
                  <p:nvPr/>
                </p:nvSpPr>
                <p:spPr>
                  <a:xfrm>
                    <a:off x="10174204" y="2576267"/>
                    <a:ext cx="266706" cy="327977"/>
                  </a:xfrm>
                  <a:custGeom>
                    <a:avLst/>
                    <a:gdLst>
                      <a:gd name="connsiteX0" fmla="*/ 23 w 266706"/>
                      <a:gd name="connsiteY0" fmla="*/ 328914 h 327976"/>
                      <a:gd name="connsiteX1" fmla="*/ 244311 w 266706"/>
                      <a:gd name="connsiteY1" fmla="*/ 0 h 327976"/>
                      <a:gd name="connsiteX2" fmla="*/ 268784 w 266706"/>
                      <a:gd name="connsiteY2" fmla="*/ 88518 h 327976"/>
                      <a:gd name="connsiteX3" fmla="*/ 91856 w 266706"/>
                      <a:gd name="connsiteY3" fmla="*/ 326752 h 327976"/>
                      <a:gd name="connsiteX4" fmla="*/ 23 w 266706"/>
                      <a:gd name="connsiteY4" fmla="*/ 328914 h 32797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6706" h="327976">
                        <a:moveTo>
                          <a:pt x="23" y="328914"/>
                        </a:moveTo>
                        <a:cubicBezTo>
                          <a:pt x="-1707" y="180279"/>
                          <a:pt x="95280" y="43214"/>
                          <a:pt x="244311" y="0"/>
                        </a:cubicBezTo>
                        <a:lnTo>
                          <a:pt x="268784" y="88518"/>
                        </a:lnTo>
                        <a:cubicBezTo>
                          <a:pt x="161200" y="120270"/>
                          <a:pt x="91135" y="219240"/>
                          <a:pt x="91856" y="326752"/>
                        </a:cubicBezTo>
                        <a:lnTo>
                          <a:pt x="23" y="328914"/>
                        </a:lnTo>
                        <a:close/>
                      </a:path>
                    </a:pathLst>
                  </a:custGeom>
                  <a:solidFill>
                    <a:srgbClr val="E6E6E6"/>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65" name="Freeform: Shape 64">
                    <a:extLst>
                      <a:ext uri="{FF2B5EF4-FFF2-40B4-BE49-F238E27FC236}">
                        <a16:creationId xmlns:a16="http://schemas.microsoft.com/office/drawing/2014/main" id="{56CF38E6-0927-6006-35EE-62E728AB415F}"/>
                      </a:ext>
                    </a:extLst>
                  </p:cNvPr>
                  <p:cNvSpPr/>
                  <p:nvPr/>
                </p:nvSpPr>
                <p:spPr>
                  <a:xfrm>
                    <a:off x="10174443" y="2903019"/>
                    <a:ext cx="673974" cy="335185"/>
                  </a:xfrm>
                  <a:custGeom>
                    <a:avLst/>
                    <a:gdLst>
                      <a:gd name="connsiteX0" fmla="*/ 677182 w 673974"/>
                      <a:gd name="connsiteY0" fmla="*/ 0 h 335185"/>
                      <a:gd name="connsiteX1" fmla="*/ 428749 w 673974"/>
                      <a:gd name="connsiteY1" fmla="*/ 324805 h 335185"/>
                      <a:gd name="connsiteX2" fmla="*/ 12074 w 673974"/>
                      <a:gd name="connsiteY2" fmla="*/ 88698 h 335185"/>
                      <a:gd name="connsiteX3" fmla="*/ 0 w 673974"/>
                      <a:gd name="connsiteY3" fmla="*/ 10740 h 335185"/>
                      <a:gd name="connsiteX4" fmla="*/ 91833 w 673974"/>
                      <a:gd name="connsiteY4" fmla="*/ 8578 h 335185"/>
                      <a:gd name="connsiteX5" fmla="*/ 100591 w 673974"/>
                      <a:gd name="connsiteY5" fmla="*/ 64226 h 335185"/>
                      <a:gd name="connsiteX6" fmla="*/ 404240 w 673974"/>
                      <a:gd name="connsiteY6" fmla="*/ 236288 h 335185"/>
                      <a:gd name="connsiteX7" fmla="*/ 585277 w 673974"/>
                      <a:gd name="connsiteY7" fmla="*/ 721 h 335185"/>
                      <a:gd name="connsiteX8" fmla="*/ 677182 w 673974"/>
                      <a:gd name="connsiteY8" fmla="*/ 0 h 335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73974" h="335185">
                        <a:moveTo>
                          <a:pt x="677182" y="0"/>
                        </a:moveTo>
                        <a:cubicBezTo>
                          <a:pt x="676569" y="147950"/>
                          <a:pt x="578321" y="283430"/>
                          <a:pt x="428749" y="324805"/>
                        </a:cubicBezTo>
                        <a:cubicBezTo>
                          <a:pt x="248506" y="374651"/>
                          <a:pt x="61955" y="268941"/>
                          <a:pt x="12074" y="88698"/>
                        </a:cubicBezTo>
                        <a:cubicBezTo>
                          <a:pt x="4866" y="62712"/>
                          <a:pt x="937" y="36582"/>
                          <a:pt x="0" y="10740"/>
                        </a:cubicBezTo>
                        <a:lnTo>
                          <a:pt x="91833" y="8578"/>
                        </a:lnTo>
                        <a:cubicBezTo>
                          <a:pt x="92626" y="27031"/>
                          <a:pt x="95474" y="45664"/>
                          <a:pt x="100591" y="64226"/>
                        </a:cubicBezTo>
                        <a:cubicBezTo>
                          <a:pt x="136921" y="195597"/>
                          <a:pt x="272870" y="272617"/>
                          <a:pt x="404240" y="236288"/>
                        </a:cubicBezTo>
                        <a:cubicBezTo>
                          <a:pt x="512869" y="206229"/>
                          <a:pt x="584339" y="108088"/>
                          <a:pt x="585277" y="721"/>
                        </a:cubicBezTo>
                        <a:lnTo>
                          <a:pt x="677182" y="0"/>
                        </a:lnTo>
                        <a:close/>
                      </a:path>
                    </a:pathLst>
                  </a:custGeom>
                  <a:solidFill>
                    <a:srgbClr val="1F40E6"/>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66" name="Freeform: Shape 65">
                    <a:extLst>
                      <a:ext uri="{FF2B5EF4-FFF2-40B4-BE49-F238E27FC236}">
                        <a16:creationId xmlns:a16="http://schemas.microsoft.com/office/drawing/2014/main" id="{40224424-EFA2-1431-BAB2-923AEC313531}"/>
                      </a:ext>
                    </a:extLst>
                  </p:cNvPr>
                  <p:cNvSpPr/>
                  <p:nvPr/>
                </p:nvSpPr>
                <p:spPr>
                  <a:xfrm>
                    <a:off x="10422408" y="2546323"/>
                    <a:ext cx="443309" cy="345998"/>
                  </a:xfrm>
                  <a:custGeom>
                    <a:avLst/>
                    <a:gdLst>
                      <a:gd name="connsiteX0" fmla="*/ 0 w 443309"/>
                      <a:gd name="connsiteY0" fmla="*/ 11816 h 345997"/>
                      <a:gd name="connsiteX1" fmla="*/ 432713 w 443309"/>
                      <a:gd name="connsiteY1" fmla="*/ 260466 h 345997"/>
                      <a:gd name="connsiteX2" fmla="*/ 445580 w 443309"/>
                      <a:gd name="connsiteY2" fmla="*/ 347974 h 345997"/>
                      <a:gd name="connsiteX3" fmla="*/ 320841 w 443309"/>
                      <a:gd name="connsiteY3" fmla="*/ 348983 h 345997"/>
                      <a:gd name="connsiteX4" fmla="*/ 312551 w 443309"/>
                      <a:gd name="connsiteY4" fmla="*/ 293696 h 345997"/>
                      <a:gd name="connsiteX5" fmla="*/ 33266 w 443309"/>
                      <a:gd name="connsiteY5" fmla="*/ 131978 h 345997"/>
                      <a:gd name="connsiteX6" fmla="*/ 0 w 443309"/>
                      <a:gd name="connsiteY6" fmla="*/ 11816 h 345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309" h="345997">
                        <a:moveTo>
                          <a:pt x="0" y="11816"/>
                        </a:moveTo>
                        <a:cubicBezTo>
                          <a:pt x="187704" y="-37705"/>
                          <a:pt x="380814" y="72870"/>
                          <a:pt x="432713" y="260466"/>
                        </a:cubicBezTo>
                        <a:cubicBezTo>
                          <a:pt x="440786" y="289659"/>
                          <a:pt x="444967" y="319033"/>
                          <a:pt x="445580" y="347974"/>
                        </a:cubicBezTo>
                        <a:lnTo>
                          <a:pt x="320841" y="348983"/>
                        </a:lnTo>
                        <a:cubicBezTo>
                          <a:pt x="320336" y="330674"/>
                          <a:pt x="317633" y="312149"/>
                          <a:pt x="312551" y="293696"/>
                        </a:cubicBezTo>
                        <a:cubicBezTo>
                          <a:pt x="279033" y="172452"/>
                          <a:pt x="154582" y="100802"/>
                          <a:pt x="33266" y="131978"/>
                        </a:cubicBezTo>
                        <a:lnTo>
                          <a:pt x="0" y="11816"/>
                        </a:lnTo>
                        <a:close/>
                      </a:path>
                    </a:pathLst>
                  </a:custGeom>
                  <a:solidFill>
                    <a:srgbClr val="00A9F4"/>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grpSp>
          </p:grpSp>
          <p:sp>
            <p:nvSpPr>
              <p:cNvPr id="508" name="Freeform: Shape 507">
                <a:extLst>
                  <a:ext uri="{FF2B5EF4-FFF2-40B4-BE49-F238E27FC236}">
                    <a16:creationId xmlns:a16="http://schemas.microsoft.com/office/drawing/2014/main" id="{0DC7BB5B-9899-A337-55DB-A45DA17D3144}"/>
                  </a:ext>
                </a:extLst>
              </p:cNvPr>
              <p:cNvSpPr/>
              <p:nvPr/>
            </p:nvSpPr>
            <p:spPr>
              <a:xfrm>
                <a:off x="9147669" y="2662758"/>
                <a:ext cx="198228" cy="50458"/>
              </a:xfrm>
              <a:custGeom>
                <a:avLst/>
                <a:gdLst>
                  <a:gd name="connsiteX0" fmla="*/ 39718 w 198227"/>
                  <a:gd name="connsiteY0" fmla="*/ 29013 h 50457"/>
                  <a:gd name="connsiteX1" fmla="*/ 37267 w 198227"/>
                  <a:gd name="connsiteY1" fmla="*/ 41700 h 50457"/>
                  <a:gd name="connsiteX2" fmla="*/ 30347 w 198227"/>
                  <a:gd name="connsiteY2" fmla="*/ 49989 h 50457"/>
                  <a:gd name="connsiteX3" fmla="*/ 19895 w 198227"/>
                  <a:gd name="connsiteY3" fmla="*/ 52837 h 50457"/>
                  <a:gd name="connsiteX4" fmla="*/ 9551 w 198227"/>
                  <a:gd name="connsiteY4" fmla="*/ 49953 h 50457"/>
                  <a:gd name="connsiteX5" fmla="*/ 2559 w 198227"/>
                  <a:gd name="connsiteY5" fmla="*/ 41772 h 50457"/>
                  <a:gd name="connsiteX6" fmla="*/ 0 w 198227"/>
                  <a:gd name="connsiteY6" fmla="*/ 29446 h 50457"/>
                  <a:gd name="connsiteX7" fmla="*/ 0 w 198227"/>
                  <a:gd name="connsiteY7" fmla="*/ 25878 h 50457"/>
                  <a:gd name="connsiteX8" fmla="*/ 2487 w 198227"/>
                  <a:gd name="connsiteY8" fmla="*/ 13263 h 50457"/>
                  <a:gd name="connsiteX9" fmla="*/ 9479 w 198227"/>
                  <a:gd name="connsiteY9" fmla="*/ 4902 h 50457"/>
                  <a:gd name="connsiteX10" fmla="*/ 19859 w 198227"/>
                  <a:gd name="connsiteY10" fmla="*/ 1982 h 50457"/>
                  <a:gd name="connsiteX11" fmla="*/ 30311 w 198227"/>
                  <a:gd name="connsiteY11" fmla="*/ 4866 h 50457"/>
                  <a:gd name="connsiteX12" fmla="*/ 37303 w 198227"/>
                  <a:gd name="connsiteY12" fmla="*/ 13191 h 50457"/>
                  <a:gd name="connsiteX13" fmla="*/ 39754 w 198227"/>
                  <a:gd name="connsiteY13" fmla="*/ 25878 h 50457"/>
                  <a:gd name="connsiteX14" fmla="*/ 39754 w 198227"/>
                  <a:gd name="connsiteY14" fmla="*/ 29013 h 50457"/>
                  <a:gd name="connsiteX15" fmla="*/ 39718 w 198227"/>
                  <a:gd name="connsiteY15" fmla="*/ 29013 h 50457"/>
                  <a:gd name="connsiteX16" fmla="*/ 33230 w 198227"/>
                  <a:gd name="connsiteY16" fmla="*/ 25842 h 50457"/>
                  <a:gd name="connsiteX17" fmla="*/ 29698 w 198227"/>
                  <a:gd name="connsiteY17" fmla="*/ 12362 h 50457"/>
                  <a:gd name="connsiteX18" fmla="*/ 19823 w 198227"/>
                  <a:gd name="connsiteY18" fmla="*/ 7641 h 50457"/>
                  <a:gd name="connsiteX19" fmla="*/ 10092 w 198227"/>
                  <a:gd name="connsiteY19" fmla="*/ 12362 h 50457"/>
                  <a:gd name="connsiteX20" fmla="*/ 6452 w 198227"/>
                  <a:gd name="connsiteY20" fmla="*/ 25409 h 50457"/>
                  <a:gd name="connsiteX21" fmla="*/ 6452 w 198227"/>
                  <a:gd name="connsiteY21" fmla="*/ 29049 h 50457"/>
                  <a:gd name="connsiteX22" fmla="*/ 10020 w 198227"/>
                  <a:gd name="connsiteY22" fmla="*/ 42421 h 50457"/>
                  <a:gd name="connsiteX23" fmla="*/ 19895 w 198227"/>
                  <a:gd name="connsiteY23" fmla="*/ 47286 h 50457"/>
                  <a:gd name="connsiteX24" fmla="*/ 29662 w 198227"/>
                  <a:gd name="connsiteY24" fmla="*/ 42673 h 50457"/>
                  <a:gd name="connsiteX25" fmla="*/ 33230 w 198227"/>
                  <a:gd name="connsiteY25" fmla="*/ 29482 h 50457"/>
                  <a:gd name="connsiteX26" fmla="*/ 33230 w 198227"/>
                  <a:gd name="connsiteY26" fmla="*/ 25842 h 50457"/>
                  <a:gd name="connsiteX27" fmla="*/ 33230 w 198227"/>
                  <a:gd name="connsiteY27" fmla="*/ 25842 h 50457"/>
                  <a:gd name="connsiteX28" fmla="*/ 66244 w 198227"/>
                  <a:gd name="connsiteY28" fmla="*/ 21048 h 50457"/>
                  <a:gd name="connsiteX29" fmla="*/ 63145 w 198227"/>
                  <a:gd name="connsiteY29" fmla="*/ 20796 h 50457"/>
                  <a:gd name="connsiteX30" fmla="*/ 54747 w 198227"/>
                  <a:gd name="connsiteY30" fmla="*/ 26058 h 50457"/>
                  <a:gd name="connsiteX31" fmla="*/ 54747 w 198227"/>
                  <a:gd name="connsiteY31" fmla="*/ 52152 h 50457"/>
                  <a:gd name="connsiteX32" fmla="*/ 48476 w 198227"/>
                  <a:gd name="connsiteY32" fmla="*/ 52152 h 50457"/>
                  <a:gd name="connsiteX33" fmla="*/ 48476 w 198227"/>
                  <a:gd name="connsiteY33" fmla="*/ 15426 h 50457"/>
                  <a:gd name="connsiteX34" fmla="*/ 54567 w 198227"/>
                  <a:gd name="connsiteY34" fmla="*/ 15426 h 50457"/>
                  <a:gd name="connsiteX35" fmla="*/ 54675 w 198227"/>
                  <a:gd name="connsiteY35" fmla="*/ 19643 h 50457"/>
                  <a:gd name="connsiteX36" fmla="*/ 63433 w 198227"/>
                  <a:gd name="connsiteY36" fmla="*/ 14705 h 50457"/>
                  <a:gd name="connsiteX37" fmla="*/ 66208 w 198227"/>
                  <a:gd name="connsiteY37" fmla="*/ 15173 h 50457"/>
                  <a:gd name="connsiteX38" fmla="*/ 66208 w 198227"/>
                  <a:gd name="connsiteY38" fmla="*/ 21048 h 50457"/>
                  <a:gd name="connsiteX39" fmla="*/ 66244 w 198227"/>
                  <a:gd name="connsiteY39" fmla="*/ 21048 h 50457"/>
                  <a:gd name="connsiteX40" fmla="*/ 69884 w 198227"/>
                  <a:gd name="connsiteY40" fmla="*/ 33482 h 50457"/>
                  <a:gd name="connsiteX41" fmla="*/ 73885 w 198227"/>
                  <a:gd name="connsiteY41" fmla="*/ 19895 h 50457"/>
                  <a:gd name="connsiteX42" fmla="*/ 84373 w 198227"/>
                  <a:gd name="connsiteY42" fmla="*/ 14741 h 50457"/>
                  <a:gd name="connsiteX43" fmla="*/ 94609 w 198227"/>
                  <a:gd name="connsiteY43" fmla="*/ 19138 h 50457"/>
                  <a:gd name="connsiteX44" fmla="*/ 94609 w 198227"/>
                  <a:gd name="connsiteY44" fmla="*/ 0 h 50457"/>
                  <a:gd name="connsiteX45" fmla="*/ 100880 w 198227"/>
                  <a:gd name="connsiteY45" fmla="*/ 0 h 50457"/>
                  <a:gd name="connsiteX46" fmla="*/ 100880 w 198227"/>
                  <a:gd name="connsiteY46" fmla="*/ 52152 h 50457"/>
                  <a:gd name="connsiteX47" fmla="*/ 95113 w 198227"/>
                  <a:gd name="connsiteY47" fmla="*/ 52152 h 50457"/>
                  <a:gd name="connsiteX48" fmla="*/ 94825 w 198227"/>
                  <a:gd name="connsiteY48" fmla="*/ 48223 h 50457"/>
                  <a:gd name="connsiteX49" fmla="*/ 84337 w 198227"/>
                  <a:gd name="connsiteY49" fmla="*/ 52837 h 50457"/>
                  <a:gd name="connsiteX50" fmla="*/ 73921 w 198227"/>
                  <a:gd name="connsiteY50" fmla="*/ 47611 h 50457"/>
                  <a:gd name="connsiteX51" fmla="*/ 69884 w 198227"/>
                  <a:gd name="connsiteY51" fmla="*/ 33951 h 50457"/>
                  <a:gd name="connsiteX52" fmla="*/ 69884 w 198227"/>
                  <a:gd name="connsiteY52" fmla="*/ 33482 h 50457"/>
                  <a:gd name="connsiteX53" fmla="*/ 69884 w 198227"/>
                  <a:gd name="connsiteY53" fmla="*/ 33482 h 50457"/>
                  <a:gd name="connsiteX54" fmla="*/ 76156 w 198227"/>
                  <a:gd name="connsiteY54" fmla="*/ 34203 h 50457"/>
                  <a:gd name="connsiteX55" fmla="*/ 78751 w 198227"/>
                  <a:gd name="connsiteY55" fmla="*/ 43971 h 50457"/>
                  <a:gd name="connsiteX56" fmla="*/ 85887 w 198227"/>
                  <a:gd name="connsiteY56" fmla="*/ 47503 h 50457"/>
                  <a:gd name="connsiteX57" fmla="*/ 94609 w 198227"/>
                  <a:gd name="connsiteY57" fmla="*/ 42132 h 50457"/>
                  <a:gd name="connsiteX58" fmla="*/ 94609 w 198227"/>
                  <a:gd name="connsiteY58" fmla="*/ 25301 h 50457"/>
                  <a:gd name="connsiteX59" fmla="*/ 85959 w 198227"/>
                  <a:gd name="connsiteY59" fmla="*/ 20111 h 50457"/>
                  <a:gd name="connsiteX60" fmla="*/ 78751 w 198227"/>
                  <a:gd name="connsiteY60" fmla="*/ 23679 h 50457"/>
                  <a:gd name="connsiteX61" fmla="*/ 76156 w 198227"/>
                  <a:gd name="connsiteY61" fmla="*/ 34203 h 50457"/>
                  <a:gd name="connsiteX62" fmla="*/ 76156 w 198227"/>
                  <a:gd name="connsiteY62" fmla="*/ 34203 h 50457"/>
                  <a:gd name="connsiteX63" fmla="*/ 125857 w 198227"/>
                  <a:gd name="connsiteY63" fmla="*/ 52837 h 50457"/>
                  <a:gd name="connsiteX64" fmla="*/ 113711 w 198227"/>
                  <a:gd name="connsiteY64" fmla="*/ 47935 h 50457"/>
                  <a:gd name="connsiteX65" fmla="*/ 109025 w 198227"/>
                  <a:gd name="connsiteY65" fmla="*/ 34816 h 50457"/>
                  <a:gd name="connsiteX66" fmla="*/ 109025 w 198227"/>
                  <a:gd name="connsiteY66" fmla="*/ 33663 h 50457"/>
                  <a:gd name="connsiteX67" fmla="*/ 111116 w 198227"/>
                  <a:gd name="connsiteY67" fmla="*/ 23895 h 50457"/>
                  <a:gd name="connsiteX68" fmla="*/ 116954 w 198227"/>
                  <a:gd name="connsiteY68" fmla="*/ 17192 h 50457"/>
                  <a:gd name="connsiteX69" fmla="*/ 125100 w 198227"/>
                  <a:gd name="connsiteY69" fmla="*/ 14741 h 50457"/>
                  <a:gd name="connsiteX70" fmla="*/ 136236 w 198227"/>
                  <a:gd name="connsiteY70" fmla="*/ 19462 h 50457"/>
                  <a:gd name="connsiteX71" fmla="*/ 140201 w 198227"/>
                  <a:gd name="connsiteY71" fmla="*/ 32978 h 50457"/>
                  <a:gd name="connsiteX72" fmla="*/ 140201 w 198227"/>
                  <a:gd name="connsiteY72" fmla="*/ 35609 h 50457"/>
                  <a:gd name="connsiteX73" fmla="*/ 115296 w 198227"/>
                  <a:gd name="connsiteY73" fmla="*/ 35609 h 50457"/>
                  <a:gd name="connsiteX74" fmla="*/ 118468 w 198227"/>
                  <a:gd name="connsiteY74" fmla="*/ 44367 h 50457"/>
                  <a:gd name="connsiteX75" fmla="*/ 126181 w 198227"/>
                  <a:gd name="connsiteY75" fmla="*/ 47719 h 50457"/>
                  <a:gd name="connsiteX76" fmla="*/ 131803 w 198227"/>
                  <a:gd name="connsiteY76" fmla="*/ 46349 h 50457"/>
                  <a:gd name="connsiteX77" fmla="*/ 135840 w 198227"/>
                  <a:gd name="connsiteY77" fmla="*/ 42781 h 50457"/>
                  <a:gd name="connsiteX78" fmla="*/ 139660 w 198227"/>
                  <a:gd name="connsiteY78" fmla="*/ 45773 h 50457"/>
                  <a:gd name="connsiteX79" fmla="*/ 125857 w 198227"/>
                  <a:gd name="connsiteY79" fmla="*/ 52837 h 50457"/>
                  <a:gd name="connsiteX80" fmla="*/ 125857 w 198227"/>
                  <a:gd name="connsiteY80" fmla="*/ 52837 h 50457"/>
                  <a:gd name="connsiteX81" fmla="*/ 125100 w 198227"/>
                  <a:gd name="connsiteY81" fmla="*/ 19895 h 50457"/>
                  <a:gd name="connsiteX82" fmla="*/ 118720 w 198227"/>
                  <a:gd name="connsiteY82" fmla="*/ 22670 h 50457"/>
                  <a:gd name="connsiteX83" fmla="*/ 115549 w 198227"/>
                  <a:gd name="connsiteY83" fmla="*/ 30455 h 50457"/>
                  <a:gd name="connsiteX84" fmla="*/ 133966 w 198227"/>
                  <a:gd name="connsiteY84" fmla="*/ 30455 h 50457"/>
                  <a:gd name="connsiteX85" fmla="*/ 133966 w 198227"/>
                  <a:gd name="connsiteY85" fmla="*/ 29986 h 50457"/>
                  <a:gd name="connsiteX86" fmla="*/ 131371 w 198227"/>
                  <a:gd name="connsiteY86" fmla="*/ 22526 h 50457"/>
                  <a:gd name="connsiteX87" fmla="*/ 125100 w 198227"/>
                  <a:gd name="connsiteY87" fmla="*/ 19895 h 50457"/>
                  <a:gd name="connsiteX88" fmla="*/ 125100 w 198227"/>
                  <a:gd name="connsiteY88" fmla="*/ 19895 h 50457"/>
                  <a:gd name="connsiteX89" fmla="*/ 165178 w 198227"/>
                  <a:gd name="connsiteY89" fmla="*/ 21048 h 50457"/>
                  <a:gd name="connsiteX90" fmla="*/ 162078 w 198227"/>
                  <a:gd name="connsiteY90" fmla="*/ 20796 h 50457"/>
                  <a:gd name="connsiteX91" fmla="*/ 153681 w 198227"/>
                  <a:gd name="connsiteY91" fmla="*/ 26058 h 50457"/>
                  <a:gd name="connsiteX92" fmla="*/ 153681 w 198227"/>
                  <a:gd name="connsiteY92" fmla="*/ 52152 h 50457"/>
                  <a:gd name="connsiteX93" fmla="*/ 147409 w 198227"/>
                  <a:gd name="connsiteY93" fmla="*/ 52152 h 50457"/>
                  <a:gd name="connsiteX94" fmla="*/ 147409 w 198227"/>
                  <a:gd name="connsiteY94" fmla="*/ 15426 h 50457"/>
                  <a:gd name="connsiteX95" fmla="*/ 153500 w 198227"/>
                  <a:gd name="connsiteY95" fmla="*/ 15426 h 50457"/>
                  <a:gd name="connsiteX96" fmla="*/ 153608 w 198227"/>
                  <a:gd name="connsiteY96" fmla="*/ 19643 h 50457"/>
                  <a:gd name="connsiteX97" fmla="*/ 162367 w 198227"/>
                  <a:gd name="connsiteY97" fmla="*/ 14705 h 50457"/>
                  <a:gd name="connsiteX98" fmla="*/ 165142 w 198227"/>
                  <a:gd name="connsiteY98" fmla="*/ 15173 h 50457"/>
                  <a:gd name="connsiteX99" fmla="*/ 165142 w 198227"/>
                  <a:gd name="connsiteY99" fmla="*/ 21048 h 50457"/>
                  <a:gd name="connsiteX100" fmla="*/ 165178 w 198227"/>
                  <a:gd name="connsiteY100" fmla="*/ 21048 h 50457"/>
                  <a:gd name="connsiteX101" fmla="*/ 192389 w 198227"/>
                  <a:gd name="connsiteY101" fmla="*/ 42385 h 50457"/>
                  <a:gd name="connsiteX102" fmla="*/ 190479 w 198227"/>
                  <a:gd name="connsiteY102" fmla="*/ 38456 h 50457"/>
                  <a:gd name="connsiteX103" fmla="*/ 183811 w 198227"/>
                  <a:gd name="connsiteY103" fmla="*/ 36005 h 50457"/>
                  <a:gd name="connsiteX104" fmla="*/ 176243 w 198227"/>
                  <a:gd name="connsiteY104" fmla="*/ 33555 h 50457"/>
                  <a:gd name="connsiteX105" fmla="*/ 172098 w 198227"/>
                  <a:gd name="connsiteY105" fmla="*/ 30167 h 50457"/>
                  <a:gd name="connsiteX106" fmla="*/ 170764 w 198227"/>
                  <a:gd name="connsiteY106" fmla="*/ 25481 h 50457"/>
                  <a:gd name="connsiteX107" fmla="*/ 174585 w 198227"/>
                  <a:gd name="connsiteY107" fmla="*/ 17840 h 50457"/>
                  <a:gd name="connsiteX108" fmla="*/ 184352 w 198227"/>
                  <a:gd name="connsiteY108" fmla="*/ 14705 h 50457"/>
                  <a:gd name="connsiteX109" fmla="*/ 194480 w 198227"/>
                  <a:gd name="connsiteY109" fmla="*/ 17913 h 50457"/>
                  <a:gd name="connsiteX110" fmla="*/ 198372 w 198227"/>
                  <a:gd name="connsiteY110" fmla="*/ 26166 h 50457"/>
                  <a:gd name="connsiteX111" fmla="*/ 192065 w 198227"/>
                  <a:gd name="connsiteY111" fmla="*/ 26166 h 50457"/>
                  <a:gd name="connsiteX112" fmla="*/ 189866 w 198227"/>
                  <a:gd name="connsiteY112" fmla="*/ 21697 h 50457"/>
                  <a:gd name="connsiteX113" fmla="*/ 184352 w 198227"/>
                  <a:gd name="connsiteY113" fmla="*/ 19823 h 50457"/>
                  <a:gd name="connsiteX114" fmla="*/ 178982 w 198227"/>
                  <a:gd name="connsiteY114" fmla="*/ 21300 h 50457"/>
                  <a:gd name="connsiteX115" fmla="*/ 177035 w 198227"/>
                  <a:gd name="connsiteY115" fmla="*/ 25193 h 50457"/>
                  <a:gd name="connsiteX116" fmla="*/ 178837 w 198227"/>
                  <a:gd name="connsiteY116" fmla="*/ 28617 h 50457"/>
                  <a:gd name="connsiteX117" fmla="*/ 185325 w 198227"/>
                  <a:gd name="connsiteY117" fmla="*/ 30815 h 50457"/>
                  <a:gd name="connsiteX118" fmla="*/ 192966 w 198227"/>
                  <a:gd name="connsiteY118" fmla="*/ 33338 h 50457"/>
                  <a:gd name="connsiteX119" fmla="*/ 197291 w 198227"/>
                  <a:gd name="connsiteY119" fmla="*/ 36870 h 50457"/>
                  <a:gd name="connsiteX120" fmla="*/ 198696 w 198227"/>
                  <a:gd name="connsiteY120" fmla="*/ 41880 h 50457"/>
                  <a:gd name="connsiteX121" fmla="*/ 194768 w 198227"/>
                  <a:gd name="connsiteY121" fmla="*/ 49773 h 50457"/>
                  <a:gd name="connsiteX122" fmla="*/ 184532 w 198227"/>
                  <a:gd name="connsiteY122" fmla="*/ 52765 h 50457"/>
                  <a:gd name="connsiteX123" fmla="*/ 176711 w 198227"/>
                  <a:gd name="connsiteY123" fmla="*/ 51215 h 50457"/>
                  <a:gd name="connsiteX124" fmla="*/ 171413 w 198227"/>
                  <a:gd name="connsiteY124" fmla="*/ 46854 h 50457"/>
                  <a:gd name="connsiteX125" fmla="*/ 169503 w 198227"/>
                  <a:gd name="connsiteY125" fmla="*/ 40799 h 50457"/>
                  <a:gd name="connsiteX126" fmla="*/ 175774 w 198227"/>
                  <a:gd name="connsiteY126" fmla="*/ 40799 h 50457"/>
                  <a:gd name="connsiteX127" fmla="*/ 178297 w 198227"/>
                  <a:gd name="connsiteY127" fmla="*/ 45809 h 50457"/>
                  <a:gd name="connsiteX128" fmla="*/ 184532 w 198227"/>
                  <a:gd name="connsiteY128" fmla="*/ 47647 h 50457"/>
                  <a:gd name="connsiteX129" fmla="*/ 190263 w 198227"/>
                  <a:gd name="connsiteY129" fmla="*/ 46205 h 50457"/>
                  <a:gd name="connsiteX130" fmla="*/ 192389 w 198227"/>
                  <a:gd name="connsiteY130" fmla="*/ 42385 h 504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198227" h="50457">
                    <a:moveTo>
                      <a:pt x="39718" y="29013"/>
                    </a:moveTo>
                    <a:cubicBezTo>
                      <a:pt x="39718" y="33843"/>
                      <a:pt x="38889" y="38096"/>
                      <a:pt x="37267" y="41700"/>
                    </a:cubicBezTo>
                    <a:cubicBezTo>
                      <a:pt x="35645" y="45304"/>
                      <a:pt x="33338" y="48079"/>
                      <a:pt x="30347" y="49989"/>
                    </a:cubicBezTo>
                    <a:cubicBezTo>
                      <a:pt x="27356" y="51900"/>
                      <a:pt x="23859" y="52837"/>
                      <a:pt x="19895" y="52837"/>
                    </a:cubicBezTo>
                    <a:cubicBezTo>
                      <a:pt x="16002" y="52837"/>
                      <a:pt x="12543" y="51864"/>
                      <a:pt x="9551" y="49953"/>
                    </a:cubicBezTo>
                    <a:cubicBezTo>
                      <a:pt x="6523" y="48043"/>
                      <a:pt x="4181" y="45304"/>
                      <a:pt x="2559" y="41772"/>
                    </a:cubicBezTo>
                    <a:cubicBezTo>
                      <a:pt x="901" y="38240"/>
                      <a:pt x="36" y="34131"/>
                      <a:pt x="0" y="29446"/>
                    </a:cubicBezTo>
                    <a:lnTo>
                      <a:pt x="0" y="25878"/>
                    </a:lnTo>
                    <a:cubicBezTo>
                      <a:pt x="0" y="21120"/>
                      <a:pt x="829" y="16903"/>
                      <a:pt x="2487" y="13263"/>
                    </a:cubicBezTo>
                    <a:cubicBezTo>
                      <a:pt x="4145" y="9623"/>
                      <a:pt x="6487" y="6848"/>
                      <a:pt x="9479" y="4902"/>
                    </a:cubicBezTo>
                    <a:cubicBezTo>
                      <a:pt x="12506" y="2955"/>
                      <a:pt x="15966" y="1982"/>
                      <a:pt x="19859" y="1982"/>
                    </a:cubicBezTo>
                    <a:cubicBezTo>
                      <a:pt x="23823" y="1982"/>
                      <a:pt x="27319" y="2955"/>
                      <a:pt x="30311" y="4866"/>
                    </a:cubicBezTo>
                    <a:cubicBezTo>
                      <a:pt x="33338" y="6776"/>
                      <a:pt x="35681" y="9551"/>
                      <a:pt x="37303" y="13191"/>
                    </a:cubicBezTo>
                    <a:cubicBezTo>
                      <a:pt x="38925" y="16831"/>
                      <a:pt x="39754" y="21048"/>
                      <a:pt x="39754" y="25878"/>
                    </a:cubicBezTo>
                    <a:lnTo>
                      <a:pt x="39754" y="29013"/>
                    </a:lnTo>
                    <a:lnTo>
                      <a:pt x="39718" y="29013"/>
                    </a:lnTo>
                    <a:close/>
                    <a:moveTo>
                      <a:pt x="33230" y="25842"/>
                    </a:moveTo>
                    <a:cubicBezTo>
                      <a:pt x="33230" y="20003"/>
                      <a:pt x="32041" y="15498"/>
                      <a:pt x="29698" y="12362"/>
                    </a:cubicBezTo>
                    <a:cubicBezTo>
                      <a:pt x="27356" y="9227"/>
                      <a:pt x="24040" y="7641"/>
                      <a:pt x="19823" y="7641"/>
                    </a:cubicBezTo>
                    <a:cubicBezTo>
                      <a:pt x="15714" y="7641"/>
                      <a:pt x="12470" y="9191"/>
                      <a:pt x="10092" y="12362"/>
                    </a:cubicBezTo>
                    <a:cubicBezTo>
                      <a:pt x="7713" y="15498"/>
                      <a:pt x="6523" y="19823"/>
                      <a:pt x="6452" y="25409"/>
                    </a:cubicBezTo>
                    <a:lnTo>
                      <a:pt x="6452" y="29049"/>
                    </a:lnTo>
                    <a:cubicBezTo>
                      <a:pt x="6452" y="34744"/>
                      <a:pt x="7641" y="39177"/>
                      <a:pt x="10020" y="42421"/>
                    </a:cubicBezTo>
                    <a:cubicBezTo>
                      <a:pt x="12398" y="45664"/>
                      <a:pt x="15714" y="47286"/>
                      <a:pt x="19895" y="47286"/>
                    </a:cubicBezTo>
                    <a:cubicBezTo>
                      <a:pt x="24112" y="47286"/>
                      <a:pt x="27356" y="45773"/>
                      <a:pt x="29662" y="42673"/>
                    </a:cubicBezTo>
                    <a:cubicBezTo>
                      <a:pt x="31969" y="39610"/>
                      <a:pt x="33158" y="35212"/>
                      <a:pt x="33230" y="29482"/>
                    </a:cubicBezTo>
                    <a:lnTo>
                      <a:pt x="33230" y="25842"/>
                    </a:lnTo>
                    <a:lnTo>
                      <a:pt x="33230" y="25842"/>
                    </a:lnTo>
                    <a:close/>
                    <a:moveTo>
                      <a:pt x="66244" y="21048"/>
                    </a:moveTo>
                    <a:cubicBezTo>
                      <a:pt x="65307" y="20868"/>
                      <a:pt x="64262" y="20796"/>
                      <a:pt x="63145" y="20796"/>
                    </a:cubicBezTo>
                    <a:cubicBezTo>
                      <a:pt x="59036" y="20796"/>
                      <a:pt x="56225" y="22562"/>
                      <a:pt x="54747" y="26058"/>
                    </a:cubicBezTo>
                    <a:lnTo>
                      <a:pt x="54747" y="52152"/>
                    </a:lnTo>
                    <a:lnTo>
                      <a:pt x="48476" y="52152"/>
                    </a:lnTo>
                    <a:lnTo>
                      <a:pt x="48476" y="15426"/>
                    </a:lnTo>
                    <a:lnTo>
                      <a:pt x="54567" y="15426"/>
                    </a:lnTo>
                    <a:lnTo>
                      <a:pt x="54675" y="19643"/>
                    </a:lnTo>
                    <a:cubicBezTo>
                      <a:pt x="56729" y="16363"/>
                      <a:pt x="59648" y="14705"/>
                      <a:pt x="63433" y="14705"/>
                    </a:cubicBezTo>
                    <a:cubicBezTo>
                      <a:pt x="64658" y="14705"/>
                      <a:pt x="65595" y="14885"/>
                      <a:pt x="66208" y="15173"/>
                    </a:cubicBezTo>
                    <a:lnTo>
                      <a:pt x="66208" y="21048"/>
                    </a:lnTo>
                    <a:lnTo>
                      <a:pt x="66244" y="21048"/>
                    </a:lnTo>
                    <a:close/>
                    <a:moveTo>
                      <a:pt x="69884" y="33482"/>
                    </a:moveTo>
                    <a:cubicBezTo>
                      <a:pt x="69884" y="27824"/>
                      <a:pt x="71218" y="23319"/>
                      <a:pt x="73885" y="19895"/>
                    </a:cubicBezTo>
                    <a:cubicBezTo>
                      <a:pt x="76552" y="16471"/>
                      <a:pt x="80048" y="14741"/>
                      <a:pt x="84373" y="14741"/>
                    </a:cubicBezTo>
                    <a:cubicBezTo>
                      <a:pt x="88698" y="14741"/>
                      <a:pt x="92086" y="16219"/>
                      <a:pt x="94609" y="19138"/>
                    </a:cubicBezTo>
                    <a:lnTo>
                      <a:pt x="94609" y="0"/>
                    </a:lnTo>
                    <a:lnTo>
                      <a:pt x="100880" y="0"/>
                    </a:lnTo>
                    <a:lnTo>
                      <a:pt x="100880" y="52152"/>
                    </a:lnTo>
                    <a:lnTo>
                      <a:pt x="95113" y="52152"/>
                    </a:lnTo>
                    <a:lnTo>
                      <a:pt x="94825" y="48223"/>
                    </a:lnTo>
                    <a:cubicBezTo>
                      <a:pt x="92302" y="51323"/>
                      <a:pt x="88806" y="52837"/>
                      <a:pt x="84337" y="52837"/>
                    </a:cubicBezTo>
                    <a:cubicBezTo>
                      <a:pt x="80084" y="52837"/>
                      <a:pt x="76624" y="51107"/>
                      <a:pt x="73921" y="47611"/>
                    </a:cubicBezTo>
                    <a:cubicBezTo>
                      <a:pt x="71218" y="44115"/>
                      <a:pt x="69884" y="39573"/>
                      <a:pt x="69884" y="33951"/>
                    </a:cubicBezTo>
                    <a:lnTo>
                      <a:pt x="69884" y="33482"/>
                    </a:lnTo>
                    <a:lnTo>
                      <a:pt x="69884" y="33482"/>
                    </a:lnTo>
                    <a:close/>
                    <a:moveTo>
                      <a:pt x="76156" y="34203"/>
                    </a:moveTo>
                    <a:cubicBezTo>
                      <a:pt x="76156" y="38348"/>
                      <a:pt x="77020" y="41628"/>
                      <a:pt x="78751" y="43971"/>
                    </a:cubicBezTo>
                    <a:cubicBezTo>
                      <a:pt x="80481" y="46313"/>
                      <a:pt x="82859" y="47503"/>
                      <a:pt x="85887" y="47503"/>
                    </a:cubicBezTo>
                    <a:cubicBezTo>
                      <a:pt x="89887" y="47503"/>
                      <a:pt x="92771" y="45701"/>
                      <a:pt x="94609" y="42132"/>
                    </a:cubicBezTo>
                    <a:lnTo>
                      <a:pt x="94609" y="25301"/>
                    </a:lnTo>
                    <a:cubicBezTo>
                      <a:pt x="92735" y="21841"/>
                      <a:pt x="89851" y="20111"/>
                      <a:pt x="85959" y="20111"/>
                    </a:cubicBezTo>
                    <a:cubicBezTo>
                      <a:pt x="82895" y="20111"/>
                      <a:pt x="80481" y="21300"/>
                      <a:pt x="78751" y="23679"/>
                    </a:cubicBezTo>
                    <a:cubicBezTo>
                      <a:pt x="77020" y="26022"/>
                      <a:pt x="76156" y="29554"/>
                      <a:pt x="76156" y="34203"/>
                    </a:cubicBezTo>
                    <a:lnTo>
                      <a:pt x="76156" y="34203"/>
                    </a:lnTo>
                    <a:close/>
                    <a:moveTo>
                      <a:pt x="125857" y="52837"/>
                    </a:moveTo>
                    <a:cubicBezTo>
                      <a:pt x="120883" y="52837"/>
                      <a:pt x="116846" y="51215"/>
                      <a:pt x="113711" y="47935"/>
                    </a:cubicBezTo>
                    <a:cubicBezTo>
                      <a:pt x="110611" y="44655"/>
                      <a:pt x="109025" y="40294"/>
                      <a:pt x="109025" y="34816"/>
                    </a:cubicBezTo>
                    <a:lnTo>
                      <a:pt x="109025" y="33663"/>
                    </a:lnTo>
                    <a:cubicBezTo>
                      <a:pt x="109025" y="30023"/>
                      <a:pt x="109710" y="26779"/>
                      <a:pt x="111116" y="23895"/>
                    </a:cubicBezTo>
                    <a:cubicBezTo>
                      <a:pt x="112521" y="21048"/>
                      <a:pt x="114468" y="18778"/>
                      <a:pt x="116954" y="17192"/>
                    </a:cubicBezTo>
                    <a:cubicBezTo>
                      <a:pt x="119441" y="15570"/>
                      <a:pt x="122180" y="14741"/>
                      <a:pt x="125100" y="14741"/>
                    </a:cubicBezTo>
                    <a:cubicBezTo>
                      <a:pt x="129857" y="14741"/>
                      <a:pt x="133569" y="16327"/>
                      <a:pt x="136236" y="19462"/>
                    </a:cubicBezTo>
                    <a:cubicBezTo>
                      <a:pt x="138868" y="22598"/>
                      <a:pt x="140201" y="27103"/>
                      <a:pt x="140201" y="32978"/>
                    </a:cubicBezTo>
                    <a:lnTo>
                      <a:pt x="140201" y="35609"/>
                    </a:lnTo>
                    <a:lnTo>
                      <a:pt x="115296" y="35609"/>
                    </a:lnTo>
                    <a:cubicBezTo>
                      <a:pt x="115405" y="39213"/>
                      <a:pt x="116450" y="42132"/>
                      <a:pt x="118468" y="44367"/>
                    </a:cubicBezTo>
                    <a:cubicBezTo>
                      <a:pt x="120486" y="46602"/>
                      <a:pt x="123082" y="47719"/>
                      <a:pt x="126181" y="47719"/>
                    </a:cubicBezTo>
                    <a:cubicBezTo>
                      <a:pt x="128379" y="47719"/>
                      <a:pt x="130290" y="47250"/>
                      <a:pt x="131803" y="46349"/>
                    </a:cubicBezTo>
                    <a:cubicBezTo>
                      <a:pt x="133353" y="45448"/>
                      <a:pt x="134687" y="44259"/>
                      <a:pt x="135840" y="42781"/>
                    </a:cubicBezTo>
                    <a:lnTo>
                      <a:pt x="139660" y="45773"/>
                    </a:lnTo>
                    <a:cubicBezTo>
                      <a:pt x="136633" y="50494"/>
                      <a:pt x="132020" y="52837"/>
                      <a:pt x="125857" y="52837"/>
                    </a:cubicBezTo>
                    <a:lnTo>
                      <a:pt x="125857" y="52837"/>
                    </a:lnTo>
                    <a:close/>
                    <a:moveTo>
                      <a:pt x="125100" y="19895"/>
                    </a:moveTo>
                    <a:cubicBezTo>
                      <a:pt x="122577" y="19895"/>
                      <a:pt x="120450" y="20832"/>
                      <a:pt x="118720" y="22670"/>
                    </a:cubicBezTo>
                    <a:cubicBezTo>
                      <a:pt x="116991" y="24508"/>
                      <a:pt x="115945" y="27103"/>
                      <a:pt x="115549" y="30455"/>
                    </a:cubicBezTo>
                    <a:lnTo>
                      <a:pt x="133966" y="30455"/>
                    </a:lnTo>
                    <a:lnTo>
                      <a:pt x="133966" y="29986"/>
                    </a:lnTo>
                    <a:cubicBezTo>
                      <a:pt x="133786" y="26779"/>
                      <a:pt x="132921" y="24292"/>
                      <a:pt x="131371" y="22526"/>
                    </a:cubicBezTo>
                    <a:cubicBezTo>
                      <a:pt x="129785" y="20760"/>
                      <a:pt x="127695" y="19895"/>
                      <a:pt x="125100" y="19895"/>
                    </a:cubicBezTo>
                    <a:lnTo>
                      <a:pt x="125100" y="19895"/>
                    </a:lnTo>
                    <a:close/>
                    <a:moveTo>
                      <a:pt x="165178" y="21048"/>
                    </a:moveTo>
                    <a:cubicBezTo>
                      <a:pt x="164241" y="20868"/>
                      <a:pt x="163196" y="20796"/>
                      <a:pt x="162078" y="20796"/>
                    </a:cubicBezTo>
                    <a:cubicBezTo>
                      <a:pt x="157970" y="20796"/>
                      <a:pt x="155158" y="22562"/>
                      <a:pt x="153681" y="26058"/>
                    </a:cubicBezTo>
                    <a:lnTo>
                      <a:pt x="153681" y="52152"/>
                    </a:lnTo>
                    <a:lnTo>
                      <a:pt x="147409" y="52152"/>
                    </a:lnTo>
                    <a:lnTo>
                      <a:pt x="147409" y="15426"/>
                    </a:lnTo>
                    <a:lnTo>
                      <a:pt x="153500" y="15426"/>
                    </a:lnTo>
                    <a:lnTo>
                      <a:pt x="153608" y="19643"/>
                    </a:lnTo>
                    <a:cubicBezTo>
                      <a:pt x="155663" y="16363"/>
                      <a:pt x="158582" y="14705"/>
                      <a:pt x="162367" y="14705"/>
                    </a:cubicBezTo>
                    <a:cubicBezTo>
                      <a:pt x="163592" y="14705"/>
                      <a:pt x="164529" y="14885"/>
                      <a:pt x="165142" y="15173"/>
                    </a:cubicBezTo>
                    <a:lnTo>
                      <a:pt x="165142" y="21048"/>
                    </a:lnTo>
                    <a:lnTo>
                      <a:pt x="165178" y="21048"/>
                    </a:lnTo>
                    <a:close/>
                    <a:moveTo>
                      <a:pt x="192389" y="42385"/>
                    </a:moveTo>
                    <a:cubicBezTo>
                      <a:pt x="192389" y="40691"/>
                      <a:pt x="191740" y="39357"/>
                      <a:pt x="190479" y="38456"/>
                    </a:cubicBezTo>
                    <a:cubicBezTo>
                      <a:pt x="189217" y="37519"/>
                      <a:pt x="186983" y="36690"/>
                      <a:pt x="183811" y="36005"/>
                    </a:cubicBezTo>
                    <a:cubicBezTo>
                      <a:pt x="180640" y="35321"/>
                      <a:pt x="178117" y="34528"/>
                      <a:pt x="176243" y="33555"/>
                    </a:cubicBezTo>
                    <a:cubicBezTo>
                      <a:pt x="174368" y="32617"/>
                      <a:pt x="172999" y="31464"/>
                      <a:pt x="172098" y="30167"/>
                    </a:cubicBezTo>
                    <a:cubicBezTo>
                      <a:pt x="171197" y="28869"/>
                      <a:pt x="170764" y="27283"/>
                      <a:pt x="170764" y="25481"/>
                    </a:cubicBezTo>
                    <a:cubicBezTo>
                      <a:pt x="170764" y="22454"/>
                      <a:pt x="172026" y="19931"/>
                      <a:pt x="174585" y="17840"/>
                    </a:cubicBezTo>
                    <a:cubicBezTo>
                      <a:pt x="177144" y="15750"/>
                      <a:pt x="180387" y="14705"/>
                      <a:pt x="184352" y="14705"/>
                    </a:cubicBezTo>
                    <a:cubicBezTo>
                      <a:pt x="188497" y="14705"/>
                      <a:pt x="191884" y="15786"/>
                      <a:pt x="194480" y="17913"/>
                    </a:cubicBezTo>
                    <a:cubicBezTo>
                      <a:pt x="197074" y="20075"/>
                      <a:pt x="198372" y="22814"/>
                      <a:pt x="198372" y="26166"/>
                    </a:cubicBezTo>
                    <a:lnTo>
                      <a:pt x="192065" y="26166"/>
                    </a:lnTo>
                    <a:cubicBezTo>
                      <a:pt x="192065" y="24436"/>
                      <a:pt x="191344" y="22958"/>
                      <a:pt x="189866" y="21697"/>
                    </a:cubicBezTo>
                    <a:cubicBezTo>
                      <a:pt x="188389" y="20472"/>
                      <a:pt x="186550" y="19823"/>
                      <a:pt x="184352" y="19823"/>
                    </a:cubicBezTo>
                    <a:cubicBezTo>
                      <a:pt x="182045" y="19823"/>
                      <a:pt x="180279" y="20327"/>
                      <a:pt x="178982" y="21300"/>
                    </a:cubicBezTo>
                    <a:cubicBezTo>
                      <a:pt x="177684" y="22310"/>
                      <a:pt x="177035" y="23607"/>
                      <a:pt x="177035" y="25193"/>
                    </a:cubicBezTo>
                    <a:cubicBezTo>
                      <a:pt x="177035" y="26707"/>
                      <a:pt x="177648" y="27860"/>
                      <a:pt x="178837" y="28617"/>
                    </a:cubicBezTo>
                    <a:cubicBezTo>
                      <a:pt x="180027" y="29374"/>
                      <a:pt x="182225" y="30131"/>
                      <a:pt x="185325" y="30815"/>
                    </a:cubicBezTo>
                    <a:cubicBezTo>
                      <a:pt x="188461" y="31536"/>
                      <a:pt x="191019" y="32365"/>
                      <a:pt x="192966" y="33338"/>
                    </a:cubicBezTo>
                    <a:cubicBezTo>
                      <a:pt x="194912" y="34311"/>
                      <a:pt x="196354" y="35501"/>
                      <a:pt x="197291" y="36870"/>
                    </a:cubicBezTo>
                    <a:cubicBezTo>
                      <a:pt x="198228" y="38240"/>
                      <a:pt x="198696" y="39898"/>
                      <a:pt x="198696" y="41880"/>
                    </a:cubicBezTo>
                    <a:cubicBezTo>
                      <a:pt x="198696" y="45160"/>
                      <a:pt x="197399" y="47791"/>
                      <a:pt x="194768" y="49773"/>
                    </a:cubicBezTo>
                    <a:cubicBezTo>
                      <a:pt x="192137" y="51755"/>
                      <a:pt x="188749" y="52765"/>
                      <a:pt x="184532" y="52765"/>
                    </a:cubicBezTo>
                    <a:cubicBezTo>
                      <a:pt x="181577" y="52765"/>
                      <a:pt x="178982" y="52260"/>
                      <a:pt x="176711" y="51215"/>
                    </a:cubicBezTo>
                    <a:cubicBezTo>
                      <a:pt x="174441" y="50170"/>
                      <a:pt x="172675" y="48728"/>
                      <a:pt x="171413" y="46854"/>
                    </a:cubicBezTo>
                    <a:cubicBezTo>
                      <a:pt x="170152" y="44980"/>
                      <a:pt x="169503" y="42961"/>
                      <a:pt x="169503" y="40799"/>
                    </a:cubicBezTo>
                    <a:lnTo>
                      <a:pt x="175774" y="40799"/>
                    </a:lnTo>
                    <a:cubicBezTo>
                      <a:pt x="175882" y="42889"/>
                      <a:pt x="176747" y="44547"/>
                      <a:pt x="178297" y="45809"/>
                    </a:cubicBezTo>
                    <a:cubicBezTo>
                      <a:pt x="179847" y="47034"/>
                      <a:pt x="181937" y="47647"/>
                      <a:pt x="184532" y="47647"/>
                    </a:cubicBezTo>
                    <a:cubicBezTo>
                      <a:pt x="186911" y="47647"/>
                      <a:pt x="188821" y="47178"/>
                      <a:pt x="190263" y="46205"/>
                    </a:cubicBezTo>
                    <a:cubicBezTo>
                      <a:pt x="191668" y="45304"/>
                      <a:pt x="192389" y="44007"/>
                      <a:pt x="192389" y="42385"/>
                    </a:cubicBezTo>
                    <a:close/>
                  </a:path>
                </a:pathLst>
              </a:custGeom>
              <a:solidFill>
                <a:srgbClr val="36210E"/>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24" name="Oval 23">
              <a:extLst>
                <a:ext uri="{FF2B5EF4-FFF2-40B4-BE49-F238E27FC236}">
                  <a16:creationId xmlns:a16="http://schemas.microsoft.com/office/drawing/2014/main" id="{DA95AEA9-22A2-926E-9F0C-DA2E411D7229}"/>
                </a:ext>
              </a:extLst>
            </p:cNvPr>
            <p:cNvSpPr/>
            <p:nvPr/>
          </p:nvSpPr>
          <p:spPr>
            <a:xfrm>
              <a:off x="9344314" y="2775866"/>
              <a:ext cx="695071" cy="695071"/>
            </a:xfrm>
            <a:prstGeom prst="ellipse">
              <a:avLst/>
            </a:prstGeom>
            <a:solidFill>
              <a:srgbClr val="E9EE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de-DE" sz="1100" b="0" i="0" u="none" strike="noStrike" kern="1200" cap="none" spc="0" normalizeH="0" baseline="0" noProof="0" err="1">
                <a:ln>
                  <a:noFill/>
                </a:ln>
                <a:solidFill>
                  <a:srgbClr val="FFFFFF"/>
                </a:solidFill>
                <a:effectLst/>
                <a:uLnTx/>
                <a:uFillTx/>
                <a:latin typeface="Arial"/>
                <a:ea typeface="+mn-ea"/>
                <a:cs typeface="+mn-cs"/>
              </a:endParaRPr>
            </a:p>
          </p:txBody>
        </p:sp>
        <p:grpSp>
          <p:nvGrpSpPr>
            <p:cNvPr id="25" name="Group 24">
              <a:extLst>
                <a:ext uri="{FF2B5EF4-FFF2-40B4-BE49-F238E27FC236}">
                  <a16:creationId xmlns:a16="http://schemas.microsoft.com/office/drawing/2014/main" id="{C255C4DA-76CE-61DE-1E6F-E8CE1E6A71D0}"/>
                </a:ext>
              </a:extLst>
            </p:cNvPr>
            <p:cNvGrpSpPr/>
            <p:nvPr/>
          </p:nvGrpSpPr>
          <p:grpSpPr>
            <a:xfrm>
              <a:off x="10285707" y="2446323"/>
              <a:ext cx="549805" cy="645143"/>
              <a:chOff x="10511713" y="2588001"/>
              <a:chExt cx="549805" cy="645143"/>
            </a:xfrm>
          </p:grpSpPr>
          <p:sp>
            <p:nvSpPr>
              <p:cNvPr id="468" name="Freeform: Shape 467">
                <a:extLst>
                  <a:ext uri="{FF2B5EF4-FFF2-40B4-BE49-F238E27FC236}">
                    <a16:creationId xmlns:a16="http://schemas.microsoft.com/office/drawing/2014/main" id="{2FA97512-B155-7DCA-23D1-CD0073739D86}"/>
                  </a:ext>
                </a:extLst>
              </p:cNvPr>
              <p:cNvSpPr/>
              <p:nvPr/>
            </p:nvSpPr>
            <p:spPr>
              <a:xfrm>
                <a:off x="10511713" y="2588001"/>
                <a:ext cx="426996" cy="645143"/>
              </a:xfrm>
              <a:custGeom>
                <a:avLst/>
                <a:gdLst>
                  <a:gd name="csX0" fmla="*/ 336916 w 432198"/>
                  <a:gd name="csY0" fmla="*/ 652444 h 653003"/>
                  <a:gd name="csX1" fmla="*/ 64698 w 432198"/>
                  <a:gd name="csY1" fmla="*/ 624832 h 653003"/>
                  <a:gd name="csX2" fmla="*/ -3522 w 432198"/>
                  <a:gd name="csY2" fmla="*/ 545006 h 653003"/>
                  <a:gd name="csX3" fmla="*/ 14454 w 432198"/>
                  <a:gd name="csY3" fmla="*/ 65600 h 653003"/>
                  <a:gd name="csX4" fmla="*/ 88131 w 432198"/>
                  <a:gd name="csY4" fmla="*/ 163 h 653003"/>
                  <a:gd name="csX5" fmla="*/ 360349 w 432198"/>
                  <a:gd name="csY5" fmla="*/ 27775 h 653003"/>
                  <a:gd name="csX6" fmla="*/ 428570 w 432198"/>
                  <a:gd name="csY6" fmla="*/ 107601 h 653003"/>
                  <a:gd name="csX7" fmla="*/ 410594 w 432198"/>
                  <a:gd name="csY7" fmla="*/ 587010 h 653003"/>
                  <a:gd name="csX8" fmla="*/ 336916 w 432198"/>
                  <a:gd name="csY8" fmla="*/ 652444 h 653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198" h="653003">
                    <a:moveTo>
                      <a:pt x="336916" y="652444"/>
                    </a:moveTo>
                    <a:lnTo>
                      <a:pt x="64698" y="624832"/>
                    </a:lnTo>
                    <a:cubicBezTo>
                      <a:pt x="25506" y="620860"/>
                      <a:pt x="-5018" y="585118"/>
                      <a:pt x="-3522" y="545006"/>
                    </a:cubicBezTo>
                    <a:lnTo>
                      <a:pt x="14454" y="65600"/>
                    </a:lnTo>
                    <a:cubicBezTo>
                      <a:pt x="15950" y="25485"/>
                      <a:pt x="48938" y="-3812"/>
                      <a:pt x="88131" y="163"/>
                    </a:cubicBezTo>
                    <a:lnTo>
                      <a:pt x="360349" y="27775"/>
                    </a:lnTo>
                    <a:cubicBezTo>
                      <a:pt x="399542" y="31750"/>
                      <a:pt x="430093" y="67489"/>
                      <a:pt x="428570" y="107601"/>
                    </a:cubicBezTo>
                    <a:lnTo>
                      <a:pt x="410594" y="587010"/>
                    </a:lnTo>
                    <a:cubicBezTo>
                      <a:pt x="409098" y="627122"/>
                      <a:pt x="376109" y="656419"/>
                      <a:pt x="336916" y="652444"/>
                    </a:cubicBezTo>
                    <a:close/>
                  </a:path>
                </a:pathLst>
              </a:custGeom>
              <a:solidFill>
                <a:schemeClr val="accent2">
                  <a:lumMod val="40000"/>
                  <a:lumOff val="60000"/>
                </a:schemeClr>
              </a:solidFill>
              <a:ln w="2756" cap="rnd">
                <a:solidFill>
                  <a:srgbClr val="B3B3B3"/>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69" name="Freeform: Shape 468">
                <a:extLst>
                  <a:ext uri="{FF2B5EF4-FFF2-40B4-BE49-F238E27FC236}">
                    <a16:creationId xmlns:a16="http://schemas.microsoft.com/office/drawing/2014/main" id="{8066A94D-81DD-671F-DCD3-890046836275}"/>
                  </a:ext>
                </a:extLst>
              </p:cNvPr>
              <p:cNvSpPr/>
              <p:nvPr/>
            </p:nvSpPr>
            <p:spPr>
              <a:xfrm>
                <a:off x="10511713" y="2588001"/>
                <a:ext cx="426996" cy="645143"/>
              </a:xfrm>
              <a:custGeom>
                <a:avLst/>
                <a:gdLst>
                  <a:gd name="csX0" fmla="*/ 336916 w 432198"/>
                  <a:gd name="csY0" fmla="*/ 652444 h 653003"/>
                  <a:gd name="csX1" fmla="*/ 64698 w 432198"/>
                  <a:gd name="csY1" fmla="*/ 624832 h 653003"/>
                  <a:gd name="csX2" fmla="*/ -3522 w 432198"/>
                  <a:gd name="csY2" fmla="*/ 545006 h 653003"/>
                  <a:gd name="csX3" fmla="*/ 14454 w 432198"/>
                  <a:gd name="csY3" fmla="*/ 65600 h 653003"/>
                  <a:gd name="csX4" fmla="*/ 88131 w 432198"/>
                  <a:gd name="csY4" fmla="*/ 163 h 653003"/>
                  <a:gd name="csX5" fmla="*/ 360349 w 432198"/>
                  <a:gd name="csY5" fmla="*/ 27775 h 653003"/>
                  <a:gd name="csX6" fmla="*/ 428570 w 432198"/>
                  <a:gd name="csY6" fmla="*/ 107601 h 653003"/>
                  <a:gd name="csX7" fmla="*/ 410594 w 432198"/>
                  <a:gd name="csY7" fmla="*/ 587010 h 653003"/>
                  <a:gd name="csX8" fmla="*/ 336916 w 432198"/>
                  <a:gd name="csY8" fmla="*/ 652444 h 65300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32198" h="653003">
                    <a:moveTo>
                      <a:pt x="336916" y="652444"/>
                    </a:moveTo>
                    <a:lnTo>
                      <a:pt x="64698" y="624832"/>
                    </a:lnTo>
                    <a:cubicBezTo>
                      <a:pt x="25506" y="620860"/>
                      <a:pt x="-5018" y="585118"/>
                      <a:pt x="-3522" y="545006"/>
                    </a:cubicBezTo>
                    <a:lnTo>
                      <a:pt x="14454" y="65600"/>
                    </a:lnTo>
                    <a:cubicBezTo>
                      <a:pt x="15950" y="25485"/>
                      <a:pt x="48938" y="-3812"/>
                      <a:pt x="88131" y="163"/>
                    </a:cubicBezTo>
                    <a:lnTo>
                      <a:pt x="360349" y="27775"/>
                    </a:lnTo>
                    <a:cubicBezTo>
                      <a:pt x="399542" y="31750"/>
                      <a:pt x="430093" y="67489"/>
                      <a:pt x="428570" y="107601"/>
                    </a:cubicBezTo>
                    <a:lnTo>
                      <a:pt x="410594" y="587010"/>
                    </a:lnTo>
                    <a:cubicBezTo>
                      <a:pt x="409098" y="627122"/>
                      <a:pt x="376109" y="656419"/>
                      <a:pt x="336916" y="652444"/>
                    </a:cubicBezTo>
                    <a:close/>
                  </a:path>
                </a:pathLst>
              </a:custGeom>
              <a:noFill/>
              <a:ln w="8874" cap="rnd">
                <a:solidFill>
                  <a:srgbClr val="0E0F29"/>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70" name="Freeform: Shape 469">
                <a:extLst>
                  <a:ext uri="{FF2B5EF4-FFF2-40B4-BE49-F238E27FC236}">
                    <a16:creationId xmlns:a16="http://schemas.microsoft.com/office/drawing/2014/main" id="{A0B05C96-BD6A-53A8-37C2-C327821802B6}"/>
                  </a:ext>
                </a:extLst>
              </p:cNvPr>
              <p:cNvSpPr/>
              <p:nvPr/>
            </p:nvSpPr>
            <p:spPr>
              <a:xfrm>
                <a:off x="10624837" y="2724221"/>
                <a:ext cx="57575" cy="6362"/>
              </a:xfrm>
              <a:custGeom>
                <a:avLst/>
                <a:gdLst>
                  <a:gd name="csX0" fmla="*/ -3575 w 58277"/>
                  <a:gd name="csY0" fmla="*/ -198 h 6439"/>
                  <a:gd name="csX1" fmla="*/ 54703 w 58277"/>
                  <a:gd name="csY1" fmla="*/ 6242 h 6439"/>
                </a:gdLst>
                <a:ahLst/>
                <a:cxnLst>
                  <a:cxn ang="0">
                    <a:pos x="csX0" y="csY0"/>
                  </a:cxn>
                  <a:cxn ang="0">
                    <a:pos x="csX1" y="csY1"/>
                  </a:cxn>
                </a:cxnLst>
                <a:rect l="l" t="t" r="r" b="b"/>
                <a:pathLst>
                  <a:path w="58277" h="6439">
                    <a:moveTo>
                      <a:pt x="-3575" y="-198"/>
                    </a:moveTo>
                    <a:lnTo>
                      <a:pt x="54703" y="6242"/>
                    </a:lnTo>
                  </a:path>
                </a:pathLst>
              </a:custGeom>
              <a:noFill/>
              <a:ln w="8874" cap="rnd">
                <a:solidFill>
                  <a:srgbClr val="0E0F29"/>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71" name="Freeform: Shape 470">
                <a:extLst>
                  <a:ext uri="{FF2B5EF4-FFF2-40B4-BE49-F238E27FC236}">
                    <a16:creationId xmlns:a16="http://schemas.microsoft.com/office/drawing/2014/main" id="{AF2B965D-0558-66E0-B91B-F05F974E35F8}"/>
                  </a:ext>
                </a:extLst>
              </p:cNvPr>
              <p:cNvSpPr/>
              <p:nvPr/>
            </p:nvSpPr>
            <p:spPr>
              <a:xfrm>
                <a:off x="10613206" y="3057954"/>
                <a:ext cx="57575" cy="6362"/>
              </a:xfrm>
              <a:custGeom>
                <a:avLst/>
                <a:gdLst>
                  <a:gd name="csX0" fmla="*/ -3575 w 58277"/>
                  <a:gd name="csY0" fmla="*/ -198 h 6439"/>
                  <a:gd name="csX1" fmla="*/ 54703 w 58277"/>
                  <a:gd name="csY1" fmla="*/ 6242 h 6439"/>
                </a:gdLst>
                <a:ahLst/>
                <a:cxnLst>
                  <a:cxn ang="0">
                    <a:pos x="csX0" y="csY0"/>
                  </a:cxn>
                  <a:cxn ang="0">
                    <a:pos x="csX1" y="csY1"/>
                  </a:cxn>
                </a:cxnLst>
                <a:rect l="l" t="t" r="r" b="b"/>
                <a:pathLst>
                  <a:path w="58277" h="6439">
                    <a:moveTo>
                      <a:pt x="-3575" y="-198"/>
                    </a:moveTo>
                    <a:lnTo>
                      <a:pt x="54703" y="6242"/>
                    </a:lnTo>
                  </a:path>
                </a:pathLst>
              </a:custGeom>
              <a:noFill/>
              <a:ln w="8874" cap="rnd">
                <a:solidFill>
                  <a:srgbClr val="0E0F29"/>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82" name="Freeform: Shape 481">
                <a:extLst>
                  <a:ext uri="{FF2B5EF4-FFF2-40B4-BE49-F238E27FC236}">
                    <a16:creationId xmlns:a16="http://schemas.microsoft.com/office/drawing/2014/main" id="{7ECF49BC-B3F7-2E7B-2A0F-4FBEB9211624}"/>
                  </a:ext>
                </a:extLst>
              </p:cNvPr>
              <p:cNvSpPr/>
              <p:nvPr/>
            </p:nvSpPr>
            <p:spPr>
              <a:xfrm>
                <a:off x="10740618" y="2834054"/>
                <a:ext cx="122649" cy="12790"/>
              </a:xfrm>
              <a:custGeom>
                <a:avLst/>
                <a:gdLst>
                  <a:gd name="csX0" fmla="*/ -3575 w 124143"/>
                  <a:gd name="csY0" fmla="*/ -198 h 12946"/>
                  <a:gd name="csX1" fmla="*/ 120569 w 124143"/>
                  <a:gd name="csY1" fmla="*/ 12748 h 12946"/>
                </a:gdLst>
                <a:ahLst/>
                <a:cxnLst>
                  <a:cxn ang="0">
                    <a:pos x="csX0" y="csY0"/>
                  </a:cxn>
                  <a:cxn ang="0">
                    <a:pos x="csX1" y="csY1"/>
                  </a:cxn>
                </a:cxnLst>
                <a:rect l="l" t="t" r="r" b="b"/>
                <a:pathLst>
                  <a:path w="124143" h="12946">
                    <a:moveTo>
                      <a:pt x="-3575" y="-198"/>
                    </a:moveTo>
                    <a:lnTo>
                      <a:pt x="120569" y="12748"/>
                    </a:lnTo>
                  </a:path>
                </a:pathLst>
              </a:custGeom>
              <a:noFill/>
              <a:ln w="8874" cap="rnd">
                <a:solidFill>
                  <a:schemeClr val="accent1"/>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83" name="Freeform: Shape 482">
                <a:extLst>
                  <a:ext uri="{FF2B5EF4-FFF2-40B4-BE49-F238E27FC236}">
                    <a16:creationId xmlns:a16="http://schemas.microsoft.com/office/drawing/2014/main" id="{63D8F785-B5D6-30B8-91B6-E4B4ED56C4B9}"/>
                  </a:ext>
                </a:extLst>
              </p:cNvPr>
              <p:cNvSpPr/>
              <p:nvPr/>
            </p:nvSpPr>
            <p:spPr>
              <a:xfrm>
                <a:off x="10649848" y="2824846"/>
                <a:ext cx="61296" cy="6573"/>
              </a:xfrm>
              <a:custGeom>
                <a:avLst/>
                <a:gdLst>
                  <a:gd name="csX0" fmla="*/ -3575 w 62043"/>
                  <a:gd name="csY0" fmla="*/ -198 h 6653"/>
                  <a:gd name="csX1" fmla="*/ 58469 w 62043"/>
                  <a:gd name="csY1" fmla="*/ 6455 h 6653"/>
                </a:gdLst>
                <a:ahLst/>
                <a:cxnLst>
                  <a:cxn ang="0">
                    <a:pos x="csX0" y="csY0"/>
                  </a:cxn>
                  <a:cxn ang="0">
                    <a:pos x="csX1" y="csY1"/>
                  </a:cxn>
                </a:cxnLst>
                <a:rect l="l" t="t" r="r" b="b"/>
                <a:pathLst>
                  <a:path w="62043" h="6653">
                    <a:moveTo>
                      <a:pt x="-3575" y="-198"/>
                    </a:moveTo>
                    <a:lnTo>
                      <a:pt x="58469" y="6455"/>
                    </a:lnTo>
                  </a:path>
                </a:pathLst>
              </a:custGeom>
              <a:noFill/>
              <a:ln w="8874" cap="rnd">
                <a:solidFill>
                  <a:schemeClr val="accent1"/>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84" name="Freeform: Shape 483">
                <a:extLst>
                  <a:ext uri="{FF2B5EF4-FFF2-40B4-BE49-F238E27FC236}">
                    <a16:creationId xmlns:a16="http://schemas.microsoft.com/office/drawing/2014/main" id="{520E7575-9C69-BC2E-CD29-B9EE278F395A}"/>
                  </a:ext>
                </a:extLst>
              </p:cNvPr>
              <p:cNvSpPr/>
              <p:nvPr/>
            </p:nvSpPr>
            <p:spPr>
              <a:xfrm>
                <a:off x="10738400" y="2893406"/>
                <a:ext cx="122621" cy="12790"/>
              </a:xfrm>
              <a:custGeom>
                <a:avLst/>
                <a:gdLst>
                  <a:gd name="csX0" fmla="*/ -3575 w 124115"/>
                  <a:gd name="csY0" fmla="*/ -198 h 12946"/>
                  <a:gd name="csX1" fmla="*/ 120541 w 124115"/>
                  <a:gd name="csY1" fmla="*/ 12748 h 12946"/>
                </a:gdLst>
                <a:ahLst/>
                <a:cxnLst>
                  <a:cxn ang="0">
                    <a:pos x="csX0" y="csY0"/>
                  </a:cxn>
                  <a:cxn ang="0">
                    <a:pos x="csX1" y="csY1"/>
                  </a:cxn>
                </a:cxnLst>
                <a:rect l="l" t="t" r="r" b="b"/>
                <a:pathLst>
                  <a:path w="124115" h="12946">
                    <a:moveTo>
                      <a:pt x="-3575" y="-198"/>
                    </a:moveTo>
                    <a:lnTo>
                      <a:pt x="120541" y="12748"/>
                    </a:lnTo>
                  </a:path>
                </a:pathLst>
              </a:custGeom>
              <a:noFill/>
              <a:ln w="8874" cap="rnd">
                <a:solidFill>
                  <a:schemeClr val="accent1"/>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85" name="Freeform: Shape 484">
                <a:extLst>
                  <a:ext uri="{FF2B5EF4-FFF2-40B4-BE49-F238E27FC236}">
                    <a16:creationId xmlns:a16="http://schemas.microsoft.com/office/drawing/2014/main" id="{A5838095-EF01-F69E-CFD0-250CA30CAFDD}"/>
                  </a:ext>
                </a:extLst>
              </p:cNvPr>
              <p:cNvSpPr/>
              <p:nvPr/>
            </p:nvSpPr>
            <p:spPr>
              <a:xfrm>
                <a:off x="10736020" y="2956816"/>
                <a:ext cx="122621" cy="12790"/>
              </a:xfrm>
              <a:custGeom>
                <a:avLst/>
                <a:gdLst>
                  <a:gd name="csX0" fmla="*/ -3575 w 124115"/>
                  <a:gd name="csY0" fmla="*/ -198 h 12946"/>
                  <a:gd name="csX1" fmla="*/ 120541 w 124115"/>
                  <a:gd name="csY1" fmla="*/ 12748 h 12946"/>
                </a:gdLst>
                <a:ahLst/>
                <a:cxnLst>
                  <a:cxn ang="0">
                    <a:pos x="csX0" y="csY0"/>
                  </a:cxn>
                  <a:cxn ang="0">
                    <a:pos x="csX1" y="csY1"/>
                  </a:cxn>
                </a:cxnLst>
                <a:rect l="l" t="t" r="r" b="b"/>
                <a:pathLst>
                  <a:path w="124115" h="12946">
                    <a:moveTo>
                      <a:pt x="-3575" y="-198"/>
                    </a:moveTo>
                    <a:lnTo>
                      <a:pt x="120541" y="12748"/>
                    </a:lnTo>
                  </a:path>
                </a:pathLst>
              </a:custGeom>
              <a:noFill/>
              <a:ln w="8874" cap="rnd">
                <a:solidFill>
                  <a:schemeClr val="accent1"/>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86" name="Freeform: Shape 485">
                <a:extLst>
                  <a:ext uri="{FF2B5EF4-FFF2-40B4-BE49-F238E27FC236}">
                    <a16:creationId xmlns:a16="http://schemas.microsoft.com/office/drawing/2014/main" id="{07D00E5C-EB55-A044-D2E6-94705C5A2420}"/>
                  </a:ext>
                </a:extLst>
              </p:cNvPr>
              <p:cNvSpPr/>
              <p:nvPr/>
            </p:nvSpPr>
            <p:spPr>
              <a:xfrm>
                <a:off x="10570682" y="2665063"/>
                <a:ext cx="31742" cy="109590"/>
              </a:xfrm>
              <a:custGeom>
                <a:avLst/>
                <a:gdLst>
                  <a:gd name="csX0" fmla="*/ 7892 w 32129"/>
                  <a:gd name="csY0" fmla="*/ 105449 h 110926"/>
                  <a:gd name="csX1" fmla="*/ 4762 w 32129"/>
                  <a:gd name="csY1" fmla="*/ 91625 h 110926"/>
                  <a:gd name="csX2" fmla="*/ 5206 w 32129"/>
                  <a:gd name="csY2" fmla="*/ 85044 h 110926"/>
                  <a:gd name="csX3" fmla="*/ 5815 w 32129"/>
                  <a:gd name="csY3" fmla="*/ 78995 h 110926"/>
                  <a:gd name="csX4" fmla="*/ 6396 w 32129"/>
                  <a:gd name="csY4" fmla="*/ 73136 h 110926"/>
                  <a:gd name="csX5" fmla="*/ 6812 w 32129"/>
                  <a:gd name="csY5" fmla="*/ 67007 h 110926"/>
                  <a:gd name="csX6" fmla="*/ 6452 w 32129"/>
                  <a:gd name="csY6" fmla="*/ 63304 h 110926"/>
                  <a:gd name="csX7" fmla="*/ 4901 w 32129"/>
                  <a:gd name="csY7" fmla="*/ 59991 h 110926"/>
                  <a:gd name="csX8" fmla="*/ 1660 w 32129"/>
                  <a:gd name="csY8" fmla="*/ 57348 h 110926"/>
                  <a:gd name="csX9" fmla="*/ -3575 w 32129"/>
                  <a:gd name="csY9" fmla="*/ 55919 h 110926"/>
                  <a:gd name="csX10" fmla="*/ -3326 w 32129"/>
                  <a:gd name="csY10" fmla="*/ 49255 h 110926"/>
                  <a:gd name="csX11" fmla="*/ 1965 w 32129"/>
                  <a:gd name="csY11" fmla="*/ 48892 h 110926"/>
                  <a:gd name="csX12" fmla="*/ 5372 w 32129"/>
                  <a:gd name="csY12" fmla="*/ 46984 h 110926"/>
                  <a:gd name="csX13" fmla="*/ 7172 w 32129"/>
                  <a:gd name="csY13" fmla="*/ 44015 h 110926"/>
                  <a:gd name="csX14" fmla="*/ 7809 w 32129"/>
                  <a:gd name="csY14" fmla="*/ 40478 h 110926"/>
                  <a:gd name="csX15" fmla="*/ 7698 w 32129"/>
                  <a:gd name="csY15" fmla="*/ 28246 h 110926"/>
                  <a:gd name="csX16" fmla="*/ 7615 w 32129"/>
                  <a:gd name="csY16" fmla="*/ 15502 h 110926"/>
                  <a:gd name="csX17" fmla="*/ 11770 w 32129"/>
                  <a:gd name="csY17" fmla="*/ 2415 h 110926"/>
                  <a:gd name="csX18" fmla="*/ 22904 w 32129"/>
                  <a:gd name="csY18" fmla="*/ -56 h 110926"/>
                  <a:gd name="csX19" fmla="*/ 28555 w 32129"/>
                  <a:gd name="csY19" fmla="*/ 515 h 110926"/>
                  <a:gd name="csX20" fmla="*/ 28305 w 32129"/>
                  <a:gd name="csY20" fmla="*/ 6539 h 110926"/>
                  <a:gd name="csX21" fmla="*/ 24926 w 32129"/>
                  <a:gd name="csY21" fmla="*/ 6195 h 110926"/>
                  <a:gd name="csX22" fmla="*/ 18002 w 32129"/>
                  <a:gd name="csY22" fmla="*/ 8193 h 110926"/>
                  <a:gd name="csX23" fmla="*/ 15980 w 32129"/>
                  <a:gd name="csY23" fmla="*/ 16995 h 110926"/>
                  <a:gd name="csX24" fmla="*/ 15952 w 32129"/>
                  <a:gd name="csY24" fmla="*/ 28310 h 110926"/>
                  <a:gd name="csX25" fmla="*/ 15869 w 32129"/>
                  <a:gd name="csY25" fmla="*/ 40267 h 110926"/>
                  <a:gd name="csX26" fmla="*/ 13764 w 32129"/>
                  <a:gd name="csY26" fmla="*/ 49635 h 110926"/>
                  <a:gd name="csX27" fmla="*/ 7837 w 32129"/>
                  <a:gd name="csY27" fmla="*/ 53471 h 110926"/>
                  <a:gd name="csX28" fmla="*/ 7809 w 32129"/>
                  <a:gd name="csY28" fmla="*/ 53983 h 110926"/>
                  <a:gd name="csX29" fmla="*/ 13404 w 32129"/>
                  <a:gd name="csY29" fmla="*/ 59055 h 110926"/>
                  <a:gd name="csX30" fmla="*/ 14789 w 32129"/>
                  <a:gd name="csY30" fmla="*/ 68716 h 110926"/>
                  <a:gd name="csX31" fmla="*/ 13986 w 32129"/>
                  <a:gd name="csY31" fmla="*/ 80596 h 110926"/>
                  <a:gd name="csX32" fmla="*/ 13182 w 32129"/>
                  <a:gd name="csY32" fmla="*/ 91835 h 110926"/>
                  <a:gd name="csX33" fmla="*/ 14539 w 32129"/>
                  <a:gd name="csY33" fmla="*/ 100976 h 110926"/>
                  <a:gd name="csX34" fmla="*/ 21243 w 32129"/>
                  <a:gd name="csY34" fmla="*/ 104358 h 110926"/>
                  <a:gd name="csX35" fmla="*/ 24622 w 32129"/>
                  <a:gd name="csY35" fmla="*/ 104701 h 110926"/>
                  <a:gd name="csX36" fmla="*/ 24400 w 32129"/>
                  <a:gd name="csY36" fmla="*/ 110728 h 110926"/>
                  <a:gd name="csX37" fmla="*/ 18777 w 32129"/>
                  <a:gd name="csY37" fmla="*/ 110155 h 110926"/>
                  <a:gd name="csX38" fmla="*/ 7892 w 32129"/>
                  <a:gd name="csY38" fmla="*/ 105449 h 1109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32129" h="110926">
                    <a:moveTo>
                      <a:pt x="7892" y="105449"/>
                    </a:moveTo>
                    <a:cubicBezTo>
                      <a:pt x="5565" y="102810"/>
                      <a:pt x="4513" y="98203"/>
                      <a:pt x="4762" y="91625"/>
                    </a:cubicBezTo>
                    <a:cubicBezTo>
                      <a:pt x="4845" y="89318"/>
                      <a:pt x="5011" y="87127"/>
                      <a:pt x="5206" y="85044"/>
                    </a:cubicBezTo>
                    <a:cubicBezTo>
                      <a:pt x="5400" y="82964"/>
                      <a:pt x="5621" y="80950"/>
                      <a:pt x="5815" y="78995"/>
                    </a:cubicBezTo>
                    <a:cubicBezTo>
                      <a:pt x="6009" y="77042"/>
                      <a:pt x="6202" y="75092"/>
                      <a:pt x="6396" y="73136"/>
                    </a:cubicBezTo>
                    <a:cubicBezTo>
                      <a:pt x="6590" y="71186"/>
                      <a:pt x="6757" y="69142"/>
                      <a:pt x="6812" y="67007"/>
                    </a:cubicBezTo>
                    <a:cubicBezTo>
                      <a:pt x="6867" y="65724"/>
                      <a:pt x="6757" y="64489"/>
                      <a:pt x="6452" y="63304"/>
                    </a:cubicBezTo>
                    <a:cubicBezTo>
                      <a:pt x="6175" y="62115"/>
                      <a:pt x="5648" y="61013"/>
                      <a:pt x="4901" y="59991"/>
                    </a:cubicBezTo>
                    <a:cubicBezTo>
                      <a:pt x="4125" y="58972"/>
                      <a:pt x="3045" y="58091"/>
                      <a:pt x="1660" y="57348"/>
                    </a:cubicBezTo>
                    <a:cubicBezTo>
                      <a:pt x="247" y="56606"/>
                      <a:pt x="-1470" y="56130"/>
                      <a:pt x="-3575" y="55919"/>
                    </a:cubicBezTo>
                    <a:lnTo>
                      <a:pt x="-3326" y="49255"/>
                    </a:lnTo>
                    <a:cubicBezTo>
                      <a:pt x="-1221" y="49466"/>
                      <a:pt x="525" y="49344"/>
                      <a:pt x="1965" y="48892"/>
                    </a:cubicBezTo>
                    <a:cubicBezTo>
                      <a:pt x="3405" y="48438"/>
                      <a:pt x="4541" y="47801"/>
                      <a:pt x="5372" y="46984"/>
                    </a:cubicBezTo>
                    <a:cubicBezTo>
                      <a:pt x="6202" y="46167"/>
                      <a:pt x="6812" y="45178"/>
                      <a:pt x="7172" y="44015"/>
                    </a:cubicBezTo>
                    <a:cubicBezTo>
                      <a:pt x="7560" y="42854"/>
                      <a:pt x="7781" y="41677"/>
                      <a:pt x="7809" y="40478"/>
                    </a:cubicBezTo>
                    <a:cubicBezTo>
                      <a:pt x="7975" y="36121"/>
                      <a:pt x="7948" y="32046"/>
                      <a:pt x="7698" y="28246"/>
                    </a:cubicBezTo>
                    <a:cubicBezTo>
                      <a:pt x="7477" y="24451"/>
                      <a:pt x="7449" y="20202"/>
                      <a:pt x="7615" y="15502"/>
                    </a:cubicBezTo>
                    <a:cubicBezTo>
                      <a:pt x="7864" y="8924"/>
                      <a:pt x="9249" y="4561"/>
                      <a:pt x="11770" y="2415"/>
                    </a:cubicBezTo>
                    <a:cubicBezTo>
                      <a:pt x="14263" y="268"/>
                      <a:pt x="17974" y="-557"/>
                      <a:pt x="22904" y="-56"/>
                    </a:cubicBezTo>
                    <a:lnTo>
                      <a:pt x="28555" y="515"/>
                    </a:lnTo>
                    <a:lnTo>
                      <a:pt x="28305" y="6539"/>
                    </a:lnTo>
                    <a:lnTo>
                      <a:pt x="24926" y="6195"/>
                    </a:lnTo>
                    <a:cubicBezTo>
                      <a:pt x="21519" y="5846"/>
                      <a:pt x="19193" y="6517"/>
                      <a:pt x="18002" y="8193"/>
                    </a:cubicBezTo>
                    <a:cubicBezTo>
                      <a:pt x="16811" y="9874"/>
                      <a:pt x="16146" y="12810"/>
                      <a:pt x="15980" y="16995"/>
                    </a:cubicBezTo>
                    <a:cubicBezTo>
                      <a:pt x="15841" y="20925"/>
                      <a:pt x="15814" y="24695"/>
                      <a:pt x="15952" y="28310"/>
                    </a:cubicBezTo>
                    <a:cubicBezTo>
                      <a:pt x="16063" y="31924"/>
                      <a:pt x="16035" y="35910"/>
                      <a:pt x="15869" y="40267"/>
                    </a:cubicBezTo>
                    <a:cubicBezTo>
                      <a:pt x="15703" y="44452"/>
                      <a:pt x="15011" y="47574"/>
                      <a:pt x="13764" y="49635"/>
                    </a:cubicBezTo>
                    <a:cubicBezTo>
                      <a:pt x="12518" y="51695"/>
                      <a:pt x="10523" y="52975"/>
                      <a:pt x="7837" y="53471"/>
                    </a:cubicBezTo>
                    <a:lnTo>
                      <a:pt x="7809" y="53983"/>
                    </a:lnTo>
                    <a:cubicBezTo>
                      <a:pt x="10468" y="55025"/>
                      <a:pt x="12324" y="56714"/>
                      <a:pt x="13404" y="59055"/>
                    </a:cubicBezTo>
                    <a:cubicBezTo>
                      <a:pt x="14484" y="61395"/>
                      <a:pt x="14955" y="64614"/>
                      <a:pt x="14789" y="68716"/>
                    </a:cubicBezTo>
                    <a:cubicBezTo>
                      <a:pt x="14650" y="73073"/>
                      <a:pt x="14374" y="77034"/>
                      <a:pt x="13986" y="80596"/>
                    </a:cubicBezTo>
                    <a:cubicBezTo>
                      <a:pt x="13598" y="84160"/>
                      <a:pt x="13321" y="87908"/>
                      <a:pt x="13182" y="91835"/>
                    </a:cubicBezTo>
                    <a:cubicBezTo>
                      <a:pt x="13017" y="96021"/>
                      <a:pt x="13487" y="99070"/>
                      <a:pt x="14539" y="100976"/>
                    </a:cubicBezTo>
                    <a:cubicBezTo>
                      <a:pt x="15592" y="102884"/>
                      <a:pt x="17836" y="104012"/>
                      <a:pt x="21243" y="104358"/>
                    </a:cubicBezTo>
                    <a:lnTo>
                      <a:pt x="24622" y="104701"/>
                    </a:lnTo>
                    <a:lnTo>
                      <a:pt x="24400" y="110728"/>
                    </a:lnTo>
                    <a:lnTo>
                      <a:pt x="18777" y="110155"/>
                    </a:lnTo>
                    <a:cubicBezTo>
                      <a:pt x="13847" y="109656"/>
                      <a:pt x="10219" y="108086"/>
                      <a:pt x="7892" y="105449"/>
                    </a:cubicBezTo>
                    <a:close/>
                  </a:path>
                </a:pathLst>
              </a:custGeom>
              <a:solidFill>
                <a:schemeClr val="accent1"/>
              </a:solidFill>
              <a:ln w="2756"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91" name="Freeform: Shape 490">
                <a:extLst>
                  <a:ext uri="{FF2B5EF4-FFF2-40B4-BE49-F238E27FC236}">
                    <a16:creationId xmlns:a16="http://schemas.microsoft.com/office/drawing/2014/main" id="{0AA3C6B2-0FE7-CE15-2AC4-7DEEECF19011}"/>
                  </a:ext>
                </a:extLst>
              </p:cNvPr>
              <p:cNvSpPr/>
              <p:nvPr/>
            </p:nvSpPr>
            <p:spPr>
              <a:xfrm>
                <a:off x="10692565" y="3004182"/>
                <a:ext cx="31606" cy="109590"/>
              </a:xfrm>
              <a:custGeom>
                <a:avLst/>
                <a:gdLst>
                  <a:gd name="csX0" fmla="*/ -3353 w 31991"/>
                  <a:gd name="csY0" fmla="*/ 103989 h 110925"/>
                  <a:gd name="csX1" fmla="*/ -85 w 31991"/>
                  <a:gd name="csY1" fmla="*/ 104318 h 110925"/>
                  <a:gd name="csX2" fmla="*/ 6840 w 31991"/>
                  <a:gd name="csY2" fmla="*/ 102318 h 110925"/>
                  <a:gd name="csX3" fmla="*/ 8862 w 31991"/>
                  <a:gd name="csY3" fmla="*/ 93521 h 110925"/>
                  <a:gd name="csX4" fmla="*/ 8973 w 31991"/>
                  <a:gd name="csY4" fmla="*/ 82212 h 110925"/>
                  <a:gd name="csX5" fmla="*/ 9111 w 31991"/>
                  <a:gd name="csY5" fmla="*/ 70263 h 110925"/>
                  <a:gd name="csX6" fmla="*/ 11161 w 31991"/>
                  <a:gd name="csY6" fmla="*/ 60951 h 110925"/>
                  <a:gd name="csX7" fmla="*/ 17006 w 31991"/>
                  <a:gd name="csY7" fmla="*/ 57043 h 110925"/>
                  <a:gd name="csX8" fmla="*/ 17033 w 31991"/>
                  <a:gd name="csY8" fmla="*/ 56530 h 110925"/>
                  <a:gd name="csX9" fmla="*/ 11494 w 31991"/>
                  <a:gd name="csY9" fmla="*/ 51531 h 110925"/>
                  <a:gd name="csX10" fmla="*/ 10164 w 31991"/>
                  <a:gd name="csY10" fmla="*/ 41812 h 110925"/>
                  <a:gd name="csX11" fmla="*/ 10939 w 31991"/>
                  <a:gd name="csY11" fmla="*/ 29924 h 110925"/>
                  <a:gd name="csX12" fmla="*/ 11659 w 31991"/>
                  <a:gd name="csY12" fmla="*/ 18681 h 110925"/>
                  <a:gd name="csX13" fmla="*/ 10302 w 31991"/>
                  <a:gd name="csY13" fmla="*/ 9538 h 110925"/>
                  <a:gd name="csX14" fmla="*/ 3600 w 31991"/>
                  <a:gd name="csY14" fmla="*/ 6153 h 110925"/>
                  <a:gd name="csX15" fmla="*/ 331 w 31991"/>
                  <a:gd name="csY15" fmla="*/ 5823 h 110925"/>
                  <a:gd name="csX16" fmla="*/ 552 w 31991"/>
                  <a:gd name="csY16" fmla="*/ -198 h 110925"/>
                  <a:gd name="csX17" fmla="*/ 6064 w 31991"/>
                  <a:gd name="csY17" fmla="*/ 359 h 110925"/>
                  <a:gd name="csX18" fmla="*/ 12546 w 31991"/>
                  <a:gd name="csY18" fmla="*/ 1854 h 110925"/>
                  <a:gd name="csX19" fmla="*/ 17006 w 31991"/>
                  <a:gd name="csY19" fmla="*/ 5073 h 110925"/>
                  <a:gd name="csX20" fmla="*/ 19498 w 31991"/>
                  <a:gd name="csY20" fmla="*/ 10535 h 110925"/>
                  <a:gd name="csX21" fmla="*/ 20080 w 31991"/>
                  <a:gd name="csY21" fmla="*/ 18889 h 110925"/>
                  <a:gd name="csX22" fmla="*/ 19028 w 31991"/>
                  <a:gd name="csY22" fmla="*/ 31519 h 110925"/>
                  <a:gd name="csX23" fmla="*/ 18030 w 31991"/>
                  <a:gd name="csY23" fmla="*/ 43637 h 110925"/>
                  <a:gd name="csX24" fmla="*/ 20024 w 31991"/>
                  <a:gd name="csY24" fmla="*/ 50595 h 110925"/>
                  <a:gd name="csX25" fmla="*/ 28417 w 31991"/>
                  <a:gd name="csY25" fmla="*/ 54597 h 110925"/>
                  <a:gd name="csX26" fmla="*/ 28168 w 31991"/>
                  <a:gd name="csY26" fmla="*/ 61261 h 110925"/>
                  <a:gd name="csX27" fmla="*/ 22933 w 31991"/>
                  <a:gd name="csY27" fmla="*/ 61630 h 110925"/>
                  <a:gd name="csX28" fmla="*/ 19526 w 31991"/>
                  <a:gd name="csY28" fmla="*/ 63602 h 110925"/>
                  <a:gd name="csX29" fmla="*/ 17670 w 31991"/>
                  <a:gd name="csY29" fmla="*/ 66563 h 110925"/>
                  <a:gd name="csX30" fmla="*/ 17033 w 31991"/>
                  <a:gd name="csY30" fmla="*/ 70166 h 110925"/>
                  <a:gd name="csX31" fmla="*/ 16978 w 31991"/>
                  <a:gd name="csY31" fmla="*/ 76335 h 110925"/>
                  <a:gd name="csX32" fmla="*/ 17144 w 31991"/>
                  <a:gd name="csY32" fmla="*/ 82270 h 110925"/>
                  <a:gd name="csX33" fmla="*/ 17282 w 31991"/>
                  <a:gd name="csY33" fmla="*/ 88394 h 110925"/>
                  <a:gd name="csX34" fmla="*/ 17227 w 31991"/>
                  <a:gd name="csY34" fmla="*/ 95014 h 110925"/>
                  <a:gd name="csX35" fmla="*/ 16036 w 31991"/>
                  <a:gd name="csY35" fmla="*/ 103191 h 110925"/>
                  <a:gd name="csX36" fmla="*/ 13155 w 31991"/>
                  <a:gd name="csY36" fmla="*/ 108107 h 110925"/>
                  <a:gd name="csX37" fmla="*/ 8474 w 31991"/>
                  <a:gd name="csY37" fmla="*/ 110398 h 110925"/>
                  <a:gd name="csX38" fmla="*/ 1937 w 31991"/>
                  <a:gd name="csY38" fmla="*/ 110572 h 110925"/>
                  <a:gd name="csX39" fmla="*/ -3575 w 31991"/>
                  <a:gd name="csY39" fmla="*/ 110013 h 110925"/>
                  <a:gd name="csX40" fmla="*/ -3353 w 31991"/>
                  <a:gd name="csY40" fmla="*/ 103989 h 1109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31991" h="110925">
                    <a:moveTo>
                      <a:pt x="-3353" y="103989"/>
                    </a:moveTo>
                    <a:lnTo>
                      <a:pt x="-85" y="104318"/>
                    </a:lnTo>
                    <a:cubicBezTo>
                      <a:pt x="3322" y="104664"/>
                      <a:pt x="5649" y="104000"/>
                      <a:pt x="6840" y="102318"/>
                    </a:cubicBezTo>
                    <a:cubicBezTo>
                      <a:pt x="8032" y="100643"/>
                      <a:pt x="8696" y="97707"/>
                      <a:pt x="8862" y="93521"/>
                    </a:cubicBezTo>
                    <a:cubicBezTo>
                      <a:pt x="9001" y="89594"/>
                      <a:pt x="9056" y="85821"/>
                      <a:pt x="8973" y="82212"/>
                    </a:cubicBezTo>
                    <a:cubicBezTo>
                      <a:pt x="8890" y="78603"/>
                      <a:pt x="8945" y="74620"/>
                      <a:pt x="9111" y="70263"/>
                    </a:cubicBezTo>
                    <a:cubicBezTo>
                      <a:pt x="9250" y="66161"/>
                      <a:pt x="9943" y="63059"/>
                      <a:pt x="11161" y="60951"/>
                    </a:cubicBezTo>
                    <a:cubicBezTo>
                      <a:pt x="12352" y="58843"/>
                      <a:pt x="14319" y="57542"/>
                      <a:pt x="17006" y="57043"/>
                    </a:cubicBezTo>
                    <a:lnTo>
                      <a:pt x="17033" y="56530"/>
                    </a:lnTo>
                    <a:cubicBezTo>
                      <a:pt x="14402" y="55492"/>
                      <a:pt x="12546" y="53822"/>
                      <a:pt x="11494" y="51531"/>
                    </a:cubicBezTo>
                    <a:cubicBezTo>
                      <a:pt x="10469" y="49238"/>
                      <a:pt x="10026" y="46000"/>
                      <a:pt x="10164" y="41812"/>
                    </a:cubicBezTo>
                    <a:cubicBezTo>
                      <a:pt x="10330" y="37455"/>
                      <a:pt x="10580" y="33494"/>
                      <a:pt x="10939" y="29924"/>
                    </a:cubicBezTo>
                    <a:cubicBezTo>
                      <a:pt x="11272" y="26359"/>
                      <a:pt x="11522" y="22611"/>
                      <a:pt x="11659" y="18681"/>
                    </a:cubicBezTo>
                    <a:cubicBezTo>
                      <a:pt x="11826" y="14496"/>
                      <a:pt x="11383" y="11446"/>
                      <a:pt x="10302" y="9538"/>
                    </a:cubicBezTo>
                    <a:cubicBezTo>
                      <a:pt x="9250" y="7629"/>
                      <a:pt x="7006" y="6502"/>
                      <a:pt x="3600" y="6153"/>
                    </a:cubicBezTo>
                    <a:lnTo>
                      <a:pt x="331" y="5823"/>
                    </a:lnTo>
                    <a:lnTo>
                      <a:pt x="552" y="-198"/>
                    </a:lnTo>
                    <a:lnTo>
                      <a:pt x="6064" y="359"/>
                    </a:lnTo>
                    <a:cubicBezTo>
                      <a:pt x="8585" y="613"/>
                      <a:pt x="10746" y="1112"/>
                      <a:pt x="12546" y="1854"/>
                    </a:cubicBezTo>
                    <a:cubicBezTo>
                      <a:pt x="14374" y="2597"/>
                      <a:pt x="15842" y="3669"/>
                      <a:pt x="17006" y="5073"/>
                    </a:cubicBezTo>
                    <a:cubicBezTo>
                      <a:pt x="18169" y="6474"/>
                      <a:pt x="19000" y="8297"/>
                      <a:pt x="19498" y="10535"/>
                    </a:cubicBezTo>
                    <a:cubicBezTo>
                      <a:pt x="20024" y="12773"/>
                      <a:pt x="20191" y="15557"/>
                      <a:pt x="20080" y="18889"/>
                    </a:cubicBezTo>
                    <a:cubicBezTo>
                      <a:pt x="19913" y="23592"/>
                      <a:pt x="19554" y="27799"/>
                      <a:pt x="19028" y="31519"/>
                    </a:cubicBezTo>
                    <a:cubicBezTo>
                      <a:pt x="18529" y="35242"/>
                      <a:pt x="18169" y="39280"/>
                      <a:pt x="18030" y="43637"/>
                    </a:cubicBezTo>
                    <a:cubicBezTo>
                      <a:pt x="17919" y="46116"/>
                      <a:pt x="18584" y="48434"/>
                      <a:pt x="20024" y="50595"/>
                    </a:cubicBezTo>
                    <a:cubicBezTo>
                      <a:pt x="21437" y="52755"/>
                      <a:pt x="24235" y="54090"/>
                      <a:pt x="28417" y="54597"/>
                    </a:cubicBezTo>
                    <a:lnTo>
                      <a:pt x="28168" y="61261"/>
                    </a:lnTo>
                    <a:cubicBezTo>
                      <a:pt x="26063" y="61051"/>
                      <a:pt x="24345" y="61173"/>
                      <a:pt x="22933" y="61630"/>
                    </a:cubicBezTo>
                    <a:cubicBezTo>
                      <a:pt x="21548" y="62090"/>
                      <a:pt x="20413" y="62749"/>
                      <a:pt x="19526" y="63602"/>
                    </a:cubicBezTo>
                    <a:cubicBezTo>
                      <a:pt x="18667" y="64458"/>
                      <a:pt x="18030" y="65444"/>
                      <a:pt x="17670" y="66563"/>
                    </a:cubicBezTo>
                    <a:cubicBezTo>
                      <a:pt x="17282" y="67682"/>
                      <a:pt x="17061" y="68884"/>
                      <a:pt x="17033" y="70166"/>
                    </a:cubicBezTo>
                    <a:cubicBezTo>
                      <a:pt x="16950" y="72302"/>
                      <a:pt x="16923" y="74357"/>
                      <a:pt x="16978" y="76335"/>
                    </a:cubicBezTo>
                    <a:cubicBezTo>
                      <a:pt x="17033" y="78315"/>
                      <a:pt x="17089" y="80290"/>
                      <a:pt x="17144" y="82270"/>
                    </a:cubicBezTo>
                    <a:cubicBezTo>
                      <a:pt x="17199" y="84248"/>
                      <a:pt x="17227" y="86287"/>
                      <a:pt x="17282" y="88394"/>
                    </a:cubicBezTo>
                    <a:cubicBezTo>
                      <a:pt x="17338" y="90502"/>
                      <a:pt x="17310" y="92707"/>
                      <a:pt x="17227" y="95014"/>
                    </a:cubicBezTo>
                    <a:cubicBezTo>
                      <a:pt x="17089" y="98344"/>
                      <a:pt x="16701" y="101069"/>
                      <a:pt x="16036" y="103191"/>
                    </a:cubicBezTo>
                    <a:cubicBezTo>
                      <a:pt x="15371" y="105310"/>
                      <a:pt x="14402" y="106947"/>
                      <a:pt x="13155" y="108107"/>
                    </a:cubicBezTo>
                    <a:cubicBezTo>
                      <a:pt x="11881" y="109265"/>
                      <a:pt x="10330" y="110027"/>
                      <a:pt x="8474" y="110398"/>
                    </a:cubicBezTo>
                    <a:cubicBezTo>
                      <a:pt x="6619" y="110766"/>
                      <a:pt x="4431" y="110827"/>
                      <a:pt x="1937" y="110572"/>
                    </a:cubicBezTo>
                    <a:lnTo>
                      <a:pt x="-3575" y="110013"/>
                    </a:lnTo>
                    <a:lnTo>
                      <a:pt x="-3353" y="103989"/>
                    </a:lnTo>
                    <a:close/>
                  </a:path>
                </a:pathLst>
              </a:custGeom>
              <a:solidFill>
                <a:schemeClr val="accent1"/>
              </a:solidFill>
              <a:ln w="2756"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92" name="Freeform: Shape 491">
                <a:extLst>
                  <a:ext uri="{FF2B5EF4-FFF2-40B4-BE49-F238E27FC236}">
                    <a16:creationId xmlns:a16="http://schemas.microsoft.com/office/drawing/2014/main" id="{DD757E7D-9D26-7883-90D3-7F128B247A27}"/>
                  </a:ext>
                </a:extLst>
              </p:cNvPr>
              <p:cNvSpPr/>
              <p:nvPr/>
            </p:nvSpPr>
            <p:spPr>
              <a:xfrm>
                <a:off x="10876594" y="2847105"/>
                <a:ext cx="184924" cy="191929"/>
              </a:xfrm>
              <a:custGeom>
                <a:avLst/>
                <a:gdLst>
                  <a:gd name="csX0" fmla="*/ 297620 w 301199"/>
                  <a:gd name="csY0" fmla="*/ 172032 h 312610"/>
                  <a:gd name="csX1" fmla="*/ 148217 w 301199"/>
                  <a:gd name="csY1" fmla="*/ 311587 h 312610"/>
                  <a:gd name="csX2" fmla="*/ -3570 w 301199"/>
                  <a:gd name="csY2" fmla="*/ 140180 h 312610"/>
                  <a:gd name="csX3" fmla="*/ 145862 w 301199"/>
                  <a:gd name="csY3" fmla="*/ 628 h 312610"/>
                  <a:gd name="csX4" fmla="*/ 297620 w 301199"/>
                  <a:gd name="csY4" fmla="*/ 172032 h 312610"/>
                </a:gdLst>
                <a:ahLst/>
                <a:cxnLst>
                  <a:cxn ang="0">
                    <a:pos x="csX0" y="csY0"/>
                  </a:cxn>
                  <a:cxn ang="0">
                    <a:pos x="csX1" y="csY1"/>
                  </a:cxn>
                  <a:cxn ang="0">
                    <a:pos x="csX2" y="csY2"/>
                  </a:cxn>
                  <a:cxn ang="0">
                    <a:pos x="csX3" y="csY3"/>
                  </a:cxn>
                  <a:cxn ang="0">
                    <a:pos x="csX4" y="csY4"/>
                  </a:cxn>
                </a:cxnLst>
                <a:rect l="l" t="t" r="r" b="b"/>
                <a:pathLst>
                  <a:path w="301199" h="312610">
                    <a:moveTo>
                      <a:pt x="297620" y="172032"/>
                    </a:moveTo>
                    <a:cubicBezTo>
                      <a:pt x="298285" y="257902"/>
                      <a:pt x="231394" y="320381"/>
                      <a:pt x="148217" y="311587"/>
                    </a:cubicBezTo>
                    <a:cubicBezTo>
                      <a:pt x="65039" y="302790"/>
                      <a:pt x="-2933" y="226049"/>
                      <a:pt x="-3570" y="140180"/>
                    </a:cubicBezTo>
                    <a:cubicBezTo>
                      <a:pt x="-4234" y="54312"/>
                      <a:pt x="62684" y="-8169"/>
                      <a:pt x="145862" y="628"/>
                    </a:cubicBezTo>
                    <a:cubicBezTo>
                      <a:pt x="229012" y="9425"/>
                      <a:pt x="296983" y="86165"/>
                      <a:pt x="297620" y="172032"/>
                    </a:cubicBezTo>
                    <a:close/>
                  </a:path>
                </a:pathLst>
              </a:custGeom>
              <a:solidFill>
                <a:schemeClr val="accent2"/>
              </a:solidFill>
              <a:ln w="2756"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504" name="Freeform: Shape 503">
                <a:extLst>
                  <a:ext uri="{FF2B5EF4-FFF2-40B4-BE49-F238E27FC236}">
                    <a16:creationId xmlns:a16="http://schemas.microsoft.com/office/drawing/2014/main" id="{42595842-8174-7535-73EF-70E04C34A39E}"/>
                  </a:ext>
                </a:extLst>
              </p:cNvPr>
              <p:cNvSpPr/>
              <p:nvPr/>
            </p:nvSpPr>
            <p:spPr>
              <a:xfrm>
                <a:off x="10989456" y="2925825"/>
                <a:ext cx="40299" cy="40106"/>
              </a:xfrm>
              <a:custGeom>
                <a:avLst/>
                <a:gdLst>
                  <a:gd name="csX0" fmla="*/ -3533 w 65638"/>
                  <a:gd name="csY0" fmla="*/ 55965 h 65325"/>
                  <a:gd name="csX1" fmla="*/ 1009 w 65638"/>
                  <a:gd name="csY1" fmla="*/ 50304 h 65325"/>
                  <a:gd name="csX2" fmla="*/ 25494 w 65638"/>
                  <a:gd name="csY2" fmla="*/ 42953 h 65325"/>
                  <a:gd name="csX3" fmla="*/ 45493 w 65638"/>
                  <a:gd name="csY3" fmla="*/ 36884 h 65325"/>
                  <a:gd name="csX4" fmla="*/ 45575 w 65638"/>
                  <a:gd name="csY4" fmla="*/ 36211 h 65325"/>
                  <a:gd name="csX5" fmla="*/ 27350 w 65638"/>
                  <a:gd name="csY5" fmla="*/ 26101 h 65325"/>
                  <a:gd name="csX6" fmla="*/ 6299 w 65638"/>
                  <a:gd name="csY6" fmla="*/ 14504 h 65325"/>
                  <a:gd name="csX7" fmla="*/ 1895 w 65638"/>
                  <a:gd name="csY7" fmla="*/ 6267 h 65325"/>
                  <a:gd name="csX8" fmla="*/ 1978 w 65638"/>
                  <a:gd name="csY8" fmla="*/ 5696 h 65325"/>
                  <a:gd name="csX9" fmla="*/ 12282 w 65638"/>
                  <a:gd name="csY9" fmla="*/ 918 h 65325"/>
                  <a:gd name="csX10" fmla="*/ 55796 w 65638"/>
                  <a:gd name="csY10" fmla="*/ 26993 h 65325"/>
                  <a:gd name="csX11" fmla="*/ 62001 w 65638"/>
                  <a:gd name="csY11" fmla="*/ 39114 h 65325"/>
                  <a:gd name="csX12" fmla="*/ 55658 w 65638"/>
                  <a:gd name="csY12" fmla="*/ 47376 h 65325"/>
                  <a:gd name="csX13" fmla="*/ 6715 w 65638"/>
                  <a:gd name="csY13" fmla="*/ 64743 h 65325"/>
                  <a:gd name="csX14" fmla="*/ -3533 w 65638"/>
                  <a:gd name="csY14" fmla="*/ 55965 h 6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5638" h="65325">
                    <a:moveTo>
                      <a:pt x="-3533" y="55965"/>
                    </a:moveTo>
                    <a:cubicBezTo>
                      <a:pt x="-3229" y="53234"/>
                      <a:pt x="-1512" y="51055"/>
                      <a:pt x="1009" y="50304"/>
                    </a:cubicBezTo>
                    <a:lnTo>
                      <a:pt x="25494" y="42953"/>
                    </a:lnTo>
                    <a:lnTo>
                      <a:pt x="45493" y="36884"/>
                    </a:lnTo>
                    <a:lnTo>
                      <a:pt x="45575" y="36211"/>
                    </a:lnTo>
                    <a:lnTo>
                      <a:pt x="27350" y="26101"/>
                    </a:lnTo>
                    <a:lnTo>
                      <a:pt x="6299" y="14504"/>
                    </a:lnTo>
                    <a:cubicBezTo>
                      <a:pt x="3336" y="12873"/>
                      <a:pt x="1535" y="9524"/>
                      <a:pt x="1895" y="6267"/>
                    </a:cubicBezTo>
                    <a:lnTo>
                      <a:pt x="1978" y="5696"/>
                    </a:lnTo>
                    <a:cubicBezTo>
                      <a:pt x="2533" y="652"/>
                      <a:pt x="7768" y="-1782"/>
                      <a:pt x="12282" y="918"/>
                    </a:cubicBezTo>
                    <a:lnTo>
                      <a:pt x="55796" y="26993"/>
                    </a:lnTo>
                    <a:cubicBezTo>
                      <a:pt x="60007" y="29522"/>
                      <a:pt x="62499" y="34394"/>
                      <a:pt x="62001" y="39114"/>
                    </a:cubicBezTo>
                    <a:cubicBezTo>
                      <a:pt x="61557" y="42997"/>
                      <a:pt x="59148" y="46135"/>
                      <a:pt x="55658" y="47376"/>
                    </a:cubicBezTo>
                    <a:lnTo>
                      <a:pt x="6715" y="64743"/>
                    </a:lnTo>
                    <a:cubicBezTo>
                      <a:pt x="1591" y="66557"/>
                      <a:pt x="-4115" y="61666"/>
                      <a:pt x="-3533" y="55965"/>
                    </a:cubicBezTo>
                    <a:close/>
                  </a:path>
                </a:pathLst>
              </a:custGeom>
              <a:solidFill>
                <a:srgbClr val="FFFFFF"/>
              </a:solidFill>
              <a:ln w="2756"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505" name="Freeform: Shape 504">
                <a:extLst>
                  <a:ext uri="{FF2B5EF4-FFF2-40B4-BE49-F238E27FC236}">
                    <a16:creationId xmlns:a16="http://schemas.microsoft.com/office/drawing/2014/main" id="{49F8B647-509C-E3B5-42EA-27B1DFCB6E30}"/>
                  </a:ext>
                </a:extLst>
              </p:cNvPr>
              <p:cNvSpPr/>
              <p:nvPr/>
            </p:nvSpPr>
            <p:spPr>
              <a:xfrm>
                <a:off x="10916008" y="2919762"/>
                <a:ext cx="40288" cy="40106"/>
              </a:xfrm>
              <a:custGeom>
                <a:avLst/>
                <a:gdLst>
                  <a:gd name="csX0" fmla="*/ 62001 w 65620"/>
                  <a:gd name="csY0" fmla="*/ 8964 h 65325"/>
                  <a:gd name="csX1" fmla="*/ 57487 w 65620"/>
                  <a:gd name="csY1" fmla="*/ 14625 h 65325"/>
                  <a:gd name="csX2" fmla="*/ 32973 w 65620"/>
                  <a:gd name="csY2" fmla="*/ 21976 h 65325"/>
                  <a:gd name="csX3" fmla="*/ 13003 w 65620"/>
                  <a:gd name="csY3" fmla="*/ 28045 h 65325"/>
                  <a:gd name="csX4" fmla="*/ 12920 w 65620"/>
                  <a:gd name="csY4" fmla="*/ 28718 h 65325"/>
                  <a:gd name="csX5" fmla="*/ 31146 w 65620"/>
                  <a:gd name="csY5" fmla="*/ 38828 h 65325"/>
                  <a:gd name="csX6" fmla="*/ 52196 w 65620"/>
                  <a:gd name="csY6" fmla="*/ 50425 h 65325"/>
                  <a:gd name="csX7" fmla="*/ 56572 w 65620"/>
                  <a:gd name="csY7" fmla="*/ 58662 h 65325"/>
                  <a:gd name="csX8" fmla="*/ 56517 w 65620"/>
                  <a:gd name="csY8" fmla="*/ 59233 h 65325"/>
                  <a:gd name="csX9" fmla="*/ 46185 w 65620"/>
                  <a:gd name="csY9" fmla="*/ 64011 h 65325"/>
                  <a:gd name="csX10" fmla="*/ 2672 w 65620"/>
                  <a:gd name="csY10" fmla="*/ 37936 h 65325"/>
                  <a:gd name="csX11" fmla="*/ -3505 w 65620"/>
                  <a:gd name="csY11" fmla="*/ 25818 h 65325"/>
                  <a:gd name="csX12" fmla="*/ 2810 w 65620"/>
                  <a:gd name="csY12" fmla="*/ 17556 h 65325"/>
                  <a:gd name="csX13" fmla="*/ 51781 w 65620"/>
                  <a:gd name="csY13" fmla="*/ 186 h 65325"/>
                  <a:gd name="csX14" fmla="*/ 62001 w 65620"/>
                  <a:gd name="csY14" fmla="*/ 8964 h 6532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65620" h="65325">
                    <a:moveTo>
                      <a:pt x="62001" y="8964"/>
                    </a:moveTo>
                    <a:cubicBezTo>
                      <a:pt x="61724" y="11695"/>
                      <a:pt x="59979" y="13874"/>
                      <a:pt x="57487" y="14625"/>
                    </a:cubicBezTo>
                    <a:lnTo>
                      <a:pt x="32973" y="21976"/>
                    </a:lnTo>
                    <a:lnTo>
                      <a:pt x="13003" y="28045"/>
                    </a:lnTo>
                    <a:lnTo>
                      <a:pt x="12920" y="28718"/>
                    </a:lnTo>
                    <a:lnTo>
                      <a:pt x="31146" y="38828"/>
                    </a:lnTo>
                    <a:lnTo>
                      <a:pt x="52196" y="50425"/>
                    </a:lnTo>
                    <a:cubicBezTo>
                      <a:pt x="55160" y="52056"/>
                      <a:pt x="56933" y="55405"/>
                      <a:pt x="56572" y="58662"/>
                    </a:cubicBezTo>
                    <a:lnTo>
                      <a:pt x="56517" y="59233"/>
                    </a:lnTo>
                    <a:cubicBezTo>
                      <a:pt x="55963" y="64280"/>
                      <a:pt x="50701" y="66712"/>
                      <a:pt x="46185" y="64011"/>
                    </a:cubicBezTo>
                    <a:lnTo>
                      <a:pt x="2672" y="37936"/>
                    </a:lnTo>
                    <a:cubicBezTo>
                      <a:pt x="-1538" y="35410"/>
                      <a:pt x="-4031" y="30538"/>
                      <a:pt x="-3505" y="25818"/>
                    </a:cubicBezTo>
                    <a:cubicBezTo>
                      <a:pt x="-3090" y="21932"/>
                      <a:pt x="-680" y="18794"/>
                      <a:pt x="2810" y="17556"/>
                    </a:cubicBezTo>
                    <a:lnTo>
                      <a:pt x="51781" y="186"/>
                    </a:lnTo>
                    <a:cubicBezTo>
                      <a:pt x="56905" y="-1628"/>
                      <a:pt x="62611" y="3263"/>
                      <a:pt x="62001" y="8964"/>
                    </a:cubicBezTo>
                    <a:close/>
                  </a:path>
                </a:pathLst>
              </a:custGeom>
              <a:solidFill>
                <a:srgbClr val="FFFFFF"/>
              </a:solidFill>
              <a:ln w="2756"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506" name="Freeform: Shape 505">
                <a:extLst>
                  <a:ext uri="{FF2B5EF4-FFF2-40B4-BE49-F238E27FC236}">
                    <a16:creationId xmlns:a16="http://schemas.microsoft.com/office/drawing/2014/main" id="{0B004133-CBEF-603B-FF54-7A2D44FAD0AD}"/>
                  </a:ext>
                </a:extLst>
              </p:cNvPr>
              <p:cNvSpPr/>
              <p:nvPr/>
            </p:nvSpPr>
            <p:spPr>
              <a:xfrm>
                <a:off x="10956678" y="2900513"/>
                <a:ext cx="34452" cy="80121"/>
              </a:xfrm>
              <a:custGeom>
                <a:avLst/>
                <a:gdLst>
                  <a:gd name="csX0" fmla="*/ 2518 w 56115"/>
                  <a:gd name="csY0" fmla="*/ 129727 h 130501"/>
                  <a:gd name="csX1" fmla="*/ -3133 w 56115"/>
                  <a:gd name="csY1" fmla="*/ 118352 h 130501"/>
                  <a:gd name="csX2" fmla="*/ 35229 w 56115"/>
                  <a:gd name="csY2" fmla="*/ 5471 h 130501"/>
                  <a:gd name="csX3" fmla="*/ 46447 w 56115"/>
                  <a:gd name="csY3" fmla="*/ 377 h 130501"/>
                  <a:gd name="csX4" fmla="*/ 52097 w 56115"/>
                  <a:gd name="csY4" fmla="*/ 11753 h 130501"/>
                  <a:gd name="csX5" fmla="*/ 13763 w 56115"/>
                  <a:gd name="csY5" fmla="*/ 124634 h 130501"/>
                  <a:gd name="csX6" fmla="*/ 2518 w 56115"/>
                  <a:gd name="csY6" fmla="*/ 129727 h 130501"/>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56115" h="130501">
                    <a:moveTo>
                      <a:pt x="2518" y="129727"/>
                    </a:moveTo>
                    <a:cubicBezTo>
                      <a:pt x="-2108" y="128002"/>
                      <a:pt x="-4656" y="122880"/>
                      <a:pt x="-3133" y="118352"/>
                    </a:cubicBezTo>
                    <a:lnTo>
                      <a:pt x="35229" y="5471"/>
                    </a:lnTo>
                    <a:cubicBezTo>
                      <a:pt x="36752" y="942"/>
                      <a:pt x="41821" y="-1349"/>
                      <a:pt x="46447" y="377"/>
                    </a:cubicBezTo>
                    <a:cubicBezTo>
                      <a:pt x="51100" y="2105"/>
                      <a:pt x="53621" y="7224"/>
                      <a:pt x="52097" y="11753"/>
                    </a:cubicBezTo>
                    <a:lnTo>
                      <a:pt x="13763" y="124634"/>
                    </a:lnTo>
                    <a:cubicBezTo>
                      <a:pt x="12212" y="129162"/>
                      <a:pt x="7143" y="131456"/>
                      <a:pt x="2518" y="129727"/>
                    </a:cubicBezTo>
                    <a:close/>
                  </a:path>
                </a:pathLst>
              </a:custGeom>
              <a:solidFill>
                <a:srgbClr val="FFFFFF"/>
              </a:solidFill>
              <a:ln w="2756"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grpSp>
        <p:sp>
          <p:nvSpPr>
            <p:cNvPr id="27" name="Freeform: Shape 26">
              <a:extLst>
                <a:ext uri="{FF2B5EF4-FFF2-40B4-BE49-F238E27FC236}">
                  <a16:creationId xmlns:a16="http://schemas.microsoft.com/office/drawing/2014/main" id="{96763C72-32B4-9B19-B7A9-C47C7A0DE19F}"/>
                </a:ext>
              </a:extLst>
            </p:cNvPr>
            <p:cNvSpPr/>
            <p:nvPr/>
          </p:nvSpPr>
          <p:spPr>
            <a:xfrm>
              <a:off x="10154130" y="2881009"/>
              <a:ext cx="46076" cy="46076"/>
            </a:xfrm>
            <a:custGeom>
              <a:avLst/>
              <a:gdLst>
                <a:gd name="csX0" fmla="*/ -2125 w 44258"/>
                <a:gd name="csY0" fmla="*/ 20154 h 44258"/>
                <a:gd name="csX1" fmla="*/ 19997 w 44258"/>
                <a:gd name="csY1" fmla="*/ -1982 h 44258"/>
                <a:gd name="csX2" fmla="*/ 42133 w 44258"/>
                <a:gd name="csY2" fmla="*/ 20154 h 44258"/>
                <a:gd name="csX3" fmla="*/ 19997 w 44258"/>
                <a:gd name="csY3" fmla="*/ 42276 h 44258"/>
                <a:gd name="csX4" fmla="*/ -2125 w 44258"/>
                <a:gd name="csY4" fmla="*/ 20154 h 44258"/>
              </a:gdLst>
              <a:ahLst/>
              <a:cxnLst>
                <a:cxn ang="0">
                  <a:pos x="csX0" y="csY0"/>
                </a:cxn>
                <a:cxn ang="0">
                  <a:pos x="csX1" y="csY1"/>
                </a:cxn>
                <a:cxn ang="0">
                  <a:pos x="csX2" y="csY2"/>
                </a:cxn>
                <a:cxn ang="0">
                  <a:pos x="csX3" y="csY3"/>
                </a:cxn>
                <a:cxn ang="0">
                  <a:pos x="csX4" y="csY4"/>
                </a:cxn>
              </a:cxnLst>
              <a:rect l="l" t="t" r="r" b="b"/>
              <a:pathLst>
                <a:path w="44258" h="44258">
                  <a:moveTo>
                    <a:pt x="-2125" y="20154"/>
                  </a:moveTo>
                  <a:cubicBezTo>
                    <a:pt x="-2125" y="7925"/>
                    <a:pt x="7782" y="-1982"/>
                    <a:pt x="19997" y="-1982"/>
                  </a:cubicBezTo>
                  <a:cubicBezTo>
                    <a:pt x="32226" y="-1982"/>
                    <a:pt x="42133" y="7925"/>
                    <a:pt x="42133" y="20154"/>
                  </a:cubicBezTo>
                  <a:cubicBezTo>
                    <a:pt x="42133" y="32369"/>
                    <a:pt x="32226" y="42276"/>
                    <a:pt x="19997" y="42276"/>
                  </a:cubicBezTo>
                  <a:cubicBezTo>
                    <a:pt x="7782" y="42276"/>
                    <a:pt x="-2125" y="32369"/>
                    <a:pt x="-2125" y="20154"/>
                  </a:cubicBezTo>
                  <a:close/>
                </a:path>
              </a:pathLst>
            </a:custGeom>
            <a:solidFill>
              <a:srgbClr val="FFFFFF"/>
            </a:solidFill>
            <a:ln w="1313"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29" name="Rectangle 28">
              <a:extLst>
                <a:ext uri="{FF2B5EF4-FFF2-40B4-BE49-F238E27FC236}">
                  <a16:creationId xmlns:a16="http://schemas.microsoft.com/office/drawing/2014/main" id="{DE0D4BC6-DA18-C679-BDF6-7DF92D597C48}"/>
                </a:ext>
              </a:extLst>
            </p:cNvPr>
            <p:cNvSpPr>
              <a:spLocks noChangeArrowheads="1"/>
            </p:cNvSpPr>
            <p:nvPr/>
          </p:nvSpPr>
          <p:spPr bwMode="auto">
            <a:xfrm>
              <a:off x="10345129" y="3048367"/>
              <a:ext cx="18595" cy="10392"/>
            </a:xfrm>
            <a:prstGeom prst="rect">
              <a:avLst/>
            </a:prstGeom>
            <a:solidFill>
              <a:srgbClr val="FF806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1" name="Freeform 1069">
              <a:extLst>
                <a:ext uri="{FF2B5EF4-FFF2-40B4-BE49-F238E27FC236}">
                  <a16:creationId xmlns:a16="http://schemas.microsoft.com/office/drawing/2014/main" id="{6403BF60-5932-89B3-FC64-1B891A3C9E2D}"/>
                </a:ext>
              </a:extLst>
            </p:cNvPr>
            <p:cNvSpPr>
              <a:spLocks/>
            </p:cNvSpPr>
            <p:nvPr/>
          </p:nvSpPr>
          <p:spPr bwMode="auto">
            <a:xfrm>
              <a:off x="9584374" y="2719673"/>
              <a:ext cx="866855" cy="613635"/>
            </a:xfrm>
            <a:custGeom>
              <a:avLst/>
              <a:gdLst>
                <a:gd name="T0" fmla="*/ 2644 w 2758"/>
                <a:gd name="T1" fmla="*/ 1951 h 1951"/>
                <a:gd name="T2" fmla="*/ 114 w 2758"/>
                <a:gd name="T3" fmla="*/ 1951 h 1951"/>
                <a:gd name="T4" fmla="*/ 0 w 2758"/>
                <a:gd name="T5" fmla="*/ 1837 h 1951"/>
                <a:gd name="T6" fmla="*/ 0 w 2758"/>
                <a:gd name="T7" fmla="*/ 115 h 1951"/>
                <a:gd name="T8" fmla="*/ 114 w 2758"/>
                <a:gd name="T9" fmla="*/ 0 h 1951"/>
                <a:gd name="T10" fmla="*/ 2644 w 2758"/>
                <a:gd name="T11" fmla="*/ 0 h 1951"/>
                <a:gd name="T12" fmla="*/ 2758 w 2758"/>
                <a:gd name="T13" fmla="*/ 115 h 1951"/>
                <a:gd name="T14" fmla="*/ 2758 w 2758"/>
                <a:gd name="T15" fmla="*/ 1837 h 1951"/>
                <a:gd name="T16" fmla="*/ 2644 w 2758"/>
                <a:gd name="T17" fmla="*/ 1951 h 19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8" h="1951">
                  <a:moveTo>
                    <a:pt x="2644" y="1951"/>
                  </a:moveTo>
                  <a:lnTo>
                    <a:pt x="114" y="1951"/>
                  </a:lnTo>
                  <a:cubicBezTo>
                    <a:pt x="51" y="1951"/>
                    <a:pt x="0" y="1900"/>
                    <a:pt x="0" y="1837"/>
                  </a:cubicBezTo>
                  <a:lnTo>
                    <a:pt x="0" y="115"/>
                  </a:lnTo>
                  <a:cubicBezTo>
                    <a:pt x="0" y="51"/>
                    <a:pt x="51" y="0"/>
                    <a:pt x="114" y="0"/>
                  </a:cubicBezTo>
                  <a:lnTo>
                    <a:pt x="2644" y="0"/>
                  </a:lnTo>
                  <a:cubicBezTo>
                    <a:pt x="2707" y="0"/>
                    <a:pt x="2758" y="51"/>
                    <a:pt x="2758" y="115"/>
                  </a:cubicBezTo>
                  <a:lnTo>
                    <a:pt x="2758" y="1837"/>
                  </a:lnTo>
                  <a:cubicBezTo>
                    <a:pt x="2758" y="1900"/>
                    <a:pt x="2707" y="1951"/>
                    <a:pt x="2644" y="1951"/>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2" name="Freeform 1070">
              <a:extLst>
                <a:ext uri="{FF2B5EF4-FFF2-40B4-BE49-F238E27FC236}">
                  <a16:creationId xmlns:a16="http://schemas.microsoft.com/office/drawing/2014/main" id="{C7ACAC44-8445-5C58-190C-E1D5FFC46A54}"/>
                </a:ext>
              </a:extLst>
            </p:cNvPr>
            <p:cNvSpPr>
              <a:spLocks/>
            </p:cNvSpPr>
            <p:nvPr/>
          </p:nvSpPr>
          <p:spPr bwMode="auto">
            <a:xfrm>
              <a:off x="10018075" y="2719673"/>
              <a:ext cx="433154" cy="613635"/>
            </a:xfrm>
            <a:custGeom>
              <a:avLst/>
              <a:gdLst>
                <a:gd name="T0" fmla="*/ 1265 w 1379"/>
                <a:gd name="T1" fmla="*/ 0 h 1951"/>
                <a:gd name="T2" fmla="*/ 0 w 1379"/>
                <a:gd name="T3" fmla="*/ 0 h 1951"/>
                <a:gd name="T4" fmla="*/ 0 w 1379"/>
                <a:gd name="T5" fmla="*/ 1951 h 1951"/>
                <a:gd name="T6" fmla="*/ 1265 w 1379"/>
                <a:gd name="T7" fmla="*/ 1951 h 1951"/>
                <a:gd name="T8" fmla="*/ 1379 w 1379"/>
                <a:gd name="T9" fmla="*/ 1837 h 1951"/>
                <a:gd name="T10" fmla="*/ 1379 w 1379"/>
                <a:gd name="T11" fmla="*/ 115 h 1951"/>
                <a:gd name="T12" fmla="*/ 1265 w 1379"/>
                <a:gd name="T13" fmla="*/ 0 h 1951"/>
              </a:gdLst>
              <a:ahLst/>
              <a:cxnLst>
                <a:cxn ang="0">
                  <a:pos x="T0" y="T1"/>
                </a:cxn>
                <a:cxn ang="0">
                  <a:pos x="T2" y="T3"/>
                </a:cxn>
                <a:cxn ang="0">
                  <a:pos x="T4" y="T5"/>
                </a:cxn>
                <a:cxn ang="0">
                  <a:pos x="T6" y="T7"/>
                </a:cxn>
                <a:cxn ang="0">
                  <a:pos x="T8" y="T9"/>
                </a:cxn>
                <a:cxn ang="0">
                  <a:pos x="T10" y="T11"/>
                </a:cxn>
                <a:cxn ang="0">
                  <a:pos x="T12" y="T13"/>
                </a:cxn>
              </a:cxnLst>
              <a:rect l="0" t="0" r="r" b="b"/>
              <a:pathLst>
                <a:path w="1379" h="1951">
                  <a:moveTo>
                    <a:pt x="1265" y="0"/>
                  </a:moveTo>
                  <a:lnTo>
                    <a:pt x="0" y="0"/>
                  </a:lnTo>
                  <a:lnTo>
                    <a:pt x="0" y="1951"/>
                  </a:lnTo>
                  <a:lnTo>
                    <a:pt x="1265" y="1951"/>
                  </a:lnTo>
                  <a:cubicBezTo>
                    <a:pt x="1328" y="1951"/>
                    <a:pt x="1379" y="1900"/>
                    <a:pt x="1379" y="1837"/>
                  </a:cubicBezTo>
                  <a:lnTo>
                    <a:pt x="1379" y="115"/>
                  </a:lnTo>
                  <a:cubicBezTo>
                    <a:pt x="1379" y="51"/>
                    <a:pt x="1328" y="0"/>
                    <a:pt x="1265" y="0"/>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3" name="Freeform 1071">
              <a:extLst>
                <a:ext uri="{FF2B5EF4-FFF2-40B4-BE49-F238E27FC236}">
                  <a16:creationId xmlns:a16="http://schemas.microsoft.com/office/drawing/2014/main" id="{784EADF5-AB29-88AD-579E-748816B0318A}"/>
                </a:ext>
              </a:extLst>
            </p:cNvPr>
            <p:cNvSpPr>
              <a:spLocks/>
            </p:cNvSpPr>
            <p:nvPr/>
          </p:nvSpPr>
          <p:spPr bwMode="auto">
            <a:xfrm>
              <a:off x="9867128" y="3302680"/>
              <a:ext cx="301348" cy="146026"/>
            </a:xfrm>
            <a:custGeom>
              <a:avLst/>
              <a:gdLst>
                <a:gd name="T0" fmla="*/ 551 w 551"/>
                <a:gd name="T1" fmla="*/ 267 h 267"/>
                <a:gd name="T2" fmla="*/ 0 w 551"/>
                <a:gd name="T3" fmla="*/ 267 h 267"/>
                <a:gd name="T4" fmla="*/ 92 w 551"/>
                <a:gd name="T5" fmla="*/ 0 h 267"/>
                <a:gd name="T6" fmla="*/ 459 w 551"/>
                <a:gd name="T7" fmla="*/ 0 h 267"/>
                <a:gd name="T8" fmla="*/ 551 w 551"/>
                <a:gd name="T9" fmla="*/ 267 h 267"/>
              </a:gdLst>
              <a:ahLst/>
              <a:cxnLst>
                <a:cxn ang="0">
                  <a:pos x="T0" y="T1"/>
                </a:cxn>
                <a:cxn ang="0">
                  <a:pos x="T2" y="T3"/>
                </a:cxn>
                <a:cxn ang="0">
                  <a:pos x="T4" y="T5"/>
                </a:cxn>
                <a:cxn ang="0">
                  <a:pos x="T6" y="T7"/>
                </a:cxn>
                <a:cxn ang="0">
                  <a:pos x="T8" y="T9"/>
                </a:cxn>
              </a:cxnLst>
              <a:rect l="0" t="0" r="r" b="b"/>
              <a:pathLst>
                <a:path w="551" h="267">
                  <a:moveTo>
                    <a:pt x="551" y="267"/>
                  </a:moveTo>
                  <a:lnTo>
                    <a:pt x="0" y="267"/>
                  </a:lnTo>
                  <a:lnTo>
                    <a:pt x="92" y="0"/>
                  </a:lnTo>
                  <a:lnTo>
                    <a:pt x="459" y="0"/>
                  </a:lnTo>
                  <a:lnTo>
                    <a:pt x="551" y="267"/>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4" name="Freeform 1072">
              <a:extLst>
                <a:ext uri="{FF2B5EF4-FFF2-40B4-BE49-F238E27FC236}">
                  <a16:creationId xmlns:a16="http://schemas.microsoft.com/office/drawing/2014/main" id="{4CDF4FEF-7694-3D31-20DD-FF35749459B4}"/>
                </a:ext>
              </a:extLst>
            </p:cNvPr>
            <p:cNvSpPr>
              <a:spLocks/>
            </p:cNvSpPr>
            <p:nvPr/>
          </p:nvSpPr>
          <p:spPr bwMode="auto">
            <a:xfrm>
              <a:off x="10018075" y="3302680"/>
              <a:ext cx="150401" cy="146026"/>
            </a:xfrm>
            <a:custGeom>
              <a:avLst/>
              <a:gdLst>
                <a:gd name="T0" fmla="*/ 183 w 275"/>
                <a:gd name="T1" fmla="*/ 0 h 267"/>
                <a:gd name="T2" fmla="*/ 0 w 275"/>
                <a:gd name="T3" fmla="*/ 0 h 267"/>
                <a:gd name="T4" fmla="*/ 0 w 275"/>
                <a:gd name="T5" fmla="*/ 267 h 267"/>
                <a:gd name="T6" fmla="*/ 275 w 275"/>
                <a:gd name="T7" fmla="*/ 267 h 267"/>
                <a:gd name="T8" fmla="*/ 183 w 275"/>
                <a:gd name="T9" fmla="*/ 0 h 267"/>
              </a:gdLst>
              <a:ahLst/>
              <a:cxnLst>
                <a:cxn ang="0">
                  <a:pos x="T0" y="T1"/>
                </a:cxn>
                <a:cxn ang="0">
                  <a:pos x="T2" y="T3"/>
                </a:cxn>
                <a:cxn ang="0">
                  <a:pos x="T4" y="T5"/>
                </a:cxn>
                <a:cxn ang="0">
                  <a:pos x="T6" y="T7"/>
                </a:cxn>
                <a:cxn ang="0">
                  <a:pos x="T8" y="T9"/>
                </a:cxn>
              </a:cxnLst>
              <a:rect l="0" t="0" r="r" b="b"/>
              <a:pathLst>
                <a:path w="275" h="267">
                  <a:moveTo>
                    <a:pt x="183" y="0"/>
                  </a:moveTo>
                  <a:lnTo>
                    <a:pt x="0" y="0"/>
                  </a:lnTo>
                  <a:lnTo>
                    <a:pt x="0" y="267"/>
                  </a:lnTo>
                  <a:lnTo>
                    <a:pt x="275" y="267"/>
                  </a:lnTo>
                  <a:lnTo>
                    <a:pt x="183" y="0"/>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5" name="Freeform 1073">
              <a:extLst>
                <a:ext uri="{FF2B5EF4-FFF2-40B4-BE49-F238E27FC236}">
                  <a16:creationId xmlns:a16="http://schemas.microsoft.com/office/drawing/2014/main" id="{E003D826-08A1-A76A-4BF2-09D7BBA9B40D}"/>
                </a:ext>
              </a:extLst>
            </p:cNvPr>
            <p:cNvSpPr>
              <a:spLocks/>
            </p:cNvSpPr>
            <p:nvPr/>
          </p:nvSpPr>
          <p:spPr bwMode="auto">
            <a:xfrm>
              <a:off x="9747354" y="3422454"/>
              <a:ext cx="540895" cy="36096"/>
            </a:xfrm>
            <a:custGeom>
              <a:avLst/>
              <a:gdLst>
                <a:gd name="T0" fmla="*/ 1608 w 1722"/>
                <a:gd name="T1" fmla="*/ 0 h 115"/>
                <a:gd name="T2" fmla="*/ 114 w 1722"/>
                <a:gd name="T3" fmla="*/ 0 h 115"/>
                <a:gd name="T4" fmla="*/ 0 w 1722"/>
                <a:gd name="T5" fmla="*/ 115 h 115"/>
                <a:gd name="T6" fmla="*/ 1722 w 1722"/>
                <a:gd name="T7" fmla="*/ 115 h 115"/>
                <a:gd name="T8" fmla="*/ 1608 w 1722"/>
                <a:gd name="T9" fmla="*/ 0 h 115"/>
              </a:gdLst>
              <a:ahLst/>
              <a:cxnLst>
                <a:cxn ang="0">
                  <a:pos x="T0" y="T1"/>
                </a:cxn>
                <a:cxn ang="0">
                  <a:pos x="T2" y="T3"/>
                </a:cxn>
                <a:cxn ang="0">
                  <a:pos x="T4" y="T5"/>
                </a:cxn>
                <a:cxn ang="0">
                  <a:pos x="T6" y="T7"/>
                </a:cxn>
                <a:cxn ang="0">
                  <a:pos x="T8" y="T9"/>
                </a:cxn>
              </a:cxnLst>
              <a:rect l="0" t="0" r="r" b="b"/>
              <a:pathLst>
                <a:path w="1722" h="115">
                  <a:moveTo>
                    <a:pt x="1608" y="0"/>
                  </a:moveTo>
                  <a:lnTo>
                    <a:pt x="114" y="0"/>
                  </a:lnTo>
                  <a:cubicBezTo>
                    <a:pt x="51" y="0"/>
                    <a:pt x="0" y="51"/>
                    <a:pt x="0" y="115"/>
                  </a:cubicBezTo>
                  <a:lnTo>
                    <a:pt x="1722" y="115"/>
                  </a:lnTo>
                  <a:cubicBezTo>
                    <a:pt x="1722" y="51"/>
                    <a:pt x="1671" y="0"/>
                    <a:pt x="1608" y="0"/>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6" name="Freeform 1074">
              <a:extLst>
                <a:ext uri="{FF2B5EF4-FFF2-40B4-BE49-F238E27FC236}">
                  <a16:creationId xmlns:a16="http://schemas.microsoft.com/office/drawing/2014/main" id="{B1BEA0ED-1BA8-9E8D-9DD3-BF6AE100AD6B}"/>
                </a:ext>
              </a:extLst>
            </p:cNvPr>
            <p:cNvSpPr>
              <a:spLocks/>
            </p:cNvSpPr>
            <p:nvPr/>
          </p:nvSpPr>
          <p:spPr bwMode="auto">
            <a:xfrm>
              <a:off x="10018075" y="3422454"/>
              <a:ext cx="270174" cy="36096"/>
            </a:xfrm>
            <a:custGeom>
              <a:avLst/>
              <a:gdLst>
                <a:gd name="T0" fmla="*/ 747 w 861"/>
                <a:gd name="T1" fmla="*/ 0 h 115"/>
                <a:gd name="T2" fmla="*/ 0 w 861"/>
                <a:gd name="T3" fmla="*/ 0 h 115"/>
                <a:gd name="T4" fmla="*/ 0 w 861"/>
                <a:gd name="T5" fmla="*/ 115 h 115"/>
                <a:gd name="T6" fmla="*/ 861 w 861"/>
                <a:gd name="T7" fmla="*/ 115 h 115"/>
                <a:gd name="T8" fmla="*/ 747 w 861"/>
                <a:gd name="T9" fmla="*/ 0 h 115"/>
              </a:gdLst>
              <a:ahLst/>
              <a:cxnLst>
                <a:cxn ang="0">
                  <a:pos x="T0" y="T1"/>
                </a:cxn>
                <a:cxn ang="0">
                  <a:pos x="T2" y="T3"/>
                </a:cxn>
                <a:cxn ang="0">
                  <a:pos x="T4" y="T5"/>
                </a:cxn>
                <a:cxn ang="0">
                  <a:pos x="T6" y="T7"/>
                </a:cxn>
                <a:cxn ang="0">
                  <a:pos x="T8" y="T9"/>
                </a:cxn>
              </a:cxnLst>
              <a:rect l="0" t="0" r="r" b="b"/>
              <a:pathLst>
                <a:path w="861" h="115">
                  <a:moveTo>
                    <a:pt x="747" y="0"/>
                  </a:moveTo>
                  <a:lnTo>
                    <a:pt x="0" y="0"/>
                  </a:lnTo>
                  <a:lnTo>
                    <a:pt x="0" y="115"/>
                  </a:lnTo>
                  <a:lnTo>
                    <a:pt x="861" y="115"/>
                  </a:lnTo>
                  <a:cubicBezTo>
                    <a:pt x="861" y="51"/>
                    <a:pt x="810" y="0"/>
                    <a:pt x="747" y="0"/>
                  </a:cubicBezTo>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37" name="Freeform 1075">
              <a:extLst>
                <a:ext uri="{FF2B5EF4-FFF2-40B4-BE49-F238E27FC236}">
                  <a16:creationId xmlns:a16="http://schemas.microsoft.com/office/drawing/2014/main" id="{42408207-785D-D876-6878-C8632F19A589}"/>
                </a:ext>
              </a:extLst>
            </p:cNvPr>
            <p:cNvSpPr>
              <a:spLocks/>
            </p:cNvSpPr>
            <p:nvPr/>
          </p:nvSpPr>
          <p:spPr bwMode="auto">
            <a:xfrm>
              <a:off x="9584374" y="3221190"/>
              <a:ext cx="866855" cy="112117"/>
            </a:xfrm>
            <a:custGeom>
              <a:avLst/>
              <a:gdLst>
                <a:gd name="T0" fmla="*/ 0 w 2758"/>
                <a:gd name="T1" fmla="*/ 0 h 358"/>
                <a:gd name="T2" fmla="*/ 0 w 2758"/>
                <a:gd name="T3" fmla="*/ 244 h 358"/>
                <a:gd name="T4" fmla="*/ 114 w 2758"/>
                <a:gd name="T5" fmla="*/ 358 h 358"/>
                <a:gd name="T6" fmla="*/ 2644 w 2758"/>
                <a:gd name="T7" fmla="*/ 358 h 358"/>
                <a:gd name="T8" fmla="*/ 2758 w 2758"/>
                <a:gd name="T9" fmla="*/ 244 h 358"/>
                <a:gd name="T10" fmla="*/ 2758 w 2758"/>
                <a:gd name="T11" fmla="*/ 0 h 358"/>
                <a:gd name="T12" fmla="*/ 0 w 2758"/>
                <a:gd name="T13" fmla="*/ 0 h 358"/>
              </a:gdLst>
              <a:ahLst/>
              <a:cxnLst>
                <a:cxn ang="0">
                  <a:pos x="T0" y="T1"/>
                </a:cxn>
                <a:cxn ang="0">
                  <a:pos x="T2" y="T3"/>
                </a:cxn>
                <a:cxn ang="0">
                  <a:pos x="T4" y="T5"/>
                </a:cxn>
                <a:cxn ang="0">
                  <a:pos x="T6" y="T7"/>
                </a:cxn>
                <a:cxn ang="0">
                  <a:pos x="T8" y="T9"/>
                </a:cxn>
                <a:cxn ang="0">
                  <a:pos x="T10" y="T11"/>
                </a:cxn>
                <a:cxn ang="0">
                  <a:pos x="T12" y="T13"/>
                </a:cxn>
              </a:cxnLst>
              <a:rect l="0" t="0" r="r" b="b"/>
              <a:pathLst>
                <a:path w="2758" h="358">
                  <a:moveTo>
                    <a:pt x="0" y="0"/>
                  </a:moveTo>
                  <a:lnTo>
                    <a:pt x="0" y="244"/>
                  </a:lnTo>
                  <a:cubicBezTo>
                    <a:pt x="0" y="307"/>
                    <a:pt x="51" y="358"/>
                    <a:pt x="114" y="358"/>
                  </a:cubicBezTo>
                  <a:lnTo>
                    <a:pt x="2644" y="358"/>
                  </a:lnTo>
                  <a:cubicBezTo>
                    <a:pt x="2707" y="358"/>
                    <a:pt x="2758" y="307"/>
                    <a:pt x="2758" y="244"/>
                  </a:cubicBezTo>
                  <a:lnTo>
                    <a:pt x="2758" y="0"/>
                  </a:lnTo>
                  <a:lnTo>
                    <a:pt x="0" y="0"/>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0" name="Freeform 1076">
              <a:extLst>
                <a:ext uri="{FF2B5EF4-FFF2-40B4-BE49-F238E27FC236}">
                  <a16:creationId xmlns:a16="http://schemas.microsoft.com/office/drawing/2014/main" id="{F883FA0A-D343-59AD-EAA5-26AE9C9C49AE}"/>
                </a:ext>
              </a:extLst>
            </p:cNvPr>
            <p:cNvSpPr>
              <a:spLocks/>
            </p:cNvSpPr>
            <p:nvPr/>
          </p:nvSpPr>
          <p:spPr bwMode="auto">
            <a:xfrm>
              <a:off x="9895568" y="3262756"/>
              <a:ext cx="244470" cy="28987"/>
            </a:xfrm>
            <a:custGeom>
              <a:avLst/>
              <a:gdLst>
                <a:gd name="T0" fmla="*/ 732 w 778"/>
                <a:gd name="T1" fmla="*/ 92 h 92"/>
                <a:gd name="T2" fmla="*/ 46 w 778"/>
                <a:gd name="T3" fmla="*/ 92 h 92"/>
                <a:gd name="T4" fmla="*/ 0 w 778"/>
                <a:gd name="T5" fmla="*/ 46 h 92"/>
                <a:gd name="T6" fmla="*/ 46 w 778"/>
                <a:gd name="T7" fmla="*/ 0 h 92"/>
                <a:gd name="T8" fmla="*/ 732 w 778"/>
                <a:gd name="T9" fmla="*/ 0 h 92"/>
                <a:gd name="T10" fmla="*/ 778 w 778"/>
                <a:gd name="T11" fmla="*/ 46 h 92"/>
                <a:gd name="T12" fmla="*/ 732 w 778"/>
                <a:gd name="T13" fmla="*/ 92 h 92"/>
              </a:gdLst>
              <a:ahLst/>
              <a:cxnLst>
                <a:cxn ang="0">
                  <a:pos x="T0" y="T1"/>
                </a:cxn>
                <a:cxn ang="0">
                  <a:pos x="T2" y="T3"/>
                </a:cxn>
                <a:cxn ang="0">
                  <a:pos x="T4" y="T5"/>
                </a:cxn>
                <a:cxn ang="0">
                  <a:pos x="T6" y="T7"/>
                </a:cxn>
                <a:cxn ang="0">
                  <a:pos x="T8" y="T9"/>
                </a:cxn>
                <a:cxn ang="0">
                  <a:pos x="T10" y="T11"/>
                </a:cxn>
                <a:cxn ang="0">
                  <a:pos x="T12" y="T13"/>
                </a:cxn>
              </a:cxnLst>
              <a:rect l="0" t="0" r="r" b="b"/>
              <a:pathLst>
                <a:path w="778" h="92">
                  <a:moveTo>
                    <a:pt x="732" y="92"/>
                  </a:moveTo>
                  <a:lnTo>
                    <a:pt x="46" y="92"/>
                  </a:lnTo>
                  <a:cubicBezTo>
                    <a:pt x="21" y="92"/>
                    <a:pt x="0" y="71"/>
                    <a:pt x="0" y="46"/>
                  </a:cubicBezTo>
                  <a:cubicBezTo>
                    <a:pt x="0" y="21"/>
                    <a:pt x="21" y="0"/>
                    <a:pt x="46" y="0"/>
                  </a:cubicBezTo>
                  <a:lnTo>
                    <a:pt x="732" y="0"/>
                  </a:lnTo>
                  <a:cubicBezTo>
                    <a:pt x="757" y="0"/>
                    <a:pt x="778" y="21"/>
                    <a:pt x="778" y="46"/>
                  </a:cubicBezTo>
                  <a:cubicBezTo>
                    <a:pt x="778" y="71"/>
                    <a:pt x="757" y="92"/>
                    <a:pt x="732" y="92"/>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2" name="Rectangle 41">
              <a:extLst>
                <a:ext uri="{FF2B5EF4-FFF2-40B4-BE49-F238E27FC236}">
                  <a16:creationId xmlns:a16="http://schemas.microsoft.com/office/drawing/2014/main" id="{30669864-940E-85E4-F34A-79CFD4E430DF}"/>
                </a:ext>
              </a:extLst>
            </p:cNvPr>
            <p:cNvSpPr>
              <a:spLocks noChangeArrowheads="1"/>
            </p:cNvSpPr>
            <p:nvPr/>
          </p:nvSpPr>
          <p:spPr bwMode="auto">
            <a:xfrm>
              <a:off x="9620471" y="2756316"/>
              <a:ext cx="794662" cy="42877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3" name="Rectangle 42">
              <a:extLst>
                <a:ext uri="{FF2B5EF4-FFF2-40B4-BE49-F238E27FC236}">
                  <a16:creationId xmlns:a16="http://schemas.microsoft.com/office/drawing/2014/main" id="{7BF7038F-7644-7B5A-4A3E-AF8B690CBF13}"/>
                </a:ext>
              </a:extLst>
            </p:cNvPr>
            <p:cNvSpPr>
              <a:spLocks noChangeArrowheads="1"/>
            </p:cNvSpPr>
            <p:nvPr/>
          </p:nvSpPr>
          <p:spPr bwMode="auto">
            <a:xfrm>
              <a:off x="9620471" y="2756316"/>
              <a:ext cx="794662" cy="25158"/>
            </a:xfrm>
            <a:prstGeom prst="rect">
              <a:avLst/>
            </a:prstGeom>
            <a:solidFill>
              <a:srgbClr val="E6E6E6"/>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4" name="Rectangle 43">
              <a:extLst>
                <a:ext uri="{FF2B5EF4-FFF2-40B4-BE49-F238E27FC236}">
                  <a16:creationId xmlns:a16="http://schemas.microsoft.com/office/drawing/2014/main" id="{721390FB-A14F-27C8-EDF1-F7586F8485CA}"/>
                </a:ext>
              </a:extLst>
            </p:cNvPr>
            <p:cNvSpPr>
              <a:spLocks noChangeArrowheads="1"/>
            </p:cNvSpPr>
            <p:nvPr/>
          </p:nvSpPr>
          <p:spPr bwMode="auto">
            <a:xfrm>
              <a:off x="9673522" y="3076575"/>
              <a:ext cx="199076" cy="109067"/>
            </a:xfrm>
            <a:prstGeom prst="rect">
              <a:avLst/>
            </a:prstGeom>
            <a:solidFill>
              <a:srgbClr val="E6E6E6"/>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5" name="Rectangle 44">
              <a:extLst>
                <a:ext uri="{FF2B5EF4-FFF2-40B4-BE49-F238E27FC236}">
                  <a16:creationId xmlns:a16="http://schemas.microsoft.com/office/drawing/2014/main" id="{E538BFA8-6F3F-9EC8-10DB-635D13813095}"/>
                </a:ext>
              </a:extLst>
            </p:cNvPr>
            <p:cNvSpPr>
              <a:spLocks noChangeArrowheads="1"/>
            </p:cNvSpPr>
            <p:nvPr/>
          </p:nvSpPr>
          <p:spPr bwMode="auto">
            <a:xfrm>
              <a:off x="10163554" y="3076575"/>
              <a:ext cx="198529" cy="109067"/>
            </a:xfrm>
            <a:prstGeom prst="rect">
              <a:avLst/>
            </a:prstGeom>
            <a:solidFill>
              <a:srgbClr val="E6E6E6"/>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6" name="Rectangle 45">
              <a:extLst>
                <a:ext uri="{FF2B5EF4-FFF2-40B4-BE49-F238E27FC236}">
                  <a16:creationId xmlns:a16="http://schemas.microsoft.com/office/drawing/2014/main" id="{97F17F05-CE96-D0D3-4BBD-0C616E6F68E3}"/>
                </a:ext>
              </a:extLst>
            </p:cNvPr>
            <p:cNvSpPr>
              <a:spLocks noChangeArrowheads="1"/>
            </p:cNvSpPr>
            <p:nvPr/>
          </p:nvSpPr>
          <p:spPr bwMode="auto">
            <a:xfrm>
              <a:off x="9917990" y="3076575"/>
              <a:ext cx="199623" cy="109067"/>
            </a:xfrm>
            <a:prstGeom prst="rect">
              <a:avLst/>
            </a:prstGeom>
            <a:solidFill>
              <a:srgbClr val="E6E6E6"/>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7" name="Rectangle 46">
              <a:extLst>
                <a:ext uri="{FF2B5EF4-FFF2-40B4-BE49-F238E27FC236}">
                  <a16:creationId xmlns:a16="http://schemas.microsoft.com/office/drawing/2014/main" id="{7E9B5B48-C0CE-5E5E-D90B-446BB1810BEF}"/>
                </a:ext>
              </a:extLst>
            </p:cNvPr>
            <p:cNvSpPr>
              <a:spLocks noChangeArrowheads="1"/>
            </p:cNvSpPr>
            <p:nvPr/>
          </p:nvSpPr>
          <p:spPr bwMode="auto">
            <a:xfrm>
              <a:off x="9697586" y="3102453"/>
              <a:ext cx="113758" cy="10938"/>
            </a:xfrm>
            <a:prstGeom prst="rect">
              <a:avLst/>
            </a:prstGeom>
            <a:solidFill>
              <a:srgbClr val="B3B3B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49" name="Rectangle 48">
              <a:extLst>
                <a:ext uri="{FF2B5EF4-FFF2-40B4-BE49-F238E27FC236}">
                  <a16:creationId xmlns:a16="http://schemas.microsoft.com/office/drawing/2014/main" id="{F01848FF-43AB-6CB1-0DF5-4608F843A071}"/>
                </a:ext>
              </a:extLst>
            </p:cNvPr>
            <p:cNvSpPr>
              <a:spLocks noChangeArrowheads="1"/>
            </p:cNvSpPr>
            <p:nvPr/>
          </p:nvSpPr>
          <p:spPr bwMode="auto">
            <a:xfrm>
              <a:off x="9697586" y="3130892"/>
              <a:ext cx="150401" cy="10392"/>
            </a:xfrm>
            <a:prstGeom prst="rect">
              <a:avLst/>
            </a:prstGeom>
            <a:solidFill>
              <a:srgbClr val="B3B3B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0" name="Rectangle 49">
              <a:extLst>
                <a:ext uri="{FF2B5EF4-FFF2-40B4-BE49-F238E27FC236}">
                  <a16:creationId xmlns:a16="http://schemas.microsoft.com/office/drawing/2014/main" id="{2DAEDD52-656A-4B65-A2A4-29C09770AEFC}"/>
                </a:ext>
              </a:extLst>
            </p:cNvPr>
            <p:cNvSpPr>
              <a:spLocks noChangeArrowheads="1"/>
            </p:cNvSpPr>
            <p:nvPr/>
          </p:nvSpPr>
          <p:spPr bwMode="auto">
            <a:xfrm>
              <a:off x="9697586" y="3159878"/>
              <a:ext cx="150401" cy="10392"/>
            </a:xfrm>
            <a:prstGeom prst="rect">
              <a:avLst/>
            </a:prstGeom>
            <a:solidFill>
              <a:srgbClr val="B3B3B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1" name="Rectangle 50">
              <a:extLst>
                <a:ext uri="{FF2B5EF4-FFF2-40B4-BE49-F238E27FC236}">
                  <a16:creationId xmlns:a16="http://schemas.microsoft.com/office/drawing/2014/main" id="{65B69134-8DD8-FDBC-F513-17B25ACA92C9}"/>
                </a:ext>
              </a:extLst>
            </p:cNvPr>
            <p:cNvSpPr>
              <a:spLocks noChangeArrowheads="1"/>
            </p:cNvSpPr>
            <p:nvPr/>
          </p:nvSpPr>
          <p:spPr bwMode="auto">
            <a:xfrm>
              <a:off x="9673522" y="2813195"/>
              <a:ext cx="688562" cy="244330"/>
            </a:xfrm>
            <a:prstGeom prst="rect">
              <a:avLst/>
            </a:prstGeom>
            <a:solidFill>
              <a:srgbClr val="E6E6E6"/>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2" name="Rectangle 51">
              <a:extLst>
                <a:ext uri="{FF2B5EF4-FFF2-40B4-BE49-F238E27FC236}">
                  <a16:creationId xmlns:a16="http://schemas.microsoft.com/office/drawing/2014/main" id="{233B0BB8-FE51-A2BD-9D7F-BF40F0569C8A}"/>
                </a:ext>
              </a:extLst>
            </p:cNvPr>
            <p:cNvSpPr>
              <a:spLocks noChangeArrowheads="1"/>
            </p:cNvSpPr>
            <p:nvPr/>
          </p:nvSpPr>
          <p:spPr bwMode="auto">
            <a:xfrm>
              <a:off x="10078236" y="2841634"/>
              <a:ext cx="169543" cy="10392"/>
            </a:xfrm>
            <a:prstGeom prst="rect">
              <a:avLst/>
            </a:prstGeom>
            <a:solidFill>
              <a:srgbClr val="B3B3B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3" name="Rectangle 52">
              <a:extLst>
                <a:ext uri="{FF2B5EF4-FFF2-40B4-BE49-F238E27FC236}">
                  <a16:creationId xmlns:a16="http://schemas.microsoft.com/office/drawing/2014/main" id="{8F891EBF-3DC3-011D-5AAA-9151CC1B4B4B}"/>
                </a:ext>
              </a:extLst>
            </p:cNvPr>
            <p:cNvSpPr>
              <a:spLocks noChangeArrowheads="1"/>
            </p:cNvSpPr>
            <p:nvPr/>
          </p:nvSpPr>
          <p:spPr bwMode="auto">
            <a:xfrm>
              <a:off x="10078236" y="2867886"/>
              <a:ext cx="236266" cy="10392"/>
            </a:xfrm>
            <a:prstGeom prst="rect">
              <a:avLst/>
            </a:prstGeom>
            <a:solidFill>
              <a:srgbClr val="B3B3B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4" name="Rectangle 53">
              <a:extLst>
                <a:ext uri="{FF2B5EF4-FFF2-40B4-BE49-F238E27FC236}">
                  <a16:creationId xmlns:a16="http://schemas.microsoft.com/office/drawing/2014/main" id="{29859D43-140D-053E-E0D3-37BE796156E4}"/>
                </a:ext>
              </a:extLst>
            </p:cNvPr>
            <p:cNvSpPr>
              <a:spLocks noChangeArrowheads="1"/>
            </p:cNvSpPr>
            <p:nvPr/>
          </p:nvSpPr>
          <p:spPr bwMode="auto">
            <a:xfrm>
              <a:off x="10078236" y="2894138"/>
              <a:ext cx="236266" cy="10392"/>
            </a:xfrm>
            <a:prstGeom prst="rect">
              <a:avLst/>
            </a:prstGeom>
            <a:solidFill>
              <a:srgbClr val="B3B3B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5" name="Rectangle 54">
              <a:extLst>
                <a:ext uri="{FF2B5EF4-FFF2-40B4-BE49-F238E27FC236}">
                  <a16:creationId xmlns:a16="http://schemas.microsoft.com/office/drawing/2014/main" id="{C66C14CB-53A3-4373-366E-74CE55625CF0}"/>
                </a:ext>
              </a:extLst>
            </p:cNvPr>
            <p:cNvSpPr>
              <a:spLocks noChangeArrowheads="1"/>
            </p:cNvSpPr>
            <p:nvPr/>
          </p:nvSpPr>
          <p:spPr bwMode="auto">
            <a:xfrm>
              <a:off x="10078236" y="2920389"/>
              <a:ext cx="236266" cy="10392"/>
            </a:xfrm>
            <a:prstGeom prst="rect">
              <a:avLst/>
            </a:prstGeom>
            <a:solidFill>
              <a:srgbClr val="B3B3B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sp>
          <p:nvSpPr>
            <p:cNvPr id="56" name="Rectangle 55">
              <a:extLst>
                <a:ext uri="{FF2B5EF4-FFF2-40B4-BE49-F238E27FC236}">
                  <a16:creationId xmlns:a16="http://schemas.microsoft.com/office/drawing/2014/main" id="{CAE2C551-188F-55F4-2922-32CF6C295512}"/>
                </a:ext>
              </a:extLst>
            </p:cNvPr>
            <p:cNvSpPr>
              <a:spLocks noChangeArrowheads="1"/>
            </p:cNvSpPr>
            <p:nvPr/>
          </p:nvSpPr>
          <p:spPr bwMode="auto">
            <a:xfrm>
              <a:off x="10078236" y="2946641"/>
              <a:ext cx="236266" cy="10392"/>
            </a:xfrm>
            <a:prstGeom prst="rect">
              <a:avLst/>
            </a:prstGeom>
            <a:solidFill>
              <a:srgbClr val="B3B3B3"/>
            </a:solidFill>
            <a:ln>
              <a:noFill/>
            </a:ln>
          </p:spPr>
          <p:txBody>
            <a:bodyPr vert="horz" wrap="square" lIns="91440" tIns="45720" rIns="91440" bIns="45720" numCol="1"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a:ea typeface="+mn-ea"/>
                <a:cs typeface="+mn-cs"/>
              </a:endParaRPr>
            </a:p>
          </p:txBody>
        </p:sp>
        <p:grpSp>
          <p:nvGrpSpPr>
            <p:cNvPr id="57" name="Group 56">
              <a:extLst>
                <a:ext uri="{FF2B5EF4-FFF2-40B4-BE49-F238E27FC236}">
                  <a16:creationId xmlns:a16="http://schemas.microsoft.com/office/drawing/2014/main" id="{17123F85-5771-05AB-FA3F-F7EB9CE4BE53}"/>
                </a:ext>
              </a:extLst>
            </p:cNvPr>
            <p:cNvGrpSpPr/>
            <p:nvPr/>
          </p:nvGrpSpPr>
          <p:grpSpPr>
            <a:xfrm>
              <a:off x="10245019" y="2939759"/>
              <a:ext cx="446213" cy="514895"/>
              <a:chOff x="10687008" y="3029144"/>
              <a:chExt cx="400092" cy="461674"/>
            </a:xfrm>
          </p:grpSpPr>
          <p:sp>
            <p:nvSpPr>
              <p:cNvPr id="457" name="Freeform: Shape 456">
                <a:extLst>
                  <a:ext uri="{FF2B5EF4-FFF2-40B4-BE49-F238E27FC236}">
                    <a16:creationId xmlns:a16="http://schemas.microsoft.com/office/drawing/2014/main" id="{32B58CD1-8156-96EE-049E-9C2D893791C9}"/>
                  </a:ext>
                </a:extLst>
              </p:cNvPr>
              <p:cNvSpPr/>
              <p:nvPr/>
            </p:nvSpPr>
            <p:spPr>
              <a:xfrm>
                <a:off x="10884837" y="3258053"/>
                <a:ext cx="84667" cy="109716"/>
              </a:xfrm>
              <a:custGeom>
                <a:avLst/>
                <a:gdLst>
                  <a:gd name="csX0" fmla="*/ 113776 w 115598"/>
                  <a:gd name="csY0" fmla="*/ 101151 h 149797"/>
                  <a:gd name="csX1" fmla="*/ 87494 w 115598"/>
                  <a:gd name="csY1" fmla="*/ 148991 h 149797"/>
                  <a:gd name="csX2" fmla="*/ -1823 w 115598"/>
                  <a:gd name="csY2" fmla="*/ 36858 h 149797"/>
                  <a:gd name="csX3" fmla="*/ 32565 w 115598"/>
                  <a:gd name="csY3" fmla="*/ -807 h 149797"/>
                  <a:gd name="csX4" fmla="*/ 113776 w 115598"/>
                  <a:gd name="csY4" fmla="*/ 101151 h 149797"/>
                </a:gdLst>
                <a:ahLst/>
                <a:cxnLst>
                  <a:cxn ang="0">
                    <a:pos x="csX0" y="csY0"/>
                  </a:cxn>
                  <a:cxn ang="0">
                    <a:pos x="csX1" y="csY1"/>
                  </a:cxn>
                  <a:cxn ang="0">
                    <a:pos x="csX2" y="csY2"/>
                  </a:cxn>
                  <a:cxn ang="0">
                    <a:pos x="csX3" y="csY3"/>
                  </a:cxn>
                  <a:cxn ang="0">
                    <a:pos x="csX4" y="csY4"/>
                  </a:cxn>
                </a:cxnLst>
                <a:rect l="l" t="t" r="r" b="b"/>
                <a:pathLst>
                  <a:path w="115598" h="149797">
                    <a:moveTo>
                      <a:pt x="113776" y="101151"/>
                    </a:moveTo>
                    <a:lnTo>
                      <a:pt x="87494" y="148991"/>
                    </a:lnTo>
                    <a:lnTo>
                      <a:pt x="-1823" y="36858"/>
                    </a:lnTo>
                    <a:lnTo>
                      <a:pt x="32565" y="-807"/>
                    </a:lnTo>
                    <a:lnTo>
                      <a:pt x="113776" y="101151"/>
                    </a:lnTo>
                    <a:close/>
                  </a:path>
                </a:pathLst>
              </a:custGeom>
              <a:solidFill>
                <a:srgbClr val="FFFFFF"/>
              </a:solidFill>
              <a:ln w="1711"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58" name="Freeform: Shape 457">
                <a:extLst>
                  <a:ext uri="{FF2B5EF4-FFF2-40B4-BE49-F238E27FC236}">
                    <a16:creationId xmlns:a16="http://schemas.microsoft.com/office/drawing/2014/main" id="{2B490D3B-D75A-CE9E-9561-A342B0D4B634}"/>
                  </a:ext>
                </a:extLst>
              </p:cNvPr>
              <p:cNvSpPr/>
              <p:nvPr/>
            </p:nvSpPr>
            <p:spPr>
              <a:xfrm>
                <a:off x="10884837" y="3258053"/>
                <a:ext cx="84667" cy="109716"/>
              </a:xfrm>
              <a:custGeom>
                <a:avLst/>
                <a:gdLst>
                  <a:gd name="csX0" fmla="*/ 113776 w 115598"/>
                  <a:gd name="csY0" fmla="*/ 101151 h 149797"/>
                  <a:gd name="csX1" fmla="*/ 87494 w 115598"/>
                  <a:gd name="csY1" fmla="*/ 148991 h 149797"/>
                  <a:gd name="csX2" fmla="*/ -1823 w 115598"/>
                  <a:gd name="csY2" fmla="*/ 36858 h 149797"/>
                  <a:gd name="csX3" fmla="*/ 32565 w 115598"/>
                  <a:gd name="csY3" fmla="*/ -807 h 149797"/>
                  <a:gd name="csX4" fmla="*/ 113776 w 115598"/>
                  <a:gd name="csY4" fmla="*/ 101151 h 149797"/>
                </a:gdLst>
                <a:ahLst/>
                <a:cxnLst>
                  <a:cxn ang="0">
                    <a:pos x="csX0" y="csY0"/>
                  </a:cxn>
                  <a:cxn ang="0">
                    <a:pos x="csX1" y="csY1"/>
                  </a:cxn>
                  <a:cxn ang="0">
                    <a:pos x="csX2" y="csY2"/>
                  </a:cxn>
                  <a:cxn ang="0">
                    <a:pos x="csX3" y="csY3"/>
                  </a:cxn>
                  <a:cxn ang="0">
                    <a:pos x="csX4" y="csY4"/>
                  </a:cxn>
                </a:cxnLst>
                <a:rect l="l" t="t" r="r" b="b"/>
                <a:pathLst>
                  <a:path w="115598" h="149797">
                    <a:moveTo>
                      <a:pt x="113776" y="101151"/>
                    </a:moveTo>
                    <a:lnTo>
                      <a:pt x="87494" y="148991"/>
                    </a:lnTo>
                    <a:lnTo>
                      <a:pt x="-1823" y="36858"/>
                    </a:lnTo>
                    <a:lnTo>
                      <a:pt x="32565" y="-807"/>
                    </a:lnTo>
                    <a:lnTo>
                      <a:pt x="113776" y="101151"/>
                    </a:lnTo>
                    <a:close/>
                  </a:path>
                </a:pathLst>
              </a:custGeom>
              <a:noFill/>
              <a:ln w="4021" cap="rnd">
                <a:solidFill>
                  <a:srgbClr val="0E0F29"/>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59" name="Freeform: Shape 458">
                <a:extLst>
                  <a:ext uri="{FF2B5EF4-FFF2-40B4-BE49-F238E27FC236}">
                    <a16:creationId xmlns:a16="http://schemas.microsoft.com/office/drawing/2014/main" id="{7DBC6C09-A4B6-22C6-7AFE-0A4270F80674}"/>
                  </a:ext>
                </a:extLst>
              </p:cNvPr>
              <p:cNvSpPr/>
              <p:nvPr/>
            </p:nvSpPr>
            <p:spPr>
              <a:xfrm>
                <a:off x="10923650" y="3312675"/>
                <a:ext cx="163450" cy="178143"/>
              </a:xfrm>
              <a:custGeom>
                <a:avLst/>
                <a:gdLst>
                  <a:gd name="csX0" fmla="*/ 219360 w 223160"/>
                  <a:gd name="csY0" fmla="*/ 167731 h 243220"/>
                  <a:gd name="csX1" fmla="*/ 219809 w 223160"/>
                  <a:gd name="csY1" fmla="*/ 167352 h 243220"/>
                  <a:gd name="csX2" fmla="*/ 194095 w 223160"/>
                  <a:gd name="csY2" fmla="*/ 136482 h 243220"/>
                  <a:gd name="csX3" fmla="*/ 194147 w 223160"/>
                  <a:gd name="csY3" fmla="*/ 136447 h 243220"/>
                  <a:gd name="csX4" fmla="*/ 84446 w 223160"/>
                  <a:gd name="csY4" fmla="*/ 4706 h 243220"/>
                  <a:gd name="csX5" fmla="*/ 59560 w 223160"/>
                  <a:gd name="csY5" fmla="*/ 1912 h 243220"/>
                  <a:gd name="csX6" fmla="*/ 1804 w 223160"/>
                  <a:gd name="csY6" fmla="*/ 53909 h 243220"/>
                  <a:gd name="csX7" fmla="*/ 1718 w 223160"/>
                  <a:gd name="csY7" fmla="*/ 76518 h 243220"/>
                  <a:gd name="csX8" fmla="*/ 27379 w 223160"/>
                  <a:gd name="csY8" fmla="*/ 107423 h 243220"/>
                  <a:gd name="csX9" fmla="*/ 27362 w 223160"/>
                  <a:gd name="csY9" fmla="*/ 107423 h 243220"/>
                  <a:gd name="csX10" fmla="*/ 136235 w 223160"/>
                  <a:gd name="csY10" fmla="*/ 238474 h 243220"/>
                  <a:gd name="csX11" fmla="*/ 137115 w 223160"/>
                  <a:gd name="csY11" fmla="*/ 237732 h 243220"/>
                  <a:gd name="csX12" fmla="*/ 156671 w 223160"/>
                  <a:gd name="csY12" fmla="*/ 239181 h 243220"/>
                  <a:gd name="csX13" fmla="*/ 214876 w 223160"/>
                  <a:gd name="csY13" fmla="*/ 188926 h 243220"/>
                  <a:gd name="csX14" fmla="*/ 219360 w 223160"/>
                  <a:gd name="csY14" fmla="*/ 167731 h 243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3160" h="243220">
                    <a:moveTo>
                      <a:pt x="219360" y="167731"/>
                    </a:moveTo>
                    <a:lnTo>
                      <a:pt x="219809" y="167352"/>
                    </a:lnTo>
                    <a:lnTo>
                      <a:pt x="194095" y="136482"/>
                    </a:lnTo>
                    <a:lnTo>
                      <a:pt x="194147" y="136447"/>
                    </a:lnTo>
                    <a:lnTo>
                      <a:pt x="84446" y="4706"/>
                    </a:lnTo>
                    <a:cubicBezTo>
                      <a:pt x="81100" y="-1244"/>
                      <a:pt x="72322" y="-2692"/>
                      <a:pt x="59560" y="1912"/>
                    </a:cubicBezTo>
                    <a:cubicBezTo>
                      <a:pt x="37330" y="9949"/>
                      <a:pt x="11462" y="33231"/>
                      <a:pt x="1804" y="53909"/>
                    </a:cubicBezTo>
                    <a:cubicBezTo>
                      <a:pt x="-3197" y="64601"/>
                      <a:pt x="-2835" y="72482"/>
                      <a:pt x="1718" y="76518"/>
                    </a:cubicBezTo>
                    <a:lnTo>
                      <a:pt x="27379" y="107423"/>
                    </a:lnTo>
                    <a:lnTo>
                      <a:pt x="27362" y="107423"/>
                    </a:lnTo>
                    <a:lnTo>
                      <a:pt x="136235" y="238474"/>
                    </a:lnTo>
                    <a:lnTo>
                      <a:pt x="137115" y="237732"/>
                    </a:lnTo>
                    <a:cubicBezTo>
                      <a:pt x="138322" y="243199"/>
                      <a:pt x="145151" y="244130"/>
                      <a:pt x="156671" y="239181"/>
                    </a:cubicBezTo>
                    <a:cubicBezTo>
                      <a:pt x="176418" y="230713"/>
                      <a:pt x="202476" y="208207"/>
                      <a:pt x="214876" y="188926"/>
                    </a:cubicBezTo>
                    <a:cubicBezTo>
                      <a:pt x="221740" y="178251"/>
                      <a:pt x="222965" y="170818"/>
                      <a:pt x="219360" y="167731"/>
                    </a:cubicBezTo>
                    <a:close/>
                  </a:path>
                </a:pathLst>
              </a:custGeom>
              <a:solidFill>
                <a:schemeClr val="accent3"/>
              </a:solidFill>
              <a:ln w="1711"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60" name="Freeform: Shape 459">
                <a:extLst>
                  <a:ext uri="{FF2B5EF4-FFF2-40B4-BE49-F238E27FC236}">
                    <a16:creationId xmlns:a16="http://schemas.microsoft.com/office/drawing/2014/main" id="{418099A5-D44F-69F1-E1CB-AD02DC2940DA}"/>
                  </a:ext>
                </a:extLst>
              </p:cNvPr>
              <p:cNvSpPr/>
              <p:nvPr/>
            </p:nvSpPr>
            <p:spPr>
              <a:xfrm>
                <a:off x="10923650" y="3312675"/>
                <a:ext cx="163450" cy="178143"/>
              </a:xfrm>
              <a:custGeom>
                <a:avLst/>
                <a:gdLst>
                  <a:gd name="csX0" fmla="*/ 219360 w 223160"/>
                  <a:gd name="csY0" fmla="*/ 167731 h 243220"/>
                  <a:gd name="csX1" fmla="*/ 219809 w 223160"/>
                  <a:gd name="csY1" fmla="*/ 167352 h 243220"/>
                  <a:gd name="csX2" fmla="*/ 194095 w 223160"/>
                  <a:gd name="csY2" fmla="*/ 136482 h 243220"/>
                  <a:gd name="csX3" fmla="*/ 194147 w 223160"/>
                  <a:gd name="csY3" fmla="*/ 136447 h 243220"/>
                  <a:gd name="csX4" fmla="*/ 84446 w 223160"/>
                  <a:gd name="csY4" fmla="*/ 4706 h 243220"/>
                  <a:gd name="csX5" fmla="*/ 59560 w 223160"/>
                  <a:gd name="csY5" fmla="*/ 1912 h 243220"/>
                  <a:gd name="csX6" fmla="*/ 1804 w 223160"/>
                  <a:gd name="csY6" fmla="*/ 53909 h 243220"/>
                  <a:gd name="csX7" fmla="*/ 1718 w 223160"/>
                  <a:gd name="csY7" fmla="*/ 76518 h 243220"/>
                  <a:gd name="csX8" fmla="*/ 27379 w 223160"/>
                  <a:gd name="csY8" fmla="*/ 107423 h 243220"/>
                  <a:gd name="csX9" fmla="*/ 27362 w 223160"/>
                  <a:gd name="csY9" fmla="*/ 107423 h 243220"/>
                  <a:gd name="csX10" fmla="*/ 136235 w 223160"/>
                  <a:gd name="csY10" fmla="*/ 238474 h 243220"/>
                  <a:gd name="csX11" fmla="*/ 137115 w 223160"/>
                  <a:gd name="csY11" fmla="*/ 237732 h 243220"/>
                  <a:gd name="csX12" fmla="*/ 156671 w 223160"/>
                  <a:gd name="csY12" fmla="*/ 239181 h 243220"/>
                  <a:gd name="csX13" fmla="*/ 214876 w 223160"/>
                  <a:gd name="csY13" fmla="*/ 188926 h 243220"/>
                  <a:gd name="csX14" fmla="*/ 219360 w 223160"/>
                  <a:gd name="csY14" fmla="*/ 167731 h 24322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23160" h="243220">
                    <a:moveTo>
                      <a:pt x="219360" y="167731"/>
                    </a:moveTo>
                    <a:lnTo>
                      <a:pt x="219809" y="167352"/>
                    </a:lnTo>
                    <a:lnTo>
                      <a:pt x="194095" y="136482"/>
                    </a:lnTo>
                    <a:lnTo>
                      <a:pt x="194147" y="136447"/>
                    </a:lnTo>
                    <a:lnTo>
                      <a:pt x="84446" y="4706"/>
                    </a:lnTo>
                    <a:cubicBezTo>
                      <a:pt x="81100" y="-1244"/>
                      <a:pt x="72322" y="-2692"/>
                      <a:pt x="59560" y="1912"/>
                    </a:cubicBezTo>
                    <a:cubicBezTo>
                      <a:pt x="37330" y="9949"/>
                      <a:pt x="11462" y="33231"/>
                      <a:pt x="1804" y="53909"/>
                    </a:cubicBezTo>
                    <a:cubicBezTo>
                      <a:pt x="-3197" y="64601"/>
                      <a:pt x="-2835" y="72482"/>
                      <a:pt x="1718" y="76518"/>
                    </a:cubicBezTo>
                    <a:lnTo>
                      <a:pt x="27379" y="107423"/>
                    </a:lnTo>
                    <a:lnTo>
                      <a:pt x="27362" y="107423"/>
                    </a:lnTo>
                    <a:lnTo>
                      <a:pt x="136235" y="238474"/>
                    </a:lnTo>
                    <a:lnTo>
                      <a:pt x="137115" y="237732"/>
                    </a:lnTo>
                    <a:cubicBezTo>
                      <a:pt x="138322" y="243199"/>
                      <a:pt x="145151" y="244130"/>
                      <a:pt x="156671" y="239181"/>
                    </a:cubicBezTo>
                    <a:cubicBezTo>
                      <a:pt x="176418" y="230713"/>
                      <a:pt x="202476" y="208207"/>
                      <a:pt x="214876" y="188926"/>
                    </a:cubicBezTo>
                    <a:cubicBezTo>
                      <a:pt x="221740" y="178251"/>
                      <a:pt x="222965" y="170818"/>
                      <a:pt x="219360" y="167731"/>
                    </a:cubicBezTo>
                    <a:close/>
                  </a:path>
                </a:pathLst>
              </a:custGeom>
              <a:noFill/>
              <a:ln w="4021" cap="rnd">
                <a:solidFill>
                  <a:srgbClr val="0E0F29"/>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61" name="Freeform: Shape 460">
                <a:extLst>
                  <a:ext uri="{FF2B5EF4-FFF2-40B4-BE49-F238E27FC236}">
                    <a16:creationId xmlns:a16="http://schemas.microsoft.com/office/drawing/2014/main" id="{D0F508E9-F807-2C12-4B75-8E6F84BABF20}"/>
                  </a:ext>
                </a:extLst>
              </p:cNvPr>
              <p:cNvSpPr/>
              <p:nvPr/>
            </p:nvSpPr>
            <p:spPr>
              <a:xfrm>
                <a:off x="10697112" y="3043171"/>
                <a:ext cx="245902" cy="270685"/>
              </a:xfrm>
              <a:custGeom>
                <a:avLst/>
                <a:gdLst>
                  <a:gd name="csX0" fmla="*/ 320463 w 335732"/>
                  <a:gd name="csY0" fmla="*/ 220296 h 369568"/>
                  <a:gd name="csX1" fmla="*/ 144348 w 335732"/>
                  <a:gd name="csY1" fmla="*/ 336464 h 369568"/>
                  <a:gd name="csX2" fmla="*/ 25145 w 335732"/>
                  <a:gd name="csY2" fmla="*/ 146915 h 369568"/>
                  <a:gd name="csX3" fmla="*/ 192826 w 335732"/>
                  <a:gd name="csY3" fmla="*/ 19190 h 369568"/>
                  <a:gd name="csX4" fmla="*/ 320463 w 335732"/>
                  <a:gd name="csY4" fmla="*/ 220296 h 369568"/>
                  <a:gd name="csX5" fmla="*/ 191602 w 335732"/>
                  <a:gd name="csY5" fmla="*/ 4462 h 369568"/>
                  <a:gd name="csX6" fmla="*/ 156 w 335732"/>
                  <a:gd name="csY6" fmla="*/ 140344 h 369568"/>
                  <a:gd name="csX7" fmla="*/ 140502 w 335732"/>
                  <a:gd name="csY7" fmla="*/ 363488 h 369568"/>
                  <a:gd name="csX8" fmla="*/ 331931 w 335732"/>
                  <a:gd name="csY8" fmla="*/ 227608 h 369568"/>
                  <a:gd name="csX9" fmla="*/ 191602 w 335732"/>
                  <a:gd name="csY9" fmla="*/ 4462 h 36956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335732" h="369568">
                    <a:moveTo>
                      <a:pt x="320463" y="220296"/>
                    </a:moveTo>
                    <a:cubicBezTo>
                      <a:pt x="308477" y="304507"/>
                      <a:pt x="222179" y="356917"/>
                      <a:pt x="144348" y="336464"/>
                    </a:cubicBezTo>
                    <a:cubicBezTo>
                      <a:pt x="66535" y="315993"/>
                      <a:pt x="13159" y="231126"/>
                      <a:pt x="25145" y="146915"/>
                    </a:cubicBezTo>
                    <a:cubicBezTo>
                      <a:pt x="37131" y="62703"/>
                      <a:pt x="114996" y="-1277"/>
                      <a:pt x="192826" y="19190"/>
                    </a:cubicBezTo>
                    <a:cubicBezTo>
                      <a:pt x="270639" y="39658"/>
                      <a:pt x="332448" y="136084"/>
                      <a:pt x="320463" y="220296"/>
                    </a:cubicBezTo>
                    <a:close/>
                    <a:moveTo>
                      <a:pt x="191602" y="4462"/>
                    </a:moveTo>
                    <a:cubicBezTo>
                      <a:pt x="99975" y="-19635"/>
                      <a:pt x="14263" y="41203"/>
                      <a:pt x="156" y="140344"/>
                    </a:cubicBezTo>
                    <a:cubicBezTo>
                      <a:pt x="-13951" y="239490"/>
                      <a:pt x="48892" y="339396"/>
                      <a:pt x="140502" y="363488"/>
                    </a:cubicBezTo>
                    <a:cubicBezTo>
                      <a:pt x="232129" y="387598"/>
                      <a:pt x="317824" y="326754"/>
                      <a:pt x="331931" y="227608"/>
                    </a:cubicBezTo>
                    <a:cubicBezTo>
                      <a:pt x="346038" y="128462"/>
                      <a:pt x="283212" y="28558"/>
                      <a:pt x="191602" y="4462"/>
                    </a:cubicBezTo>
                    <a:close/>
                  </a:path>
                </a:pathLst>
              </a:custGeom>
              <a:solidFill>
                <a:srgbClr val="0E0F29"/>
              </a:solidFill>
              <a:ln w="1711"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62" name="Freeform: Shape 461">
                <a:extLst>
                  <a:ext uri="{FF2B5EF4-FFF2-40B4-BE49-F238E27FC236}">
                    <a16:creationId xmlns:a16="http://schemas.microsoft.com/office/drawing/2014/main" id="{7C76DF46-EB8D-1749-D40F-1522060BECB5}"/>
                  </a:ext>
                </a:extLst>
              </p:cNvPr>
              <p:cNvSpPr/>
              <p:nvPr/>
            </p:nvSpPr>
            <p:spPr>
              <a:xfrm>
                <a:off x="10735723" y="3029144"/>
                <a:ext cx="223917" cy="270517"/>
              </a:xfrm>
              <a:custGeom>
                <a:avLst/>
                <a:gdLst>
                  <a:gd name="csX0" fmla="*/ 303618 w 305716"/>
                  <a:gd name="csY0" fmla="*/ 189589 h 369338"/>
                  <a:gd name="csX1" fmla="*/ 303239 w 305716"/>
                  <a:gd name="csY1" fmla="*/ 183346 h 369338"/>
                  <a:gd name="csX2" fmla="*/ 303135 w 305716"/>
                  <a:gd name="csY2" fmla="*/ 182242 h 369338"/>
                  <a:gd name="csX3" fmla="*/ 302842 w 305716"/>
                  <a:gd name="csY3" fmla="*/ 179293 h 369338"/>
                  <a:gd name="csX4" fmla="*/ 302480 w 305716"/>
                  <a:gd name="csY4" fmla="*/ 175706 h 369338"/>
                  <a:gd name="csX5" fmla="*/ 302221 w 305716"/>
                  <a:gd name="csY5" fmla="*/ 173723 h 369338"/>
                  <a:gd name="csX6" fmla="*/ 301773 w 305716"/>
                  <a:gd name="csY6" fmla="*/ 170550 h 369338"/>
                  <a:gd name="csX7" fmla="*/ 301445 w 305716"/>
                  <a:gd name="csY7" fmla="*/ 168101 h 369338"/>
                  <a:gd name="csX8" fmla="*/ 300928 w 305716"/>
                  <a:gd name="csY8" fmla="*/ 165186 h 369338"/>
                  <a:gd name="csX9" fmla="*/ 300376 w 305716"/>
                  <a:gd name="csY9" fmla="*/ 162030 h 369338"/>
                  <a:gd name="csX10" fmla="*/ 300117 w 305716"/>
                  <a:gd name="csY10" fmla="*/ 160461 h 369338"/>
                  <a:gd name="csX11" fmla="*/ 299238 w 305716"/>
                  <a:gd name="csY11" fmla="*/ 156356 h 369338"/>
                  <a:gd name="csX12" fmla="*/ 298669 w 305716"/>
                  <a:gd name="csY12" fmla="*/ 153683 h 369338"/>
                  <a:gd name="csX13" fmla="*/ 298496 w 305716"/>
                  <a:gd name="csY13" fmla="*/ 152942 h 369338"/>
                  <a:gd name="csX14" fmla="*/ 296668 w 305716"/>
                  <a:gd name="csY14" fmla="*/ 145629 h 369338"/>
                  <a:gd name="csX15" fmla="*/ 296651 w 305716"/>
                  <a:gd name="csY15" fmla="*/ 145543 h 369338"/>
                  <a:gd name="csX16" fmla="*/ 296461 w 305716"/>
                  <a:gd name="csY16" fmla="*/ 144888 h 369338"/>
                  <a:gd name="csX17" fmla="*/ 294616 w 305716"/>
                  <a:gd name="csY17" fmla="*/ 138507 h 369338"/>
                  <a:gd name="csX18" fmla="*/ 294288 w 305716"/>
                  <a:gd name="csY18" fmla="*/ 137507 h 369338"/>
                  <a:gd name="csX19" fmla="*/ 293495 w 305716"/>
                  <a:gd name="csY19" fmla="*/ 135127 h 369338"/>
                  <a:gd name="csX20" fmla="*/ 292391 w 305716"/>
                  <a:gd name="csY20" fmla="*/ 131712 h 369338"/>
                  <a:gd name="csX21" fmla="*/ 291615 w 305716"/>
                  <a:gd name="csY21" fmla="*/ 129574 h 369338"/>
                  <a:gd name="csX22" fmla="*/ 290650 w 305716"/>
                  <a:gd name="csY22" fmla="*/ 126952 h 369338"/>
                  <a:gd name="csX23" fmla="*/ 289959 w 305716"/>
                  <a:gd name="csY23" fmla="*/ 125038 h 369338"/>
                  <a:gd name="csX24" fmla="*/ 288442 w 305716"/>
                  <a:gd name="csY24" fmla="*/ 121278 h 369338"/>
                  <a:gd name="csX25" fmla="*/ 287632 w 305716"/>
                  <a:gd name="csY25" fmla="*/ 119261 h 369338"/>
                  <a:gd name="csX26" fmla="*/ 287355 w 305716"/>
                  <a:gd name="csY26" fmla="*/ 118553 h 369338"/>
                  <a:gd name="csX27" fmla="*/ 284475 w 305716"/>
                  <a:gd name="csY27" fmla="*/ 112034 h 369338"/>
                  <a:gd name="csX28" fmla="*/ 284337 w 305716"/>
                  <a:gd name="csY28" fmla="*/ 111776 h 369338"/>
                  <a:gd name="csX29" fmla="*/ 283458 w 305716"/>
                  <a:gd name="csY29" fmla="*/ 109930 h 369338"/>
                  <a:gd name="csX30" fmla="*/ 281061 w 305716"/>
                  <a:gd name="csY30" fmla="*/ 104998 h 369338"/>
                  <a:gd name="csX31" fmla="*/ 280664 w 305716"/>
                  <a:gd name="csY31" fmla="*/ 104222 h 369338"/>
                  <a:gd name="csX32" fmla="*/ 278543 w 305716"/>
                  <a:gd name="csY32" fmla="*/ 100256 h 369338"/>
                  <a:gd name="csX33" fmla="*/ 276836 w 305716"/>
                  <a:gd name="csY33" fmla="*/ 97065 h 369338"/>
                  <a:gd name="csX34" fmla="*/ 276491 w 305716"/>
                  <a:gd name="csY34" fmla="*/ 96496 h 369338"/>
                  <a:gd name="csX35" fmla="*/ 270455 w 305716"/>
                  <a:gd name="csY35" fmla="*/ 86493 h 369338"/>
                  <a:gd name="csX36" fmla="*/ 269955 w 305716"/>
                  <a:gd name="csY36" fmla="*/ 85631 h 369338"/>
                  <a:gd name="csX37" fmla="*/ 268282 w 305716"/>
                  <a:gd name="csY37" fmla="*/ 83199 h 369338"/>
                  <a:gd name="csX38" fmla="*/ 265591 w 305716"/>
                  <a:gd name="csY38" fmla="*/ 79198 h 369338"/>
                  <a:gd name="csX39" fmla="*/ 263091 w 305716"/>
                  <a:gd name="csY39" fmla="*/ 75749 h 369338"/>
                  <a:gd name="csX40" fmla="*/ 260228 w 305716"/>
                  <a:gd name="csY40" fmla="*/ 71907 h 369338"/>
                  <a:gd name="csX41" fmla="*/ 259279 w 305716"/>
                  <a:gd name="csY41" fmla="*/ 70643 h 369338"/>
                  <a:gd name="csX42" fmla="*/ 256917 w 305716"/>
                  <a:gd name="csY42" fmla="*/ 67709 h 369338"/>
                  <a:gd name="csX43" fmla="*/ 255296 w 305716"/>
                  <a:gd name="csY43" fmla="*/ 65698 h 369338"/>
                  <a:gd name="csX44" fmla="*/ 250001 w 305716"/>
                  <a:gd name="csY44" fmla="*/ 59564 h 369338"/>
                  <a:gd name="csX45" fmla="*/ 249949 w 305716"/>
                  <a:gd name="csY45" fmla="*/ 59509 h 369338"/>
                  <a:gd name="csX46" fmla="*/ 249949 w 305716"/>
                  <a:gd name="csY46" fmla="*/ 59505 h 369338"/>
                  <a:gd name="csX47" fmla="*/ 249898 w 305716"/>
                  <a:gd name="csY47" fmla="*/ 59457 h 369338"/>
                  <a:gd name="csX48" fmla="*/ 243568 w 305716"/>
                  <a:gd name="csY48" fmla="*/ 52760 h 369338"/>
                  <a:gd name="csX49" fmla="*/ 243292 w 305716"/>
                  <a:gd name="csY49" fmla="*/ 52464 h 369338"/>
                  <a:gd name="csX50" fmla="*/ 238464 w 305716"/>
                  <a:gd name="csY50" fmla="*/ 47809 h 369338"/>
                  <a:gd name="csX51" fmla="*/ 237498 w 305716"/>
                  <a:gd name="csY51" fmla="*/ 46873 h 369338"/>
                  <a:gd name="csX52" fmla="*/ 237446 w 305716"/>
                  <a:gd name="csY52" fmla="*/ 46818 h 369338"/>
                  <a:gd name="csX53" fmla="*/ 231531 w 305716"/>
                  <a:gd name="csY53" fmla="*/ 41556 h 369338"/>
                  <a:gd name="csX54" fmla="*/ 231220 w 305716"/>
                  <a:gd name="csY54" fmla="*/ 41308 h 369338"/>
                  <a:gd name="csX55" fmla="*/ 229358 w 305716"/>
                  <a:gd name="csY55" fmla="*/ 39780 h 369338"/>
                  <a:gd name="csX56" fmla="*/ 225529 w 305716"/>
                  <a:gd name="csY56" fmla="*/ 36636 h 369338"/>
                  <a:gd name="csX57" fmla="*/ 224788 w 305716"/>
                  <a:gd name="csY57" fmla="*/ 36075 h 369338"/>
                  <a:gd name="csX58" fmla="*/ 222114 w 305716"/>
                  <a:gd name="csY58" fmla="*/ 34066 h 369338"/>
                  <a:gd name="csX59" fmla="*/ 219148 w 305716"/>
                  <a:gd name="csY59" fmla="*/ 31845 h 369338"/>
                  <a:gd name="csX60" fmla="*/ 218027 w 305716"/>
                  <a:gd name="csY60" fmla="*/ 31070 h 369338"/>
                  <a:gd name="csX61" fmla="*/ 215078 w 305716"/>
                  <a:gd name="csY61" fmla="*/ 29042 h 369338"/>
                  <a:gd name="csX62" fmla="*/ 212543 w 305716"/>
                  <a:gd name="csY62" fmla="*/ 27297 h 369338"/>
                  <a:gd name="csX63" fmla="*/ 211060 w 305716"/>
                  <a:gd name="csY63" fmla="*/ 26376 h 369338"/>
                  <a:gd name="csX64" fmla="*/ 207835 w 305716"/>
                  <a:gd name="csY64" fmla="*/ 24362 h 369338"/>
                  <a:gd name="csX65" fmla="*/ 205593 w 305716"/>
                  <a:gd name="csY65" fmla="*/ 22961 h 369338"/>
                  <a:gd name="csX66" fmla="*/ 203782 w 305716"/>
                  <a:gd name="csY66" fmla="*/ 21947 h 369338"/>
                  <a:gd name="csX67" fmla="*/ 200488 w 305716"/>
                  <a:gd name="csY67" fmla="*/ 20099 h 369338"/>
                  <a:gd name="csX68" fmla="*/ 198505 w 305716"/>
                  <a:gd name="csY68" fmla="*/ 18976 h 369338"/>
                  <a:gd name="csX69" fmla="*/ 196297 w 305716"/>
                  <a:gd name="csY69" fmla="*/ 17864 h 369338"/>
                  <a:gd name="csX70" fmla="*/ 193021 w 305716"/>
                  <a:gd name="csY70" fmla="*/ 16220 h 369338"/>
                  <a:gd name="csX71" fmla="*/ 191348 w 305716"/>
                  <a:gd name="csY71" fmla="*/ 15373 h 369338"/>
                  <a:gd name="csX72" fmla="*/ 188554 w 305716"/>
                  <a:gd name="csY72" fmla="*/ 14121 h 369338"/>
                  <a:gd name="csX73" fmla="*/ 185484 w 305716"/>
                  <a:gd name="csY73" fmla="*/ 12741 h 369338"/>
                  <a:gd name="csX74" fmla="*/ 184243 w 305716"/>
                  <a:gd name="csY74" fmla="*/ 12186 h 369338"/>
                  <a:gd name="csX75" fmla="*/ 180431 w 305716"/>
                  <a:gd name="csY75" fmla="*/ 10682 h 369338"/>
                  <a:gd name="csX76" fmla="*/ 177827 w 305716"/>
                  <a:gd name="csY76" fmla="*/ 9649 h 369338"/>
                  <a:gd name="csX77" fmla="*/ 177155 w 305716"/>
                  <a:gd name="csY77" fmla="*/ 9384 h 369338"/>
                  <a:gd name="csX78" fmla="*/ 170187 w 305716"/>
                  <a:gd name="csY78" fmla="*/ 6976 h 369338"/>
                  <a:gd name="csX79" fmla="*/ 170118 w 305716"/>
                  <a:gd name="csY79" fmla="*/ 6959 h 369338"/>
                  <a:gd name="csX80" fmla="*/ 169601 w 305716"/>
                  <a:gd name="csY80" fmla="*/ 6804 h 369338"/>
                  <a:gd name="csX81" fmla="*/ 163203 w 305716"/>
                  <a:gd name="csY81" fmla="*/ 4898 h 369338"/>
                  <a:gd name="csX82" fmla="*/ 161564 w 305716"/>
                  <a:gd name="csY82" fmla="*/ 4462 h 369338"/>
                  <a:gd name="csX83" fmla="*/ 156287 w 305716"/>
                  <a:gd name="csY83" fmla="*/ 3163 h 369338"/>
                  <a:gd name="csX84" fmla="*/ 154269 w 305716"/>
                  <a:gd name="csY84" fmla="*/ 2751 h 369338"/>
                  <a:gd name="csX85" fmla="*/ 151545 w 305716"/>
                  <a:gd name="csY85" fmla="*/ 2189 h 369338"/>
                  <a:gd name="csX86" fmla="*/ 149423 w 305716"/>
                  <a:gd name="csY86" fmla="*/ 1754 h 369338"/>
                  <a:gd name="csX87" fmla="*/ 146043 w 305716"/>
                  <a:gd name="csY87" fmla="*/ 1209 h 369338"/>
                  <a:gd name="csX88" fmla="*/ 143612 w 305716"/>
                  <a:gd name="csY88" fmla="*/ 819 h 369338"/>
                  <a:gd name="csX89" fmla="*/ 142611 w 305716"/>
                  <a:gd name="csY89" fmla="*/ 659 h 369338"/>
                  <a:gd name="csX90" fmla="*/ 135868 w 305716"/>
                  <a:gd name="csY90" fmla="*/ -127 h 369338"/>
                  <a:gd name="csX91" fmla="*/ 135834 w 305716"/>
                  <a:gd name="csY91" fmla="*/ -133 h 369338"/>
                  <a:gd name="csX92" fmla="*/ 128970 w 305716"/>
                  <a:gd name="csY92" fmla="*/ -624 h 369338"/>
                  <a:gd name="csX93" fmla="*/ 128090 w 305716"/>
                  <a:gd name="csY93" fmla="*/ -648 h 369338"/>
                  <a:gd name="csX94" fmla="*/ 125624 w 305716"/>
                  <a:gd name="csY94" fmla="*/ -714 h 369338"/>
                  <a:gd name="csX95" fmla="*/ 122106 w 305716"/>
                  <a:gd name="csY95" fmla="*/ -807 h 369338"/>
                  <a:gd name="csX96" fmla="*/ 120381 w 305716"/>
                  <a:gd name="csY96" fmla="*/ -772 h 369338"/>
                  <a:gd name="csX97" fmla="*/ 117329 w 305716"/>
                  <a:gd name="csY97" fmla="*/ -712 h 369338"/>
                  <a:gd name="csX98" fmla="*/ 114983 w 305716"/>
                  <a:gd name="csY98" fmla="*/ -665 h 369338"/>
                  <a:gd name="csX99" fmla="*/ 112552 w 305716"/>
                  <a:gd name="csY99" fmla="*/ -498 h 369338"/>
                  <a:gd name="csX100" fmla="*/ 109482 w 305716"/>
                  <a:gd name="csY100" fmla="*/ -291 h 369338"/>
                  <a:gd name="csX101" fmla="*/ 107878 w 305716"/>
                  <a:gd name="csY101" fmla="*/ -181 h 369338"/>
                  <a:gd name="csX102" fmla="*/ 105015 w 305716"/>
                  <a:gd name="csY102" fmla="*/ 157 h 369338"/>
                  <a:gd name="csX103" fmla="*/ 101463 w 305716"/>
                  <a:gd name="csY103" fmla="*/ 580 h 369338"/>
                  <a:gd name="csX104" fmla="*/ 100221 w 305716"/>
                  <a:gd name="csY104" fmla="*/ 728 h 369338"/>
                  <a:gd name="csX105" fmla="*/ 97306 w 305716"/>
                  <a:gd name="csY105" fmla="*/ 1233 h 369338"/>
                  <a:gd name="csX106" fmla="*/ 93495 w 305716"/>
                  <a:gd name="csY106" fmla="*/ 1892 h 369338"/>
                  <a:gd name="csX107" fmla="*/ 92374 w 305716"/>
                  <a:gd name="csY107" fmla="*/ 2087 h 369338"/>
                  <a:gd name="csX108" fmla="*/ 89822 w 305716"/>
                  <a:gd name="csY108" fmla="*/ 2684 h 369338"/>
                  <a:gd name="csX109" fmla="*/ 85303 w 305716"/>
                  <a:gd name="csY109" fmla="*/ 3734 h 369338"/>
                  <a:gd name="csX110" fmla="*/ 84027 w 305716"/>
                  <a:gd name="csY110" fmla="*/ 4029 h 369338"/>
                  <a:gd name="csX111" fmla="*/ 79078 w 305716"/>
                  <a:gd name="csY111" fmla="*/ 5434 h 369338"/>
                  <a:gd name="csX112" fmla="*/ 78457 w 305716"/>
                  <a:gd name="csY112" fmla="*/ 5636 h 369338"/>
                  <a:gd name="csX113" fmla="*/ 74732 w 305716"/>
                  <a:gd name="csY113" fmla="*/ 6823 h 369338"/>
                  <a:gd name="csX114" fmla="*/ 72386 w 305716"/>
                  <a:gd name="csY114" fmla="*/ 7663 h 369338"/>
                  <a:gd name="csX115" fmla="*/ 70627 w 305716"/>
                  <a:gd name="csY115" fmla="*/ 8294 h 369338"/>
                  <a:gd name="csX116" fmla="*/ 64263 w 305716"/>
                  <a:gd name="csY116" fmla="*/ 10807 h 369338"/>
                  <a:gd name="csX117" fmla="*/ 64074 w 305716"/>
                  <a:gd name="csY117" fmla="*/ 10896 h 369338"/>
                  <a:gd name="csX118" fmla="*/ 62366 w 305716"/>
                  <a:gd name="csY118" fmla="*/ 11667 h 369338"/>
                  <a:gd name="csX119" fmla="*/ 57158 w 305716"/>
                  <a:gd name="csY119" fmla="*/ 14073 h 369338"/>
                  <a:gd name="csX120" fmla="*/ 54675 w 305716"/>
                  <a:gd name="csY120" fmla="*/ 15356 h 369338"/>
                  <a:gd name="csX121" fmla="*/ 51381 w 305716"/>
                  <a:gd name="csY121" fmla="*/ 17058 h 369338"/>
                  <a:gd name="csX122" fmla="*/ 50570 w 305716"/>
                  <a:gd name="csY122" fmla="*/ 17536 h 369338"/>
                  <a:gd name="csX123" fmla="*/ 45603 w 305716"/>
                  <a:gd name="csY123" fmla="*/ 20447 h 369338"/>
                  <a:gd name="csX124" fmla="*/ 43206 w 305716"/>
                  <a:gd name="csY124" fmla="*/ 21890 h 369338"/>
                  <a:gd name="csX125" fmla="*/ 36118 w 305716"/>
                  <a:gd name="csY125" fmla="*/ 26666 h 369338"/>
                  <a:gd name="csX126" fmla="*/ -1823 w 305716"/>
                  <a:gd name="csY126" fmla="*/ 53913 h 369338"/>
                  <a:gd name="csX127" fmla="*/ 5265 w 305716"/>
                  <a:gd name="csY127" fmla="*/ 49137 h 369338"/>
                  <a:gd name="csX128" fmla="*/ 7662 w 305716"/>
                  <a:gd name="csY128" fmla="*/ 47695 h 369338"/>
                  <a:gd name="csX129" fmla="*/ 12629 w 305716"/>
                  <a:gd name="csY129" fmla="*/ 44783 h 369338"/>
                  <a:gd name="csX130" fmla="*/ 16734 w 305716"/>
                  <a:gd name="csY130" fmla="*/ 42606 h 369338"/>
                  <a:gd name="csX131" fmla="*/ 19217 w 305716"/>
                  <a:gd name="csY131" fmla="*/ 41320 h 369338"/>
                  <a:gd name="csX132" fmla="*/ 24425 w 305716"/>
                  <a:gd name="csY132" fmla="*/ 38915 h 369338"/>
                  <a:gd name="csX133" fmla="*/ 26133 w 305716"/>
                  <a:gd name="csY133" fmla="*/ 38143 h 369338"/>
                  <a:gd name="csX134" fmla="*/ 32686 w 305716"/>
                  <a:gd name="csY134" fmla="*/ 35544 h 369338"/>
                  <a:gd name="csX135" fmla="*/ 34445 w 305716"/>
                  <a:gd name="csY135" fmla="*/ 34908 h 369338"/>
                  <a:gd name="csX136" fmla="*/ 40516 w 305716"/>
                  <a:gd name="csY136" fmla="*/ 32883 h 369338"/>
                  <a:gd name="csX137" fmla="*/ 41137 w 305716"/>
                  <a:gd name="csY137" fmla="*/ 32683 h 369338"/>
                  <a:gd name="csX138" fmla="*/ 47362 w 305716"/>
                  <a:gd name="csY138" fmla="*/ 30981 h 369338"/>
                  <a:gd name="csX139" fmla="*/ 51881 w 305716"/>
                  <a:gd name="csY139" fmla="*/ 29930 h 369338"/>
                  <a:gd name="csX140" fmla="*/ 55554 w 305716"/>
                  <a:gd name="csY140" fmla="*/ 29141 h 369338"/>
                  <a:gd name="csX141" fmla="*/ 59365 w 305716"/>
                  <a:gd name="csY141" fmla="*/ 28482 h 369338"/>
                  <a:gd name="csX142" fmla="*/ 63539 w 305716"/>
                  <a:gd name="csY142" fmla="*/ 27826 h 369338"/>
                  <a:gd name="csX143" fmla="*/ 67057 w 305716"/>
                  <a:gd name="csY143" fmla="*/ 27406 h 369338"/>
                  <a:gd name="csX144" fmla="*/ 71558 w 305716"/>
                  <a:gd name="csY144" fmla="*/ 26955 h 369338"/>
                  <a:gd name="csX145" fmla="*/ 74594 w 305716"/>
                  <a:gd name="csY145" fmla="*/ 26749 h 369338"/>
                  <a:gd name="csX146" fmla="*/ 79388 w 305716"/>
                  <a:gd name="csY146" fmla="*/ 26536 h 369338"/>
                  <a:gd name="csX147" fmla="*/ 82440 w 305716"/>
                  <a:gd name="csY147" fmla="*/ 26476 h 369338"/>
                  <a:gd name="csX148" fmla="*/ 87666 w 305716"/>
                  <a:gd name="csY148" fmla="*/ 26535 h 369338"/>
                  <a:gd name="csX149" fmla="*/ 90149 w 305716"/>
                  <a:gd name="csY149" fmla="*/ 26600 h 369338"/>
                  <a:gd name="csX150" fmla="*/ 97893 w 305716"/>
                  <a:gd name="csY150" fmla="*/ 27116 h 369338"/>
                  <a:gd name="csX151" fmla="*/ 97910 w 305716"/>
                  <a:gd name="csY151" fmla="*/ 27118 h 369338"/>
                  <a:gd name="csX152" fmla="*/ 97927 w 305716"/>
                  <a:gd name="csY152" fmla="*/ 27119 h 369338"/>
                  <a:gd name="csX153" fmla="*/ 105671 w 305716"/>
                  <a:gd name="csY153" fmla="*/ 28066 h 369338"/>
                  <a:gd name="csX154" fmla="*/ 108102 w 305716"/>
                  <a:gd name="csY154" fmla="*/ 28456 h 369338"/>
                  <a:gd name="csX155" fmla="*/ 113604 w 305716"/>
                  <a:gd name="csY155" fmla="*/ 29437 h 369338"/>
                  <a:gd name="csX156" fmla="*/ 116328 w 305716"/>
                  <a:gd name="csY156" fmla="*/ 29996 h 369338"/>
                  <a:gd name="csX157" fmla="*/ 123623 w 305716"/>
                  <a:gd name="csY157" fmla="*/ 31709 h 369338"/>
                  <a:gd name="csX158" fmla="*/ 131695 w 305716"/>
                  <a:gd name="csY158" fmla="*/ 34061 h 369338"/>
                  <a:gd name="csX159" fmla="*/ 132178 w 305716"/>
                  <a:gd name="csY159" fmla="*/ 34204 h 369338"/>
                  <a:gd name="csX160" fmla="*/ 139886 w 305716"/>
                  <a:gd name="csY160" fmla="*/ 36898 h 369338"/>
                  <a:gd name="csX161" fmla="*/ 142473 w 305716"/>
                  <a:gd name="csY161" fmla="*/ 37924 h 369338"/>
                  <a:gd name="csX162" fmla="*/ 147543 w 305716"/>
                  <a:gd name="csY162" fmla="*/ 39992 h 369338"/>
                  <a:gd name="csX163" fmla="*/ 150613 w 305716"/>
                  <a:gd name="csY163" fmla="*/ 41364 h 369338"/>
                  <a:gd name="csX164" fmla="*/ 155097 w 305716"/>
                  <a:gd name="csY164" fmla="*/ 43468 h 369338"/>
                  <a:gd name="csX165" fmla="*/ 158339 w 305716"/>
                  <a:gd name="csY165" fmla="*/ 45110 h 369338"/>
                  <a:gd name="csX166" fmla="*/ 162547 w 305716"/>
                  <a:gd name="csY166" fmla="*/ 47345 h 369338"/>
                  <a:gd name="csX167" fmla="*/ 165841 w 305716"/>
                  <a:gd name="csY167" fmla="*/ 49196 h 369338"/>
                  <a:gd name="csX168" fmla="*/ 169894 w 305716"/>
                  <a:gd name="csY168" fmla="*/ 51610 h 369338"/>
                  <a:gd name="csX169" fmla="*/ 173119 w 305716"/>
                  <a:gd name="csY169" fmla="*/ 53621 h 369338"/>
                  <a:gd name="csX170" fmla="*/ 177137 w 305716"/>
                  <a:gd name="csY170" fmla="*/ 56287 h 369338"/>
                  <a:gd name="csX171" fmla="*/ 180086 w 305716"/>
                  <a:gd name="csY171" fmla="*/ 58322 h 369338"/>
                  <a:gd name="csX172" fmla="*/ 184156 w 305716"/>
                  <a:gd name="csY172" fmla="*/ 61306 h 369338"/>
                  <a:gd name="csX173" fmla="*/ 186847 w 305716"/>
                  <a:gd name="csY173" fmla="*/ 63324 h 369338"/>
                  <a:gd name="csX174" fmla="*/ 191417 w 305716"/>
                  <a:gd name="csY174" fmla="*/ 67026 h 369338"/>
                  <a:gd name="csX175" fmla="*/ 193279 w 305716"/>
                  <a:gd name="csY175" fmla="*/ 68556 h 369338"/>
                  <a:gd name="csX176" fmla="*/ 199557 w 305716"/>
                  <a:gd name="csY176" fmla="*/ 74128 h 369338"/>
                  <a:gd name="csX177" fmla="*/ 200506 w 305716"/>
                  <a:gd name="csY177" fmla="*/ 75025 h 369338"/>
                  <a:gd name="csX178" fmla="*/ 205627 w 305716"/>
                  <a:gd name="csY178" fmla="*/ 80009 h 369338"/>
                  <a:gd name="csX179" fmla="*/ 211905 w 305716"/>
                  <a:gd name="csY179" fmla="*/ 86649 h 369338"/>
                  <a:gd name="csX180" fmla="*/ 212008 w 305716"/>
                  <a:gd name="csY180" fmla="*/ 86752 h 369338"/>
                  <a:gd name="csX181" fmla="*/ 212026 w 305716"/>
                  <a:gd name="csY181" fmla="*/ 86769 h 369338"/>
                  <a:gd name="csX182" fmla="*/ 217355 w 305716"/>
                  <a:gd name="csY182" fmla="*/ 92943 h 369338"/>
                  <a:gd name="csX183" fmla="*/ 218976 w 305716"/>
                  <a:gd name="csY183" fmla="*/ 94961 h 369338"/>
                  <a:gd name="csX184" fmla="*/ 222287 w 305716"/>
                  <a:gd name="csY184" fmla="*/ 99152 h 369338"/>
                  <a:gd name="csX185" fmla="*/ 225150 w 305716"/>
                  <a:gd name="csY185" fmla="*/ 102998 h 369338"/>
                  <a:gd name="csX186" fmla="*/ 227650 w 305716"/>
                  <a:gd name="csY186" fmla="*/ 106447 h 369338"/>
                  <a:gd name="csX187" fmla="*/ 230341 w 305716"/>
                  <a:gd name="csY187" fmla="*/ 110431 h 369338"/>
                  <a:gd name="csX188" fmla="*/ 232514 w 305716"/>
                  <a:gd name="csY188" fmla="*/ 113742 h 369338"/>
                  <a:gd name="csX189" fmla="*/ 238550 w 305716"/>
                  <a:gd name="csY189" fmla="*/ 123744 h 369338"/>
                  <a:gd name="csX190" fmla="*/ 240602 w 305716"/>
                  <a:gd name="csY190" fmla="*/ 127504 h 369338"/>
                  <a:gd name="csX191" fmla="*/ 242723 w 305716"/>
                  <a:gd name="csY191" fmla="*/ 131488 h 369338"/>
                  <a:gd name="csX192" fmla="*/ 245500 w 305716"/>
                  <a:gd name="csY192" fmla="*/ 137144 h 369338"/>
                  <a:gd name="csX193" fmla="*/ 246397 w 305716"/>
                  <a:gd name="csY193" fmla="*/ 139024 h 369338"/>
                  <a:gd name="csX194" fmla="*/ 249691 w 305716"/>
                  <a:gd name="csY194" fmla="*/ 146509 h 369338"/>
                  <a:gd name="csX195" fmla="*/ 250501 w 305716"/>
                  <a:gd name="csY195" fmla="*/ 148527 h 369338"/>
                  <a:gd name="csX196" fmla="*/ 252709 w 305716"/>
                  <a:gd name="csY196" fmla="*/ 154201 h 369338"/>
                  <a:gd name="csX197" fmla="*/ 253657 w 305716"/>
                  <a:gd name="csY197" fmla="*/ 156822 h 369338"/>
                  <a:gd name="csX198" fmla="*/ 255554 w 305716"/>
                  <a:gd name="csY198" fmla="*/ 162375 h 369338"/>
                  <a:gd name="csX199" fmla="*/ 256348 w 305716"/>
                  <a:gd name="csY199" fmla="*/ 164755 h 369338"/>
                  <a:gd name="csX200" fmla="*/ 258521 w 305716"/>
                  <a:gd name="csY200" fmla="*/ 172171 h 369338"/>
                  <a:gd name="csX201" fmla="*/ 258710 w 305716"/>
                  <a:gd name="csY201" fmla="*/ 172792 h 369338"/>
                  <a:gd name="csX202" fmla="*/ 260728 w 305716"/>
                  <a:gd name="csY202" fmla="*/ 180932 h 369338"/>
                  <a:gd name="csX203" fmla="*/ 261297 w 305716"/>
                  <a:gd name="csY203" fmla="*/ 183605 h 369338"/>
                  <a:gd name="csX204" fmla="*/ 262435 w 305716"/>
                  <a:gd name="csY204" fmla="*/ 189261 h 369338"/>
                  <a:gd name="csX205" fmla="*/ 262987 w 305716"/>
                  <a:gd name="csY205" fmla="*/ 192435 h 369338"/>
                  <a:gd name="csX206" fmla="*/ 263832 w 305716"/>
                  <a:gd name="csY206" fmla="*/ 197781 h 369338"/>
                  <a:gd name="csX207" fmla="*/ 264281 w 305716"/>
                  <a:gd name="csY207" fmla="*/ 200971 h 369338"/>
                  <a:gd name="csX208" fmla="*/ 264901 w 305716"/>
                  <a:gd name="csY208" fmla="*/ 206559 h 369338"/>
                  <a:gd name="csX209" fmla="*/ 265195 w 305716"/>
                  <a:gd name="csY209" fmla="*/ 209491 h 369338"/>
                  <a:gd name="csX210" fmla="*/ 265678 w 305716"/>
                  <a:gd name="csY210" fmla="*/ 216837 h 369338"/>
                  <a:gd name="csX211" fmla="*/ 265747 w 305716"/>
                  <a:gd name="csY211" fmla="*/ 217924 h 369338"/>
                  <a:gd name="csX212" fmla="*/ 265936 w 305716"/>
                  <a:gd name="csY212" fmla="*/ 226392 h 369338"/>
                  <a:gd name="csX213" fmla="*/ 265902 w 305716"/>
                  <a:gd name="csY213" fmla="*/ 228806 h 369338"/>
                  <a:gd name="csX214" fmla="*/ 265763 w 305716"/>
                  <a:gd name="csY214" fmla="*/ 234928 h 369338"/>
                  <a:gd name="csX215" fmla="*/ 265609 w 305716"/>
                  <a:gd name="csY215" fmla="*/ 237877 h 369338"/>
                  <a:gd name="csX216" fmla="*/ 265195 w 305716"/>
                  <a:gd name="csY216" fmla="*/ 243706 h 369338"/>
                  <a:gd name="csX217" fmla="*/ 264953 w 305716"/>
                  <a:gd name="csY217" fmla="*/ 246517 h 369338"/>
                  <a:gd name="csX218" fmla="*/ 263970 w 305716"/>
                  <a:gd name="csY218" fmla="*/ 254847 h 369338"/>
                  <a:gd name="csX219" fmla="*/ 262539 w 305716"/>
                  <a:gd name="csY219" fmla="*/ 263488 h 369338"/>
                  <a:gd name="csX220" fmla="*/ 262039 w 305716"/>
                  <a:gd name="csY220" fmla="*/ 265902 h 369338"/>
                  <a:gd name="csX221" fmla="*/ 260780 w 305716"/>
                  <a:gd name="csY221" fmla="*/ 271731 h 369338"/>
                  <a:gd name="csX222" fmla="*/ 259952 w 305716"/>
                  <a:gd name="csY222" fmla="*/ 275059 h 369338"/>
                  <a:gd name="csX223" fmla="*/ 258641 w 305716"/>
                  <a:gd name="csY223" fmla="*/ 279957 h 369338"/>
                  <a:gd name="csX224" fmla="*/ 257589 w 305716"/>
                  <a:gd name="csY224" fmla="*/ 283510 h 369338"/>
                  <a:gd name="csX225" fmla="*/ 256158 w 305716"/>
                  <a:gd name="csY225" fmla="*/ 287977 h 369338"/>
                  <a:gd name="csX226" fmla="*/ 254778 w 305716"/>
                  <a:gd name="csY226" fmla="*/ 291926 h 369338"/>
                  <a:gd name="csX227" fmla="*/ 253278 w 305716"/>
                  <a:gd name="csY227" fmla="*/ 295910 h 369338"/>
                  <a:gd name="csX228" fmla="*/ 251415 w 305716"/>
                  <a:gd name="csY228" fmla="*/ 300514 h 369338"/>
                  <a:gd name="csX229" fmla="*/ 249880 w 305716"/>
                  <a:gd name="csY229" fmla="*/ 304067 h 369338"/>
                  <a:gd name="csX230" fmla="*/ 247311 w 305716"/>
                  <a:gd name="csY230" fmla="*/ 309517 h 369338"/>
                  <a:gd name="csX231" fmla="*/ 245655 w 305716"/>
                  <a:gd name="csY231" fmla="*/ 312879 h 369338"/>
                  <a:gd name="csX232" fmla="*/ 244775 w 305716"/>
                  <a:gd name="csY232" fmla="*/ 314552 h 369338"/>
                  <a:gd name="csX233" fmla="*/ 241654 w 305716"/>
                  <a:gd name="csY233" fmla="*/ 320123 h 369338"/>
                  <a:gd name="csX234" fmla="*/ 241033 w 305716"/>
                  <a:gd name="csY234" fmla="*/ 321209 h 369338"/>
                  <a:gd name="csX235" fmla="*/ 236825 w 305716"/>
                  <a:gd name="csY235" fmla="*/ 327953 h 369338"/>
                  <a:gd name="csX236" fmla="*/ 236791 w 305716"/>
                  <a:gd name="csY236" fmla="*/ 328004 h 369338"/>
                  <a:gd name="csX237" fmla="*/ 232289 w 305716"/>
                  <a:gd name="csY237" fmla="*/ 334454 h 369338"/>
                  <a:gd name="csX238" fmla="*/ 231324 w 305716"/>
                  <a:gd name="csY238" fmla="*/ 335696 h 369338"/>
                  <a:gd name="csX239" fmla="*/ 227737 w 305716"/>
                  <a:gd name="csY239" fmla="*/ 340335 h 369338"/>
                  <a:gd name="csX240" fmla="*/ 226236 w 305716"/>
                  <a:gd name="csY240" fmla="*/ 342146 h 369338"/>
                  <a:gd name="csX241" fmla="*/ 222718 w 305716"/>
                  <a:gd name="csY241" fmla="*/ 346233 h 369338"/>
                  <a:gd name="csX242" fmla="*/ 221338 w 305716"/>
                  <a:gd name="csY242" fmla="*/ 347768 h 369338"/>
                  <a:gd name="csX243" fmla="*/ 216337 w 305716"/>
                  <a:gd name="csY243" fmla="*/ 352993 h 369338"/>
                  <a:gd name="csX244" fmla="*/ 215596 w 305716"/>
                  <a:gd name="csY244" fmla="*/ 353700 h 369338"/>
                  <a:gd name="csX245" fmla="*/ 211060 w 305716"/>
                  <a:gd name="csY245" fmla="*/ 357977 h 369338"/>
                  <a:gd name="csX246" fmla="*/ 209353 w 305716"/>
                  <a:gd name="csY246" fmla="*/ 359461 h 369338"/>
                  <a:gd name="csX247" fmla="*/ 205369 w 305716"/>
                  <a:gd name="csY247" fmla="*/ 362841 h 369338"/>
                  <a:gd name="csX248" fmla="*/ 203696 w 305716"/>
                  <a:gd name="csY248" fmla="*/ 364203 h 369338"/>
                  <a:gd name="csX249" fmla="*/ 197987 w 305716"/>
                  <a:gd name="csY249" fmla="*/ 368532 h 369338"/>
                  <a:gd name="csX250" fmla="*/ 235928 w 305716"/>
                  <a:gd name="csY250" fmla="*/ 341284 h 369338"/>
                  <a:gd name="csX251" fmla="*/ 241637 w 305716"/>
                  <a:gd name="csY251" fmla="*/ 336955 h 369338"/>
                  <a:gd name="csX252" fmla="*/ 243310 w 305716"/>
                  <a:gd name="csY252" fmla="*/ 335592 h 369338"/>
                  <a:gd name="csX253" fmla="*/ 247293 w 305716"/>
                  <a:gd name="csY253" fmla="*/ 332229 h 369338"/>
                  <a:gd name="csX254" fmla="*/ 249001 w 305716"/>
                  <a:gd name="csY254" fmla="*/ 330729 h 369338"/>
                  <a:gd name="csX255" fmla="*/ 253536 w 305716"/>
                  <a:gd name="csY255" fmla="*/ 326452 h 369338"/>
                  <a:gd name="csX256" fmla="*/ 254278 w 305716"/>
                  <a:gd name="csY256" fmla="*/ 325745 h 369338"/>
                  <a:gd name="csX257" fmla="*/ 259279 w 305716"/>
                  <a:gd name="csY257" fmla="*/ 320519 h 369338"/>
                  <a:gd name="csX258" fmla="*/ 260659 w 305716"/>
                  <a:gd name="csY258" fmla="*/ 318985 h 369338"/>
                  <a:gd name="csX259" fmla="*/ 264177 w 305716"/>
                  <a:gd name="csY259" fmla="*/ 314897 h 369338"/>
                  <a:gd name="csX260" fmla="*/ 265678 w 305716"/>
                  <a:gd name="csY260" fmla="*/ 313086 h 369338"/>
                  <a:gd name="csX261" fmla="*/ 269282 w 305716"/>
                  <a:gd name="csY261" fmla="*/ 308465 h 369338"/>
                  <a:gd name="csX262" fmla="*/ 270230 w 305716"/>
                  <a:gd name="csY262" fmla="*/ 307206 h 369338"/>
                  <a:gd name="csX263" fmla="*/ 270506 w 305716"/>
                  <a:gd name="csY263" fmla="*/ 306826 h 369338"/>
                  <a:gd name="csX264" fmla="*/ 274732 w 305716"/>
                  <a:gd name="csY264" fmla="*/ 300756 h 369338"/>
                  <a:gd name="csX265" fmla="*/ 274766 w 305716"/>
                  <a:gd name="csY265" fmla="*/ 300704 h 369338"/>
                  <a:gd name="csX266" fmla="*/ 278732 w 305716"/>
                  <a:gd name="csY266" fmla="*/ 294392 h 369338"/>
                  <a:gd name="csX267" fmla="*/ 278974 w 305716"/>
                  <a:gd name="csY267" fmla="*/ 293961 h 369338"/>
                  <a:gd name="csX268" fmla="*/ 279595 w 305716"/>
                  <a:gd name="csY268" fmla="*/ 292874 h 369338"/>
                  <a:gd name="csX269" fmla="*/ 282716 w 305716"/>
                  <a:gd name="csY269" fmla="*/ 287304 h 369338"/>
                  <a:gd name="csX270" fmla="*/ 283596 w 305716"/>
                  <a:gd name="csY270" fmla="*/ 285631 h 369338"/>
                  <a:gd name="csX271" fmla="*/ 284234 w 305716"/>
                  <a:gd name="csY271" fmla="*/ 284407 h 369338"/>
                  <a:gd name="csX272" fmla="*/ 285251 w 305716"/>
                  <a:gd name="csY272" fmla="*/ 282268 h 369338"/>
                  <a:gd name="csX273" fmla="*/ 287821 w 305716"/>
                  <a:gd name="csY273" fmla="*/ 276819 h 369338"/>
                  <a:gd name="csX274" fmla="*/ 288511 w 305716"/>
                  <a:gd name="csY274" fmla="*/ 275370 h 369338"/>
                  <a:gd name="csX275" fmla="*/ 289356 w 305716"/>
                  <a:gd name="csY275" fmla="*/ 273283 h 369338"/>
                  <a:gd name="csX276" fmla="*/ 291218 w 305716"/>
                  <a:gd name="csY276" fmla="*/ 268661 h 369338"/>
                  <a:gd name="csX277" fmla="*/ 291995 w 305716"/>
                  <a:gd name="csY277" fmla="*/ 266781 h 369338"/>
                  <a:gd name="csX278" fmla="*/ 292719 w 305716"/>
                  <a:gd name="csY278" fmla="*/ 264677 h 369338"/>
                  <a:gd name="csX279" fmla="*/ 294099 w 305716"/>
                  <a:gd name="csY279" fmla="*/ 260728 h 369338"/>
                  <a:gd name="csX280" fmla="*/ 294806 w 305716"/>
                  <a:gd name="csY280" fmla="*/ 258693 h 369338"/>
                  <a:gd name="csX281" fmla="*/ 295530 w 305716"/>
                  <a:gd name="csY281" fmla="*/ 256261 h 369338"/>
                  <a:gd name="csX282" fmla="*/ 296582 w 305716"/>
                  <a:gd name="csY282" fmla="*/ 252709 h 369338"/>
                  <a:gd name="csX283" fmla="*/ 297117 w 305716"/>
                  <a:gd name="csY283" fmla="*/ 250898 h 369338"/>
                  <a:gd name="csX284" fmla="*/ 297893 w 305716"/>
                  <a:gd name="csY284" fmla="*/ 247811 h 369338"/>
                  <a:gd name="csX285" fmla="*/ 298720 w 305716"/>
                  <a:gd name="csY285" fmla="*/ 244483 h 369338"/>
                  <a:gd name="csX286" fmla="*/ 299048 w 305716"/>
                  <a:gd name="csY286" fmla="*/ 243155 h 369338"/>
                  <a:gd name="csX287" fmla="*/ 299979 w 305716"/>
                  <a:gd name="csY287" fmla="*/ 238653 h 369338"/>
                  <a:gd name="csX288" fmla="*/ 300480 w 305716"/>
                  <a:gd name="csY288" fmla="*/ 236239 h 369338"/>
                  <a:gd name="csX289" fmla="*/ 300600 w 305716"/>
                  <a:gd name="csY289" fmla="*/ 235653 h 369338"/>
                  <a:gd name="csX290" fmla="*/ 301842 w 305716"/>
                  <a:gd name="csY290" fmla="*/ 228065 h 369338"/>
                  <a:gd name="csX291" fmla="*/ 301911 w 305716"/>
                  <a:gd name="csY291" fmla="*/ 227599 h 369338"/>
                  <a:gd name="csX292" fmla="*/ 302773 w 305716"/>
                  <a:gd name="csY292" fmla="*/ 220597 h 369338"/>
                  <a:gd name="csX293" fmla="*/ 302894 w 305716"/>
                  <a:gd name="csY293" fmla="*/ 219269 h 369338"/>
                  <a:gd name="csX294" fmla="*/ 303135 w 305716"/>
                  <a:gd name="csY294" fmla="*/ 216458 h 369338"/>
                  <a:gd name="csX295" fmla="*/ 303429 w 305716"/>
                  <a:gd name="csY295" fmla="*/ 213147 h 369338"/>
                  <a:gd name="csX296" fmla="*/ 303549 w 305716"/>
                  <a:gd name="csY296" fmla="*/ 210629 h 369338"/>
                  <a:gd name="csX297" fmla="*/ 303704 w 305716"/>
                  <a:gd name="csY297" fmla="*/ 207680 h 369338"/>
                  <a:gd name="csX298" fmla="*/ 303791 w 305716"/>
                  <a:gd name="csY298" fmla="*/ 205731 h 369338"/>
                  <a:gd name="csX299" fmla="*/ 303842 w 305716"/>
                  <a:gd name="csY299" fmla="*/ 201558 h 369338"/>
                  <a:gd name="csX300" fmla="*/ 303877 w 305716"/>
                  <a:gd name="csY300" fmla="*/ 199143 h 369338"/>
                  <a:gd name="csX301" fmla="*/ 303894 w 305716"/>
                  <a:gd name="csY301" fmla="*/ 198350 h 369338"/>
                  <a:gd name="csX302" fmla="*/ 303704 w 305716"/>
                  <a:gd name="csY302" fmla="*/ 190831 h 369338"/>
                  <a:gd name="csX303" fmla="*/ 303687 w 305716"/>
                  <a:gd name="csY303" fmla="*/ 190675 h 369338"/>
                  <a:gd name="csX304" fmla="*/ 303618 w 305716"/>
                  <a:gd name="csY304" fmla="*/ 189589 h 3693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Lst>
                <a:rect l="l" t="t" r="r" b="b"/>
                <a:pathLst>
                  <a:path w="305716" h="369338">
                    <a:moveTo>
                      <a:pt x="303618" y="189589"/>
                    </a:moveTo>
                    <a:cubicBezTo>
                      <a:pt x="303515" y="187520"/>
                      <a:pt x="303411" y="185433"/>
                      <a:pt x="303239" y="183346"/>
                    </a:cubicBezTo>
                    <a:cubicBezTo>
                      <a:pt x="303205" y="182984"/>
                      <a:pt x="303170" y="182622"/>
                      <a:pt x="303135" y="182242"/>
                    </a:cubicBezTo>
                    <a:cubicBezTo>
                      <a:pt x="303049" y="181259"/>
                      <a:pt x="302946" y="180276"/>
                      <a:pt x="302842" y="179293"/>
                    </a:cubicBezTo>
                    <a:cubicBezTo>
                      <a:pt x="302722" y="178103"/>
                      <a:pt x="302618" y="176896"/>
                      <a:pt x="302480" y="175706"/>
                    </a:cubicBezTo>
                    <a:cubicBezTo>
                      <a:pt x="302411" y="175051"/>
                      <a:pt x="302290" y="174378"/>
                      <a:pt x="302221" y="173723"/>
                    </a:cubicBezTo>
                    <a:cubicBezTo>
                      <a:pt x="302083" y="172654"/>
                      <a:pt x="301928" y="171602"/>
                      <a:pt x="301773" y="170550"/>
                    </a:cubicBezTo>
                    <a:cubicBezTo>
                      <a:pt x="301669" y="169722"/>
                      <a:pt x="301566" y="168911"/>
                      <a:pt x="301445" y="168101"/>
                    </a:cubicBezTo>
                    <a:cubicBezTo>
                      <a:pt x="301290" y="167118"/>
                      <a:pt x="301101" y="166152"/>
                      <a:pt x="300928" y="165186"/>
                    </a:cubicBezTo>
                    <a:cubicBezTo>
                      <a:pt x="300755" y="164117"/>
                      <a:pt x="300583" y="163065"/>
                      <a:pt x="300376" y="162030"/>
                    </a:cubicBezTo>
                    <a:cubicBezTo>
                      <a:pt x="300290" y="161496"/>
                      <a:pt x="300204" y="160978"/>
                      <a:pt x="300117" y="160461"/>
                    </a:cubicBezTo>
                    <a:cubicBezTo>
                      <a:pt x="299841" y="159081"/>
                      <a:pt x="299531" y="157719"/>
                      <a:pt x="299238" y="156356"/>
                    </a:cubicBezTo>
                    <a:cubicBezTo>
                      <a:pt x="299048" y="155460"/>
                      <a:pt x="298876" y="154563"/>
                      <a:pt x="298669" y="153683"/>
                    </a:cubicBezTo>
                    <a:cubicBezTo>
                      <a:pt x="298600" y="153442"/>
                      <a:pt x="298565" y="153183"/>
                      <a:pt x="298496" y="152942"/>
                    </a:cubicBezTo>
                    <a:cubicBezTo>
                      <a:pt x="297944" y="150493"/>
                      <a:pt x="297323" y="148061"/>
                      <a:pt x="296668" y="145629"/>
                    </a:cubicBezTo>
                    <a:cubicBezTo>
                      <a:pt x="296668" y="145612"/>
                      <a:pt x="296651" y="145578"/>
                      <a:pt x="296651" y="145543"/>
                    </a:cubicBezTo>
                    <a:cubicBezTo>
                      <a:pt x="296582" y="145336"/>
                      <a:pt x="296513" y="145112"/>
                      <a:pt x="296461" y="144888"/>
                    </a:cubicBezTo>
                    <a:cubicBezTo>
                      <a:pt x="295875" y="142749"/>
                      <a:pt x="295254" y="140628"/>
                      <a:pt x="294616" y="138507"/>
                    </a:cubicBezTo>
                    <a:cubicBezTo>
                      <a:pt x="294513" y="138179"/>
                      <a:pt x="294392" y="137851"/>
                      <a:pt x="294288" y="137507"/>
                    </a:cubicBezTo>
                    <a:cubicBezTo>
                      <a:pt x="294030" y="136713"/>
                      <a:pt x="293754" y="135920"/>
                      <a:pt x="293495" y="135127"/>
                    </a:cubicBezTo>
                    <a:cubicBezTo>
                      <a:pt x="293133" y="133988"/>
                      <a:pt x="292771" y="132850"/>
                      <a:pt x="292391" y="131712"/>
                    </a:cubicBezTo>
                    <a:cubicBezTo>
                      <a:pt x="292132" y="131005"/>
                      <a:pt x="291857" y="130280"/>
                      <a:pt x="291615" y="129574"/>
                    </a:cubicBezTo>
                    <a:cubicBezTo>
                      <a:pt x="291287" y="128694"/>
                      <a:pt x="290977" y="127832"/>
                      <a:pt x="290650" y="126952"/>
                    </a:cubicBezTo>
                    <a:cubicBezTo>
                      <a:pt x="290425" y="126314"/>
                      <a:pt x="290201" y="125676"/>
                      <a:pt x="289959" y="125038"/>
                    </a:cubicBezTo>
                    <a:cubicBezTo>
                      <a:pt x="289477" y="123779"/>
                      <a:pt x="288959" y="122537"/>
                      <a:pt x="288442" y="121278"/>
                    </a:cubicBezTo>
                    <a:cubicBezTo>
                      <a:pt x="288166" y="120606"/>
                      <a:pt x="287907" y="119933"/>
                      <a:pt x="287632" y="119261"/>
                    </a:cubicBezTo>
                    <a:cubicBezTo>
                      <a:pt x="287545" y="119036"/>
                      <a:pt x="287442" y="118795"/>
                      <a:pt x="287355" y="118553"/>
                    </a:cubicBezTo>
                    <a:cubicBezTo>
                      <a:pt x="286424" y="116363"/>
                      <a:pt x="285476" y="114190"/>
                      <a:pt x="284475" y="112034"/>
                    </a:cubicBezTo>
                    <a:cubicBezTo>
                      <a:pt x="284441" y="111948"/>
                      <a:pt x="284389" y="111862"/>
                      <a:pt x="284337" y="111776"/>
                    </a:cubicBezTo>
                    <a:cubicBezTo>
                      <a:pt x="284061" y="111155"/>
                      <a:pt x="283751" y="110551"/>
                      <a:pt x="283458" y="109930"/>
                    </a:cubicBezTo>
                    <a:cubicBezTo>
                      <a:pt x="282664" y="108275"/>
                      <a:pt x="281889" y="106619"/>
                      <a:pt x="281061" y="104998"/>
                    </a:cubicBezTo>
                    <a:cubicBezTo>
                      <a:pt x="280940" y="104739"/>
                      <a:pt x="280785" y="104481"/>
                      <a:pt x="280664" y="104222"/>
                    </a:cubicBezTo>
                    <a:cubicBezTo>
                      <a:pt x="279974" y="102894"/>
                      <a:pt x="279250" y="101583"/>
                      <a:pt x="278543" y="100256"/>
                    </a:cubicBezTo>
                    <a:cubicBezTo>
                      <a:pt x="277974" y="99186"/>
                      <a:pt x="277422" y="98117"/>
                      <a:pt x="276836" y="97065"/>
                    </a:cubicBezTo>
                    <a:cubicBezTo>
                      <a:pt x="276732" y="96875"/>
                      <a:pt x="276611" y="96686"/>
                      <a:pt x="276491" y="96496"/>
                    </a:cubicBezTo>
                    <a:cubicBezTo>
                      <a:pt x="274576" y="93099"/>
                      <a:pt x="272559" y="89770"/>
                      <a:pt x="270455" y="86493"/>
                    </a:cubicBezTo>
                    <a:cubicBezTo>
                      <a:pt x="270282" y="86217"/>
                      <a:pt x="270127" y="85907"/>
                      <a:pt x="269955" y="85631"/>
                    </a:cubicBezTo>
                    <a:cubicBezTo>
                      <a:pt x="269420" y="84803"/>
                      <a:pt x="268833" y="84010"/>
                      <a:pt x="268282" y="83199"/>
                    </a:cubicBezTo>
                    <a:cubicBezTo>
                      <a:pt x="267402" y="81854"/>
                      <a:pt x="266505" y="80509"/>
                      <a:pt x="265591" y="79198"/>
                    </a:cubicBezTo>
                    <a:cubicBezTo>
                      <a:pt x="264764" y="78043"/>
                      <a:pt x="263936" y="76887"/>
                      <a:pt x="263091" y="75749"/>
                    </a:cubicBezTo>
                    <a:cubicBezTo>
                      <a:pt x="262142" y="74456"/>
                      <a:pt x="261193" y="73180"/>
                      <a:pt x="260228" y="71907"/>
                    </a:cubicBezTo>
                    <a:cubicBezTo>
                      <a:pt x="259917" y="71491"/>
                      <a:pt x="259607" y="71057"/>
                      <a:pt x="259279" y="70643"/>
                    </a:cubicBezTo>
                    <a:cubicBezTo>
                      <a:pt x="258521" y="69649"/>
                      <a:pt x="257710" y="68685"/>
                      <a:pt x="256917" y="67709"/>
                    </a:cubicBezTo>
                    <a:cubicBezTo>
                      <a:pt x="256365" y="67038"/>
                      <a:pt x="255847" y="66361"/>
                      <a:pt x="255296" y="65698"/>
                    </a:cubicBezTo>
                    <a:cubicBezTo>
                      <a:pt x="253554" y="63618"/>
                      <a:pt x="251795" y="61568"/>
                      <a:pt x="250001" y="59564"/>
                    </a:cubicBezTo>
                    <a:cubicBezTo>
                      <a:pt x="249984" y="59545"/>
                      <a:pt x="249966" y="59526"/>
                      <a:pt x="249949" y="59509"/>
                    </a:cubicBezTo>
                    <a:lnTo>
                      <a:pt x="249949" y="59505"/>
                    </a:lnTo>
                    <a:cubicBezTo>
                      <a:pt x="249932" y="59488"/>
                      <a:pt x="249915" y="59473"/>
                      <a:pt x="249898" y="59457"/>
                    </a:cubicBezTo>
                    <a:cubicBezTo>
                      <a:pt x="247845" y="57172"/>
                      <a:pt x="245724" y="54942"/>
                      <a:pt x="243568" y="52760"/>
                    </a:cubicBezTo>
                    <a:cubicBezTo>
                      <a:pt x="243465" y="52664"/>
                      <a:pt x="243379" y="52560"/>
                      <a:pt x="243292" y="52464"/>
                    </a:cubicBezTo>
                    <a:cubicBezTo>
                      <a:pt x="241706" y="50879"/>
                      <a:pt x="240102" y="49339"/>
                      <a:pt x="238464" y="47809"/>
                    </a:cubicBezTo>
                    <a:cubicBezTo>
                      <a:pt x="238136" y="47502"/>
                      <a:pt x="237826" y="47178"/>
                      <a:pt x="237498" y="46873"/>
                    </a:cubicBezTo>
                    <a:cubicBezTo>
                      <a:pt x="237480" y="46855"/>
                      <a:pt x="237463" y="46837"/>
                      <a:pt x="237446" y="46818"/>
                    </a:cubicBezTo>
                    <a:cubicBezTo>
                      <a:pt x="235497" y="45022"/>
                      <a:pt x="233531" y="43268"/>
                      <a:pt x="231531" y="41556"/>
                    </a:cubicBezTo>
                    <a:cubicBezTo>
                      <a:pt x="231427" y="41471"/>
                      <a:pt x="231324" y="41392"/>
                      <a:pt x="231220" y="41308"/>
                    </a:cubicBezTo>
                    <a:cubicBezTo>
                      <a:pt x="230617" y="40787"/>
                      <a:pt x="229979" y="40293"/>
                      <a:pt x="229358" y="39780"/>
                    </a:cubicBezTo>
                    <a:cubicBezTo>
                      <a:pt x="228082" y="38724"/>
                      <a:pt x="226823" y="37657"/>
                      <a:pt x="225529" y="36636"/>
                    </a:cubicBezTo>
                    <a:cubicBezTo>
                      <a:pt x="225288" y="36444"/>
                      <a:pt x="225029" y="36267"/>
                      <a:pt x="224788" y="36075"/>
                    </a:cubicBezTo>
                    <a:cubicBezTo>
                      <a:pt x="223908" y="35391"/>
                      <a:pt x="222994" y="34735"/>
                      <a:pt x="222114" y="34066"/>
                    </a:cubicBezTo>
                    <a:cubicBezTo>
                      <a:pt x="221131" y="33326"/>
                      <a:pt x="220149" y="32564"/>
                      <a:pt x="219148" y="31845"/>
                    </a:cubicBezTo>
                    <a:cubicBezTo>
                      <a:pt x="218786" y="31577"/>
                      <a:pt x="218407" y="31334"/>
                      <a:pt x="218027" y="31070"/>
                    </a:cubicBezTo>
                    <a:cubicBezTo>
                      <a:pt x="217061" y="30381"/>
                      <a:pt x="216061" y="29713"/>
                      <a:pt x="215078" y="29042"/>
                    </a:cubicBezTo>
                    <a:cubicBezTo>
                      <a:pt x="214233" y="28464"/>
                      <a:pt x="213388" y="27861"/>
                      <a:pt x="212543" y="27297"/>
                    </a:cubicBezTo>
                    <a:cubicBezTo>
                      <a:pt x="212043" y="26980"/>
                      <a:pt x="211543" y="26690"/>
                      <a:pt x="211060" y="26376"/>
                    </a:cubicBezTo>
                    <a:cubicBezTo>
                      <a:pt x="209991" y="25690"/>
                      <a:pt x="208904" y="25024"/>
                      <a:pt x="207835" y="24362"/>
                    </a:cubicBezTo>
                    <a:cubicBezTo>
                      <a:pt x="207076" y="23900"/>
                      <a:pt x="206352" y="23411"/>
                      <a:pt x="205593" y="22961"/>
                    </a:cubicBezTo>
                    <a:cubicBezTo>
                      <a:pt x="204989" y="22610"/>
                      <a:pt x="204386" y="22292"/>
                      <a:pt x="203782" y="21947"/>
                    </a:cubicBezTo>
                    <a:cubicBezTo>
                      <a:pt x="202696" y="21320"/>
                      <a:pt x="201592" y="20704"/>
                      <a:pt x="200488" y="20099"/>
                    </a:cubicBezTo>
                    <a:cubicBezTo>
                      <a:pt x="199833" y="19729"/>
                      <a:pt x="199178" y="19335"/>
                      <a:pt x="198505" y="18976"/>
                    </a:cubicBezTo>
                    <a:cubicBezTo>
                      <a:pt x="197763" y="18588"/>
                      <a:pt x="197022" y="18241"/>
                      <a:pt x="196297" y="17864"/>
                    </a:cubicBezTo>
                    <a:cubicBezTo>
                      <a:pt x="195211" y="17306"/>
                      <a:pt x="194124" y="16755"/>
                      <a:pt x="193021" y="16220"/>
                    </a:cubicBezTo>
                    <a:cubicBezTo>
                      <a:pt x="192469" y="15944"/>
                      <a:pt x="191917" y="15642"/>
                      <a:pt x="191348" y="15373"/>
                    </a:cubicBezTo>
                    <a:cubicBezTo>
                      <a:pt x="190434" y="14935"/>
                      <a:pt x="189485" y="14542"/>
                      <a:pt x="188554" y="14121"/>
                    </a:cubicBezTo>
                    <a:cubicBezTo>
                      <a:pt x="187537" y="13656"/>
                      <a:pt x="186519" y="13186"/>
                      <a:pt x="185484" y="12741"/>
                    </a:cubicBezTo>
                    <a:cubicBezTo>
                      <a:pt x="185070" y="12562"/>
                      <a:pt x="184656" y="12362"/>
                      <a:pt x="184243" y="12186"/>
                    </a:cubicBezTo>
                    <a:cubicBezTo>
                      <a:pt x="182984" y="11658"/>
                      <a:pt x="181708" y="11182"/>
                      <a:pt x="180431" y="10682"/>
                    </a:cubicBezTo>
                    <a:cubicBezTo>
                      <a:pt x="179569" y="10339"/>
                      <a:pt x="178707" y="9977"/>
                      <a:pt x="177827" y="9649"/>
                    </a:cubicBezTo>
                    <a:cubicBezTo>
                      <a:pt x="177603" y="9565"/>
                      <a:pt x="177379" y="9466"/>
                      <a:pt x="177155" y="9384"/>
                    </a:cubicBezTo>
                    <a:cubicBezTo>
                      <a:pt x="174844" y="8532"/>
                      <a:pt x="172533" y="7730"/>
                      <a:pt x="170187" y="6976"/>
                    </a:cubicBezTo>
                    <a:cubicBezTo>
                      <a:pt x="170170" y="6969"/>
                      <a:pt x="170136" y="6964"/>
                      <a:pt x="170118" y="6959"/>
                    </a:cubicBezTo>
                    <a:cubicBezTo>
                      <a:pt x="169946" y="6904"/>
                      <a:pt x="169773" y="6859"/>
                      <a:pt x="169601" y="6804"/>
                    </a:cubicBezTo>
                    <a:cubicBezTo>
                      <a:pt x="167480" y="6131"/>
                      <a:pt x="165358" y="5488"/>
                      <a:pt x="163203" y="4898"/>
                    </a:cubicBezTo>
                    <a:cubicBezTo>
                      <a:pt x="162651" y="4750"/>
                      <a:pt x="162116" y="4605"/>
                      <a:pt x="161564" y="4462"/>
                    </a:cubicBezTo>
                    <a:cubicBezTo>
                      <a:pt x="159805" y="3998"/>
                      <a:pt x="158046" y="3565"/>
                      <a:pt x="156287" y="3163"/>
                    </a:cubicBezTo>
                    <a:cubicBezTo>
                      <a:pt x="155615" y="3010"/>
                      <a:pt x="154942" y="2894"/>
                      <a:pt x="154269" y="2751"/>
                    </a:cubicBezTo>
                    <a:cubicBezTo>
                      <a:pt x="153355" y="2554"/>
                      <a:pt x="152459" y="2368"/>
                      <a:pt x="151545" y="2189"/>
                    </a:cubicBezTo>
                    <a:cubicBezTo>
                      <a:pt x="150837" y="2051"/>
                      <a:pt x="150130" y="1884"/>
                      <a:pt x="149423" y="1754"/>
                    </a:cubicBezTo>
                    <a:cubicBezTo>
                      <a:pt x="148302" y="1547"/>
                      <a:pt x="147181" y="1392"/>
                      <a:pt x="146043" y="1209"/>
                    </a:cubicBezTo>
                    <a:cubicBezTo>
                      <a:pt x="145233" y="1080"/>
                      <a:pt x="144422" y="937"/>
                      <a:pt x="143612" y="819"/>
                    </a:cubicBezTo>
                    <a:cubicBezTo>
                      <a:pt x="143284" y="771"/>
                      <a:pt x="142956" y="704"/>
                      <a:pt x="142611" y="659"/>
                    </a:cubicBezTo>
                    <a:cubicBezTo>
                      <a:pt x="140352" y="345"/>
                      <a:pt x="138110" y="85"/>
                      <a:pt x="135868" y="-127"/>
                    </a:cubicBezTo>
                    <a:cubicBezTo>
                      <a:pt x="135851" y="-129"/>
                      <a:pt x="135834" y="-131"/>
                      <a:pt x="135834" y="-133"/>
                    </a:cubicBezTo>
                    <a:cubicBezTo>
                      <a:pt x="133540" y="-348"/>
                      <a:pt x="131246" y="-512"/>
                      <a:pt x="128970" y="-624"/>
                    </a:cubicBezTo>
                    <a:cubicBezTo>
                      <a:pt x="128677" y="-638"/>
                      <a:pt x="128383" y="-634"/>
                      <a:pt x="128090" y="-648"/>
                    </a:cubicBezTo>
                    <a:cubicBezTo>
                      <a:pt x="127262" y="-683"/>
                      <a:pt x="126435" y="-691"/>
                      <a:pt x="125624" y="-714"/>
                    </a:cubicBezTo>
                    <a:cubicBezTo>
                      <a:pt x="124451" y="-745"/>
                      <a:pt x="123279" y="-802"/>
                      <a:pt x="122106" y="-807"/>
                    </a:cubicBezTo>
                    <a:cubicBezTo>
                      <a:pt x="121537" y="-809"/>
                      <a:pt x="120950" y="-776"/>
                      <a:pt x="120381" y="-772"/>
                    </a:cubicBezTo>
                    <a:cubicBezTo>
                      <a:pt x="119364" y="-764"/>
                      <a:pt x="118346" y="-740"/>
                      <a:pt x="117329" y="-712"/>
                    </a:cubicBezTo>
                    <a:cubicBezTo>
                      <a:pt x="116553" y="-690"/>
                      <a:pt x="115759" y="-698"/>
                      <a:pt x="114983" y="-665"/>
                    </a:cubicBezTo>
                    <a:cubicBezTo>
                      <a:pt x="114173" y="-629"/>
                      <a:pt x="113362" y="-548"/>
                      <a:pt x="112552" y="-498"/>
                    </a:cubicBezTo>
                    <a:cubicBezTo>
                      <a:pt x="111517" y="-438"/>
                      <a:pt x="110499" y="-374"/>
                      <a:pt x="109482" y="-291"/>
                    </a:cubicBezTo>
                    <a:cubicBezTo>
                      <a:pt x="108947" y="-248"/>
                      <a:pt x="108413" y="-231"/>
                      <a:pt x="107878" y="-181"/>
                    </a:cubicBezTo>
                    <a:cubicBezTo>
                      <a:pt x="106912" y="-93"/>
                      <a:pt x="105964" y="50"/>
                      <a:pt x="105015" y="157"/>
                    </a:cubicBezTo>
                    <a:cubicBezTo>
                      <a:pt x="103825" y="290"/>
                      <a:pt x="102653" y="418"/>
                      <a:pt x="101463" y="580"/>
                    </a:cubicBezTo>
                    <a:cubicBezTo>
                      <a:pt x="101049" y="637"/>
                      <a:pt x="100635" y="668"/>
                      <a:pt x="100221" y="728"/>
                    </a:cubicBezTo>
                    <a:cubicBezTo>
                      <a:pt x="99238" y="869"/>
                      <a:pt x="98272" y="1071"/>
                      <a:pt x="97306" y="1233"/>
                    </a:cubicBezTo>
                    <a:cubicBezTo>
                      <a:pt x="96030" y="1445"/>
                      <a:pt x="94754" y="1649"/>
                      <a:pt x="93495" y="1892"/>
                    </a:cubicBezTo>
                    <a:cubicBezTo>
                      <a:pt x="93133" y="1965"/>
                      <a:pt x="92754" y="2013"/>
                      <a:pt x="92374" y="2087"/>
                    </a:cubicBezTo>
                    <a:cubicBezTo>
                      <a:pt x="91512" y="2261"/>
                      <a:pt x="90667" y="2494"/>
                      <a:pt x="89822" y="2684"/>
                    </a:cubicBezTo>
                    <a:cubicBezTo>
                      <a:pt x="88304" y="3017"/>
                      <a:pt x="86786" y="3355"/>
                      <a:pt x="85303" y="3734"/>
                    </a:cubicBezTo>
                    <a:cubicBezTo>
                      <a:pt x="84872" y="3841"/>
                      <a:pt x="84458" y="3919"/>
                      <a:pt x="84027" y="4029"/>
                    </a:cubicBezTo>
                    <a:cubicBezTo>
                      <a:pt x="82372" y="4467"/>
                      <a:pt x="80716" y="4939"/>
                      <a:pt x="79078" y="5434"/>
                    </a:cubicBezTo>
                    <a:cubicBezTo>
                      <a:pt x="78871" y="5498"/>
                      <a:pt x="78664" y="5571"/>
                      <a:pt x="78457" y="5636"/>
                    </a:cubicBezTo>
                    <a:cubicBezTo>
                      <a:pt x="77215" y="6019"/>
                      <a:pt x="75956" y="6407"/>
                      <a:pt x="74732" y="6823"/>
                    </a:cubicBezTo>
                    <a:cubicBezTo>
                      <a:pt x="73938" y="7088"/>
                      <a:pt x="73162" y="7383"/>
                      <a:pt x="72386" y="7663"/>
                    </a:cubicBezTo>
                    <a:cubicBezTo>
                      <a:pt x="71800" y="7871"/>
                      <a:pt x="71213" y="8077"/>
                      <a:pt x="70627" y="8294"/>
                    </a:cubicBezTo>
                    <a:cubicBezTo>
                      <a:pt x="68489" y="9089"/>
                      <a:pt x="66367" y="9915"/>
                      <a:pt x="64263" y="10807"/>
                    </a:cubicBezTo>
                    <a:cubicBezTo>
                      <a:pt x="64194" y="10836"/>
                      <a:pt x="64125" y="10869"/>
                      <a:pt x="64074" y="10896"/>
                    </a:cubicBezTo>
                    <a:cubicBezTo>
                      <a:pt x="63504" y="11141"/>
                      <a:pt x="62935" y="11417"/>
                      <a:pt x="62366" y="11667"/>
                    </a:cubicBezTo>
                    <a:cubicBezTo>
                      <a:pt x="60625" y="12441"/>
                      <a:pt x="58883" y="13231"/>
                      <a:pt x="57158" y="14073"/>
                    </a:cubicBezTo>
                    <a:cubicBezTo>
                      <a:pt x="56330" y="14483"/>
                      <a:pt x="55502" y="14928"/>
                      <a:pt x="54675" y="15356"/>
                    </a:cubicBezTo>
                    <a:cubicBezTo>
                      <a:pt x="53571" y="15923"/>
                      <a:pt x="52467" y="16463"/>
                      <a:pt x="51381" y="17058"/>
                    </a:cubicBezTo>
                    <a:cubicBezTo>
                      <a:pt x="51105" y="17208"/>
                      <a:pt x="50846" y="17384"/>
                      <a:pt x="50570" y="17536"/>
                    </a:cubicBezTo>
                    <a:cubicBezTo>
                      <a:pt x="48897" y="18465"/>
                      <a:pt x="47242" y="19452"/>
                      <a:pt x="45603" y="20447"/>
                    </a:cubicBezTo>
                    <a:cubicBezTo>
                      <a:pt x="44810" y="20932"/>
                      <a:pt x="44000" y="21390"/>
                      <a:pt x="43206" y="21890"/>
                    </a:cubicBezTo>
                    <a:cubicBezTo>
                      <a:pt x="40809" y="23415"/>
                      <a:pt x="38446" y="25000"/>
                      <a:pt x="36118" y="26666"/>
                    </a:cubicBezTo>
                    <a:lnTo>
                      <a:pt x="-1823" y="53913"/>
                    </a:lnTo>
                    <a:cubicBezTo>
                      <a:pt x="488" y="52247"/>
                      <a:pt x="2868" y="50662"/>
                      <a:pt x="5265" y="49137"/>
                    </a:cubicBezTo>
                    <a:cubicBezTo>
                      <a:pt x="6059" y="48637"/>
                      <a:pt x="6869" y="48180"/>
                      <a:pt x="7662" y="47695"/>
                    </a:cubicBezTo>
                    <a:cubicBezTo>
                      <a:pt x="9301" y="46699"/>
                      <a:pt x="10956" y="45712"/>
                      <a:pt x="12629" y="44783"/>
                    </a:cubicBezTo>
                    <a:cubicBezTo>
                      <a:pt x="13975" y="44029"/>
                      <a:pt x="15354" y="43315"/>
                      <a:pt x="16734" y="42606"/>
                    </a:cubicBezTo>
                    <a:cubicBezTo>
                      <a:pt x="17562" y="42178"/>
                      <a:pt x="18389" y="41732"/>
                      <a:pt x="19217" y="41320"/>
                    </a:cubicBezTo>
                    <a:cubicBezTo>
                      <a:pt x="20942" y="40478"/>
                      <a:pt x="22684" y="39690"/>
                      <a:pt x="24425" y="38915"/>
                    </a:cubicBezTo>
                    <a:cubicBezTo>
                      <a:pt x="24995" y="38664"/>
                      <a:pt x="25564" y="38388"/>
                      <a:pt x="26133" y="38143"/>
                    </a:cubicBezTo>
                    <a:cubicBezTo>
                      <a:pt x="28289" y="37220"/>
                      <a:pt x="30479" y="36361"/>
                      <a:pt x="32686" y="35544"/>
                    </a:cubicBezTo>
                    <a:cubicBezTo>
                      <a:pt x="33273" y="35325"/>
                      <a:pt x="33859" y="35118"/>
                      <a:pt x="34445" y="34908"/>
                    </a:cubicBezTo>
                    <a:cubicBezTo>
                      <a:pt x="36463" y="34194"/>
                      <a:pt x="38464" y="33511"/>
                      <a:pt x="40516" y="32883"/>
                    </a:cubicBezTo>
                    <a:cubicBezTo>
                      <a:pt x="40723" y="32819"/>
                      <a:pt x="40930" y="32747"/>
                      <a:pt x="41137" y="32683"/>
                    </a:cubicBezTo>
                    <a:cubicBezTo>
                      <a:pt x="43189" y="32062"/>
                      <a:pt x="45276" y="31512"/>
                      <a:pt x="47362" y="30981"/>
                    </a:cubicBezTo>
                    <a:cubicBezTo>
                      <a:pt x="48863" y="30601"/>
                      <a:pt x="50363" y="30263"/>
                      <a:pt x="51881" y="29930"/>
                    </a:cubicBezTo>
                    <a:cubicBezTo>
                      <a:pt x="53105" y="29660"/>
                      <a:pt x="54330" y="29380"/>
                      <a:pt x="55554" y="29141"/>
                    </a:cubicBezTo>
                    <a:cubicBezTo>
                      <a:pt x="56813" y="28896"/>
                      <a:pt x="58089" y="28692"/>
                      <a:pt x="59365" y="28482"/>
                    </a:cubicBezTo>
                    <a:cubicBezTo>
                      <a:pt x="60745" y="28251"/>
                      <a:pt x="62125" y="28018"/>
                      <a:pt x="63539" y="27826"/>
                    </a:cubicBezTo>
                    <a:cubicBezTo>
                      <a:pt x="64695" y="27666"/>
                      <a:pt x="65884" y="27538"/>
                      <a:pt x="67057" y="27406"/>
                    </a:cubicBezTo>
                    <a:cubicBezTo>
                      <a:pt x="68558" y="27238"/>
                      <a:pt x="70058" y="27078"/>
                      <a:pt x="71558" y="26955"/>
                    </a:cubicBezTo>
                    <a:cubicBezTo>
                      <a:pt x="72559" y="26874"/>
                      <a:pt x="73576" y="26811"/>
                      <a:pt x="74594" y="26749"/>
                    </a:cubicBezTo>
                    <a:cubicBezTo>
                      <a:pt x="76197" y="26654"/>
                      <a:pt x="77784" y="26581"/>
                      <a:pt x="79388" y="26536"/>
                    </a:cubicBezTo>
                    <a:cubicBezTo>
                      <a:pt x="80405" y="26507"/>
                      <a:pt x="81423" y="26483"/>
                      <a:pt x="82440" y="26476"/>
                    </a:cubicBezTo>
                    <a:cubicBezTo>
                      <a:pt x="84182" y="26462"/>
                      <a:pt x="85924" y="26486"/>
                      <a:pt x="87666" y="26535"/>
                    </a:cubicBezTo>
                    <a:cubicBezTo>
                      <a:pt x="88494" y="26557"/>
                      <a:pt x="89321" y="26564"/>
                      <a:pt x="90149" y="26600"/>
                    </a:cubicBezTo>
                    <a:cubicBezTo>
                      <a:pt x="92719" y="26711"/>
                      <a:pt x="95289" y="26871"/>
                      <a:pt x="97893" y="27116"/>
                    </a:cubicBezTo>
                    <a:lnTo>
                      <a:pt x="97910" y="27118"/>
                    </a:lnTo>
                    <a:cubicBezTo>
                      <a:pt x="97910" y="27118"/>
                      <a:pt x="97910" y="27119"/>
                      <a:pt x="97927" y="27119"/>
                    </a:cubicBezTo>
                    <a:cubicBezTo>
                      <a:pt x="100497" y="27363"/>
                      <a:pt x="103084" y="27690"/>
                      <a:pt x="105671" y="28066"/>
                    </a:cubicBezTo>
                    <a:cubicBezTo>
                      <a:pt x="106481" y="28183"/>
                      <a:pt x="107292" y="28327"/>
                      <a:pt x="108102" y="28456"/>
                    </a:cubicBezTo>
                    <a:cubicBezTo>
                      <a:pt x="109930" y="28751"/>
                      <a:pt x="111776" y="29075"/>
                      <a:pt x="113604" y="29437"/>
                    </a:cubicBezTo>
                    <a:cubicBezTo>
                      <a:pt x="114518" y="29617"/>
                      <a:pt x="115414" y="29801"/>
                      <a:pt x="116328" y="29996"/>
                    </a:cubicBezTo>
                    <a:cubicBezTo>
                      <a:pt x="118760" y="30519"/>
                      <a:pt x="121192" y="31067"/>
                      <a:pt x="123623" y="31709"/>
                    </a:cubicBezTo>
                    <a:cubicBezTo>
                      <a:pt x="126348" y="32422"/>
                      <a:pt x="129021" y="33214"/>
                      <a:pt x="131695" y="34061"/>
                    </a:cubicBezTo>
                    <a:cubicBezTo>
                      <a:pt x="131850" y="34111"/>
                      <a:pt x="132022" y="34152"/>
                      <a:pt x="132178" y="34204"/>
                    </a:cubicBezTo>
                    <a:cubicBezTo>
                      <a:pt x="134782" y="35037"/>
                      <a:pt x="137334" y="35944"/>
                      <a:pt x="139886" y="36898"/>
                    </a:cubicBezTo>
                    <a:cubicBezTo>
                      <a:pt x="140766" y="37224"/>
                      <a:pt x="141611" y="37582"/>
                      <a:pt x="142473" y="37924"/>
                    </a:cubicBezTo>
                    <a:cubicBezTo>
                      <a:pt x="144181" y="38591"/>
                      <a:pt x="145871" y="39271"/>
                      <a:pt x="147543" y="39992"/>
                    </a:cubicBezTo>
                    <a:cubicBezTo>
                      <a:pt x="148578" y="40433"/>
                      <a:pt x="149579" y="40902"/>
                      <a:pt x="150613" y="41364"/>
                    </a:cubicBezTo>
                    <a:cubicBezTo>
                      <a:pt x="152114" y="42047"/>
                      <a:pt x="153614" y="42744"/>
                      <a:pt x="155097" y="43468"/>
                    </a:cubicBezTo>
                    <a:cubicBezTo>
                      <a:pt x="156184" y="44003"/>
                      <a:pt x="157270" y="44553"/>
                      <a:pt x="158339" y="45110"/>
                    </a:cubicBezTo>
                    <a:cubicBezTo>
                      <a:pt x="159754" y="45836"/>
                      <a:pt x="161168" y="46581"/>
                      <a:pt x="162547" y="47345"/>
                    </a:cubicBezTo>
                    <a:cubicBezTo>
                      <a:pt x="163651" y="47951"/>
                      <a:pt x="164755" y="48566"/>
                      <a:pt x="165841" y="49196"/>
                    </a:cubicBezTo>
                    <a:cubicBezTo>
                      <a:pt x="167204" y="49980"/>
                      <a:pt x="168549" y="50789"/>
                      <a:pt x="169894" y="51610"/>
                    </a:cubicBezTo>
                    <a:cubicBezTo>
                      <a:pt x="170963" y="52272"/>
                      <a:pt x="172050" y="52936"/>
                      <a:pt x="173119" y="53621"/>
                    </a:cubicBezTo>
                    <a:cubicBezTo>
                      <a:pt x="174464" y="54489"/>
                      <a:pt x="175809" y="55384"/>
                      <a:pt x="177137" y="56287"/>
                    </a:cubicBezTo>
                    <a:cubicBezTo>
                      <a:pt x="178120" y="56962"/>
                      <a:pt x="179121" y="57629"/>
                      <a:pt x="180086" y="58322"/>
                    </a:cubicBezTo>
                    <a:cubicBezTo>
                      <a:pt x="181466" y="59293"/>
                      <a:pt x="182811" y="60297"/>
                      <a:pt x="184156" y="61306"/>
                    </a:cubicBezTo>
                    <a:cubicBezTo>
                      <a:pt x="185053" y="61977"/>
                      <a:pt x="185950" y="62635"/>
                      <a:pt x="186847" y="63324"/>
                    </a:cubicBezTo>
                    <a:cubicBezTo>
                      <a:pt x="188382" y="64527"/>
                      <a:pt x="189917" y="65772"/>
                      <a:pt x="191417" y="67026"/>
                    </a:cubicBezTo>
                    <a:cubicBezTo>
                      <a:pt x="192038" y="67540"/>
                      <a:pt x="192676" y="68033"/>
                      <a:pt x="193279" y="68556"/>
                    </a:cubicBezTo>
                    <a:cubicBezTo>
                      <a:pt x="195418" y="70365"/>
                      <a:pt x="197505" y="72219"/>
                      <a:pt x="199557" y="74128"/>
                    </a:cubicBezTo>
                    <a:cubicBezTo>
                      <a:pt x="199885" y="74421"/>
                      <a:pt x="200178" y="74732"/>
                      <a:pt x="200506" y="75025"/>
                    </a:cubicBezTo>
                    <a:cubicBezTo>
                      <a:pt x="202230" y="76663"/>
                      <a:pt x="203955" y="78319"/>
                      <a:pt x="205627" y="80009"/>
                    </a:cubicBezTo>
                    <a:cubicBezTo>
                      <a:pt x="207766" y="82165"/>
                      <a:pt x="209853" y="84372"/>
                      <a:pt x="211905" y="86649"/>
                    </a:cubicBezTo>
                    <a:cubicBezTo>
                      <a:pt x="211940" y="86683"/>
                      <a:pt x="211974" y="86718"/>
                      <a:pt x="212008" y="86752"/>
                    </a:cubicBezTo>
                    <a:cubicBezTo>
                      <a:pt x="212008" y="86769"/>
                      <a:pt x="212026" y="86769"/>
                      <a:pt x="212026" y="86769"/>
                    </a:cubicBezTo>
                    <a:cubicBezTo>
                      <a:pt x="213837" y="88787"/>
                      <a:pt x="215613" y="90857"/>
                      <a:pt x="217355" y="92943"/>
                    </a:cubicBezTo>
                    <a:cubicBezTo>
                      <a:pt x="217889" y="93616"/>
                      <a:pt x="218441" y="94288"/>
                      <a:pt x="218976" y="94961"/>
                    </a:cubicBezTo>
                    <a:cubicBezTo>
                      <a:pt x="220097" y="96341"/>
                      <a:pt x="221201" y="97738"/>
                      <a:pt x="222287" y="99152"/>
                    </a:cubicBezTo>
                    <a:cubicBezTo>
                      <a:pt x="223253" y="100411"/>
                      <a:pt x="224201" y="101704"/>
                      <a:pt x="225150" y="102998"/>
                    </a:cubicBezTo>
                    <a:cubicBezTo>
                      <a:pt x="225978" y="104136"/>
                      <a:pt x="226823" y="105291"/>
                      <a:pt x="227650" y="106447"/>
                    </a:cubicBezTo>
                    <a:cubicBezTo>
                      <a:pt x="228565" y="107757"/>
                      <a:pt x="229461" y="109103"/>
                      <a:pt x="230341" y="110431"/>
                    </a:cubicBezTo>
                    <a:cubicBezTo>
                      <a:pt x="231082" y="111534"/>
                      <a:pt x="231807" y="112621"/>
                      <a:pt x="232514" y="113742"/>
                    </a:cubicBezTo>
                    <a:cubicBezTo>
                      <a:pt x="234618" y="117018"/>
                      <a:pt x="236635" y="120347"/>
                      <a:pt x="238550" y="123744"/>
                    </a:cubicBezTo>
                    <a:cubicBezTo>
                      <a:pt x="239257" y="124986"/>
                      <a:pt x="239929" y="126245"/>
                      <a:pt x="240602" y="127504"/>
                    </a:cubicBezTo>
                    <a:cubicBezTo>
                      <a:pt x="241309" y="128815"/>
                      <a:pt x="242033" y="130143"/>
                      <a:pt x="242723" y="131488"/>
                    </a:cubicBezTo>
                    <a:cubicBezTo>
                      <a:pt x="243672" y="133350"/>
                      <a:pt x="244603" y="135247"/>
                      <a:pt x="245500" y="137144"/>
                    </a:cubicBezTo>
                    <a:cubicBezTo>
                      <a:pt x="245793" y="137783"/>
                      <a:pt x="246121" y="138386"/>
                      <a:pt x="246397" y="139024"/>
                    </a:cubicBezTo>
                    <a:cubicBezTo>
                      <a:pt x="247552" y="141490"/>
                      <a:pt x="248638" y="143991"/>
                      <a:pt x="249691" y="146509"/>
                    </a:cubicBezTo>
                    <a:cubicBezTo>
                      <a:pt x="249966" y="147181"/>
                      <a:pt x="250225" y="147854"/>
                      <a:pt x="250501" y="148527"/>
                    </a:cubicBezTo>
                    <a:cubicBezTo>
                      <a:pt x="251260" y="150406"/>
                      <a:pt x="252002" y="152303"/>
                      <a:pt x="252709" y="154201"/>
                    </a:cubicBezTo>
                    <a:cubicBezTo>
                      <a:pt x="253036" y="155080"/>
                      <a:pt x="253347" y="155942"/>
                      <a:pt x="253657" y="156822"/>
                    </a:cubicBezTo>
                    <a:cubicBezTo>
                      <a:pt x="254330" y="158650"/>
                      <a:pt x="254951" y="160512"/>
                      <a:pt x="255554" y="162375"/>
                    </a:cubicBezTo>
                    <a:cubicBezTo>
                      <a:pt x="255813" y="163168"/>
                      <a:pt x="256089" y="163962"/>
                      <a:pt x="256348" y="164755"/>
                    </a:cubicBezTo>
                    <a:cubicBezTo>
                      <a:pt x="257106" y="167221"/>
                      <a:pt x="257848" y="169687"/>
                      <a:pt x="258521" y="172171"/>
                    </a:cubicBezTo>
                    <a:cubicBezTo>
                      <a:pt x="258589" y="172378"/>
                      <a:pt x="258641" y="172585"/>
                      <a:pt x="258710" y="172792"/>
                    </a:cubicBezTo>
                    <a:cubicBezTo>
                      <a:pt x="259434" y="175482"/>
                      <a:pt x="260107" y="178207"/>
                      <a:pt x="260728" y="180932"/>
                    </a:cubicBezTo>
                    <a:cubicBezTo>
                      <a:pt x="260935" y="181828"/>
                      <a:pt x="261107" y="182708"/>
                      <a:pt x="261297" y="183605"/>
                    </a:cubicBezTo>
                    <a:cubicBezTo>
                      <a:pt x="261694" y="185484"/>
                      <a:pt x="262090" y="187364"/>
                      <a:pt x="262435" y="189261"/>
                    </a:cubicBezTo>
                    <a:cubicBezTo>
                      <a:pt x="262642" y="190313"/>
                      <a:pt x="262815" y="191383"/>
                      <a:pt x="262987" y="192435"/>
                    </a:cubicBezTo>
                    <a:cubicBezTo>
                      <a:pt x="263297" y="194211"/>
                      <a:pt x="263574" y="196005"/>
                      <a:pt x="263832" y="197781"/>
                    </a:cubicBezTo>
                    <a:cubicBezTo>
                      <a:pt x="263988" y="198850"/>
                      <a:pt x="264142" y="199902"/>
                      <a:pt x="264281" y="200971"/>
                    </a:cubicBezTo>
                    <a:cubicBezTo>
                      <a:pt x="264505" y="202834"/>
                      <a:pt x="264712" y="204696"/>
                      <a:pt x="264901" y="206559"/>
                    </a:cubicBezTo>
                    <a:cubicBezTo>
                      <a:pt x="265005" y="207525"/>
                      <a:pt x="265108" y="208508"/>
                      <a:pt x="265195" y="209491"/>
                    </a:cubicBezTo>
                    <a:cubicBezTo>
                      <a:pt x="265401" y="211940"/>
                      <a:pt x="265557" y="214388"/>
                      <a:pt x="265678" y="216837"/>
                    </a:cubicBezTo>
                    <a:cubicBezTo>
                      <a:pt x="265695" y="217200"/>
                      <a:pt x="265729" y="217562"/>
                      <a:pt x="265747" y="217924"/>
                    </a:cubicBezTo>
                    <a:cubicBezTo>
                      <a:pt x="265867" y="220735"/>
                      <a:pt x="265936" y="223563"/>
                      <a:pt x="265936" y="226392"/>
                    </a:cubicBezTo>
                    <a:cubicBezTo>
                      <a:pt x="265936" y="227202"/>
                      <a:pt x="265919" y="228013"/>
                      <a:pt x="265902" y="228806"/>
                    </a:cubicBezTo>
                    <a:cubicBezTo>
                      <a:pt x="265884" y="230841"/>
                      <a:pt x="265833" y="232876"/>
                      <a:pt x="265763" y="234928"/>
                    </a:cubicBezTo>
                    <a:cubicBezTo>
                      <a:pt x="265712" y="235911"/>
                      <a:pt x="265660" y="236894"/>
                      <a:pt x="265609" y="237877"/>
                    </a:cubicBezTo>
                    <a:cubicBezTo>
                      <a:pt x="265505" y="239826"/>
                      <a:pt x="265367" y="241758"/>
                      <a:pt x="265195" y="243706"/>
                    </a:cubicBezTo>
                    <a:cubicBezTo>
                      <a:pt x="265126" y="244638"/>
                      <a:pt x="265057" y="245586"/>
                      <a:pt x="264953" y="246517"/>
                    </a:cubicBezTo>
                    <a:cubicBezTo>
                      <a:pt x="264677" y="249294"/>
                      <a:pt x="264367" y="252071"/>
                      <a:pt x="263970" y="254847"/>
                    </a:cubicBezTo>
                    <a:cubicBezTo>
                      <a:pt x="263556" y="257762"/>
                      <a:pt x="263073" y="260642"/>
                      <a:pt x="262539" y="263488"/>
                    </a:cubicBezTo>
                    <a:cubicBezTo>
                      <a:pt x="262383" y="264298"/>
                      <a:pt x="262194" y="265091"/>
                      <a:pt x="262039" y="265902"/>
                    </a:cubicBezTo>
                    <a:cubicBezTo>
                      <a:pt x="261642" y="267868"/>
                      <a:pt x="261228" y="269817"/>
                      <a:pt x="260780" y="271731"/>
                    </a:cubicBezTo>
                    <a:cubicBezTo>
                      <a:pt x="260504" y="272852"/>
                      <a:pt x="260228" y="273956"/>
                      <a:pt x="259952" y="275059"/>
                    </a:cubicBezTo>
                    <a:cubicBezTo>
                      <a:pt x="259521" y="276715"/>
                      <a:pt x="259090" y="278336"/>
                      <a:pt x="258641" y="279957"/>
                    </a:cubicBezTo>
                    <a:cubicBezTo>
                      <a:pt x="258296" y="281147"/>
                      <a:pt x="257934" y="282337"/>
                      <a:pt x="257589" y="283510"/>
                    </a:cubicBezTo>
                    <a:cubicBezTo>
                      <a:pt x="257124" y="285010"/>
                      <a:pt x="256641" y="286493"/>
                      <a:pt x="256158" y="287977"/>
                    </a:cubicBezTo>
                    <a:cubicBezTo>
                      <a:pt x="255709" y="289305"/>
                      <a:pt x="255244" y="290615"/>
                      <a:pt x="254778" y="291926"/>
                    </a:cubicBezTo>
                    <a:cubicBezTo>
                      <a:pt x="254295" y="293271"/>
                      <a:pt x="253795" y="294599"/>
                      <a:pt x="253278" y="295910"/>
                    </a:cubicBezTo>
                    <a:cubicBezTo>
                      <a:pt x="252674" y="297462"/>
                      <a:pt x="252053" y="298997"/>
                      <a:pt x="251415" y="300514"/>
                    </a:cubicBezTo>
                    <a:cubicBezTo>
                      <a:pt x="250915" y="301704"/>
                      <a:pt x="250398" y="302894"/>
                      <a:pt x="249880" y="304067"/>
                    </a:cubicBezTo>
                    <a:cubicBezTo>
                      <a:pt x="249052" y="305912"/>
                      <a:pt x="248190" y="307723"/>
                      <a:pt x="247311" y="309517"/>
                    </a:cubicBezTo>
                    <a:cubicBezTo>
                      <a:pt x="246759" y="310638"/>
                      <a:pt x="246224" y="311776"/>
                      <a:pt x="245655" y="312879"/>
                    </a:cubicBezTo>
                    <a:cubicBezTo>
                      <a:pt x="245362" y="313449"/>
                      <a:pt x="245069" y="314000"/>
                      <a:pt x="244775" y="314552"/>
                    </a:cubicBezTo>
                    <a:cubicBezTo>
                      <a:pt x="243758" y="316432"/>
                      <a:pt x="242723" y="318295"/>
                      <a:pt x="241654" y="320123"/>
                    </a:cubicBezTo>
                    <a:cubicBezTo>
                      <a:pt x="241447" y="320485"/>
                      <a:pt x="241257" y="320847"/>
                      <a:pt x="241033" y="321209"/>
                    </a:cubicBezTo>
                    <a:cubicBezTo>
                      <a:pt x="239688" y="323503"/>
                      <a:pt x="238274" y="325745"/>
                      <a:pt x="236825" y="327953"/>
                    </a:cubicBezTo>
                    <a:cubicBezTo>
                      <a:pt x="236808" y="327970"/>
                      <a:pt x="236808" y="327987"/>
                      <a:pt x="236791" y="328004"/>
                    </a:cubicBezTo>
                    <a:cubicBezTo>
                      <a:pt x="235342" y="330194"/>
                      <a:pt x="233824" y="332350"/>
                      <a:pt x="232289" y="334454"/>
                    </a:cubicBezTo>
                    <a:cubicBezTo>
                      <a:pt x="231979" y="334868"/>
                      <a:pt x="231651" y="335282"/>
                      <a:pt x="231324" y="335696"/>
                    </a:cubicBezTo>
                    <a:cubicBezTo>
                      <a:pt x="230151" y="337265"/>
                      <a:pt x="228961" y="338817"/>
                      <a:pt x="227737" y="340335"/>
                    </a:cubicBezTo>
                    <a:cubicBezTo>
                      <a:pt x="227237" y="340939"/>
                      <a:pt x="226736" y="341542"/>
                      <a:pt x="226236" y="342146"/>
                    </a:cubicBezTo>
                    <a:cubicBezTo>
                      <a:pt x="225081" y="343525"/>
                      <a:pt x="223908" y="344888"/>
                      <a:pt x="222718" y="346233"/>
                    </a:cubicBezTo>
                    <a:cubicBezTo>
                      <a:pt x="222252" y="346750"/>
                      <a:pt x="221804" y="347268"/>
                      <a:pt x="221338" y="347768"/>
                    </a:cubicBezTo>
                    <a:cubicBezTo>
                      <a:pt x="219700" y="349544"/>
                      <a:pt x="218044" y="351303"/>
                      <a:pt x="216337" y="352993"/>
                    </a:cubicBezTo>
                    <a:cubicBezTo>
                      <a:pt x="216096" y="353235"/>
                      <a:pt x="215837" y="353459"/>
                      <a:pt x="215596" y="353700"/>
                    </a:cubicBezTo>
                    <a:cubicBezTo>
                      <a:pt x="214113" y="355149"/>
                      <a:pt x="212595" y="356581"/>
                      <a:pt x="211060" y="357977"/>
                    </a:cubicBezTo>
                    <a:cubicBezTo>
                      <a:pt x="210491" y="358478"/>
                      <a:pt x="209922" y="358978"/>
                      <a:pt x="209353" y="359461"/>
                    </a:cubicBezTo>
                    <a:cubicBezTo>
                      <a:pt x="208042" y="360616"/>
                      <a:pt x="206714" y="361737"/>
                      <a:pt x="205369" y="362841"/>
                    </a:cubicBezTo>
                    <a:cubicBezTo>
                      <a:pt x="204817" y="363307"/>
                      <a:pt x="204248" y="363755"/>
                      <a:pt x="203696" y="364203"/>
                    </a:cubicBezTo>
                    <a:cubicBezTo>
                      <a:pt x="201816" y="365686"/>
                      <a:pt x="199919" y="367152"/>
                      <a:pt x="197987" y="368532"/>
                    </a:cubicBezTo>
                    <a:lnTo>
                      <a:pt x="235928" y="341284"/>
                    </a:lnTo>
                    <a:cubicBezTo>
                      <a:pt x="237860" y="339904"/>
                      <a:pt x="239757" y="338438"/>
                      <a:pt x="241637" y="336955"/>
                    </a:cubicBezTo>
                    <a:cubicBezTo>
                      <a:pt x="242189" y="336506"/>
                      <a:pt x="242758" y="336058"/>
                      <a:pt x="243310" y="335592"/>
                    </a:cubicBezTo>
                    <a:cubicBezTo>
                      <a:pt x="244655" y="334489"/>
                      <a:pt x="245983" y="333368"/>
                      <a:pt x="247293" y="332229"/>
                    </a:cubicBezTo>
                    <a:cubicBezTo>
                      <a:pt x="247863" y="331729"/>
                      <a:pt x="248432" y="331229"/>
                      <a:pt x="249001" y="330729"/>
                    </a:cubicBezTo>
                    <a:cubicBezTo>
                      <a:pt x="250536" y="329332"/>
                      <a:pt x="252053" y="327918"/>
                      <a:pt x="253536" y="326452"/>
                    </a:cubicBezTo>
                    <a:cubicBezTo>
                      <a:pt x="253778" y="326211"/>
                      <a:pt x="254036" y="325986"/>
                      <a:pt x="254278" y="325745"/>
                    </a:cubicBezTo>
                    <a:cubicBezTo>
                      <a:pt x="255985" y="324055"/>
                      <a:pt x="257641" y="322296"/>
                      <a:pt x="259279" y="320519"/>
                    </a:cubicBezTo>
                    <a:cubicBezTo>
                      <a:pt x="259745" y="320019"/>
                      <a:pt x="260193" y="319502"/>
                      <a:pt x="260659" y="318985"/>
                    </a:cubicBezTo>
                    <a:cubicBezTo>
                      <a:pt x="261849" y="317639"/>
                      <a:pt x="263022" y="316277"/>
                      <a:pt x="264177" y="314897"/>
                    </a:cubicBezTo>
                    <a:cubicBezTo>
                      <a:pt x="264677" y="314294"/>
                      <a:pt x="265177" y="313690"/>
                      <a:pt x="265678" y="313086"/>
                    </a:cubicBezTo>
                    <a:cubicBezTo>
                      <a:pt x="266902" y="311569"/>
                      <a:pt x="268092" y="310034"/>
                      <a:pt x="269282" y="308465"/>
                    </a:cubicBezTo>
                    <a:cubicBezTo>
                      <a:pt x="269592" y="308034"/>
                      <a:pt x="269920" y="307620"/>
                      <a:pt x="270230" y="307206"/>
                    </a:cubicBezTo>
                    <a:cubicBezTo>
                      <a:pt x="270317" y="307068"/>
                      <a:pt x="270420" y="306947"/>
                      <a:pt x="270506" y="306826"/>
                    </a:cubicBezTo>
                    <a:cubicBezTo>
                      <a:pt x="271955" y="304843"/>
                      <a:pt x="273369" y="302825"/>
                      <a:pt x="274732" y="300756"/>
                    </a:cubicBezTo>
                    <a:cubicBezTo>
                      <a:pt x="274749" y="300739"/>
                      <a:pt x="274749" y="300721"/>
                      <a:pt x="274766" y="300704"/>
                    </a:cubicBezTo>
                    <a:cubicBezTo>
                      <a:pt x="276128" y="298635"/>
                      <a:pt x="277456" y="296530"/>
                      <a:pt x="278732" y="294392"/>
                    </a:cubicBezTo>
                    <a:cubicBezTo>
                      <a:pt x="278819" y="294254"/>
                      <a:pt x="278888" y="294099"/>
                      <a:pt x="278974" y="293961"/>
                    </a:cubicBezTo>
                    <a:cubicBezTo>
                      <a:pt x="279198" y="293599"/>
                      <a:pt x="279388" y="293237"/>
                      <a:pt x="279595" y="292874"/>
                    </a:cubicBezTo>
                    <a:cubicBezTo>
                      <a:pt x="280664" y="291046"/>
                      <a:pt x="281699" y="289184"/>
                      <a:pt x="282716" y="287304"/>
                    </a:cubicBezTo>
                    <a:cubicBezTo>
                      <a:pt x="283009" y="286752"/>
                      <a:pt x="283303" y="286200"/>
                      <a:pt x="283596" y="285631"/>
                    </a:cubicBezTo>
                    <a:cubicBezTo>
                      <a:pt x="283803" y="285217"/>
                      <a:pt x="284027" y="284821"/>
                      <a:pt x="284234" y="284407"/>
                    </a:cubicBezTo>
                    <a:cubicBezTo>
                      <a:pt x="284596" y="283717"/>
                      <a:pt x="284907" y="282975"/>
                      <a:pt x="285251" y="282268"/>
                    </a:cubicBezTo>
                    <a:cubicBezTo>
                      <a:pt x="286131" y="280475"/>
                      <a:pt x="286993" y="278664"/>
                      <a:pt x="287821" y="276819"/>
                    </a:cubicBezTo>
                    <a:cubicBezTo>
                      <a:pt x="288045" y="276336"/>
                      <a:pt x="288287" y="275870"/>
                      <a:pt x="288511" y="275370"/>
                    </a:cubicBezTo>
                    <a:cubicBezTo>
                      <a:pt x="288804" y="274697"/>
                      <a:pt x="289063" y="273973"/>
                      <a:pt x="289356" y="273283"/>
                    </a:cubicBezTo>
                    <a:cubicBezTo>
                      <a:pt x="289994" y="271748"/>
                      <a:pt x="290615" y="270213"/>
                      <a:pt x="291218" y="268661"/>
                    </a:cubicBezTo>
                    <a:cubicBezTo>
                      <a:pt x="291477" y="268040"/>
                      <a:pt x="291753" y="267419"/>
                      <a:pt x="291995" y="266781"/>
                    </a:cubicBezTo>
                    <a:cubicBezTo>
                      <a:pt x="292253" y="266091"/>
                      <a:pt x="292460" y="265385"/>
                      <a:pt x="292719" y="264677"/>
                    </a:cubicBezTo>
                    <a:cubicBezTo>
                      <a:pt x="293185" y="263367"/>
                      <a:pt x="293650" y="262056"/>
                      <a:pt x="294099" y="260728"/>
                    </a:cubicBezTo>
                    <a:cubicBezTo>
                      <a:pt x="294323" y="260038"/>
                      <a:pt x="294582" y="259383"/>
                      <a:pt x="294806" y="258693"/>
                    </a:cubicBezTo>
                    <a:cubicBezTo>
                      <a:pt x="295065" y="257900"/>
                      <a:pt x="295271" y="257072"/>
                      <a:pt x="295530" y="256261"/>
                    </a:cubicBezTo>
                    <a:cubicBezTo>
                      <a:pt x="295875" y="255089"/>
                      <a:pt x="296237" y="253899"/>
                      <a:pt x="296582" y="252709"/>
                    </a:cubicBezTo>
                    <a:cubicBezTo>
                      <a:pt x="296755" y="252105"/>
                      <a:pt x="296944" y="251519"/>
                      <a:pt x="297117" y="250898"/>
                    </a:cubicBezTo>
                    <a:cubicBezTo>
                      <a:pt x="297392" y="249881"/>
                      <a:pt x="297617" y="248846"/>
                      <a:pt x="297893" y="247811"/>
                    </a:cubicBezTo>
                    <a:cubicBezTo>
                      <a:pt x="298168" y="246707"/>
                      <a:pt x="298445" y="245604"/>
                      <a:pt x="298720" y="244483"/>
                    </a:cubicBezTo>
                    <a:cubicBezTo>
                      <a:pt x="298824" y="244034"/>
                      <a:pt x="298945" y="243603"/>
                      <a:pt x="299048" y="243155"/>
                    </a:cubicBezTo>
                    <a:cubicBezTo>
                      <a:pt x="299393" y="241672"/>
                      <a:pt x="299669" y="240154"/>
                      <a:pt x="299979" y="238653"/>
                    </a:cubicBezTo>
                    <a:cubicBezTo>
                      <a:pt x="300135" y="237843"/>
                      <a:pt x="300324" y="237050"/>
                      <a:pt x="300480" y="236239"/>
                    </a:cubicBezTo>
                    <a:cubicBezTo>
                      <a:pt x="300514" y="236049"/>
                      <a:pt x="300566" y="235860"/>
                      <a:pt x="300600" y="235653"/>
                    </a:cubicBezTo>
                    <a:cubicBezTo>
                      <a:pt x="301066" y="233152"/>
                      <a:pt x="301480" y="230617"/>
                      <a:pt x="301842" y="228065"/>
                    </a:cubicBezTo>
                    <a:cubicBezTo>
                      <a:pt x="301877" y="227909"/>
                      <a:pt x="301894" y="227754"/>
                      <a:pt x="301911" y="227599"/>
                    </a:cubicBezTo>
                    <a:cubicBezTo>
                      <a:pt x="302239" y="225271"/>
                      <a:pt x="302532" y="222925"/>
                      <a:pt x="302773" y="220597"/>
                    </a:cubicBezTo>
                    <a:cubicBezTo>
                      <a:pt x="302825" y="220149"/>
                      <a:pt x="302859" y="219718"/>
                      <a:pt x="302894" y="219269"/>
                    </a:cubicBezTo>
                    <a:cubicBezTo>
                      <a:pt x="302997" y="218338"/>
                      <a:pt x="303066" y="217406"/>
                      <a:pt x="303135" y="216458"/>
                    </a:cubicBezTo>
                    <a:cubicBezTo>
                      <a:pt x="303239" y="215354"/>
                      <a:pt x="303359" y="214251"/>
                      <a:pt x="303429" y="213147"/>
                    </a:cubicBezTo>
                    <a:cubicBezTo>
                      <a:pt x="303480" y="212302"/>
                      <a:pt x="303515" y="211474"/>
                      <a:pt x="303549" y="210629"/>
                    </a:cubicBezTo>
                    <a:cubicBezTo>
                      <a:pt x="303601" y="209646"/>
                      <a:pt x="303653" y="208663"/>
                      <a:pt x="303704" y="207680"/>
                    </a:cubicBezTo>
                    <a:cubicBezTo>
                      <a:pt x="303722" y="207024"/>
                      <a:pt x="303773" y="206386"/>
                      <a:pt x="303791" y="205731"/>
                    </a:cubicBezTo>
                    <a:cubicBezTo>
                      <a:pt x="303842" y="204334"/>
                      <a:pt x="303825" y="202954"/>
                      <a:pt x="303842" y="201558"/>
                    </a:cubicBezTo>
                    <a:cubicBezTo>
                      <a:pt x="303860" y="200747"/>
                      <a:pt x="303877" y="199954"/>
                      <a:pt x="303877" y="199143"/>
                    </a:cubicBezTo>
                    <a:cubicBezTo>
                      <a:pt x="303877" y="198884"/>
                      <a:pt x="303894" y="198609"/>
                      <a:pt x="303894" y="198350"/>
                    </a:cubicBezTo>
                    <a:cubicBezTo>
                      <a:pt x="303877" y="195832"/>
                      <a:pt x="303808" y="193331"/>
                      <a:pt x="303704" y="190831"/>
                    </a:cubicBezTo>
                    <a:cubicBezTo>
                      <a:pt x="303704" y="190779"/>
                      <a:pt x="303687" y="190727"/>
                      <a:pt x="303687" y="190675"/>
                    </a:cubicBezTo>
                    <a:cubicBezTo>
                      <a:pt x="303670" y="190313"/>
                      <a:pt x="303636" y="189951"/>
                      <a:pt x="303618" y="189589"/>
                    </a:cubicBezTo>
                    <a:close/>
                  </a:path>
                </a:pathLst>
              </a:custGeom>
              <a:solidFill>
                <a:schemeClr val="accent3">
                  <a:lumMod val="50000"/>
                </a:schemeClr>
              </a:solidFill>
              <a:ln w="1711"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63" name="Freeform: Shape 462">
                <a:extLst>
                  <a:ext uri="{FF2B5EF4-FFF2-40B4-BE49-F238E27FC236}">
                    <a16:creationId xmlns:a16="http://schemas.microsoft.com/office/drawing/2014/main" id="{39B3C7E5-136D-5EF3-913F-A6AF5FF33328}"/>
                  </a:ext>
                </a:extLst>
              </p:cNvPr>
              <p:cNvSpPr/>
              <p:nvPr/>
            </p:nvSpPr>
            <p:spPr>
              <a:xfrm>
                <a:off x="10687008" y="3038666"/>
                <a:ext cx="255890" cy="279705"/>
              </a:xfrm>
              <a:custGeom>
                <a:avLst/>
                <a:gdLst>
                  <a:gd name="csX0" fmla="*/ 324444 w 349369"/>
                  <a:gd name="csY0" fmla="*/ 231104 h 381883"/>
                  <a:gd name="csX1" fmla="*/ 259134 w 349369"/>
                  <a:gd name="csY1" fmla="*/ 338632 h 381883"/>
                  <a:gd name="csX2" fmla="*/ 218124 w 349369"/>
                  <a:gd name="csY2" fmla="*/ 357016 h 381883"/>
                  <a:gd name="csX3" fmla="*/ 147105 w 349369"/>
                  <a:gd name="csY3" fmla="*/ 356568 h 381883"/>
                  <a:gd name="csX4" fmla="*/ 20590 w 349369"/>
                  <a:gd name="csY4" fmla="*/ 155671 h 381883"/>
                  <a:gd name="csX5" fmla="*/ 85900 w 349369"/>
                  <a:gd name="csY5" fmla="*/ 48133 h 381883"/>
                  <a:gd name="csX6" fmla="*/ 197929 w 349369"/>
                  <a:gd name="csY6" fmla="*/ 30197 h 381883"/>
                  <a:gd name="csX7" fmla="*/ 324444 w 349369"/>
                  <a:gd name="csY7" fmla="*/ 231104 h 381883"/>
                  <a:gd name="csX8" fmla="*/ 201740 w 349369"/>
                  <a:gd name="csY8" fmla="*/ 4671 h 381883"/>
                  <a:gd name="csX9" fmla="*/ 74431 w 349369"/>
                  <a:gd name="csY9" fmla="*/ 25056 h 381883"/>
                  <a:gd name="csX10" fmla="*/ 188 w 349369"/>
                  <a:gd name="csY10" fmla="*/ 147272 h 381883"/>
                  <a:gd name="csX11" fmla="*/ 143984 w 349369"/>
                  <a:gd name="csY11" fmla="*/ 375590 h 381883"/>
                  <a:gd name="csX12" fmla="*/ 224694 w 349369"/>
                  <a:gd name="csY12" fmla="*/ 376107 h 381883"/>
                  <a:gd name="csX13" fmla="*/ 271293 w 349369"/>
                  <a:gd name="csY13" fmla="*/ 355205 h 381883"/>
                  <a:gd name="csX14" fmla="*/ 345536 w 349369"/>
                  <a:gd name="csY14" fmla="*/ 233001 h 381883"/>
                  <a:gd name="csX15" fmla="*/ 201740 w 349369"/>
                  <a:gd name="csY15" fmla="*/ 4671 h 381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9369" h="381883">
                    <a:moveTo>
                      <a:pt x="324444" y="231104"/>
                    </a:moveTo>
                    <a:cubicBezTo>
                      <a:pt x="317942" y="276823"/>
                      <a:pt x="294747" y="315005"/>
                      <a:pt x="259134" y="338632"/>
                    </a:cubicBezTo>
                    <a:cubicBezTo>
                      <a:pt x="246338" y="347117"/>
                      <a:pt x="232524" y="353274"/>
                      <a:pt x="218124" y="357016"/>
                    </a:cubicBezTo>
                    <a:cubicBezTo>
                      <a:pt x="195376" y="362949"/>
                      <a:pt x="171146" y="362897"/>
                      <a:pt x="147105" y="356568"/>
                    </a:cubicBezTo>
                    <a:cubicBezTo>
                      <a:pt x="64670" y="334890"/>
                      <a:pt x="7914" y="244763"/>
                      <a:pt x="20590" y="155671"/>
                    </a:cubicBezTo>
                    <a:cubicBezTo>
                      <a:pt x="27092" y="109952"/>
                      <a:pt x="50287" y="71753"/>
                      <a:pt x="85900" y="48133"/>
                    </a:cubicBezTo>
                    <a:cubicBezTo>
                      <a:pt x="118908" y="26255"/>
                      <a:pt x="158694" y="19877"/>
                      <a:pt x="197929" y="30197"/>
                    </a:cubicBezTo>
                    <a:cubicBezTo>
                      <a:pt x="280364" y="51879"/>
                      <a:pt x="337120" y="141995"/>
                      <a:pt x="324444" y="231104"/>
                    </a:cubicBezTo>
                    <a:close/>
                    <a:moveTo>
                      <a:pt x="201740" y="4671"/>
                    </a:moveTo>
                    <a:cubicBezTo>
                      <a:pt x="157142" y="-7059"/>
                      <a:pt x="111924" y="191"/>
                      <a:pt x="74431" y="25056"/>
                    </a:cubicBezTo>
                    <a:cubicBezTo>
                      <a:pt x="33955" y="51904"/>
                      <a:pt x="7586" y="95310"/>
                      <a:pt x="188" y="147272"/>
                    </a:cubicBezTo>
                    <a:cubicBezTo>
                      <a:pt x="-14212" y="248523"/>
                      <a:pt x="50287" y="350946"/>
                      <a:pt x="143984" y="375590"/>
                    </a:cubicBezTo>
                    <a:cubicBezTo>
                      <a:pt x="171284" y="382781"/>
                      <a:pt x="198826" y="382851"/>
                      <a:pt x="224694" y="376107"/>
                    </a:cubicBezTo>
                    <a:cubicBezTo>
                      <a:pt x="241061" y="371848"/>
                      <a:pt x="256754" y="364846"/>
                      <a:pt x="271293" y="355205"/>
                    </a:cubicBezTo>
                    <a:cubicBezTo>
                      <a:pt x="311769" y="328371"/>
                      <a:pt x="338137" y="284963"/>
                      <a:pt x="345536" y="233001"/>
                    </a:cubicBezTo>
                    <a:cubicBezTo>
                      <a:pt x="359936" y="131734"/>
                      <a:pt x="295437" y="29311"/>
                      <a:pt x="201740" y="4671"/>
                    </a:cubicBezTo>
                    <a:close/>
                  </a:path>
                </a:pathLst>
              </a:custGeom>
              <a:solidFill>
                <a:srgbClr val="8A89F5"/>
              </a:solidFill>
              <a:ln w="1711"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64" name="Freeform: Shape 463">
                <a:extLst>
                  <a:ext uri="{FF2B5EF4-FFF2-40B4-BE49-F238E27FC236}">
                    <a16:creationId xmlns:a16="http://schemas.microsoft.com/office/drawing/2014/main" id="{CF14A7C2-35DB-793B-6431-DCFDF5C4613F}"/>
                  </a:ext>
                </a:extLst>
              </p:cNvPr>
              <p:cNvSpPr/>
              <p:nvPr/>
            </p:nvSpPr>
            <p:spPr>
              <a:xfrm>
                <a:off x="10687008" y="3038666"/>
                <a:ext cx="255890" cy="279705"/>
              </a:xfrm>
              <a:custGeom>
                <a:avLst/>
                <a:gdLst>
                  <a:gd name="csX0" fmla="*/ 324444 w 349369"/>
                  <a:gd name="csY0" fmla="*/ 231104 h 381883"/>
                  <a:gd name="csX1" fmla="*/ 259134 w 349369"/>
                  <a:gd name="csY1" fmla="*/ 338632 h 381883"/>
                  <a:gd name="csX2" fmla="*/ 218124 w 349369"/>
                  <a:gd name="csY2" fmla="*/ 357016 h 381883"/>
                  <a:gd name="csX3" fmla="*/ 147105 w 349369"/>
                  <a:gd name="csY3" fmla="*/ 356568 h 381883"/>
                  <a:gd name="csX4" fmla="*/ 20590 w 349369"/>
                  <a:gd name="csY4" fmla="*/ 155671 h 381883"/>
                  <a:gd name="csX5" fmla="*/ 85900 w 349369"/>
                  <a:gd name="csY5" fmla="*/ 48133 h 381883"/>
                  <a:gd name="csX6" fmla="*/ 197929 w 349369"/>
                  <a:gd name="csY6" fmla="*/ 30197 h 381883"/>
                  <a:gd name="csX7" fmla="*/ 324444 w 349369"/>
                  <a:gd name="csY7" fmla="*/ 231104 h 381883"/>
                  <a:gd name="csX8" fmla="*/ 201740 w 349369"/>
                  <a:gd name="csY8" fmla="*/ 4671 h 381883"/>
                  <a:gd name="csX9" fmla="*/ 74431 w 349369"/>
                  <a:gd name="csY9" fmla="*/ 25056 h 381883"/>
                  <a:gd name="csX10" fmla="*/ 188 w 349369"/>
                  <a:gd name="csY10" fmla="*/ 147272 h 381883"/>
                  <a:gd name="csX11" fmla="*/ 143984 w 349369"/>
                  <a:gd name="csY11" fmla="*/ 375590 h 381883"/>
                  <a:gd name="csX12" fmla="*/ 224694 w 349369"/>
                  <a:gd name="csY12" fmla="*/ 376107 h 381883"/>
                  <a:gd name="csX13" fmla="*/ 271293 w 349369"/>
                  <a:gd name="csY13" fmla="*/ 355205 h 381883"/>
                  <a:gd name="csX14" fmla="*/ 345536 w 349369"/>
                  <a:gd name="csY14" fmla="*/ 233001 h 381883"/>
                  <a:gd name="csX15" fmla="*/ 201740 w 349369"/>
                  <a:gd name="csY15" fmla="*/ 4671 h 3818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49369" h="381883">
                    <a:moveTo>
                      <a:pt x="324444" y="231104"/>
                    </a:moveTo>
                    <a:cubicBezTo>
                      <a:pt x="317942" y="276823"/>
                      <a:pt x="294747" y="315005"/>
                      <a:pt x="259134" y="338632"/>
                    </a:cubicBezTo>
                    <a:cubicBezTo>
                      <a:pt x="246338" y="347117"/>
                      <a:pt x="232524" y="353274"/>
                      <a:pt x="218124" y="357016"/>
                    </a:cubicBezTo>
                    <a:cubicBezTo>
                      <a:pt x="195376" y="362949"/>
                      <a:pt x="171146" y="362897"/>
                      <a:pt x="147105" y="356568"/>
                    </a:cubicBezTo>
                    <a:cubicBezTo>
                      <a:pt x="64670" y="334890"/>
                      <a:pt x="7914" y="244763"/>
                      <a:pt x="20590" y="155671"/>
                    </a:cubicBezTo>
                    <a:cubicBezTo>
                      <a:pt x="27092" y="109952"/>
                      <a:pt x="50287" y="71753"/>
                      <a:pt x="85900" y="48133"/>
                    </a:cubicBezTo>
                    <a:cubicBezTo>
                      <a:pt x="118908" y="26255"/>
                      <a:pt x="158694" y="19877"/>
                      <a:pt x="197929" y="30197"/>
                    </a:cubicBezTo>
                    <a:cubicBezTo>
                      <a:pt x="280364" y="51879"/>
                      <a:pt x="337120" y="141995"/>
                      <a:pt x="324444" y="231104"/>
                    </a:cubicBezTo>
                    <a:close/>
                    <a:moveTo>
                      <a:pt x="201740" y="4671"/>
                    </a:moveTo>
                    <a:cubicBezTo>
                      <a:pt x="157142" y="-7059"/>
                      <a:pt x="111924" y="191"/>
                      <a:pt x="74431" y="25056"/>
                    </a:cubicBezTo>
                    <a:cubicBezTo>
                      <a:pt x="33955" y="51904"/>
                      <a:pt x="7586" y="95310"/>
                      <a:pt x="188" y="147272"/>
                    </a:cubicBezTo>
                    <a:cubicBezTo>
                      <a:pt x="-14212" y="248523"/>
                      <a:pt x="50287" y="350946"/>
                      <a:pt x="143984" y="375590"/>
                    </a:cubicBezTo>
                    <a:cubicBezTo>
                      <a:pt x="171284" y="382781"/>
                      <a:pt x="198826" y="382851"/>
                      <a:pt x="224694" y="376107"/>
                    </a:cubicBezTo>
                    <a:cubicBezTo>
                      <a:pt x="241061" y="371848"/>
                      <a:pt x="256754" y="364846"/>
                      <a:pt x="271293" y="355205"/>
                    </a:cubicBezTo>
                    <a:cubicBezTo>
                      <a:pt x="311769" y="328371"/>
                      <a:pt x="338137" y="284963"/>
                      <a:pt x="345536" y="233001"/>
                    </a:cubicBezTo>
                    <a:cubicBezTo>
                      <a:pt x="359936" y="131734"/>
                      <a:pt x="295437" y="29311"/>
                      <a:pt x="201740" y="4671"/>
                    </a:cubicBezTo>
                    <a:close/>
                  </a:path>
                </a:pathLst>
              </a:custGeom>
              <a:solidFill>
                <a:schemeClr val="accent3"/>
              </a:solidFill>
              <a:ln w="4021" cap="rnd">
                <a:solidFill>
                  <a:srgbClr val="0E0F29"/>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65" name="Freeform: Shape 464">
                <a:extLst>
                  <a:ext uri="{FF2B5EF4-FFF2-40B4-BE49-F238E27FC236}">
                    <a16:creationId xmlns:a16="http://schemas.microsoft.com/office/drawing/2014/main" id="{809C468D-117C-76C2-AC44-5AB00B578DAC}"/>
                  </a:ext>
                </a:extLst>
              </p:cNvPr>
              <p:cNvSpPr/>
              <p:nvPr/>
            </p:nvSpPr>
            <p:spPr>
              <a:xfrm>
                <a:off x="10727138" y="3084964"/>
                <a:ext cx="80091" cy="84390"/>
              </a:xfrm>
              <a:custGeom>
                <a:avLst/>
                <a:gdLst>
                  <a:gd name="csX0" fmla="*/ 105890 w 109350"/>
                  <a:gd name="csY0" fmla="*/ -203 h 115220"/>
                  <a:gd name="csX1" fmla="*/ -1810 w 109350"/>
                  <a:gd name="csY1" fmla="*/ 102703 h 115220"/>
                  <a:gd name="csX2" fmla="*/ 107528 w 109350"/>
                  <a:gd name="csY2" fmla="*/ 114413 h 115220"/>
                  <a:gd name="csX3" fmla="*/ 105890 w 109350"/>
                  <a:gd name="csY3" fmla="*/ -203 h 115220"/>
                </a:gdLst>
                <a:ahLst/>
                <a:cxnLst>
                  <a:cxn ang="0">
                    <a:pos x="csX0" y="csY0"/>
                  </a:cxn>
                  <a:cxn ang="0">
                    <a:pos x="csX1" y="csY1"/>
                  </a:cxn>
                  <a:cxn ang="0">
                    <a:pos x="csX2" y="csY2"/>
                  </a:cxn>
                  <a:cxn ang="0">
                    <a:pos x="csX3" y="csY3"/>
                  </a:cxn>
                </a:cxnLst>
                <a:rect l="l" t="t" r="r" b="b"/>
                <a:pathLst>
                  <a:path w="109350" h="115220">
                    <a:moveTo>
                      <a:pt x="105890" y="-203"/>
                    </a:moveTo>
                    <a:cubicBezTo>
                      <a:pt x="45495" y="-6661"/>
                      <a:pt x="-2707" y="39411"/>
                      <a:pt x="-1810" y="102703"/>
                    </a:cubicBezTo>
                    <a:lnTo>
                      <a:pt x="107528" y="114413"/>
                    </a:lnTo>
                    <a:lnTo>
                      <a:pt x="105890" y="-203"/>
                    </a:lnTo>
                    <a:close/>
                  </a:path>
                </a:pathLst>
              </a:custGeom>
              <a:solidFill>
                <a:schemeClr val="accent3">
                  <a:lumMod val="50000"/>
                </a:schemeClr>
              </a:solidFill>
              <a:ln w="1711"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66" name="Freeform: Shape 465">
                <a:extLst>
                  <a:ext uri="{FF2B5EF4-FFF2-40B4-BE49-F238E27FC236}">
                    <a16:creationId xmlns:a16="http://schemas.microsoft.com/office/drawing/2014/main" id="{0E59DA22-B0BE-ECEE-E717-74DE893F1027}"/>
                  </a:ext>
                </a:extLst>
              </p:cNvPr>
              <p:cNvSpPr/>
              <p:nvPr/>
            </p:nvSpPr>
            <p:spPr>
              <a:xfrm>
                <a:off x="10741356" y="3095031"/>
                <a:ext cx="159052" cy="167530"/>
              </a:xfrm>
              <a:custGeom>
                <a:avLst/>
                <a:gdLst>
                  <a:gd name="csX0" fmla="*/ 105067 w 217155"/>
                  <a:gd name="csY0" fmla="*/ -410 h 228730"/>
                  <a:gd name="csX1" fmla="*/ 99841 w 217155"/>
                  <a:gd name="csY1" fmla="*/ -807 h 228730"/>
                  <a:gd name="csX2" fmla="*/ 100566 w 217155"/>
                  <a:gd name="csY2" fmla="*/ 115672 h 228730"/>
                  <a:gd name="csX3" fmla="*/ -1823 w 217155"/>
                  <a:gd name="csY3" fmla="*/ 104703 h 228730"/>
                  <a:gd name="csX4" fmla="*/ 108344 w 217155"/>
                  <a:gd name="csY4" fmla="*/ 227321 h 228730"/>
                  <a:gd name="csX5" fmla="*/ 215319 w 217155"/>
                  <a:gd name="csY5" fmla="*/ 125088 h 228730"/>
                  <a:gd name="csX6" fmla="*/ 105067 w 217155"/>
                  <a:gd name="csY6" fmla="*/ -410 h 2287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155" h="228730">
                    <a:moveTo>
                      <a:pt x="105067" y="-410"/>
                    </a:moveTo>
                    <a:cubicBezTo>
                      <a:pt x="103308" y="-600"/>
                      <a:pt x="101566" y="-721"/>
                      <a:pt x="99841" y="-807"/>
                    </a:cubicBezTo>
                    <a:lnTo>
                      <a:pt x="100566" y="115672"/>
                    </a:lnTo>
                    <a:lnTo>
                      <a:pt x="-1823" y="104703"/>
                    </a:lnTo>
                    <a:cubicBezTo>
                      <a:pt x="523" y="166426"/>
                      <a:pt x="49259" y="221009"/>
                      <a:pt x="108344" y="227321"/>
                    </a:cubicBezTo>
                    <a:cubicBezTo>
                      <a:pt x="168342" y="233754"/>
                      <a:pt x="216233" y="187983"/>
                      <a:pt x="215319" y="125088"/>
                    </a:cubicBezTo>
                    <a:cubicBezTo>
                      <a:pt x="214423" y="62209"/>
                      <a:pt x="165048" y="6022"/>
                      <a:pt x="105067" y="-410"/>
                    </a:cubicBezTo>
                    <a:close/>
                  </a:path>
                </a:pathLst>
              </a:custGeom>
              <a:solidFill>
                <a:schemeClr val="accent2"/>
              </a:solidFill>
              <a:ln w="1711" cap="rnd">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sp>
            <p:nvSpPr>
              <p:cNvPr id="467" name="Freeform: Shape 466">
                <a:extLst>
                  <a:ext uri="{FF2B5EF4-FFF2-40B4-BE49-F238E27FC236}">
                    <a16:creationId xmlns:a16="http://schemas.microsoft.com/office/drawing/2014/main" id="{A276DB42-4921-5313-A0B4-14C5B70DACF1}"/>
                  </a:ext>
                </a:extLst>
              </p:cNvPr>
              <p:cNvSpPr/>
              <p:nvPr/>
            </p:nvSpPr>
            <p:spPr>
              <a:xfrm>
                <a:off x="10741356" y="3095031"/>
                <a:ext cx="159052" cy="167530"/>
              </a:xfrm>
              <a:custGeom>
                <a:avLst/>
                <a:gdLst>
                  <a:gd name="csX0" fmla="*/ 105067 w 217155"/>
                  <a:gd name="csY0" fmla="*/ -410 h 228730"/>
                  <a:gd name="csX1" fmla="*/ 99841 w 217155"/>
                  <a:gd name="csY1" fmla="*/ -807 h 228730"/>
                  <a:gd name="csX2" fmla="*/ 100566 w 217155"/>
                  <a:gd name="csY2" fmla="*/ 115672 h 228730"/>
                  <a:gd name="csX3" fmla="*/ -1823 w 217155"/>
                  <a:gd name="csY3" fmla="*/ 104703 h 228730"/>
                  <a:gd name="csX4" fmla="*/ 108344 w 217155"/>
                  <a:gd name="csY4" fmla="*/ 227321 h 228730"/>
                  <a:gd name="csX5" fmla="*/ 215319 w 217155"/>
                  <a:gd name="csY5" fmla="*/ 125088 h 228730"/>
                  <a:gd name="csX6" fmla="*/ 105067 w 217155"/>
                  <a:gd name="csY6" fmla="*/ -410 h 228730"/>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7155" h="228730">
                    <a:moveTo>
                      <a:pt x="105067" y="-410"/>
                    </a:moveTo>
                    <a:cubicBezTo>
                      <a:pt x="103308" y="-600"/>
                      <a:pt x="101566" y="-721"/>
                      <a:pt x="99841" y="-807"/>
                    </a:cubicBezTo>
                    <a:lnTo>
                      <a:pt x="100566" y="115672"/>
                    </a:lnTo>
                    <a:lnTo>
                      <a:pt x="-1823" y="104703"/>
                    </a:lnTo>
                    <a:cubicBezTo>
                      <a:pt x="523" y="166426"/>
                      <a:pt x="49259" y="221009"/>
                      <a:pt x="108344" y="227321"/>
                    </a:cubicBezTo>
                    <a:cubicBezTo>
                      <a:pt x="168342" y="233754"/>
                      <a:pt x="216233" y="187983"/>
                      <a:pt x="215319" y="125088"/>
                    </a:cubicBezTo>
                    <a:cubicBezTo>
                      <a:pt x="214423" y="62209"/>
                      <a:pt x="165048" y="6022"/>
                      <a:pt x="105067" y="-410"/>
                    </a:cubicBezTo>
                    <a:close/>
                  </a:path>
                </a:pathLst>
              </a:custGeom>
              <a:noFill/>
              <a:ln w="4021" cap="rnd">
                <a:solidFill>
                  <a:srgbClr val="0E0F29"/>
                </a:solid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b="1"/>
              </a:p>
            </p:txBody>
          </p:sp>
        </p:grpSp>
        <p:grpSp>
          <p:nvGrpSpPr>
            <p:cNvPr id="58" name="Group 57">
              <a:extLst>
                <a:ext uri="{FF2B5EF4-FFF2-40B4-BE49-F238E27FC236}">
                  <a16:creationId xmlns:a16="http://schemas.microsoft.com/office/drawing/2014/main" id="{D2A85D87-44C6-9B23-B5A4-D478803D3BBC}"/>
                </a:ext>
              </a:extLst>
            </p:cNvPr>
            <p:cNvGrpSpPr/>
            <p:nvPr/>
          </p:nvGrpSpPr>
          <p:grpSpPr>
            <a:xfrm>
              <a:off x="9700799" y="2841272"/>
              <a:ext cx="209718" cy="189242"/>
              <a:chOff x="9700738" y="2848439"/>
              <a:chExt cx="160323" cy="144671"/>
            </a:xfrm>
          </p:grpSpPr>
          <p:grpSp>
            <p:nvGrpSpPr>
              <p:cNvPr id="59" name="Graphic 1897">
                <a:extLst>
                  <a:ext uri="{FF2B5EF4-FFF2-40B4-BE49-F238E27FC236}">
                    <a16:creationId xmlns:a16="http://schemas.microsoft.com/office/drawing/2014/main" id="{760E3EC7-E426-C2D3-5891-D87201B5F18D}"/>
                  </a:ext>
                </a:extLst>
              </p:cNvPr>
              <p:cNvGrpSpPr/>
              <p:nvPr/>
            </p:nvGrpSpPr>
            <p:grpSpPr>
              <a:xfrm>
                <a:off x="9753978" y="2848439"/>
                <a:ext cx="53441" cy="55060"/>
                <a:chOff x="10490814" y="3198919"/>
                <a:chExt cx="115333" cy="118828"/>
              </a:xfrm>
              <a:solidFill>
                <a:schemeClr val="accent1"/>
              </a:solidFill>
            </p:grpSpPr>
            <p:sp>
              <p:nvSpPr>
                <p:cNvPr id="63" name="Freeform: Shape 62">
                  <a:extLst>
                    <a:ext uri="{FF2B5EF4-FFF2-40B4-BE49-F238E27FC236}">
                      <a16:creationId xmlns:a16="http://schemas.microsoft.com/office/drawing/2014/main" id="{C3E23AA8-68DB-F8C0-340D-990977F6E139}"/>
                    </a:ext>
                  </a:extLst>
                </p:cNvPr>
                <p:cNvSpPr/>
                <p:nvPr/>
              </p:nvSpPr>
              <p:spPr>
                <a:xfrm>
                  <a:off x="10490814" y="3198919"/>
                  <a:ext cx="115333" cy="115333"/>
                </a:xfrm>
                <a:custGeom>
                  <a:avLst/>
                  <a:gdLst>
                    <a:gd name="connsiteX0" fmla="*/ 58603 w 115332"/>
                    <a:gd name="connsiteY0" fmla="*/ 0 h 115332"/>
                    <a:gd name="connsiteX1" fmla="*/ 117207 w 115332"/>
                    <a:gd name="connsiteY1" fmla="*/ 58603 h 115332"/>
                    <a:gd name="connsiteX2" fmla="*/ 58603 w 115332"/>
                    <a:gd name="connsiteY2" fmla="*/ 117207 h 115332"/>
                    <a:gd name="connsiteX3" fmla="*/ 0 w 115332"/>
                    <a:gd name="connsiteY3" fmla="*/ 58603 h 115332"/>
                    <a:gd name="connsiteX4" fmla="*/ 58603 w 115332"/>
                    <a:gd name="connsiteY4" fmla="*/ 0 h 1153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332" h="115332">
                      <a:moveTo>
                        <a:pt x="58603" y="0"/>
                      </a:moveTo>
                      <a:cubicBezTo>
                        <a:pt x="90968" y="0"/>
                        <a:pt x="117207" y="26238"/>
                        <a:pt x="117207" y="58603"/>
                      </a:cubicBezTo>
                      <a:cubicBezTo>
                        <a:pt x="117207" y="90969"/>
                        <a:pt x="90968" y="117207"/>
                        <a:pt x="58603" y="117207"/>
                      </a:cubicBezTo>
                      <a:cubicBezTo>
                        <a:pt x="26238" y="117207"/>
                        <a:pt x="0" y="90969"/>
                        <a:pt x="0" y="58603"/>
                      </a:cubicBezTo>
                      <a:cubicBezTo>
                        <a:pt x="0" y="26238"/>
                        <a:pt x="26238" y="0"/>
                        <a:pt x="58603" y="0"/>
                      </a:cubicBezTo>
                      <a:close/>
                    </a:path>
                  </a:pathLst>
                </a:custGeom>
                <a:solidFill>
                  <a:srgbClr val="1F40E6"/>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48" name="Freeform: Shape 447">
                  <a:extLst>
                    <a:ext uri="{FF2B5EF4-FFF2-40B4-BE49-F238E27FC236}">
                      <a16:creationId xmlns:a16="http://schemas.microsoft.com/office/drawing/2014/main" id="{2626A0B3-B5E9-0DB7-B6E5-1AB96D2FA85A}"/>
                    </a:ext>
                  </a:extLst>
                </p:cNvPr>
                <p:cNvSpPr/>
                <p:nvPr/>
              </p:nvSpPr>
              <p:spPr>
                <a:xfrm>
                  <a:off x="10534147" y="3269308"/>
                  <a:ext cx="28833" cy="25229"/>
                </a:xfrm>
                <a:custGeom>
                  <a:avLst/>
                  <a:gdLst>
                    <a:gd name="connsiteX0" fmla="*/ 29002 w 28833"/>
                    <a:gd name="connsiteY0" fmla="*/ 6596 h 25228"/>
                    <a:gd name="connsiteX1" fmla="*/ 29002 w 28833"/>
                    <a:gd name="connsiteY1" fmla="*/ 6596 h 25228"/>
                    <a:gd name="connsiteX2" fmla="*/ 30840 w 28833"/>
                    <a:gd name="connsiteY2" fmla="*/ 15534 h 25228"/>
                    <a:gd name="connsiteX3" fmla="*/ 15955 w 28833"/>
                    <a:gd name="connsiteY3" fmla="*/ 26130 h 25228"/>
                    <a:gd name="connsiteX4" fmla="*/ 15270 w 28833"/>
                    <a:gd name="connsiteY4" fmla="*/ 26130 h 25228"/>
                    <a:gd name="connsiteX5" fmla="*/ 25 w 28833"/>
                    <a:gd name="connsiteY5" fmla="*/ 12651 h 25228"/>
                    <a:gd name="connsiteX6" fmla="*/ 1538 w 28833"/>
                    <a:gd name="connsiteY6" fmla="*/ 6596 h 25228"/>
                    <a:gd name="connsiteX7" fmla="*/ 1538 w 28833"/>
                    <a:gd name="connsiteY7" fmla="*/ 6596 h 25228"/>
                    <a:gd name="connsiteX8" fmla="*/ 3088 w 28833"/>
                    <a:gd name="connsiteY8" fmla="*/ 0 h 25228"/>
                    <a:gd name="connsiteX9" fmla="*/ 15234 w 28833"/>
                    <a:gd name="connsiteY9" fmla="*/ 6523 h 25228"/>
                    <a:gd name="connsiteX10" fmla="*/ 27380 w 28833"/>
                    <a:gd name="connsiteY10" fmla="*/ 0 h 25228"/>
                    <a:gd name="connsiteX11" fmla="*/ 29002 w 28833"/>
                    <a:gd name="connsiteY11" fmla="*/ 6596 h 25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8833" h="25228">
                      <a:moveTo>
                        <a:pt x="29002" y="6596"/>
                      </a:moveTo>
                      <a:lnTo>
                        <a:pt x="29002" y="6596"/>
                      </a:lnTo>
                      <a:cubicBezTo>
                        <a:pt x="29002" y="6848"/>
                        <a:pt x="31020" y="14272"/>
                        <a:pt x="30840" y="15534"/>
                      </a:cubicBezTo>
                      <a:cubicBezTo>
                        <a:pt x="30263" y="19895"/>
                        <a:pt x="25866" y="22346"/>
                        <a:pt x="15955" y="26130"/>
                      </a:cubicBezTo>
                      <a:lnTo>
                        <a:pt x="15270" y="26130"/>
                      </a:lnTo>
                      <a:cubicBezTo>
                        <a:pt x="5647" y="22454"/>
                        <a:pt x="782" y="15029"/>
                        <a:pt x="25" y="12651"/>
                      </a:cubicBezTo>
                      <a:cubicBezTo>
                        <a:pt x="-228" y="11894"/>
                        <a:pt x="1538" y="6884"/>
                        <a:pt x="1538" y="6596"/>
                      </a:cubicBezTo>
                      <a:lnTo>
                        <a:pt x="1538" y="6596"/>
                      </a:lnTo>
                      <a:cubicBezTo>
                        <a:pt x="1611" y="4325"/>
                        <a:pt x="2151" y="2090"/>
                        <a:pt x="3088" y="0"/>
                      </a:cubicBezTo>
                      <a:cubicBezTo>
                        <a:pt x="6548" y="3892"/>
                        <a:pt x="10729" y="6523"/>
                        <a:pt x="15234" y="6523"/>
                      </a:cubicBezTo>
                      <a:cubicBezTo>
                        <a:pt x="19667" y="6523"/>
                        <a:pt x="23920" y="4001"/>
                        <a:pt x="27380" y="0"/>
                      </a:cubicBezTo>
                      <a:cubicBezTo>
                        <a:pt x="28389" y="2054"/>
                        <a:pt x="29002" y="4325"/>
                        <a:pt x="29002" y="6596"/>
                      </a:cubicBezTo>
                      <a:close/>
                    </a:path>
                  </a:pathLst>
                </a:custGeom>
                <a:solidFill>
                  <a:srgbClr val="E6E6E6"/>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49" name="Freeform: Shape 448">
                  <a:extLst>
                    <a:ext uri="{FF2B5EF4-FFF2-40B4-BE49-F238E27FC236}">
                      <a16:creationId xmlns:a16="http://schemas.microsoft.com/office/drawing/2014/main" id="{F9294925-0F4A-B2E1-5696-DEA17AA54BF7}"/>
                    </a:ext>
                  </a:extLst>
                </p:cNvPr>
                <p:cNvSpPr/>
                <p:nvPr/>
              </p:nvSpPr>
              <p:spPr>
                <a:xfrm>
                  <a:off x="10549057" y="3287869"/>
                  <a:ext cx="3604" cy="3604"/>
                </a:xfrm>
                <a:custGeom>
                  <a:avLst/>
                  <a:gdLst>
                    <a:gd name="connsiteX0" fmla="*/ 721 w 0"/>
                    <a:gd name="connsiteY0" fmla="*/ 0 h 0"/>
                    <a:gd name="connsiteX1" fmla="*/ 360 w 0"/>
                    <a:gd name="connsiteY1" fmla="*/ 72 h 0"/>
                    <a:gd name="connsiteX2" fmla="*/ 0 w 0"/>
                    <a:gd name="connsiteY2" fmla="*/ 0 h 0"/>
                    <a:gd name="connsiteX3" fmla="*/ 721 w 0"/>
                    <a:gd name="connsiteY3" fmla="*/ 0 h 0"/>
                  </a:gdLst>
                  <a:ahLst/>
                  <a:cxnLst>
                    <a:cxn ang="0">
                      <a:pos x="connsiteX0" y="connsiteY0"/>
                    </a:cxn>
                    <a:cxn ang="0">
                      <a:pos x="connsiteX1" y="connsiteY1"/>
                    </a:cxn>
                    <a:cxn ang="0">
                      <a:pos x="connsiteX2" y="connsiteY2"/>
                    </a:cxn>
                    <a:cxn ang="0">
                      <a:pos x="connsiteX3" y="connsiteY3"/>
                    </a:cxn>
                  </a:cxnLst>
                  <a:rect l="l" t="t" r="r" b="b"/>
                  <a:pathLst>
                    <a:path>
                      <a:moveTo>
                        <a:pt x="721" y="0"/>
                      </a:moveTo>
                      <a:cubicBezTo>
                        <a:pt x="649" y="0"/>
                        <a:pt x="541" y="72"/>
                        <a:pt x="360" y="72"/>
                      </a:cubicBezTo>
                      <a:cubicBezTo>
                        <a:pt x="288" y="72"/>
                        <a:pt x="180" y="0"/>
                        <a:pt x="0" y="0"/>
                      </a:cubicBezTo>
                      <a:lnTo>
                        <a:pt x="721" y="0"/>
                      </a:lnTo>
                      <a:close/>
                    </a:path>
                  </a:pathLst>
                </a:custGeom>
                <a:solidFill>
                  <a:srgbClr val="E6E9EE"/>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50" name="Freeform: Shape 449">
                  <a:extLst>
                    <a:ext uri="{FF2B5EF4-FFF2-40B4-BE49-F238E27FC236}">
                      <a16:creationId xmlns:a16="http://schemas.microsoft.com/office/drawing/2014/main" id="{393E2437-B41A-B2AE-E81B-BC1096B9F4A5}"/>
                    </a:ext>
                  </a:extLst>
                </p:cNvPr>
                <p:cNvSpPr/>
                <p:nvPr/>
              </p:nvSpPr>
              <p:spPr>
                <a:xfrm>
                  <a:off x="10504943" y="3281706"/>
                  <a:ext cx="86499" cy="36041"/>
                </a:xfrm>
                <a:custGeom>
                  <a:avLst/>
                  <a:gdLst>
                    <a:gd name="connsiteX0" fmla="*/ 88950 w 86499"/>
                    <a:gd name="connsiteY0" fmla="*/ 15029 h 36041"/>
                    <a:gd name="connsiteX1" fmla="*/ 44475 w 86499"/>
                    <a:gd name="connsiteY1" fmla="*/ 37627 h 36041"/>
                    <a:gd name="connsiteX2" fmla="*/ 0 w 86499"/>
                    <a:gd name="connsiteY2" fmla="*/ 15029 h 36041"/>
                    <a:gd name="connsiteX3" fmla="*/ 27283 w 86499"/>
                    <a:gd name="connsiteY3" fmla="*/ 0 h 36041"/>
                    <a:gd name="connsiteX4" fmla="*/ 44403 w 86499"/>
                    <a:gd name="connsiteY4" fmla="*/ 6271 h 36041"/>
                    <a:gd name="connsiteX5" fmla="*/ 61595 w 86499"/>
                    <a:gd name="connsiteY5" fmla="*/ 0 h 36041"/>
                    <a:gd name="connsiteX6" fmla="*/ 88950 w 86499"/>
                    <a:gd name="connsiteY6" fmla="*/ 15029 h 36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6499" h="36041">
                      <a:moveTo>
                        <a:pt x="88950" y="15029"/>
                      </a:moveTo>
                      <a:cubicBezTo>
                        <a:pt x="78967" y="28653"/>
                        <a:pt x="62712" y="37627"/>
                        <a:pt x="44475" y="37627"/>
                      </a:cubicBezTo>
                      <a:cubicBezTo>
                        <a:pt x="26238" y="37627"/>
                        <a:pt x="10092" y="28761"/>
                        <a:pt x="0" y="15029"/>
                      </a:cubicBezTo>
                      <a:cubicBezTo>
                        <a:pt x="7821" y="6704"/>
                        <a:pt x="18417" y="2271"/>
                        <a:pt x="27283" y="0"/>
                      </a:cubicBezTo>
                      <a:cubicBezTo>
                        <a:pt x="29626" y="2126"/>
                        <a:pt x="34275" y="3352"/>
                        <a:pt x="44403" y="6271"/>
                      </a:cubicBezTo>
                      <a:cubicBezTo>
                        <a:pt x="44836" y="6271"/>
                        <a:pt x="62099" y="3965"/>
                        <a:pt x="61595" y="0"/>
                      </a:cubicBezTo>
                      <a:cubicBezTo>
                        <a:pt x="70533" y="2271"/>
                        <a:pt x="81129" y="6704"/>
                        <a:pt x="88950" y="15029"/>
                      </a:cubicBezTo>
                      <a:close/>
                    </a:path>
                  </a:pathLst>
                </a:custGeom>
                <a:solidFill>
                  <a:srgbClr val="D0D0D0"/>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51" name="Freeform: Shape 450">
                  <a:extLst>
                    <a:ext uri="{FF2B5EF4-FFF2-40B4-BE49-F238E27FC236}">
                      <a16:creationId xmlns:a16="http://schemas.microsoft.com/office/drawing/2014/main" id="{3AAA585F-5994-C65D-783E-84D7E678ABBA}"/>
                    </a:ext>
                  </a:extLst>
                </p:cNvPr>
                <p:cNvSpPr/>
                <p:nvPr/>
              </p:nvSpPr>
              <p:spPr>
                <a:xfrm>
                  <a:off x="10541885" y="3287977"/>
                  <a:ext cx="14417" cy="7208"/>
                </a:xfrm>
                <a:custGeom>
                  <a:avLst/>
                  <a:gdLst>
                    <a:gd name="connsiteX0" fmla="*/ 15101 w 14416"/>
                    <a:gd name="connsiteY0" fmla="*/ 1910 h 7208"/>
                    <a:gd name="connsiteX1" fmla="*/ 12326 w 14416"/>
                    <a:gd name="connsiteY1" fmla="*/ 7461 h 7208"/>
                    <a:gd name="connsiteX2" fmla="*/ 2775 w 14416"/>
                    <a:gd name="connsiteY2" fmla="*/ 7461 h 7208"/>
                    <a:gd name="connsiteX3" fmla="*/ 0 w 14416"/>
                    <a:gd name="connsiteY3" fmla="*/ 1910 h 7208"/>
                    <a:gd name="connsiteX4" fmla="*/ 7569 w 14416"/>
                    <a:gd name="connsiteY4" fmla="*/ 0 h 7208"/>
                    <a:gd name="connsiteX5" fmla="*/ 15101 w 14416"/>
                    <a:gd name="connsiteY5" fmla="*/ 1910 h 7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16" h="7208">
                      <a:moveTo>
                        <a:pt x="15101" y="1910"/>
                      </a:moveTo>
                      <a:lnTo>
                        <a:pt x="12326" y="7461"/>
                      </a:lnTo>
                      <a:lnTo>
                        <a:pt x="2775" y="7461"/>
                      </a:lnTo>
                      <a:lnTo>
                        <a:pt x="0" y="1910"/>
                      </a:lnTo>
                      <a:cubicBezTo>
                        <a:pt x="3820" y="252"/>
                        <a:pt x="7569" y="0"/>
                        <a:pt x="7569" y="0"/>
                      </a:cubicBezTo>
                      <a:cubicBezTo>
                        <a:pt x="7569" y="0"/>
                        <a:pt x="11353" y="252"/>
                        <a:pt x="15101" y="1910"/>
                      </a:cubicBezTo>
                      <a:close/>
                    </a:path>
                  </a:pathLst>
                </a:custGeom>
                <a:solidFill>
                  <a:srgbClr val="1F40E6"/>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52" name="Freeform: Shape 451">
                  <a:extLst>
                    <a:ext uri="{FF2B5EF4-FFF2-40B4-BE49-F238E27FC236}">
                      <a16:creationId xmlns:a16="http://schemas.microsoft.com/office/drawing/2014/main" id="{B569A950-B226-1A93-CCC4-C8AC5AFE7786}"/>
                    </a:ext>
                  </a:extLst>
                </p:cNvPr>
                <p:cNvSpPr/>
                <p:nvPr/>
              </p:nvSpPr>
              <p:spPr>
                <a:xfrm>
                  <a:off x="10541705" y="3295510"/>
                  <a:ext cx="14417" cy="21625"/>
                </a:xfrm>
                <a:custGeom>
                  <a:avLst/>
                  <a:gdLst>
                    <a:gd name="connsiteX0" fmla="*/ 0 w 14416"/>
                    <a:gd name="connsiteY0" fmla="*/ 23283 h 21624"/>
                    <a:gd name="connsiteX1" fmla="*/ 7821 w 14416"/>
                    <a:gd name="connsiteY1" fmla="*/ 23787 h 21624"/>
                    <a:gd name="connsiteX2" fmla="*/ 15642 w 14416"/>
                    <a:gd name="connsiteY2" fmla="*/ 23283 h 21624"/>
                    <a:gd name="connsiteX3" fmla="*/ 12614 w 14416"/>
                    <a:gd name="connsiteY3" fmla="*/ 0 h 21624"/>
                    <a:gd name="connsiteX4" fmla="*/ 3063 w 14416"/>
                    <a:gd name="connsiteY4" fmla="*/ 0 h 21624"/>
                    <a:gd name="connsiteX5" fmla="*/ 0 w 14416"/>
                    <a:gd name="connsiteY5" fmla="*/ 23283 h 216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416" h="21624">
                      <a:moveTo>
                        <a:pt x="0" y="23283"/>
                      </a:moveTo>
                      <a:cubicBezTo>
                        <a:pt x="2523" y="23643"/>
                        <a:pt x="5118" y="23787"/>
                        <a:pt x="7821" y="23787"/>
                      </a:cubicBezTo>
                      <a:cubicBezTo>
                        <a:pt x="10416" y="23787"/>
                        <a:pt x="13047" y="23607"/>
                        <a:pt x="15642" y="23283"/>
                      </a:cubicBezTo>
                      <a:lnTo>
                        <a:pt x="12614" y="0"/>
                      </a:lnTo>
                      <a:lnTo>
                        <a:pt x="3063" y="0"/>
                      </a:lnTo>
                      <a:lnTo>
                        <a:pt x="0" y="23283"/>
                      </a:lnTo>
                      <a:close/>
                    </a:path>
                  </a:pathLst>
                </a:custGeom>
                <a:solidFill>
                  <a:srgbClr val="1F40E6"/>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53" name="Freeform: Shape 452">
                  <a:extLst>
                    <a:ext uri="{FF2B5EF4-FFF2-40B4-BE49-F238E27FC236}">
                      <a16:creationId xmlns:a16="http://schemas.microsoft.com/office/drawing/2014/main" id="{EEFE6D12-3D92-74A2-0564-805FD6270BF3}"/>
                    </a:ext>
                  </a:extLst>
                </p:cNvPr>
                <p:cNvSpPr/>
                <p:nvPr/>
              </p:nvSpPr>
              <p:spPr>
                <a:xfrm>
                  <a:off x="10536551" y="3269308"/>
                  <a:ext cx="25229" cy="7208"/>
                </a:xfrm>
                <a:custGeom>
                  <a:avLst/>
                  <a:gdLst>
                    <a:gd name="connsiteX0" fmla="*/ 25734 w 25228"/>
                    <a:gd name="connsiteY0" fmla="*/ 1730 h 7208"/>
                    <a:gd name="connsiteX1" fmla="*/ 12867 w 25228"/>
                    <a:gd name="connsiteY1" fmla="*/ 8145 h 7208"/>
                    <a:gd name="connsiteX2" fmla="*/ 0 w 25228"/>
                    <a:gd name="connsiteY2" fmla="*/ 1730 h 7208"/>
                    <a:gd name="connsiteX3" fmla="*/ 685 w 25228"/>
                    <a:gd name="connsiteY3" fmla="*/ 0 h 7208"/>
                    <a:gd name="connsiteX4" fmla="*/ 12831 w 25228"/>
                    <a:gd name="connsiteY4" fmla="*/ 5947 h 7208"/>
                    <a:gd name="connsiteX5" fmla="*/ 24977 w 25228"/>
                    <a:gd name="connsiteY5" fmla="*/ 0 h 7208"/>
                    <a:gd name="connsiteX6" fmla="*/ 25734 w 25228"/>
                    <a:gd name="connsiteY6" fmla="*/ 1730 h 7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228" h="7208">
                      <a:moveTo>
                        <a:pt x="25734" y="1730"/>
                      </a:moveTo>
                      <a:cubicBezTo>
                        <a:pt x="22093" y="5622"/>
                        <a:pt x="17733" y="8145"/>
                        <a:pt x="12867" y="8145"/>
                      </a:cubicBezTo>
                      <a:cubicBezTo>
                        <a:pt x="8001" y="8145"/>
                        <a:pt x="3676" y="5622"/>
                        <a:pt x="0" y="1730"/>
                      </a:cubicBezTo>
                      <a:cubicBezTo>
                        <a:pt x="180" y="1117"/>
                        <a:pt x="433" y="505"/>
                        <a:pt x="685" y="0"/>
                      </a:cubicBezTo>
                      <a:cubicBezTo>
                        <a:pt x="4145" y="3892"/>
                        <a:pt x="8326" y="5947"/>
                        <a:pt x="12831" y="5947"/>
                      </a:cubicBezTo>
                      <a:cubicBezTo>
                        <a:pt x="17336" y="5947"/>
                        <a:pt x="21517" y="4001"/>
                        <a:pt x="24977" y="0"/>
                      </a:cubicBezTo>
                      <a:cubicBezTo>
                        <a:pt x="25301" y="505"/>
                        <a:pt x="25553" y="1117"/>
                        <a:pt x="25734" y="1730"/>
                      </a:cubicBezTo>
                      <a:close/>
                    </a:path>
                  </a:pathLst>
                </a:custGeom>
                <a:solidFill>
                  <a:srgbClr val="C69E60"/>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54" name="Freeform: Shape 453">
                  <a:extLst>
                    <a:ext uri="{FF2B5EF4-FFF2-40B4-BE49-F238E27FC236}">
                      <a16:creationId xmlns:a16="http://schemas.microsoft.com/office/drawing/2014/main" id="{1FEEC09B-29CC-D92C-0F30-5382E7D85F83}"/>
                    </a:ext>
                  </a:extLst>
                </p:cNvPr>
                <p:cNvSpPr/>
                <p:nvPr/>
              </p:nvSpPr>
              <p:spPr>
                <a:xfrm>
                  <a:off x="10524016" y="3225620"/>
                  <a:ext cx="50458" cy="46854"/>
                </a:xfrm>
                <a:custGeom>
                  <a:avLst/>
                  <a:gdLst>
                    <a:gd name="connsiteX0" fmla="*/ 49117 w 50457"/>
                    <a:gd name="connsiteY0" fmla="*/ 32118 h 46853"/>
                    <a:gd name="connsiteX1" fmla="*/ 42414 w 50457"/>
                    <a:gd name="connsiteY1" fmla="*/ 36624 h 46853"/>
                    <a:gd name="connsiteX2" fmla="*/ 25402 w 50457"/>
                    <a:gd name="connsiteY2" fmla="*/ 50103 h 46853"/>
                    <a:gd name="connsiteX3" fmla="*/ 8390 w 50457"/>
                    <a:gd name="connsiteY3" fmla="*/ 36624 h 46853"/>
                    <a:gd name="connsiteX4" fmla="*/ 1687 w 50457"/>
                    <a:gd name="connsiteY4" fmla="*/ 32118 h 46853"/>
                    <a:gd name="connsiteX5" fmla="*/ 1506 w 50457"/>
                    <a:gd name="connsiteY5" fmla="*/ 23360 h 46853"/>
                    <a:gd name="connsiteX6" fmla="*/ 3164 w 50457"/>
                    <a:gd name="connsiteY6" fmla="*/ 23000 h 46853"/>
                    <a:gd name="connsiteX7" fmla="*/ 6480 w 50457"/>
                    <a:gd name="connsiteY7" fmla="*/ 28730 h 46853"/>
                    <a:gd name="connsiteX8" fmla="*/ 11274 w 50457"/>
                    <a:gd name="connsiteY8" fmla="*/ 5880 h 46853"/>
                    <a:gd name="connsiteX9" fmla="*/ 43423 w 50457"/>
                    <a:gd name="connsiteY9" fmla="*/ 31578 h 46853"/>
                    <a:gd name="connsiteX10" fmla="*/ 48108 w 50457"/>
                    <a:gd name="connsiteY10" fmla="*/ 22964 h 46853"/>
                    <a:gd name="connsiteX11" fmla="*/ 49153 w 50457"/>
                    <a:gd name="connsiteY11" fmla="*/ 23324 h 46853"/>
                    <a:gd name="connsiteX12" fmla="*/ 49117 w 50457"/>
                    <a:gd name="connsiteY12" fmla="*/ 32118 h 46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0457" h="46853">
                      <a:moveTo>
                        <a:pt x="49117" y="32118"/>
                      </a:moveTo>
                      <a:cubicBezTo>
                        <a:pt x="47279" y="35146"/>
                        <a:pt x="44504" y="36984"/>
                        <a:pt x="42414" y="36624"/>
                      </a:cubicBezTo>
                      <a:cubicBezTo>
                        <a:pt x="38233" y="44336"/>
                        <a:pt x="32178" y="50103"/>
                        <a:pt x="25402" y="50103"/>
                      </a:cubicBezTo>
                      <a:cubicBezTo>
                        <a:pt x="18626" y="50103"/>
                        <a:pt x="12535" y="44300"/>
                        <a:pt x="8390" y="36624"/>
                      </a:cubicBezTo>
                      <a:cubicBezTo>
                        <a:pt x="6300" y="36876"/>
                        <a:pt x="3525" y="35146"/>
                        <a:pt x="1687" y="32118"/>
                      </a:cubicBezTo>
                      <a:cubicBezTo>
                        <a:pt x="-476" y="28550"/>
                        <a:pt x="-584" y="24658"/>
                        <a:pt x="1506" y="23360"/>
                      </a:cubicBezTo>
                      <a:cubicBezTo>
                        <a:pt x="2011" y="23108"/>
                        <a:pt x="2552" y="22928"/>
                        <a:pt x="3164" y="23000"/>
                      </a:cubicBezTo>
                      <a:cubicBezTo>
                        <a:pt x="4570" y="26568"/>
                        <a:pt x="6480" y="28730"/>
                        <a:pt x="6480" y="28730"/>
                      </a:cubicBezTo>
                      <a:cubicBezTo>
                        <a:pt x="4498" y="17702"/>
                        <a:pt x="12643" y="16476"/>
                        <a:pt x="11274" y="5880"/>
                      </a:cubicBezTo>
                      <a:cubicBezTo>
                        <a:pt x="18915" y="-5293"/>
                        <a:pt x="57839" y="-2517"/>
                        <a:pt x="43423" y="31578"/>
                      </a:cubicBezTo>
                      <a:cubicBezTo>
                        <a:pt x="45765" y="28622"/>
                        <a:pt x="47243" y="25667"/>
                        <a:pt x="48108" y="22964"/>
                      </a:cubicBezTo>
                      <a:cubicBezTo>
                        <a:pt x="48469" y="22964"/>
                        <a:pt x="48901" y="23144"/>
                        <a:pt x="49153" y="23324"/>
                      </a:cubicBezTo>
                      <a:cubicBezTo>
                        <a:pt x="51388" y="24550"/>
                        <a:pt x="51280" y="28550"/>
                        <a:pt x="49117" y="32118"/>
                      </a:cubicBezTo>
                      <a:close/>
                    </a:path>
                  </a:pathLst>
                </a:custGeom>
                <a:solidFill>
                  <a:srgbClr val="E6E6E6"/>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55" name="Freeform: Shape 454">
                  <a:extLst>
                    <a:ext uri="{FF2B5EF4-FFF2-40B4-BE49-F238E27FC236}">
                      <a16:creationId xmlns:a16="http://schemas.microsoft.com/office/drawing/2014/main" id="{F6460393-C3C7-8FCF-5424-041BCBCEA75F}"/>
                    </a:ext>
                  </a:extLst>
                </p:cNvPr>
                <p:cNvSpPr/>
                <p:nvPr/>
              </p:nvSpPr>
              <p:spPr>
                <a:xfrm>
                  <a:off x="10524296" y="3214780"/>
                  <a:ext cx="50458" cy="39646"/>
                </a:xfrm>
                <a:custGeom>
                  <a:avLst/>
                  <a:gdLst>
                    <a:gd name="connsiteX0" fmla="*/ 9336 w 50457"/>
                    <a:gd name="connsiteY0" fmla="*/ 8142 h 39645"/>
                    <a:gd name="connsiteX1" fmla="*/ 8651 w 50457"/>
                    <a:gd name="connsiteY1" fmla="*/ 4322 h 39645"/>
                    <a:gd name="connsiteX2" fmla="*/ 8363 w 50457"/>
                    <a:gd name="connsiteY2" fmla="*/ 9872 h 39645"/>
                    <a:gd name="connsiteX3" fmla="*/ 3281 w 50457"/>
                    <a:gd name="connsiteY3" fmla="*/ 8070 h 39645"/>
                    <a:gd name="connsiteX4" fmla="*/ 6489 w 50457"/>
                    <a:gd name="connsiteY4" fmla="*/ 10269 h 39645"/>
                    <a:gd name="connsiteX5" fmla="*/ 1 w 50457"/>
                    <a:gd name="connsiteY5" fmla="*/ 25118 h 39645"/>
                    <a:gd name="connsiteX6" fmla="*/ 1551 w 50457"/>
                    <a:gd name="connsiteY6" fmla="*/ 21946 h 39645"/>
                    <a:gd name="connsiteX7" fmla="*/ 6345 w 50457"/>
                    <a:gd name="connsiteY7" fmla="*/ 39498 h 39645"/>
                    <a:gd name="connsiteX8" fmla="*/ 11138 w 50457"/>
                    <a:gd name="connsiteY8" fmla="*/ 16648 h 39645"/>
                    <a:gd name="connsiteX9" fmla="*/ 32619 w 50457"/>
                    <a:gd name="connsiteY9" fmla="*/ 21117 h 39645"/>
                    <a:gd name="connsiteX10" fmla="*/ 43287 w 50457"/>
                    <a:gd name="connsiteY10" fmla="*/ 42454 h 39645"/>
                    <a:gd name="connsiteX11" fmla="*/ 49522 w 50457"/>
                    <a:gd name="connsiteY11" fmla="*/ 23424 h 39645"/>
                    <a:gd name="connsiteX12" fmla="*/ 50387 w 50457"/>
                    <a:gd name="connsiteY12" fmla="*/ 26884 h 39645"/>
                    <a:gd name="connsiteX13" fmla="*/ 9336 w 50457"/>
                    <a:gd name="connsiteY13" fmla="*/ 8142 h 39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0457" h="39645">
                      <a:moveTo>
                        <a:pt x="9336" y="8142"/>
                      </a:moveTo>
                      <a:cubicBezTo>
                        <a:pt x="8543" y="6917"/>
                        <a:pt x="8543" y="5187"/>
                        <a:pt x="8651" y="4322"/>
                      </a:cubicBezTo>
                      <a:cubicBezTo>
                        <a:pt x="7426" y="6412"/>
                        <a:pt x="8363" y="9872"/>
                        <a:pt x="8363" y="9872"/>
                      </a:cubicBezTo>
                      <a:cubicBezTo>
                        <a:pt x="6741" y="7350"/>
                        <a:pt x="3281" y="8070"/>
                        <a:pt x="3281" y="8070"/>
                      </a:cubicBezTo>
                      <a:cubicBezTo>
                        <a:pt x="6056" y="8683"/>
                        <a:pt x="6489" y="10269"/>
                        <a:pt x="6489" y="10269"/>
                      </a:cubicBezTo>
                      <a:cubicBezTo>
                        <a:pt x="-251" y="10629"/>
                        <a:pt x="1" y="25118"/>
                        <a:pt x="1" y="25118"/>
                      </a:cubicBezTo>
                      <a:lnTo>
                        <a:pt x="1551" y="21946"/>
                      </a:lnTo>
                      <a:cubicBezTo>
                        <a:pt x="254" y="32867"/>
                        <a:pt x="6345" y="39498"/>
                        <a:pt x="6345" y="39498"/>
                      </a:cubicBezTo>
                      <a:cubicBezTo>
                        <a:pt x="4362" y="28470"/>
                        <a:pt x="12507" y="27244"/>
                        <a:pt x="11138" y="16648"/>
                      </a:cubicBezTo>
                      <a:cubicBezTo>
                        <a:pt x="11138" y="16648"/>
                        <a:pt x="22239" y="22271"/>
                        <a:pt x="32619" y="21117"/>
                      </a:cubicBezTo>
                      <a:cubicBezTo>
                        <a:pt x="39106" y="20397"/>
                        <a:pt x="48080" y="26055"/>
                        <a:pt x="43287" y="42454"/>
                      </a:cubicBezTo>
                      <a:cubicBezTo>
                        <a:pt x="50675" y="33083"/>
                        <a:pt x="49522" y="23424"/>
                        <a:pt x="49522" y="23424"/>
                      </a:cubicBezTo>
                      <a:lnTo>
                        <a:pt x="50387" y="26884"/>
                      </a:lnTo>
                      <a:cubicBezTo>
                        <a:pt x="53703" y="4214"/>
                        <a:pt x="14418" y="-9734"/>
                        <a:pt x="9336" y="8142"/>
                      </a:cubicBezTo>
                      <a:close/>
                    </a:path>
                  </a:pathLst>
                </a:custGeom>
                <a:solidFill>
                  <a:srgbClr val="403C38"/>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456" name="Freeform: Shape 455">
                  <a:extLst>
                    <a:ext uri="{FF2B5EF4-FFF2-40B4-BE49-F238E27FC236}">
                      <a16:creationId xmlns:a16="http://schemas.microsoft.com/office/drawing/2014/main" id="{90C9D949-E1D8-59E8-6766-BF4CD6E9F716}"/>
                    </a:ext>
                  </a:extLst>
                </p:cNvPr>
                <p:cNvSpPr/>
                <p:nvPr/>
              </p:nvSpPr>
              <p:spPr>
                <a:xfrm>
                  <a:off x="10532147" y="3275723"/>
                  <a:ext cx="32437" cy="18021"/>
                </a:xfrm>
                <a:custGeom>
                  <a:avLst/>
                  <a:gdLst>
                    <a:gd name="connsiteX0" fmla="*/ 3539 w 32437"/>
                    <a:gd name="connsiteY0" fmla="*/ 0 h 18020"/>
                    <a:gd name="connsiteX1" fmla="*/ 2746 w 32437"/>
                    <a:gd name="connsiteY1" fmla="*/ 20580 h 18020"/>
                    <a:gd name="connsiteX2" fmla="*/ 17307 w 32437"/>
                    <a:gd name="connsiteY2" fmla="*/ 12254 h 18020"/>
                    <a:gd name="connsiteX3" fmla="*/ 31867 w 32437"/>
                    <a:gd name="connsiteY3" fmla="*/ 20580 h 18020"/>
                    <a:gd name="connsiteX4" fmla="*/ 31002 w 32437"/>
                    <a:gd name="connsiteY4" fmla="*/ 0 h 18020"/>
                    <a:gd name="connsiteX5" fmla="*/ 17343 w 32437"/>
                    <a:gd name="connsiteY5" fmla="*/ 12218 h 18020"/>
                    <a:gd name="connsiteX6" fmla="*/ 3539 w 32437"/>
                    <a:gd name="connsiteY6" fmla="*/ 0 h 18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37" h="18020">
                      <a:moveTo>
                        <a:pt x="3539" y="0"/>
                      </a:moveTo>
                      <a:cubicBezTo>
                        <a:pt x="-3850" y="4073"/>
                        <a:pt x="2602" y="20832"/>
                        <a:pt x="2746" y="20580"/>
                      </a:cubicBezTo>
                      <a:cubicBezTo>
                        <a:pt x="5918" y="13191"/>
                        <a:pt x="16550" y="12290"/>
                        <a:pt x="17307" y="12254"/>
                      </a:cubicBezTo>
                      <a:cubicBezTo>
                        <a:pt x="18064" y="12290"/>
                        <a:pt x="28588" y="13155"/>
                        <a:pt x="31867" y="20580"/>
                      </a:cubicBezTo>
                      <a:cubicBezTo>
                        <a:pt x="31939" y="20940"/>
                        <a:pt x="38463" y="4073"/>
                        <a:pt x="31002" y="0"/>
                      </a:cubicBezTo>
                      <a:cubicBezTo>
                        <a:pt x="31002" y="0"/>
                        <a:pt x="31615" y="6920"/>
                        <a:pt x="17343" y="12218"/>
                      </a:cubicBezTo>
                      <a:cubicBezTo>
                        <a:pt x="2962" y="6920"/>
                        <a:pt x="3539" y="0"/>
                        <a:pt x="3539" y="0"/>
                      </a:cubicBezTo>
                      <a:close/>
                    </a:path>
                  </a:pathLst>
                </a:custGeom>
                <a:solidFill>
                  <a:srgbClr val="FFFFFF"/>
                </a:solidFill>
                <a:ln w="3598" cap="flat">
                  <a:solidFill>
                    <a:srgbClr val="E6E6E6"/>
                  </a:solid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60" name="Freeform: Shape 59">
                <a:extLst>
                  <a:ext uri="{FF2B5EF4-FFF2-40B4-BE49-F238E27FC236}">
                    <a16:creationId xmlns:a16="http://schemas.microsoft.com/office/drawing/2014/main" id="{BAB9FDAB-8F97-68A6-51EE-CD024FDC9DEB}"/>
                  </a:ext>
                </a:extLst>
              </p:cNvPr>
              <p:cNvSpPr/>
              <p:nvPr/>
            </p:nvSpPr>
            <p:spPr>
              <a:xfrm>
                <a:off x="9700738" y="2946349"/>
                <a:ext cx="160323" cy="46761"/>
              </a:xfrm>
              <a:custGeom>
                <a:avLst/>
                <a:gdLst>
                  <a:gd name="connsiteX0" fmla="*/ 339762 w 345997"/>
                  <a:gd name="connsiteY0" fmla="*/ 0 h 100915"/>
                  <a:gd name="connsiteX1" fmla="*/ 347043 w 345997"/>
                  <a:gd name="connsiteY1" fmla="*/ 0 h 100915"/>
                  <a:gd name="connsiteX2" fmla="*/ 347043 w 345997"/>
                  <a:gd name="connsiteY2" fmla="*/ 103583 h 100915"/>
                  <a:gd name="connsiteX3" fmla="*/ 339762 w 345997"/>
                  <a:gd name="connsiteY3" fmla="*/ 103583 h 100915"/>
                  <a:gd name="connsiteX4" fmla="*/ 339762 w 345997"/>
                  <a:gd name="connsiteY4" fmla="*/ 0 h 100915"/>
                  <a:gd name="connsiteX5" fmla="*/ 339762 w 345997"/>
                  <a:gd name="connsiteY5" fmla="*/ 0 h 100915"/>
                  <a:gd name="connsiteX6" fmla="*/ 0 w 345997"/>
                  <a:gd name="connsiteY6" fmla="*/ 81165 h 100915"/>
                  <a:gd name="connsiteX7" fmla="*/ 7280 w 345997"/>
                  <a:gd name="connsiteY7" fmla="*/ 81165 h 100915"/>
                  <a:gd name="connsiteX8" fmla="*/ 7280 w 345997"/>
                  <a:gd name="connsiteY8" fmla="*/ 103583 h 100915"/>
                  <a:gd name="connsiteX9" fmla="*/ 0 w 345997"/>
                  <a:gd name="connsiteY9" fmla="*/ 103583 h 100915"/>
                  <a:gd name="connsiteX10" fmla="*/ 0 w 345997"/>
                  <a:gd name="connsiteY10" fmla="*/ 81165 h 100915"/>
                  <a:gd name="connsiteX11" fmla="*/ 0 w 345997"/>
                  <a:gd name="connsiteY11" fmla="*/ 81165 h 100915"/>
                  <a:gd name="connsiteX12" fmla="*/ 22634 w 345997"/>
                  <a:gd name="connsiteY12" fmla="*/ 35717 h 100915"/>
                  <a:gd name="connsiteX13" fmla="*/ 29914 w 345997"/>
                  <a:gd name="connsiteY13" fmla="*/ 35717 h 100915"/>
                  <a:gd name="connsiteX14" fmla="*/ 29914 w 345997"/>
                  <a:gd name="connsiteY14" fmla="*/ 103547 h 100915"/>
                  <a:gd name="connsiteX15" fmla="*/ 22634 w 345997"/>
                  <a:gd name="connsiteY15" fmla="*/ 103547 h 100915"/>
                  <a:gd name="connsiteX16" fmla="*/ 22634 w 345997"/>
                  <a:gd name="connsiteY16" fmla="*/ 35717 h 100915"/>
                  <a:gd name="connsiteX17" fmla="*/ 22634 w 345997"/>
                  <a:gd name="connsiteY17" fmla="*/ 35717 h 100915"/>
                  <a:gd name="connsiteX18" fmla="*/ 45304 w 345997"/>
                  <a:gd name="connsiteY18" fmla="*/ 52981 h 100915"/>
                  <a:gd name="connsiteX19" fmla="*/ 52584 w 345997"/>
                  <a:gd name="connsiteY19" fmla="*/ 52981 h 100915"/>
                  <a:gd name="connsiteX20" fmla="*/ 52584 w 345997"/>
                  <a:gd name="connsiteY20" fmla="*/ 103547 h 100915"/>
                  <a:gd name="connsiteX21" fmla="*/ 45304 w 345997"/>
                  <a:gd name="connsiteY21" fmla="*/ 103547 h 100915"/>
                  <a:gd name="connsiteX22" fmla="*/ 45304 w 345997"/>
                  <a:gd name="connsiteY22" fmla="*/ 52981 h 100915"/>
                  <a:gd name="connsiteX23" fmla="*/ 45304 w 345997"/>
                  <a:gd name="connsiteY23" fmla="*/ 52981 h 100915"/>
                  <a:gd name="connsiteX24" fmla="*/ 67938 w 345997"/>
                  <a:gd name="connsiteY24" fmla="*/ 21805 h 100915"/>
                  <a:gd name="connsiteX25" fmla="*/ 75218 w 345997"/>
                  <a:gd name="connsiteY25" fmla="*/ 21805 h 100915"/>
                  <a:gd name="connsiteX26" fmla="*/ 75218 w 345997"/>
                  <a:gd name="connsiteY26" fmla="*/ 103583 h 100915"/>
                  <a:gd name="connsiteX27" fmla="*/ 67938 w 345997"/>
                  <a:gd name="connsiteY27" fmla="*/ 103583 h 100915"/>
                  <a:gd name="connsiteX28" fmla="*/ 67938 w 345997"/>
                  <a:gd name="connsiteY28" fmla="*/ 21805 h 100915"/>
                  <a:gd name="connsiteX29" fmla="*/ 67938 w 345997"/>
                  <a:gd name="connsiteY29" fmla="*/ 21805 h 100915"/>
                  <a:gd name="connsiteX30" fmla="*/ 90608 w 345997"/>
                  <a:gd name="connsiteY30" fmla="*/ 52080 h 100915"/>
                  <a:gd name="connsiteX31" fmla="*/ 97888 w 345997"/>
                  <a:gd name="connsiteY31" fmla="*/ 52080 h 100915"/>
                  <a:gd name="connsiteX32" fmla="*/ 97888 w 345997"/>
                  <a:gd name="connsiteY32" fmla="*/ 103547 h 100915"/>
                  <a:gd name="connsiteX33" fmla="*/ 90608 w 345997"/>
                  <a:gd name="connsiteY33" fmla="*/ 103547 h 100915"/>
                  <a:gd name="connsiteX34" fmla="*/ 90608 w 345997"/>
                  <a:gd name="connsiteY34" fmla="*/ 52080 h 100915"/>
                  <a:gd name="connsiteX35" fmla="*/ 90608 w 345997"/>
                  <a:gd name="connsiteY35" fmla="*/ 52080 h 100915"/>
                  <a:gd name="connsiteX36" fmla="*/ 113242 w 345997"/>
                  <a:gd name="connsiteY36" fmla="*/ 36041 h 100915"/>
                  <a:gd name="connsiteX37" fmla="*/ 120522 w 345997"/>
                  <a:gd name="connsiteY37" fmla="*/ 36041 h 100915"/>
                  <a:gd name="connsiteX38" fmla="*/ 120522 w 345997"/>
                  <a:gd name="connsiteY38" fmla="*/ 103583 h 100915"/>
                  <a:gd name="connsiteX39" fmla="*/ 113242 w 345997"/>
                  <a:gd name="connsiteY39" fmla="*/ 103583 h 100915"/>
                  <a:gd name="connsiteX40" fmla="*/ 113242 w 345997"/>
                  <a:gd name="connsiteY40" fmla="*/ 36041 h 100915"/>
                  <a:gd name="connsiteX41" fmla="*/ 113242 w 345997"/>
                  <a:gd name="connsiteY41" fmla="*/ 36041 h 100915"/>
                  <a:gd name="connsiteX42" fmla="*/ 135912 w 345997"/>
                  <a:gd name="connsiteY42" fmla="*/ 0 h 100915"/>
                  <a:gd name="connsiteX43" fmla="*/ 143192 w 345997"/>
                  <a:gd name="connsiteY43" fmla="*/ 0 h 100915"/>
                  <a:gd name="connsiteX44" fmla="*/ 143192 w 345997"/>
                  <a:gd name="connsiteY44" fmla="*/ 103583 h 100915"/>
                  <a:gd name="connsiteX45" fmla="*/ 135912 w 345997"/>
                  <a:gd name="connsiteY45" fmla="*/ 103583 h 100915"/>
                  <a:gd name="connsiteX46" fmla="*/ 135912 w 345997"/>
                  <a:gd name="connsiteY46" fmla="*/ 0 h 100915"/>
                  <a:gd name="connsiteX47" fmla="*/ 135912 w 345997"/>
                  <a:gd name="connsiteY47" fmla="*/ 0 h 100915"/>
                  <a:gd name="connsiteX48" fmla="*/ 158546 w 345997"/>
                  <a:gd name="connsiteY48" fmla="*/ 19967 h 100915"/>
                  <a:gd name="connsiteX49" fmla="*/ 165826 w 345997"/>
                  <a:gd name="connsiteY49" fmla="*/ 19967 h 100915"/>
                  <a:gd name="connsiteX50" fmla="*/ 165826 w 345997"/>
                  <a:gd name="connsiteY50" fmla="*/ 103547 h 100915"/>
                  <a:gd name="connsiteX51" fmla="*/ 158546 w 345997"/>
                  <a:gd name="connsiteY51" fmla="*/ 103547 h 100915"/>
                  <a:gd name="connsiteX52" fmla="*/ 158546 w 345997"/>
                  <a:gd name="connsiteY52" fmla="*/ 19967 h 100915"/>
                  <a:gd name="connsiteX53" fmla="*/ 158546 w 345997"/>
                  <a:gd name="connsiteY53" fmla="*/ 19967 h 100915"/>
                  <a:gd name="connsiteX54" fmla="*/ 181216 w 345997"/>
                  <a:gd name="connsiteY54" fmla="*/ 34816 h 100915"/>
                  <a:gd name="connsiteX55" fmla="*/ 188497 w 345997"/>
                  <a:gd name="connsiteY55" fmla="*/ 34816 h 100915"/>
                  <a:gd name="connsiteX56" fmla="*/ 188497 w 345997"/>
                  <a:gd name="connsiteY56" fmla="*/ 103547 h 100915"/>
                  <a:gd name="connsiteX57" fmla="*/ 181216 w 345997"/>
                  <a:gd name="connsiteY57" fmla="*/ 103547 h 100915"/>
                  <a:gd name="connsiteX58" fmla="*/ 181216 w 345997"/>
                  <a:gd name="connsiteY58" fmla="*/ 34816 h 100915"/>
                  <a:gd name="connsiteX59" fmla="*/ 181216 w 345997"/>
                  <a:gd name="connsiteY59" fmla="*/ 34816 h 100915"/>
                  <a:gd name="connsiteX60" fmla="*/ 203850 w 345997"/>
                  <a:gd name="connsiteY60" fmla="*/ 84193 h 100915"/>
                  <a:gd name="connsiteX61" fmla="*/ 211130 w 345997"/>
                  <a:gd name="connsiteY61" fmla="*/ 84193 h 100915"/>
                  <a:gd name="connsiteX62" fmla="*/ 211130 w 345997"/>
                  <a:gd name="connsiteY62" fmla="*/ 103583 h 100915"/>
                  <a:gd name="connsiteX63" fmla="*/ 203850 w 345997"/>
                  <a:gd name="connsiteY63" fmla="*/ 103583 h 100915"/>
                  <a:gd name="connsiteX64" fmla="*/ 203850 w 345997"/>
                  <a:gd name="connsiteY64" fmla="*/ 84193 h 100915"/>
                  <a:gd name="connsiteX65" fmla="*/ 203850 w 345997"/>
                  <a:gd name="connsiteY65" fmla="*/ 84193 h 100915"/>
                  <a:gd name="connsiteX66" fmla="*/ 226520 w 345997"/>
                  <a:gd name="connsiteY66" fmla="*/ 18453 h 100915"/>
                  <a:gd name="connsiteX67" fmla="*/ 233801 w 345997"/>
                  <a:gd name="connsiteY67" fmla="*/ 18453 h 100915"/>
                  <a:gd name="connsiteX68" fmla="*/ 233801 w 345997"/>
                  <a:gd name="connsiteY68" fmla="*/ 103547 h 100915"/>
                  <a:gd name="connsiteX69" fmla="*/ 226520 w 345997"/>
                  <a:gd name="connsiteY69" fmla="*/ 103547 h 100915"/>
                  <a:gd name="connsiteX70" fmla="*/ 226520 w 345997"/>
                  <a:gd name="connsiteY70" fmla="*/ 18453 h 100915"/>
                  <a:gd name="connsiteX71" fmla="*/ 226520 w 345997"/>
                  <a:gd name="connsiteY71" fmla="*/ 18453 h 100915"/>
                  <a:gd name="connsiteX72" fmla="*/ 249154 w 345997"/>
                  <a:gd name="connsiteY72" fmla="*/ 52693 h 100915"/>
                  <a:gd name="connsiteX73" fmla="*/ 256435 w 345997"/>
                  <a:gd name="connsiteY73" fmla="*/ 52693 h 100915"/>
                  <a:gd name="connsiteX74" fmla="*/ 256435 w 345997"/>
                  <a:gd name="connsiteY74" fmla="*/ 103583 h 100915"/>
                  <a:gd name="connsiteX75" fmla="*/ 249154 w 345997"/>
                  <a:gd name="connsiteY75" fmla="*/ 103583 h 100915"/>
                  <a:gd name="connsiteX76" fmla="*/ 249154 w 345997"/>
                  <a:gd name="connsiteY76" fmla="*/ 52693 h 100915"/>
                  <a:gd name="connsiteX77" fmla="*/ 249154 w 345997"/>
                  <a:gd name="connsiteY77" fmla="*/ 52693 h 100915"/>
                  <a:gd name="connsiteX78" fmla="*/ 271824 w 345997"/>
                  <a:gd name="connsiteY78" fmla="*/ 69019 h 100915"/>
                  <a:gd name="connsiteX79" fmla="*/ 279105 w 345997"/>
                  <a:gd name="connsiteY79" fmla="*/ 69019 h 100915"/>
                  <a:gd name="connsiteX80" fmla="*/ 279105 w 345997"/>
                  <a:gd name="connsiteY80" fmla="*/ 103547 h 100915"/>
                  <a:gd name="connsiteX81" fmla="*/ 271824 w 345997"/>
                  <a:gd name="connsiteY81" fmla="*/ 103547 h 100915"/>
                  <a:gd name="connsiteX82" fmla="*/ 271824 w 345997"/>
                  <a:gd name="connsiteY82" fmla="*/ 69019 h 100915"/>
                  <a:gd name="connsiteX83" fmla="*/ 271824 w 345997"/>
                  <a:gd name="connsiteY83" fmla="*/ 69019 h 100915"/>
                  <a:gd name="connsiteX84" fmla="*/ 294458 w 345997"/>
                  <a:gd name="connsiteY84" fmla="*/ 36041 h 100915"/>
                  <a:gd name="connsiteX85" fmla="*/ 301739 w 345997"/>
                  <a:gd name="connsiteY85" fmla="*/ 36041 h 100915"/>
                  <a:gd name="connsiteX86" fmla="*/ 301739 w 345997"/>
                  <a:gd name="connsiteY86" fmla="*/ 103583 h 100915"/>
                  <a:gd name="connsiteX87" fmla="*/ 294458 w 345997"/>
                  <a:gd name="connsiteY87" fmla="*/ 103583 h 100915"/>
                  <a:gd name="connsiteX88" fmla="*/ 294458 w 345997"/>
                  <a:gd name="connsiteY88" fmla="*/ 36041 h 100915"/>
                  <a:gd name="connsiteX89" fmla="*/ 294458 w 345997"/>
                  <a:gd name="connsiteY89" fmla="*/ 36041 h 100915"/>
                  <a:gd name="connsiteX90" fmla="*/ 317128 w 345997"/>
                  <a:gd name="connsiteY90" fmla="*/ 52693 h 100915"/>
                  <a:gd name="connsiteX91" fmla="*/ 324409 w 345997"/>
                  <a:gd name="connsiteY91" fmla="*/ 52693 h 100915"/>
                  <a:gd name="connsiteX92" fmla="*/ 324409 w 345997"/>
                  <a:gd name="connsiteY92" fmla="*/ 103583 h 100915"/>
                  <a:gd name="connsiteX93" fmla="*/ 317128 w 345997"/>
                  <a:gd name="connsiteY93" fmla="*/ 103583 h 100915"/>
                  <a:gd name="connsiteX94" fmla="*/ 317128 w 345997"/>
                  <a:gd name="connsiteY94" fmla="*/ 52693 h 100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345997" h="100915">
                    <a:moveTo>
                      <a:pt x="339762" y="0"/>
                    </a:moveTo>
                    <a:lnTo>
                      <a:pt x="347043" y="0"/>
                    </a:lnTo>
                    <a:lnTo>
                      <a:pt x="347043" y="103583"/>
                    </a:lnTo>
                    <a:lnTo>
                      <a:pt x="339762" y="103583"/>
                    </a:lnTo>
                    <a:lnTo>
                      <a:pt x="339762" y="0"/>
                    </a:lnTo>
                    <a:lnTo>
                      <a:pt x="339762" y="0"/>
                    </a:lnTo>
                    <a:close/>
                    <a:moveTo>
                      <a:pt x="0" y="81165"/>
                    </a:moveTo>
                    <a:lnTo>
                      <a:pt x="7280" y="81165"/>
                    </a:lnTo>
                    <a:lnTo>
                      <a:pt x="7280" y="103583"/>
                    </a:lnTo>
                    <a:lnTo>
                      <a:pt x="0" y="103583"/>
                    </a:lnTo>
                    <a:lnTo>
                      <a:pt x="0" y="81165"/>
                    </a:lnTo>
                    <a:lnTo>
                      <a:pt x="0" y="81165"/>
                    </a:lnTo>
                    <a:close/>
                    <a:moveTo>
                      <a:pt x="22634" y="35717"/>
                    </a:moveTo>
                    <a:cubicBezTo>
                      <a:pt x="25049" y="35717"/>
                      <a:pt x="27464" y="35717"/>
                      <a:pt x="29914" y="35717"/>
                    </a:cubicBezTo>
                    <a:cubicBezTo>
                      <a:pt x="29914" y="58315"/>
                      <a:pt x="29914" y="80949"/>
                      <a:pt x="29914" y="103547"/>
                    </a:cubicBezTo>
                    <a:cubicBezTo>
                      <a:pt x="27500" y="103547"/>
                      <a:pt x="25085" y="103547"/>
                      <a:pt x="22634" y="103547"/>
                    </a:cubicBezTo>
                    <a:cubicBezTo>
                      <a:pt x="22634" y="80949"/>
                      <a:pt x="22634" y="58351"/>
                      <a:pt x="22634" y="35717"/>
                    </a:cubicBezTo>
                    <a:lnTo>
                      <a:pt x="22634" y="35717"/>
                    </a:lnTo>
                    <a:close/>
                    <a:moveTo>
                      <a:pt x="45304" y="52981"/>
                    </a:moveTo>
                    <a:cubicBezTo>
                      <a:pt x="47719" y="52981"/>
                      <a:pt x="50134" y="52981"/>
                      <a:pt x="52584" y="52981"/>
                    </a:cubicBezTo>
                    <a:cubicBezTo>
                      <a:pt x="52584" y="69848"/>
                      <a:pt x="52584" y="86680"/>
                      <a:pt x="52584" y="103547"/>
                    </a:cubicBezTo>
                    <a:cubicBezTo>
                      <a:pt x="50170" y="103547"/>
                      <a:pt x="47755" y="103547"/>
                      <a:pt x="45304" y="103547"/>
                    </a:cubicBezTo>
                    <a:cubicBezTo>
                      <a:pt x="45304" y="86716"/>
                      <a:pt x="45304" y="69848"/>
                      <a:pt x="45304" y="52981"/>
                    </a:cubicBezTo>
                    <a:lnTo>
                      <a:pt x="45304" y="52981"/>
                    </a:lnTo>
                    <a:close/>
                    <a:moveTo>
                      <a:pt x="67938" y="21805"/>
                    </a:moveTo>
                    <a:cubicBezTo>
                      <a:pt x="70353" y="21805"/>
                      <a:pt x="72768" y="21805"/>
                      <a:pt x="75218" y="21805"/>
                    </a:cubicBezTo>
                    <a:cubicBezTo>
                      <a:pt x="75218" y="49052"/>
                      <a:pt x="75218" y="76300"/>
                      <a:pt x="75218" y="103583"/>
                    </a:cubicBezTo>
                    <a:cubicBezTo>
                      <a:pt x="72803" y="103583"/>
                      <a:pt x="70389" y="103583"/>
                      <a:pt x="67938" y="103583"/>
                    </a:cubicBezTo>
                    <a:cubicBezTo>
                      <a:pt x="67938" y="76300"/>
                      <a:pt x="67938" y="49052"/>
                      <a:pt x="67938" y="21805"/>
                    </a:cubicBezTo>
                    <a:lnTo>
                      <a:pt x="67938" y="21805"/>
                    </a:lnTo>
                    <a:close/>
                    <a:moveTo>
                      <a:pt x="90608" y="52080"/>
                    </a:moveTo>
                    <a:cubicBezTo>
                      <a:pt x="93023" y="52080"/>
                      <a:pt x="95438" y="52080"/>
                      <a:pt x="97888" y="52080"/>
                    </a:cubicBezTo>
                    <a:cubicBezTo>
                      <a:pt x="97888" y="69236"/>
                      <a:pt x="97888" y="86391"/>
                      <a:pt x="97888" y="103547"/>
                    </a:cubicBezTo>
                    <a:cubicBezTo>
                      <a:pt x="95474" y="103547"/>
                      <a:pt x="93059" y="103547"/>
                      <a:pt x="90608" y="103547"/>
                    </a:cubicBezTo>
                    <a:cubicBezTo>
                      <a:pt x="90608" y="86391"/>
                      <a:pt x="90608" y="69236"/>
                      <a:pt x="90608" y="52080"/>
                    </a:cubicBezTo>
                    <a:lnTo>
                      <a:pt x="90608" y="52080"/>
                    </a:lnTo>
                    <a:close/>
                    <a:moveTo>
                      <a:pt x="113242" y="36041"/>
                    </a:moveTo>
                    <a:cubicBezTo>
                      <a:pt x="115657" y="36041"/>
                      <a:pt x="118071" y="36041"/>
                      <a:pt x="120522" y="36041"/>
                    </a:cubicBezTo>
                    <a:cubicBezTo>
                      <a:pt x="120522" y="58567"/>
                      <a:pt x="120522" y="81057"/>
                      <a:pt x="120522" y="103583"/>
                    </a:cubicBezTo>
                    <a:cubicBezTo>
                      <a:pt x="118108" y="103583"/>
                      <a:pt x="115693" y="103583"/>
                      <a:pt x="113242" y="103583"/>
                    </a:cubicBezTo>
                    <a:cubicBezTo>
                      <a:pt x="113242" y="81057"/>
                      <a:pt x="113242" y="58531"/>
                      <a:pt x="113242" y="36041"/>
                    </a:cubicBezTo>
                    <a:lnTo>
                      <a:pt x="113242" y="36041"/>
                    </a:lnTo>
                    <a:close/>
                    <a:moveTo>
                      <a:pt x="135912" y="0"/>
                    </a:moveTo>
                    <a:cubicBezTo>
                      <a:pt x="138327" y="0"/>
                      <a:pt x="140742" y="0"/>
                      <a:pt x="143192" y="0"/>
                    </a:cubicBezTo>
                    <a:cubicBezTo>
                      <a:pt x="143192" y="34528"/>
                      <a:pt x="143192" y="69055"/>
                      <a:pt x="143192" y="103583"/>
                    </a:cubicBezTo>
                    <a:cubicBezTo>
                      <a:pt x="140778" y="103583"/>
                      <a:pt x="138363" y="103583"/>
                      <a:pt x="135912" y="103583"/>
                    </a:cubicBezTo>
                    <a:cubicBezTo>
                      <a:pt x="135912" y="69019"/>
                      <a:pt x="135912" y="34528"/>
                      <a:pt x="135912" y="0"/>
                    </a:cubicBezTo>
                    <a:lnTo>
                      <a:pt x="135912" y="0"/>
                    </a:lnTo>
                    <a:close/>
                    <a:moveTo>
                      <a:pt x="158546" y="19967"/>
                    </a:moveTo>
                    <a:cubicBezTo>
                      <a:pt x="160961" y="19967"/>
                      <a:pt x="163376" y="19967"/>
                      <a:pt x="165826" y="19967"/>
                    </a:cubicBezTo>
                    <a:cubicBezTo>
                      <a:pt x="165826" y="47827"/>
                      <a:pt x="165826" y="75687"/>
                      <a:pt x="165826" y="103547"/>
                    </a:cubicBezTo>
                    <a:cubicBezTo>
                      <a:pt x="163412" y="103547"/>
                      <a:pt x="160997" y="103547"/>
                      <a:pt x="158546" y="103547"/>
                    </a:cubicBezTo>
                    <a:cubicBezTo>
                      <a:pt x="158546" y="75687"/>
                      <a:pt x="158546" y="47827"/>
                      <a:pt x="158546" y="19967"/>
                    </a:cubicBezTo>
                    <a:lnTo>
                      <a:pt x="158546" y="19967"/>
                    </a:lnTo>
                    <a:close/>
                    <a:moveTo>
                      <a:pt x="181216" y="34816"/>
                    </a:moveTo>
                    <a:cubicBezTo>
                      <a:pt x="183631" y="34816"/>
                      <a:pt x="186046" y="34816"/>
                      <a:pt x="188497" y="34816"/>
                    </a:cubicBezTo>
                    <a:cubicBezTo>
                      <a:pt x="188497" y="57738"/>
                      <a:pt x="188497" y="80661"/>
                      <a:pt x="188497" y="103547"/>
                    </a:cubicBezTo>
                    <a:cubicBezTo>
                      <a:pt x="186082" y="103547"/>
                      <a:pt x="183667" y="103547"/>
                      <a:pt x="181216" y="103547"/>
                    </a:cubicBezTo>
                    <a:cubicBezTo>
                      <a:pt x="181216" y="80661"/>
                      <a:pt x="181216" y="57738"/>
                      <a:pt x="181216" y="34816"/>
                    </a:cubicBezTo>
                    <a:lnTo>
                      <a:pt x="181216" y="34816"/>
                    </a:lnTo>
                    <a:close/>
                    <a:moveTo>
                      <a:pt x="203850" y="84193"/>
                    </a:moveTo>
                    <a:cubicBezTo>
                      <a:pt x="206265" y="84193"/>
                      <a:pt x="208680" y="84193"/>
                      <a:pt x="211130" y="84193"/>
                    </a:cubicBezTo>
                    <a:cubicBezTo>
                      <a:pt x="211130" y="90644"/>
                      <a:pt x="211130" y="97132"/>
                      <a:pt x="211130" y="103583"/>
                    </a:cubicBezTo>
                    <a:cubicBezTo>
                      <a:pt x="208716" y="103583"/>
                      <a:pt x="206301" y="103583"/>
                      <a:pt x="203850" y="103583"/>
                    </a:cubicBezTo>
                    <a:cubicBezTo>
                      <a:pt x="203850" y="97096"/>
                      <a:pt x="203850" y="90644"/>
                      <a:pt x="203850" y="84193"/>
                    </a:cubicBezTo>
                    <a:lnTo>
                      <a:pt x="203850" y="84193"/>
                    </a:lnTo>
                    <a:close/>
                    <a:moveTo>
                      <a:pt x="226520" y="18453"/>
                    </a:moveTo>
                    <a:cubicBezTo>
                      <a:pt x="228935" y="18453"/>
                      <a:pt x="231350" y="18453"/>
                      <a:pt x="233801" y="18453"/>
                    </a:cubicBezTo>
                    <a:cubicBezTo>
                      <a:pt x="233801" y="46818"/>
                      <a:pt x="233801" y="75182"/>
                      <a:pt x="233801" y="103547"/>
                    </a:cubicBezTo>
                    <a:cubicBezTo>
                      <a:pt x="231386" y="103547"/>
                      <a:pt x="228971" y="103547"/>
                      <a:pt x="226520" y="103547"/>
                    </a:cubicBezTo>
                    <a:cubicBezTo>
                      <a:pt x="226520" y="75182"/>
                      <a:pt x="226520" y="46818"/>
                      <a:pt x="226520" y="18453"/>
                    </a:cubicBezTo>
                    <a:lnTo>
                      <a:pt x="226520" y="18453"/>
                    </a:lnTo>
                    <a:close/>
                    <a:moveTo>
                      <a:pt x="249154" y="52693"/>
                    </a:moveTo>
                    <a:cubicBezTo>
                      <a:pt x="251569" y="52693"/>
                      <a:pt x="253984" y="52693"/>
                      <a:pt x="256435" y="52693"/>
                    </a:cubicBezTo>
                    <a:cubicBezTo>
                      <a:pt x="256435" y="69668"/>
                      <a:pt x="256435" y="86608"/>
                      <a:pt x="256435" y="103583"/>
                    </a:cubicBezTo>
                    <a:cubicBezTo>
                      <a:pt x="254020" y="103583"/>
                      <a:pt x="251605" y="103583"/>
                      <a:pt x="249154" y="103583"/>
                    </a:cubicBezTo>
                    <a:cubicBezTo>
                      <a:pt x="249154" y="86608"/>
                      <a:pt x="249154" y="69632"/>
                      <a:pt x="249154" y="52693"/>
                    </a:cubicBezTo>
                    <a:lnTo>
                      <a:pt x="249154" y="52693"/>
                    </a:lnTo>
                    <a:close/>
                    <a:moveTo>
                      <a:pt x="271824" y="69019"/>
                    </a:moveTo>
                    <a:cubicBezTo>
                      <a:pt x="274239" y="69019"/>
                      <a:pt x="276654" y="69019"/>
                      <a:pt x="279105" y="69019"/>
                    </a:cubicBezTo>
                    <a:cubicBezTo>
                      <a:pt x="279105" y="80517"/>
                      <a:pt x="279105" y="92050"/>
                      <a:pt x="279105" y="103547"/>
                    </a:cubicBezTo>
                    <a:cubicBezTo>
                      <a:pt x="276690" y="103547"/>
                      <a:pt x="274275" y="103547"/>
                      <a:pt x="271824" y="103547"/>
                    </a:cubicBezTo>
                    <a:cubicBezTo>
                      <a:pt x="271824" y="92050"/>
                      <a:pt x="271824" y="80553"/>
                      <a:pt x="271824" y="69019"/>
                    </a:cubicBezTo>
                    <a:lnTo>
                      <a:pt x="271824" y="69019"/>
                    </a:lnTo>
                    <a:close/>
                    <a:moveTo>
                      <a:pt x="294458" y="36041"/>
                    </a:moveTo>
                    <a:cubicBezTo>
                      <a:pt x="296873" y="36041"/>
                      <a:pt x="299288" y="36041"/>
                      <a:pt x="301739" y="36041"/>
                    </a:cubicBezTo>
                    <a:cubicBezTo>
                      <a:pt x="301739" y="58567"/>
                      <a:pt x="301739" y="81057"/>
                      <a:pt x="301739" y="103583"/>
                    </a:cubicBezTo>
                    <a:cubicBezTo>
                      <a:pt x="299324" y="103583"/>
                      <a:pt x="296909" y="103583"/>
                      <a:pt x="294458" y="103583"/>
                    </a:cubicBezTo>
                    <a:cubicBezTo>
                      <a:pt x="294458" y="81057"/>
                      <a:pt x="294458" y="58531"/>
                      <a:pt x="294458" y="36041"/>
                    </a:cubicBezTo>
                    <a:lnTo>
                      <a:pt x="294458" y="36041"/>
                    </a:lnTo>
                    <a:close/>
                    <a:moveTo>
                      <a:pt x="317128" y="52693"/>
                    </a:moveTo>
                    <a:cubicBezTo>
                      <a:pt x="319543" y="52693"/>
                      <a:pt x="321958" y="52693"/>
                      <a:pt x="324409" y="52693"/>
                    </a:cubicBezTo>
                    <a:cubicBezTo>
                      <a:pt x="324409" y="69668"/>
                      <a:pt x="324409" y="86608"/>
                      <a:pt x="324409" y="103583"/>
                    </a:cubicBezTo>
                    <a:cubicBezTo>
                      <a:pt x="321994" y="103583"/>
                      <a:pt x="319579" y="103583"/>
                      <a:pt x="317128" y="103583"/>
                    </a:cubicBezTo>
                    <a:cubicBezTo>
                      <a:pt x="317128" y="86608"/>
                      <a:pt x="317128" y="69632"/>
                      <a:pt x="317128" y="52693"/>
                    </a:cubicBezTo>
                    <a:close/>
                  </a:path>
                </a:pathLst>
              </a:custGeom>
              <a:solidFill>
                <a:srgbClr val="36210E"/>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61" name="Freeform: Shape 60">
                <a:extLst>
                  <a:ext uri="{FF2B5EF4-FFF2-40B4-BE49-F238E27FC236}">
                    <a16:creationId xmlns:a16="http://schemas.microsoft.com/office/drawing/2014/main" id="{C5625421-B399-BEB5-B7E6-21319DC8E002}"/>
                  </a:ext>
                </a:extLst>
              </p:cNvPr>
              <p:cNvSpPr/>
              <p:nvPr/>
            </p:nvSpPr>
            <p:spPr>
              <a:xfrm>
                <a:off x="9750922" y="2916155"/>
                <a:ext cx="61791" cy="6680"/>
              </a:xfrm>
              <a:custGeom>
                <a:avLst/>
                <a:gdLst>
                  <a:gd name="connsiteX0" fmla="*/ 12398 w 133353"/>
                  <a:gd name="connsiteY0" fmla="*/ 252 h 14416"/>
                  <a:gd name="connsiteX1" fmla="*/ 12398 w 133353"/>
                  <a:gd name="connsiteY1" fmla="*/ 11930 h 14416"/>
                  <a:gd name="connsiteX2" fmla="*/ 10884 w 133353"/>
                  <a:gd name="connsiteY2" fmla="*/ 15894 h 14416"/>
                  <a:gd name="connsiteX3" fmla="*/ 6776 w 133353"/>
                  <a:gd name="connsiteY3" fmla="*/ 17624 h 14416"/>
                  <a:gd name="connsiteX4" fmla="*/ 6163 w 133353"/>
                  <a:gd name="connsiteY4" fmla="*/ 17660 h 14416"/>
                  <a:gd name="connsiteX5" fmla="*/ 1694 w 133353"/>
                  <a:gd name="connsiteY5" fmla="*/ 16147 h 14416"/>
                  <a:gd name="connsiteX6" fmla="*/ 0 w 133353"/>
                  <a:gd name="connsiteY6" fmla="*/ 11966 h 14416"/>
                  <a:gd name="connsiteX7" fmla="*/ 0 w 133353"/>
                  <a:gd name="connsiteY7" fmla="*/ 288 h 14416"/>
                  <a:gd name="connsiteX8" fmla="*/ 2235 w 133353"/>
                  <a:gd name="connsiteY8" fmla="*/ 288 h 14416"/>
                  <a:gd name="connsiteX9" fmla="*/ 2235 w 133353"/>
                  <a:gd name="connsiteY9" fmla="*/ 11894 h 14416"/>
                  <a:gd name="connsiteX10" fmla="*/ 3244 w 133353"/>
                  <a:gd name="connsiteY10" fmla="*/ 14777 h 14416"/>
                  <a:gd name="connsiteX11" fmla="*/ 6163 w 133353"/>
                  <a:gd name="connsiteY11" fmla="*/ 15822 h 14416"/>
                  <a:gd name="connsiteX12" fmla="*/ 9118 w 133353"/>
                  <a:gd name="connsiteY12" fmla="*/ 14813 h 14416"/>
                  <a:gd name="connsiteX13" fmla="*/ 10128 w 133353"/>
                  <a:gd name="connsiteY13" fmla="*/ 11930 h 14416"/>
                  <a:gd name="connsiteX14" fmla="*/ 10128 w 133353"/>
                  <a:gd name="connsiteY14" fmla="*/ 324 h 14416"/>
                  <a:gd name="connsiteX15" fmla="*/ 12398 w 133353"/>
                  <a:gd name="connsiteY15" fmla="*/ 324 h 14416"/>
                  <a:gd name="connsiteX16" fmla="*/ 12398 w 133353"/>
                  <a:gd name="connsiteY16" fmla="*/ 252 h 14416"/>
                  <a:gd name="connsiteX17" fmla="*/ 21517 w 133353"/>
                  <a:gd name="connsiteY17" fmla="*/ 9767 h 14416"/>
                  <a:gd name="connsiteX18" fmla="*/ 17300 w 133353"/>
                  <a:gd name="connsiteY18" fmla="*/ 7713 h 14416"/>
                  <a:gd name="connsiteX19" fmla="*/ 15966 w 133353"/>
                  <a:gd name="connsiteY19" fmla="*/ 4685 h 14416"/>
                  <a:gd name="connsiteX20" fmla="*/ 17588 w 133353"/>
                  <a:gd name="connsiteY20" fmla="*/ 1334 h 14416"/>
                  <a:gd name="connsiteX21" fmla="*/ 21805 w 133353"/>
                  <a:gd name="connsiteY21" fmla="*/ 0 h 14416"/>
                  <a:gd name="connsiteX22" fmla="*/ 24941 w 133353"/>
                  <a:gd name="connsiteY22" fmla="*/ 685 h 14416"/>
                  <a:gd name="connsiteX23" fmla="*/ 27067 w 133353"/>
                  <a:gd name="connsiteY23" fmla="*/ 2559 h 14416"/>
                  <a:gd name="connsiteX24" fmla="*/ 27824 w 133353"/>
                  <a:gd name="connsiteY24" fmla="*/ 5190 h 14416"/>
                  <a:gd name="connsiteX25" fmla="*/ 25553 w 133353"/>
                  <a:gd name="connsiteY25" fmla="*/ 5190 h 14416"/>
                  <a:gd name="connsiteX26" fmla="*/ 24580 w 133353"/>
                  <a:gd name="connsiteY26" fmla="*/ 2739 h 14416"/>
                  <a:gd name="connsiteX27" fmla="*/ 21769 w 133353"/>
                  <a:gd name="connsiteY27" fmla="*/ 1838 h 14416"/>
                  <a:gd name="connsiteX28" fmla="*/ 19174 w 133353"/>
                  <a:gd name="connsiteY28" fmla="*/ 2559 h 14416"/>
                  <a:gd name="connsiteX29" fmla="*/ 18237 w 133353"/>
                  <a:gd name="connsiteY29" fmla="*/ 4613 h 14416"/>
                  <a:gd name="connsiteX30" fmla="*/ 19138 w 133353"/>
                  <a:gd name="connsiteY30" fmla="*/ 6379 h 14416"/>
                  <a:gd name="connsiteX31" fmla="*/ 22165 w 133353"/>
                  <a:gd name="connsiteY31" fmla="*/ 7713 h 14416"/>
                  <a:gd name="connsiteX32" fmla="*/ 25517 w 133353"/>
                  <a:gd name="connsiteY32" fmla="*/ 9046 h 14416"/>
                  <a:gd name="connsiteX33" fmla="*/ 27319 w 133353"/>
                  <a:gd name="connsiteY33" fmla="*/ 10740 h 14416"/>
                  <a:gd name="connsiteX34" fmla="*/ 27896 w 133353"/>
                  <a:gd name="connsiteY34" fmla="*/ 13011 h 14416"/>
                  <a:gd name="connsiteX35" fmla="*/ 26274 w 133353"/>
                  <a:gd name="connsiteY35" fmla="*/ 16363 h 14416"/>
                  <a:gd name="connsiteX36" fmla="*/ 21913 w 133353"/>
                  <a:gd name="connsiteY36" fmla="*/ 17624 h 14416"/>
                  <a:gd name="connsiteX37" fmla="*/ 18597 w 133353"/>
                  <a:gd name="connsiteY37" fmla="*/ 16939 h 14416"/>
                  <a:gd name="connsiteX38" fmla="*/ 16255 w 133353"/>
                  <a:gd name="connsiteY38" fmla="*/ 15065 h 14416"/>
                  <a:gd name="connsiteX39" fmla="*/ 15426 w 133353"/>
                  <a:gd name="connsiteY39" fmla="*/ 12398 h 14416"/>
                  <a:gd name="connsiteX40" fmla="*/ 17696 w 133353"/>
                  <a:gd name="connsiteY40" fmla="*/ 12398 h 14416"/>
                  <a:gd name="connsiteX41" fmla="*/ 18850 w 133353"/>
                  <a:gd name="connsiteY41" fmla="*/ 14849 h 14416"/>
                  <a:gd name="connsiteX42" fmla="*/ 21913 w 133353"/>
                  <a:gd name="connsiteY42" fmla="*/ 15750 h 14416"/>
                  <a:gd name="connsiteX43" fmla="*/ 24652 w 133353"/>
                  <a:gd name="connsiteY43" fmla="*/ 15029 h 14416"/>
                  <a:gd name="connsiteX44" fmla="*/ 25625 w 133353"/>
                  <a:gd name="connsiteY44" fmla="*/ 13047 h 14416"/>
                  <a:gd name="connsiteX45" fmla="*/ 24724 w 133353"/>
                  <a:gd name="connsiteY45" fmla="*/ 11101 h 14416"/>
                  <a:gd name="connsiteX46" fmla="*/ 21517 w 133353"/>
                  <a:gd name="connsiteY46" fmla="*/ 9767 h 14416"/>
                  <a:gd name="connsiteX47" fmla="*/ 21517 w 133353"/>
                  <a:gd name="connsiteY47" fmla="*/ 9767 h 14416"/>
                  <a:gd name="connsiteX48" fmla="*/ 40979 w 133353"/>
                  <a:gd name="connsiteY48" fmla="*/ 9515 h 14416"/>
                  <a:gd name="connsiteX49" fmla="*/ 33555 w 133353"/>
                  <a:gd name="connsiteY49" fmla="*/ 9515 h 14416"/>
                  <a:gd name="connsiteX50" fmla="*/ 33555 w 133353"/>
                  <a:gd name="connsiteY50" fmla="*/ 15570 h 14416"/>
                  <a:gd name="connsiteX51" fmla="*/ 42168 w 133353"/>
                  <a:gd name="connsiteY51" fmla="*/ 15570 h 14416"/>
                  <a:gd name="connsiteX52" fmla="*/ 42168 w 133353"/>
                  <a:gd name="connsiteY52" fmla="*/ 17408 h 14416"/>
                  <a:gd name="connsiteX53" fmla="*/ 31284 w 133353"/>
                  <a:gd name="connsiteY53" fmla="*/ 17408 h 14416"/>
                  <a:gd name="connsiteX54" fmla="*/ 31284 w 133353"/>
                  <a:gd name="connsiteY54" fmla="*/ 252 h 14416"/>
                  <a:gd name="connsiteX55" fmla="*/ 42060 w 133353"/>
                  <a:gd name="connsiteY55" fmla="*/ 252 h 14416"/>
                  <a:gd name="connsiteX56" fmla="*/ 42060 w 133353"/>
                  <a:gd name="connsiteY56" fmla="*/ 2126 h 14416"/>
                  <a:gd name="connsiteX57" fmla="*/ 33555 w 133353"/>
                  <a:gd name="connsiteY57" fmla="*/ 2126 h 14416"/>
                  <a:gd name="connsiteX58" fmla="*/ 33555 w 133353"/>
                  <a:gd name="connsiteY58" fmla="*/ 7641 h 14416"/>
                  <a:gd name="connsiteX59" fmla="*/ 40979 w 133353"/>
                  <a:gd name="connsiteY59" fmla="*/ 7641 h 14416"/>
                  <a:gd name="connsiteX60" fmla="*/ 40979 w 133353"/>
                  <a:gd name="connsiteY60" fmla="*/ 9515 h 14416"/>
                  <a:gd name="connsiteX61" fmla="*/ 40979 w 133353"/>
                  <a:gd name="connsiteY61" fmla="*/ 9515 h 14416"/>
                  <a:gd name="connsiteX62" fmla="*/ 51828 w 133353"/>
                  <a:gd name="connsiteY62" fmla="*/ 10488 h 14416"/>
                  <a:gd name="connsiteX63" fmla="*/ 47791 w 133353"/>
                  <a:gd name="connsiteY63" fmla="*/ 10488 h 14416"/>
                  <a:gd name="connsiteX64" fmla="*/ 47791 w 133353"/>
                  <a:gd name="connsiteY64" fmla="*/ 17408 h 14416"/>
                  <a:gd name="connsiteX65" fmla="*/ 45520 w 133353"/>
                  <a:gd name="connsiteY65" fmla="*/ 17408 h 14416"/>
                  <a:gd name="connsiteX66" fmla="*/ 45520 w 133353"/>
                  <a:gd name="connsiteY66" fmla="*/ 252 h 14416"/>
                  <a:gd name="connsiteX67" fmla="*/ 51179 w 133353"/>
                  <a:gd name="connsiteY67" fmla="*/ 252 h 14416"/>
                  <a:gd name="connsiteX68" fmla="*/ 55648 w 133353"/>
                  <a:gd name="connsiteY68" fmla="*/ 1586 h 14416"/>
                  <a:gd name="connsiteX69" fmla="*/ 57198 w 133353"/>
                  <a:gd name="connsiteY69" fmla="*/ 5442 h 14416"/>
                  <a:gd name="connsiteX70" fmla="*/ 56333 w 133353"/>
                  <a:gd name="connsiteY70" fmla="*/ 8253 h 14416"/>
                  <a:gd name="connsiteX71" fmla="*/ 53918 w 133353"/>
                  <a:gd name="connsiteY71" fmla="*/ 10020 h 14416"/>
                  <a:gd name="connsiteX72" fmla="*/ 57955 w 133353"/>
                  <a:gd name="connsiteY72" fmla="*/ 17300 h 14416"/>
                  <a:gd name="connsiteX73" fmla="*/ 57955 w 133353"/>
                  <a:gd name="connsiteY73" fmla="*/ 17444 h 14416"/>
                  <a:gd name="connsiteX74" fmla="*/ 55540 w 133353"/>
                  <a:gd name="connsiteY74" fmla="*/ 17444 h 14416"/>
                  <a:gd name="connsiteX75" fmla="*/ 51828 w 133353"/>
                  <a:gd name="connsiteY75" fmla="*/ 10488 h 14416"/>
                  <a:gd name="connsiteX76" fmla="*/ 51828 w 133353"/>
                  <a:gd name="connsiteY76" fmla="*/ 10488 h 14416"/>
                  <a:gd name="connsiteX77" fmla="*/ 47791 w 133353"/>
                  <a:gd name="connsiteY77" fmla="*/ 8650 h 14416"/>
                  <a:gd name="connsiteX78" fmla="*/ 51251 w 133353"/>
                  <a:gd name="connsiteY78" fmla="*/ 8650 h 14416"/>
                  <a:gd name="connsiteX79" fmla="*/ 53918 w 133353"/>
                  <a:gd name="connsiteY79" fmla="*/ 7785 h 14416"/>
                  <a:gd name="connsiteX80" fmla="*/ 54927 w 133353"/>
                  <a:gd name="connsiteY80" fmla="*/ 5442 h 14416"/>
                  <a:gd name="connsiteX81" fmla="*/ 53990 w 133353"/>
                  <a:gd name="connsiteY81" fmla="*/ 2991 h 14416"/>
                  <a:gd name="connsiteX82" fmla="*/ 51251 w 133353"/>
                  <a:gd name="connsiteY82" fmla="*/ 2126 h 14416"/>
                  <a:gd name="connsiteX83" fmla="*/ 47791 w 133353"/>
                  <a:gd name="connsiteY83" fmla="*/ 2126 h 14416"/>
                  <a:gd name="connsiteX84" fmla="*/ 47791 w 133353"/>
                  <a:gd name="connsiteY84" fmla="*/ 8650 h 14416"/>
                  <a:gd name="connsiteX85" fmla="*/ 47791 w 133353"/>
                  <a:gd name="connsiteY85" fmla="*/ 8650 h 14416"/>
                  <a:gd name="connsiteX86" fmla="*/ 80048 w 133353"/>
                  <a:gd name="connsiteY86" fmla="*/ 17408 h 14416"/>
                  <a:gd name="connsiteX87" fmla="*/ 77777 w 133353"/>
                  <a:gd name="connsiteY87" fmla="*/ 17408 h 14416"/>
                  <a:gd name="connsiteX88" fmla="*/ 69127 w 133353"/>
                  <a:gd name="connsiteY88" fmla="*/ 4181 h 14416"/>
                  <a:gd name="connsiteX89" fmla="*/ 69127 w 133353"/>
                  <a:gd name="connsiteY89" fmla="*/ 17408 h 14416"/>
                  <a:gd name="connsiteX90" fmla="*/ 66857 w 133353"/>
                  <a:gd name="connsiteY90" fmla="*/ 17408 h 14416"/>
                  <a:gd name="connsiteX91" fmla="*/ 66857 w 133353"/>
                  <a:gd name="connsiteY91" fmla="*/ 252 h 14416"/>
                  <a:gd name="connsiteX92" fmla="*/ 69127 w 133353"/>
                  <a:gd name="connsiteY92" fmla="*/ 252 h 14416"/>
                  <a:gd name="connsiteX93" fmla="*/ 77777 w 133353"/>
                  <a:gd name="connsiteY93" fmla="*/ 13516 h 14416"/>
                  <a:gd name="connsiteX94" fmla="*/ 77777 w 133353"/>
                  <a:gd name="connsiteY94" fmla="*/ 252 h 14416"/>
                  <a:gd name="connsiteX95" fmla="*/ 80012 w 133353"/>
                  <a:gd name="connsiteY95" fmla="*/ 252 h 14416"/>
                  <a:gd name="connsiteX96" fmla="*/ 80012 w 133353"/>
                  <a:gd name="connsiteY96" fmla="*/ 17408 h 14416"/>
                  <a:gd name="connsiteX97" fmla="*/ 80048 w 133353"/>
                  <a:gd name="connsiteY97" fmla="*/ 17408 h 14416"/>
                  <a:gd name="connsiteX98" fmla="*/ 94248 w 133353"/>
                  <a:gd name="connsiteY98" fmla="*/ 12939 h 14416"/>
                  <a:gd name="connsiteX99" fmla="*/ 87076 w 133353"/>
                  <a:gd name="connsiteY99" fmla="*/ 12939 h 14416"/>
                  <a:gd name="connsiteX100" fmla="*/ 85454 w 133353"/>
                  <a:gd name="connsiteY100" fmla="*/ 17408 h 14416"/>
                  <a:gd name="connsiteX101" fmla="*/ 83111 w 133353"/>
                  <a:gd name="connsiteY101" fmla="*/ 17408 h 14416"/>
                  <a:gd name="connsiteX102" fmla="*/ 89671 w 133353"/>
                  <a:gd name="connsiteY102" fmla="*/ 252 h 14416"/>
                  <a:gd name="connsiteX103" fmla="*/ 91653 w 133353"/>
                  <a:gd name="connsiteY103" fmla="*/ 252 h 14416"/>
                  <a:gd name="connsiteX104" fmla="*/ 98213 w 133353"/>
                  <a:gd name="connsiteY104" fmla="*/ 17408 h 14416"/>
                  <a:gd name="connsiteX105" fmla="*/ 95906 w 133353"/>
                  <a:gd name="connsiteY105" fmla="*/ 17408 h 14416"/>
                  <a:gd name="connsiteX106" fmla="*/ 94248 w 133353"/>
                  <a:gd name="connsiteY106" fmla="*/ 12939 h 14416"/>
                  <a:gd name="connsiteX107" fmla="*/ 94248 w 133353"/>
                  <a:gd name="connsiteY107" fmla="*/ 12939 h 14416"/>
                  <a:gd name="connsiteX108" fmla="*/ 87761 w 133353"/>
                  <a:gd name="connsiteY108" fmla="*/ 11065 h 14416"/>
                  <a:gd name="connsiteX109" fmla="*/ 93599 w 133353"/>
                  <a:gd name="connsiteY109" fmla="*/ 11065 h 14416"/>
                  <a:gd name="connsiteX110" fmla="*/ 90680 w 133353"/>
                  <a:gd name="connsiteY110" fmla="*/ 3064 h 14416"/>
                  <a:gd name="connsiteX111" fmla="*/ 87761 w 133353"/>
                  <a:gd name="connsiteY111" fmla="*/ 11065 h 14416"/>
                  <a:gd name="connsiteX112" fmla="*/ 87761 w 133353"/>
                  <a:gd name="connsiteY112" fmla="*/ 11065 h 14416"/>
                  <a:gd name="connsiteX113" fmla="*/ 103943 w 133353"/>
                  <a:gd name="connsiteY113" fmla="*/ 252 h 14416"/>
                  <a:gd name="connsiteX114" fmla="*/ 109530 w 133353"/>
                  <a:gd name="connsiteY114" fmla="*/ 14236 h 14416"/>
                  <a:gd name="connsiteX115" fmla="*/ 115152 w 133353"/>
                  <a:gd name="connsiteY115" fmla="*/ 252 h 14416"/>
                  <a:gd name="connsiteX116" fmla="*/ 118072 w 133353"/>
                  <a:gd name="connsiteY116" fmla="*/ 252 h 14416"/>
                  <a:gd name="connsiteX117" fmla="*/ 118072 w 133353"/>
                  <a:gd name="connsiteY117" fmla="*/ 17408 h 14416"/>
                  <a:gd name="connsiteX118" fmla="*/ 115801 w 133353"/>
                  <a:gd name="connsiteY118" fmla="*/ 17408 h 14416"/>
                  <a:gd name="connsiteX119" fmla="*/ 115801 w 133353"/>
                  <a:gd name="connsiteY119" fmla="*/ 10740 h 14416"/>
                  <a:gd name="connsiteX120" fmla="*/ 116017 w 133353"/>
                  <a:gd name="connsiteY120" fmla="*/ 3532 h 14416"/>
                  <a:gd name="connsiteX121" fmla="*/ 110395 w 133353"/>
                  <a:gd name="connsiteY121" fmla="*/ 17408 h 14416"/>
                  <a:gd name="connsiteX122" fmla="*/ 108665 w 133353"/>
                  <a:gd name="connsiteY122" fmla="*/ 17408 h 14416"/>
                  <a:gd name="connsiteX123" fmla="*/ 103042 w 133353"/>
                  <a:gd name="connsiteY123" fmla="*/ 3568 h 14416"/>
                  <a:gd name="connsiteX124" fmla="*/ 103259 w 133353"/>
                  <a:gd name="connsiteY124" fmla="*/ 10740 h 14416"/>
                  <a:gd name="connsiteX125" fmla="*/ 103259 w 133353"/>
                  <a:gd name="connsiteY125" fmla="*/ 17408 h 14416"/>
                  <a:gd name="connsiteX126" fmla="*/ 100988 w 133353"/>
                  <a:gd name="connsiteY126" fmla="*/ 17408 h 14416"/>
                  <a:gd name="connsiteX127" fmla="*/ 100988 w 133353"/>
                  <a:gd name="connsiteY127" fmla="*/ 252 h 14416"/>
                  <a:gd name="connsiteX128" fmla="*/ 103943 w 133353"/>
                  <a:gd name="connsiteY128" fmla="*/ 252 h 14416"/>
                  <a:gd name="connsiteX129" fmla="*/ 103943 w 133353"/>
                  <a:gd name="connsiteY129" fmla="*/ 252 h 14416"/>
                  <a:gd name="connsiteX130" fmla="*/ 132272 w 133353"/>
                  <a:gd name="connsiteY130" fmla="*/ 9515 h 14416"/>
                  <a:gd name="connsiteX131" fmla="*/ 124848 w 133353"/>
                  <a:gd name="connsiteY131" fmla="*/ 9515 h 14416"/>
                  <a:gd name="connsiteX132" fmla="*/ 124848 w 133353"/>
                  <a:gd name="connsiteY132" fmla="*/ 15570 h 14416"/>
                  <a:gd name="connsiteX133" fmla="*/ 133461 w 133353"/>
                  <a:gd name="connsiteY133" fmla="*/ 15570 h 14416"/>
                  <a:gd name="connsiteX134" fmla="*/ 133461 w 133353"/>
                  <a:gd name="connsiteY134" fmla="*/ 17408 h 14416"/>
                  <a:gd name="connsiteX135" fmla="*/ 122577 w 133353"/>
                  <a:gd name="connsiteY135" fmla="*/ 17408 h 14416"/>
                  <a:gd name="connsiteX136" fmla="*/ 122577 w 133353"/>
                  <a:gd name="connsiteY136" fmla="*/ 252 h 14416"/>
                  <a:gd name="connsiteX137" fmla="*/ 133353 w 133353"/>
                  <a:gd name="connsiteY137" fmla="*/ 252 h 14416"/>
                  <a:gd name="connsiteX138" fmla="*/ 133353 w 133353"/>
                  <a:gd name="connsiteY138" fmla="*/ 2126 h 14416"/>
                  <a:gd name="connsiteX139" fmla="*/ 124848 w 133353"/>
                  <a:gd name="connsiteY139" fmla="*/ 2126 h 14416"/>
                  <a:gd name="connsiteX140" fmla="*/ 124848 w 133353"/>
                  <a:gd name="connsiteY140" fmla="*/ 7641 h 14416"/>
                  <a:gd name="connsiteX141" fmla="*/ 132272 w 133353"/>
                  <a:gd name="connsiteY141" fmla="*/ 7641 h 14416"/>
                  <a:gd name="connsiteX142" fmla="*/ 132272 w 133353"/>
                  <a:gd name="connsiteY142" fmla="*/ 9515 h 144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33353" h="14416">
                    <a:moveTo>
                      <a:pt x="12398" y="252"/>
                    </a:moveTo>
                    <a:lnTo>
                      <a:pt x="12398" y="11930"/>
                    </a:lnTo>
                    <a:cubicBezTo>
                      <a:pt x="12398" y="13552"/>
                      <a:pt x="11894" y="14885"/>
                      <a:pt x="10884" y="15894"/>
                    </a:cubicBezTo>
                    <a:cubicBezTo>
                      <a:pt x="9875" y="16939"/>
                      <a:pt x="8506" y="17516"/>
                      <a:pt x="6776" y="17624"/>
                    </a:cubicBezTo>
                    <a:lnTo>
                      <a:pt x="6163" y="17660"/>
                    </a:lnTo>
                    <a:cubicBezTo>
                      <a:pt x="4289" y="17660"/>
                      <a:pt x="2775" y="17156"/>
                      <a:pt x="1694" y="16147"/>
                    </a:cubicBezTo>
                    <a:cubicBezTo>
                      <a:pt x="577" y="15137"/>
                      <a:pt x="0" y="13732"/>
                      <a:pt x="0" y="11966"/>
                    </a:cubicBezTo>
                    <a:lnTo>
                      <a:pt x="0" y="288"/>
                    </a:lnTo>
                    <a:lnTo>
                      <a:pt x="2235" y="288"/>
                    </a:lnTo>
                    <a:lnTo>
                      <a:pt x="2235" y="11894"/>
                    </a:lnTo>
                    <a:cubicBezTo>
                      <a:pt x="2235" y="13119"/>
                      <a:pt x="2559" y="14092"/>
                      <a:pt x="3244" y="14777"/>
                    </a:cubicBezTo>
                    <a:cubicBezTo>
                      <a:pt x="3928" y="15462"/>
                      <a:pt x="4902" y="15822"/>
                      <a:pt x="6163" y="15822"/>
                    </a:cubicBezTo>
                    <a:cubicBezTo>
                      <a:pt x="7425" y="15822"/>
                      <a:pt x="8434" y="15462"/>
                      <a:pt x="9118" y="14813"/>
                    </a:cubicBezTo>
                    <a:cubicBezTo>
                      <a:pt x="9803" y="14128"/>
                      <a:pt x="10128" y="13155"/>
                      <a:pt x="10128" y="11930"/>
                    </a:cubicBezTo>
                    <a:lnTo>
                      <a:pt x="10128" y="324"/>
                    </a:lnTo>
                    <a:lnTo>
                      <a:pt x="12398" y="324"/>
                    </a:lnTo>
                    <a:lnTo>
                      <a:pt x="12398" y="252"/>
                    </a:lnTo>
                    <a:close/>
                    <a:moveTo>
                      <a:pt x="21517" y="9767"/>
                    </a:moveTo>
                    <a:cubicBezTo>
                      <a:pt x="19570" y="9191"/>
                      <a:pt x="18165" y="8506"/>
                      <a:pt x="17300" y="7713"/>
                    </a:cubicBezTo>
                    <a:cubicBezTo>
                      <a:pt x="16399" y="6884"/>
                      <a:pt x="15966" y="5911"/>
                      <a:pt x="15966" y="4685"/>
                    </a:cubicBezTo>
                    <a:cubicBezTo>
                      <a:pt x="15966" y="3352"/>
                      <a:pt x="16507" y="2235"/>
                      <a:pt x="17588" y="1334"/>
                    </a:cubicBezTo>
                    <a:cubicBezTo>
                      <a:pt x="18669" y="469"/>
                      <a:pt x="20075" y="0"/>
                      <a:pt x="21805" y="0"/>
                    </a:cubicBezTo>
                    <a:cubicBezTo>
                      <a:pt x="22994" y="0"/>
                      <a:pt x="24040" y="216"/>
                      <a:pt x="24941" y="685"/>
                    </a:cubicBezTo>
                    <a:cubicBezTo>
                      <a:pt x="25878" y="1153"/>
                      <a:pt x="26563" y="1766"/>
                      <a:pt x="27067" y="2559"/>
                    </a:cubicBezTo>
                    <a:cubicBezTo>
                      <a:pt x="27572" y="3352"/>
                      <a:pt x="27824" y="4253"/>
                      <a:pt x="27824" y="5190"/>
                    </a:cubicBezTo>
                    <a:lnTo>
                      <a:pt x="25553" y="5190"/>
                    </a:lnTo>
                    <a:cubicBezTo>
                      <a:pt x="25553" y="4145"/>
                      <a:pt x="25229" y="3352"/>
                      <a:pt x="24580" y="2739"/>
                    </a:cubicBezTo>
                    <a:cubicBezTo>
                      <a:pt x="23932" y="2163"/>
                      <a:pt x="22994" y="1838"/>
                      <a:pt x="21769" y="1838"/>
                    </a:cubicBezTo>
                    <a:cubicBezTo>
                      <a:pt x="20652" y="1838"/>
                      <a:pt x="19787" y="2090"/>
                      <a:pt x="19174" y="2559"/>
                    </a:cubicBezTo>
                    <a:cubicBezTo>
                      <a:pt x="18561" y="3064"/>
                      <a:pt x="18237" y="3748"/>
                      <a:pt x="18237" y="4613"/>
                    </a:cubicBezTo>
                    <a:cubicBezTo>
                      <a:pt x="18237" y="5298"/>
                      <a:pt x="18525" y="5911"/>
                      <a:pt x="19138" y="6379"/>
                    </a:cubicBezTo>
                    <a:cubicBezTo>
                      <a:pt x="19715" y="6848"/>
                      <a:pt x="20724" y="7316"/>
                      <a:pt x="22165" y="7713"/>
                    </a:cubicBezTo>
                    <a:cubicBezTo>
                      <a:pt x="23571" y="8109"/>
                      <a:pt x="24688" y="8542"/>
                      <a:pt x="25517" y="9046"/>
                    </a:cubicBezTo>
                    <a:cubicBezTo>
                      <a:pt x="26310" y="9515"/>
                      <a:pt x="26923" y="10092"/>
                      <a:pt x="27319" y="10740"/>
                    </a:cubicBezTo>
                    <a:cubicBezTo>
                      <a:pt x="27716" y="11389"/>
                      <a:pt x="27896" y="12146"/>
                      <a:pt x="27896" y="13011"/>
                    </a:cubicBezTo>
                    <a:cubicBezTo>
                      <a:pt x="27896" y="14417"/>
                      <a:pt x="27355" y="15498"/>
                      <a:pt x="26274" y="16363"/>
                    </a:cubicBezTo>
                    <a:cubicBezTo>
                      <a:pt x="25193" y="17192"/>
                      <a:pt x="23751" y="17624"/>
                      <a:pt x="21913" y="17624"/>
                    </a:cubicBezTo>
                    <a:cubicBezTo>
                      <a:pt x="20724" y="17624"/>
                      <a:pt x="19643" y="17408"/>
                      <a:pt x="18597" y="16939"/>
                    </a:cubicBezTo>
                    <a:cubicBezTo>
                      <a:pt x="17588" y="16471"/>
                      <a:pt x="16795" y="15858"/>
                      <a:pt x="16255" y="15065"/>
                    </a:cubicBezTo>
                    <a:cubicBezTo>
                      <a:pt x="15714" y="14272"/>
                      <a:pt x="15426" y="13407"/>
                      <a:pt x="15426" y="12398"/>
                    </a:cubicBezTo>
                    <a:lnTo>
                      <a:pt x="17696" y="12398"/>
                    </a:lnTo>
                    <a:cubicBezTo>
                      <a:pt x="17696" y="13443"/>
                      <a:pt x="18093" y="14236"/>
                      <a:pt x="18850" y="14849"/>
                    </a:cubicBezTo>
                    <a:cubicBezTo>
                      <a:pt x="19607" y="15462"/>
                      <a:pt x="20652" y="15750"/>
                      <a:pt x="21913" y="15750"/>
                    </a:cubicBezTo>
                    <a:cubicBezTo>
                      <a:pt x="23102" y="15750"/>
                      <a:pt x="24003" y="15498"/>
                      <a:pt x="24652" y="15029"/>
                    </a:cubicBezTo>
                    <a:cubicBezTo>
                      <a:pt x="25301" y="14561"/>
                      <a:pt x="25625" y="13876"/>
                      <a:pt x="25625" y="13047"/>
                    </a:cubicBezTo>
                    <a:cubicBezTo>
                      <a:pt x="25625" y="12218"/>
                      <a:pt x="25337" y="11569"/>
                      <a:pt x="24724" y="11101"/>
                    </a:cubicBezTo>
                    <a:cubicBezTo>
                      <a:pt x="24148" y="10668"/>
                      <a:pt x="23066" y="10236"/>
                      <a:pt x="21517" y="9767"/>
                    </a:cubicBezTo>
                    <a:lnTo>
                      <a:pt x="21517" y="9767"/>
                    </a:lnTo>
                    <a:close/>
                    <a:moveTo>
                      <a:pt x="40979" y="9515"/>
                    </a:moveTo>
                    <a:lnTo>
                      <a:pt x="33555" y="9515"/>
                    </a:lnTo>
                    <a:lnTo>
                      <a:pt x="33555" y="15570"/>
                    </a:lnTo>
                    <a:lnTo>
                      <a:pt x="42168" y="15570"/>
                    </a:lnTo>
                    <a:lnTo>
                      <a:pt x="42168" y="17408"/>
                    </a:lnTo>
                    <a:lnTo>
                      <a:pt x="31284" y="17408"/>
                    </a:lnTo>
                    <a:lnTo>
                      <a:pt x="31284" y="252"/>
                    </a:lnTo>
                    <a:lnTo>
                      <a:pt x="42060" y="252"/>
                    </a:lnTo>
                    <a:lnTo>
                      <a:pt x="42060" y="2126"/>
                    </a:lnTo>
                    <a:lnTo>
                      <a:pt x="33555" y="2126"/>
                    </a:lnTo>
                    <a:lnTo>
                      <a:pt x="33555" y="7641"/>
                    </a:lnTo>
                    <a:lnTo>
                      <a:pt x="40979" y="7641"/>
                    </a:lnTo>
                    <a:lnTo>
                      <a:pt x="40979" y="9515"/>
                    </a:lnTo>
                    <a:lnTo>
                      <a:pt x="40979" y="9515"/>
                    </a:lnTo>
                    <a:close/>
                    <a:moveTo>
                      <a:pt x="51828" y="10488"/>
                    </a:moveTo>
                    <a:lnTo>
                      <a:pt x="47791" y="10488"/>
                    </a:lnTo>
                    <a:lnTo>
                      <a:pt x="47791" y="17408"/>
                    </a:lnTo>
                    <a:lnTo>
                      <a:pt x="45520" y="17408"/>
                    </a:lnTo>
                    <a:lnTo>
                      <a:pt x="45520" y="252"/>
                    </a:lnTo>
                    <a:lnTo>
                      <a:pt x="51179" y="252"/>
                    </a:lnTo>
                    <a:cubicBezTo>
                      <a:pt x="53125" y="252"/>
                      <a:pt x="54603" y="685"/>
                      <a:pt x="55648" y="1586"/>
                    </a:cubicBezTo>
                    <a:cubicBezTo>
                      <a:pt x="56693" y="2451"/>
                      <a:pt x="57198" y="3748"/>
                      <a:pt x="57198" y="5442"/>
                    </a:cubicBezTo>
                    <a:cubicBezTo>
                      <a:pt x="57198" y="6523"/>
                      <a:pt x="56909" y="7461"/>
                      <a:pt x="56333" y="8253"/>
                    </a:cubicBezTo>
                    <a:cubicBezTo>
                      <a:pt x="55756" y="9046"/>
                      <a:pt x="54963" y="9623"/>
                      <a:pt x="53918" y="10020"/>
                    </a:cubicBezTo>
                    <a:lnTo>
                      <a:pt x="57955" y="17300"/>
                    </a:lnTo>
                    <a:lnTo>
                      <a:pt x="57955" y="17444"/>
                    </a:lnTo>
                    <a:lnTo>
                      <a:pt x="55540" y="17444"/>
                    </a:lnTo>
                    <a:lnTo>
                      <a:pt x="51828" y="10488"/>
                    </a:lnTo>
                    <a:lnTo>
                      <a:pt x="51828" y="10488"/>
                    </a:lnTo>
                    <a:close/>
                    <a:moveTo>
                      <a:pt x="47791" y="8650"/>
                    </a:moveTo>
                    <a:lnTo>
                      <a:pt x="51251" y="8650"/>
                    </a:lnTo>
                    <a:cubicBezTo>
                      <a:pt x="52368" y="8650"/>
                      <a:pt x="53269" y="8362"/>
                      <a:pt x="53918" y="7785"/>
                    </a:cubicBezTo>
                    <a:cubicBezTo>
                      <a:pt x="54567" y="7208"/>
                      <a:pt x="54927" y="6415"/>
                      <a:pt x="54927" y="5442"/>
                    </a:cubicBezTo>
                    <a:cubicBezTo>
                      <a:pt x="54927" y="4397"/>
                      <a:pt x="54603" y="3568"/>
                      <a:pt x="53990" y="2991"/>
                    </a:cubicBezTo>
                    <a:cubicBezTo>
                      <a:pt x="53377" y="2415"/>
                      <a:pt x="52440" y="2126"/>
                      <a:pt x="51251" y="2126"/>
                    </a:cubicBezTo>
                    <a:lnTo>
                      <a:pt x="47791" y="2126"/>
                    </a:lnTo>
                    <a:lnTo>
                      <a:pt x="47791" y="8650"/>
                    </a:lnTo>
                    <a:lnTo>
                      <a:pt x="47791" y="8650"/>
                    </a:lnTo>
                    <a:close/>
                    <a:moveTo>
                      <a:pt x="80048" y="17408"/>
                    </a:moveTo>
                    <a:lnTo>
                      <a:pt x="77777" y="17408"/>
                    </a:lnTo>
                    <a:lnTo>
                      <a:pt x="69127" y="4181"/>
                    </a:lnTo>
                    <a:lnTo>
                      <a:pt x="69127" y="17408"/>
                    </a:lnTo>
                    <a:lnTo>
                      <a:pt x="66857" y="17408"/>
                    </a:lnTo>
                    <a:lnTo>
                      <a:pt x="66857" y="252"/>
                    </a:lnTo>
                    <a:lnTo>
                      <a:pt x="69127" y="252"/>
                    </a:lnTo>
                    <a:lnTo>
                      <a:pt x="77777" y="13516"/>
                    </a:lnTo>
                    <a:lnTo>
                      <a:pt x="77777" y="252"/>
                    </a:lnTo>
                    <a:lnTo>
                      <a:pt x="80012" y="252"/>
                    </a:lnTo>
                    <a:lnTo>
                      <a:pt x="80012" y="17408"/>
                    </a:lnTo>
                    <a:lnTo>
                      <a:pt x="80048" y="17408"/>
                    </a:lnTo>
                    <a:close/>
                    <a:moveTo>
                      <a:pt x="94248" y="12939"/>
                    </a:moveTo>
                    <a:lnTo>
                      <a:pt x="87076" y="12939"/>
                    </a:lnTo>
                    <a:lnTo>
                      <a:pt x="85454" y="17408"/>
                    </a:lnTo>
                    <a:lnTo>
                      <a:pt x="83111" y="17408"/>
                    </a:lnTo>
                    <a:lnTo>
                      <a:pt x="89671" y="252"/>
                    </a:lnTo>
                    <a:lnTo>
                      <a:pt x="91653" y="252"/>
                    </a:lnTo>
                    <a:lnTo>
                      <a:pt x="98213" y="17408"/>
                    </a:lnTo>
                    <a:lnTo>
                      <a:pt x="95906" y="17408"/>
                    </a:lnTo>
                    <a:lnTo>
                      <a:pt x="94248" y="12939"/>
                    </a:lnTo>
                    <a:lnTo>
                      <a:pt x="94248" y="12939"/>
                    </a:lnTo>
                    <a:close/>
                    <a:moveTo>
                      <a:pt x="87761" y="11065"/>
                    </a:moveTo>
                    <a:lnTo>
                      <a:pt x="93599" y="11065"/>
                    </a:lnTo>
                    <a:lnTo>
                      <a:pt x="90680" y="3064"/>
                    </a:lnTo>
                    <a:lnTo>
                      <a:pt x="87761" y="11065"/>
                    </a:lnTo>
                    <a:lnTo>
                      <a:pt x="87761" y="11065"/>
                    </a:lnTo>
                    <a:close/>
                    <a:moveTo>
                      <a:pt x="103943" y="252"/>
                    </a:moveTo>
                    <a:lnTo>
                      <a:pt x="109530" y="14236"/>
                    </a:lnTo>
                    <a:lnTo>
                      <a:pt x="115152" y="252"/>
                    </a:lnTo>
                    <a:lnTo>
                      <a:pt x="118072" y="252"/>
                    </a:lnTo>
                    <a:lnTo>
                      <a:pt x="118072" y="17408"/>
                    </a:lnTo>
                    <a:lnTo>
                      <a:pt x="115801" y="17408"/>
                    </a:lnTo>
                    <a:lnTo>
                      <a:pt x="115801" y="10740"/>
                    </a:lnTo>
                    <a:lnTo>
                      <a:pt x="116017" y="3532"/>
                    </a:lnTo>
                    <a:lnTo>
                      <a:pt x="110395" y="17408"/>
                    </a:lnTo>
                    <a:lnTo>
                      <a:pt x="108665" y="17408"/>
                    </a:lnTo>
                    <a:lnTo>
                      <a:pt x="103042" y="3568"/>
                    </a:lnTo>
                    <a:lnTo>
                      <a:pt x="103259" y="10740"/>
                    </a:lnTo>
                    <a:lnTo>
                      <a:pt x="103259" y="17408"/>
                    </a:lnTo>
                    <a:lnTo>
                      <a:pt x="100988" y="17408"/>
                    </a:lnTo>
                    <a:lnTo>
                      <a:pt x="100988" y="252"/>
                    </a:lnTo>
                    <a:lnTo>
                      <a:pt x="103943" y="252"/>
                    </a:lnTo>
                    <a:lnTo>
                      <a:pt x="103943" y="252"/>
                    </a:lnTo>
                    <a:close/>
                    <a:moveTo>
                      <a:pt x="132272" y="9515"/>
                    </a:moveTo>
                    <a:lnTo>
                      <a:pt x="124848" y="9515"/>
                    </a:lnTo>
                    <a:lnTo>
                      <a:pt x="124848" y="15570"/>
                    </a:lnTo>
                    <a:lnTo>
                      <a:pt x="133461" y="15570"/>
                    </a:lnTo>
                    <a:lnTo>
                      <a:pt x="133461" y="17408"/>
                    </a:lnTo>
                    <a:lnTo>
                      <a:pt x="122577" y="17408"/>
                    </a:lnTo>
                    <a:lnTo>
                      <a:pt x="122577" y="252"/>
                    </a:lnTo>
                    <a:lnTo>
                      <a:pt x="133353" y="252"/>
                    </a:lnTo>
                    <a:lnTo>
                      <a:pt x="133353" y="2126"/>
                    </a:lnTo>
                    <a:lnTo>
                      <a:pt x="124848" y="2126"/>
                    </a:lnTo>
                    <a:lnTo>
                      <a:pt x="124848" y="7641"/>
                    </a:lnTo>
                    <a:lnTo>
                      <a:pt x="132272" y="7641"/>
                    </a:lnTo>
                    <a:lnTo>
                      <a:pt x="132272" y="9515"/>
                    </a:lnTo>
                    <a:close/>
                  </a:path>
                </a:pathLst>
              </a:custGeom>
              <a:solidFill>
                <a:srgbClr val="808184"/>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sp>
            <p:nvSpPr>
              <p:cNvPr id="62" name="Freeform: Shape 61">
                <a:extLst>
                  <a:ext uri="{FF2B5EF4-FFF2-40B4-BE49-F238E27FC236}">
                    <a16:creationId xmlns:a16="http://schemas.microsoft.com/office/drawing/2014/main" id="{54B05E77-918E-D894-5AF7-307DC20912FD}"/>
                  </a:ext>
                </a:extLst>
              </p:cNvPr>
              <p:cNvSpPr/>
              <p:nvPr/>
            </p:nvSpPr>
            <p:spPr>
              <a:xfrm>
                <a:off x="9814684" y="2918293"/>
                <a:ext cx="5010" cy="3340"/>
              </a:xfrm>
              <a:custGeom>
                <a:avLst/>
                <a:gdLst>
                  <a:gd name="connsiteX0" fmla="*/ 13696 w 10812"/>
                  <a:gd name="connsiteY0" fmla="*/ 0 h 7208"/>
                  <a:gd name="connsiteX1" fmla="*/ 6848 w 10812"/>
                  <a:gd name="connsiteY1" fmla="*/ 8722 h 7208"/>
                  <a:gd name="connsiteX2" fmla="*/ 0 w 10812"/>
                  <a:gd name="connsiteY2" fmla="*/ 0 h 7208"/>
                </a:gdLst>
                <a:ahLst/>
                <a:cxnLst>
                  <a:cxn ang="0">
                    <a:pos x="connsiteX0" y="connsiteY0"/>
                  </a:cxn>
                  <a:cxn ang="0">
                    <a:pos x="connsiteX1" y="connsiteY1"/>
                  </a:cxn>
                  <a:cxn ang="0">
                    <a:pos x="connsiteX2" y="connsiteY2"/>
                  </a:cxn>
                </a:cxnLst>
                <a:rect l="l" t="t" r="r" b="b"/>
                <a:pathLst>
                  <a:path w="10812" h="7208">
                    <a:moveTo>
                      <a:pt x="13696" y="0"/>
                    </a:moveTo>
                    <a:lnTo>
                      <a:pt x="6848" y="8722"/>
                    </a:lnTo>
                    <a:lnTo>
                      <a:pt x="0" y="0"/>
                    </a:lnTo>
                    <a:close/>
                  </a:path>
                </a:pathLst>
              </a:custGeom>
              <a:solidFill>
                <a:srgbClr val="4F5D79"/>
              </a:solidFill>
              <a:ln w="3598" cap="flat">
                <a:noFill/>
                <a:prstDash val="solid"/>
                <a:miter/>
              </a:ln>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Arial"/>
                  <a:ea typeface="+mn-ea"/>
                  <a:cs typeface="+mn-cs"/>
                </a:endParaRPr>
              </a:p>
            </p:txBody>
          </p:sp>
        </p:grpSp>
      </p:grpSp>
      <p:sp>
        <p:nvSpPr>
          <p:cNvPr id="8" name="TextBox 7">
            <a:extLst>
              <a:ext uri="{FF2B5EF4-FFF2-40B4-BE49-F238E27FC236}">
                <a16:creationId xmlns:a16="http://schemas.microsoft.com/office/drawing/2014/main" id="{B079F4A5-6A0F-7554-9111-2E796B1A7B3B}"/>
              </a:ext>
            </a:extLst>
          </p:cNvPr>
          <p:cNvSpPr txBox="1"/>
          <p:nvPr/>
        </p:nvSpPr>
        <p:spPr>
          <a:xfrm>
            <a:off x="9174379" y="5959366"/>
            <a:ext cx="2650067" cy="2769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900" i="1">
                <a:solidFill>
                  <a:schemeClr val="accent1">
                    <a:lumMod val="40000"/>
                    <a:lumOff val="60000"/>
                  </a:schemeClr>
                </a:solidFill>
              </a:rPr>
              <a:t>Same capability is also relevant  for Order Visibility &amp; Tracking process</a:t>
            </a:r>
          </a:p>
        </p:txBody>
      </p:sp>
    </p:spTree>
    <p:extLst>
      <p:ext uri="{BB962C8B-B14F-4D97-AF65-F5344CB8AC3E}">
        <p14:creationId xmlns:p14="http://schemas.microsoft.com/office/powerpoint/2010/main" val="17623617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583E59-1B2D-5BA5-CBB7-4BDD3E139CC9}"/>
            </a:ext>
          </a:extLst>
        </p:cNvPr>
        <p:cNvGrpSpPr/>
        <p:nvPr/>
      </p:nvGrpSpPr>
      <p:grpSpPr>
        <a:xfrm>
          <a:off x="0" y="0"/>
          <a:ext cx="0" cy="0"/>
          <a:chOff x="0" y="0"/>
          <a:chExt cx="0" cy="0"/>
        </a:xfrm>
      </p:grpSpPr>
      <p:graphicFrame>
        <p:nvGraphicFramePr>
          <p:cNvPr id="38" name="Object 2" hidden="1">
            <a:extLst>
              <a:ext uri="{FF2B5EF4-FFF2-40B4-BE49-F238E27FC236}">
                <a16:creationId xmlns:a16="http://schemas.microsoft.com/office/drawing/2014/main" id="{6F84B039-3DCC-4D32-184E-884A2585585A}"/>
              </a:ext>
            </a:extLst>
          </p:cNvPr>
          <p:cNvGraphicFramePr>
            <a:graphicFrameLocks noChangeAspect="1"/>
          </p:cNvGraphicFramePr>
          <p:nvPr>
            <p:custDataLst>
              <p:tags r:id="rId1"/>
            </p:custDataLst>
            <p:extLst>
              <p:ext uri="{D42A27DB-BD31-4B8C-83A1-F6EECF244321}">
                <p14:modId xmlns:p14="http://schemas.microsoft.com/office/powerpoint/2010/main" val="364835580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7" imgW="395" imgH="396" progId="TCLayout.ActiveDocument.1">
                  <p:embed/>
                </p:oleObj>
              </mc:Choice>
              <mc:Fallback>
                <p:oleObj name="think-cell Slide" r:id="rId27" imgW="395" imgH="396" progId="TCLayout.ActiveDocument.1">
                  <p:embed/>
                  <p:pic>
                    <p:nvPicPr>
                      <p:cNvPr id="38" name="Object 2" hidden="1">
                        <a:extLst>
                          <a:ext uri="{FF2B5EF4-FFF2-40B4-BE49-F238E27FC236}">
                            <a16:creationId xmlns:a16="http://schemas.microsoft.com/office/drawing/2014/main" id="{6F84B039-3DCC-4D32-184E-884A2585585A}"/>
                          </a:ext>
                        </a:extLst>
                      </p:cNvPr>
                      <p:cNvPicPr/>
                      <p:nvPr/>
                    </p:nvPicPr>
                    <p:blipFill>
                      <a:blip r:embed="rId28"/>
                      <a:stretch>
                        <a:fillRect/>
                      </a:stretch>
                    </p:blipFill>
                    <p:spPr>
                      <a:xfrm>
                        <a:off x="1588" y="1588"/>
                        <a:ext cx="1588" cy="1588"/>
                      </a:xfrm>
                      <a:prstGeom prst="rect">
                        <a:avLst/>
                      </a:prstGeom>
                    </p:spPr>
                  </p:pic>
                </p:oleObj>
              </mc:Fallback>
            </mc:AlternateContent>
          </a:graphicData>
        </a:graphic>
      </p:graphicFrame>
      <p:cxnSp>
        <p:nvCxnSpPr>
          <p:cNvPr id="30" name="LineBasicDefault 25">
            <a:extLst>
              <a:ext uri="{FF2B5EF4-FFF2-40B4-BE49-F238E27FC236}">
                <a16:creationId xmlns:a16="http://schemas.microsoft.com/office/drawing/2014/main" id="{77121AB6-7A78-EAEE-81D4-6955A396AA06}"/>
              </a:ext>
            </a:extLst>
          </p:cNvPr>
          <p:cNvCxnSpPr>
            <a:cxnSpLocks/>
          </p:cNvCxnSpPr>
          <p:nvPr>
            <p:custDataLst>
              <p:tags r:id="rId2"/>
            </p:custDataLst>
          </p:nvPr>
        </p:nvCxnSpPr>
        <p:spPr>
          <a:xfrm>
            <a:off x="554736" y="3932948"/>
            <a:ext cx="9868156"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1" name="LineBasicDefault 25">
            <a:extLst>
              <a:ext uri="{FF2B5EF4-FFF2-40B4-BE49-F238E27FC236}">
                <a16:creationId xmlns:a16="http://schemas.microsoft.com/office/drawing/2014/main" id="{46D5B5A6-CE56-CBF9-B81E-81E7BE25CD6A}"/>
              </a:ext>
            </a:extLst>
          </p:cNvPr>
          <p:cNvCxnSpPr>
            <a:cxnSpLocks/>
          </p:cNvCxnSpPr>
          <p:nvPr>
            <p:custDataLst>
              <p:tags r:id="rId3"/>
            </p:custDataLst>
          </p:nvPr>
        </p:nvCxnSpPr>
        <p:spPr>
          <a:xfrm>
            <a:off x="554736" y="5600633"/>
            <a:ext cx="9868156"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3" name="LineBasicDefault 25">
            <a:extLst>
              <a:ext uri="{FF2B5EF4-FFF2-40B4-BE49-F238E27FC236}">
                <a16:creationId xmlns:a16="http://schemas.microsoft.com/office/drawing/2014/main" id="{AC529517-5284-30D7-F017-5FE106DDE584}"/>
              </a:ext>
            </a:extLst>
          </p:cNvPr>
          <p:cNvCxnSpPr>
            <a:cxnSpLocks/>
          </p:cNvCxnSpPr>
          <p:nvPr>
            <p:custDataLst>
              <p:tags r:id="rId4"/>
            </p:custDataLst>
          </p:nvPr>
        </p:nvCxnSpPr>
        <p:spPr>
          <a:xfrm>
            <a:off x="554736" y="1884104"/>
            <a:ext cx="9868156"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6" name="LineBasicDefault 25">
            <a:extLst>
              <a:ext uri="{FF2B5EF4-FFF2-40B4-BE49-F238E27FC236}">
                <a16:creationId xmlns:a16="http://schemas.microsoft.com/office/drawing/2014/main" id="{D4EB3600-AA38-6199-2D9A-5A132B4D37A0}"/>
              </a:ext>
            </a:extLst>
          </p:cNvPr>
          <p:cNvCxnSpPr>
            <a:cxnSpLocks/>
          </p:cNvCxnSpPr>
          <p:nvPr>
            <p:custDataLst>
              <p:tags r:id="rId5"/>
            </p:custDataLst>
          </p:nvPr>
        </p:nvCxnSpPr>
        <p:spPr>
          <a:xfrm>
            <a:off x="554736" y="4924062"/>
            <a:ext cx="9868156"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 name="2. Slide Title">
            <a:extLst>
              <a:ext uri="{FF2B5EF4-FFF2-40B4-BE49-F238E27FC236}">
                <a16:creationId xmlns:a16="http://schemas.microsoft.com/office/drawing/2014/main" id="{A3ACEAAF-D9FE-BACF-A118-7CF53FC08195}"/>
              </a:ext>
            </a:extLst>
          </p:cNvPr>
          <p:cNvSpPr>
            <a:spLocks noGrp="1"/>
          </p:cNvSpPr>
          <p:nvPr>
            <p:ph type="title"/>
            <p:custDataLst>
              <p:tags r:id="rId6"/>
            </p:custDataLst>
          </p:nvPr>
        </p:nvSpPr>
        <p:spPr>
          <a:xfrm>
            <a:off x="554736" y="182372"/>
            <a:ext cx="11082528" cy="570278"/>
          </a:xfrm>
        </p:spPr>
        <p:txBody>
          <a:bodyPr vert="horz"/>
          <a:lstStyle/>
          <a:p>
            <a:r>
              <a:rPr lang="en-US" dirty="0"/>
              <a:t>D. </a:t>
            </a:r>
            <a:r>
              <a:rPr lang="en-US" i="1" dirty="0"/>
              <a:t>R&amp;R:</a:t>
            </a:r>
            <a:r>
              <a:rPr lang="en-US" dirty="0"/>
              <a:t> Horizons to achieve ‘bold vision’</a:t>
            </a:r>
          </a:p>
        </p:txBody>
      </p:sp>
      <p:sp>
        <p:nvSpPr>
          <p:cNvPr id="69" name="Rectangle: Rounded Corners 68">
            <a:extLst>
              <a:ext uri="{FF2B5EF4-FFF2-40B4-BE49-F238E27FC236}">
                <a16:creationId xmlns:a16="http://schemas.microsoft.com/office/drawing/2014/main" id="{F73E13D4-A2FC-466F-866E-F0DD664CCBE0}"/>
              </a:ext>
            </a:extLst>
          </p:cNvPr>
          <p:cNvSpPr/>
          <p:nvPr/>
        </p:nvSpPr>
        <p:spPr>
          <a:xfrm>
            <a:off x="10195459" y="1032581"/>
            <a:ext cx="2589202" cy="5177720"/>
          </a:xfrm>
          <a:prstGeom prst="roundRect">
            <a:avLst/>
          </a:prstGeom>
          <a:solidFill>
            <a:schemeClr val="bg2">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129" name="TextBox 128">
            <a:extLst>
              <a:ext uri="{FF2B5EF4-FFF2-40B4-BE49-F238E27FC236}">
                <a16:creationId xmlns:a16="http://schemas.microsoft.com/office/drawing/2014/main" id="{4700529E-FED7-24D6-CF89-03AED4EB3048}"/>
              </a:ext>
            </a:extLst>
          </p:cNvPr>
          <p:cNvSpPr txBox="1"/>
          <p:nvPr/>
        </p:nvSpPr>
        <p:spPr>
          <a:xfrm>
            <a:off x="582168" y="1486203"/>
            <a:ext cx="1109472"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Aspiration</a:t>
            </a:r>
          </a:p>
        </p:txBody>
      </p:sp>
      <p:sp>
        <p:nvSpPr>
          <p:cNvPr id="22" name="TextBox 21">
            <a:extLst>
              <a:ext uri="{FF2B5EF4-FFF2-40B4-BE49-F238E27FC236}">
                <a16:creationId xmlns:a16="http://schemas.microsoft.com/office/drawing/2014/main" id="{D934BBD6-AAA8-E7E8-6061-479891162FDA}"/>
              </a:ext>
            </a:extLst>
          </p:cNvPr>
          <p:cNvSpPr txBox="1"/>
          <p:nvPr/>
        </p:nvSpPr>
        <p:spPr>
          <a:xfrm>
            <a:off x="582168" y="3967765"/>
            <a:ext cx="1109472"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What this looks like</a:t>
            </a:r>
          </a:p>
        </p:txBody>
      </p:sp>
      <p:sp>
        <p:nvSpPr>
          <p:cNvPr id="90" name="TextBox 89">
            <a:extLst>
              <a:ext uri="{FF2B5EF4-FFF2-40B4-BE49-F238E27FC236}">
                <a16:creationId xmlns:a16="http://schemas.microsoft.com/office/drawing/2014/main" id="{C71AE0F9-7404-1610-C5A7-028D18553CC6}"/>
              </a:ext>
            </a:extLst>
          </p:cNvPr>
          <p:cNvSpPr txBox="1"/>
          <p:nvPr/>
        </p:nvSpPr>
        <p:spPr>
          <a:xfrm>
            <a:off x="582168" y="5664047"/>
            <a:ext cx="1109472"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Cumulative impact</a:t>
            </a:r>
          </a:p>
        </p:txBody>
      </p:sp>
      <p:sp>
        <p:nvSpPr>
          <p:cNvPr id="4" name="TextBox 3">
            <a:extLst>
              <a:ext uri="{FF2B5EF4-FFF2-40B4-BE49-F238E27FC236}">
                <a16:creationId xmlns:a16="http://schemas.microsoft.com/office/drawing/2014/main" id="{FFF19585-9314-3ACF-0BB2-B06E4DA5F468}"/>
              </a:ext>
            </a:extLst>
          </p:cNvPr>
          <p:cNvSpPr txBox="1"/>
          <p:nvPr/>
        </p:nvSpPr>
        <p:spPr>
          <a:xfrm>
            <a:off x="582168" y="1947518"/>
            <a:ext cx="1109472"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Initiative</a:t>
            </a:r>
          </a:p>
        </p:txBody>
      </p:sp>
      <p:sp>
        <p:nvSpPr>
          <p:cNvPr id="24" name="4. Footnote">
            <a:extLst>
              <a:ext uri="{FF2B5EF4-FFF2-40B4-BE49-F238E27FC236}">
                <a16:creationId xmlns:a16="http://schemas.microsoft.com/office/drawing/2014/main" id="{3513276E-7652-53C4-C7D5-F31D37946A8B}"/>
              </a:ext>
            </a:extLst>
          </p:cNvPr>
          <p:cNvSpPr txBox="1"/>
          <p:nvPr>
            <p:custDataLst>
              <p:tags r:id="rId7"/>
            </p:custDataLst>
          </p:nvPr>
        </p:nvSpPr>
        <p:spPr>
          <a:xfrm>
            <a:off x="553972" y="6458067"/>
            <a:ext cx="7278624" cy="246221"/>
          </a:xfrm>
          <a:prstGeom prst="rect">
            <a:avLst/>
          </a:prstGeom>
          <a:noFill/>
        </p:spPr>
        <p:txBody>
          <a:bodyPr wrap="square" lIns="0" tIns="0" rIns="0" bIns="0" rtlCol="0" anchor="b">
            <a:spAutoFit/>
          </a:bodyPr>
          <a:lstStyle/>
          <a:p>
            <a:pPr marL="203200" lvl="0" indent="-212725">
              <a:defRPr/>
            </a:pPr>
            <a:r>
              <a:rPr lang="en-US" sz="800" kern="1200">
                <a:latin typeface="+mn-lt"/>
                <a:ea typeface="+mn-ea"/>
                <a:cs typeface="Arial" panose="020B0604020202020204" pitchFamily="34" charset="0"/>
              </a:rPr>
              <a:t>1.	Indicative only; timeline will depend materially on the maturity of the existing technology stack and system architecture</a:t>
            </a:r>
          </a:p>
          <a:p>
            <a:pPr marL="203200" lvl="0" indent="-212725">
              <a:defRPr/>
            </a:pPr>
            <a:r>
              <a:rPr lang="en-US" sz="800" kern="1200">
                <a:latin typeface="+mn-lt"/>
                <a:ea typeface="+mn-ea"/>
                <a:cs typeface="Arial" panose="020B0604020202020204" pitchFamily="34" charset="0"/>
              </a:rPr>
              <a:t>2.	Escalates to reps for sensitive or judgment-based cases (e.g., pricing adjustments, safety concerns, warranty/policy exceptions)</a:t>
            </a:r>
          </a:p>
        </p:txBody>
      </p:sp>
      <p:sp>
        <p:nvSpPr>
          <p:cNvPr id="45" name="TextBox 44">
            <a:extLst>
              <a:ext uri="{FF2B5EF4-FFF2-40B4-BE49-F238E27FC236}">
                <a16:creationId xmlns:a16="http://schemas.microsoft.com/office/drawing/2014/main" id="{B843973D-2250-00A3-A0A0-4B8E67AAEB4C}"/>
              </a:ext>
            </a:extLst>
          </p:cNvPr>
          <p:cNvSpPr txBox="1"/>
          <p:nvPr/>
        </p:nvSpPr>
        <p:spPr>
          <a:xfrm>
            <a:off x="582168" y="4958879"/>
            <a:ext cx="1109472"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Pain points</a:t>
            </a:r>
          </a:p>
        </p:txBody>
      </p:sp>
      <p:sp>
        <p:nvSpPr>
          <p:cNvPr id="55" name="Rectangle 54">
            <a:extLst>
              <a:ext uri="{FF2B5EF4-FFF2-40B4-BE49-F238E27FC236}">
                <a16:creationId xmlns:a16="http://schemas.microsoft.com/office/drawing/2014/main" id="{93DAA7B8-015E-FC70-E01B-153DAAC4CFDD}"/>
              </a:ext>
            </a:extLst>
          </p:cNvPr>
          <p:cNvSpPr/>
          <p:nvPr/>
        </p:nvSpPr>
        <p:spPr>
          <a:xfrm>
            <a:off x="5801445" y="4958879"/>
            <a:ext cx="699247" cy="291347"/>
          </a:xfrm>
          <a:prstGeom prst="rect">
            <a:avLst/>
          </a:prstGeom>
          <a:solidFill>
            <a:schemeClr val="bg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cxnSp>
        <p:nvCxnSpPr>
          <p:cNvPr id="63" name="Straight Arrow Connector 62">
            <a:extLst>
              <a:ext uri="{FF2B5EF4-FFF2-40B4-BE49-F238E27FC236}">
                <a16:creationId xmlns:a16="http://schemas.microsoft.com/office/drawing/2014/main" id="{32537E22-74E6-87AB-984B-0174CB99689D}"/>
              </a:ext>
            </a:extLst>
          </p:cNvPr>
          <p:cNvCxnSpPr>
            <a:cxnSpLocks/>
          </p:cNvCxnSpPr>
          <p:nvPr/>
        </p:nvCxnSpPr>
        <p:spPr>
          <a:xfrm>
            <a:off x="4464342" y="5427699"/>
            <a:ext cx="5078043" cy="0"/>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4379E6C8-09D4-69D9-F983-EF876E8E79E6}"/>
              </a:ext>
            </a:extLst>
          </p:cNvPr>
          <p:cNvCxnSpPr>
            <a:cxnSpLocks/>
          </p:cNvCxnSpPr>
          <p:nvPr/>
        </p:nvCxnSpPr>
        <p:spPr>
          <a:xfrm>
            <a:off x="1897646" y="5097483"/>
            <a:ext cx="7639155" cy="0"/>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Arrow: Chevron 24">
            <a:extLst>
              <a:ext uri="{FF2B5EF4-FFF2-40B4-BE49-F238E27FC236}">
                <a16:creationId xmlns:a16="http://schemas.microsoft.com/office/drawing/2014/main" id="{E7162F05-622D-9919-039E-82A6DD2F589A}"/>
              </a:ext>
            </a:extLst>
          </p:cNvPr>
          <p:cNvSpPr>
            <a:spLocks/>
          </p:cNvSpPr>
          <p:nvPr/>
        </p:nvSpPr>
        <p:spPr>
          <a:xfrm>
            <a:off x="1632645" y="1024903"/>
            <a:ext cx="2630648" cy="384474"/>
          </a:xfrm>
          <a:prstGeom prst="chevron">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050" b="1" i="0" u="none" strike="noStrike" kern="1200" cap="none" spc="0" normalizeH="0" baseline="0" noProof="0">
                <a:ln>
                  <a:noFill/>
                </a:ln>
                <a:solidFill>
                  <a:srgbClr val="000000"/>
                </a:solidFill>
                <a:effectLst/>
                <a:uLnTx/>
                <a:uFillTx/>
                <a:latin typeface="Arial"/>
                <a:ea typeface="+mn-ea"/>
                <a:cs typeface="+mn-cs"/>
              </a:rPr>
              <a:t>Horizon 1: </a:t>
            </a:r>
            <a:r>
              <a:rPr kumimoji="0" lang="en-US" sz="1050" b="0" i="0" u="none" strike="noStrike" kern="1200" cap="none" spc="0" normalizeH="0" baseline="0" noProof="0">
                <a:ln>
                  <a:noFill/>
                </a:ln>
                <a:solidFill>
                  <a:srgbClr val="000000"/>
                </a:solidFill>
                <a:effectLst/>
                <a:uLnTx/>
                <a:uFillTx/>
                <a:latin typeface="Arial"/>
                <a:ea typeface="+mn-ea"/>
                <a:cs typeface="+mn-cs"/>
              </a:rPr>
              <a:t>Quick Wins (by June 2026)</a:t>
            </a:r>
            <a:r>
              <a:rPr kumimoji="0" lang="en-US" sz="1050" b="0" i="0" u="none" strike="noStrike" kern="1200" cap="none" spc="0" normalizeH="0" baseline="30000" noProof="0">
                <a:ln>
                  <a:noFill/>
                </a:ln>
                <a:solidFill>
                  <a:srgbClr val="000000"/>
                </a:solidFill>
                <a:effectLst/>
                <a:uLnTx/>
                <a:uFillTx/>
                <a:latin typeface="Arial"/>
                <a:ea typeface="+mn-ea"/>
                <a:cs typeface="+mn-cs"/>
              </a:rPr>
              <a:t>1</a:t>
            </a:r>
            <a:r>
              <a:rPr kumimoji="0" lang="en-US" sz="1050" b="0" i="0" u="none" strike="noStrike" kern="1200" cap="none" spc="0" normalizeH="0" noProof="0">
                <a:ln>
                  <a:noFill/>
                </a:ln>
                <a:solidFill>
                  <a:srgbClr val="000000"/>
                </a:solidFill>
                <a:effectLst/>
                <a:uLnTx/>
                <a:uFillTx/>
                <a:latin typeface="Arial"/>
                <a:ea typeface="+mn-ea"/>
                <a:cs typeface="+mn-cs"/>
              </a:rPr>
              <a:t> </a:t>
            </a:r>
          </a:p>
        </p:txBody>
      </p:sp>
      <p:sp>
        <p:nvSpPr>
          <p:cNvPr id="26" name="Arrow: Chevron 25">
            <a:extLst>
              <a:ext uri="{FF2B5EF4-FFF2-40B4-BE49-F238E27FC236}">
                <a16:creationId xmlns:a16="http://schemas.microsoft.com/office/drawing/2014/main" id="{CB22110C-04C3-9F06-555B-E81090CDB9C9}"/>
              </a:ext>
            </a:extLst>
          </p:cNvPr>
          <p:cNvSpPr>
            <a:spLocks/>
          </p:cNvSpPr>
          <p:nvPr/>
        </p:nvSpPr>
        <p:spPr>
          <a:xfrm>
            <a:off x="4135253" y="1024903"/>
            <a:ext cx="3155879" cy="384474"/>
          </a:xfrm>
          <a:prstGeom prst="chevron">
            <a:avLst/>
          </a:prstGeom>
          <a:solidFill>
            <a:schemeClr val="accent3">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defRPr/>
            </a:pPr>
            <a:r>
              <a:rPr kumimoji="0" lang="en-US" sz="1050" b="1" i="0" u="none" strike="noStrike" kern="1200" cap="none" spc="0" normalizeH="0" baseline="0" noProof="0">
                <a:ln>
                  <a:noFill/>
                </a:ln>
                <a:solidFill>
                  <a:srgbClr val="000000"/>
                </a:solidFill>
                <a:effectLst/>
                <a:uLnTx/>
                <a:uFillTx/>
                <a:latin typeface="Arial"/>
                <a:ea typeface="+mn-ea"/>
                <a:cs typeface="+mn-cs"/>
              </a:rPr>
              <a:t>Horizon 2: </a:t>
            </a:r>
            <a:r>
              <a:rPr kumimoji="0" lang="en-US" sz="1050" b="0" i="0" u="none" strike="noStrike" kern="1200" cap="none" spc="0" normalizeH="0" baseline="0" noProof="0">
                <a:ln>
                  <a:noFill/>
                </a:ln>
                <a:solidFill>
                  <a:srgbClr val="000000"/>
                </a:solidFill>
                <a:effectLst/>
                <a:uLnTx/>
                <a:uFillTx/>
                <a:latin typeface="Arial"/>
                <a:ea typeface="+mn-ea"/>
                <a:cs typeface="+mn-cs"/>
              </a:rPr>
              <a:t>mid-term initiatives (by end-2026)</a:t>
            </a:r>
            <a:r>
              <a:rPr lang="en-US" sz="1050" baseline="30000">
                <a:solidFill>
                  <a:srgbClr val="000000"/>
                </a:solidFill>
              </a:rPr>
              <a:t>1</a:t>
            </a:r>
            <a:endParaRPr kumimoji="0" lang="en-US" sz="1050" b="0" i="0" u="none" strike="noStrike" kern="1200" cap="none" spc="0" normalizeH="0" baseline="0" noProof="0">
              <a:ln>
                <a:noFill/>
              </a:ln>
              <a:solidFill>
                <a:srgbClr val="000000"/>
              </a:solidFill>
              <a:effectLst/>
              <a:uLnTx/>
              <a:uFillTx/>
              <a:latin typeface="Arial"/>
              <a:ea typeface="+mn-ea"/>
              <a:cs typeface="+mn-cs"/>
            </a:endParaRPr>
          </a:p>
        </p:txBody>
      </p:sp>
      <p:sp>
        <p:nvSpPr>
          <p:cNvPr id="31" name="TextBox 30">
            <a:extLst>
              <a:ext uri="{FF2B5EF4-FFF2-40B4-BE49-F238E27FC236}">
                <a16:creationId xmlns:a16="http://schemas.microsoft.com/office/drawing/2014/main" id="{B05724E7-8BFB-9AA3-4757-D29D531D9D87}"/>
              </a:ext>
            </a:extLst>
          </p:cNvPr>
          <p:cNvSpPr txBox="1">
            <a:spLocks/>
          </p:cNvSpPr>
          <p:nvPr/>
        </p:nvSpPr>
        <p:spPr>
          <a:xfrm>
            <a:off x="1942183" y="3967765"/>
            <a:ext cx="2163917" cy="59297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Conversational agent embedded in emails that ensures complete intake; reps still resolve cases E2E; investigation steps are codified by issue type so everyone follows the same path</a:t>
            </a:r>
            <a:endParaRPr lang="en-US" sz="1000">
              <a:solidFill>
                <a:srgbClr val="000000"/>
              </a:solidFill>
            </a:endParaRPr>
          </a:p>
        </p:txBody>
      </p:sp>
      <p:sp>
        <p:nvSpPr>
          <p:cNvPr id="5" name="TextBox 4">
            <a:extLst>
              <a:ext uri="{FF2B5EF4-FFF2-40B4-BE49-F238E27FC236}">
                <a16:creationId xmlns:a16="http://schemas.microsoft.com/office/drawing/2014/main" id="{BC90327C-8F96-9CB7-623E-821CB62F4BD1}"/>
              </a:ext>
            </a:extLst>
          </p:cNvPr>
          <p:cNvSpPr txBox="1">
            <a:spLocks/>
          </p:cNvSpPr>
          <p:nvPr/>
        </p:nvSpPr>
        <p:spPr>
          <a:xfrm>
            <a:off x="4263293" y="3967766"/>
            <a:ext cx="2802483" cy="261492"/>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Copilot that automates and guides next steps and workflow automation lead to lower handling time per case</a:t>
            </a:r>
          </a:p>
        </p:txBody>
      </p:sp>
      <p:sp>
        <p:nvSpPr>
          <p:cNvPr id="7" name="TextBox 6">
            <a:extLst>
              <a:ext uri="{FF2B5EF4-FFF2-40B4-BE49-F238E27FC236}">
                <a16:creationId xmlns:a16="http://schemas.microsoft.com/office/drawing/2014/main" id="{E7CBCECD-E2B6-44EE-F7DA-471D9713BF77}"/>
              </a:ext>
            </a:extLst>
          </p:cNvPr>
          <p:cNvSpPr txBox="1">
            <a:spLocks/>
          </p:cNvSpPr>
          <p:nvPr/>
        </p:nvSpPr>
        <p:spPr>
          <a:xfrm>
            <a:off x="7410525" y="4444173"/>
            <a:ext cx="2784934" cy="76944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defRPr/>
            </a:pPr>
            <a:endParaRPr lang="en-US" sz="1000"/>
          </a:p>
        </p:txBody>
      </p:sp>
      <p:sp>
        <p:nvSpPr>
          <p:cNvPr id="92" name="TextBox 91">
            <a:extLst>
              <a:ext uri="{FF2B5EF4-FFF2-40B4-BE49-F238E27FC236}">
                <a16:creationId xmlns:a16="http://schemas.microsoft.com/office/drawing/2014/main" id="{887EC624-B5AB-E7FC-44C4-0781DB7E153F}"/>
              </a:ext>
            </a:extLst>
          </p:cNvPr>
          <p:cNvSpPr txBox="1">
            <a:spLocks/>
          </p:cNvSpPr>
          <p:nvPr>
            <p:custDataLst>
              <p:tags r:id="rId8"/>
            </p:custDataLst>
          </p:nvPr>
        </p:nvSpPr>
        <p:spPr>
          <a:xfrm>
            <a:off x="2080876" y="5743731"/>
            <a:ext cx="1846971"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a:t>15-25% productivity</a:t>
            </a:r>
          </a:p>
        </p:txBody>
      </p:sp>
      <p:sp>
        <p:nvSpPr>
          <p:cNvPr id="93" name="TextBox 92">
            <a:extLst>
              <a:ext uri="{FF2B5EF4-FFF2-40B4-BE49-F238E27FC236}">
                <a16:creationId xmlns:a16="http://schemas.microsoft.com/office/drawing/2014/main" id="{F2C13F28-67BC-C17A-5DB6-14C63F12055F}"/>
              </a:ext>
            </a:extLst>
          </p:cNvPr>
          <p:cNvSpPr txBox="1">
            <a:spLocks/>
          </p:cNvSpPr>
          <p:nvPr>
            <p:custDataLst>
              <p:tags r:id="rId9"/>
            </p:custDataLst>
          </p:nvPr>
        </p:nvSpPr>
        <p:spPr>
          <a:xfrm>
            <a:off x="4778551" y="5743731"/>
            <a:ext cx="238753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a:t>25-40% productivity</a:t>
            </a:r>
          </a:p>
        </p:txBody>
      </p:sp>
      <p:sp>
        <p:nvSpPr>
          <p:cNvPr id="94" name="TextBox 93">
            <a:extLst>
              <a:ext uri="{FF2B5EF4-FFF2-40B4-BE49-F238E27FC236}">
                <a16:creationId xmlns:a16="http://schemas.microsoft.com/office/drawing/2014/main" id="{A467E405-659E-8850-1ED4-76F2AA2A61A8}"/>
              </a:ext>
            </a:extLst>
          </p:cNvPr>
          <p:cNvSpPr txBox="1">
            <a:spLocks/>
          </p:cNvSpPr>
          <p:nvPr>
            <p:custDataLst>
              <p:tags r:id="rId10"/>
            </p:custDataLst>
          </p:nvPr>
        </p:nvSpPr>
        <p:spPr>
          <a:xfrm>
            <a:off x="7549218" y="5743731"/>
            <a:ext cx="238753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a:t>50-70% productivity</a:t>
            </a:r>
          </a:p>
        </p:txBody>
      </p:sp>
      <p:sp>
        <p:nvSpPr>
          <p:cNvPr id="59" name="TextBox 58">
            <a:extLst>
              <a:ext uri="{FF2B5EF4-FFF2-40B4-BE49-F238E27FC236}">
                <a16:creationId xmlns:a16="http://schemas.microsoft.com/office/drawing/2014/main" id="{2138297E-16F4-B378-BCCE-5A59BD81AAAD}"/>
              </a:ext>
            </a:extLst>
          </p:cNvPr>
          <p:cNvSpPr txBox="1">
            <a:spLocks/>
          </p:cNvSpPr>
          <p:nvPr>
            <p:custDataLst>
              <p:tags r:id="rId11"/>
            </p:custDataLst>
          </p:nvPr>
        </p:nvSpPr>
        <p:spPr>
          <a:xfrm>
            <a:off x="4263293" y="1969738"/>
            <a:ext cx="2802483"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000" b="1"/>
              <a:t>Implement a copilot</a:t>
            </a:r>
            <a:r>
              <a:rPr lang="en-US" sz="1000"/>
              <a:t> to structure data across platforms (e.g. autofill info on Engage / SAP) and guide reps through investigation and next steps (e.g. draft and send emails, auto-create follow-up reminders)</a:t>
            </a:r>
          </a:p>
          <a:p>
            <a:pPr marL="171450" indent="-171450">
              <a:buFont typeface="Arial" panose="020B0604020202020204" pitchFamily="34" charset="0"/>
              <a:buChar char="•"/>
            </a:pPr>
            <a:r>
              <a:rPr lang="en-US" sz="1000" b="1"/>
              <a:t>Automate workflows </a:t>
            </a:r>
            <a:r>
              <a:rPr lang="en-US" sz="1000"/>
              <a:t>to reduce manual steps</a:t>
            </a:r>
          </a:p>
          <a:p>
            <a:pPr marL="400050" lvl="1" indent="-171450">
              <a:buFont typeface="Arial" panose="020B0604020202020204" pitchFamily="34" charset="0"/>
              <a:buChar char="•"/>
            </a:pPr>
            <a:r>
              <a:rPr lang="en-US" sz="1000"/>
              <a:t>One-step SKU selection on SAP</a:t>
            </a:r>
          </a:p>
          <a:p>
            <a:pPr marL="400050" lvl="1" indent="-171450">
              <a:buFont typeface="Arial" panose="020B0604020202020204" pitchFamily="34" charset="0"/>
              <a:buChar char="•"/>
            </a:pPr>
            <a:r>
              <a:rPr lang="en-US" sz="1000"/>
              <a:t>Generate shipping labels from SAP</a:t>
            </a:r>
          </a:p>
          <a:p>
            <a:pPr marL="400050" lvl="1" indent="-171450">
              <a:buFont typeface="Arial" panose="020B0604020202020204" pitchFamily="34" charset="0"/>
              <a:buChar char="•"/>
            </a:pPr>
            <a:r>
              <a:rPr lang="en-US" sz="1000"/>
              <a:t>Replicate return in SAP when replacement created in QOE (checkbox)</a:t>
            </a:r>
          </a:p>
          <a:p>
            <a:pPr marL="400050" lvl="1" indent="-171450">
              <a:buFont typeface="Arial" panose="020B0604020202020204" pitchFamily="34" charset="0"/>
              <a:buChar char="•"/>
            </a:pPr>
            <a:r>
              <a:rPr lang="en-US" sz="1000"/>
              <a:t>Auto-populate credit memo PDFs</a:t>
            </a:r>
          </a:p>
          <a:p>
            <a:pPr lvl="1" indent="0">
              <a:buNone/>
            </a:pPr>
            <a:endParaRPr lang="en-US" sz="1000"/>
          </a:p>
        </p:txBody>
      </p:sp>
      <p:sp>
        <p:nvSpPr>
          <p:cNvPr id="6" name="TextBox 5">
            <a:extLst>
              <a:ext uri="{FF2B5EF4-FFF2-40B4-BE49-F238E27FC236}">
                <a16:creationId xmlns:a16="http://schemas.microsoft.com/office/drawing/2014/main" id="{0853158A-BF89-859C-002A-D71C9E0746F1}"/>
              </a:ext>
            </a:extLst>
          </p:cNvPr>
          <p:cNvSpPr txBox="1">
            <a:spLocks/>
          </p:cNvSpPr>
          <p:nvPr/>
        </p:nvSpPr>
        <p:spPr>
          <a:xfrm>
            <a:off x="1684099" y="1939057"/>
            <a:ext cx="2397831" cy="28159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000" b="1"/>
              <a:t>Refine the case intake process to be structured, </a:t>
            </a:r>
            <a:r>
              <a:rPr lang="en-US" sz="1000"/>
              <a:t>auto-validate required fields and trigger an automated clarification loop when key info is missing</a:t>
            </a:r>
          </a:p>
          <a:p>
            <a:pPr lvl="1"/>
            <a:r>
              <a:rPr lang="en-US" sz="1000" b="1"/>
              <a:t>Build investigation playbooks by issue type</a:t>
            </a:r>
            <a:r>
              <a:rPr lang="en-US" sz="1000"/>
              <a:t>, refresh every 3-6 months based on best practices, and track adherence over time</a:t>
            </a:r>
          </a:p>
          <a:p>
            <a:pPr lvl="1"/>
            <a:endParaRPr lang="en-US" sz="1000"/>
          </a:p>
          <a:p>
            <a:endParaRPr lang="en-US" sz="1000" b="1"/>
          </a:p>
        </p:txBody>
      </p:sp>
      <p:sp>
        <p:nvSpPr>
          <p:cNvPr id="14" name="TextBox 13">
            <a:extLst>
              <a:ext uri="{FF2B5EF4-FFF2-40B4-BE49-F238E27FC236}">
                <a16:creationId xmlns:a16="http://schemas.microsoft.com/office/drawing/2014/main" id="{F1659802-E2CD-24C9-4FA1-5F73744C9FAB}"/>
              </a:ext>
            </a:extLst>
          </p:cNvPr>
          <p:cNvSpPr txBox="1">
            <a:spLocks/>
          </p:cNvSpPr>
          <p:nvPr/>
        </p:nvSpPr>
        <p:spPr>
          <a:xfrm>
            <a:off x="7291134" y="1927310"/>
            <a:ext cx="2397831" cy="281593"/>
          </a:xfrm>
          <a:prstGeom prst="rect">
            <a:avLst/>
          </a:prstGeom>
        </p:spPr>
        <p:txBody>
          <a:bodyPr vert="horz" wrap="square" lIns="0" tIns="0" rIns="0" bIns="0" rtlCol="0" anchor="t">
            <a:no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1000" b="1" i="0" u="none" strike="noStrike" cap="none" spc="0" normalizeH="0" baseline="0">
                <a:ln>
                  <a:noFill/>
                </a:ln>
                <a:solidFill>
                  <a:srgbClr val="000000"/>
                </a:solidFill>
                <a:effectLst/>
                <a:uLnTx/>
                <a:uFillTx/>
                <a:latin typeface="Arial"/>
                <a:cs typeface="Arial" panose="020B0604020202020204" pitchFamily="34" charset="0"/>
              </a:defRPr>
            </a:lvl1pPr>
            <a:lvl2pPr marL="228600" marR="0" lvl="1" indent="-225425" fontAlgn="auto">
              <a:lnSpc>
                <a:spcPct val="100000"/>
              </a:lnSpc>
              <a:spcBef>
                <a:spcPts val="0"/>
              </a:spcBef>
              <a:spcAft>
                <a:spcPts val="300"/>
              </a:spcAft>
              <a:buClrTx/>
              <a:buSzTx/>
              <a:buFont typeface="Wingdings" panose="05000000000000000000" pitchFamily="2" charset="2"/>
              <a:buChar char=""/>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a:t>Enable first line of response using a contact agent; </a:t>
            </a:r>
            <a:r>
              <a:rPr lang="en-US" b="0"/>
              <a:t>captures issue, gathers missing info, and validates against order context </a:t>
            </a:r>
            <a:br>
              <a:rPr lang="en-US" b="0"/>
            </a:br>
            <a:r>
              <a:rPr lang="en-US"/>
              <a:t>Case agent enabled resolution of tier 1 &amp; 2 issues E2E</a:t>
            </a:r>
            <a:r>
              <a:rPr lang="en-US" baseline="30000"/>
              <a:t>2</a:t>
            </a:r>
            <a:r>
              <a:rPr lang="en-US" b="0"/>
              <a:t>; co-pilot guided handling of tier 3 issues by humans</a:t>
            </a:r>
          </a:p>
          <a:p>
            <a:pPr marL="171450" indent="-171450">
              <a:buFont typeface="Arial" panose="020B0604020202020204" pitchFamily="34" charset="0"/>
              <a:buChar char="•"/>
            </a:pPr>
            <a:r>
              <a:rPr lang="en-US"/>
              <a:t>Allow agent to proactively detect issues and enable outreach </a:t>
            </a:r>
            <a:r>
              <a:rPr lang="en-US" b="0"/>
              <a:t>based on root-cause signals (e.g., decorator rework wave) to reduce inbound follow-ups</a:t>
            </a:r>
          </a:p>
          <a:p>
            <a:pPr marL="171450" indent="-171450">
              <a:buFont typeface="Arial" panose="020B0604020202020204" pitchFamily="34" charset="0"/>
              <a:buChar char="•"/>
            </a:pPr>
            <a:endParaRPr lang="en-US" b="0"/>
          </a:p>
          <a:p>
            <a:pPr>
              <a:buNone/>
            </a:pPr>
            <a:endParaRPr lang="en-US" b="0"/>
          </a:p>
          <a:p>
            <a:r>
              <a:rPr lang="en-US"/>
              <a:t> </a:t>
            </a:r>
          </a:p>
        </p:txBody>
      </p:sp>
      <p:sp>
        <p:nvSpPr>
          <p:cNvPr id="16" name="TextBox 15">
            <a:extLst>
              <a:ext uri="{FF2B5EF4-FFF2-40B4-BE49-F238E27FC236}">
                <a16:creationId xmlns:a16="http://schemas.microsoft.com/office/drawing/2014/main" id="{C2518C1D-85BD-951E-3B91-EE3448F4C113}"/>
              </a:ext>
            </a:extLst>
          </p:cNvPr>
          <p:cNvSpPr txBox="1">
            <a:spLocks/>
          </p:cNvSpPr>
          <p:nvPr/>
        </p:nvSpPr>
        <p:spPr>
          <a:xfrm>
            <a:off x="7549218" y="3187784"/>
            <a:ext cx="2387532" cy="374758"/>
          </a:xfrm>
          <a:prstGeom prst="rect">
            <a:avLst/>
          </a:prstGeom>
        </p:spPr>
        <p:txBody>
          <a:bodyPr vert="horz" wrap="square" lIns="0" tIns="0" rIns="0" bIns="0" rtlCol="0" anchor="t">
            <a:no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1000" b="1" i="0" u="none" strike="noStrike" cap="none" spc="0" normalizeH="0" baseline="0">
                <a:ln>
                  <a:noFill/>
                </a:ln>
                <a:solidFill>
                  <a:srgbClr val="000000"/>
                </a:solidFill>
                <a:effectLst/>
                <a:uLnTx/>
                <a:uFillTx/>
                <a:latin typeface="Arial"/>
                <a:cs typeface="Arial" panose="020B0604020202020204" pitchFamily="34" charset="0"/>
              </a:defRPr>
            </a:lvl1pPr>
            <a:lvl2pPr marL="228600" marR="0" lvl="1" indent="-225425" fontAlgn="auto">
              <a:lnSpc>
                <a:spcPct val="100000"/>
              </a:lnSpc>
              <a:spcBef>
                <a:spcPts val="0"/>
              </a:spcBef>
              <a:spcAft>
                <a:spcPts val="300"/>
              </a:spcAft>
              <a:buClrTx/>
              <a:buSzTx/>
              <a:buFont typeface="Wingdings" panose="05000000000000000000" pitchFamily="2" charset="2"/>
              <a:buChar char=""/>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endParaRPr lang="en-US"/>
          </a:p>
        </p:txBody>
      </p:sp>
      <p:sp>
        <p:nvSpPr>
          <p:cNvPr id="27" name="TextBox 26">
            <a:extLst>
              <a:ext uri="{FF2B5EF4-FFF2-40B4-BE49-F238E27FC236}">
                <a16:creationId xmlns:a16="http://schemas.microsoft.com/office/drawing/2014/main" id="{C771344A-8004-E9E1-EDB6-415795D45B61}"/>
              </a:ext>
            </a:extLst>
          </p:cNvPr>
          <p:cNvSpPr txBox="1">
            <a:spLocks/>
          </p:cNvSpPr>
          <p:nvPr>
            <p:custDataLst>
              <p:tags r:id="rId12"/>
            </p:custDataLst>
          </p:nvPr>
        </p:nvSpPr>
        <p:spPr>
          <a:xfrm>
            <a:off x="1942183" y="2707843"/>
            <a:ext cx="238753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endParaRPr lang="en-US" sz="1000"/>
          </a:p>
        </p:txBody>
      </p:sp>
      <p:sp>
        <p:nvSpPr>
          <p:cNvPr id="21" name="TextBox 20">
            <a:extLst>
              <a:ext uri="{FF2B5EF4-FFF2-40B4-BE49-F238E27FC236}">
                <a16:creationId xmlns:a16="http://schemas.microsoft.com/office/drawing/2014/main" id="{F0A6A239-7E1D-5BFD-523D-50C5B16BC891}"/>
              </a:ext>
            </a:extLst>
          </p:cNvPr>
          <p:cNvSpPr txBox="1">
            <a:spLocks/>
          </p:cNvSpPr>
          <p:nvPr/>
        </p:nvSpPr>
        <p:spPr>
          <a:xfrm>
            <a:off x="4778551" y="3187784"/>
            <a:ext cx="2387532" cy="374758"/>
          </a:xfrm>
          <a:prstGeom prst="rect">
            <a:avLst/>
          </a:prstGeom>
        </p:spPr>
        <p:txBody>
          <a:bodyPr vert="horz" wrap="square" lIns="0" tIns="0" rIns="0" bIns="0" rtlCol="0" anchor="t">
            <a:no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1000" b="1" i="0" u="none" strike="noStrike" cap="none" spc="0" normalizeH="0" baseline="0">
                <a:ln>
                  <a:noFill/>
                </a:ln>
                <a:solidFill>
                  <a:srgbClr val="000000"/>
                </a:solidFill>
                <a:effectLst/>
                <a:uLnTx/>
                <a:uFillTx/>
                <a:latin typeface="Arial"/>
                <a:cs typeface="Arial" panose="020B0604020202020204" pitchFamily="34" charset="0"/>
              </a:defRPr>
            </a:lvl1pPr>
            <a:lvl2pPr marL="228600" marR="0" lvl="1" indent="-225425" fontAlgn="auto">
              <a:lnSpc>
                <a:spcPct val="100000"/>
              </a:lnSpc>
              <a:spcBef>
                <a:spcPts val="0"/>
              </a:spcBef>
              <a:spcAft>
                <a:spcPts val="300"/>
              </a:spcAft>
              <a:buClrTx/>
              <a:buSzTx/>
              <a:buFont typeface="Wingdings" panose="05000000000000000000" pitchFamily="2" charset="2"/>
              <a:buChar char=""/>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endParaRPr lang="en-US"/>
          </a:p>
        </p:txBody>
      </p:sp>
      <p:sp>
        <p:nvSpPr>
          <p:cNvPr id="28" name="TextBox 27">
            <a:extLst>
              <a:ext uri="{FF2B5EF4-FFF2-40B4-BE49-F238E27FC236}">
                <a16:creationId xmlns:a16="http://schemas.microsoft.com/office/drawing/2014/main" id="{543DB315-8A76-B6ED-8DB6-A7CC541C8C23}"/>
              </a:ext>
            </a:extLst>
          </p:cNvPr>
          <p:cNvSpPr txBox="1">
            <a:spLocks/>
          </p:cNvSpPr>
          <p:nvPr>
            <p:custDataLst>
              <p:tags r:id="rId13"/>
            </p:custDataLst>
          </p:nvPr>
        </p:nvSpPr>
        <p:spPr>
          <a:xfrm>
            <a:off x="4639858" y="2604476"/>
            <a:ext cx="238753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endParaRPr lang="en-US" sz="1000"/>
          </a:p>
        </p:txBody>
      </p:sp>
      <p:sp>
        <p:nvSpPr>
          <p:cNvPr id="41" name="TextBox 40">
            <a:extLst>
              <a:ext uri="{FF2B5EF4-FFF2-40B4-BE49-F238E27FC236}">
                <a16:creationId xmlns:a16="http://schemas.microsoft.com/office/drawing/2014/main" id="{EFA78EDB-9588-975D-484D-E1C47ADAF040}"/>
              </a:ext>
            </a:extLst>
          </p:cNvPr>
          <p:cNvSpPr txBox="1">
            <a:spLocks/>
          </p:cNvSpPr>
          <p:nvPr>
            <p:custDataLst>
              <p:tags r:id="rId14"/>
            </p:custDataLst>
          </p:nvPr>
        </p:nvSpPr>
        <p:spPr>
          <a:xfrm>
            <a:off x="7410525" y="3349109"/>
            <a:ext cx="2526225"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endParaRPr lang="en-US" sz="1000"/>
          </a:p>
        </p:txBody>
      </p:sp>
      <p:sp>
        <p:nvSpPr>
          <p:cNvPr id="17" name="TextBox 16">
            <a:extLst>
              <a:ext uri="{FF2B5EF4-FFF2-40B4-BE49-F238E27FC236}">
                <a16:creationId xmlns:a16="http://schemas.microsoft.com/office/drawing/2014/main" id="{C2723921-7B55-EDAD-4B7D-1F57165F7647}"/>
              </a:ext>
            </a:extLst>
          </p:cNvPr>
          <p:cNvSpPr txBox="1"/>
          <p:nvPr/>
        </p:nvSpPr>
        <p:spPr>
          <a:xfrm>
            <a:off x="8361832" y="981882"/>
            <a:ext cx="882319"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i="1">
                <a:solidFill>
                  <a:schemeClr val="bg1"/>
                </a:solidFill>
              </a:rPr>
              <a:t>3-6 months</a:t>
            </a:r>
            <a:r>
              <a:rPr lang="en-US" sz="1200" b="1" i="1" baseline="30000">
                <a:solidFill>
                  <a:schemeClr val="bg1"/>
                </a:solidFill>
              </a:rPr>
              <a:t>1</a:t>
            </a:r>
            <a:endParaRPr lang="en-US" sz="1200" b="1" i="1">
              <a:solidFill>
                <a:schemeClr val="bg1"/>
              </a:solidFill>
            </a:endParaRPr>
          </a:p>
        </p:txBody>
      </p:sp>
      <p:sp>
        <p:nvSpPr>
          <p:cNvPr id="19" name="TextBox 18">
            <a:extLst>
              <a:ext uri="{FF2B5EF4-FFF2-40B4-BE49-F238E27FC236}">
                <a16:creationId xmlns:a16="http://schemas.microsoft.com/office/drawing/2014/main" id="{FAC26A01-9F29-B16E-FFF6-9EA610ECE938}"/>
              </a:ext>
            </a:extLst>
          </p:cNvPr>
          <p:cNvSpPr txBox="1">
            <a:spLocks/>
          </p:cNvSpPr>
          <p:nvPr/>
        </p:nvSpPr>
        <p:spPr>
          <a:xfrm>
            <a:off x="7410526" y="3967765"/>
            <a:ext cx="2163917" cy="59297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000"/>
              <a:t>Agents that automatically execute case intake, triage, and resolution for simpler cases; proactive issue detection and outreach reduces overall case volume; reps step in only for complex or sensitive cases </a:t>
            </a:r>
            <a:endParaRPr lang="en-US" sz="1000">
              <a:solidFill>
                <a:srgbClr val="000000"/>
              </a:solidFill>
            </a:endParaRPr>
          </a:p>
        </p:txBody>
      </p:sp>
      <p:sp>
        <p:nvSpPr>
          <p:cNvPr id="37" name="Arrow: Chevron 36">
            <a:extLst>
              <a:ext uri="{FF2B5EF4-FFF2-40B4-BE49-F238E27FC236}">
                <a16:creationId xmlns:a16="http://schemas.microsoft.com/office/drawing/2014/main" id="{B414667C-2EDA-42F8-6759-4B22EB24C37D}"/>
              </a:ext>
            </a:extLst>
          </p:cNvPr>
          <p:cNvSpPr>
            <a:spLocks/>
          </p:cNvSpPr>
          <p:nvPr/>
        </p:nvSpPr>
        <p:spPr>
          <a:xfrm>
            <a:off x="7166083" y="1024903"/>
            <a:ext cx="2666764" cy="384474"/>
          </a:xfrm>
          <a:prstGeom prst="chevron">
            <a:avLst/>
          </a:prstGeom>
          <a:solidFill>
            <a:schemeClr val="accent3">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defRPr/>
            </a:pPr>
            <a:r>
              <a:rPr kumimoji="0" lang="en-US" sz="1050" b="1" i="0" u="none" strike="noStrike" kern="1200" cap="none" spc="0" normalizeH="0" baseline="0" noProof="0">
                <a:ln>
                  <a:noFill/>
                </a:ln>
                <a:solidFill>
                  <a:schemeClr val="bg2"/>
                </a:solidFill>
                <a:effectLst/>
                <a:uLnTx/>
                <a:uFillTx/>
                <a:latin typeface="Arial"/>
                <a:ea typeface="+mn-ea"/>
                <a:cs typeface="+mn-cs"/>
              </a:rPr>
              <a:t>Horizon 3:</a:t>
            </a:r>
            <a:r>
              <a:rPr kumimoji="0" lang="en-US" sz="1050" i="0" u="none" strike="noStrike" kern="1200" cap="none" spc="0" normalizeH="0" baseline="0" noProof="0">
                <a:ln>
                  <a:noFill/>
                </a:ln>
                <a:solidFill>
                  <a:schemeClr val="bg2"/>
                </a:solidFill>
                <a:effectLst/>
                <a:uLnTx/>
                <a:uFillTx/>
                <a:latin typeface="Arial"/>
                <a:ea typeface="+mn-ea"/>
                <a:cs typeface="+mn-cs"/>
              </a:rPr>
              <a:t> Moonshots / Bold vision (by end-2027)</a:t>
            </a:r>
            <a:r>
              <a:rPr lang="en-US" sz="1050" baseline="30000">
                <a:solidFill>
                  <a:schemeClr val="bg1"/>
                </a:solidFill>
              </a:rPr>
              <a:t>1</a:t>
            </a:r>
            <a:endParaRPr kumimoji="0" lang="en-US" sz="1050" i="0" u="none" strike="noStrike" kern="1200" cap="none" spc="0" normalizeH="0" baseline="0" noProof="0">
              <a:ln>
                <a:noFill/>
              </a:ln>
              <a:solidFill>
                <a:schemeClr val="bg1"/>
              </a:solidFill>
              <a:effectLst/>
              <a:uLnTx/>
              <a:uFillTx/>
              <a:latin typeface="Arial"/>
              <a:ea typeface="+mn-ea"/>
              <a:cs typeface="+mn-cs"/>
            </a:endParaRPr>
          </a:p>
        </p:txBody>
      </p:sp>
      <p:sp>
        <p:nvSpPr>
          <p:cNvPr id="40" name="TextBox 39">
            <a:extLst>
              <a:ext uri="{FF2B5EF4-FFF2-40B4-BE49-F238E27FC236}">
                <a16:creationId xmlns:a16="http://schemas.microsoft.com/office/drawing/2014/main" id="{1FD3ADFA-6205-7A07-2F69-BF504222B67B}"/>
              </a:ext>
            </a:extLst>
          </p:cNvPr>
          <p:cNvSpPr txBox="1">
            <a:spLocks/>
          </p:cNvSpPr>
          <p:nvPr/>
        </p:nvSpPr>
        <p:spPr>
          <a:xfrm>
            <a:off x="1684099" y="1517376"/>
            <a:ext cx="2397831" cy="16158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rgbClr val="D3DCFF"/>
                </a:solidFill>
              </a:rPr>
              <a:t>Standardize intake and resolution playbooks</a:t>
            </a:r>
          </a:p>
        </p:txBody>
      </p:sp>
      <p:sp>
        <p:nvSpPr>
          <p:cNvPr id="43" name="TextBox 42">
            <a:extLst>
              <a:ext uri="{FF2B5EF4-FFF2-40B4-BE49-F238E27FC236}">
                <a16:creationId xmlns:a16="http://schemas.microsoft.com/office/drawing/2014/main" id="{60401901-C4C4-F95E-CB65-54B231A33D31}"/>
              </a:ext>
            </a:extLst>
          </p:cNvPr>
          <p:cNvSpPr txBox="1"/>
          <p:nvPr/>
        </p:nvSpPr>
        <p:spPr>
          <a:xfrm>
            <a:off x="4270122" y="1517376"/>
            <a:ext cx="2808214" cy="3231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rgbClr val="7A97FF"/>
                </a:solidFill>
              </a:rPr>
              <a:t>Agent Co-pilot to assist with case resolution</a:t>
            </a:r>
          </a:p>
        </p:txBody>
      </p:sp>
      <p:sp>
        <p:nvSpPr>
          <p:cNvPr id="44" name="TextBox 43">
            <a:extLst>
              <a:ext uri="{FF2B5EF4-FFF2-40B4-BE49-F238E27FC236}">
                <a16:creationId xmlns:a16="http://schemas.microsoft.com/office/drawing/2014/main" id="{5B5884CB-5D93-8621-A38D-DEF83B871993}"/>
              </a:ext>
            </a:extLst>
          </p:cNvPr>
          <p:cNvSpPr txBox="1">
            <a:spLocks/>
          </p:cNvSpPr>
          <p:nvPr/>
        </p:nvSpPr>
        <p:spPr>
          <a:xfrm>
            <a:off x="7350015" y="1517376"/>
            <a:ext cx="2397831" cy="16158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50" b="1" i="1">
                <a:solidFill>
                  <a:srgbClr val="002ED9"/>
                </a:solidFill>
              </a:rPr>
              <a:t>Fully automated resolution for tier 1 &amp; 2 cases</a:t>
            </a:r>
          </a:p>
        </p:txBody>
      </p:sp>
      <p:sp>
        <p:nvSpPr>
          <p:cNvPr id="50" name="TrackerNumBlue 9">
            <a:extLst>
              <a:ext uri="{FF2B5EF4-FFF2-40B4-BE49-F238E27FC236}">
                <a16:creationId xmlns:a16="http://schemas.microsoft.com/office/drawing/2014/main" id="{E0C7BC67-D58E-5D2A-3442-22E508E6DAA8}"/>
              </a:ext>
            </a:extLst>
          </p:cNvPr>
          <p:cNvSpPr/>
          <p:nvPr>
            <p:custDataLst>
              <p:tags r:id="rId15"/>
            </p:custDataLst>
          </p:nvPr>
        </p:nvSpPr>
        <p:spPr>
          <a:xfrm>
            <a:off x="6907600" y="5319814"/>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1</a:t>
            </a:r>
          </a:p>
        </p:txBody>
      </p:sp>
      <p:sp>
        <p:nvSpPr>
          <p:cNvPr id="52" name="TrackerNumBlue 9">
            <a:extLst>
              <a:ext uri="{FF2B5EF4-FFF2-40B4-BE49-F238E27FC236}">
                <a16:creationId xmlns:a16="http://schemas.microsoft.com/office/drawing/2014/main" id="{83DBAABF-C029-409B-3461-65173D3DE86A}"/>
              </a:ext>
            </a:extLst>
          </p:cNvPr>
          <p:cNvSpPr/>
          <p:nvPr>
            <p:custDataLst>
              <p:tags r:id="rId16"/>
            </p:custDataLst>
          </p:nvPr>
        </p:nvSpPr>
        <p:spPr>
          <a:xfrm>
            <a:off x="5605305" y="4999373"/>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2</a:t>
            </a:r>
          </a:p>
        </p:txBody>
      </p:sp>
      <p:sp>
        <p:nvSpPr>
          <p:cNvPr id="54" name="TrackerNumBlue 9">
            <a:extLst>
              <a:ext uri="{FF2B5EF4-FFF2-40B4-BE49-F238E27FC236}">
                <a16:creationId xmlns:a16="http://schemas.microsoft.com/office/drawing/2014/main" id="{8EF781B4-E6B0-2EFC-FB99-D70CA80C04D1}"/>
              </a:ext>
            </a:extLst>
          </p:cNvPr>
          <p:cNvSpPr/>
          <p:nvPr>
            <p:custDataLst>
              <p:tags r:id="rId17"/>
            </p:custDataLst>
          </p:nvPr>
        </p:nvSpPr>
        <p:spPr>
          <a:xfrm>
            <a:off x="5944992" y="4999373"/>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3</a:t>
            </a:r>
          </a:p>
        </p:txBody>
      </p:sp>
      <p:sp>
        <p:nvSpPr>
          <p:cNvPr id="72" name="TextBox 71">
            <a:extLst>
              <a:ext uri="{FF2B5EF4-FFF2-40B4-BE49-F238E27FC236}">
                <a16:creationId xmlns:a16="http://schemas.microsoft.com/office/drawing/2014/main" id="{435E735A-DCB9-40FD-2253-2F1E36850CEB}"/>
              </a:ext>
            </a:extLst>
          </p:cNvPr>
          <p:cNvSpPr txBox="1"/>
          <p:nvPr/>
        </p:nvSpPr>
        <p:spPr>
          <a:xfrm>
            <a:off x="10349542" y="1517376"/>
            <a:ext cx="1783547"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000" b="1" i="1"/>
              <a:t>Additional organizational lever to consider</a:t>
            </a:r>
          </a:p>
        </p:txBody>
      </p:sp>
      <p:cxnSp>
        <p:nvCxnSpPr>
          <p:cNvPr id="73" name="LineBasicDefault 73">
            <a:extLst>
              <a:ext uri="{FF2B5EF4-FFF2-40B4-BE49-F238E27FC236}">
                <a16:creationId xmlns:a16="http://schemas.microsoft.com/office/drawing/2014/main" id="{1649F661-A57B-6061-38DC-454CC6C57155}"/>
              </a:ext>
            </a:extLst>
          </p:cNvPr>
          <p:cNvCxnSpPr>
            <a:cxnSpLocks/>
          </p:cNvCxnSpPr>
          <p:nvPr>
            <p:custDataLst>
              <p:tags r:id="rId18"/>
            </p:custDataLst>
          </p:nvPr>
        </p:nvCxnSpPr>
        <p:spPr>
          <a:xfrm>
            <a:off x="10293296" y="1884104"/>
            <a:ext cx="1739901"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76" name="TextBox 75">
            <a:extLst>
              <a:ext uri="{FF2B5EF4-FFF2-40B4-BE49-F238E27FC236}">
                <a16:creationId xmlns:a16="http://schemas.microsoft.com/office/drawing/2014/main" id="{CD6A3139-CA62-9368-92EA-B86B06C73584}"/>
              </a:ext>
            </a:extLst>
          </p:cNvPr>
          <p:cNvSpPr txBox="1">
            <a:spLocks/>
          </p:cNvSpPr>
          <p:nvPr/>
        </p:nvSpPr>
        <p:spPr>
          <a:xfrm>
            <a:off x="10320511" y="1927310"/>
            <a:ext cx="1783547" cy="281593"/>
          </a:xfrm>
          <a:prstGeom prst="rect">
            <a:avLst/>
          </a:prstGeom>
        </p:spPr>
        <p:txBody>
          <a:bodyPr vert="horz" wrap="square" lIns="0" tIns="0" rIns="0" bIns="0" rtlCol="0" anchor="t">
            <a:no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1000" b="1" i="0" u="none" strike="noStrike" cap="none" spc="0" normalizeH="0" baseline="0">
                <a:ln>
                  <a:noFill/>
                </a:ln>
                <a:solidFill>
                  <a:srgbClr val="000000"/>
                </a:solidFill>
                <a:effectLst/>
                <a:uLnTx/>
                <a:uFillTx/>
                <a:latin typeface="Arial"/>
                <a:cs typeface="Arial" panose="020B0604020202020204" pitchFamily="34" charset="0"/>
              </a:defRPr>
            </a:lvl1pPr>
            <a:lvl2pPr marL="228600" marR="0" lvl="1" indent="-225425" fontAlgn="auto">
              <a:lnSpc>
                <a:spcPct val="100000"/>
              </a:lnSpc>
              <a:spcBef>
                <a:spcPts val="0"/>
              </a:spcBef>
              <a:spcAft>
                <a:spcPts val="300"/>
              </a:spcAft>
              <a:buClrTx/>
              <a:buSzTx/>
              <a:buFont typeface="Wingdings" panose="05000000000000000000" pitchFamily="2" charset="2"/>
              <a:buChar char=""/>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a:t>Combine department R&amp;R (B2B) and Customer Care (D2C) for back-office case processing</a:t>
            </a:r>
          </a:p>
          <a:p>
            <a:pPr marL="400050" lvl="1" indent="-171450">
              <a:buFont typeface="Arial" panose="020B0604020202020204" pitchFamily="34" charset="0"/>
              <a:buChar char="•"/>
            </a:pPr>
            <a:r>
              <a:rPr lang="en-US"/>
              <a:t>Both teams execute comparable return &amp; replacement workflows; separating teams duplicates capability and limits standardization and best practice sharing</a:t>
            </a:r>
          </a:p>
          <a:p>
            <a:pPr marL="400050" lvl="1" indent="-171450">
              <a:buFont typeface="Arial" panose="020B0604020202020204" pitchFamily="34" charset="0"/>
              <a:buChar char="•"/>
            </a:pPr>
            <a:r>
              <a:rPr lang="en-US"/>
              <a:t>Combined team drives synergies through capacity optimization and workload management</a:t>
            </a:r>
            <a:endParaRPr lang="en-US" b="0"/>
          </a:p>
          <a:p>
            <a:pPr marL="171450" indent="-171450">
              <a:buFont typeface="Arial" panose="020B0604020202020204" pitchFamily="34" charset="0"/>
              <a:buChar char="•"/>
            </a:pPr>
            <a:endParaRPr lang="en-US" b="0"/>
          </a:p>
          <a:p>
            <a:pPr>
              <a:buNone/>
            </a:pPr>
            <a:endParaRPr lang="en-US" b="0"/>
          </a:p>
          <a:p>
            <a:r>
              <a:rPr lang="en-US"/>
              <a:t> </a:t>
            </a:r>
          </a:p>
        </p:txBody>
      </p:sp>
      <p:cxnSp>
        <p:nvCxnSpPr>
          <p:cNvPr id="78" name="LineBasicDefault 73">
            <a:extLst>
              <a:ext uri="{FF2B5EF4-FFF2-40B4-BE49-F238E27FC236}">
                <a16:creationId xmlns:a16="http://schemas.microsoft.com/office/drawing/2014/main" id="{23AA4D7F-BDE6-D379-D007-3BF7BA6F034C}"/>
              </a:ext>
            </a:extLst>
          </p:cNvPr>
          <p:cNvCxnSpPr>
            <a:cxnSpLocks/>
          </p:cNvCxnSpPr>
          <p:nvPr>
            <p:custDataLst>
              <p:tags r:id="rId19"/>
            </p:custDataLst>
          </p:nvPr>
        </p:nvCxnSpPr>
        <p:spPr>
          <a:xfrm>
            <a:off x="10293297" y="4924297"/>
            <a:ext cx="1739901"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9" name="LineBasicDefault 73">
            <a:extLst>
              <a:ext uri="{FF2B5EF4-FFF2-40B4-BE49-F238E27FC236}">
                <a16:creationId xmlns:a16="http://schemas.microsoft.com/office/drawing/2014/main" id="{CB97EE16-F29A-8269-16B7-34EE40A6629A}"/>
              </a:ext>
            </a:extLst>
          </p:cNvPr>
          <p:cNvCxnSpPr>
            <a:cxnSpLocks/>
          </p:cNvCxnSpPr>
          <p:nvPr>
            <p:custDataLst>
              <p:tags r:id="rId20"/>
            </p:custDataLst>
          </p:nvPr>
        </p:nvCxnSpPr>
        <p:spPr>
          <a:xfrm>
            <a:off x="10293297" y="5599464"/>
            <a:ext cx="1739901"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2" name="TextBox 81">
            <a:extLst>
              <a:ext uri="{FF2B5EF4-FFF2-40B4-BE49-F238E27FC236}">
                <a16:creationId xmlns:a16="http://schemas.microsoft.com/office/drawing/2014/main" id="{AE5B1E1C-4153-DE54-E336-42DD611FEB24}"/>
              </a:ext>
            </a:extLst>
          </p:cNvPr>
          <p:cNvSpPr txBox="1">
            <a:spLocks/>
          </p:cNvSpPr>
          <p:nvPr>
            <p:custDataLst>
              <p:tags r:id="rId21"/>
            </p:custDataLst>
          </p:nvPr>
        </p:nvSpPr>
        <p:spPr>
          <a:xfrm>
            <a:off x="4416744" y="5972963"/>
            <a:ext cx="267917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r>
              <a:rPr lang="en-US" sz="1000" i="1"/>
              <a:t>(R&amp;R rep spends ~40-50% of their time creating orders on Engage/SAP/QOE/shipping )</a:t>
            </a:r>
          </a:p>
        </p:txBody>
      </p:sp>
      <p:sp>
        <p:nvSpPr>
          <p:cNvPr id="84" name="TextBox 83">
            <a:extLst>
              <a:ext uri="{FF2B5EF4-FFF2-40B4-BE49-F238E27FC236}">
                <a16:creationId xmlns:a16="http://schemas.microsoft.com/office/drawing/2014/main" id="{FAA855A4-65AA-8C8B-032A-3A1B161288E0}"/>
              </a:ext>
            </a:extLst>
          </p:cNvPr>
          <p:cNvSpPr txBox="1">
            <a:spLocks/>
          </p:cNvSpPr>
          <p:nvPr>
            <p:custDataLst>
              <p:tags r:id="rId22"/>
            </p:custDataLst>
          </p:nvPr>
        </p:nvSpPr>
        <p:spPr>
          <a:xfrm>
            <a:off x="1928417" y="5972963"/>
            <a:ext cx="1921284"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r>
              <a:rPr lang="en-US" sz="1000" i="1"/>
              <a:t>(30% (B2B) and 40-50% (D2C) requests are incomplete) </a:t>
            </a:r>
          </a:p>
        </p:txBody>
      </p:sp>
      <p:cxnSp>
        <p:nvCxnSpPr>
          <p:cNvPr id="86" name="Straight Arrow Connector 85">
            <a:extLst>
              <a:ext uri="{FF2B5EF4-FFF2-40B4-BE49-F238E27FC236}">
                <a16:creationId xmlns:a16="http://schemas.microsoft.com/office/drawing/2014/main" id="{357746E3-BDF3-D6DE-6178-5FE1189EAAB7}"/>
              </a:ext>
            </a:extLst>
          </p:cNvPr>
          <p:cNvCxnSpPr>
            <a:cxnSpLocks/>
          </p:cNvCxnSpPr>
          <p:nvPr/>
        </p:nvCxnSpPr>
        <p:spPr>
          <a:xfrm>
            <a:off x="10293296" y="5250226"/>
            <a:ext cx="1524748" cy="0"/>
          </a:xfrm>
          <a:prstGeom prst="straightConnector1">
            <a:avLst/>
          </a:prstGeom>
          <a:ln w="6350" cap="flat">
            <a:solidFill>
              <a:schemeClr val="tx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76BD6B42-C0ED-6A97-C190-260798D37786}"/>
              </a:ext>
            </a:extLst>
          </p:cNvPr>
          <p:cNvSpPr txBox="1">
            <a:spLocks/>
          </p:cNvSpPr>
          <p:nvPr>
            <p:custDataLst>
              <p:tags r:id="rId23"/>
            </p:custDataLst>
          </p:nvPr>
        </p:nvSpPr>
        <p:spPr>
          <a:xfrm>
            <a:off x="7350015" y="5972963"/>
            <a:ext cx="2338950"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r>
              <a:rPr lang="en-US" sz="1000" i="1"/>
              <a:t>(Potential to </a:t>
            </a:r>
            <a:r>
              <a:rPr lang="en-US" sz="1000" i="1" err="1"/>
              <a:t>agentify</a:t>
            </a:r>
            <a:r>
              <a:rPr lang="en-US" sz="1000" i="1"/>
              <a:t> all simple requests and automate complex ones)</a:t>
            </a:r>
          </a:p>
        </p:txBody>
      </p:sp>
      <p:sp>
        <p:nvSpPr>
          <p:cNvPr id="71" name="TrackerNumBlue 9">
            <a:extLst>
              <a:ext uri="{FF2B5EF4-FFF2-40B4-BE49-F238E27FC236}">
                <a16:creationId xmlns:a16="http://schemas.microsoft.com/office/drawing/2014/main" id="{B3E63408-FD82-E53D-A88B-C86F4699A99C}"/>
              </a:ext>
            </a:extLst>
          </p:cNvPr>
          <p:cNvSpPr/>
          <p:nvPr>
            <p:custDataLst>
              <p:tags r:id="rId24"/>
            </p:custDataLst>
          </p:nvPr>
        </p:nvSpPr>
        <p:spPr>
          <a:xfrm>
            <a:off x="11032030" y="5125767"/>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4</a:t>
            </a:r>
          </a:p>
        </p:txBody>
      </p:sp>
    </p:spTree>
    <p:extLst>
      <p:ext uri="{BB962C8B-B14F-4D97-AF65-F5344CB8AC3E}">
        <p14:creationId xmlns:p14="http://schemas.microsoft.com/office/powerpoint/2010/main" val="25290975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8A5F7-157A-9426-EAE6-76886BE917FA}"/>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F7F8493B-F223-DFC7-CAA0-78B1B762D265}"/>
              </a:ext>
            </a:extLst>
          </p:cNvPr>
          <p:cNvGraphicFramePr>
            <a:graphicFrameLocks noChangeAspect="1"/>
          </p:cNvGraphicFramePr>
          <p:nvPr>
            <p:custDataLst>
              <p:tags r:id="rId1"/>
            </p:custDataLst>
            <p:extLst>
              <p:ext uri="{D42A27DB-BD31-4B8C-83A1-F6EECF244321}">
                <p14:modId xmlns:p14="http://schemas.microsoft.com/office/powerpoint/2010/main" val="393825368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404" imgH="405" progId="TCLayout.ActiveDocument.1">
                  <p:embed/>
                </p:oleObj>
              </mc:Choice>
              <mc:Fallback>
                <p:oleObj name="think-cell Slide" r:id="rId34" imgW="404" imgH="405" progId="TCLayout.ActiveDocument.1">
                  <p:embed/>
                  <p:pic>
                    <p:nvPicPr>
                      <p:cNvPr id="6" name="Object 2" hidden="1">
                        <a:extLst>
                          <a:ext uri="{FF2B5EF4-FFF2-40B4-BE49-F238E27FC236}">
                            <a16:creationId xmlns:a16="http://schemas.microsoft.com/office/drawing/2014/main" id="{F7F8493B-F223-DFC7-CAA0-78B1B762D265}"/>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cxnSp>
        <p:nvCxnSpPr>
          <p:cNvPr id="145" name="Straight Arrow Connector 144">
            <a:extLst>
              <a:ext uri="{FF2B5EF4-FFF2-40B4-BE49-F238E27FC236}">
                <a16:creationId xmlns:a16="http://schemas.microsoft.com/office/drawing/2014/main" id="{9666F5A4-5082-453C-F0B3-58EEA633622B}"/>
              </a:ext>
            </a:extLst>
          </p:cNvPr>
          <p:cNvCxnSpPr>
            <a:cxnSpLocks/>
          </p:cNvCxnSpPr>
          <p:nvPr/>
        </p:nvCxnSpPr>
        <p:spPr>
          <a:xfrm>
            <a:off x="7792511" y="4670049"/>
            <a:ext cx="0" cy="1259027"/>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97" name="Straight Arrow Connector 96">
            <a:extLst>
              <a:ext uri="{FF2B5EF4-FFF2-40B4-BE49-F238E27FC236}">
                <a16:creationId xmlns:a16="http://schemas.microsoft.com/office/drawing/2014/main" id="{1E6B2B2B-7134-FF8A-6021-CF8F9C3033D3}"/>
              </a:ext>
            </a:extLst>
          </p:cNvPr>
          <p:cNvCxnSpPr>
            <a:cxnSpLocks/>
          </p:cNvCxnSpPr>
          <p:nvPr/>
        </p:nvCxnSpPr>
        <p:spPr>
          <a:xfrm flipH="1">
            <a:off x="3619841" y="3643380"/>
            <a:ext cx="6662" cy="178906"/>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6E20B2B6-CDFE-E956-8EF6-FF3D93E9289D}"/>
              </a:ext>
            </a:extLst>
          </p:cNvPr>
          <p:cNvCxnSpPr>
            <a:cxnSpLocks/>
          </p:cNvCxnSpPr>
          <p:nvPr/>
        </p:nvCxnSpPr>
        <p:spPr>
          <a:xfrm flipH="1">
            <a:off x="3621130" y="3267920"/>
            <a:ext cx="6662" cy="178906"/>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73468F2-0369-F1C7-155D-D68D6C43156B}"/>
              </a:ext>
            </a:extLst>
          </p:cNvPr>
          <p:cNvCxnSpPr>
            <a:cxnSpLocks/>
            <a:stCxn id="60" idx="2"/>
          </p:cNvCxnSpPr>
          <p:nvPr/>
        </p:nvCxnSpPr>
        <p:spPr>
          <a:xfrm flipH="1">
            <a:off x="3614469" y="2375777"/>
            <a:ext cx="6662" cy="178906"/>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40D6DED-5621-8719-8517-D26CAF1E7D9A}"/>
              </a:ext>
            </a:extLst>
          </p:cNvPr>
          <p:cNvCxnSpPr>
            <a:cxnSpLocks/>
            <a:endCxn id="82" idx="0"/>
          </p:cNvCxnSpPr>
          <p:nvPr/>
        </p:nvCxnSpPr>
        <p:spPr>
          <a:xfrm>
            <a:off x="2964744" y="4670049"/>
            <a:ext cx="0" cy="1259027"/>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63" name="Rectangle: Rounded Corners 62">
            <a:extLst>
              <a:ext uri="{FF2B5EF4-FFF2-40B4-BE49-F238E27FC236}">
                <a16:creationId xmlns:a16="http://schemas.microsoft.com/office/drawing/2014/main" id="{0DEDCBDF-85BA-25F1-15AF-5057BE90204B}"/>
              </a:ext>
            </a:extLst>
          </p:cNvPr>
          <p:cNvSpPr/>
          <p:nvPr/>
        </p:nvSpPr>
        <p:spPr>
          <a:xfrm>
            <a:off x="1786858" y="3424269"/>
            <a:ext cx="4573047" cy="315845"/>
          </a:xfrm>
          <a:prstGeom prst="roundRect">
            <a:avLst/>
          </a:prstGeom>
          <a:solidFill>
            <a:srgbClr val="D3DCF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SSR opens the activity/order on Engage, reads the prior status note, and anchors the next check on what changed since last touch.</a:t>
            </a:r>
          </a:p>
        </p:txBody>
      </p:sp>
      <p:sp>
        <p:nvSpPr>
          <p:cNvPr id="2" name="2. Slide Title">
            <a:extLst>
              <a:ext uri="{FF2B5EF4-FFF2-40B4-BE49-F238E27FC236}">
                <a16:creationId xmlns:a16="http://schemas.microsoft.com/office/drawing/2014/main" id="{C97E7484-BBFD-96C1-0D44-740B10715D88}"/>
              </a:ext>
            </a:extLst>
          </p:cNvPr>
          <p:cNvSpPr>
            <a:spLocks noGrp="1"/>
          </p:cNvSpPr>
          <p:nvPr>
            <p:ph type="title"/>
            <p:custDataLst>
              <p:tags r:id="rId2"/>
            </p:custDataLst>
          </p:nvPr>
        </p:nvSpPr>
        <p:spPr>
          <a:xfrm>
            <a:off x="554736" y="400419"/>
            <a:ext cx="11082528" cy="357790"/>
          </a:xfrm>
          <a:noFill/>
          <a:ln/>
          <a:extLst>
            <a:ext uri="{909E8E84-426E-40DD-AFC4-6F175D3DCCD1}">
              <a14:hiddenFill xmlns:a14="http://schemas.microsoft.com/office/drawing/2010/main">
                <a:solidFill>
                  <a:srgbClr val="FFFFFF"/>
                </a:solidFill>
              </a14:hiddenFill>
            </a:ext>
          </a:extLst>
        </p:spPr>
        <p:txBody>
          <a:bodyPr vert="horz">
            <a:spAutoFit/>
          </a:bodyPr>
          <a:lstStyle/>
          <a:p>
            <a:r>
              <a:rPr lang="en-US" dirty="0"/>
              <a:t>E. </a:t>
            </a:r>
            <a:r>
              <a:rPr lang="en-US" i="1" dirty="0"/>
              <a:t>Order tracking &amp; visibility: </a:t>
            </a:r>
            <a:r>
              <a:rPr lang="en-US" dirty="0"/>
              <a:t>Process flow</a:t>
            </a:r>
          </a:p>
        </p:txBody>
      </p:sp>
      <p:sp>
        <p:nvSpPr>
          <p:cNvPr id="90" name="TextBox 89">
            <a:extLst>
              <a:ext uri="{FF2B5EF4-FFF2-40B4-BE49-F238E27FC236}">
                <a16:creationId xmlns:a16="http://schemas.microsoft.com/office/drawing/2014/main" id="{2EECBFA5-F999-F026-C9C7-87AF95B0703F}"/>
              </a:ext>
            </a:extLst>
          </p:cNvPr>
          <p:cNvSpPr txBox="1">
            <a:spLocks/>
          </p:cNvSpPr>
          <p:nvPr/>
        </p:nvSpPr>
        <p:spPr>
          <a:xfrm>
            <a:off x="9644052" y="1141199"/>
            <a:ext cx="864019"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Sequential flow</a:t>
            </a:r>
          </a:p>
        </p:txBody>
      </p:sp>
      <p:cxnSp>
        <p:nvCxnSpPr>
          <p:cNvPr id="93" name="Straight Arrow Connector 92">
            <a:extLst>
              <a:ext uri="{FF2B5EF4-FFF2-40B4-BE49-F238E27FC236}">
                <a16:creationId xmlns:a16="http://schemas.microsoft.com/office/drawing/2014/main" id="{049D7A27-9C53-C4AD-6167-CA8D65D283C0}"/>
              </a:ext>
            </a:extLst>
          </p:cNvPr>
          <p:cNvCxnSpPr>
            <a:cxnSpLocks/>
          </p:cNvCxnSpPr>
          <p:nvPr/>
        </p:nvCxnSpPr>
        <p:spPr>
          <a:xfrm>
            <a:off x="9360336" y="1218143"/>
            <a:ext cx="230556" cy="0"/>
          </a:xfrm>
          <a:prstGeom prst="straightConnector1">
            <a:avLst/>
          </a:prstGeom>
          <a:ln w="6350" cmpd="sng">
            <a:solidFill>
              <a:schemeClr val="tx1">
                <a:lumMod val="50000"/>
                <a:lumOff val="50000"/>
              </a:schemeClr>
            </a:solidFill>
            <a:prstDash val="solid"/>
            <a:tailEnd type="triangle"/>
          </a:ln>
          <a:effectLst/>
        </p:spPr>
        <p:style>
          <a:lnRef idx="2">
            <a:schemeClr val="accent1"/>
          </a:lnRef>
          <a:fillRef idx="0">
            <a:schemeClr val="accent1"/>
          </a:fillRef>
          <a:effectRef idx="1">
            <a:schemeClr val="accent1"/>
          </a:effectRef>
          <a:fontRef idx="minor">
            <a:schemeClr val="tx1"/>
          </a:fontRef>
        </p:style>
      </p:cxnSp>
      <p:sp>
        <p:nvSpPr>
          <p:cNvPr id="92" name="TextBox 91">
            <a:extLst>
              <a:ext uri="{FF2B5EF4-FFF2-40B4-BE49-F238E27FC236}">
                <a16:creationId xmlns:a16="http://schemas.microsoft.com/office/drawing/2014/main" id="{42BE17E0-C507-0DDA-3A00-254805B11550}"/>
              </a:ext>
            </a:extLst>
          </p:cNvPr>
          <p:cNvSpPr txBox="1">
            <a:spLocks/>
          </p:cNvSpPr>
          <p:nvPr/>
        </p:nvSpPr>
        <p:spPr>
          <a:xfrm>
            <a:off x="10920722" y="1141199"/>
            <a:ext cx="716543" cy="153888"/>
          </a:xfrm>
          <a:prstGeom prst="rect">
            <a:avLst/>
          </a:prstGeom>
          <a:ln>
            <a:noFill/>
          </a:ln>
        </p:spPr>
        <p:txBody>
          <a:bodyPr vert="horz" wrap="none" lIns="0" tIns="0" rIns="0" bIns="0" rtlCol="0" anchor="ctr">
            <a:spAutoFit/>
          </a:bodyPr>
          <a:lstStyle>
            <a:lvl1pPr marL="171471" lvl="0" indent="-171471" defTabSz="457258">
              <a:spcBef>
                <a:spcPts val="500"/>
              </a:spcBef>
              <a:buFont typeface="Arial"/>
              <a:buChar char="•"/>
              <a:defRPr sz="1500"/>
            </a:lvl1pPr>
            <a:lvl2pPr marL="342944" lvl="1" indent="-171471" defTabSz="457258">
              <a:spcBef>
                <a:spcPts val="500"/>
              </a:spcBef>
              <a:buFont typeface="Arial"/>
              <a:buChar char="–"/>
              <a:defRPr sz="1500"/>
            </a:lvl2pPr>
            <a:lvl3pPr marL="514415" lvl="2" indent="-171471" defTabSz="457258">
              <a:spcBef>
                <a:spcPts val="500"/>
              </a:spcBef>
              <a:buFont typeface="Arial"/>
              <a:buChar char="•"/>
              <a:defRPr sz="1500"/>
            </a:lvl3pPr>
            <a:lvl4pPr marL="685887" lvl="3" indent="-171471" defTabSz="457258">
              <a:spcBef>
                <a:spcPts val="500"/>
              </a:spcBef>
              <a:buSzPct val="100000"/>
              <a:buFont typeface="Arial"/>
              <a:buChar char="–"/>
              <a:defRPr sz="1500"/>
            </a:lvl4pPr>
            <a:lvl5pPr marL="858946" lvl="4" indent="-173060" defTabSz="457258">
              <a:spcBef>
                <a:spcPts val="500"/>
              </a:spcBef>
              <a:buFont typeface="Arial"/>
              <a:buChar char="•"/>
              <a:defRPr sz="1500"/>
            </a:lvl5pPr>
            <a:lvl6pPr marL="2514919" indent="-228629" defTabSz="457258">
              <a:spcBef>
                <a:spcPct val="20000"/>
              </a:spcBef>
              <a:buFont typeface="Arial"/>
              <a:buChar char="•"/>
              <a:defRPr sz="2000"/>
            </a:lvl6pPr>
            <a:lvl7pPr marL="2972176" indent="-228629" defTabSz="457258">
              <a:spcBef>
                <a:spcPct val="20000"/>
              </a:spcBef>
              <a:buFont typeface="Arial"/>
              <a:buChar char="•"/>
              <a:defRPr sz="2000"/>
            </a:lvl7pPr>
            <a:lvl8pPr marL="3429434" indent="-228629" defTabSz="457258">
              <a:spcBef>
                <a:spcPct val="20000"/>
              </a:spcBef>
              <a:buFont typeface="Arial"/>
              <a:buChar char="•"/>
              <a:defRPr sz="2000"/>
            </a:lvl8pPr>
            <a:lvl9pPr marL="3886692" indent="-228629" defTabSz="457258">
              <a:spcBef>
                <a:spcPct val="20000"/>
              </a:spcBef>
              <a:buFont typeface="Arial"/>
              <a:buChar char="•"/>
              <a:defRPr sz="2000"/>
            </a:lvl9pPr>
          </a:lstStyle>
          <a:p>
            <a:pPr marL="0" marR="0" lvl="0" indent="0" algn="l" defTabSz="457185" rtl="0" eaLnBrk="1" fontAlgn="auto" latinLnBrk="0" hangingPunct="1">
              <a:lnSpc>
                <a:spcPct val="100000"/>
              </a:lnSpc>
              <a:spcBef>
                <a:spcPts val="500"/>
              </a:spcBef>
              <a:spcAft>
                <a:spcPts val="0"/>
              </a:spcAft>
              <a:buClrTx/>
              <a:buSzTx/>
              <a:buFont typeface="Arial"/>
              <a:buNone/>
              <a:tabLst/>
              <a:defRPr/>
            </a:pPr>
            <a:r>
              <a:rPr kumimoji="0" lang="en-US" sz="1000" b="0" i="0" u="none" strike="noStrike" kern="1200" cap="none" spc="0" normalizeH="0" baseline="0" noProof="0">
                <a:ln>
                  <a:noFill/>
                </a:ln>
                <a:solidFill>
                  <a:prstClr val="black"/>
                </a:solidFill>
                <a:effectLst/>
                <a:uLnTx/>
                <a:uFillTx/>
                <a:latin typeface="Arial"/>
                <a:ea typeface="+mn-ea"/>
                <a:cs typeface="+mn-cs"/>
              </a:rPr>
              <a:t>Iterative flow</a:t>
            </a:r>
          </a:p>
        </p:txBody>
      </p:sp>
      <p:cxnSp>
        <p:nvCxnSpPr>
          <p:cNvPr id="95" name="Straight Arrow Connector 94">
            <a:extLst>
              <a:ext uri="{FF2B5EF4-FFF2-40B4-BE49-F238E27FC236}">
                <a16:creationId xmlns:a16="http://schemas.microsoft.com/office/drawing/2014/main" id="{EF29173A-A91D-68EF-EE43-49DB756D2BFB}"/>
              </a:ext>
            </a:extLst>
          </p:cNvPr>
          <p:cNvCxnSpPr>
            <a:cxnSpLocks/>
          </p:cNvCxnSpPr>
          <p:nvPr/>
        </p:nvCxnSpPr>
        <p:spPr>
          <a:xfrm>
            <a:off x="10637008" y="1218143"/>
            <a:ext cx="230556" cy="0"/>
          </a:xfrm>
          <a:prstGeom prst="straightConnector1">
            <a:avLst/>
          </a:prstGeom>
          <a:ln w="6350" cmpd="sng">
            <a:solidFill>
              <a:schemeClr val="bg1">
                <a:lumMod val="50000"/>
              </a:schemeClr>
            </a:solidFill>
            <a:prstDash val="solid"/>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20" name="Legend1">
            <a:extLst>
              <a:ext uri="{FF2B5EF4-FFF2-40B4-BE49-F238E27FC236}">
                <a16:creationId xmlns:a16="http://schemas.microsoft.com/office/drawing/2014/main" id="{BCDF0CA6-965A-2071-7A5A-6BE5FA0DDB24}"/>
              </a:ext>
            </a:extLst>
          </p:cNvPr>
          <p:cNvSpPr txBox="1"/>
          <p:nvPr/>
        </p:nvSpPr>
        <p:spPr>
          <a:xfrm>
            <a:off x="8665539" y="1141199"/>
            <a:ext cx="565861"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Pain point</a:t>
            </a:r>
          </a:p>
        </p:txBody>
      </p:sp>
      <p:pic>
        <p:nvPicPr>
          <p:cNvPr id="123" name="CustomIcon">
            <a:extLst>
              <a:ext uri="{FF2B5EF4-FFF2-40B4-BE49-F238E27FC236}">
                <a16:creationId xmlns:a16="http://schemas.microsoft.com/office/drawing/2014/main" id="{B359568F-D2FA-CC76-894D-5CDA0062C0DE}"/>
              </a:ext>
            </a:extLst>
          </p:cNvPr>
          <p:cNvPicPr>
            <a:picLocks/>
          </p:cNvPicPr>
          <p:nvPr>
            <p:custDataLst>
              <p:tags r:id="rId3"/>
            </p:custDataLst>
          </p:nvPr>
        </p:nvPicPr>
        <p:blipFill>
          <a:blip>
            <a:extLst>
              <a:ext uri="{96DAC541-7B7A-43D3-8B79-37D633B846F1}">
                <asvg:svgBlip xmlns:asvg="http://schemas.microsoft.com/office/drawing/2016/SVG/main" r:embed="rId36"/>
              </a:ext>
            </a:extLst>
          </a:blip>
          <a:stretch>
            <a:fillRect/>
          </a:stretch>
        </p:blipFill>
        <p:spPr>
          <a:xfrm>
            <a:off x="8429253" y="1126703"/>
            <a:ext cx="183126" cy="182880"/>
          </a:xfrm>
          <a:prstGeom prst="rect">
            <a:avLst/>
          </a:prstGeom>
        </p:spPr>
      </p:pic>
      <p:sp>
        <p:nvSpPr>
          <p:cNvPr id="3" name="TextBox 2">
            <a:extLst>
              <a:ext uri="{FF2B5EF4-FFF2-40B4-BE49-F238E27FC236}">
                <a16:creationId xmlns:a16="http://schemas.microsoft.com/office/drawing/2014/main" id="{73929307-7F21-7205-0A85-028B7296CC97}"/>
              </a:ext>
            </a:extLst>
          </p:cNvPr>
          <p:cNvSpPr txBox="1"/>
          <p:nvPr/>
        </p:nvSpPr>
        <p:spPr>
          <a:xfrm>
            <a:off x="554736" y="1505956"/>
            <a:ext cx="1029785"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Clr>
                <a:schemeClr val="tx1"/>
              </a:buClr>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Clr>
                <a:schemeClr val="tx1"/>
              </a:buClr>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6pPr>
            <a:lvl7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7pPr>
            <a:lvl8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8pPr>
            <a:lvl9pPr marL="914400" indent="0">
              <a:lnSpc>
                <a:spcPct val="100000"/>
              </a:lnSpc>
              <a:spcBef>
                <a:spcPts val="0"/>
              </a:spcBef>
              <a:spcAft>
                <a:spcPts val="300"/>
              </a:spcAft>
              <a:buSzPct val="100000"/>
              <a:buFont typeface="Arial" panose="020B0604020202020204" pitchFamily="34" charset="0"/>
              <a:buNone/>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Key stakeholders  </a:t>
            </a:r>
          </a:p>
        </p:txBody>
      </p:sp>
      <p:cxnSp>
        <p:nvCxnSpPr>
          <p:cNvPr id="7" name="LineBasicDefault 37">
            <a:extLst>
              <a:ext uri="{FF2B5EF4-FFF2-40B4-BE49-F238E27FC236}">
                <a16:creationId xmlns:a16="http://schemas.microsoft.com/office/drawing/2014/main" id="{F9A623E9-8C83-9E01-042A-0BBB03B15787}"/>
              </a:ext>
            </a:extLst>
          </p:cNvPr>
          <p:cNvCxnSpPr>
            <a:cxnSpLocks/>
          </p:cNvCxnSpPr>
          <p:nvPr>
            <p:custDataLst>
              <p:tags r:id="rId4"/>
            </p:custDataLst>
          </p:nvPr>
        </p:nvCxnSpPr>
        <p:spPr>
          <a:xfrm>
            <a:off x="554736" y="1835432"/>
            <a:ext cx="1108252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5CD42965-0076-27CA-64B1-5137BD40EA5E}"/>
              </a:ext>
            </a:extLst>
          </p:cNvPr>
          <p:cNvGrpSpPr>
            <a:grpSpLocks/>
          </p:cNvGrpSpPr>
          <p:nvPr>
            <p:custDataLst>
              <p:tags r:id="rId5"/>
            </p:custDataLst>
          </p:nvPr>
        </p:nvGrpSpPr>
        <p:grpSpPr>
          <a:xfrm>
            <a:off x="1723357" y="1453083"/>
            <a:ext cx="5277360" cy="360650"/>
            <a:chOff x="1723358" y="1360875"/>
            <a:chExt cx="6594388" cy="360650"/>
          </a:xfrm>
        </p:grpSpPr>
        <p:sp>
          <p:nvSpPr>
            <p:cNvPr id="9" name="Freeform: Shape 8">
              <a:extLst>
                <a:ext uri="{FF2B5EF4-FFF2-40B4-BE49-F238E27FC236}">
                  <a16:creationId xmlns:a16="http://schemas.microsoft.com/office/drawing/2014/main" id="{6C1F9171-28EC-2483-0729-7F0DA8E96B53}"/>
                </a:ext>
              </a:extLst>
            </p:cNvPr>
            <p:cNvSpPr/>
            <p:nvPr>
              <p:custDataLst>
                <p:tags r:id="rId30"/>
              </p:custDataLst>
            </p:nvPr>
          </p:nvSpPr>
          <p:spPr>
            <a:xfrm>
              <a:off x="1723358" y="1360875"/>
              <a:ext cx="6594388"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18003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 name="csX0" fmla="*/ 0 w 1828800"/>
                <a:gd name="csY0" fmla="*/ 0 h 914400"/>
                <a:gd name="csX1" fmla="*/ 1810797 w 1828800"/>
                <a:gd name="csY1" fmla="*/ 0 h 914400"/>
                <a:gd name="csX2" fmla="*/ 1828800 w 1828800"/>
                <a:gd name="csY2" fmla="*/ 457200 h 914400"/>
                <a:gd name="csX3" fmla="*/ 1810797 w 1828800"/>
                <a:gd name="csY3" fmla="*/ 914400 h 914400"/>
                <a:gd name="csX4" fmla="*/ 0 w 1828800"/>
                <a:gd name="csY4" fmla="*/ 914400 h 914400"/>
                <a:gd name="csX5" fmla="*/ 0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810797" y="0"/>
                  </a:lnTo>
                  <a:lnTo>
                    <a:pt x="1828800" y="457200"/>
                  </a:lnTo>
                  <a:lnTo>
                    <a:pt x="1810797" y="914400"/>
                  </a:lnTo>
                  <a:lnTo>
                    <a:pt x="0" y="914400"/>
                  </a:lnTo>
                  <a:lnTo>
                    <a:pt x="0"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16" name="TextBox 15">
              <a:extLst>
                <a:ext uri="{FF2B5EF4-FFF2-40B4-BE49-F238E27FC236}">
                  <a16:creationId xmlns:a16="http://schemas.microsoft.com/office/drawing/2014/main" id="{1041D62B-2B61-1152-26FB-A0B7B1B20F8A}"/>
                </a:ext>
              </a:extLst>
            </p:cNvPr>
            <p:cNvSpPr txBox="1"/>
            <p:nvPr>
              <p:custDataLst>
                <p:tags r:id="rId31"/>
              </p:custDataLst>
            </p:nvPr>
          </p:nvSpPr>
          <p:spPr>
            <a:xfrm>
              <a:off x="1786858" y="1385920"/>
              <a:ext cx="6465971"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1" i="0" u="none" strike="noStrike" kern="1200" cap="none" spc="0" normalizeH="0" baseline="0" noProof="0" err="1">
                  <a:ln>
                    <a:noFill/>
                  </a:ln>
                  <a:solidFill>
                    <a:srgbClr val="FFFFFF"/>
                  </a:solidFill>
                  <a:effectLst/>
                  <a:uLnTx/>
                  <a:uFillTx/>
                  <a:latin typeface="Arial"/>
                  <a:ea typeface="+mn-ea"/>
                  <a:cs typeface="Arial" panose="020B0604020202020204" pitchFamily="34" charset="0"/>
                </a:rPr>
                <a:t>i</a:t>
              </a: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 FSPs reach out to SSRs </a:t>
              </a:r>
            </a:p>
          </p:txBody>
        </p:sp>
      </p:grpSp>
      <p:grpSp>
        <p:nvGrpSpPr>
          <p:cNvPr id="17" name="Group 16">
            <a:extLst>
              <a:ext uri="{FF2B5EF4-FFF2-40B4-BE49-F238E27FC236}">
                <a16:creationId xmlns:a16="http://schemas.microsoft.com/office/drawing/2014/main" id="{01DCAD1F-09A8-2B15-15F4-3A8D01BF461D}"/>
              </a:ext>
            </a:extLst>
          </p:cNvPr>
          <p:cNvGrpSpPr>
            <a:grpSpLocks/>
          </p:cNvGrpSpPr>
          <p:nvPr>
            <p:custDataLst>
              <p:tags r:id="rId6"/>
            </p:custDataLst>
          </p:nvPr>
        </p:nvGrpSpPr>
        <p:grpSpPr>
          <a:xfrm>
            <a:off x="6359905" y="1453083"/>
            <a:ext cx="5277360" cy="360650"/>
            <a:chOff x="8317747" y="1360875"/>
            <a:chExt cx="3319517" cy="360650"/>
          </a:xfrm>
        </p:grpSpPr>
        <p:sp>
          <p:nvSpPr>
            <p:cNvPr id="33" name="Freeform: Shape 32">
              <a:extLst>
                <a:ext uri="{FF2B5EF4-FFF2-40B4-BE49-F238E27FC236}">
                  <a16:creationId xmlns:a16="http://schemas.microsoft.com/office/drawing/2014/main" id="{22931ECD-A283-1C87-BE3D-CAC1EAC65D45}"/>
                </a:ext>
              </a:extLst>
            </p:cNvPr>
            <p:cNvSpPr/>
            <p:nvPr>
              <p:custDataLst>
                <p:tags r:id="rId28"/>
              </p:custDataLst>
            </p:nvPr>
          </p:nvSpPr>
          <p:spPr>
            <a:xfrm>
              <a:off x="8317747" y="1360875"/>
              <a:ext cx="3319517" cy="360650"/>
            </a:xfrm>
            <a:custGeom>
              <a:avLst/>
              <a:gdLst>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664208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664208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728216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728216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807008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807008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0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43292 w 1828800"/>
                <a:gd name="csY5" fmla="*/ 457200 h 914400"/>
                <a:gd name="csX0" fmla="*/ 0 w 1828800"/>
                <a:gd name="csY0" fmla="*/ 0 h 914400"/>
                <a:gd name="csX1" fmla="*/ 1785509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85509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0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 name="csX0" fmla="*/ 0 w 1828800"/>
                <a:gd name="csY0" fmla="*/ 0 h 914400"/>
                <a:gd name="csX1" fmla="*/ 1793036 w 1828800"/>
                <a:gd name="csY1" fmla="*/ 0 h 914400"/>
                <a:gd name="csX2" fmla="*/ 1828800 w 1828800"/>
                <a:gd name="csY2" fmla="*/ 457200 h 914400"/>
                <a:gd name="csX3" fmla="*/ 1793036 w 1828800"/>
                <a:gd name="csY3" fmla="*/ 914400 h 914400"/>
                <a:gd name="csX4" fmla="*/ 0 w 1828800"/>
                <a:gd name="csY4" fmla="*/ 914400 h 914400"/>
                <a:gd name="csX5" fmla="*/ 35764 w 1828800"/>
                <a:gd name="csY5" fmla="*/ 457200 h 914400"/>
              </a:gdLst>
              <a:ahLst/>
              <a:cxnLst>
                <a:cxn ang="0">
                  <a:pos x="csX0" y="csY0"/>
                </a:cxn>
                <a:cxn ang="0">
                  <a:pos x="csX1" y="csY1"/>
                </a:cxn>
                <a:cxn ang="0">
                  <a:pos x="csX2" y="csY2"/>
                </a:cxn>
                <a:cxn ang="0">
                  <a:pos x="csX3" y="csY3"/>
                </a:cxn>
                <a:cxn ang="0">
                  <a:pos x="csX4" y="csY4"/>
                </a:cxn>
                <a:cxn ang="0">
                  <a:pos x="csX5" y="csY5"/>
                </a:cxn>
              </a:cxnLst>
              <a:rect l="l" t="t" r="r" b="b"/>
              <a:pathLst>
                <a:path w="1828800" h="914400">
                  <a:moveTo>
                    <a:pt x="0" y="0"/>
                  </a:moveTo>
                  <a:lnTo>
                    <a:pt x="1793036" y="0"/>
                  </a:lnTo>
                  <a:lnTo>
                    <a:pt x="1828800" y="457200"/>
                  </a:lnTo>
                  <a:lnTo>
                    <a:pt x="1793036" y="914400"/>
                  </a:lnTo>
                  <a:lnTo>
                    <a:pt x="0" y="914400"/>
                  </a:lnTo>
                  <a:lnTo>
                    <a:pt x="35764" y="457200"/>
                  </a:lnTo>
                  <a:close/>
                </a:path>
              </a:pathLst>
            </a:custGeom>
            <a:solidFill>
              <a:schemeClr val="accent1"/>
            </a:solidFill>
            <a:ln w="6350" cap="sq">
              <a:solidFill>
                <a:schemeClr val="bg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err="1">
                <a:ln>
                  <a:noFill/>
                </a:ln>
                <a:solidFill>
                  <a:srgbClr val="FFFFFF"/>
                </a:solidFill>
                <a:effectLst/>
                <a:uLnTx/>
                <a:uFillTx/>
                <a:latin typeface="Arial"/>
                <a:ea typeface="+mn-ea"/>
                <a:cs typeface="+mn-cs"/>
              </a:endParaRPr>
            </a:p>
          </p:txBody>
        </p:sp>
        <p:sp>
          <p:nvSpPr>
            <p:cNvPr id="35" name="TextBox 34">
              <a:extLst>
                <a:ext uri="{FF2B5EF4-FFF2-40B4-BE49-F238E27FC236}">
                  <a16:creationId xmlns:a16="http://schemas.microsoft.com/office/drawing/2014/main" id="{1DC3CD28-5737-7515-7714-4C97B6888119}"/>
                </a:ext>
              </a:extLst>
            </p:cNvPr>
            <p:cNvSpPr txBox="1"/>
            <p:nvPr>
              <p:custDataLst>
                <p:tags r:id="rId29"/>
              </p:custDataLst>
            </p:nvPr>
          </p:nvSpPr>
          <p:spPr>
            <a:xfrm>
              <a:off x="8433464" y="1385920"/>
              <a:ext cx="3138883" cy="310560"/>
            </a:xfrm>
            <a:prstGeom prst="rect">
              <a:avLst/>
            </a:prstGeom>
          </p:spPr>
          <p:txBody>
            <a:bodyPr vert="horz" lIns="152400" tIns="0" rIns="0" bIns="0" rtlCol="0" anchor="ctr">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1000" b="1" err="1">
                  <a:solidFill>
                    <a:srgbClr val="FFFFFF"/>
                  </a:solidFill>
                  <a:latin typeface="Arial"/>
                </a:rPr>
                <a:t>i</a:t>
              </a:r>
              <a:r>
                <a:rPr kumimoji="0" lang="en-US" sz="1000" b="1" i="0" u="none" strike="noStrike" kern="1200" cap="none" spc="0" normalizeH="0" baseline="0" noProof="0" err="1">
                  <a:ln>
                    <a:noFill/>
                  </a:ln>
                  <a:solidFill>
                    <a:srgbClr val="FFFFFF"/>
                  </a:solidFill>
                  <a:effectLst/>
                  <a:uLnTx/>
                  <a:uFillTx/>
                  <a:latin typeface="Arial"/>
                  <a:ea typeface="+mn-ea"/>
                  <a:cs typeface="Arial" panose="020B0604020202020204" pitchFamily="34" charset="0"/>
                </a:rPr>
                <a:t>i</a:t>
              </a:r>
              <a:r>
                <a:rPr kumimoji="0" lang="en-US" sz="10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 Customers reach out to customer care</a:t>
              </a:r>
            </a:p>
          </p:txBody>
        </p:sp>
      </p:grpSp>
      <p:sp>
        <p:nvSpPr>
          <p:cNvPr id="36" name="TextBox 35">
            <a:extLst>
              <a:ext uri="{FF2B5EF4-FFF2-40B4-BE49-F238E27FC236}">
                <a16:creationId xmlns:a16="http://schemas.microsoft.com/office/drawing/2014/main" id="{28B3F012-7A62-3EFE-B428-399E6A25BCD5}"/>
              </a:ext>
            </a:extLst>
          </p:cNvPr>
          <p:cNvSpPr txBox="1">
            <a:spLocks/>
          </p:cNvSpPr>
          <p:nvPr/>
        </p:nvSpPr>
        <p:spPr>
          <a:xfrm>
            <a:off x="984572" y="1977606"/>
            <a:ext cx="646628" cy="384721"/>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Pro /</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1000">
                <a:solidFill>
                  <a:srgbClr val="000000"/>
                </a:solidFill>
                <a:latin typeface="Arial"/>
              </a:rPr>
              <a:t>Customer</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8" name="TextBox 37">
            <a:extLst>
              <a:ext uri="{FF2B5EF4-FFF2-40B4-BE49-F238E27FC236}">
                <a16:creationId xmlns:a16="http://schemas.microsoft.com/office/drawing/2014/main" id="{10E90C38-FE79-A10E-44A0-6B3C4AB4B75F}"/>
              </a:ext>
            </a:extLst>
          </p:cNvPr>
          <p:cNvSpPr txBox="1">
            <a:spLocks/>
          </p:cNvSpPr>
          <p:nvPr/>
        </p:nvSpPr>
        <p:spPr>
          <a:xfrm>
            <a:off x="984572" y="2616859"/>
            <a:ext cx="599949" cy="461665"/>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SSR / Customer Care</a:t>
            </a:r>
          </a:p>
        </p:txBody>
      </p:sp>
      <p:pic>
        <p:nvPicPr>
          <p:cNvPr id="40" name="CustomIcon">
            <a:extLst>
              <a:ext uri="{FF2B5EF4-FFF2-40B4-BE49-F238E27FC236}">
                <a16:creationId xmlns:a16="http://schemas.microsoft.com/office/drawing/2014/main" id="{6A8DFF70-C0C2-90F9-FBEE-577600D7DC45}"/>
              </a:ext>
            </a:extLst>
          </p:cNvPr>
          <p:cNvPicPr>
            <a:picLocks/>
          </p:cNvPicPr>
          <p:nvPr>
            <p:custDataLst>
              <p:tags r:id="rId7"/>
            </p:custDataLst>
          </p:nvPr>
        </p:nvPicPr>
        <p:blipFill>
          <a:blip>
            <a:extLst>
              <a:ext uri="{96DAC541-7B7A-43D3-8B79-37D633B846F1}">
                <asvg:svgBlip xmlns:asvg="http://schemas.microsoft.com/office/drawing/2016/SVG/main" r:embed="rId37"/>
              </a:ext>
            </a:extLst>
          </a:blip>
          <a:stretch>
            <a:fillRect/>
          </a:stretch>
        </p:blipFill>
        <p:spPr>
          <a:xfrm>
            <a:off x="554736" y="1977606"/>
            <a:ext cx="353938" cy="353938"/>
          </a:xfrm>
          <a:prstGeom prst="rect">
            <a:avLst/>
          </a:prstGeom>
        </p:spPr>
      </p:pic>
      <p:pic>
        <p:nvPicPr>
          <p:cNvPr id="42" name="CustomIcon">
            <a:extLst>
              <a:ext uri="{FF2B5EF4-FFF2-40B4-BE49-F238E27FC236}">
                <a16:creationId xmlns:a16="http://schemas.microsoft.com/office/drawing/2014/main" id="{BDEA7AE4-4465-4C22-899E-B40E9F4F0E78}"/>
              </a:ext>
            </a:extLst>
          </p:cNvPr>
          <p:cNvPicPr>
            <a:picLocks/>
          </p:cNvPicPr>
          <p:nvPr>
            <p:custDataLst>
              <p:tags r:id="rId8"/>
            </p:custDataLst>
          </p:nvPr>
        </p:nvPicPr>
        <p:blipFill>
          <a:blip>
            <a:extLst>
              <a:ext uri="{96DAC541-7B7A-43D3-8B79-37D633B846F1}">
                <asvg:svgBlip xmlns:asvg="http://schemas.microsoft.com/office/drawing/2016/SVG/main" r:embed="rId38"/>
              </a:ext>
            </a:extLst>
          </a:blip>
          <a:stretch>
            <a:fillRect/>
          </a:stretch>
        </p:blipFill>
        <p:spPr>
          <a:xfrm>
            <a:off x="554736" y="2516834"/>
            <a:ext cx="353938" cy="353938"/>
          </a:xfrm>
          <a:prstGeom prst="rect">
            <a:avLst/>
          </a:prstGeom>
        </p:spPr>
      </p:pic>
      <p:cxnSp>
        <p:nvCxnSpPr>
          <p:cNvPr id="47" name="GreyLineContentSeparatorDefault 69">
            <a:extLst>
              <a:ext uri="{FF2B5EF4-FFF2-40B4-BE49-F238E27FC236}">
                <a16:creationId xmlns:a16="http://schemas.microsoft.com/office/drawing/2014/main" id="{C9BF0D04-F009-0905-F67F-964BAD47A05A}"/>
              </a:ext>
            </a:extLst>
          </p:cNvPr>
          <p:cNvCxnSpPr>
            <a:cxnSpLocks/>
          </p:cNvCxnSpPr>
          <p:nvPr>
            <p:custDataLst>
              <p:tags r:id="rId9"/>
            </p:custDataLst>
          </p:nvPr>
        </p:nvCxnSpPr>
        <p:spPr>
          <a:xfrm>
            <a:off x="554736" y="2464024"/>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Legend1">
            <a:extLst>
              <a:ext uri="{FF2B5EF4-FFF2-40B4-BE49-F238E27FC236}">
                <a16:creationId xmlns:a16="http://schemas.microsoft.com/office/drawing/2014/main" id="{B0E09610-ABA4-A63D-B3F6-83079286F3FF}"/>
              </a:ext>
            </a:extLst>
          </p:cNvPr>
          <p:cNvSpPr txBox="1"/>
          <p:nvPr/>
        </p:nvSpPr>
        <p:spPr>
          <a:xfrm>
            <a:off x="6532267" y="1141199"/>
            <a:ext cx="1829027"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Strong process/initiative in place</a:t>
            </a:r>
          </a:p>
        </p:txBody>
      </p:sp>
      <p:sp>
        <p:nvSpPr>
          <p:cNvPr id="56" name="Legend1">
            <a:extLst>
              <a:ext uri="{FF2B5EF4-FFF2-40B4-BE49-F238E27FC236}">
                <a16:creationId xmlns:a16="http://schemas.microsoft.com/office/drawing/2014/main" id="{EAD9CA02-E4A4-C53D-FAEA-61D9C1DC6905}"/>
              </a:ext>
            </a:extLst>
          </p:cNvPr>
          <p:cNvSpPr txBox="1"/>
          <p:nvPr/>
        </p:nvSpPr>
        <p:spPr>
          <a:xfrm>
            <a:off x="4714245" y="1141199"/>
            <a:ext cx="1506823" cy="153888"/>
          </a:xfrm>
          <a:prstGeom prst="rect">
            <a:avLst/>
          </a:prstGeom>
          <a:noFill/>
          <a:ln>
            <a:noFill/>
            <a:miter lim="800000"/>
          </a:ln>
        </p:spPr>
        <p:txBody>
          <a:bodyPr wrap="non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Tech / vendor dependency</a:t>
            </a:r>
          </a:p>
        </p:txBody>
      </p:sp>
      <p:sp>
        <p:nvSpPr>
          <p:cNvPr id="57" name="Rectangle: Rounded Corners 56">
            <a:extLst>
              <a:ext uri="{FF2B5EF4-FFF2-40B4-BE49-F238E27FC236}">
                <a16:creationId xmlns:a16="http://schemas.microsoft.com/office/drawing/2014/main" id="{43CFBFFB-85C9-1CBF-CEC0-8C47C1A13E82}"/>
              </a:ext>
            </a:extLst>
          </p:cNvPr>
          <p:cNvSpPr>
            <a:spLocks/>
          </p:cNvSpPr>
          <p:nvPr/>
        </p:nvSpPr>
        <p:spPr>
          <a:xfrm>
            <a:off x="4469614" y="1126703"/>
            <a:ext cx="201168" cy="179067"/>
          </a:xfrm>
          <a:prstGeom prst="round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88" name="Star: 5 Points 87">
            <a:extLst>
              <a:ext uri="{FF2B5EF4-FFF2-40B4-BE49-F238E27FC236}">
                <a16:creationId xmlns:a16="http://schemas.microsoft.com/office/drawing/2014/main" id="{20233466-FAC0-59E2-5385-BF13AE9808E0}"/>
              </a:ext>
            </a:extLst>
          </p:cNvPr>
          <p:cNvSpPr>
            <a:spLocks/>
          </p:cNvSpPr>
          <p:nvPr/>
        </p:nvSpPr>
        <p:spPr>
          <a:xfrm>
            <a:off x="6268549" y="1126703"/>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cxnSp>
        <p:nvCxnSpPr>
          <p:cNvPr id="30" name="GreyLineContentSeparatorDefault 69">
            <a:extLst>
              <a:ext uri="{FF2B5EF4-FFF2-40B4-BE49-F238E27FC236}">
                <a16:creationId xmlns:a16="http://schemas.microsoft.com/office/drawing/2014/main" id="{1C355399-B1E8-8AD9-56D1-F07B642FC1EA}"/>
              </a:ext>
            </a:extLst>
          </p:cNvPr>
          <p:cNvCxnSpPr>
            <a:cxnSpLocks/>
          </p:cNvCxnSpPr>
          <p:nvPr>
            <p:custDataLst>
              <p:tags r:id="rId10"/>
            </p:custDataLst>
          </p:nvPr>
        </p:nvCxnSpPr>
        <p:spPr>
          <a:xfrm>
            <a:off x="554736" y="5846650"/>
            <a:ext cx="11082528" cy="0"/>
          </a:xfrm>
          <a:prstGeom prst="straightConnector1">
            <a:avLst/>
          </a:prstGeom>
          <a:ln w="635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13CCCF34-5371-6AFD-A789-EE344AB206E5}"/>
              </a:ext>
            </a:extLst>
          </p:cNvPr>
          <p:cNvSpPr txBox="1">
            <a:spLocks/>
          </p:cNvSpPr>
          <p:nvPr/>
        </p:nvSpPr>
        <p:spPr>
          <a:xfrm>
            <a:off x="984572" y="5954139"/>
            <a:ext cx="599949" cy="307777"/>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Other pods</a:t>
            </a:r>
          </a:p>
        </p:txBody>
      </p:sp>
      <p:pic>
        <p:nvPicPr>
          <p:cNvPr id="34" name="CustomIcon">
            <a:extLst>
              <a:ext uri="{FF2B5EF4-FFF2-40B4-BE49-F238E27FC236}">
                <a16:creationId xmlns:a16="http://schemas.microsoft.com/office/drawing/2014/main" id="{B0CB0386-2AF8-48DC-F013-AB891013C209}"/>
              </a:ext>
            </a:extLst>
          </p:cNvPr>
          <p:cNvPicPr>
            <a:picLocks/>
          </p:cNvPicPr>
          <p:nvPr>
            <p:custDataLst>
              <p:tags r:id="rId11"/>
            </p:custDataLst>
          </p:nvPr>
        </p:nvPicPr>
        <p:blipFill>
          <a:blip>
            <a:extLst>
              <a:ext uri="{96DAC541-7B7A-43D3-8B79-37D633B846F1}">
                <asvg:svgBlip xmlns:asvg="http://schemas.microsoft.com/office/drawing/2016/SVG/main" r:embed="rId39"/>
              </a:ext>
            </a:extLst>
          </a:blip>
          <a:stretch>
            <a:fillRect/>
          </a:stretch>
        </p:blipFill>
        <p:spPr>
          <a:xfrm>
            <a:off x="554736" y="5954139"/>
            <a:ext cx="353938" cy="353938"/>
          </a:xfrm>
          <a:prstGeom prst="rect">
            <a:avLst/>
          </a:prstGeom>
        </p:spPr>
      </p:pic>
      <p:sp>
        <p:nvSpPr>
          <p:cNvPr id="60" name="Rectangle: Rounded Corners 59">
            <a:extLst>
              <a:ext uri="{FF2B5EF4-FFF2-40B4-BE49-F238E27FC236}">
                <a16:creationId xmlns:a16="http://schemas.microsoft.com/office/drawing/2014/main" id="{0390CBF2-CA88-FF83-C848-948EC097590B}"/>
              </a:ext>
            </a:extLst>
          </p:cNvPr>
          <p:cNvSpPr/>
          <p:nvPr/>
        </p:nvSpPr>
        <p:spPr>
          <a:xfrm>
            <a:off x="1786858" y="1977606"/>
            <a:ext cx="3668545" cy="398171"/>
          </a:xfrm>
          <a:prstGeom prst="round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Sales Pro </a:t>
            </a:r>
            <a:r>
              <a:rPr lang="en-US" sz="1000">
                <a:solidFill>
                  <a:srgbClr val="000000"/>
                </a:solidFill>
                <a:latin typeface="Arial"/>
              </a:rPr>
              <a:t>s</a:t>
            </a:r>
            <a:r>
              <a:rPr kumimoji="0" lang="en-US" sz="1000" b="0" i="0" u="none" strike="noStrike" kern="1200" cap="none" spc="0" normalizeH="0" baseline="0" noProof="0">
                <a:ln>
                  <a:noFill/>
                </a:ln>
                <a:solidFill>
                  <a:srgbClr val="000000"/>
                </a:solidFill>
                <a:effectLst/>
                <a:uLnTx/>
                <a:uFillTx/>
                <a:latin typeface="Arial"/>
                <a:ea typeface="+mn-ea"/>
                <a:cs typeface="+mn-cs"/>
              </a:rPr>
              <a:t>ends WISMO request to SSR</a:t>
            </a:r>
          </a:p>
        </p:txBody>
      </p:sp>
      <p:sp>
        <p:nvSpPr>
          <p:cNvPr id="61" name="Rectangle: Rounded Corners 60">
            <a:extLst>
              <a:ext uri="{FF2B5EF4-FFF2-40B4-BE49-F238E27FC236}">
                <a16:creationId xmlns:a16="http://schemas.microsoft.com/office/drawing/2014/main" id="{AC42BECE-E49B-D776-C0C8-B109A9B740CE}"/>
              </a:ext>
            </a:extLst>
          </p:cNvPr>
          <p:cNvSpPr/>
          <p:nvPr/>
        </p:nvSpPr>
        <p:spPr>
          <a:xfrm>
            <a:off x="1786858" y="2554682"/>
            <a:ext cx="4573047" cy="767239"/>
          </a:xfrm>
          <a:prstGeom prst="roundRect">
            <a:avLst/>
          </a:prstGeom>
          <a:solidFill>
            <a:srgbClr val="D3DCF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Logs into Engage and reviews At Risk / Today’s Activities. In parallel, SSR works through emails and Teams pings with requests like WISMO</a:t>
            </a:r>
          </a:p>
          <a:p>
            <a:pPr algn="ctr">
              <a:spcBef>
                <a:spcPts val="300"/>
              </a:spcBef>
              <a:spcAft>
                <a:spcPts val="300"/>
              </a:spcAft>
              <a:defRPr/>
            </a:pPr>
            <a:r>
              <a:rPr lang="en-US" sz="1000">
                <a:solidFill>
                  <a:srgbClr val="000000"/>
                </a:solidFill>
              </a:rPr>
              <a:t>SSR also starts working open orders by cycling through updates, setting follow-ups and escalating where needed</a:t>
            </a:r>
          </a:p>
        </p:txBody>
      </p:sp>
      <p:sp>
        <p:nvSpPr>
          <p:cNvPr id="64" name="Rectangle: Rounded Corners 63">
            <a:extLst>
              <a:ext uri="{FF2B5EF4-FFF2-40B4-BE49-F238E27FC236}">
                <a16:creationId xmlns:a16="http://schemas.microsoft.com/office/drawing/2014/main" id="{65923F2B-50D9-328E-5C15-6537D36EBEF4}"/>
              </a:ext>
            </a:extLst>
          </p:cNvPr>
          <p:cNvSpPr>
            <a:spLocks/>
          </p:cNvSpPr>
          <p:nvPr/>
        </p:nvSpPr>
        <p:spPr>
          <a:xfrm>
            <a:off x="1786857" y="3852995"/>
            <a:ext cx="9847931" cy="882742"/>
          </a:xfrm>
          <a:prstGeom prst="roundRect">
            <a:avLst/>
          </a:prstGeom>
          <a:solidFill>
            <a:srgbClr val="D3DCF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000">
                <a:solidFill>
                  <a:schemeClr val="tx1"/>
                </a:solidFill>
              </a:rPr>
              <a:t>Moves to SAP to confirm PO and shipment status, then follows a stage-based tracking path: </a:t>
            </a:r>
          </a:p>
          <a:p>
            <a:pPr lvl="0" algn="ctr">
              <a:spcBef>
                <a:spcPts val="300"/>
              </a:spcBef>
              <a:spcAft>
                <a:spcPts val="300"/>
              </a:spcAft>
              <a:defRPr/>
            </a:pPr>
            <a:r>
              <a:rPr lang="en-US" sz="1000" b="1">
                <a:solidFill>
                  <a:schemeClr val="tx1"/>
                </a:solidFill>
              </a:rPr>
              <a:t>(A)</a:t>
            </a:r>
            <a:r>
              <a:rPr lang="en-US" sz="1000">
                <a:solidFill>
                  <a:schemeClr val="tx1"/>
                </a:solidFill>
              </a:rPr>
              <a:t> if a tracking number is available, use carrier tracking to confirm expected delivery; </a:t>
            </a:r>
            <a:r>
              <a:rPr lang="en-US" sz="1000" b="1">
                <a:solidFill>
                  <a:schemeClr val="tx1"/>
                </a:solidFill>
              </a:rPr>
              <a:t>(B)</a:t>
            </a:r>
            <a:r>
              <a:rPr lang="en-US" sz="1000">
                <a:solidFill>
                  <a:schemeClr val="tx1"/>
                </a:solidFill>
              </a:rPr>
              <a:t> if a PO exists but tracking is missing, check the vendor portal or WIP report for shipment updates; </a:t>
            </a:r>
            <a:r>
              <a:rPr lang="en-US" sz="1000" b="1">
                <a:solidFill>
                  <a:schemeClr val="tx1"/>
                </a:solidFill>
              </a:rPr>
              <a:t>(C)</a:t>
            </a:r>
            <a:r>
              <a:rPr lang="en-US" sz="1000">
                <a:solidFill>
                  <a:schemeClr val="tx1"/>
                </a:solidFill>
              </a:rPr>
              <a:t> if no online update is available, email or call the vendor for an ETA; </a:t>
            </a:r>
            <a:r>
              <a:rPr lang="en-US" sz="1000" b="1">
                <a:solidFill>
                  <a:schemeClr val="tx1"/>
                </a:solidFill>
              </a:rPr>
              <a:t>(D)</a:t>
            </a:r>
            <a:r>
              <a:rPr lang="en-US" sz="1000">
                <a:solidFill>
                  <a:schemeClr val="tx1"/>
                </a:solidFill>
              </a:rPr>
              <a:t> if the order includes decoration, check PWO or the decorator portal for goods receipt, artwork approval, production progress, and scheduled ship-by date, and if PWO is missing or outdated, reach out to the decorator directly for confirmation</a:t>
            </a:r>
            <a:endParaRPr kumimoji="0" lang="en-US" sz="1000" b="0" i="0" u="none" strike="noStrike" kern="1200" cap="none" spc="0" normalizeH="0" baseline="0" noProof="0">
              <a:ln>
                <a:noFill/>
              </a:ln>
              <a:solidFill>
                <a:schemeClr val="tx1"/>
              </a:solidFill>
              <a:effectLst/>
              <a:uLnTx/>
              <a:uFillTx/>
              <a:latin typeface="Arial"/>
              <a:ea typeface="+mn-ea"/>
              <a:cs typeface="+mn-cs"/>
            </a:endParaRPr>
          </a:p>
        </p:txBody>
      </p:sp>
      <p:sp>
        <p:nvSpPr>
          <p:cNvPr id="70" name="Rectangle: Rounded Corners 69">
            <a:extLst>
              <a:ext uri="{FF2B5EF4-FFF2-40B4-BE49-F238E27FC236}">
                <a16:creationId xmlns:a16="http://schemas.microsoft.com/office/drawing/2014/main" id="{819FE308-713B-7DCA-7467-EBF3CFD34FD4}"/>
              </a:ext>
            </a:extLst>
          </p:cNvPr>
          <p:cNvSpPr/>
          <p:nvPr/>
        </p:nvSpPr>
        <p:spPr>
          <a:xfrm>
            <a:off x="1786858" y="5120597"/>
            <a:ext cx="4573048" cy="522438"/>
          </a:xfrm>
          <a:prstGeom prst="roundRect">
            <a:avLst/>
          </a:prstGeom>
          <a:solidFill>
            <a:srgbClr val="D3DCF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000">
                <a:solidFill>
                  <a:schemeClr val="tx1"/>
                </a:solidFill>
              </a:rPr>
              <a:t>Updates Engage with where the order is, the next milestone, and the expected ship or delivery date, replies to the Sales Pro if requested, and sets the next follow-up activity</a:t>
            </a:r>
            <a:endParaRPr kumimoji="0" lang="en-US" sz="1000" b="0" i="0" u="none" strike="noStrike" kern="1200" cap="none" spc="0" normalizeH="0" baseline="0" noProof="0">
              <a:ln>
                <a:noFill/>
              </a:ln>
              <a:solidFill>
                <a:schemeClr val="tx1"/>
              </a:solidFill>
              <a:effectLst/>
              <a:uLnTx/>
              <a:uFillTx/>
              <a:latin typeface="Arial"/>
              <a:ea typeface="+mn-ea"/>
              <a:cs typeface="+mn-cs"/>
            </a:endParaRPr>
          </a:p>
        </p:txBody>
      </p:sp>
      <p:sp>
        <p:nvSpPr>
          <p:cNvPr id="82" name="Rectangle: Rounded Corners 81">
            <a:extLst>
              <a:ext uri="{FF2B5EF4-FFF2-40B4-BE49-F238E27FC236}">
                <a16:creationId xmlns:a16="http://schemas.microsoft.com/office/drawing/2014/main" id="{15F010F0-B431-71B9-6264-6E4601CB9A6A}"/>
              </a:ext>
            </a:extLst>
          </p:cNvPr>
          <p:cNvSpPr/>
          <p:nvPr/>
        </p:nvSpPr>
        <p:spPr>
          <a:xfrm>
            <a:off x="1786858" y="5929076"/>
            <a:ext cx="2355772" cy="520610"/>
          </a:xfrm>
          <a:prstGeom prst="round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In case </a:t>
            </a:r>
            <a:r>
              <a:rPr lang="en-US" sz="1000">
                <a:solidFill>
                  <a:srgbClr val="000000"/>
                </a:solidFill>
                <a:latin typeface="Arial"/>
              </a:rPr>
              <a:t>vendors don’t respond to SSRs, </a:t>
            </a:r>
            <a:r>
              <a:rPr kumimoji="0" lang="en-US" sz="1000" b="0" i="0" u="none" strike="noStrike" kern="1200" cap="none" spc="0" normalizeH="0" baseline="0" noProof="0">
                <a:ln>
                  <a:noFill/>
                </a:ln>
                <a:solidFill>
                  <a:srgbClr val="000000"/>
                </a:solidFill>
                <a:effectLst/>
                <a:uLnTx/>
                <a:uFillTx/>
                <a:latin typeface="Arial"/>
                <a:ea typeface="+mn-ea"/>
                <a:cs typeface="+mn-cs"/>
              </a:rPr>
              <a:t>Purchasing team reaches out to vendor</a:t>
            </a:r>
          </a:p>
        </p:txBody>
      </p:sp>
      <p:cxnSp>
        <p:nvCxnSpPr>
          <p:cNvPr id="67" name="Straight Arrow Connector 66">
            <a:extLst>
              <a:ext uri="{FF2B5EF4-FFF2-40B4-BE49-F238E27FC236}">
                <a16:creationId xmlns:a16="http://schemas.microsoft.com/office/drawing/2014/main" id="{A25587FB-CC88-1B0C-5E4C-2696E5EDF835}"/>
              </a:ext>
            </a:extLst>
          </p:cNvPr>
          <p:cNvCxnSpPr>
            <a:cxnSpLocks/>
          </p:cNvCxnSpPr>
          <p:nvPr/>
        </p:nvCxnSpPr>
        <p:spPr>
          <a:xfrm>
            <a:off x="478385" y="7198502"/>
            <a:ext cx="0" cy="76249"/>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05" name="TrackerNumWhite 105">
            <a:extLst>
              <a:ext uri="{FF2B5EF4-FFF2-40B4-BE49-F238E27FC236}">
                <a16:creationId xmlns:a16="http://schemas.microsoft.com/office/drawing/2014/main" id="{5D48553D-28D8-6A91-A1C1-A5AADF47592E}"/>
              </a:ext>
            </a:extLst>
          </p:cNvPr>
          <p:cNvSpPr>
            <a:spLocks/>
          </p:cNvSpPr>
          <p:nvPr>
            <p:custDataLst>
              <p:tags r:id="rId12"/>
            </p:custDataLst>
          </p:nvPr>
        </p:nvSpPr>
        <p:spPr>
          <a:xfrm>
            <a:off x="1660419" y="1901607"/>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1</a:t>
            </a:r>
          </a:p>
        </p:txBody>
      </p:sp>
      <p:sp>
        <p:nvSpPr>
          <p:cNvPr id="109" name="TrackerNumWhite 105">
            <a:extLst>
              <a:ext uri="{FF2B5EF4-FFF2-40B4-BE49-F238E27FC236}">
                <a16:creationId xmlns:a16="http://schemas.microsoft.com/office/drawing/2014/main" id="{F380CBA6-9D26-2B85-227A-2A6D3C03D5F3}"/>
              </a:ext>
            </a:extLst>
          </p:cNvPr>
          <p:cNvSpPr>
            <a:spLocks/>
          </p:cNvSpPr>
          <p:nvPr>
            <p:custDataLst>
              <p:tags r:id="rId13"/>
            </p:custDataLst>
          </p:nvPr>
        </p:nvSpPr>
        <p:spPr>
          <a:xfrm>
            <a:off x="1660419" y="2523833"/>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2</a:t>
            </a:r>
          </a:p>
        </p:txBody>
      </p:sp>
      <p:sp>
        <p:nvSpPr>
          <p:cNvPr id="110" name="TrackerNumWhite 105">
            <a:extLst>
              <a:ext uri="{FF2B5EF4-FFF2-40B4-BE49-F238E27FC236}">
                <a16:creationId xmlns:a16="http://schemas.microsoft.com/office/drawing/2014/main" id="{E2852550-94FB-EDA4-E9C8-AF162E4C2382}"/>
              </a:ext>
            </a:extLst>
          </p:cNvPr>
          <p:cNvSpPr>
            <a:spLocks/>
          </p:cNvSpPr>
          <p:nvPr>
            <p:custDataLst>
              <p:tags r:id="rId14"/>
            </p:custDataLst>
          </p:nvPr>
        </p:nvSpPr>
        <p:spPr>
          <a:xfrm>
            <a:off x="1660419" y="3377715"/>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3</a:t>
            </a:r>
          </a:p>
        </p:txBody>
      </p:sp>
      <p:sp>
        <p:nvSpPr>
          <p:cNvPr id="115" name="TrackerNumWhite 105">
            <a:extLst>
              <a:ext uri="{FF2B5EF4-FFF2-40B4-BE49-F238E27FC236}">
                <a16:creationId xmlns:a16="http://schemas.microsoft.com/office/drawing/2014/main" id="{42D7A43A-504E-B6DB-DC77-32C29D7DCE68}"/>
              </a:ext>
            </a:extLst>
          </p:cNvPr>
          <p:cNvSpPr/>
          <p:nvPr>
            <p:custDataLst>
              <p:tags r:id="rId15"/>
            </p:custDataLst>
          </p:nvPr>
        </p:nvSpPr>
        <p:spPr>
          <a:xfrm>
            <a:off x="1627651" y="5034473"/>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5</a:t>
            </a:r>
          </a:p>
        </p:txBody>
      </p:sp>
      <p:sp>
        <p:nvSpPr>
          <p:cNvPr id="134" name="Legend1">
            <a:extLst>
              <a:ext uri="{FF2B5EF4-FFF2-40B4-BE49-F238E27FC236}">
                <a16:creationId xmlns:a16="http://schemas.microsoft.com/office/drawing/2014/main" id="{50E8AD37-7482-D480-9521-BDAE78098D81}"/>
              </a:ext>
            </a:extLst>
          </p:cNvPr>
          <p:cNvSpPr txBox="1"/>
          <p:nvPr/>
        </p:nvSpPr>
        <p:spPr>
          <a:xfrm>
            <a:off x="794761" y="4101726"/>
            <a:ext cx="817808" cy="492443"/>
          </a:xfrm>
          <a:prstGeom prst="rect">
            <a:avLst/>
          </a:prstGeom>
          <a:noFill/>
          <a:ln>
            <a:noFill/>
            <a:miter lim="800000"/>
          </a:ln>
        </p:spPr>
        <p:txBody>
          <a:bodyPr wrap="squar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Order status is fragmented across systems and partners</a:t>
            </a:r>
          </a:p>
        </p:txBody>
      </p:sp>
      <p:pic>
        <p:nvPicPr>
          <p:cNvPr id="135" name="CustomIcon">
            <a:extLst>
              <a:ext uri="{FF2B5EF4-FFF2-40B4-BE49-F238E27FC236}">
                <a16:creationId xmlns:a16="http://schemas.microsoft.com/office/drawing/2014/main" id="{FC8083F4-9EBC-EE6A-BC5F-78F441BF9E20}"/>
              </a:ext>
            </a:extLst>
          </p:cNvPr>
          <p:cNvPicPr>
            <a:picLocks/>
          </p:cNvPicPr>
          <p:nvPr>
            <p:custDataLst>
              <p:tags r:id="rId16"/>
            </p:custDataLst>
          </p:nvPr>
        </p:nvPicPr>
        <p:blipFill>
          <a:blip>
            <a:extLst>
              <a:ext uri="{96DAC541-7B7A-43D3-8B79-37D633B846F1}">
                <asvg:svgBlip xmlns:asvg="http://schemas.microsoft.com/office/drawing/2016/SVG/main" r:embed="rId36"/>
              </a:ext>
            </a:extLst>
          </a:blip>
          <a:stretch>
            <a:fillRect/>
          </a:stretch>
        </p:blipFill>
        <p:spPr>
          <a:xfrm>
            <a:off x="571082" y="4224646"/>
            <a:ext cx="183126" cy="182880"/>
          </a:xfrm>
          <a:prstGeom prst="rect">
            <a:avLst/>
          </a:prstGeom>
        </p:spPr>
      </p:pic>
      <p:sp>
        <p:nvSpPr>
          <p:cNvPr id="136" name="Legend1">
            <a:extLst>
              <a:ext uri="{FF2B5EF4-FFF2-40B4-BE49-F238E27FC236}">
                <a16:creationId xmlns:a16="http://schemas.microsoft.com/office/drawing/2014/main" id="{8414EDD8-B2AB-97DC-B0EC-9BBC2F344AA5}"/>
              </a:ext>
            </a:extLst>
          </p:cNvPr>
          <p:cNvSpPr txBox="1"/>
          <p:nvPr/>
        </p:nvSpPr>
        <p:spPr>
          <a:xfrm>
            <a:off x="5705293" y="1916867"/>
            <a:ext cx="790923" cy="492443"/>
          </a:xfrm>
          <a:prstGeom prst="rect">
            <a:avLst/>
          </a:prstGeom>
          <a:noFill/>
          <a:ln>
            <a:noFill/>
            <a:miter lim="800000"/>
          </a:ln>
        </p:spPr>
        <p:txBody>
          <a:bodyPr wrap="squar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Inconsistent FSP discipline drives avoidable and duplicative work</a:t>
            </a:r>
          </a:p>
        </p:txBody>
      </p:sp>
      <p:pic>
        <p:nvPicPr>
          <p:cNvPr id="137" name="CustomIcon">
            <a:extLst>
              <a:ext uri="{FF2B5EF4-FFF2-40B4-BE49-F238E27FC236}">
                <a16:creationId xmlns:a16="http://schemas.microsoft.com/office/drawing/2014/main" id="{661EC479-FE34-2017-F42D-ADA98660D453}"/>
              </a:ext>
            </a:extLst>
          </p:cNvPr>
          <p:cNvPicPr>
            <a:picLocks/>
          </p:cNvPicPr>
          <p:nvPr>
            <p:custDataLst>
              <p:tags r:id="rId17"/>
            </p:custDataLst>
          </p:nvPr>
        </p:nvPicPr>
        <p:blipFill>
          <a:blip>
            <a:extLst>
              <a:ext uri="{96DAC541-7B7A-43D3-8B79-37D633B846F1}">
                <asvg:svgBlip xmlns:asvg="http://schemas.microsoft.com/office/drawing/2016/SVG/main" r:embed="rId36"/>
              </a:ext>
            </a:extLst>
          </a:blip>
          <a:stretch>
            <a:fillRect/>
          </a:stretch>
        </p:blipFill>
        <p:spPr>
          <a:xfrm>
            <a:off x="5484622" y="2041186"/>
            <a:ext cx="183126" cy="182880"/>
          </a:xfrm>
          <a:prstGeom prst="rect">
            <a:avLst/>
          </a:prstGeom>
        </p:spPr>
      </p:pic>
      <p:sp>
        <p:nvSpPr>
          <p:cNvPr id="139" name="Legend1">
            <a:extLst>
              <a:ext uri="{FF2B5EF4-FFF2-40B4-BE49-F238E27FC236}">
                <a16:creationId xmlns:a16="http://schemas.microsoft.com/office/drawing/2014/main" id="{3F449894-076E-A7C9-DC33-BC6A34CA7912}"/>
              </a:ext>
            </a:extLst>
          </p:cNvPr>
          <p:cNvSpPr txBox="1"/>
          <p:nvPr/>
        </p:nvSpPr>
        <p:spPr>
          <a:xfrm>
            <a:off x="794761" y="4725212"/>
            <a:ext cx="817808" cy="615553"/>
          </a:xfrm>
          <a:prstGeom prst="rect">
            <a:avLst/>
          </a:prstGeom>
          <a:noFill/>
          <a:ln>
            <a:noFill/>
            <a:miter lim="800000"/>
          </a:ln>
        </p:spPr>
        <p:txBody>
          <a:bodyPr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Incomplete/inconsistent status signals create blind spots in order visibility</a:t>
            </a:r>
          </a:p>
        </p:txBody>
      </p:sp>
      <p:pic>
        <p:nvPicPr>
          <p:cNvPr id="140" name="CustomIcon">
            <a:extLst>
              <a:ext uri="{FF2B5EF4-FFF2-40B4-BE49-F238E27FC236}">
                <a16:creationId xmlns:a16="http://schemas.microsoft.com/office/drawing/2014/main" id="{6BE71B4B-3ACF-548D-E866-DA1BACFF4498}"/>
              </a:ext>
            </a:extLst>
          </p:cNvPr>
          <p:cNvPicPr>
            <a:picLocks/>
          </p:cNvPicPr>
          <p:nvPr>
            <p:custDataLst>
              <p:tags r:id="rId18"/>
            </p:custDataLst>
          </p:nvPr>
        </p:nvPicPr>
        <p:blipFill>
          <a:blip>
            <a:extLst>
              <a:ext uri="{96DAC541-7B7A-43D3-8B79-37D633B846F1}">
                <asvg:svgBlip xmlns:asvg="http://schemas.microsoft.com/office/drawing/2016/SVG/main" r:embed="rId36"/>
              </a:ext>
            </a:extLst>
          </a:blip>
          <a:stretch>
            <a:fillRect/>
          </a:stretch>
        </p:blipFill>
        <p:spPr>
          <a:xfrm>
            <a:off x="567689" y="4887234"/>
            <a:ext cx="183126" cy="182880"/>
          </a:xfrm>
          <a:prstGeom prst="rect">
            <a:avLst/>
          </a:prstGeom>
        </p:spPr>
      </p:pic>
      <p:sp>
        <p:nvSpPr>
          <p:cNvPr id="29" name="Rectangle: Rounded Corners 28">
            <a:extLst>
              <a:ext uri="{FF2B5EF4-FFF2-40B4-BE49-F238E27FC236}">
                <a16:creationId xmlns:a16="http://schemas.microsoft.com/office/drawing/2014/main" id="{8354712C-DBDB-DFB9-DD13-045ED8559DDE}"/>
              </a:ext>
            </a:extLst>
          </p:cNvPr>
          <p:cNvSpPr/>
          <p:nvPr/>
        </p:nvSpPr>
        <p:spPr>
          <a:xfrm>
            <a:off x="6746107" y="1977606"/>
            <a:ext cx="3871204" cy="398171"/>
          </a:xfrm>
          <a:prstGeom prst="round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Customer </a:t>
            </a:r>
            <a:r>
              <a:rPr lang="en-US" sz="1000">
                <a:solidFill>
                  <a:srgbClr val="000000"/>
                </a:solidFill>
                <a:latin typeface="Arial"/>
              </a:rPr>
              <a:t>s</a:t>
            </a:r>
            <a:r>
              <a:rPr kumimoji="0" lang="en-US" sz="1000" b="0" i="0" u="none" strike="noStrike" kern="1200" cap="none" spc="0" normalizeH="0" baseline="0" noProof="0">
                <a:ln>
                  <a:noFill/>
                </a:ln>
                <a:solidFill>
                  <a:srgbClr val="000000"/>
                </a:solidFill>
                <a:effectLst/>
                <a:uLnTx/>
                <a:uFillTx/>
                <a:latin typeface="Arial"/>
                <a:ea typeface="+mn-ea"/>
                <a:cs typeface="+mn-cs"/>
              </a:rPr>
              <a:t>ends WISMO request to Customer Care</a:t>
            </a:r>
          </a:p>
        </p:txBody>
      </p:sp>
      <p:sp>
        <p:nvSpPr>
          <p:cNvPr id="31" name="Rectangle: Rounded Corners 30">
            <a:extLst>
              <a:ext uri="{FF2B5EF4-FFF2-40B4-BE49-F238E27FC236}">
                <a16:creationId xmlns:a16="http://schemas.microsoft.com/office/drawing/2014/main" id="{0B7D7046-7898-C673-247C-8BD41A190B53}"/>
              </a:ext>
            </a:extLst>
          </p:cNvPr>
          <p:cNvSpPr/>
          <p:nvPr/>
        </p:nvSpPr>
        <p:spPr>
          <a:xfrm>
            <a:off x="6710822" y="2554683"/>
            <a:ext cx="4573047" cy="315844"/>
          </a:xfrm>
          <a:prstGeom prst="roundRect">
            <a:avLst/>
          </a:prstGeom>
          <a:solidFill>
            <a:srgbClr val="D3DCF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000">
                <a:solidFill>
                  <a:schemeClr val="tx1"/>
                </a:solidFill>
              </a:rPr>
              <a:t>Customer Care logs into Gladly and captures the customer order information and urgency</a:t>
            </a:r>
            <a:endParaRPr kumimoji="0" lang="en-US" sz="1000" b="0" i="0" u="none" strike="noStrike" kern="1200" cap="none" spc="0" normalizeH="0" baseline="0" noProof="0">
              <a:ln>
                <a:noFill/>
              </a:ln>
              <a:solidFill>
                <a:schemeClr val="tx1"/>
              </a:solidFill>
              <a:effectLst/>
              <a:uLnTx/>
              <a:uFillTx/>
              <a:latin typeface="Arial"/>
              <a:ea typeface="+mn-ea"/>
              <a:cs typeface="+mn-cs"/>
            </a:endParaRPr>
          </a:p>
        </p:txBody>
      </p:sp>
      <p:sp>
        <p:nvSpPr>
          <p:cNvPr id="39" name="Rectangle: Rounded Corners 38">
            <a:extLst>
              <a:ext uri="{FF2B5EF4-FFF2-40B4-BE49-F238E27FC236}">
                <a16:creationId xmlns:a16="http://schemas.microsoft.com/office/drawing/2014/main" id="{61743F5E-CB83-B541-6C74-D920866BA657}"/>
              </a:ext>
            </a:extLst>
          </p:cNvPr>
          <p:cNvSpPr/>
          <p:nvPr/>
        </p:nvSpPr>
        <p:spPr>
          <a:xfrm>
            <a:off x="6710822" y="3424270"/>
            <a:ext cx="4573047" cy="315844"/>
          </a:xfrm>
          <a:prstGeom prst="roundRect">
            <a:avLst/>
          </a:prstGeom>
          <a:solidFill>
            <a:srgbClr val="D3DCF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000">
                <a:solidFill>
                  <a:schemeClr val="tx1"/>
                </a:solidFill>
              </a:rPr>
              <a:t>Customer Care looks up the order in </a:t>
            </a:r>
            <a:r>
              <a:rPr lang="en-US" sz="1000" b="1">
                <a:solidFill>
                  <a:schemeClr val="tx1"/>
                </a:solidFill>
              </a:rPr>
              <a:t>SAP</a:t>
            </a:r>
            <a:endParaRPr kumimoji="0" lang="en-US" sz="1000" b="0" i="0" u="none" strike="noStrike" kern="1200" cap="none" spc="0" normalizeH="0" baseline="0" noProof="0">
              <a:ln>
                <a:noFill/>
              </a:ln>
              <a:solidFill>
                <a:schemeClr val="tx1"/>
              </a:solidFill>
              <a:effectLst/>
              <a:uLnTx/>
              <a:uFillTx/>
              <a:latin typeface="Arial"/>
              <a:ea typeface="+mn-ea"/>
              <a:cs typeface="+mn-cs"/>
            </a:endParaRPr>
          </a:p>
        </p:txBody>
      </p:sp>
      <p:sp>
        <p:nvSpPr>
          <p:cNvPr id="41" name="Rectangle: Rounded Corners 40">
            <a:extLst>
              <a:ext uri="{FF2B5EF4-FFF2-40B4-BE49-F238E27FC236}">
                <a16:creationId xmlns:a16="http://schemas.microsoft.com/office/drawing/2014/main" id="{55E9D4CB-DDE3-2888-F8A4-E47FC20A6FEC}"/>
              </a:ext>
            </a:extLst>
          </p:cNvPr>
          <p:cNvSpPr/>
          <p:nvPr/>
        </p:nvSpPr>
        <p:spPr>
          <a:xfrm>
            <a:off x="6661945" y="5120597"/>
            <a:ext cx="4573048" cy="522438"/>
          </a:xfrm>
          <a:prstGeom prst="roundRect">
            <a:avLst/>
          </a:prstGeom>
          <a:solidFill>
            <a:srgbClr val="D3DCFF"/>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000">
                <a:solidFill>
                  <a:schemeClr val="tx1"/>
                </a:solidFill>
              </a:rPr>
              <a:t>Provides the best available status and ETA to the customer during the interaction, then follows up once escalations return with clarified tracking and delivery details</a:t>
            </a:r>
            <a:endParaRPr kumimoji="0" lang="en-US" sz="1000" b="0" i="0" u="none" strike="noStrike" kern="1200" cap="none" spc="0" normalizeH="0" baseline="0" noProof="0">
              <a:ln>
                <a:noFill/>
              </a:ln>
              <a:solidFill>
                <a:schemeClr val="tx1"/>
              </a:solidFill>
              <a:effectLst/>
              <a:uLnTx/>
              <a:uFillTx/>
              <a:latin typeface="Arial"/>
              <a:ea typeface="+mn-ea"/>
              <a:cs typeface="+mn-cs"/>
            </a:endParaRPr>
          </a:p>
        </p:txBody>
      </p:sp>
      <p:sp>
        <p:nvSpPr>
          <p:cNvPr id="99" name="TrackerNumWhite 105">
            <a:extLst>
              <a:ext uri="{FF2B5EF4-FFF2-40B4-BE49-F238E27FC236}">
                <a16:creationId xmlns:a16="http://schemas.microsoft.com/office/drawing/2014/main" id="{C478C6B6-6738-7033-5CB1-2AD01A6B4487}"/>
              </a:ext>
            </a:extLst>
          </p:cNvPr>
          <p:cNvSpPr>
            <a:spLocks/>
          </p:cNvSpPr>
          <p:nvPr>
            <p:custDataLst>
              <p:tags r:id="rId19"/>
            </p:custDataLst>
          </p:nvPr>
        </p:nvSpPr>
        <p:spPr>
          <a:xfrm>
            <a:off x="1627651" y="5890343"/>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4b</a:t>
            </a:r>
          </a:p>
        </p:txBody>
      </p:sp>
      <p:sp>
        <p:nvSpPr>
          <p:cNvPr id="101" name="TrackerNumWhite 105">
            <a:extLst>
              <a:ext uri="{FF2B5EF4-FFF2-40B4-BE49-F238E27FC236}">
                <a16:creationId xmlns:a16="http://schemas.microsoft.com/office/drawing/2014/main" id="{AAE1D3EF-6CDF-305E-E72C-4329717EC88E}"/>
              </a:ext>
            </a:extLst>
          </p:cNvPr>
          <p:cNvSpPr>
            <a:spLocks/>
          </p:cNvSpPr>
          <p:nvPr>
            <p:custDataLst>
              <p:tags r:id="rId20"/>
            </p:custDataLst>
          </p:nvPr>
        </p:nvSpPr>
        <p:spPr>
          <a:xfrm>
            <a:off x="6617215" y="1903373"/>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1</a:t>
            </a:r>
          </a:p>
        </p:txBody>
      </p:sp>
      <p:sp>
        <p:nvSpPr>
          <p:cNvPr id="106" name="TrackerNumWhite 105">
            <a:extLst>
              <a:ext uri="{FF2B5EF4-FFF2-40B4-BE49-F238E27FC236}">
                <a16:creationId xmlns:a16="http://schemas.microsoft.com/office/drawing/2014/main" id="{E3BBA5CD-E3C1-E6C7-9565-491A30180FC4}"/>
              </a:ext>
            </a:extLst>
          </p:cNvPr>
          <p:cNvSpPr>
            <a:spLocks/>
          </p:cNvSpPr>
          <p:nvPr>
            <p:custDataLst>
              <p:tags r:id="rId21"/>
            </p:custDataLst>
          </p:nvPr>
        </p:nvSpPr>
        <p:spPr>
          <a:xfrm>
            <a:off x="6617215" y="2498461"/>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2</a:t>
            </a:r>
          </a:p>
        </p:txBody>
      </p:sp>
      <p:sp>
        <p:nvSpPr>
          <p:cNvPr id="132" name="TrackerNumWhite 105">
            <a:extLst>
              <a:ext uri="{FF2B5EF4-FFF2-40B4-BE49-F238E27FC236}">
                <a16:creationId xmlns:a16="http://schemas.microsoft.com/office/drawing/2014/main" id="{B573635B-5CDB-7EEA-86B9-A9538CE6113B}"/>
              </a:ext>
            </a:extLst>
          </p:cNvPr>
          <p:cNvSpPr>
            <a:spLocks/>
          </p:cNvSpPr>
          <p:nvPr>
            <p:custDataLst>
              <p:tags r:id="rId22"/>
            </p:custDataLst>
          </p:nvPr>
        </p:nvSpPr>
        <p:spPr>
          <a:xfrm>
            <a:off x="6586005" y="3377715"/>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3</a:t>
            </a:r>
          </a:p>
        </p:txBody>
      </p:sp>
      <p:sp>
        <p:nvSpPr>
          <p:cNvPr id="133" name="TrackerNumWhite 105">
            <a:extLst>
              <a:ext uri="{FF2B5EF4-FFF2-40B4-BE49-F238E27FC236}">
                <a16:creationId xmlns:a16="http://schemas.microsoft.com/office/drawing/2014/main" id="{A3B3D187-79E8-739E-D88B-FA5B5325B972}"/>
              </a:ext>
            </a:extLst>
          </p:cNvPr>
          <p:cNvSpPr/>
          <p:nvPr>
            <p:custDataLst>
              <p:tags r:id="rId23"/>
            </p:custDataLst>
          </p:nvPr>
        </p:nvSpPr>
        <p:spPr>
          <a:xfrm>
            <a:off x="6574397" y="5034473"/>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5</a:t>
            </a:r>
          </a:p>
        </p:txBody>
      </p:sp>
      <p:sp>
        <p:nvSpPr>
          <p:cNvPr id="142" name="Rectangle: Rounded Corners 141">
            <a:extLst>
              <a:ext uri="{FF2B5EF4-FFF2-40B4-BE49-F238E27FC236}">
                <a16:creationId xmlns:a16="http://schemas.microsoft.com/office/drawing/2014/main" id="{9FB29F5E-C153-2E0A-994C-1BB53669EF1A}"/>
              </a:ext>
            </a:extLst>
          </p:cNvPr>
          <p:cNvSpPr/>
          <p:nvPr/>
        </p:nvSpPr>
        <p:spPr>
          <a:xfrm>
            <a:off x="6691474" y="5929076"/>
            <a:ext cx="2355772" cy="520610"/>
          </a:xfrm>
          <a:prstGeom prst="round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lgn="ctr">
              <a:spcBef>
                <a:spcPts val="300"/>
              </a:spcBef>
              <a:spcAft>
                <a:spcPts val="300"/>
              </a:spcAft>
              <a:defRPr/>
            </a:pPr>
            <a:r>
              <a:rPr lang="en-US" sz="1000">
                <a:solidFill>
                  <a:srgbClr val="000000"/>
                </a:solidFill>
              </a:rPr>
              <a:t>In case order details missing on SAP, SSRs provide information to Customer care</a:t>
            </a:r>
          </a:p>
        </p:txBody>
      </p:sp>
      <p:sp>
        <p:nvSpPr>
          <p:cNvPr id="143" name="TrackerNumWhite 105">
            <a:extLst>
              <a:ext uri="{FF2B5EF4-FFF2-40B4-BE49-F238E27FC236}">
                <a16:creationId xmlns:a16="http://schemas.microsoft.com/office/drawing/2014/main" id="{8EF5F52C-B86B-7092-09FB-5E6996D4E4F3}"/>
              </a:ext>
            </a:extLst>
          </p:cNvPr>
          <p:cNvSpPr>
            <a:spLocks/>
          </p:cNvSpPr>
          <p:nvPr>
            <p:custDataLst>
              <p:tags r:id="rId24"/>
            </p:custDataLst>
          </p:nvPr>
        </p:nvSpPr>
        <p:spPr>
          <a:xfrm>
            <a:off x="6532267" y="5890343"/>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4b</a:t>
            </a:r>
          </a:p>
        </p:txBody>
      </p:sp>
      <p:sp>
        <p:nvSpPr>
          <p:cNvPr id="111" name="TrackerNumWhite 105">
            <a:extLst>
              <a:ext uri="{FF2B5EF4-FFF2-40B4-BE49-F238E27FC236}">
                <a16:creationId xmlns:a16="http://schemas.microsoft.com/office/drawing/2014/main" id="{BD0C22D6-0D09-F90B-F49F-504F4EBAB12F}"/>
              </a:ext>
            </a:extLst>
          </p:cNvPr>
          <p:cNvSpPr>
            <a:spLocks/>
          </p:cNvSpPr>
          <p:nvPr>
            <p:custDataLst>
              <p:tags r:id="rId25"/>
            </p:custDataLst>
          </p:nvPr>
        </p:nvSpPr>
        <p:spPr>
          <a:xfrm>
            <a:off x="1627651" y="3762576"/>
            <a:ext cx="249634" cy="250859"/>
          </a:xfrm>
          <a:prstGeom prst="ellipse">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061F79"/>
                </a:solidFill>
                <a:effectLst/>
                <a:uLnTx/>
                <a:uFillTx/>
                <a:latin typeface="Arial"/>
                <a:ea typeface="+mn-ea"/>
                <a:cs typeface="+mn-cs"/>
              </a:rPr>
              <a:t>4a</a:t>
            </a:r>
          </a:p>
        </p:txBody>
      </p:sp>
      <p:cxnSp>
        <p:nvCxnSpPr>
          <p:cNvPr id="148" name="Straight Arrow Connector 147">
            <a:extLst>
              <a:ext uri="{FF2B5EF4-FFF2-40B4-BE49-F238E27FC236}">
                <a16:creationId xmlns:a16="http://schemas.microsoft.com/office/drawing/2014/main" id="{C1A3BFDC-7220-1E2A-673E-42EBECB1C9D7}"/>
              </a:ext>
            </a:extLst>
          </p:cNvPr>
          <p:cNvCxnSpPr>
            <a:cxnSpLocks/>
          </p:cNvCxnSpPr>
          <p:nvPr/>
        </p:nvCxnSpPr>
        <p:spPr>
          <a:xfrm>
            <a:off x="8612379" y="2870527"/>
            <a:ext cx="0" cy="553742"/>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50" name="Straight Arrow Connector 149">
            <a:extLst>
              <a:ext uri="{FF2B5EF4-FFF2-40B4-BE49-F238E27FC236}">
                <a16:creationId xmlns:a16="http://schemas.microsoft.com/office/drawing/2014/main" id="{E62C83E2-595E-5F6B-C6F7-16DFCADF8C5E}"/>
              </a:ext>
            </a:extLst>
          </p:cNvPr>
          <p:cNvCxnSpPr>
            <a:cxnSpLocks/>
          </p:cNvCxnSpPr>
          <p:nvPr/>
        </p:nvCxnSpPr>
        <p:spPr>
          <a:xfrm>
            <a:off x="8612379" y="3740114"/>
            <a:ext cx="0" cy="11288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52" name="Straight Arrow Connector 151">
            <a:extLst>
              <a:ext uri="{FF2B5EF4-FFF2-40B4-BE49-F238E27FC236}">
                <a16:creationId xmlns:a16="http://schemas.microsoft.com/office/drawing/2014/main" id="{F705A276-F821-1F1B-A138-9475F5277D1F}"/>
              </a:ext>
            </a:extLst>
          </p:cNvPr>
          <p:cNvCxnSpPr>
            <a:cxnSpLocks/>
          </p:cNvCxnSpPr>
          <p:nvPr/>
        </p:nvCxnSpPr>
        <p:spPr>
          <a:xfrm>
            <a:off x="8612379" y="4735737"/>
            <a:ext cx="0" cy="38486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55" name="Straight Arrow Connector 154">
            <a:extLst>
              <a:ext uri="{FF2B5EF4-FFF2-40B4-BE49-F238E27FC236}">
                <a16:creationId xmlns:a16="http://schemas.microsoft.com/office/drawing/2014/main" id="{94AA8C6F-345C-5FF9-B8BE-B397B1A22DBC}"/>
              </a:ext>
            </a:extLst>
          </p:cNvPr>
          <p:cNvCxnSpPr>
            <a:cxnSpLocks/>
          </p:cNvCxnSpPr>
          <p:nvPr/>
        </p:nvCxnSpPr>
        <p:spPr>
          <a:xfrm>
            <a:off x="3614469" y="4764566"/>
            <a:ext cx="0" cy="379448"/>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cxnSp>
        <p:nvCxnSpPr>
          <p:cNvPr id="146" name="Straight Arrow Connector 145">
            <a:extLst>
              <a:ext uri="{FF2B5EF4-FFF2-40B4-BE49-F238E27FC236}">
                <a16:creationId xmlns:a16="http://schemas.microsoft.com/office/drawing/2014/main" id="{223EBC3C-BB13-2F88-3FF4-B631FC4433C5}"/>
              </a:ext>
            </a:extLst>
          </p:cNvPr>
          <p:cNvCxnSpPr>
            <a:cxnSpLocks/>
          </p:cNvCxnSpPr>
          <p:nvPr/>
        </p:nvCxnSpPr>
        <p:spPr>
          <a:xfrm>
            <a:off x="8612379" y="2375777"/>
            <a:ext cx="0" cy="178905"/>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58" name="Legend1">
            <a:extLst>
              <a:ext uri="{FF2B5EF4-FFF2-40B4-BE49-F238E27FC236}">
                <a16:creationId xmlns:a16="http://schemas.microsoft.com/office/drawing/2014/main" id="{10B3EA3D-25E8-4AA6-06F7-9A0AE9BFA319}"/>
              </a:ext>
            </a:extLst>
          </p:cNvPr>
          <p:cNvSpPr txBox="1"/>
          <p:nvPr/>
        </p:nvSpPr>
        <p:spPr>
          <a:xfrm>
            <a:off x="9642572" y="4800823"/>
            <a:ext cx="1981736" cy="246221"/>
          </a:xfrm>
          <a:prstGeom prst="rect">
            <a:avLst/>
          </a:prstGeom>
          <a:noFill/>
          <a:ln>
            <a:noFill/>
            <a:miter lim="800000"/>
          </a:ln>
        </p:spPr>
        <p:txBody>
          <a:bodyPr wrap="squar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lang="en-US" sz="800">
                <a:solidFill>
                  <a:srgbClr val="000000"/>
                </a:solidFill>
                <a:latin typeface="Arial"/>
              </a:rPr>
              <a:t>Orders often have low visibility that lead to lower resolution rates for reps</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pic>
        <p:nvPicPr>
          <p:cNvPr id="159" name="CustomIcon">
            <a:extLst>
              <a:ext uri="{FF2B5EF4-FFF2-40B4-BE49-F238E27FC236}">
                <a16:creationId xmlns:a16="http://schemas.microsoft.com/office/drawing/2014/main" id="{4A7A18EE-585F-5123-5D5F-A72885AB6678}"/>
              </a:ext>
            </a:extLst>
          </p:cNvPr>
          <p:cNvPicPr>
            <a:picLocks/>
          </p:cNvPicPr>
          <p:nvPr>
            <p:custDataLst>
              <p:tags r:id="rId26"/>
            </p:custDataLst>
          </p:nvPr>
        </p:nvPicPr>
        <p:blipFill>
          <a:blip>
            <a:extLst>
              <a:ext uri="{96DAC541-7B7A-43D3-8B79-37D633B846F1}">
                <asvg:svgBlip xmlns:asvg="http://schemas.microsoft.com/office/drawing/2016/SVG/main" r:embed="rId36"/>
              </a:ext>
            </a:extLst>
          </a:blip>
          <a:stretch>
            <a:fillRect/>
          </a:stretch>
        </p:blipFill>
        <p:spPr>
          <a:xfrm>
            <a:off x="9421901" y="4802031"/>
            <a:ext cx="183126" cy="182880"/>
          </a:xfrm>
          <a:prstGeom prst="rect">
            <a:avLst/>
          </a:prstGeom>
        </p:spPr>
      </p:pic>
      <p:sp>
        <p:nvSpPr>
          <p:cNvPr id="162" name="Legend1">
            <a:extLst>
              <a:ext uri="{FF2B5EF4-FFF2-40B4-BE49-F238E27FC236}">
                <a16:creationId xmlns:a16="http://schemas.microsoft.com/office/drawing/2014/main" id="{F1C981FE-37FB-D114-762D-8D2F465A403E}"/>
              </a:ext>
            </a:extLst>
          </p:cNvPr>
          <p:cNvSpPr txBox="1"/>
          <p:nvPr/>
        </p:nvSpPr>
        <p:spPr>
          <a:xfrm>
            <a:off x="9642572" y="5956012"/>
            <a:ext cx="1981736" cy="123111"/>
          </a:xfrm>
          <a:prstGeom prst="rect">
            <a:avLst/>
          </a:prstGeom>
          <a:noFill/>
          <a:ln>
            <a:noFill/>
            <a:miter lim="800000"/>
          </a:ln>
        </p:spPr>
        <p:txBody>
          <a:bodyPr wrap="squar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lang="en-US" sz="800">
                <a:solidFill>
                  <a:srgbClr val="000000"/>
                </a:solidFill>
                <a:latin typeface="Arial"/>
              </a:rPr>
              <a:t>CC not privy to all order info</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pic>
        <p:nvPicPr>
          <p:cNvPr id="163" name="CustomIcon">
            <a:extLst>
              <a:ext uri="{FF2B5EF4-FFF2-40B4-BE49-F238E27FC236}">
                <a16:creationId xmlns:a16="http://schemas.microsoft.com/office/drawing/2014/main" id="{0888C5F2-4558-085A-0424-CD9455038404}"/>
              </a:ext>
            </a:extLst>
          </p:cNvPr>
          <p:cNvPicPr>
            <a:picLocks/>
          </p:cNvPicPr>
          <p:nvPr>
            <p:custDataLst>
              <p:tags r:id="rId27"/>
            </p:custDataLst>
          </p:nvPr>
        </p:nvPicPr>
        <p:blipFill>
          <a:blip>
            <a:extLst>
              <a:ext uri="{96DAC541-7B7A-43D3-8B79-37D633B846F1}">
                <asvg:svgBlip xmlns:asvg="http://schemas.microsoft.com/office/drawing/2016/SVG/main" r:embed="rId36"/>
              </a:ext>
            </a:extLst>
          </a:blip>
          <a:stretch>
            <a:fillRect/>
          </a:stretch>
        </p:blipFill>
        <p:spPr>
          <a:xfrm>
            <a:off x="9421901" y="5932159"/>
            <a:ext cx="183126" cy="182880"/>
          </a:xfrm>
          <a:prstGeom prst="rect">
            <a:avLst/>
          </a:prstGeom>
        </p:spPr>
      </p:pic>
      <p:sp>
        <p:nvSpPr>
          <p:cNvPr id="164" name="Star: 5 Points 163">
            <a:extLst>
              <a:ext uri="{FF2B5EF4-FFF2-40B4-BE49-F238E27FC236}">
                <a16:creationId xmlns:a16="http://schemas.microsoft.com/office/drawing/2014/main" id="{9511F400-76D1-F7FE-68BA-6845A4BB07C4}"/>
              </a:ext>
            </a:extLst>
          </p:cNvPr>
          <p:cNvSpPr>
            <a:spLocks/>
          </p:cNvSpPr>
          <p:nvPr/>
        </p:nvSpPr>
        <p:spPr>
          <a:xfrm>
            <a:off x="4663508" y="4800445"/>
            <a:ext cx="222660" cy="182880"/>
          </a:xfrm>
          <a:prstGeom prst="star5">
            <a:avLst/>
          </a:prstGeom>
          <a:solidFill>
            <a:srgbClr val="F7F093"/>
          </a:solidFill>
          <a:ln w="6350" cap="sq">
            <a:solidFill>
              <a:srgbClr val="FFC000"/>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65" name="Legend1">
            <a:extLst>
              <a:ext uri="{FF2B5EF4-FFF2-40B4-BE49-F238E27FC236}">
                <a16:creationId xmlns:a16="http://schemas.microsoft.com/office/drawing/2014/main" id="{602BB128-D00B-A790-A069-07EBBE22A02A}"/>
              </a:ext>
            </a:extLst>
          </p:cNvPr>
          <p:cNvSpPr txBox="1"/>
          <p:nvPr/>
        </p:nvSpPr>
        <p:spPr>
          <a:xfrm>
            <a:off x="4990915" y="4830799"/>
            <a:ext cx="2346723" cy="123111"/>
          </a:xfrm>
          <a:prstGeom prst="rect">
            <a:avLst/>
          </a:prstGeom>
          <a:noFill/>
          <a:ln>
            <a:noFill/>
            <a:miter lim="800000"/>
          </a:ln>
        </p:spPr>
        <p:txBody>
          <a:bodyPr wrap="square" lIns="0" tIns="0" rIns="0" bIns="0" rtlCol="0" anchor="ctr" anchorCtr="0">
            <a:spAutoFit/>
          </a:bodyPr>
          <a:lstStyle/>
          <a:p>
            <a:pPr marL="0" marR="0" lvl="0" indent="0" algn="l" defTabSz="761910" rtl="0" eaLnBrk="1" fontAlgn="auto" latinLnBrk="0" hangingPunct="1">
              <a:lnSpc>
                <a:spcPct val="100000"/>
              </a:lnSpc>
              <a:spcBef>
                <a:spcPts val="0"/>
              </a:spcBef>
              <a:spcAft>
                <a:spcPts val="500"/>
              </a:spcAft>
              <a:buClrTx/>
              <a:buSzTx/>
              <a:buFontTx/>
              <a:buNone/>
              <a:tabLst/>
              <a:defRPr/>
            </a:pPr>
            <a:r>
              <a:rPr lang="en-US" sz="800">
                <a:solidFill>
                  <a:srgbClr val="000000"/>
                </a:solidFill>
                <a:latin typeface="Arial"/>
              </a:rPr>
              <a:t>PWO tab is comprehensive when updated</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2716547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5EF224-2E61-CD13-7D13-D0EF1F56BC63}"/>
            </a:ext>
          </a:extLst>
        </p:cNvPr>
        <p:cNvGrpSpPr/>
        <p:nvPr/>
      </p:nvGrpSpPr>
      <p:grpSpPr>
        <a:xfrm>
          <a:off x="0" y="0"/>
          <a:ext cx="0" cy="0"/>
          <a:chOff x="0" y="0"/>
          <a:chExt cx="0" cy="0"/>
        </a:xfrm>
      </p:grpSpPr>
      <p:graphicFrame>
        <p:nvGraphicFramePr>
          <p:cNvPr id="26" name="Object 2" hidden="1">
            <a:extLst>
              <a:ext uri="{FF2B5EF4-FFF2-40B4-BE49-F238E27FC236}">
                <a16:creationId xmlns:a16="http://schemas.microsoft.com/office/drawing/2014/main" id="{E3C4236B-E1A6-367E-B0DE-3ECFEB13E6F4}"/>
              </a:ext>
            </a:extLst>
          </p:cNvPr>
          <p:cNvGraphicFramePr>
            <a:graphicFrameLocks noChangeAspect="1"/>
          </p:cNvGraphicFramePr>
          <p:nvPr>
            <p:custDataLst>
              <p:tags r:id="rId1"/>
            </p:custDataLst>
            <p:extLst>
              <p:ext uri="{D42A27DB-BD31-4B8C-83A1-F6EECF244321}">
                <p14:modId xmlns:p14="http://schemas.microsoft.com/office/powerpoint/2010/main" val="99823620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404" imgH="405" progId="TCLayout.ActiveDocument.1">
                  <p:embed/>
                </p:oleObj>
              </mc:Choice>
              <mc:Fallback>
                <p:oleObj name="think-cell Slide" r:id="rId34" imgW="404" imgH="405" progId="TCLayout.ActiveDocument.1">
                  <p:embed/>
                  <p:pic>
                    <p:nvPicPr>
                      <p:cNvPr id="26" name="Object 2" hidden="1">
                        <a:extLst>
                          <a:ext uri="{FF2B5EF4-FFF2-40B4-BE49-F238E27FC236}">
                            <a16:creationId xmlns:a16="http://schemas.microsoft.com/office/drawing/2014/main" id="{E3C4236B-E1A6-367E-B0DE-3ECFEB13E6F4}"/>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27CCBDF2-233F-7ABC-CE4D-67AAC2164797}"/>
              </a:ext>
            </a:extLst>
          </p:cNvPr>
          <p:cNvSpPr>
            <a:spLocks noGrp="1"/>
          </p:cNvSpPr>
          <p:nvPr>
            <p:ph type="title"/>
            <p:custDataLst>
              <p:tags r:id="rId2"/>
            </p:custDataLst>
          </p:nvPr>
        </p:nvSpPr>
        <p:spPr>
          <a:xfrm>
            <a:off x="554736" y="21008"/>
            <a:ext cx="11285572" cy="731520"/>
          </a:xfrm>
        </p:spPr>
        <p:txBody>
          <a:bodyPr vert="horz"/>
          <a:lstStyle/>
          <a:p>
            <a:r>
              <a:rPr lang="en-US" dirty="0"/>
              <a:t>E. </a:t>
            </a:r>
            <a:r>
              <a:rPr lang="en-US" i="1" dirty="0"/>
              <a:t>Order tracking &amp; visibility:</a:t>
            </a:r>
            <a:r>
              <a:rPr lang="en-US" dirty="0"/>
              <a:t> What we heard from SMEs</a:t>
            </a:r>
          </a:p>
        </p:txBody>
      </p:sp>
      <p:sp>
        <p:nvSpPr>
          <p:cNvPr id="7" name="TextBox 6">
            <a:extLst>
              <a:ext uri="{FF2B5EF4-FFF2-40B4-BE49-F238E27FC236}">
                <a16:creationId xmlns:a16="http://schemas.microsoft.com/office/drawing/2014/main" id="{9F41FA3F-B230-30BA-0832-D67C12FA64CE}"/>
              </a:ext>
            </a:extLst>
          </p:cNvPr>
          <p:cNvSpPr txBox="1">
            <a:spLocks/>
          </p:cNvSpPr>
          <p:nvPr/>
        </p:nvSpPr>
        <p:spPr>
          <a:xfrm>
            <a:off x="567350" y="1076996"/>
            <a:ext cx="4225312" cy="276999"/>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en-US" sz="1400" b="1">
                <a:solidFill>
                  <a:srgbClr val="061F79"/>
                </a:solidFill>
                <a:latin typeface="Arial"/>
              </a:rPr>
              <a:t>Key o</a:t>
            </a:r>
            <a:r>
              <a:rPr kumimoji="0" lang="en-US" sz="1400" b="1" i="0" u="none" strike="noStrike" kern="1200" cap="none" spc="0" normalizeH="0" baseline="0" noProof="0">
                <a:ln>
                  <a:noFill/>
                </a:ln>
                <a:solidFill>
                  <a:srgbClr val="061F79"/>
                </a:solidFill>
                <a:effectLst/>
                <a:uLnTx/>
                <a:uFillTx/>
                <a:latin typeface="Arial"/>
                <a:ea typeface="+mn-ea"/>
                <a:cs typeface="Arial" panose="020B0604020202020204" pitchFamily="34" charset="0"/>
              </a:rPr>
              <a:t>bservations / pain points</a:t>
            </a:r>
          </a:p>
        </p:txBody>
      </p:sp>
      <p:cxnSp>
        <p:nvCxnSpPr>
          <p:cNvPr id="92" name="Straight Connector 91">
            <a:extLst>
              <a:ext uri="{FF2B5EF4-FFF2-40B4-BE49-F238E27FC236}">
                <a16:creationId xmlns:a16="http://schemas.microsoft.com/office/drawing/2014/main" id="{772B32A4-E3BC-8D67-0A7A-DF8E0713732B}"/>
              </a:ext>
            </a:extLst>
          </p:cNvPr>
          <p:cNvCxnSpPr>
            <a:cxnSpLocks/>
          </p:cNvCxnSpPr>
          <p:nvPr>
            <p:custDataLst>
              <p:tags r:id="rId3"/>
            </p:custDataLst>
          </p:nvPr>
        </p:nvCxnSpPr>
        <p:spPr>
          <a:xfrm>
            <a:off x="547688" y="3437488"/>
            <a:ext cx="11139498"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GreyLineSeparatorDefault 10">
            <a:extLst>
              <a:ext uri="{FF2B5EF4-FFF2-40B4-BE49-F238E27FC236}">
                <a16:creationId xmlns:a16="http://schemas.microsoft.com/office/drawing/2014/main" id="{8DDEECFF-FC03-291A-A47F-47C0DAF5122F}"/>
              </a:ext>
            </a:extLst>
          </p:cNvPr>
          <p:cNvCxnSpPr>
            <a:cxnSpLocks/>
          </p:cNvCxnSpPr>
          <p:nvPr>
            <p:custDataLst>
              <p:tags r:id="rId4"/>
            </p:custDataLst>
          </p:nvPr>
        </p:nvCxnSpPr>
        <p:spPr>
          <a:xfrm>
            <a:off x="554737" y="1313729"/>
            <a:ext cx="11139498"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D91A2C3-CDF9-3A6B-A6E2-9BE429BBF243}"/>
              </a:ext>
            </a:extLst>
          </p:cNvPr>
          <p:cNvSpPr txBox="1">
            <a:spLocks/>
          </p:cNvSpPr>
          <p:nvPr>
            <p:custDataLst>
              <p:tags r:id="rId5"/>
            </p:custDataLst>
          </p:nvPr>
        </p:nvSpPr>
        <p:spPr>
          <a:xfrm>
            <a:off x="560708" y="1051599"/>
            <a:ext cx="7342655" cy="1102970"/>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89" name="Straight Connector 88">
            <a:extLst>
              <a:ext uri="{FF2B5EF4-FFF2-40B4-BE49-F238E27FC236}">
                <a16:creationId xmlns:a16="http://schemas.microsoft.com/office/drawing/2014/main" id="{57390E25-3C40-0766-F448-B2472349DA42}"/>
              </a:ext>
            </a:extLst>
          </p:cNvPr>
          <p:cNvCxnSpPr>
            <a:cxnSpLocks/>
          </p:cNvCxnSpPr>
          <p:nvPr>
            <p:custDataLst>
              <p:tags r:id="rId6"/>
            </p:custDataLst>
          </p:nvPr>
        </p:nvCxnSpPr>
        <p:spPr>
          <a:xfrm flipV="1">
            <a:off x="554736" y="5093014"/>
            <a:ext cx="11139498" cy="1"/>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649A637-CFAD-3637-F800-98BE4BAD0911}"/>
              </a:ext>
            </a:extLst>
          </p:cNvPr>
          <p:cNvSpPr txBox="1"/>
          <p:nvPr>
            <p:custDataLst>
              <p:tags r:id="rId7"/>
            </p:custDataLst>
          </p:nvPr>
        </p:nvSpPr>
        <p:spPr>
          <a:xfrm>
            <a:off x="587456" y="1644905"/>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6" name="TextBox 35">
            <a:extLst>
              <a:ext uri="{FF2B5EF4-FFF2-40B4-BE49-F238E27FC236}">
                <a16:creationId xmlns:a16="http://schemas.microsoft.com/office/drawing/2014/main" id="{64F87765-560F-9044-C7CA-9D81C2A11258}"/>
              </a:ext>
            </a:extLst>
          </p:cNvPr>
          <p:cNvSpPr txBox="1"/>
          <p:nvPr>
            <p:custDataLst>
              <p:tags r:id="rId8"/>
            </p:custDataLst>
          </p:nvPr>
        </p:nvSpPr>
        <p:spPr>
          <a:xfrm>
            <a:off x="587456" y="1942357"/>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7" name="TextBox 36">
            <a:extLst>
              <a:ext uri="{FF2B5EF4-FFF2-40B4-BE49-F238E27FC236}">
                <a16:creationId xmlns:a16="http://schemas.microsoft.com/office/drawing/2014/main" id="{DAA94A54-B001-029F-873F-F8E2700BBAB4}"/>
              </a:ext>
            </a:extLst>
          </p:cNvPr>
          <p:cNvSpPr txBox="1"/>
          <p:nvPr>
            <p:custDataLst>
              <p:tags r:id="rId9"/>
            </p:custDataLst>
          </p:nvPr>
        </p:nvSpPr>
        <p:spPr>
          <a:xfrm>
            <a:off x="587456" y="2239809"/>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8" name="TextBox 37">
            <a:extLst>
              <a:ext uri="{FF2B5EF4-FFF2-40B4-BE49-F238E27FC236}">
                <a16:creationId xmlns:a16="http://schemas.microsoft.com/office/drawing/2014/main" id="{BF901202-07FA-5078-B79A-32582163856B}"/>
              </a:ext>
            </a:extLst>
          </p:cNvPr>
          <p:cNvSpPr txBox="1"/>
          <p:nvPr>
            <p:custDataLst>
              <p:tags r:id="rId10"/>
            </p:custDataLst>
          </p:nvPr>
        </p:nvSpPr>
        <p:spPr>
          <a:xfrm>
            <a:off x="587456" y="2622156"/>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5" name="TextBox 64">
            <a:extLst>
              <a:ext uri="{FF2B5EF4-FFF2-40B4-BE49-F238E27FC236}">
                <a16:creationId xmlns:a16="http://schemas.microsoft.com/office/drawing/2014/main" id="{F0526B26-F0EF-002F-5B39-9A549F145003}"/>
              </a:ext>
            </a:extLst>
          </p:cNvPr>
          <p:cNvSpPr txBox="1"/>
          <p:nvPr>
            <p:custDataLst>
              <p:tags r:id="rId11"/>
            </p:custDataLst>
          </p:nvPr>
        </p:nvSpPr>
        <p:spPr>
          <a:xfrm>
            <a:off x="4177099" y="1644905"/>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6" name="TextBox 65">
            <a:extLst>
              <a:ext uri="{FF2B5EF4-FFF2-40B4-BE49-F238E27FC236}">
                <a16:creationId xmlns:a16="http://schemas.microsoft.com/office/drawing/2014/main" id="{5BF7EA5A-2ACD-07ED-1CEE-90C3F4D16E44}"/>
              </a:ext>
            </a:extLst>
          </p:cNvPr>
          <p:cNvSpPr txBox="1"/>
          <p:nvPr>
            <p:custDataLst>
              <p:tags r:id="rId12"/>
            </p:custDataLst>
          </p:nvPr>
        </p:nvSpPr>
        <p:spPr>
          <a:xfrm>
            <a:off x="4177099" y="1942357"/>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7" name="TextBox 66">
            <a:extLst>
              <a:ext uri="{FF2B5EF4-FFF2-40B4-BE49-F238E27FC236}">
                <a16:creationId xmlns:a16="http://schemas.microsoft.com/office/drawing/2014/main" id="{CB192331-88B4-BDFD-91CD-79D8FEFBDD44}"/>
              </a:ext>
            </a:extLst>
          </p:cNvPr>
          <p:cNvSpPr txBox="1"/>
          <p:nvPr>
            <p:custDataLst>
              <p:tags r:id="rId13"/>
            </p:custDataLst>
          </p:nvPr>
        </p:nvSpPr>
        <p:spPr>
          <a:xfrm>
            <a:off x="4177099" y="2239809"/>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8" name="TextBox 67">
            <a:extLst>
              <a:ext uri="{FF2B5EF4-FFF2-40B4-BE49-F238E27FC236}">
                <a16:creationId xmlns:a16="http://schemas.microsoft.com/office/drawing/2014/main" id="{9E1A928B-1834-B7B2-8B99-94F519315ED4}"/>
              </a:ext>
            </a:extLst>
          </p:cNvPr>
          <p:cNvSpPr txBox="1"/>
          <p:nvPr>
            <p:custDataLst>
              <p:tags r:id="rId14"/>
            </p:custDataLst>
          </p:nvPr>
        </p:nvSpPr>
        <p:spPr>
          <a:xfrm>
            <a:off x="4177099" y="2600324"/>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3" name="TextBox 32">
            <a:extLst>
              <a:ext uri="{FF2B5EF4-FFF2-40B4-BE49-F238E27FC236}">
                <a16:creationId xmlns:a16="http://schemas.microsoft.com/office/drawing/2014/main" id="{4F3579DE-59A8-31F9-5FFC-05BE1AEBCB35}"/>
              </a:ext>
            </a:extLst>
          </p:cNvPr>
          <p:cNvSpPr txBox="1">
            <a:spLocks/>
          </p:cNvSpPr>
          <p:nvPr>
            <p:custDataLst>
              <p:tags r:id="rId15"/>
            </p:custDataLst>
          </p:nvPr>
        </p:nvSpPr>
        <p:spPr>
          <a:xfrm>
            <a:off x="857588" y="5170367"/>
            <a:ext cx="7579994" cy="124856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Inconsistent FSP discipline drives avoidable “Where is my order” inquiries and duplicate work</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~30% of inbound asks could already be answered from existing activity notes on Engage; nevertheless, FSPs often ask via email/Teams</a:t>
            </a:r>
          </a:p>
          <a:p>
            <a:pPr marL="576263" lvl="2" indent="-285750">
              <a:buFont typeface="Courier New" panose="02070309020205020404" pitchFamily="49" charset="0"/>
              <a:buChar char="o"/>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Also, while FSPs receive WIP/ship reports 1–2x per week</a:t>
            </a:r>
            <a:r>
              <a:rPr lang="en-US" sz="1200">
                <a:solidFill>
                  <a:srgbClr val="000000"/>
                </a:solidFill>
                <a:latin typeface="Arial"/>
              </a:rPr>
              <a:t>; they often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ask SSRs to confirm dates/status</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Some FSPs reach out to both TM and SSR after order release because they’re unclear about who’s owns the order (and to receive faster answers to their inquiries)</a:t>
            </a: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a:p>
            <a:pPr marL="515938" marR="0" lvl="2" indent="-287338"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endPar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12" name="Group 11">
            <a:extLst>
              <a:ext uri="{FF2B5EF4-FFF2-40B4-BE49-F238E27FC236}">
                <a16:creationId xmlns:a16="http://schemas.microsoft.com/office/drawing/2014/main" id="{66DBF043-9266-7C1E-5877-1A1F50D72483}"/>
              </a:ext>
            </a:extLst>
          </p:cNvPr>
          <p:cNvGrpSpPr>
            <a:grpSpLocks/>
          </p:cNvGrpSpPr>
          <p:nvPr/>
        </p:nvGrpSpPr>
        <p:grpSpPr>
          <a:xfrm>
            <a:off x="8539094" y="5101323"/>
            <a:ext cx="3186896" cy="1006152"/>
            <a:chOff x="7676101" y="521480"/>
            <a:chExt cx="3186896" cy="637252"/>
          </a:xfrm>
        </p:grpSpPr>
        <p:sp>
          <p:nvSpPr>
            <p:cNvPr id="14" name="Rectangle: Rounded Corners 13">
              <a:extLst>
                <a:ext uri="{FF2B5EF4-FFF2-40B4-BE49-F238E27FC236}">
                  <a16:creationId xmlns:a16="http://schemas.microsoft.com/office/drawing/2014/main" id="{B4ACF532-E0E3-9476-DCB9-FB44F30E65B4}"/>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defRPr/>
              </a:pPr>
              <a:r>
                <a:rPr lang="en-US" sz="1100" i="1">
                  <a:solidFill>
                    <a:schemeClr val="tx1"/>
                  </a:solidFill>
                </a:rPr>
                <a:t>Most of my sales pros don’t use Engage like they should… it’s much easier to reach out to an SSR</a:t>
              </a:r>
              <a:endParaRPr kumimoji="0" lang="en-US" sz="1100" b="0" i="1" u="none" strike="noStrike" kern="1200" cap="none" spc="0" normalizeH="0" baseline="0" noProof="0">
                <a:ln>
                  <a:noFill/>
                </a:ln>
                <a:solidFill>
                  <a:schemeClr val="tx1"/>
                </a:solidFill>
                <a:effectLst/>
                <a:uLnTx/>
                <a:uFillTx/>
                <a:latin typeface="Arial"/>
                <a:ea typeface="+mn-ea"/>
                <a:cs typeface="+mn-cs"/>
              </a:endParaRPr>
            </a:p>
          </p:txBody>
        </p:sp>
        <p:sp>
          <p:nvSpPr>
            <p:cNvPr id="15" name="TextBox 14">
              <a:extLst>
                <a:ext uri="{FF2B5EF4-FFF2-40B4-BE49-F238E27FC236}">
                  <a16:creationId xmlns:a16="http://schemas.microsoft.com/office/drawing/2014/main" id="{A0A5C66A-DC85-FA49-A862-E74E2DFA6D2E}"/>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sp>
        <p:nvSpPr>
          <p:cNvPr id="6" name="TextBox 5">
            <a:extLst>
              <a:ext uri="{FF2B5EF4-FFF2-40B4-BE49-F238E27FC236}">
                <a16:creationId xmlns:a16="http://schemas.microsoft.com/office/drawing/2014/main" id="{62242776-D6BE-7051-76C8-80FE33E609A5}"/>
              </a:ext>
            </a:extLst>
          </p:cNvPr>
          <p:cNvSpPr txBox="1"/>
          <p:nvPr>
            <p:custDataLst>
              <p:tags r:id="rId16"/>
            </p:custDataLst>
          </p:nvPr>
        </p:nvSpPr>
        <p:spPr>
          <a:xfrm>
            <a:off x="620984" y="3883001"/>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 name="TextBox 19">
            <a:extLst>
              <a:ext uri="{FF2B5EF4-FFF2-40B4-BE49-F238E27FC236}">
                <a16:creationId xmlns:a16="http://schemas.microsoft.com/office/drawing/2014/main" id="{C39FA39E-5390-A594-2B67-DA96A65D768C}"/>
              </a:ext>
            </a:extLst>
          </p:cNvPr>
          <p:cNvSpPr txBox="1"/>
          <p:nvPr>
            <p:custDataLst>
              <p:tags r:id="rId17"/>
            </p:custDataLst>
          </p:nvPr>
        </p:nvSpPr>
        <p:spPr>
          <a:xfrm>
            <a:off x="620984" y="4502960"/>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4" name="TextBox 53">
            <a:extLst>
              <a:ext uri="{FF2B5EF4-FFF2-40B4-BE49-F238E27FC236}">
                <a16:creationId xmlns:a16="http://schemas.microsoft.com/office/drawing/2014/main" id="{3DD9E2C5-6601-FBE8-56E3-14415C5F1C74}"/>
              </a:ext>
            </a:extLst>
          </p:cNvPr>
          <p:cNvSpPr txBox="1"/>
          <p:nvPr>
            <p:custDataLst>
              <p:tags r:id="rId18"/>
            </p:custDataLst>
          </p:nvPr>
        </p:nvSpPr>
        <p:spPr>
          <a:xfrm>
            <a:off x="4210627" y="3883001"/>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7" name="TextBox 56">
            <a:extLst>
              <a:ext uri="{FF2B5EF4-FFF2-40B4-BE49-F238E27FC236}">
                <a16:creationId xmlns:a16="http://schemas.microsoft.com/office/drawing/2014/main" id="{F21D31CB-113A-CC22-F953-431E139D95B9}"/>
              </a:ext>
            </a:extLst>
          </p:cNvPr>
          <p:cNvSpPr txBox="1"/>
          <p:nvPr>
            <p:custDataLst>
              <p:tags r:id="rId19"/>
            </p:custDataLst>
          </p:nvPr>
        </p:nvSpPr>
        <p:spPr>
          <a:xfrm>
            <a:off x="4210627" y="4502960"/>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9" name="TextBox 38">
            <a:extLst>
              <a:ext uri="{FF2B5EF4-FFF2-40B4-BE49-F238E27FC236}">
                <a16:creationId xmlns:a16="http://schemas.microsoft.com/office/drawing/2014/main" id="{3CCBE6AF-3352-C545-2267-E85ED2C6E471}"/>
              </a:ext>
            </a:extLst>
          </p:cNvPr>
          <p:cNvSpPr txBox="1"/>
          <p:nvPr>
            <p:custDataLst>
              <p:tags r:id="rId20"/>
            </p:custDataLst>
          </p:nvPr>
        </p:nvSpPr>
        <p:spPr>
          <a:xfrm>
            <a:off x="587456" y="270694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0" name="TextBox 39">
            <a:extLst>
              <a:ext uri="{FF2B5EF4-FFF2-40B4-BE49-F238E27FC236}">
                <a16:creationId xmlns:a16="http://schemas.microsoft.com/office/drawing/2014/main" id="{78B66918-46F0-CB28-8684-A27A80D3CBED}"/>
              </a:ext>
            </a:extLst>
          </p:cNvPr>
          <p:cNvSpPr txBox="1"/>
          <p:nvPr>
            <p:custDataLst>
              <p:tags r:id="rId21"/>
            </p:custDataLst>
          </p:nvPr>
        </p:nvSpPr>
        <p:spPr>
          <a:xfrm>
            <a:off x="587456" y="3004400"/>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9" name="TextBox 68">
            <a:extLst>
              <a:ext uri="{FF2B5EF4-FFF2-40B4-BE49-F238E27FC236}">
                <a16:creationId xmlns:a16="http://schemas.microsoft.com/office/drawing/2014/main" id="{0CA14646-DC3F-F950-F82B-A4955F22F5B4}"/>
              </a:ext>
            </a:extLst>
          </p:cNvPr>
          <p:cNvSpPr txBox="1"/>
          <p:nvPr>
            <p:custDataLst>
              <p:tags r:id="rId22"/>
            </p:custDataLst>
          </p:nvPr>
        </p:nvSpPr>
        <p:spPr>
          <a:xfrm>
            <a:off x="4177099" y="270694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TextBox 4">
            <a:extLst>
              <a:ext uri="{FF2B5EF4-FFF2-40B4-BE49-F238E27FC236}">
                <a16:creationId xmlns:a16="http://schemas.microsoft.com/office/drawing/2014/main" id="{1CB99D65-6DD4-F680-ED20-FAA26CE24178}"/>
              </a:ext>
            </a:extLst>
          </p:cNvPr>
          <p:cNvSpPr txBox="1">
            <a:spLocks/>
          </p:cNvSpPr>
          <p:nvPr>
            <p:custDataLst>
              <p:tags r:id="rId23"/>
            </p:custDataLst>
          </p:nvPr>
        </p:nvSpPr>
        <p:spPr>
          <a:xfrm>
            <a:off x="858321" y="1426328"/>
            <a:ext cx="7342655" cy="182867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buNone/>
              <a:defRPr/>
            </a:pPr>
            <a:r>
              <a:rPr lang="en-US" sz="1200" b="1"/>
              <a:t>Order status tracking is fragmented across tools and varies by role, forcing manual navigation</a:t>
            </a:r>
          </a:p>
          <a:p>
            <a:pPr marL="171450" lvl="0" indent="-171450">
              <a:buFont typeface="Arial" panose="020B0604020202020204" pitchFamily="34" charset="0"/>
              <a:buChar char="•"/>
              <a:defRPr/>
            </a:pPr>
            <a:r>
              <a:rPr lang="en-US" sz="1200"/>
              <a:t>SSRs and CC reps need to navigate multiple platforms (e.g., Engage/SAP notes, SAP workflow, carrier tracking, vendor / decorator portals, and emails) to stitch order status together</a:t>
            </a:r>
          </a:p>
          <a:p>
            <a:pPr marL="514350" lvl="1" indent="-285750">
              <a:buFont typeface="Courier New" panose="02070309020205020404" pitchFamily="49" charset="0"/>
              <a:buChar char="o"/>
              <a:defRPr/>
            </a:pPr>
            <a:r>
              <a:rPr lang="en-US" sz="1200"/>
              <a:t>SSRs and CC reps follow roughly the same steps / process to track orders and provides updates to FSPs or end-consumers</a:t>
            </a:r>
          </a:p>
          <a:p>
            <a:pPr marL="171450" lvl="0" indent="-171450">
              <a:buFont typeface="Arial" panose="020B0604020202020204" pitchFamily="34" charset="0"/>
              <a:buChar char="•"/>
              <a:defRPr/>
            </a:pPr>
            <a:r>
              <a:rPr lang="en-US" sz="1200"/>
              <a:t>Some order information lives outside core systems (e.g., WIP reports on shared drives, or vendor websites with restricted logins requiring Purchasing involvement), creating additional steps and inconsistency.</a:t>
            </a:r>
          </a:p>
          <a:p>
            <a:pPr marL="171450" lvl="0" indent="-171450">
              <a:buFont typeface="Arial" panose="020B0604020202020204" pitchFamily="34" charset="0"/>
              <a:buChar char="•"/>
              <a:defRPr/>
            </a:pPr>
            <a:r>
              <a:rPr lang="en-US" sz="1200"/>
              <a:t>SAP order visibility varies by role within BSN – e.g., CC reps need to escalate simply to retrieve information readily visible to Purchasing</a:t>
            </a:r>
            <a:endPar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16" name="Group 15">
            <a:extLst>
              <a:ext uri="{FF2B5EF4-FFF2-40B4-BE49-F238E27FC236}">
                <a16:creationId xmlns:a16="http://schemas.microsoft.com/office/drawing/2014/main" id="{F25659D9-C53C-E73B-8C46-DAD7EA567372}"/>
              </a:ext>
            </a:extLst>
          </p:cNvPr>
          <p:cNvGrpSpPr>
            <a:grpSpLocks/>
          </p:cNvGrpSpPr>
          <p:nvPr/>
        </p:nvGrpSpPr>
        <p:grpSpPr>
          <a:xfrm>
            <a:off x="8539094" y="2352204"/>
            <a:ext cx="3186896" cy="887958"/>
            <a:chOff x="7676101" y="521480"/>
            <a:chExt cx="3186896" cy="637252"/>
          </a:xfrm>
        </p:grpSpPr>
        <p:sp>
          <p:nvSpPr>
            <p:cNvPr id="18" name="Rectangle: Rounded Corners 17">
              <a:extLst>
                <a:ext uri="{FF2B5EF4-FFF2-40B4-BE49-F238E27FC236}">
                  <a16:creationId xmlns:a16="http://schemas.microsoft.com/office/drawing/2014/main" id="{17FE003B-26C0-07C6-9988-7716CED10133}"/>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defRPr/>
              </a:pPr>
              <a:r>
                <a:rPr lang="en-US" sz="1100" i="1">
                  <a:solidFill>
                    <a:schemeClr val="tx1"/>
                  </a:solidFill>
                </a:rPr>
                <a:t>Depending on your role, your visibility in SAP is going to vary widely… people expect you to have access to information you don’t</a:t>
              </a:r>
              <a:endParaRPr kumimoji="0" lang="en-US" sz="1100" b="0" i="1" u="none" strike="noStrike" kern="1200" cap="none" spc="0" normalizeH="0" baseline="0" noProof="0">
                <a:ln>
                  <a:noFill/>
                </a:ln>
                <a:solidFill>
                  <a:schemeClr val="tx1"/>
                </a:solidFill>
                <a:effectLst/>
                <a:uLnTx/>
                <a:uFillTx/>
                <a:latin typeface="Arial"/>
                <a:ea typeface="+mn-ea"/>
                <a:cs typeface="+mn-cs"/>
              </a:endParaRPr>
            </a:p>
          </p:txBody>
        </p:sp>
        <p:sp>
          <p:nvSpPr>
            <p:cNvPr id="22" name="TextBox 21">
              <a:extLst>
                <a:ext uri="{FF2B5EF4-FFF2-40B4-BE49-F238E27FC236}">
                  <a16:creationId xmlns:a16="http://schemas.microsoft.com/office/drawing/2014/main" id="{9F9B0065-F257-AEEF-D748-15AAEF91F29F}"/>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grpSp>
        <p:nvGrpSpPr>
          <p:cNvPr id="41" name="Group 40">
            <a:extLst>
              <a:ext uri="{FF2B5EF4-FFF2-40B4-BE49-F238E27FC236}">
                <a16:creationId xmlns:a16="http://schemas.microsoft.com/office/drawing/2014/main" id="{C29167A5-7B68-FDC4-5EAE-16235FEBEC25}"/>
              </a:ext>
            </a:extLst>
          </p:cNvPr>
          <p:cNvGrpSpPr>
            <a:grpSpLocks/>
          </p:cNvGrpSpPr>
          <p:nvPr/>
        </p:nvGrpSpPr>
        <p:grpSpPr>
          <a:xfrm>
            <a:off x="8539094" y="1471984"/>
            <a:ext cx="3186896" cy="863960"/>
            <a:chOff x="7676101" y="521480"/>
            <a:chExt cx="3186896" cy="637252"/>
          </a:xfrm>
        </p:grpSpPr>
        <p:sp>
          <p:nvSpPr>
            <p:cNvPr id="45" name="Rectangle: Rounded Corners 44">
              <a:extLst>
                <a:ext uri="{FF2B5EF4-FFF2-40B4-BE49-F238E27FC236}">
                  <a16:creationId xmlns:a16="http://schemas.microsoft.com/office/drawing/2014/main" id="{55AE07A7-0246-252E-5467-FAF1400EC37A}"/>
                </a:ext>
              </a:extLst>
            </p:cNvPr>
            <p:cNvSpPr>
              <a:spLocks/>
            </p:cNvSpPr>
            <p:nvPr/>
          </p:nvSpPr>
          <p:spPr>
            <a:xfrm>
              <a:off x="7963923" y="619788"/>
              <a:ext cx="2899074" cy="52827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defRPr/>
              </a:pPr>
              <a:r>
                <a:rPr lang="en-US" sz="1100" i="1">
                  <a:solidFill>
                    <a:schemeClr val="tx1"/>
                  </a:solidFill>
                </a:rPr>
                <a:t>It’s not intuitive.. heavily relies on personal experience and ‘vibes’</a:t>
              </a:r>
              <a:endParaRPr kumimoji="0" lang="en-US" sz="1100" b="0" i="1" u="none" strike="noStrike" kern="1200" cap="none" spc="0" normalizeH="0" baseline="0" noProof="0">
                <a:ln>
                  <a:noFill/>
                </a:ln>
                <a:solidFill>
                  <a:schemeClr val="tx1"/>
                </a:solidFill>
                <a:effectLst/>
                <a:uLnTx/>
                <a:uFillTx/>
                <a:latin typeface="Arial"/>
                <a:ea typeface="+mn-ea"/>
                <a:cs typeface="+mn-cs"/>
              </a:endParaRPr>
            </a:p>
          </p:txBody>
        </p:sp>
        <p:sp>
          <p:nvSpPr>
            <p:cNvPr id="49" name="TextBox 48">
              <a:extLst>
                <a:ext uri="{FF2B5EF4-FFF2-40B4-BE49-F238E27FC236}">
                  <a16:creationId xmlns:a16="http://schemas.microsoft.com/office/drawing/2014/main" id="{563202F5-3E46-B572-4C3D-848B6B6A67A3}"/>
                </a:ext>
              </a:extLst>
            </p:cNvPr>
            <p:cNvSpPr txBox="1"/>
            <p:nvPr/>
          </p:nvSpPr>
          <p:spPr>
            <a:xfrm>
              <a:off x="7676101" y="521480"/>
              <a:ext cx="227375" cy="63725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grpSp>
      <p:sp>
        <p:nvSpPr>
          <p:cNvPr id="24" name="TextBox 23">
            <a:extLst>
              <a:ext uri="{FF2B5EF4-FFF2-40B4-BE49-F238E27FC236}">
                <a16:creationId xmlns:a16="http://schemas.microsoft.com/office/drawing/2014/main" id="{F8C8DDE0-1D48-E3F5-9203-DB1B70520F9A}"/>
              </a:ext>
            </a:extLst>
          </p:cNvPr>
          <p:cNvSpPr txBox="1"/>
          <p:nvPr>
            <p:custDataLst>
              <p:tags r:id="rId24"/>
            </p:custDataLst>
          </p:nvPr>
        </p:nvSpPr>
        <p:spPr>
          <a:xfrm>
            <a:off x="645237" y="373975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7" name="TextBox 26">
            <a:extLst>
              <a:ext uri="{FF2B5EF4-FFF2-40B4-BE49-F238E27FC236}">
                <a16:creationId xmlns:a16="http://schemas.microsoft.com/office/drawing/2014/main" id="{B338BC95-BE0D-C8DA-61B7-871244421AF1}"/>
              </a:ext>
            </a:extLst>
          </p:cNvPr>
          <p:cNvSpPr txBox="1">
            <a:spLocks/>
          </p:cNvSpPr>
          <p:nvPr>
            <p:custDataLst>
              <p:tags r:id="rId25"/>
            </p:custDataLst>
          </p:nvPr>
        </p:nvSpPr>
        <p:spPr>
          <a:xfrm>
            <a:off x="857589" y="3525138"/>
            <a:ext cx="7343388" cy="169822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0">
              <a:defRPr/>
            </a:pPr>
            <a:r>
              <a:rPr lang="en-US" sz="1200" b="1"/>
              <a:t> Incomplete / inconsistent signals on order status create blind spots in visibility</a:t>
            </a:r>
          </a:p>
          <a:p>
            <a:pPr lvl="1">
              <a:defRPr/>
            </a:pPr>
            <a:r>
              <a:rPr lang="en-US" sz="1200"/>
              <a:t>Tracking can be pulled directly from SAP about ~60% of the time; ~35% times it requires access to vendor websites; the remaining ~5% requires repeated outreach and escalation to vendors</a:t>
            </a:r>
          </a:p>
          <a:p>
            <a:pPr lvl="1">
              <a:defRPr/>
            </a:pPr>
            <a:r>
              <a:rPr lang="en-US" sz="1200"/>
              <a:t>Vendor / decorator portals and PWO tab in SAP cover many cases, but reliability is uneven (e.g., system down, info not updated), pushing work back to email/calls</a:t>
            </a:r>
          </a:p>
          <a:p>
            <a:pPr lvl="1">
              <a:defRPr/>
            </a:pPr>
            <a:r>
              <a:rPr lang="en-US" sz="1200"/>
              <a:t>CC rep visibility frequently breaks when downstream handling decisions are not captured in SAP in ~40% of cases, forcing escalation to SSR or decorators, delaying resolution</a:t>
            </a:r>
          </a:p>
          <a:p>
            <a:pPr lvl="1">
              <a:defRPr/>
            </a:pPr>
            <a:endPar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1" name="TextBox 30">
            <a:extLst>
              <a:ext uri="{FF2B5EF4-FFF2-40B4-BE49-F238E27FC236}">
                <a16:creationId xmlns:a16="http://schemas.microsoft.com/office/drawing/2014/main" id="{E678A832-881B-B401-73D5-353BB4C62266}"/>
              </a:ext>
            </a:extLst>
          </p:cNvPr>
          <p:cNvSpPr txBox="1"/>
          <p:nvPr>
            <p:custDataLst>
              <p:tags r:id="rId26"/>
            </p:custDataLst>
          </p:nvPr>
        </p:nvSpPr>
        <p:spPr>
          <a:xfrm>
            <a:off x="645237" y="4164730"/>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8" name="TextBox 57">
            <a:extLst>
              <a:ext uri="{FF2B5EF4-FFF2-40B4-BE49-F238E27FC236}">
                <a16:creationId xmlns:a16="http://schemas.microsoft.com/office/drawing/2014/main" id="{FEEF1578-8F13-8D5A-FB51-6530EAD2499F}"/>
              </a:ext>
            </a:extLst>
          </p:cNvPr>
          <p:cNvSpPr txBox="1"/>
          <p:nvPr>
            <p:custDataLst>
              <p:tags r:id="rId27"/>
            </p:custDataLst>
          </p:nvPr>
        </p:nvSpPr>
        <p:spPr>
          <a:xfrm>
            <a:off x="4234880" y="3739758"/>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0" name="TextBox 59">
            <a:extLst>
              <a:ext uri="{FF2B5EF4-FFF2-40B4-BE49-F238E27FC236}">
                <a16:creationId xmlns:a16="http://schemas.microsoft.com/office/drawing/2014/main" id="{550FAF02-252C-4AAF-ED29-417BB6D399D6}"/>
              </a:ext>
            </a:extLst>
          </p:cNvPr>
          <p:cNvSpPr txBox="1"/>
          <p:nvPr>
            <p:custDataLst>
              <p:tags r:id="rId28"/>
            </p:custDataLst>
          </p:nvPr>
        </p:nvSpPr>
        <p:spPr>
          <a:xfrm>
            <a:off x="4234880" y="4164730"/>
            <a:ext cx="3513667" cy="8923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2" name="Rectangle: Rounded Corners 31">
            <a:extLst>
              <a:ext uri="{FF2B5EF4-FFF2-40B4-BE49-F238E27FC236}">
                <a16:creationId xmlns:a16="http://schemas.microsoft.com/office/drawing/2014/main" id="{C37AF9C5-9A00-FB6A-1526-1981AF23B72A}"/>
              </a:ext>
            </a:extLst>
          </p:cNvPr>
          <p:cNvSpPr>
            <a:spLocks/>
          </p:cNvSpPr>
          <p:nvPr/>
        </p:nvSpPr>
        <p:spPr>
          <a:xfrm>
            <a:off x="8826918" y="3521737"/>
            <a:ext cx="2899074" cy="620342"/>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defRPr/>
            </a:pPr>
            <a:r>
              <a:rPr lang="en-US" sz="1100" i="1">
                <a:solidFill>
                  <a:schemeClr val="tx1"/>
                </a:solidFill>
              </a:rPr>
              <a:t>If you can find a way so that PWO is filled out on every order, that would resolve a lot of pain points</a:t>
            </a:r>
            <a:endParaRPr kumimoji="0" lang="en-US" sz="1100" b="0" i="1" u="none" strike="noStrike" kern="1200" cap="none" spc="0" normalizeH="0" baseline="0" noProof="0">
              <a:ln>
                <a:noFill/>
              </a:ln>
              <a:solidFill>
                <a:schemeClr val="tx1"/>
              </a:solidFill>
              <a:effectLst/>
              <a:uLnTx/>
              <a:uFillTx/>
              <a:latin typeface="Arial"/>
              <a:ea typeface="+mn-ea"/>
              <a:cs typeface="+mn-cs"/>
            </a:endParaRPr>
          </a:p>
        </p:txBody>
      </p:sp>
      <p:sp>
        <p:nvSpPr>
          <p:cNvPr id="34" name="TextBox 33">
            <a:extLst>
              <a:ext uri="{FF2B5EF4-FFF2-40B4-BE49-F238E27FC236}">
                <a16:creationId xmlns:a16="http://schemas.microsoft.com/office/drawing/2014/main" id="{3E01ABF0-DA53-27E6-71E1-0FC9B2D61A8E}"/>
              </a:ext>
            </a:extLst>
          </p:cNvPr>
          <p:cNvSpPr txBox="1"/>
          <p:nvPr/>
        </p:nvSpPr>
        <p:spPr>
          <a:xfrm>
            <a:off x="8539096" y="3380828"/>
            <a:ext cx="227375" cy="9133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70" name="Rectangle: Rounded Corners 69">
            <a:extLst>
              <a:ext uri="{FF2B5EF4-FFF2-40B4-BE49-F238E27FC236}">
                <a16:creationId xmlns:a16="http://schemas.microsoft.com/office/drawing/2014/main" id="{6205DA66-050E-9A1D-DF99-C3B5694E1EC3}"/>
              </a:ext>
            </a:extLst>
          </p:cNvPr>
          <p:cNvSpPr>
            <a:spLocks/>
          </p:cNvSpPr>
          <p:nvPr/>
        </p:nvSpPr>
        <p:spPr>
          <a:xfrm>
            <a:off x="8826918" y="4254518"/>
            <a:ext cx="2899074" cy="757194"/>
          </a:xfrm>
          <a:prstGeom prst="roundRect">
            <a:avLst/>
          </a:prstGeom>
          <a:solidFill>
            <a:schemeClr val="bg2">
              <a:lumMod val="95000"/>
            </a:schemeClr>
          </a:solidFill>
          <a:ln w="6350"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defRPr/>
            </a:pPr>
            <a:r>
              <a:rPr lang="en-US" sz="1100" i="1">
                <a:solidFill>
                  <a:schemeClr val="tx1"/>
                </a:solidFill>
              </a:rPr>
              <a:t>If we have to reach out, [for resolution] business hours turns into business days… that has a severely negative impact on our service level</a:t>
            </a:r>
            <a:endParaRPr kumimoji="0" lang="en-US" b="0" i="0" u="none" strike="noStrike" kern="1200" cap="none" spc="0" normalizeH="0" baseline="0" noProof="0">
              <a:ln>
                <a:noFill/>
              </a:ln>
              <a:solidFill>
                <a:srgbClr val="000000"/>
              </a:solidFill>
              <a:effectLst/>
              <a:uLnTx/>
              <a:uFillTx/>
              <a:latin typeface="Arial"/>
              <a:ea typeface="+mn-ea"/>
              <a:cs typeface="+mn-cs"/>
            </a:endParaRPr>
          </a:p>
        </p:txBody>
      </p:sp>
      <p:sp>
        <p:nvSpPr>
          <p:cNvPr id="71" name="TextBox 70">
            <a:extLst>
              <a:ext uri="{FF2B5EF4-FFF2-40B4-BE49-F238E27FC236}">
                <a16:creationId xmlns:a16="http://schemas.microsoft.com/office/drawing/2014/main" id="{7E19BFCF-BFAA-19DF-E887-24E29E99C5B4}"/>
              </a:ext>
            </a:extLst>
          </p:cNvPr>
          <p:cNvSpPr txBox="1"/>
          <p:nvPr/>
        </p:nvSpPr>
        <p:spPr>
          <a:xfrm>
            <a:off x="8539096" y="4113609"/>
            <a:ext cx="227375" cy="9133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4800" b="1" i="0" u="none" strike="noStrike" kern="1200" cap="none" spc="0" normalizeH="0" baseline="0" noProof="0">
                <a:ln>
                  <a:noFill/>
                </a:ln>
                <a:solidFill>
                  <a:srgbClr val="FFFFFF">
                    <a:lumMod val="65000"/>
                  </a:srgbClr>
                </a:solidFill>
                <a:effectLst/>
                <a:uLnTx/>
                <a:uFillTx/>
                <a:latin typeface="Georgia"/>
                <a:ea typeface="+mn-ea"/>
                <a:cs typeface="Arial" panose="020B0604020202020204" pitchFamily="34" charset="0"/>
              </a:rPr>
              <a:t>“</a:t>
            </a:r>
          </a:p>
        </p:txBody>
      </p:sp>
      <p:sp>
        <p:nvSpPr>
          <p:cNvPr id="21" name="TrackerNumBlue 9">
            <a:extLst>
              <a:ext uri="{FF2B5EF4-FFF2-40B4-BE49-F238E27FC236}">
                <a16:creationId xmlns:a16="http://schemas.microsoft.com/office/drawing/2014/main" id="{D67E47ED-5F76-0E35-571F-19250640CB7F}"/>
              </a:ext>
            </a:extLst>
          </p:cNvPr>
          <p:cNvSpPr/>
          <p:nvPr>
            <p:custDataLst>
              <p:tags r:id="rId29"/>
            </p:custDataLst>
          </p:nvPr>
        </p:nvSpPr>
        <p:spPr>
          <a:xfrm>
            <a:off x="567350" y="1393921"/>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1</a:t>
            </a:r>
          </a:p>
        </p:txBody>
      </p:sp>
      <p:sp>
        <p:nvSpPr>
          <p:cNvPr id="43" name="TrackerNumBlue 9">
            <a:extLst>
              <a:ext uri="{FF2B5EF4-FFF2-40B4-BE49-F238E27FC236}">
                <a16:creationId xmlns:a16="http://schemas.microsoft.com/office/drawing/2014/main" id="{7335A12D-02E4-33B3-3D3F-C2147FC1A54F}"/>
              </a:ext>
            </a:extLst>
          </p:cNvPr>
          <p:cNvSpPr/>
          <p:nvPr>
            <p:custDataLst>
              <p:tags r:id="rId30"/>
            </p:custDataLst>
          </p:nvPr>
        </p:nvSpPr>
        <p:spPr>
          <a:xfrm>
            <a:off x="567350" y="3482873"/>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2</a:t>
            </a:r>
          </a:p>
        </p:txBody>
      </p:sp>
      <p:sp>
        <p:nvSpPr>
          <p:cNvPr id="44" name="TrackerNumBlue 9">
            <a:extLst>
              <a:ext uri="{FF2B5EF4-FFF2-40B4-BE49-F238E27FC236}">
                <a16:creationId xmlns:a16="http://schemas.microsoft.com/office/drawing/2014/main" id="{2137EABB-9ACA-9E99-2597-FD8124C5EA0D}"/>
              </a:ext>
            </a:extLst>
          </p:cNvPr>
          <p:cNvSpPr/>
          <p:nvPr>
            <p:custDataLst>
              <p:tags r:id="rId31"/>
            </p:custDataLst>
          </p:nvPr>
        </p:nvSpPr>
        <p:spPr>
          <a:xfrm>
            <a:off x="567350" y="5166255"/>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3</a:t>
            </a:r>
          </a:p>
        </p:txBody>
      </p:sp>
    </p:spTree>
    <p:extLst>
      <p:ext uri="{BB962C8B-B14F-4D97-AF65-F5344CB8AC3E}">
        <p14:creationId xmlns:p14="http://schemas.microsoft.com/office/powerpoint/2010/main" val="491201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983AEC-8302-F286-4C10-015E9B1A0E16}"/>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2AD7C9A9-2BA1-A4BF-2920-AEF9CE8006C7}"/>
              </a:ext>
            </a:extLst>
          </p:cNvPr>
          <p:cNvGraphicFramePr>
            <a:graphicFrameLocks noChangeAspect="1"/>
          </p:cNvGraphicFramePr>
          <p:nvPr>
            <p:custDataLst>
              <p:tags r:id="rId2"/>
            </p:custDataLst>
            <p:extLst>
              <p:ext uri="{D42A27DB-BD31-4B8C-83A1-F6EECF244321}">
                <p14:modId xmlns:p14="http://schemas.microsoft.com/office/powerpoint/2010/main" val="363664100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8" imgW="395" imgH="396" progId="TCLayout.ActiveDocument.1">
                  <p:embed/>
                </p:oleObj>
              </mc:Choice>
              <mc:Fallback>
                <p:oleObj name="think-cell Slide" r:id="rId8" imgW="395" imgH="396" progId="TCLayout.ActiveDocument.1">
                  <p:embed/>
                  <p:pic>
                    <p:nvPicPr>
                      <p:cNvPr id="6" name="Object 2" hidden="1">
                        <a:extLst>
                          <a:ext uri="{FF2B5EF4-FFF2-40B4-BE49-F238E27FC236}">
                            <a16:creationId xmlns:a16="http://schemas.microsoft.com/office/drawing/2014/main" id="{2AD7C9A9-2BA1-A4BF-2920-AEF9CE8006C7}"/>
                          </a:ext>
                        </a:extLst>
                      </p:cNvPr>
                      <p:cNvPicPr/>
                      <p:nvPr/>
                    </p:nvPicPr>
                    <p:blipFill>
                      <a:blip r:embed="rId9"/>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51948003-D953-757E-4DDE-7E8D98355201}"/>
              </a:ext>
            </a:extLst>
          </p:cNvPr>
          <p:cNvSpPr>
            <a:spLocks noGrp="1"/>
          </p:cNvSpPr>
          <p:nvPr>
            <p:ph type="title"/>
            <p:custDataLst>
              <p:tags r:id="rId3"/>
            </p:custDataLst>
          </p:nvPr>
        </p:nvSpPr>
        <p:spPr>
          <a:xfrm>
            <a:off x="554736" y="182372"/>
            <a:ext cx="11082528" cy="731520"/>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i="1" dirty="0"/>
              <a:t>E. Order tracking &amp; visibility: </a:t>
            </a:r>
            <a:r>
              <a:rPr lang="en-US" dirty="0"/>
              <a:t>‘Bold vision’ – proactive status management and reduction in incoming requests</a:t>
            </a:r>
          </a:p>
        </p:txBody>
      </p:sp>
      <p:sp>
        <p:nvSpPr>
          <p:cNvPr id="16" name="1. On-page tracker">
            <a:extLst>
              <a:ext uri="{FF2B5EF4-FFF2-40B4-BE49-F238E27FC236}">
                <a16:creationId xmlns:a16="http://schemas.microsoft.com/office/drawing/2014/main" id="{79FF4D76-DA8A-F56D-5CC8-E418EECBBEC3}"/>
              </a:ext>
            </a:extLst>
          </p:cNvPr>
          <p:cNvSpPr>
            <a:spLocks noGrp="1"/>
          </p:cNvSpPr>
          <p:nvPr>
            <p:ph type="body" sz="quarter" idx="17"/>
            <p:custDataLst>
              <p:tags r:id="rId4"/>
            </p:custDataLst>
          </p:nvPr>
        </p:nvSpPr>
        <p:spPr>
          <a:noFill/>
          <a:ln/>
          <a:extLst>
            <a:ext uri="{909E8E84-426E-40DD-AFC4-6F175D3DCCD1}">
              <a14:hiddenFill xmlns:a14="http://schemas.microsoft.com/office/drawing/2010/main">
                <a:solidFill>
                  <a:srgbClr val="FFFFFF"/>
                </a:solidFill>
              </a14:hiddenFill>
            </a:ext>
          </a:extLst>
        </p:spPr>
        <p:txBody>
          <a:bodyPr/>
          <a:lstStyle/>
          <a:p>
            <a:endParaRPr lang="es-ES"/>
          </a:p>
        </p:txBody>
      </p:sp>
      <p:sp>
        <p:nvSpPr>
          <p:cNvPr id="95" name="Rectangle 94">
            <a:extLst>
              <a:ext uri="{FF2B5EF4-FFF2-40B4-BE49-F238E27FC236}">
                <a16:creationId xmlns:a16="http://schemas.microsoft.com/office/drawing/2014/main" id="{8EE2DAB1-C8A4-3F9C-4F00-2A484D063236}"/>
              </a:ext>
            </a:extLst>
          </p:cNvPr>
          <p:cNvSpPr>
            <a:spLocks/>
          </p:cNvSpPr>
          <p:nvPr/>
        </p:nvSpPr>
        <p:spPr>
          <a:xfrm>
            <a:off x="2188041" y="1685125"/>
            <a:ext cx="1698144" cy="670930"/>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spcBef>
                <a:spcPts val="300"/>
              </a:spcBef>
              <a:spcAft>
                <a:spcPts val="300"/>
              </a:spcAft>
              <a:defRPr/>
            </a:pPr>
            <a:r>
              <a:rPr lang="en-US" sz="1100">
                <a:solidFill>
                  <a:schemeClr val="tx1"/>
                </a:solidFill>
              </a:rPr>
              <a:t>Scan open orders for progress and missing or late milestones</a:t>
            </a:r>
            <a:endParaRPr kumimoji="0" lang="de-DE" sz="1100" b="1" i="0" u="none" strike="noStrike" kern="1200" cap="none" spc="0" normalizeH="0" baseline="0" noProof="0">
              <a:ln>
                <a:noFill/>
              </a:ln>
              <a:solidFill>
                <a:schemeClr val="tx1"/>
              </a:solidFill>
              <a:effectLst/>
              <a:uLnTx/>
              <a:uFillTx/>
              <a:latin typeface="Arial"/>
              <a:ea typeface="+mn-ea"/>
              <a:cs typeface="+mn-cs"/>
            </a:endParaRPr>
          </a:p>
        </p:txBody>
      </p:sp>
      <p:sp>
        <p:nvSpPr>
          <p:cNvPr id="127" name="Rectangle: Top Corners Rounded 126">
            <a:extLst>
              <a:ext uri="{FF2B5EF4-FFF2-40B4-BE49-F238E27FC236}">
                <a16:creationId xmlns:a16="http://schemas.microsoft.com/office/drawing/2014/main" id="{83D6A458-4BD8-FF0D-FBC0-33932922D59D}"/>
              </a:ext>
            </a:extLst>
          </p:cNvPr>
          <p:cNvSpPr>
            <a:spLocks/>
          </p:cNvSpPr>
          <p:nvPr/>
        </p:nvSpPr>
        <p:spPr>
          <a:xfrm>
            <a:off x="2188041" y="1346233"/>
            <a:ext cx="1698144" cy="338097"/>
          </a:xfrm>
          <a:prstGeom prst="round2SameRect">
            <a:avLst/>
          </a:prstGeom>
          <a:solidFill>
            <a:schemeClr val="accent1"/>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bg1"/>
                </a:solidFill>
              </a:rPr>
              <a:t>Continuously work open orders</a:t>
            </a:r>
          </a:p>
        </p:txBody>
      </p:sp>
      <p:sp>
        <p:nvSpPr>
          <p:cNvPr id="146" name="TextBox 145">
            <a:extLst>
              <a:ext uri="{FF2B5EF4-FFF2-40B4-BE49-F238E27FC236}">
                <a16:creationId xmlns:a16="http://schemas.microsoft.com/office/drawing/2014/main" id="{82EDE56B-F2C1-D56D-3461-F189F4AAEB0E}"/>
              </a:ext>
            </a:extLst>
          </p:cNvPr>
          <p:cNvSpPr txBox="1">
            <a:spLocks/>
          </p:cNvSpPr>
          <p:nvPr/>
        </p:nvSpPr>
        <p:spPr>
          <a:xfrm>
            <a:off x="2188041" y="2429526"/>
            <a:ext cx="1698144" cy="1184940"/>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cs typeface="+mn-cs"/>
              </a:rPr>
              <a:t>Agent checks open orders against expected milestones and dates, then flags what’s missing</a:t>
            </a:r>
            <a:r>
              <a:rPr lang="en-US" sz="1100">
                <a:cs typeface="+mn-cs"/>
              </a:rPr>
              <a:t> (e.g., no ship confirmation from the vendor, artwork approval is still pending)</a:t>
            </a:r>
          </a:p>
        </p:txBody>
      </p:sp>
      <p:sp>
        <p:nvSpPr>
          <p:cNvPr id="99" name="Rectangle 98">
            <a:extLst>
              <a:ext uri="{FF2B5EF4-FFF2-40B4-BE49-F238E27FC236}">
                <a16:creationId xmlns:a16="http://schemas.microsoft.com/office/drawing/2014/main" id="{4D1FA6DE-E2C3-D04F-81E9-5B11154477B0}"/>
              </a:ext>
            </a:extLst>
          </p:cNvPr>
          <p:cNvSpPr>
            <a:spLocks/>
          </p:cNvSpPr>
          <p:nvPr/>
        </p:nvSpPr>
        <p:spPr>
          <a:xfrm>
            <a:off x="4048775" y="1685125"/>
            <a:ext cx="1762947" cy="670930"/>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spcBef>
                <a:spcPts val="300"/>
              </a:spcBef>
              <a:spcAft>
                <a:spcPts val="300"/>
              </a:spcAft>
              <a:defRPr/>
            </a:pPr>
            <a:r>
              <a:rPr lang="en-US" sz="1100">
                <a:solidFill>
                  <a:schemeClr val="tx1"/>
                </a:solidFill>
              </a:rPr>
              <a:t>Start follow-ups and escalate risks</a:t>
            </a:r>
            <a:endParaRPr lang="de-DE" sz="1100" b="1">
              <a:solidFill>
                <a:schemeClr val="tx1"/>
              </a:solidFill>
            </a:endParaRPr>
          </a:p>
        </p:txBody>
      </p:sp>
      <p:sp>
        <p:nvSpPr>
          <p:cNvPr id="128" name="Rectangle: Top Corners Rounded 127">
            <a:extLst>
              <a:ext uri="{FF2B5EF4-FFF2-40B4-BE49-F238E27FC236}">
                <a16:creationId xmlns:a16="http://schemas.microsoft.com/office/drawing/2014/main" id="{91B7ACFF-826A-29F8-57D8-1573FAAA9ED3}"/>
              </a:ext>
            </a:extLst>
          </p:cNvPr>
          <p:cNvSpPr>
            <a:spLocks/>
          </p:cNvSpPr>
          <p:nvPr/>
        </p:nvSpPr>
        <p:spPr>
          <a:xfrm>
            <a:off x="4048775" y="1346233"/>
            <a:ext cx="1762947" cy="338097"/>
          </a:xfrm>
          <a:prstGeom prst="round2SameRect">
            <a:avLst/>
          </a:prstGeom>
          <a:solidFill>
            <a:schemeClr val="accent1"/>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bg1"/>
                </a:solidFill>
              </a:rPr>
              <a:t>Trigger follow-up actions</a:t>
            </a:r>
          </a:p>
        </p:txBody>
      </p:sp>
      <p:sp>
        <p:nvSpPr>
          <p:cNvPr id="221" name="TextBox 220">
            <a:extLst>
              <a:ext uri="{FF2B5EF4-FFF2-40B4-BE49-F238E27FC236}">
                <a16:creationId xmlns:a16="http://schemas.microsoft.com/office/drawing/2014/main" id="{6809ADC3-B4BE-59C5-01F8-C200D2DA4A9F}"/>
              </a:ext>
            </a:extLst>
          </p:cNvPr>
          <p:cNvSpPr txBox="1">
            <a:spLocks/>
          </p:cNvSpPr>
          <p:nvPr/>
        </p:nvSpPr>
        <p:spPr>
          <a:xfrm>
            <a:off x="4048775" y="2429526"/>
            <a:ext cx="1762947" cy="84638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a:cs typeface="+mn-cs"/>
              </a:rPr>
              <a:t>For orders that are missing signals or trending late, </a:t>
            </a:r>
            <a:r>
              <a:rPr lang="en-US" sz="1100" b="1">
                <a:cs typeface="+mn-cs"/>
              </a:rPr>
              <a:t>agent starts follow-up </a:t>
            </a:r>
            <a:r>
              <a:rPr lang="en-US" sz="1100">
                <a:cs typeface="+mn-cs"/>
              </a:rPr>
              <a:t>(e.g., it sends a vendor message with the PO, order number, and the exact question “Has this shipped?”)</a:t>
            </a:r>
          </a:p>
          <a:p>
            <a:r>
              <a:rPr lang="en-US" sz="1100"/>
              <a:t>It updates the tracker with the response so tracker always has the most updated status</a:t>
            </a:r>
            <a:endParaRPr lang="es-ES" sz="1100" b="1"/>
          </a:p>
          <a:p>
            <a:endParaRPr lang="es-ES" sz="1100">
              <a:cs typeface="+mn-cs"/>
            </a:endParaRPr>
          </a:p>
        </p:txBody>
      </p:sp>
      <p:sp>
        <p:nvSpPr>
          <p:cNvPr id="223" name="TextBox 222">
            <a:extLst>
              <a:ext uri="{FF2B5EF4-FFF2-40B4-BE49-F238E27FC236}">
                <a16:creationId xmlns:a16="http://schemas.microsoft.com/office/drawing/2014/main" id="{E3286675-E4B5-DA2D-DCC0-456F7332CA4E}"/>
              </a:ext>
            </a:extLst>
          </p:cNvPr>
          <p:cNvSpPr txBox="1">
            <a:spLocks/>
          </p:cNvSpPr>
          <p:nvPr/>
        </p:nvSpPr>
        <p:spPr>
          <a:xfrm>
            <a:off x="4337335" y="2817741"/>
            <a:ext cx="2375873" cy="176971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endParaRPr lang="es-ES" sz="1100" b="1"/>
          </a:p>
        </p:txBody>
      </p:sp>
      <p:sp>
        <p:nvSpPr>
          <p:cNvPr id="348" name="Rectangle 347">
            <a:extLst>
              <a:ext uri="{FF2B5EF4-FFF2-40B4-BE49-F238E27FC236}">
                <a16:creationId xmlns:a16="http://schemas.microsoft.com/office/drawing/2014/main" id="{189DE7E3-6858-E5EA-8C90-39C6E0344292}"/>
              </a:ext>
            </a:extLst>
          </p:cNvPr>
          <p:cNvSpPr>
            <a:spLocks/>
          </p:cNvSpPr>
          <p:nvPr/>
        </p:nvSpPr>
        <p:spPr>
          <a:xfrm>
            <a:off x="8841540" y="1693074"/>
            <a:ext cx="2793102" cy="658318"/>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spcBef>
                <a:spcPts val="300"/>
              </a:spcBef>
              <a:spcAft>
                <a:spcPts val="300"/>
              </a:spcAft>
              <a:defRPr/>
            </a:pPr>
            <a:r>
              <a:rPr lang="en-US" sz="1100">
                <a:solidFill>
                  <a:schemeClr val="tx1"/>
                </a:solidFill>
              </a:rPr>
              <a:t>Detect repeat drivers and push preventative actions</a:t>
            </a:r>
          </a:p>
        </p:txBody>
      </p:sp>
      <p:sp>
        <p:nvSpPr>
          <p:cNvPr id="21" name="Rectangle: Top Corners Rounded 20">
            <a:extLst>
              <a:ext uri="{FF2B5EF4-FFF2-40B4-BE49-F238E27FC236}">
                <a16:creationId xmlns:a16="http://schemas.microsoft.com/office/drawing/2014/main" id="{587A9D9A-3A62-AE12-F0F5-513BC4BB3A79}"/>
              </a:ext>
            </a:extLst>
          </p:cNvPr>
          <p:cNvSpPr>
            <a:spLocks/>
          </p:cNvSpPr>
          <p:nvPr/>
        </p:nvSpPr>
        <p:spPr>
          <a:xfrm>
            <a:off x="8841540" y="1354182"/>
            <a:ext cx="2793100" cy="338097"/>
          </a:xfrm>
          <a:prstGeom prst="round2SameRect">
            <a:avLst/>
          </a:prstGeom>
          <a:solidFill>
            <a:schemeClr val="accent1"/>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bg1"/>
                </a:solidFill>
              </a:rPr>
              <a:t>Learn and prevent</a:t>
            </a:r>
          </a:p>
        </p:txBody>
      </p:sp>
      <p:sp>
        <p:nvSpPr>
          <p:cNvPr id="351" name="TextBox 350">
            <a:extLst>
              <a:ext uri="{FF2B5EF4-FFF2-40B4-BE49-F238E27FC236}">
                <a16:creationId xmlns:a16="http://schemas.microsoft.com/office/drawing/2014/main" id="{D548C88D-760E-AE76-ADAD-AF6390961812}"/>
              </a:ext>
            </a:extLst>
          </p:cNvPr>
          <p:cNvSpPr txBox="1">
            <a:spLocks/>
          </p:cNvSpPr>
          <p:nvPr/>
        </p:nvSpPr>
        <p:spPr>
          <a:xfrm>
            <a:off x="8883921" y="2437474"/>
            <a:ext cx="2715541" cy="1769715"/>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cs typeface="+mn-cs"/>
              </a:rPr>
              <a:t>Agent tracks repeat delay drivers </a:t>
            </a:r>
            <a:r>
              <a:rPr lang="en-US" sz="1100">
                <a:cs typeface="+mn-cs"/>
              </a:rPr>
              <a:t>by issue type (e.g., vendor, decorator, item) and detects when a problem is starting to spread (e.g., if an item is backordered), it </a:t>
            </a:r>
          </a:p>
          <a:p>
            <a:pPr lvl="1"/>
            <a:r>
              <a:rPr lang="en-US" sz="1100">
                <a:cs typeface="+mn-cs"/>
              </a:rPr>
              <a:t>Flags all impacted open orders and pushes proactive updates to customers and FSPs </a:t>
            </a:r>
            <a:r>
              <a:rPr lang="en-US" sz="1100" b="1">
                <a:cs typeface="+mn-cs"/>
              </a:rPr>
              <a:t>reducing incoming request volume</a:t>
            </a:r>
          </a:p>
          <a:p>
            <a:pPr lvl="1"/>
            <a:r>
              <a:rPr lang="en-US" sz="1100">
                <a:cs typeface="+mn-cs"/>
              </a:rPr>
              <a:t>Informs other departments to take remedial action (e.g. contractual renegotiation or supply chain redesign)  to prevent issue from recurring, </a:t>
            </a:r>
            <a:r>
              <a:rPr lang="en-US" sz="1100" b="1">
                <a:cs typeface="+mn-cs"/>
              </a:rPr>
              <a:t>improving CX</a:t>
            </a:r>
            <a:endParaRPr lang="es-ES" sz="1100" b="1">
              <a:cs typeface="+mn-cs"/>
            </a:endParaRPr>
          </a:p>
        </p:txBody>
      </p:sp>
      <p:sp>
        <p:nvSpPr>
          <p:cNvPr id="676" name="Freeform: Shape 675">
            <a:extLst>
              <a:ext uri="{FF2B5EF4-FFF2-40B4-BE49-F238E27FC236}">
                <a16:creationId xmlns:a16="http://schemas.microsoft.com/office/drawing/2014/main" id="{020E64A0-8BD1-D182-05F6-9F6FB109FADA}"/>
              </a:ext>
            </a:extLst>
          </p:cNvPr>
          <p:cNvSpPr/>
          <p:nvPr/>
        </p:nvSpPr>
        <p:spPr>
          <a:xfrm>
            <a:off x="11563391" y="6924854"/>
            <a:ext cx="71251" cy="26127"/>
          </a:xfrm>
          <a:custGeom>
            <a:avLst/>
            <a:gdLst>
              <a:gd name="csX0" fmla="*/ 55856 w 57435"/>
              <a:gd name="csY0" fmla="*/ 21061 h 21061"/>
              <a:gd name="csX1" fmla="*/ 538 w 57435"/>
              <a:gd name="csY1" fmla="*/ 2525 h 21061"/>
              <a:gd name="csX2" fmla="*/ 315 w 57435"/>
              <a:gd name="csY2" fmla="*/ 538 h 21061"/>
              <a:gd name="csX3" fmla="*/ 2302 w 57435"/>
              <a:gd name="csY3" fmla="*/ 315 h 21061"/>
              <a:gd name="csX4" fmla="*/ 55958 w 57435"/>
              <a:gd name="csY4" fmla="*/ 18235 h 21061"/>
              <a:gd name="csX5" fmla="*/ 57432 w 57435"/>
              <a:gd name="csY5" fmla="*/ 19537 h 21061"/>
              <a:gd name="csX6" fmla="*/ 56198 w 57435"/>
              <a:gd name="csY6" fmla="*/ 21061 h 21061"/>
              <a:gd name="csX7" fmla="*/ 55856 w 57435"/>
              <a:gd name="csY7" fmla="*/ 21061 h 210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7435" h="21061">
                <a:moveTo>
                  <a:pt x="55856" y="21061"/>
                </a:moveTo>
                <a:cubicBezTo>
                  <a:pt x="52344" y="21061"/>
                  <a:pt x="22997" y="20308"/>
                  <a:pt x="538" y="2525"/>
                </a:cubicBezTo>
                <a:cubicBezTo>
                  <a:pt x="-79" y="2045"/>
                  <a:pt x="-182" y="1155"/>
                  <a:pt x="315" y="538"/>
                </a:cubicBezTo>
                <a:cubicBezTo>
                  <a:pt x="795" y="-79"/>
                  <a:pt x="1686" y="-182"/>
                  <a:pt x="2302" y="315"/>
                </a:cubicBezTo>
                <a:cubicBezTo>
                  <a:pt x="25156" y="18423"/>
                  <a:pt x="55650" y="18235"/>
                  <a:pt x="55958" y="18235"/>
                </a:cubicBezTo>
                <a:cubicBezTo>
                  <a:pt x="56729" y="18200"/>
                  <a:pt x="57380" y="18783"/>
                  <a:pt x="57432" y="19537"/>
                </a:cubicBezTo>
                <a:cubicBezTo>
                  <a:pt x="57483" y="20290"/>
                  <a:pt x="56952" y="20959"/>
                  <a:pt x="56198" y="21061"/>
                </a:cubicBezTo>
                <a:cubicBezTo>
                  <a:pt x="56198" y="21061"/>
                  <a:pt x="56061" y="21061"/>
                  <a:pt x="55856" y="21061"/>
                </a:cubicBezTo>
                <a:close/>
              </a:path>
            </a:pathLst>
          </a:custGeom>
          <a:solidFill>
            <a:srgbClr val="38221F"/>
          </a:solidFill>
          <a:ln w="1702" cap="flat">
            <a:noFill/>
            <a:prstDash val="solid"/>
            <a:miter/>
          </a:ln>
        </p:spPr>
        <p:txBody>
          <a:bodyPr/>
          <a:lstStyle/>
          <a:p>
            <a:endParaRPr lang="es-ES"/>
          </a:p>
        </p:txBody>
      </p:sp>
      <p:sp>
        <p:nvSpPr>
          <p:cNvPr id="23" name="Rectangle 22">
            <a:extLst>
              <a:ext uri="{FF2B5EF4-FFF2-40B4-BE49-F238E27FC236}">
                <a16:creationId xmlns:a16="http://schemas.microsoft.com/office/drawing/2014/main" id="{6F7FC7C6-8FA5-6D39-1470-DA9EE03B872C}"/>
              </a:ext>
            </a:extLst>
          </p:cNvPr>
          <p:cNvSpPr>
            <a:spLocks/>
          </p:cNvSpPr>
          <p:nvPr/>
        </p:nvSpPr>
        <p:spPr>
          <a:xfrm>
            <a:off x="5933236" y="1685125"/>
            <a:ext cx="2793100" cy="670930"/>
          </a:xfrm>
          <a:prstGeom prst="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spcBef>
                <a:spcPts val="300"/>
              </a:spcBef>
              <a:spcAft>
                <a:spcPts val="300"/>
              </a:spcAft>
              <a:defRPr/>
            </a:pPr>
            <a:r>
              <a:rPr lang="en-US" sz="1100">
                <a:solidFill>
                  <a:schemeClr val="tx1"/>
                </a:solidFill>
              </a:rPr>
              <a:t>Start follow-ups and escalate risks</a:t>
            </a:r>
            <a:endParaRPr lang="de-DE" sz="1100" b="1">
              <a:solidFill>
                <a:schemeClr val="tx1"/>
              </a:solidFill>
            </a:endParaRPr>
          </a:p>
        </p:txBody>
      </p:sp>
      <p:sp>
        <p:nvSpPr>
          <p:cNvPr id="24" name="Rectangle: Top Corners Rounded 23">
            <a:extLst>
              <a:ext uri="{FF2B5EF4-FFF2-40B4-BE49-F238E27FC236}">
                <a16:creationId xmlns:a16="http://schemas.microsoft.com/office/drawing/2014/main" id="{E1EA0C2D-974A-87DE-EAE9-A426C2546BBB}"/>
              </a:ext>
            </a:extLst>
          </p:cNvPr>
          <p:cNvSpPr>
            <a:spLocks/>
          </p:cNvSpPr>
          <p:nvPr/>
        </p:nvSpPr>
        <p:spPr>
          <a:xfrm>
            <a:off x="5933236" y="1346233"/>
            <a:ext cx="2793100" cy="338097"/>
          </a:xfrm>
          <a:prstGeom prst="round2SameRect">
            <a:avLst/>
          </a:prstGeom>
          <a:solidFill>
            <a:schemeClr val="accent1"/>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b="1">
                <a:solidFill>
                  <a:schemeClr val="bg1"/>
                </a:solidFill>
              </a:rPr>
              <a:t>Diagnose and resolve</a:t>
            </a:r>
          </a:p>
        </p:txBody>
      </p:sp>
      <p:sp>
        <p:nvSpPr>
          <p:cNvPr id="25" name="TextBox 24">
            <a:extLst>
              <a:ext uri="{FF2B5EF4-FFF2-40B4-BE49-F238E27FC236}">
                <a16:creationId xmlns:a16="http://schemas.microsoft.com/office/drawing/2014/main" id="{EC1A4E57-160A-8AB1-3603-151CF5DF5AB1}"/>
              </a:ext>
            </a:extLst>
          </p:cNvPr>
          <p:cNvSpPr txBox="1">
            <a:spLocks/>
          </p:cNvSpPr>
          <p:nvPr/>
        </p:nvSpPr>
        <p:spPr>
          <a:xfrm>
            <a:off x="5933236" y="2437474"/>
            <a:ext cx="2793100" cy="84638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Agent detects when an order is “stuck” </a:t>
            </a:r>
            <a:r>
              <a:rPr lang="en-US" sz="1100"/>
              <a:t>versus normal lead times</a:t>
            </a:r>
          </a:p>
          <a:p>
            <a:pPr lvl="1"/>
            <a:r>
              <a:rPr lang="en-US" sz="1100"/>
              <a:t>Send </a:t>
            </a:r>
            <a:r>
              <a:rPr lang="en-US" sz="1100" b="1"/>
              <a:t>proactive updates</a:t>
            </a:r>
            <a:r>
              <a:rPr lang="en-US" sz="1100"/>
              <a:t> to customer/FSP to notify of delay</a:t>
            </a:r>
          </a:p>
          <a:p>
            <a:pPr lvl="1"/>
            <a:r>
              <a:rPr lang="en-US" sz="1100"/>
              <a:t>Probes vendors/decorators with targeted questions to </a:t>
            </a:r>
            <a:r>
              <a:rPr lang="en-US" sz="1100" b="1"/>
              <a:t>identify the blocker, and takes corrective action </a:t>
            </a:r>
            <a:r>
              <a:rPr lang="en-US" sz="1100"/>
              <a:t>(e.g., replace with an alternate vendor, re-route to a different decorator) or </a:t>
            </a:r>
            <a:r>
              <a:rPr lang="en-US" sz="1100" b="1"/>
              <a:t>escalates exceptions for human action</a:t>
            </a:r>
            <a:r>
              <a:rPr lang="en-US" sz="1100" b="1" baseline="30000"/>
              <a:t>1</a:t>
            </a:r>
            <a:r>
              <a:rPr lang="en-US" sz="1100" b="1"/>
              <a:t> </a:t>
            </a:r>
            <a:endParaRPr lang="en-US" sz="1100" b="1">
              <a:cs typeface="+mn-cs"/>
            </a:endParaRPr>
          </a:p>
        </p:txBody>
      </p:sp>
      <p:grpSp>
        <p:nvGrpSpPr>
          <p:cNvPr id="31" name="Graphic 520">
            <a:extLst>
              <a:ext uri="{FF2B5EF4-FFF2-40B4-BE49-F238E27FC236}">
                <a16:creationId xmlns:a16="http://schemas.microsoft.com/office/drawing/2014/main" id="{89C704D2-005F-2FC4-CC62-8A1A027A4C0C}"/>
              </a:ext>
            </a:extLst>
          </p:cNvPr>
          <p:cNvGrpSpPr/>
          <p:nvPr/>
        </p:nvGrpSpPr>
        <p:grpSpPr>
          <a:xfrm>
            <a:off x="625982" y="2289828"/>
            <a:ext cx="232913" cy="309105"/>
            <a:chOff x="76314" y="1876223"/>
            <a:chExt cx="281824" cy="374016"/>
          </a:xfrm>
        </p:grpSpPr>
        <p:sp>
          <p:nvSpPr>
            <p:cNvPr id="32" name="Freeform: Shape 31">
              <a:extLst>
                <a:ext uri="{FF2B5EF4-FFF2-40B4-BE49-F238E27FC236}">
                  <a16:creationId xmlns:a16="http://schemas.microsoft.com/office/drawing/2014/main" id="{74BF3008-7B50-4982-ABAA-097464B2BAE5}"/>
                </a:ext>
              </a:extLst>
            </p:cNvPr>
            <p:cNvSpPr/>
            <p:nvPr/>
          </p:nvSpPr>
          <p:spPr>
            <a:xfrm>
              <a:off x="76314" y="1876223"/>
              <a:ext cx="281824" cy="374016"/>
            </a:xfrm>
            <a:custGeom>
              <a:avLst/>
              <a:gdLst>
                <a:gd name="csX0" fmla="*/ 278814 w 281824"/>
                <a:gd name="csY0" fmla="*/ 121939 h 374016"/>
                <a:gd name="csX1" fmla="*/ 280821 w 281824"/>
                <a:gd name="csY1" fmla="*/ 60738 h 374016"/>
                <a:gd name="csX2" fmla="*/ 281824 w 281824"/>
                <a:gd name="csY2" fmla="*/ 15841 h 374016"/>
                <a:gd name="csX3" fmla="*/ 281323 w 281824"/>
                <a:gd name="csY3" fmla="*/ 2045 h 374016"/>
                <a:gd name="csX4" fmla="*/ 281323 w 281824"/>
                <a:gd name="csY4" fmla="*/ 1544 h 374016"/>
                <a:gd name="csX5" fmla="*/ 280821 w 281824"/>
                <a:gd name="csY5" fmla="*/ 1544 h 374016"/>
                <a:gd name="csX6" fmla="*/ 262009 w 281824"/>
                <a:gd name="csY6" fmla="*/ 2045 h 374016"/>
                <a:gd name="csX7" fmla="*/ 212848 w 281824"/>
                <a:gd name="csY7" fmla="*/ 1544 h 374016"/>
                <a:gd name="csX8" fmla="*/ 141113 w 281824"/>
                <a:gd name="csY8" fmla="*/ 290 h 374016"/>
                <a:gd name="csX9" fmla="*/ 75397 w 281824"/>
                <a:gd name="csY9" fmla="*/ 290 h 374016"/>
                <a:gd name="csX10" fmla="*/ 55080 w 281824"/>
                <a:gd name="csY10" fmla="*/ 540 h 374016"/>
                <a:gd name="csX11" fmla="*/ 4163 w 281824"/>
                <a:gd name="csY11" fmla="*/ 1544 h 374016"/>
                <a:gd name="csX12" fmla="*/ 3662 w 281824"/>
                <a:gd name="csY12" fmla="*/ 1544 h 374016"/>
                <a:gd name="csX13" fmla="*/ 3662 w 281824"/>
                <a:gd name="csY13" fmla="*/ 2547 h 374016"/>
                <a:gd name="csX14" fmla="*/ 3912 w 281824"/>
                <a:gd name="csY14" fmla="*/ 16091 h 374016"/>
                <a:gd name="csX15" fmla="*/ 3411 w 281824"/>
                <a:gd name="csY15" fmla="*/ 56474 h 374016"/>
                <a:gd name="csX16" fmla="*/ 2407 w 281824"/>
                <a:gd name="csY16" fmla="*/ 85068 h 374016"/>
                <a:gd name="csX17" fmla="*/ 2407 w 281824"/>
                <a:gd name="csY17" fmla="*/ 86071 h 374016"/>
                <a:gd name="csX18" fmla="*/ 652 w 281824"/>
                <a:gd name="csY18" fmla="*/ 137992 h 374016"/>
                <a:gd name="csX19" fmla="*/ 150 w 281824"/>
                <a:gd name="csY19" fmla="*/ 213991 h 374016"/>
                <a:gd name="csX20" fmla="*/ 1404 w 281824"/>
                <a:gd name="csY20" fmla="*/ 300274 h 374016"/>
                <a:gd name="csX21" fmla="*/ 2407 w 281824"/>
                <a:gd name="csY21" fmla="*/ 372511 h 374016"/>
                <a:gd name="csX22" fmla="*/ 2407 w 281824"/>
                <a:gd name="csY22" fmla="*/ 373514 h 374016"/>
                <a:gd name="csX23" fmla="*/ 3411 w 281824"/>
                <a:gd name="csY23" fmla="*/ 373514 h 374016"/>
                <a:gd name="csX24" fmla="*/ 42037 w 281824"/>
                <a:gd name="csY24" fmla="*/ 372762 h 374016"/>
                <a:gd name="csX25" fmla="*/ 89945 w 281824"/>
                <a:gd name="csY25" fmla="*/ 372260 h 374016"/>
                <a:gd name="csX26" fmla="*/ 127568 w 281824"/>
                <a:gd name="csY26" fmla="*/ 372260 h 374016"/>
                <a:gd name="csX27" fmla="*/ 171462 w 281824"/>
                <a:gd name="csY27" fmla="*/ 372511 h 374016"/>
                <a:gd name="csX28" fmla="*/ 197046 w 281824"/>
                <a:gd name="csY28" fmla="*/ 373013 h 374016"/>
                <a:gd name="csX29" fmla="*/ 251726 w 281824"/>
                <a:gd name="csY29" fmla="*/ 374016 h 374016"/>
                <a:gd name="csX30" fmla="*/ 279818 w 281824"/>
                <a:gd name="csY30" fmla="*/ 373264 h 374016"/>
                <a:gd name="csX31" fmla="*/ 280821 w 281824"/>
                <a:gd name="csY31" fmla="*/ 373264 h 374016"/>
                <a:gd name="csX32" fmla="*/ 280821 w 281824"/>
                <a:gd name="csY32" fmla="*/ 372762 h 374016"/>
                <a:gd name="csX33" fmla="*/ 280821 w 281824"/>
                <a:gd name="csY33" fmla="*/ 352445 h 374016"/>
                <a:gd name="csX34" fmla="*/ 280821 w 281824"/>
                <a:gd name="csY34" fmla="*/ 352194 h 374016"/>
                <a:gd name="csX35" fmla="*/ 280821 w 281824"/>
                <a:gd name="csY35" fmla="*/ 351693 h 374016"/>
                <a:gd name="csX36" fmla="*/ 280068 w 281824"/>
                <a:gd name="csY36" fmla="*/ 302281 h 374016"/>
                <a:gd name="csX37" fmla="*/ 279316 w 281824"/>
                <a:gd name="csY37" fmla="*/ 264406 h 374016"/>
                <a:gd name="csX38" fmla="*/ 279316 w 281824"/>
                <a:gd name="csY38" fmla="*/ 263654 h 374016"/>
                <a:gd name="csX39" fmla="*/ 279316 w 281824"/>
                <a:gd name="csY39" fmla="*/ 263654 h 374016"/>
                <a:gd name="csX40" fmla="*/ 278814 w 281824"/>
                <a:gd name="csY40" fmla="*/ 223271 h 374016"/>
                <a:gd name="csX41" fmla="*/ 278814 w 281824"/>
                <a:gd name="csY41" fmla="*/ 221516 h 374016"/>
                <a:gd name="csX42" fmla="*/ 278814 w 281824"/>
                <a:gd name="csY42" fmla="*/ 218004 h 374016"/>
                <a:gd name="csX43" fmla="*/ 279065 w 281824"/>
                <a:gd name="csY43" fmla="*/ 141754 h 374016"/>
                <a:gd name="csX44" fmla="*/ 278814 w 281824"/>
                <a:gd name="csY44" fmla="*/ 121939 h 374016"/>
                <a:gd name="csX45" fmla="*/ 278814 w 281824"/>
                <a:gd name="csY45" fmla="*/ 121939 h 3740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Lst>
              <a:rect l="l" t="t" r="r" b="b"/>
              <a:pathLst>
                <a:path w="281824" h="374016">
                  <a:moveTo>
                    <a:pt x="278814" y="121939"/>
                  </a:moveTo>
                  <a:cubicBezTo>
                    <a:pt x="279316" y="101622"/>
                    <a:pt x="280319" y="81055"/>
                    <a:pt x="280821" y="60738"/>
                  </a:cubicBezTo>
                  <a:cubicBezTo>
                    <a:pt x="281323" y="45689"/>
                    <a:pt x="281573" y="30890"/>
                    <a:pt x="281824" y="15841"/>
                  </a:cubicBezTo>
                  <a:cubicBezTo>
                    <a:pt x="281824" y="11326"/>
                    <a:pt x="281573" y="6560"/>
                    <a:pt x="281323" y="2045"/>
                  </a:cubicBezTo>
                  <a:cubicBezTo>
                    <a:pt x="281323" y="1795"/>
                    <a:pt x="281323" y="1544"/>
                    <a:pt x="281323" y="1544"/>
                  </a:cubicBezTo>
                  <a:lnTo>
                    <a:pt x="280821" y="1544"/>
                  </a:lnTo>
                  <a:cubicBezTo>
                    <a:pt x="274550" y="1544"/>
                    <a:pt x="268280" y="1795"/>
                    <a:pt x="262009" y="2045"/>
                  </a:cubicBezTo>
                  <a:cubicBezTo>
                    <a:pt x="245706" y="2296"/>
                    <a:pt x="229151" y="1795"/>
                    <a:pt x="212848" y="1544"/>
                  </a:cubicBezTo>
                  <a:cubicBezTo>
                    <a:pt x="179739" y="791"/>
                    <a:pt x="174221" y="540"/>
                    <a:pt x="141113" y="290"/>
                  </a:cubicBezTo>
                  <a:cubicBezTo>
                    <a:pt x="83674" y="39"/>
                    <a:pt x="111014" y="-212"/>
                    <a:pt x="75397" y="290"/>
                  </a:cubicBezTo>
                  <a:cubicBezTo>
                    <a:pt x="70130" y="290"/>
                    <a:pt x="63608" y="540"/>
                    <a:pt x="55080" y="540"/>
                  </a:cubicBezTo>
                  <a:cubicBezTo>
                    <a:pt x="24981" y="1042"/>
                    <a:pt x="34262" y="1293"/>
                    <a:pt x="4163" y="1544"/>
                  </a:cubicBezTo>
                  <a:cubicBezTo>
                    <a:pt x="3912" y="1544"/>
                    <a:pt x="3662" y="1544"/>
                    <a:pt x="3662" y="1544"/>
                  </a:cubicBezTo>
                  <a:cubicBezTo>
                    <a:pt x="3662" y="1795"/>
                    <a:pt x="3662" y="2296"/>
                    <a:pt x="3662" y="2547"/>
                  </a:cubicBezTo>
                  <a:cubicBezTo>
                    <a:pt x="3662" y="7062"/>
                    <a:pt x="3912" y="11577"/>
                    <a:pt x="3912" y="16091"/>
                  </a:cubicBezTo>
                  <a:cubicBezTo>
                    <a:pt x="4163" y="29636"/>
                    <a:pt x="3662" y="42930"/>
                    <a:pt x="3411" y="56474"/>
                  </a:cubicBezTo>
                  <a:cubicBezTo>
                    <a:pt x="3160" y="66005"/>
                    <a:pt x="2909" y="75537"/>
                    <a:pt x="2407" y="85068"/>
                  </a:cubicBezTo>
                  <a:cubicBezTo>
                    <a:pt x="2407" y="85319"/>
                    <a:pt x="2407" y="85820"/>
                    <a:pt x="2407" y="86071"/>
                  </a:cubicBezTo>
                  <a:cubicBezTo>
                    <a:pt x="1655" y="103378"/>
                    <a:pt x="1153" y="120685"/>
                    <a:pt x="652" y="137992"/>
                  </a:cubicBezTo>
                  <a:cubicBezTo>
                    <a:pt x="-101" y="163325"/>
                    <a:pt x="-101" y="188658"/>
                    <a:pt x="150" y="213991"/>
                  </a:cubicBezTo>
                  <a:cubicBezTo>
                    <a:pt x="401" y="242836"/>
                    <a:pt x="902" y="271429"/>
                    <a:pt x="1404" y="300274"/>
                  </a:cubicBezTo>
                  <a:cubicBezTo>
                    <a:pt x="1906" y="324353"/>
                    <a:pt x="2157" y="348432"/>
                    <a:pt x="2407" y="372511"/>
                  </a:cubicBezTo>
                  <a:cubicBezTo>
                    <a:pt x="2407" y="372762"/>
                    <a:pt x="2407" y="373264"/>
                    <a:pt x="2407" y="373514"/>
                  </a:cubicBezTo>
                  <a:cubicBezTo>
                    <a:pt x="2658" y="373514"/>
                    <a:pt x="3160" y="373514"/>
                    <a:pt x="3411" y="373514"/>
                  </a:cubicBezTo>
                  <a:cubicBezTo>
                    <a:pt x="29496" y="373514"/>
                    <a:pt x="15952" y="373013"/>
                    <a:pt x="42037" y="372762"/>
                  </a:cubicBezTo>
                  <a:cubicBezTo>
                    <a:pt x="74895" y="372260"/>
                    <a:pt x="57087" y="372511"/>
                    <a:pt x="89945" y="372260"/>
                  </a:cubicBezTo>
                  <a:cubicBezTo>
                    <a:pt x="122301" y="372009"/>
                    <a:pt x="94961" y="371759"/>
                    <a:pt x="127568" y="372260"/>
                  </a:cubicBezTo>
                  <a:cubicBezTo>
                    <a:pt x="149139" y="372511"/>
                    <a:pt x="158419" y="372511"/>
                    <a:pt x="171462" y="372511"/>
                  </a:cubicBezTo>
                  <a:cubicBezTo>
                    <a:pt x="178234" y="372511"/>
                    <a:pt x="186010" y="372762"/>
                    <a:pt x="197046" y="373013"/>
                  </a:cubicBezTo>
                  <a:cubicBezTo>
                    <a:pt x="215356" y="373514"/>
                    <a:pt x="233415" y="373765"/>
                    <a:pt x="251726" y="374016"/>
                  </a:cubicBezTo>
                  <a:cubicBezTo>
                    <a:pt x="261006" y="374016"/>
                    <a:pt x="270286" y="373514"/>
                    <a:pt x="279818" y="373264"/>
                  </a:cubicBezTo>
                  <a:lnTo>
                    <a:pt x="280821" y="373264"/>
                  </a:lnTo>
                  <a:lnTo>
                    <a:pt x="280821" y="372762"/>
                  </a:lnTo>
                  <a:cubicBezTo>
                    <a:pt x="280821" y="365990"/>
                    <a:pt x="280821" y="359217"/>
                    <a:pt x="280821" y="352445"/>
                  </a:cubicBezTo>
                  <a:lnTo>
                    <a:pt x="280821" y="352194"/>
                  </a:lnTo>
                  <a:cubicBezTo>
                    <a:pt x="280821" y="351944"/>
                    <a:pt x="280821" y="351944"/>
                    <a:pt x="280821" y="351693"/>
                  </a:cubicBezTo>
                  <a:cubicBezTo>
                    <a:pt x="280570" y="335138"/>
                    <a:pt x="280319" y="318835"/>
                    <a:pt x="280068" y="302281"/>
                  </a:cubicBezTo>
                  <a:cubicBezTo>
                    <a:pt x="279818" y="289739"/>
                    <a:pt x="279567" y="276948"/>
                    <a:pt x="279316" y="264406"/>
                  </a:cubicBezTo>
                  <a:cubicBezTo>
                    <a:pt x="279316" y="264156"/>
                    <a:pt x="279316" y="263905"/>
                    <a:pt x="279316" y="263654"/>
                  </a:cubicBezTo>
                  <a:cubicBezTo>
                    <a:pt x="279316" y="263654"/>
                    <a:pt x="279316" y="263654"/>
                    <a:pt x="279316" y="263654"/>
                  </a:cubicBezTo>
                  <a:cubicBezTo>
                    <a:pt x="279065" y="250109"/>
                    <a:pt x="278814" y="236816"/>
                    <a:pt x="278814" y="223271"/>
                  </a:cubicBezTo>
                  <a:cubicBezTo>
                    <a:pt x="278814" y="222770"/>
                    <a:pt x="278814" y="222268"/>
                    <a:pt x="278814" y="221516"/>
                  </a:cubicBezTo>
                  <a:cubicBezTo>
                    <a:pt x="278814" y="220261"/>
                    <a:pt x="278814" y="219258"/>
                    <a:pt x="278814" y="218004"/>
                  </a:cubicBezTo>
                  <a:cubicBezTo>
                    <a:pt x="278564" y="192671"/>
                    <a:pt x="278564" y="167087"/>
                    <a:pt x="279065" y="141754"/>
                  </a:cubicBezTo>
                  <a:cubicBezTo>
                    <a:pt x="278313" y="134731"/>
                    <a:pt x="278564" y="128209"/>
                    <a:pt x="278814" y="121939"/>
                  </a:cubicBezTo>
                  <a:lnTo>
                    <a:pt x="278814" y="121939"/>
                  </a:lnTo>
                  <a:close/>
                </a:path>
              </a:pathLst>
            </a:custGeom>
            <a:solidFill>
              <a:srgbClr val="F2F2F2"/>
            </a:solidFill>
            <a:ln w="2497" cap="flat">
              <a:noFill/>
              <a:prstDash val="solid"/>
              <a:miter/>
            </a:ln>
          </p:spPr>
          <p:txBody>
            <a:bodyPr/>
            <a:lstStyle/>
            <a:p>
              <a:endParaRPr lang="es-ES"/>
            </a:p>
          </p:txBody>
        </p:sp>
        <p:sp>
          <p:nvSpPr>
            <p:cNvPr id="33" name="Freeform: Shape 32">
              <a:extLst>
                <a:ext uri="{FF2B5EF4-FFF2-40B4-BE49-F238E27FC236}">
                  <a16:creationId xmlns:a16="http://schemas.microsoft.com/office/drawing/2014/main" id="{A4589031-B0AD-8131-0F20-D98DA5CB7AD4}"/>
                </a:ext>
              </a:extLst>
            </p:cNvPr>
            <p:cNvSpPr/>
            <p:nvPr/>
          </p:nvSpPr>
          <p:spPr>
            <a:xfrm>
              <a:off x="76314" y="1876223"/>
              <a:ext cx="281824" cy="374016"/>
            </a:xfrm>
            <a:custGeom>
              <a:avLst/>
              <a:gdLst>
                <a:gd name="csX0" fmla="*/ 279567 w 281824"/>
                <a:gd name="csY0" fmla="*/ 301779 h 374016"/>
                <a:gd name="csX1" fmla="*/ 278814 w 281824"/>
                <a:gd name="csY1" fmla="*/ 263905 h 374016"/>
                <a:gd name="csX2" fmla="*/ 277811 w 281824"/>
                <a:gd name="csY2" fmla="*/ 263905 h 374016"/>
                <a:gd name="csX3" fmla="*/ 278313 w 281824"/>
                <a:gd name="csY3" fmla="*/ 291244 h 374016"/>
                <a:gd name="csX4" fmla="*/ 279065 w 281824"/>
                <a:gd name="csY4" fmla="*/ 351191 h 374016"/>
                <a:gd name="csX5" fmla="*/ 280068 w 281824"/>
                <a:gd name="csY5" fmla="*/ 351191 h 374016"/>
                <a:gd name="csX6" fmla="*/ 279567 w 281824"/>
                <a:gd name="csY6" fmla="*/ 301779 h 374016"/>
                <a:gd name="csX7" fmla="*/ 278814 w 281824"/>
                <a:gd name="csY7" fmla="*/ 121939 h 374016"/>
                <a:gd name="csX8" fmla="*/ 280821 w 281824"/>
                <a:gd name="csY8" fmla="*/ 60738 h 374016"/>
                <a:gd name="csX9" fmla="*/ 281824 w 281824"/>
                <a:gd name="csY9" fmla="*/ 15841 h 374016"/>
                <a:gd name="csX10" fmla="*/ 281323 w 281824"/>
                <a:gd name="csY10" fmla="*/ 2045 h 374016"/>
                <a:gd name="csX11" fmla="*/ 281323 w 281824"/>
                <a:gd name="csY11" fmla="*/ 1544 h 374016"/>
                <a:gd name="csX12" fmla="*/ 280821 w 281824"/>
                <a:gd name="csY12" fmla="*/ 1544 h 374016"/>
                <a:gd name="csX13" fmla="*/ 262009 w 281824"/>
                <a:gd name="csY13" fmla="*/ 2045 h 374016"/>
                <a:gd name="csX14" fmla="*/ 212848 w 281824"/>
                <a:gd name="csY14" fmla="*/ 1544 h 374016"/>
                <a:gd name="csX15" fmla="*/ 141113 w 281824"/>
                <a:gd name="csY15" fmla="*/ 290 h 374016"/>
                <a:gd name="csX16" fmla="*/ 75397 w 281824"/>
                <a:gd name="csY16" fmla="*/ 290 h 374016"/>
                <a:gd name="csX17" fmla="*/ 55080 w 281824"/>
                <a:gd name="csY17" fmla="*/ 540 h 374016"/>
                <a:gd name="csX18" fmla="*/ 4163 w 281824"/>
                <a:gd name="csY18" fmla="*/ 1544 h 374016"/>
                <a:gd name="csX19" fmla="*/ 3662 w 281824"/>
                <a:gd name="csY19" fmla="*/ 1544 h 374016"/>
                <a:gd name="csX20" fmla="*/ 3662 w 281824"/>
                <a:gd name="csY20" fmla="*/ 2547 h 374016"/>
                <a:gd name="csX21" fmla="*/ 3912 w 281824"/>
                <a:gd name="csY21" fmla="*/ 16091 h 374016"/>
                <a:gd name="csX22" fmla="*/ 3411 w 281824"/>
                <a:gd name="csY22" fmla="*/ 56474 h 374016"/>
                <a:gd name="csX23" fmla="*/ 2407 w 281824"/>
                <a:gd name="csY23" fmla="*/ 85068 h 374016"/>
                <a:gd name="csX24" fmla="*/ 2407 w 281824"/>
                <a:gd name="csY24" fmla="*/ 86071 h 374016"/>
                <a:gd name="csX25" fmla="*/ 652 w 281824"/>
                <a:gd name="csY25" fmla="*/ 137992 h 374016"/>
                <a:gd name="csX26" fmla="*/ 150 w 281824"/>
                <a:gd name="csY26" fmla="*/ 213991 h 374016"/>
                <a:gd name="csX27" fmla="*/ 1404 w 281824"/>
                <a:gd name="csY27" fmla="*/ 300274 h 374016"/>
                <a:gd name="csX28" fmla="*/ 2407 w 281824"/>
                <a:gd name="csY28" fmla="*/ 372511 h 374016"/>
                <a:gd name="csX29" fmla="*/ 2407 w 281824"/>
                <a:gd name="csY29" fmla="*/ 373514 h 374016"/>
                <a:gd name="csX30" fmla="*/ 3411 w 281824"/>
                <a:gd name="csY30" fmla="*/ 373514 h 374016"/>
                <a:gd name="csX31" fmla="*/ 42037 w 281824"/>
                <a:gd name="csY31" fmla="*/ 372762 h 374016"/>
                <a:gd name="csX32" fmla="*/ 89945 w 281824"/>
                <a:gd name="csY32" fmla="*/ 372260 h 374016"/>
                <a:gd name="csX33" fmla="*/ 127568 w 281824"/>
                <a:gd name="csY33" fmla="*/ 372260 h 374016"/>
                <a:gd name="csX34" fmla="*/ 171462 w 281824"/>
                <a:gd name="csY34" fmla="*/ 372511 h 374016"/>
                <a:gd name="csX35" fmla="*/ 197046 w 281824"/>
                <a:gd name="csY35" fmla="*/ 373013 h 374016"/>
                <a:gd name="csX36" fmla="*/ 251726 w 281824"/>
                <a:gd name="csY36" fmla="*/ 374016 h 374016"/>
                <a:gd name="csX37" fmla="*/ 279818 w 281824"/>
                <a:gd name="csY37" fmla="*/ 373264 h 374016"/>
                <a:gd name="csX38" fmla="*/ 280821 w 281824"/>
                <a:gd name="csY38" fmla="*/ 373264 h 374016"/>
                <a:gd name="csX39" fmla="*/ 280821 w 281824"/>
                <a:gd name="csY39" fmla="*/ 372762 h 374016"/>
                <a:gd name="csX40" fmla="*/ 280821 w 281824"/>
                <a:gd name="csY40" fmla="*/ 352445 h 374016"/>
                <a:gd name="csX41" fmla="*/ 280821 w 281824"/>
                <a:gd name="csY41" fmla="*/ 352194 h 374016"/>
                <a:gd name="csX42" fmla="*/ 280821 w 281824"/>
                <a:gd name="csY42" fmla="*/ 351693 h 374016"/>
                <a:gd name="csX43" fmla="*/ 280068 w 281824"/>
                <a:gd name="csY43" fmla="*/ 302281 h 374016"/>
                <a:gd name="csX44" fmla="*/ 279316 w 281824"/>
                <a:gd name="csY44" fmla="*/ 264406 h 374016"/>
                <a:gd name="csX45" fmla="*/ 279316 w 281824"/>
                <a:gd name="csY45" fmla="*/ 263654 h 374016"/>
                <a:gd name="csX46" fmla="*/ 279316 w 281824"/>
                <a:gd name="csY46" fmla="*/ 263654 h 374016"/>
                <a:gd name="csX47" fmla="*/ 278814 w 281824"/>
                <a:gd name="csY47" fmla="*/ 223271 h 374016"/>
                <a:gd name="csX48" fmla="*/ 278814 w 281824"/>
                <a:gd name="csY48" fmla="*/ 221516 h 374016"/>
                <a:gd name="csX49" fmla="*/ 278814 w 281824"/>
                <a:gd name="csY49" fmla="*/ 218004 h 374016"/>
                <a:gd name="csX50" fmla="*/ 279065 w 281824"/>
                <a:gd name="csY50" fmla="*/ 141754 h 374016"/>
                <a:gd name="csX51" fmla="*/ 278814 w 281824"/>
                <a:gd name="csY51" fmla="*/ 121939 h 374016"/>
                <a:gd name="csX52" fmla="*/ 278814 w 281824"/>
                <a:gd name="csY52" fmla="*/ 121939 h 374016"/>
                <a:gd name="csX53" fmla="*/ 277309 w 281824"/>
                <a:gd name="csY53" fmla="*/ 222770 h 374016"/>
                <a:gd name="csX54" fmla="*/ 277811 w 281824"/>
                <a:gd name="csY54" fmla="*/ 263152 h 374016"/>
                <a:gd name="csX55" fmla="*/ 277811 w 281824"/>
                <a:gd name="csY55" fmla="*/ 263152 h 374016"/>
                <a:gd name="csX56" fmla="*/ 277811 w 281824"/>
                <a:gd name="csY56" fmla="*/ 263905 h 374016"/>
                <a:gd name="csX57" fmla="*/ 278313 w 281824"/>
                <a:gd name="csY57" fmla="*/ 291244 h 374016"/>
                <a:gd name="csX58" fmla="*/ 279065 w 281824"/>
                <a:gd name="csY58" fmla="*/ 351191 h 374016"/>
                <a:gd name="csX59" fmla="*/ 279065 w 281824"/>
                <a:gd name="csY59" fmla="*/ 351693 h 374016"/>
                <a:gd name="csX60" fmla="*/ 279065 w 281824"/>
                <a:gd name="csY60" fmla="*/ 351944 h 374016"/>
                <a:gd name="csX61" fmla="*/ 279316 w 281824"/>
                <a:gd name="csY61" fmla="*/ 372260 h 374016"/>
                <a:gd name="csX62" fmla="*/ 261758 w 281824"/>
                <a:gd name="csY62" fmla="*/ 372762 h 374016"/>
                <a:gd name="csX63" fmla="*/ 212597 w 281824"/>
                <a:gd name="csY63" fmla="*/ 372260 h 374016"/>
                <a:gd name="csX64" fmla="*/ 170960 w 281824"/>
                <a:gd name="csY64" fmla="*/ 371508 h 374016"/>
                <a:gd name="csX65" fmla="*/ 141614 w 281824"/>
                <a:gd name="csY65" fmla="*/ 371006 h 374016"/>
                <a:gd name="csX66" fmla="*/ 54829 w 281824"/>
                <a:gd name="csY66" fmla="*/ 371257 h 374016"/>
                <a:gd name="csX67" fmla="*/ 3160 w 281824"/>
                <a:gd name="csY67" fmla="*/ 372260 h 374016"/>
                <a:gd name="csX68" fmla="*/ 2407 w 281824"/>
                <a:gd name="csY68" fmla="*/ 310558 h 374016"/>
                <a:gd name="csX69" fmla="*/ 1153 w 281824"/>
                <a:gd name="csY69" fmla="*/ 229793 h 374016"/>
                <a:gd name="csX70" fmla="*/ 902 w 281824"/>
                <a:gd name="csY70" fmla="*/ 212486 h 374016"/>
                <a:gd name="csX71" fmla="*/ 1153 w 281824"/>
                <a:gd name="csY71" fmla="*/ 150031 h 374016"/>
                <a:gd name="csX72" fmla="*/ 3160 w 281824"/>
                <a:gd name="csY72" fmla="*/ 86573 h 374016"/>
                <a:gd name="csX73" fmla="*/ 3160 w 281824"/>
                <a:gd name="csY73" fmla="*/ 85569 h 374016"/>
                <a:gd name="csX74" fmla="*/ 3662 w 281824"/>
                <a:gd name="csY74" fmla="*/ 69517 h 374016"/>
                <a:gd name="csX75" fmla="*/ 4665 w 281824"/>
                <a:gd name="csY75" fmla="*/ 24619 h 374016"/>
                <a:gd name="csX76" fmla="*/ 4414 w 281824"/>
                <a:gd name="csY76" fmla="*/ 2547 h 374016"/>
                <a:gd name="csX77" fmla="*/ 42037 w 281824"/>
                <a:gd name="csY77" fmla="*/ 1795 h 374016"/>
                <a:gd name="csX78" fmla="*/ 75146 w 281824"/>
                <a:gd name="csY78" fmla="*/ 1293 h 374016"/>
                <a:gd name="csX79" fmla="*/ 88691 w 281824"/>
                <a:gd name="csY79" fmla="*/ 1042 h 374016"/>
                <a:gd name="csX80" fmla="*/ 127317 w 281824"/>
                <a:gd name="csY80" fmla="*/ 1293 h 374016"/>
                <a:gd name="csX81" fmla="*/ 197046 w 281824"/>
                <a:gd name="csY81" fmla="*/ 2045 h 374016"/>
                <a:gd name="csX82" fmla="*/ 251726 w 281824"/>
                <a:gd name="csY82" fmla="*/ 3049 h 374016"/>
                <a:gd name="csX83" fmla="*/ 281072 w 281824"/>
                <a:gd name="csY83" fmla="*/ 2296 h 374016"/>
                <a:gd name="csX84" fmla="*/ 281323 w 281824"/>
                <a:gd name="csY84" fmla="*/ 7563 h 374016"/>
                <a:gd name="csX85" fmla="*/ 280821 w 281824"/>
                <a:gd name="csY85" fmla="*/ 47946 h 374016"/>
                <a:gd name="csX86" fmla="*/ 278313 w 281824"/>
                <a:gd name="csY86" fmla="*/ 122190 h 374016"/>
                <a:gd name="csX87" fmla="*/ 278062 w 281824"/>
                <a:gd name="csY87" fmla="*/ 129213 h 374016"/>
                <a:gd name="csX88" fmla="*/ 277560 w 281824"/>
                <a:gd name="csY88" fmla="*/ 217753 h 374016"/>
                <a:gd name="csX89" fmla="*/ 277309 w 281824"/>
                <a:gd name="csY89" fmla="*/ 222770 h 374016"/>
                <a:gd name="csX90" fmla="*/ 277309 w 281824"/>
                <a:gd name="csY90" fmla="*/ 222770 h 3740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Lst>
              <a:rect l="l" t="t" r="r" b="b"/>
              <a:pathLst>
                <a:path w="281824" h="374016">
                  <a:moveTo>
                    <a:pt x="279567" y="301779"/>
                  </a:moveTo>
                  <a:cubicBezTo>
                    <a:pt x="279316" y="289238"/>
                    <a:pt x="279065" y="276446"/>
                    <a:pt x="278814" y="263905"/>
                  </a:cubicBezTo>
                  <a:lnTo>
                    <a:pt x="277811" y="263905"/>
                  </a:lnTo>
                  <a:cubicBezTo>
                    <a:pt x="278062" y="272934"/>
                    <a:pt x="278062" y="281964"/>
                    <a:pt x="278313" y="291244"/>
                  </a:cubicBezTo>
                  <a:cubicBezTo>
                    <a:pt x="278564" y="311310"/>
                    <a:pt x="278814" y="331125"/>
                    <a:pt x="279065" y="351191"/>
                  </a:cubicBezTo>
                  <a:cubicBezTo>
                    <a:pt x="279316" y="351191"/>
                    <a:pt x="279818" y="351191"/>
                    <a:pt x="280068" y="351191"/>
                  </a:cubicBezTo>
                  <a:cubicBezTo>
                    <a:pt x="280068" y="334637"/>
                    <a:pt x="279818" y="318082"/>
                    <a:pt x="279567" y="301779"/>
                  </a:cubicBezTo>
                  <a:close/>
                  <a:moveTo>
                    <a:pt x="278814" y="121939"/>
                  </a:moveTo>
                  <a:cubicBezTo>
                    <a:pt x="279316" y="101622"/>
                    <a:pt x="280319" y="81055"/>
                    <a:pt x="280821" y="60738"/>
                  </a:cubicBezTo>
                  <a:cubicBezTo>
                    <a:pt x="281323" y="45689"/>
                    <a:pt x="281573" y="30890"/>
                    <a:pt x="281824" y="15841"/>
                  </a:cubicBezTo>
                  <a:cubicBezTo>
                    <a:pt x="281824" y="11326"/>
                    <a:pt x="281573" y="6560"/>
                    <a:pt x="281323" y="2045"/>
                  </a:cubicBezTo>
                  <a:cubicBezTo>
                    <a:pt x="281323" y="1795"/>
                    <a:pt x="281323" y="1544"/>
                    <a:pt x="281323" y="1544"/>
                  </a:cubicBezTo>
                  <a:lnTo>
                    <a:pt x="280821" y="1544"/>
                  </a:lnTo>
                  <a:cubicBezTo>
                    <a:pt x="274550" y="1544"/>
                    <a:pt x="268280" y="1795"/>
                    <a:pt x="262009" y="2045"/>
                  </a:cubicBezTo>
                  <a:cubicBezTo>
                    <a:pt x="245706" y="2296"/>
                    <a:pt x="229151" y="1795"/>
                    <a:pt x="212848" y="1544"/>
                  </a:cubicBezTo>
                  <a:cubicBezTo>
                    <a:pt x="179739" y="791"/>
                    <a:pt x="174221" y="540"/>
                    <a:pt x="141113" y="290"/>
                  </a:cubicBezTo>
                  <a:cubicBezTo>
                    <a:pt x="83674" y="39"/>
                    <a:pt x="111014" y="-212"/>
                    <a:pt x="75397" y="290"/>
                  </a:cubicBezTo>
                  <a:cubicBezTo>
                    <a:pt x="70130" y="290"/>
                    <a:pt x="63608" y="540"/>
                    <a:pt x="55080" y="540"/>
                  </a:cubicBezTo>
                  <a:cubicBezTo>
                    <a:pt x="24981" y="1042"/>
                    <a:pt x="34262" y="1293"/>
                    <a:pt x="4163" y="1544"/>
                  </a:cubicBezTo>
                  <a:cubicBezTo>
                    <a:pt x="3912" y="1544"/>
                    <a:pt x="3662" y="1544"/>
                    <a:pt x="3662" y="1544"/>
                  </a:cubicBezTo>
                  <a:cubicBezTo>
                    <a:pt x="3662" y="1795"/>
                    <a:pt x="3662" y="2296"/>
                    <a:pt x="3662" y="2547"/>
                  </a:cubicBezTo>
                  <a:cubicBezTo>
                    <a:pt x="3662" y="7062"/>
                    <a:pt x="3912" y="11577"/>
                    <a:pt x="3912" y="16091"/>
                  </a:cubicBezTo>
                  <a:cubicBezTo>
                    <a:pt x="4163" y="29636"/>
                    <a:pt x="3662" y="42930"/>
                    <a:pt x="3411" y="56474"/>
                  </a:cubicBezTo>
                  <a:cubicBezTo>
                    <a:pt x="3160" y="66005"/>
                    <a:pt x="2909" y="75537"/>
                    <a:pt x="2407" y="85068"/>
                  </a:cubicBezTo>
                  <a:cubicBezTo>
                    <a:pt x="2407" y="85319"/>
                    <a:pt x="2407" y="85820"/>
                    <a:pt x="2407" y="86071"/>
                  </a:cubicBezTo>
                  <a:cubicBezTo>
                    <a:pt x="1655" y="103378"/>
                    <a:pt x="1153" y="120685"/>
                    <a:pt x="652" y="137992"/>
                  </a:cubicBezTo>
                  <a:cubicBezTo>
                    <a:pt x="-101" y="163325"/>
                    <a:pt x="-101" y="188658"/>
                    <a:pt x="150" y="213991"/>
                  </a:cubicBezTo>
                  <a:cubicBezTo>
                    <a:pt x="401" y="242836"/>
                    <a:pt x="902" y="271429"/>
                    <a:pt x="1404" y="300274"/>
                  </a:cubicBezTo>
                  <a:cubicBezTo>
                    <a:pt x="1906" y="324353"/>
                    <a:pt x="2157" y="348432"/>
                    <a:pt x="2407" y="372511"/>
                  </a:cubicBezTo>
                  <a:cubicBezTo>
                    <a:pt x="2407" y="372762"/>
                    <a:pt x="2407" y="373264"/>
                    <a:pt x="2407" y="373514"/>
                  </a:cubicBezTo>
                  <a:cubicBezTo>
                    <a:pt x="2658" y="373514"/>
                    <a:pt x="3160" y="373514"/>
                    <a:pt x="3411" y="373514"/>
                  </a:cubicBezTo>
                  <a:cubicBezTo>
                    <a:pt x="29496" y="373514"/>
                    <a:pt x="15952" y="373013"/>
                    <a:pt x="42037" y="372762"/>
                  </a:cubicBezTo>
                  <a:cubicBezTo>
                    <a:pt x="74895" y="372260"/>
                    <a:pt x="57087" y="372511"/>
                    <a:pt x="89945" y="372260"/>
                  </a:cubicBezTo>
                  <a:cubicBezTo>
                    <a:pt x="122301" y="372009"/>
                    <a:pt x="94961" y="371759"/>
                    <a:pt x="127568" y="372260"/>
                  </a:cubicBezTo>
                  <a:cubicBezTo>
                    <a:pt x="149139" y="372511"/>
                    <a:pt x="158419" y="372511"/>
                    <a:pt x="171462" y="372511"/>
                  </a:cubicBezTo>
                  <a:cubicBezTo>
                    <a:pt x="178234" y="372511"/>
                    <a:pt x="186010" y="372762"/>
                    <a:pt x="197046" y="373013"/>
                  </a:cubicBezTo>
                  <a:cubicBezTo>
                    <a:pt x="215356" y="373514"/>
                    <a:pt x="233415" y="373765"/>
                    <a:pt x="251726" y="374016"/>
                  </a:cubicBezTo>
                  <a:cubicBezTo>
                    <a:pt x="261006" y="374016"/>
                    <a:pt x="270286" y="373514"/>
                    <a:pt x="279818" y="373264"/>
                  </a:cubicBezTo>
                  <a:lnTo>
                    <a:pt x="280821" y="373264"/>
                  </a:lnTo>
                  <a:lnTo>
                    <a:pt x="280821" y="372762"/>
                  </a:lnTo>
                  <a:cubicBezTo>
                    <a:pt x="280821" y="365990"/>
                    <a:pt x="280821" y="359217"/>
                    <a:pt x="280821" y="352445"/>
                  </a:cubicBezTo>
                  <a:lnTo>
                    <a:pt x="280821" y="352194"/>
                  </a:lnTo>
                  <a:cubicBezTo>
                    <a:pt x="280821" y="351944"/>
                    <a:pt x="280821" y="351944"/>
                    <a:pt x="280821" y="351693"/>
                  </a:cubicBezTo>
                  <a:cubicBezTo>
                    <a:pt x="280570" y="335138"/>
                    <a:pt x="280319" y="318835"/>
                    <a:pt x="280068" y="302281"/>
                  </a:cubicBezTo>
                  <a:cubicBezTo>
                    <a:pt x="279818" y="289739"/>
                    <a:pt x="279567" y="276948"/>
                    <a:pt x="279316" y="264406"/>
                  </a:cubicBezTo>
                  <a:cubicBezTo>
                    <a:pt x="279316" y="264156"/>
                    <a:pt x="279316" y="263905"/>
                    <a:pt x="279316" y="263654"/>
                  </a:cubicBezTo>
                  <a:cubicBezTo>
                    <a:pt x="279316" y="263654"/>
                    <a:pt x="279316" y="263654"/>
                    <a:pt x="279316" y="263654"/>
                  </a:cubicBezTo>
                  <a:cubicBezTo>
                    <a:pt x="279065" y="250109"/>
                    <a:pt x="278814" y="236816"/>
                    <a:pt x="278814" y="223271"/>
                  </a:cubicBezTo>
                  <a:cubicBezTo>
                    <a:pt x="278814" y="222770"/>
                    <a:pt x="278814" y="222268"/>
                    <a:pt x="278814" y="221516"/>
                  </a:cubicBezTo>
                  <a:cubicBezTo>
                    <a:pt x="278814" y="220261"/>
                    <a:pt x="278814" y="219258"/>
                    <a:pt x="278814" y="218004"/>
                  </a:cubicBezTo>
                  <a:cubicBezTo>
                    <a:pt x="278564" y="192671"/>
                    <a:pt x="278564" y="167087"/>
                    <a:pt x="279065" y="141754"/>
                  </a:cubicBezTo>
                  <a:cubicBezTo>
                    <a:pt x="278313" y="134731"/>
                    <a:pt x="278564" y="128209"/>
                    <a:pt x="278814" y="121939"/>
                  </a:cubicBezTo>
                  <a:lnTo>
                    <a:pt x="278814" y="121939"/>
                  </a:lnTo>
                  <a:close/>
                  <a:moveTo>
                    <a:pt x="277309" y="222770"/>
                  </a:moveTo>
                  <a:cubicBezTo>
                    <a:pt x="277560" y="236314"/>
                    <a:pt x="277811" y="249608"/>
                    <a:pt x="277811" y="263152"/>
                  </a:cubicBezTo>
                  <a:cubicBezTo>
                    <a:pt x="277811" y="263152"/>
                    <a:pt x="277811" y="263152"/>
                    <a:pt x="277811" y="263152"/>
                  </a:cubicBezTo>
                  <a:cubicBezTo>
                    <a:pt x="277811" y="263403"/>
                    <a:pt x="277811" y="263654"/>
                    <a:pt x="277811" y="263905"/>
                  </a:cubicBezTo>
                  <a:cubicBezTo>
                    <a:pt x="278062" y="272934"/>
                    <a:pt x="278062" y="281964"/>
                    <a:pt x="278313" y="291244"/>
                  </a:cubicBezTo>
                  <a:cubicBezTo>
                    <a:pt x="278564" y="311310"/>
                    <a:pt x="278814" y="331125"/>
                    <a:pt x="279065" y="351191"/>
                  </a:cubicBezTo>
                  <a:cubicBezTo>
                    <a:pt x="279065" y="351442"/>
                    <a:pt x="279065" y="351442"/>
                    <a:pt x="279065" y="351693"/>
                  </a:cubicBezTo>
                  <a:lnTo>
                    <a:pt x="279065" y="351944"/>
                  </a:lnTo>
                  <a:cubicBezTo>
                    <a:pt x="279065" y="358716"/>
                    <a:pt x="279316" y="365488"/>
                    <a:pt x="279316" y="372260"/>
                  </a:cubicBezTo>
                  <a:cubicBezTo>
                    <a:pt x="273547" y="372260"/>
                    <a:pt x="267527" y="372511"/>
                    <a:pt x="261758" y="372762"/>
                  </a:cubicBezTo>
                  <a:cubicBezTo>
                    <a:pt x="245455" y="373013"/>
                    <a:pt x="228901" y="372511"/>
                    <a:pt x="212597" y="372260"/>
                  </a:cubicBezTo>
                  <a:cubicBezTo>
                    <a:pt x="192531" y="371759"/>
                    <a:pt x="183000" y="371508"/>
                    <a:pt x="170960" y="371508"/>
                  </a:cubicBezTo>
                  <a:cubicBezTo>
                    <a:pt x="163185" y="371508"/>
                    <a:pt x="154657" y="371257"/>
                    <a:pt x="141614" y="371006"/>
                  </a:cubicBezTo>
                  <a:cubicBezTo>
                    <a:pt x="76149" y="370254"/>
                    <a:pt x="120545" y="370505"/>
                    <a:pt x="54829" y="371257"/>
                  </a:cubicBezTo>
                  <a:cubicBezTo>
                    <a:pt x="24480" y="371759"/>
                    <a:pt x="33760" y="372009"/>
                    <a:pt x="3160" y="372260"/>
                  </a:cubicBezTo>
                  <a:cubicBezTo>
                    <a:pt x="3160" y="351693"/>
                    <a:pt x="2658" y="331125"/>
                    <a:pt x="2407" y="310558"/>
                  </a:cubicBezTo>
                  <a:cubicBezTo>
                    <a:pt x="1906" y="283720"/>
                    <a:pt x="1404" y="256882"/>
                    <a:pt x="1153" y="229793"/>
                  </a:cubicBezTo>
                  <a:cubicBezTo>
                    <a:pt x="1153" y="224024"/>
                    <a:pt x="902" y="218255"/>
                    <a:pt x="902" y="212486"/>
                  </a:cubicBezTo>
                  <a:cubicBezTo>
                    <a:pt x="652" y="191668"/>
                    <a:pt x="902" y="170849"/>
                    <a:pt x="1153" y="150031"/>
                  </a:cubicBezTo>
                  <a:cubicBezTo>
                    <a:pt x="1655" y="128962"/>
                    <a:pt x="2407" y="107642"/>
                    <a:pt x="3160" y="86573"/>
                  </a:cubicBezTo>
                  <a:cubicBezTo>
                    <a:pt x="3160" y="86322"/>
                    <a:pt x="3160" y="85820"/>
                    <a:pt x="3160" y="85569"/>
                  </a:cubicBezTo>
                  <a:cubicBezTo>
                    <a:pt x="3411" y="80302"/>
                    <a:pt x="3662" y="75035"/>
                    <a:pt x="3662" y="69517"/>
                  </a:cubicBezTo>
                  <a:cubicBezTo>
                    <a:pt x="4163" y="54467"/>
                    <a:pt x="4414" y="39669"/>
                    <a:pt x="4665" y="24619"/>
                  </a:cubicBezTo>
                  <a:cubicBezTo>
                    <a:pt x="4665" y="17346"/>
                    <a:pt x="4414" y="9821"/>
                    <a:pt x="4414" y="2547"/>
                  </a:cubicBezTo>
                  <a:cubicBezTo>
                    <a:pt x="30249" y="2547"/>
                    <a:pt x="16203" y="2045"/>
                    <a:pt x="42037" y="1795"/>
                  </a:cubicBezTo>
                  <a:cubicBezTo>
                    <a:pt x="68625" y="1293"/>
                    <a:pt x="61100" y="1544"/>
                    <a:pt x="75146" y="1293"/>
                  </a:cubicBezTo>
                  <a:cubicBezTo>
                    <a:pt x="78407" y="1293"/>
                    <a:pt x="82671" y="1293"/>
                    <a:pt x="88691" y="1042"/>
                  </a:cubicBezTo>
                  <a:cubicBezTo>
                    <a:pt x="121047" y="791"/>
                    <a:pt x="94710" y="791"/>
                    <a:pt x="127317" y="1293"/>
                  </a:cubicBezTo>
                  <a:cubicBezTo>
                    <a:pt x="160175" y="1795"/>
                    <a:pt x="164439" y="1042"/>
                    <a:pt x="197046" y="2045"/>
                  </a:cubicBezTo>
                  <a:cubicBezTo>
                    <a:pt x="215356" y="2547"/>
                    <a:pt x="233415" y="2798"/>
                    <a:pt x="251726" y="3049"/>
                  </a:cubicBezTo>
                  <a:cubicBezTo>
                    <a:pt x="261257" y="3049"/>
                    <a:pt x="271290" y="2296"/>
                    <a:pt x="281072" y="2296"/>
                  </a:cubicBezTo>
                  <a:cubicBezTo>
                    <a:pt x="281072" y="4052"/>
                    <a:pt x="281072" y="5808"/>
                    <a:pt x="281323" y="7563"/>
                  </a:cubicBezTo>
                  <a:cubicBezTo>
                    <a:pt x="281573" y="21108"/>
                    <a:pt x="281072" y="34402"/>
                    <a:pt x="280821" y="47946"/>
                  </a:cubicBezTo>
                  <a:cubicBezTo>
                    <a:pt x="280068" y="72778"/>
                    <a:pt x="279065" y="97358"/>
                    <a:pt x="278313" y="122190"/>
                  </a:cubicBezTo>
                  <a:cubicBezTo>
                    <a:pt x="278313" y="124447"/>
                    <a:pt x="278062" y="126955"/>
                    <a:pt x="278062" y="129213"/>
                  </a:cubicBezTo>
                  <a:cubicBezTo>
                    <a:pt x="277309" y="158810"/>
                    <a:pt x="277309" y="188407"/>
                    <a:pt x="277560" y="217753"/>
                  </a:cubicBezTo>
                  <a:cubicBezTo>
                    <a:pt x="277059" y="219258"/>
                    <a:pt x="277059" y="221014"/>
                    <a:pt x="277309" y="222770"/>
                  </a:cubicBezTo>
                  <a:lnTo>
                    <a:pt x="277309" y="222770"/>
                  </a:lnTo>
                  <a:close/>
                </a:path>
              </a:pathLst>
            </a:custGeom>
            <a:solidFill>
              <a:srgbClr val="F2F2F2"/>
            </a:solidFill>
            <a:ln w="2497" cap="flat">
              <a:noFill/>
              <a:prstDash val="solid"/>
              <a:miter/>
            </a:ln>
          </p:spPr>
          <p:txBody>
            <a:bodyPr/>
            <a:lstStyle/>
            <a:p>
              <a:endParaRPr lang="es-ES"/>
            </a:p>
          </p:txBody>
        </p:sp>
        <p:grpSp>
          <p:nvGrpSpPr>
            <p:cNvPr id="34" name="Graphic 520">
              <a:extLst>
                <a:ext uri="{FF2B5EF4-FFF2-40B4-BE49-F238E27FC236}">
                  <a16:creationId xmlns:a16="http://schemas.microsoft.com/office/drawing/2014/main" id="{D21F40AE-4197-0188-EB8C-FBD88A9321D8}"/>
                </a:ext>
              </a:extLst>
            </p:cNvPr>
            <p:cNvGrpSpPr/>
            <p:nvPr/>
          </p:nvGrpSpPr>
          <p:grpSpPr>
            <a:xfrm>
              <a:off x="106907" y="1904577"/>
              <a:ext cx="191871" cy="196320"/>
              <a:chOff x="106907" y="1904577"/>
              <a:chExt cx="191871" cy="196320"/>
            </a:xfrm>
          </p:grpSpPr>
          <p:sp>
            <p:nvSpPr>
              <p:cNvPr id="44" name="Freeform: Shape 43">
                <a:extLst>
                  <a:ext uri="{FF2B5EF4-FFF2-40B4-BE49-F238E27FC236}">
                    <a16:creationId xmlns:a16="http://schemas.microsoft.com/office/drawing/2014/main" id="{09E5E258-D5B8-6323-C131-4909392DD7D8}"/>
                  </a:ext>
                </a:extLst>
              </p:cNvPr>
              <p:cNvSpPr/>
              <p:nvPr/>
            </p:nvSpPr>
            <p:spPr>
              <a:xfrm>
                <a:off x="106907" y="1924169"/>
                <a:ext cx="112275" cy="176728"/>
              </a:xfrm>
              <a:custGeom>
                <a:avLst/>
                <a:gdLst>
                  <a:gd name="csX0" fmla="*/ 105754 w 112275"/>
                  <a:gd name="csY0" fmla="*/ 140461 h 176728"/>
                  <a:gd name="csX1" fmla="*/ 103246 w 112275"/>
                  <a:gd name="csY1" fmla="*/ 115880 h 176728"/>
                  <a:gd name="csX2" fmla="*/ 76910 w 112275"/>
                  <a:gd name="csY2" fmla="*/ 109610 h 176728"/>
                  <a:gd name="csX3" fmla="*/ 58349 w 112275"/>
                  <a:gd name="csY3" fmla="*/ 70732 h 176728"/>
                  <a:gd name="csX4" fmla="*/ 72897 w 112275"/>
                  <a:gd name="csY4" fmla="*/ 47155 h 176728"/>
                  <a:gd name="csX5" fmla="*/ 39537 w 112275"/>
                  <a:gd name="csY5" fmla="*/ 0 h 176728"/>
                  <a:gd name="csX6" fmla="*/ 37781 w 112275"/>
                  <a:gd name="csY6" fmla="*/ 1505 h 176728"/>
                  <a:gd name="csX7" fmla="*/ 3168 w 112275"/>
                  <a:gd name="csY7" fmla="*/ 52924 h 176728"/>
                  <a:gd name="csX8" fmla="*/ 2917 w 112275"/>
                  <a:gd name="csY8" fmla="*/ 53927 h 176728"/>
                  <a:gd name="csX9" fmla="*/ 1412 w 112275"/>
                  <a:gd name="csY9" fmla="*/ 60950 h 176728"/>
                  <a:gd name="csX10" fmla="*/ 7683 w 112275"/>
                  <a:gd name="csY10" fmla="*/ 112870 h 176728"/>
                  <a:gd name="csX11" fmla="*/ 48065 w 112275"/>
                  <a:gd name="csY11" fmla="*/ 159523 h 176728"/>
                  <a:gd name="csX12" fmla="*/ 112276 w 112275"/>
                  <a:gd name="csY12" fmla="*/ 175827 h 176728"/>
                  <a:gd name="csX13" fmla="*/ 105754 w 112275"/>
                  <a:gd name="csY13" fmla="*/ 140461 h 176728"/>
                  <a:gd name="csX14" fmla="*/ 105754 w 112275"/>
                  <a:gd name="csY14" fmla="*/ 140461 h 1767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12275" h="176728">
                    <a:moveTo>
                      <a:pt x="105754" y="140461"/>
                    </a:moveTo>
                    <a:cubicBezTo>
                      <a:pt x="104751" y="132184"/>
                      <a:pt x="103999" y="123907"/>
                      <a:pt x="103246" y="115880"/>
                    </a:cubicBezTo>
                    <a:cubicBezTo>
                      <a:pt x="94216" y="117636"/>
                      <a:pt x="85187" y="114877"/>
                      <a:pt x="76910" y="109610"/>
                    </a:cubicBezTo>
                    <a:cubicBezTo>
                      <a:pt x="63867" y="101583"/>
                      <a:pt x="55590" y="86283"/>
                      <a:pt x="58349" y="70732"/>
                    </a:cubicBezTo>
                    <a:cubicBezTo>
                      <a:pt x="60105" y="61201"/>
                      <a:pt x="65623" y="52924"/>
                      <a:pt x="72897" y="47155"/>
                    </a:cubicBezTo>
                    <a:cubicBezTo>
                      <a:pt x="61609" y="31604"/>
                      <a:pt x="50322" y="16053"/>
                      <a:pt x="39537" y="0"/>
                    </a:cubicBezTo>
                    <a:cubicBezTo>
                      <a:pt x="38785" y="502"/>
                      <a:pt x="38283" y="1003"/>
                      <a:pt x="37781" y="1505"/>
                    </a:cubicBezTo>
                    <a:cubicBezTo>
                      <a:pt x="21478" y="14548"/>
                      <a:pt x="8686" y="32356"/>
                      <a:pt x="3168" y="52924"/>
                    </a:cubicBezTo>
                    <a:cubicBezTo>
                      <a:pt x="3168" y="53174"/>
                      <a:pt x="2917" y="53425"/>
                      <a:pt x="2917" y="53927"/>
                    </a:cubicBezTo>
                    <a:cubicBezTo>
                      <a:pt x="2415" y="56184"/>
                      <a:pt x="1663" y="58442"/>
                      <a:pt x="1412" y="60950"/>
                    </a:cubicBezTo>
                    <a:cubicBezTo>
                      <a:pt x="-1849" y="79009"/>
                      <a:pt x="659" y="96818"/>
                      <a:pt x="7683" y="112870"/>
                    </a:cubicBezTo>
                    <a:cubicBezTo>
                      <a:pt x="15960" y="131933"/>
                      <a:pt x="30257" y="148236"/>
                      <a:pt x="48065" y="159523"/>
                    </a:cubicBezTo>
                    <a:cubicBezTo>
                      <a:pt x="68382" y="172315"/>
                      <a:pt x="90203" y="179339"/>
                      <a:pt x="112276" y="175827"/>
                    </a:cubicBezTo>
                    <a:cubicBezTo>
                      <a:pt x="109767" y="164038"/>
                      <a:pt x="107259" y="152500"/>
                      <a:pt x="105754" y="140461"/>
                    </a:cubicBezTo>
                    <a:lnTo>
                      <a:pt x="105754" y="140461"/>
                    </a:lnTo>
                    <a:close/>
                  </a:path>
                </a:pathLst>
              </a:custGeom>
              <a:solidFill>
                <a:srgbClr val="051C2C"/>
              </a:solidFill>
              <a:ln w="2497" cap="flat">
                <a:noFill/>
                <a:prstDash val="solid"/>
                <a:miter/>
              </a:ln>
            </p:spPr>
            <p:txBody>
              <a:bodyPr/>
              <a:lstStyle/>
              <a:p>
                <a:endParaRPr lang="es-ES"/>
              </a:p>
            </p:txBody>
          </p:sp>
          <p:sp>
            <p:nvSpPr>
              <p:cNvPr id="47" name="Freeform: Shape 46">
                <a:extLst>
                  <a:ext uri="{FF2B5EF4-FFF2-40B4-BE49-F238E27FC236}">
                    <a16:creationId xmlns:a16="http://schemas.microsoft.com/office/drawing/2014/main" id="{024A0828-7427-8DC4-E343-F66BF33EBB6B}"/>
                  </a:ext>
                </a:extLst>
              </p:cNvPr>
              <p:cNvSpPr/>
              <p:nvPr/>
            </p:nvSpPr>
            <p:spPr>
              <a:xfrm>
                <a:off x="210153" y="1934202"/>
                <a:ext cx="88625" cy="165794"/>
              </a:xfrm>
              <a:custGeom>
                <a:avLst/>
                <a:gdLst>
                  <a:gd name="csX0" fmla="*/ 60448 w 88625"/>
                  <a:gd name="csY0" fmla="*/ 0 h 165794"/>
                  <a:gd name="csX1" fmla="*/ 77003 w 88625"/>
                  <a:gd name="csY1" fmla="*/ 20567 h 165794"/>
                  <a:gd name="csX2" fmla="*/ 88290 w 88625"/>
                  <a:gd name="csY2" fmla="*/ 72739 h 165794"/>
                  <a:gd name="csX3" fmla="*/ 32607 w 88625"/>
                  <a:gd name="csY3" fmla="*/ 157768 h 165794"/>
                  <a:gd name="csX4" fmla="*/ 9030 w 88625"/>
                  <a:gd name="csY4" fmla="*/ 165794 h 165794"/>
                  <a:gd name="csX5" fmla="*/ 2508 w 88625"/>
                  <a:gd name="csY5" fmla="*/ 130679 h 165794"/>
                  <a:gd name="csX6" fmla="*/ 0 w 88625"/>
                  <a:gd name="csY6" fmla="*/ 106098 h 165794"/>
                  <a:gd name="csX7" fmla="*/ 8277 w 88625"/>
                  <a:gd name="csY7" fmla="*/ 103088 h 165794"/>
                  <a:gd name="csX8" fmla="*/ 30350 w 88625"/>
                  <a:gd name="csY8" fmla="*/ 69478 h 165794"/>
                  <a:gd name="csX9" fmla="*/ 25835 w 88625"/>
                  <a:gd name="csY9" fmla="*/ 48911 h 165794"/>
                  <a:gd name="csX10" fmla="*/ 21069 w 88625"/>
                  <a:gd name="csY10" fmla="*/ 42640 h 165794"/>
                  <a:gd name="csX11" fmla="*/ 36620 w 88625"/>
                  <a:gd name="csY11" fmla="*/ 26086 h 165794"/>
                  <a:gd name="csX12" fmla="*/ 58943 w 88625"/>
                  <a:gd name="csY12" fmla="*/ 1505 h 165794"/>
                  <a:gd name="csX13" fmla="*/ 60448 w 88625"/>
                  <a:gd name="csY13" fmla="*/ 0 h 165794"/>
                  <a:gd name="csX14" fmla="*/ 60448 w 88625"/>
                  <a:gd name="csY14" fmla="*/ 0 h 16579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88625" h="165794">
                    <a:moveTo>
                      <a:pt x="60448" y="0"/>
                    </a:moveTo>
                    <a:cubicBezTo>
                      <a:pt x="66970" y="6020"/>
                      <a:pt x="72488" y="12792"/>
                      <a:pt x="77003" y="20567"/>
                    </a:cubicBezTo>
                    <a:cubicBezTo>
                      <a:pt x="86283" y="36369"/>
                      <a:pt x="89795" y="54679"/>
                      <a:pt x="88290" y="72739"/>
                    </a:cubicBezTo>
                    <a:cubicBezTo>
                      <a:pt x="85029" y="107352"/>
                      <a:pt x="63458" y="141213"/>
                      <a:pt x="32607" y="157768"/>
                    </a:cubicBezTo>
                    <a:cubicBezTo>
                      <a:pt x="24831" y="162032"/>
                      <a:pt x="16805" y="164540"/>
                      <a:pt x="9030" y="165794"/>
                    </a:cubicBezTo>
                    <a:cubicBezTo>
                      <a:pt x="6521" y="154005"/>
                      <a:pt x="4013" y="142468"/>
                      <a:pt x="2508" y="130679"/>
                    </a:cubicBezTo>
                    <a:cubicBezTo>
                      <a:pt x="1505" y="122402"/>
                      <a:pt x="752" y="114125"/>
                      <a:pt x="0" y="106098"/>
                    </a:cubicBezTo>
                    <a:cubicBezTo>
                      <a:pt x="2759" y="105597"/>
                      <a:pt x="5518" y="104593"/>
                      <a:pt x="8277" y="103088"/>
                    </a:cubicBezTo>
                    <a:cubicBezTo>
                      <a:pt x="20567" y="96567"/>
                      <a:pt x="29095" y="83273"/>
                      <a:pt x="30350" y="69478"/>
                    </a:cubicBezTo>
                    <a:cubicBezTo>
                      <a:pt x="31102" y="62455"/>
                      <a:pt x="29597" y="55181"/>
                      <a:pt x="25835" y="48911"/>
                    </a:cubicBezTo>
                    <a:cubicBezTo>
                      <a:pt x="24581" y="46653"/>
                      <a:pt x="22825" y="44647"/>
                      <a:pt x="21069" y="42640"/>
                    </a:cubicBezTo>
                    <a:cubicBezTo>
                      <a:pt x="26336" y="37122"/>
                      <a:pt x="31604" y="31604"/>
                      <a:pt x="36620" y="26086"/>
                    </a:cubicBezTo>
                    <a:cubicBezTo>
                      <a:pt x="43894" y="17808"/>
                      <a:pt x="51419" y="9782"/>
                      <a:pt x="58943" y="1505"/>
                    </a:cubicBezTo>
                    <a:cubicBezTo>
                      <a:pt x="59696" y="752"/>
                      <a:pt x="60198" y="251"/>
                      <a:pt x="60448" y="0"/>
                    </a:cubicBezTo>
                    <a:lnTo>
                      <a:pt x="60448" y="0"/>
                    </a:lnTo>
                    <a:close/>
                  </a:path>
                </a:pathLst>
              </a:custGeom>
              <a:solidFill>
                <a:srgbClr val="2251FF"/>
              </a:solidFill>
              <a:ln w="2497" cap="flat">
                <a:noFill/>
                <a:prstDash val="solid"/>
                <a:miter/>
              </a:ln>
            </p:spPr>
            <p:txBody>
              <a:bodyPr/>
              <a:lstStyle/>
              <a:p>
                <a:endParaRPr lang="es-ES"/>
              </a:p>
            </p:txBody>
          </p:sp>
          <p:sp>
            <p:nvSpPr>
              <p:cNvPr id="48" name="Freeform: Shape 47">
                <a:extLst>
                  <a:ext uri="{FF2B5EF4-FFF2-40B4-BE49-F238E27FC236}">
                    <a16:creationId xmlns:a16="http://schemas.microsoft.com/office/drawing/2014/main" id="{94E5DB04-7799-24BF-633D-C58717B3F3E2}"/>
                  </a:ext>
                </a:extLst>
              </p:cNvPr>
              <p:cNvSpPr/>
              <p:nvPr/>
            </p:nvSpPr>
            <p:spPr>
              <a:xfrm>
                <a:off x="218179" y="1913384"/>
                <a:ext cx="52171" cy="62956"/>
              </a:xfrm>
              <a:custGeom>
                <a:avLst/>
                <a:gdLst>
                  <a:gd name="csX0" fmla="*/ 26838 w 52171"/>
                  <a:gd name="csY0" fmla="*/ 2508 h 62956"/>
                  <a:gd name="csX1" fmla="*/ 29095 w 52171"/>
                  <a:gd name="csY1" fmla="*/ 3762 h 62956"/>
                  <a:gd name="csX2" fmla="*/ 29597 w 52171"/>
                  <a:gd name="csY2" fmla="*/ 4013 h 62956"/>
                  <a:gd name="csX3" fmla="*/ 31102 w 52171"/>
                  <a:gd name="csY3" fmla="*/ 5016 h 62956"/>
                  <a:gd name="csX4" fmla="*/ 32105 w 52171"/>
                  <a:gd name="csY4" fmla="*/ 5518 h 62956"/>
                  <a:gd name="csX5" fmla="*/ 34112 w 52171"/>
                  <a:gd name="csY5" fmla="*/ 6772 h 62956"/>
                  <a:gd name="csX6" fmla="*/ 36871 w 52171"/>
                  <a:gd name="csY6" fmla="*/ 8528 h 62956"/>
                  <a:gd name="csX7" fmla="*/ 38376 w 52171"/>
                  <a:gd name="csY7" fmla="*/ 9531 h 62956"/>
                  <a:gd name="csX8" fmla="*/ 38878 w 52171"/>
                  <a:gd name="csY8" fmla="*/ 9782 h 62956"/>
                  <a:gd name="csX9" fmla="*/ 39630 w 52171"/>
                  <a:gd name="csY9" fmla="*/ 10284 h 62956"/>
                  <a:gd name="csX10" fmla="*/ 40884 w 52171"/>
                  <a:gd name="csY10" fmla="*/ 11287 h 62956"/>
                  <a:gd name="csX11" fmla="*/ 41386 w 52171"/>
                  <a:gd name="csY11" fmla="*/ 11538 h 62956"/>
                  <a:gd name="csX12" fmla="*/ 42640 w 52171"/>
                  <a:gd name="csY12" fmla="*/ 12541 h 62956"/>
                  <a:gd name="csX13" fmla="*/ 43142 w 52171"/>
                  <a:gd name="csY13" fmla="*/ 13043 h 62956"/>
                  <a:gd name="csX14" fmla="*/ 44897 w 52171"/>
                  <a:gd name="csY14" fmla="*/ 14297 h 62956"/>
                  <a:gd name="csX15" fmla="*/ 47155 w 52171"/>
                  <a:gd name="csY15" fmla="*/ 16053 h 62956"/>
                  <a:gd name="csX16" fmla="*/ 48660 w 52171"/>
                  <a:gd name="csY16" fmla="*/ 17307 h 62956"/>
                  <a:gd name="csX17" fmla="*/ 48660 w 52171"/>
                  <a:gd name="csY17" fmla="*/ 17307 h 62956"/>
                  <a:gd name="csX18" fmla="*/ 50415 w 52171"/>
                  <a:gd name="csY18" fmla="*/ 18812 h 62956"/>
                  <a:gd name="csX19" fmla="*/ 52171 w 52171"/>
                  <a:gd name="csY19" fmla="*/ 20567 h 62956"/>
                  <a:gd name="csX20" fmla="*/ 50917 w 52171"/>
                  <a:gd name="csY20" fmla="*/ 21822 h 62956"/>
                  <a:gd name="csX21" fmla="*/ 28594 w 52171"/>
                  <a:gd name="csY21" fmla="*/ 46402 h 62956"/>
                  <a:gd name="csX22" fmla="*/ 13043 w 52171"/>
                  <a:gd name="csY22" fmla="*/ 62957 h 62956"/>
                  <a:gd name="csX23" fmla="*/ 5769 w 52171"/>
                  <a:gd name="csY23" fmla="*/ 56937 h 62956"/>
                  <a:gd name="csX24" fmla="*/ 0 w 52171"/>
                  <a:gd name="csY24" fmla="*/ 53425 h 62956"/>
                  <a:gd name="csX25" fmla="*/ 15049 w 52171"/>
                  <a:gd name="csY25" fmla="*/ 17056 h 62956"/>
                  <a:gd name="csX26" fmla="*/ 22072 w 52171"/>
                  <a:gd name="csY26" fmla="*/ 0 h 62956"/>
                  <a:gd name="csX27" fmla="*/ 26838 w 52171"/>
                  <a:gd name="csY27" fmla="*/ 2508 h 62956"/>
                  <a:gd name="csX28" fmla="*/ 26838 w 52171"/>
                  <a:gd name="csY28" fmla="*/ 2508 h 629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52171" h="62956">
                    <a:moveTo>
                      <a:pt x="26838" y="2508"/>
                    </a:moveTo>
                    <a:cubicBezTo>
                      <a:pt x="27591" y="3010"/>
                      <a:pt x="28343" y="3261"/>
                      <a:pt x="29095" y="3762"/>
                    </a:cubicBezTo>
                    <a:cubicBezTo>
                      <a:pt x="29346" y="3762"/>
                      <a:pt x="29346" y="4013"/>
                      <a:pt x="29597" y="4013"/>
                    </a:cubicBezTo>
                    <a:cubicBezTo>
                      <a:pt x="30099" y="4264"/>
                      <a:pt x="30600" y="4515"/>
                      <a:pt x="31102" y="5016"/>
                    </a:cubicBezTo>
                    <a:cubicBezTo>
                      <a:pt x="31353" y="5267"/>
                      <a:pt x="31855" y="5518"/>
                      <a:pt x="32105" y="5518"/>
                    </a:cubicBezTo>
                    <a:cubicBezTo>
                      <a:pt x="32858" y="6020"/>
                      <a:pt x="33359" y="6271"/>
                      <a:pt x="34112" y="6772"/>
                    </a:cubicBezTo>
                    <a:cubicBezTo>
                      <a:pt x="35115" y="7274"/>
                      <a:pt x="35868" y="7776"/>
                      <a:pt x="36871" y="8528"/>
                    </a:cubicBezTo>
                    <a:cubicBezTo>
                      <a:pt x="37373" y="8779"/>
                      <a:pt x="37874" y="9030"/>
                      <a:pt x="38376" y="9531"/>
                    </a:cubicBezTo>
                    <a:cubicBezTo>
                      <a:pt x="38627" y="9531"/>
                      <a:pt x="38627" y="9782"/>
                      <a:pt x="38878" y="9782"/>
                    </a:cubicBezTo>
                    <a:cubicBezTo>
                      <a:pt x="39128" y="10033"/>
                      <a:pt x="39379" y="10033"/>
                      <a:pt x="39630" y="10284"/>
                    </a:cubicBezTo>
                    <a:cubicBezTo>
                      <a:pt x="40132" y="10535"/>
                      <a:pt x="40382" y="10785"/>
                      <a:pt x="40884" y="11287"/>
                    </a:cubicBezTo>
                    <a:cubicBezTo>
                      <a:pt x="41135" y="11287"/>
                      <a:pt x="41135" y="11538"/>
                      <a:pt x="41386" y="11538"/>
                    </a:cubicBezTo>
                    <a:cubicBezTo>
                      <a:pt x="41887" y="11789"/>
                      <a:pt x="42138" y="12290"/>
                      <a:pt x="42640" y="12541"/>
                    </a:cubicBezTo>
                    <a:cubicBezTo>
                      <a:pt x="42891" y="12792"/>
                      <a:pt x="43142" y="12792"/>
                      <a:pt x="43142" y="13043"/>
                    </a:cubicBezTo>
                    <a:cubicBezTo>
                      <a:pt x="43643" y="13544"/>
                      <a:pt x="44396" y="14046"/>
                      <a:pt x="44897" y="14297"/>
                    </a:cubicBezTo>
                    <a:cubicBezTo>
                      <a:pt x="45650" y="14799"/>
                      <a:pt x="46402" y="15551"/>
                      <a:pt x="47155" y="16053"/>
                    </a:cubicBezTo>
                    <a:cubicBezTo>
                      <a:pt x="47656" y="16554"/>
                      <a:pt x="48158" y="17056"/>
                      <a:pt x="48660" y="17307"/>
                    </a:cubicBezTo>
                    <a:cubicBezTo>
                      <a:pt x="48660" y="17307"/>
                      <a:pt x="48660" y="17307"/>
                      <a:pt x="48660" y="17307"/>
                    </a:cubicBezTo>
                    <a:cubicBezTo>
                      <a:pt x="49161" y="17808"/>
                      <a:pt x="49914" y="18310"/>
                      <a:pt x="50415" y="18812"/>
                    </a:cubicBezTo>
                    <a:cubicBezTo>
                      <a:pt x="50917" y="19313"/>
                      <a:pt x="51670" y="19815"/>
                      <a:pt x="52171" y="20567"/>
                    </a:cubicBezTo>
                    <a:cubicBezTo>
                      <a:pt x="51670" y="21069"/>
                      <a:pt x="51419" y="21571"/>
                      <a:pt x="50917" y="21822"/>
                    </a:cubicBezTo>
                    <a:cubicBezTo>
                      <a:pt x="43392" y="29848"/>
                      <a:pt x="35868" y="38125"/>
                      <a:pt x="28594" y="46402"/>
                    </a:cubicBezTo>
                    <a:cubicBezTo>
                      <a:pt x="23577" y="52171"/>
                      <a:pt x="18310" y="57689"/>
                      <a:pt x="13043" y="62957"/>
                    </a:cubicBezTo>
                    <a:cubicBezTo>
                      <a:pt x="10785" y="60699"/>
                      <a:pt x="8528" y="58693"/>
                      <a:pt x="5769" y="56937"/>
                    </a:cubicBezTo>
                    <a:cubicBezTo>
                      <a:pt x="4013" y="55683"/>
                      <a:pt x="2007" y="54429"/>
                      <a:pt x="0" y="53425"/>
                    </a:cubicBezTo>
                    <a:cubicBezTo>
                      <a:pt x="4766" y="41135"/>
                      <a:pt x="10033" y="29095"/>
                      <a:pt x="15049" y="17056"/>
                    </a:cubicBezTo>
                    <a:cubicBezTo>
                      <a:pt x="17558" y="11538"/>
                      <a:pt x="19815" y="5769"/>
                      <a:pt x="22072" y="0"/>
                    </a:cubicBezTo>
                    <a:cubicBezTo>
                      <a:pt x="24079" y="1003"/>
                      <a:pt x="25584" y="1756"/>
                      <a:pt x="26838" y="2508"/>
                    </a:cubicBezTo>
                    <a:lnTo>
                      <a:pt x="26838" y="2508"/>
                    </a:lnTo>
                    <a:close/>
                  </a:path>
                </a:pathLst>
              </a:custGeom>
              <a:solidFill>
                <a:srgbClr val="2251FF"/>
              </a:solidFill>
              <a:ln w="2497" cap="flat">
                <a:noFill/>
                <a:prstDash val="solid"/>
                <a:miter/>
              </a:ln>
            </p:spPr>
            <p:txBody>
              <a:bodyPr/>
              <a:lstStyle/>
              <a:p>
                <a:endParaRPr lang="es-ES"/>
              </a:p>
            </p:txBody>
          </p:sp>
          <p:sp>
            <p:nvSpPr>
              <p:cNvPr id="49" name="Freeform: Shape 48">
                <a:extLst>
                  <a:ext uri="{FF2B5EF4-FFF2-40B4-BE49-F238E27FC236}">
                    <a16:creationId xmlns:a16="http://schemas.microsoft.com/office/drawing/2014/main" id="{B31F696F-BA87-2BEB-56A9-C8298158662A}"/>
                  </a:ext>
                </a:extLst>
              </p:cNvPr>
              <p:cNvSpPr/>
              <p:nvPr/>
            </p:nvSpPr>
            <p:spPr>
              <a:xfrm>
                <a:off x="146694" y="1904577"/>
                <a:ext cx="94058" cy="66747"/>
              </a:xfrm>
              <a:custGeom>
                <a:avLst/>
                <a:gdLst>
                  <a:gd name="csX0" fmla="*/ 94059 w 94058"/>
                  <a:gd name="csY0" fmla="*/ 9058 h 66747"/>
                  <a:gd name="csX1" fmla="*/ 87036 w 94058"/>
                  <a:gd name="csY1" fmla="*/ 26114 h 66747"/>
                  <a:gd name="csX2" fmla="*/ 71986 w 94058"/>
                  <a:gd name="csY2" fmla="*/ 62483 h 66747"/>
                  <a:gd name="csX3" fmla="*/ 70230 w 94058"/>
                  <a:gd name="csY3" fmla="*/ 61731 h 66747"/>
                  <a:gd name="csX4" fmla="*/ 68725 w 94058"/>
                  <a:gd name="csY4" fmla="*/ 60978 h 66747"/>
                  <a:gd name="csX5" fmla="*/ 33359 w 94058"/>
                  <a:gd name="csY5" fmla="*/ 66747 h 66747"/>
                  <a:gd name="csX6" fmla="*/ 0 w 94058"/>
                  <a:gd name="csY6" fmla="*/ 19592 h 66747"/>
                  <a:gd name="csX7" fmla="*/ 84778 w 94058"/>
                  <a:gd name="csY7" fmla="*/ 5045 h 66747"/>
                  <a:gd name="csX8" fmla="*/ 91801 w 94058"/>
                  <a:gd name="csY8" fmla="*/ 8054 h 66747"/>
                  <a:gd name="csX9" fmla="*/ 94059 w 94058"/>
                  <a:gd name="csY9" fmla="*/ 9058 h 66747"/>
                  <a:gd name="csX10" fmla="*/ 94059 w 94058"/>
                  <a:gd name="csY10" fmla="*/ 9058 h 667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94058" h="66747">
                    <a:moveTo>
                      <a:pt x="94059" y="9058"/>
                    </a:moveTo>
                    <a:cubicBezTo>
                      <a:pt x="91801" y="14827"/>
                      <a:pt x="89293" y="20345"/>
                      <a:pt x="87036" y="26114"/>
                    </a:cubicBezTo>
                    <a:cubicBezTo>
                      <a:pt x="81768" y="38153"/>
                      <a:pt x="76501" y="50193"/>
                      <a:pt x="71986" y="62483"/>
                    </a:cubicBezTo>
                    <a:cubicBezTo>
                      <a:pt x="71485" y="62232"/>
                      <a:pt x="70732" y="61981"/>
                      <a:pt x="70230" y="61731"/>
                    </a:cubicBezTo>
                    <a:cubicBezTo>
                      <a:pt x="69729" y="61480"/>
                      <a:pt x="69227" y="61229"/>
                      <a:pt x="68725" y="60978"/>
                    </a:cubicBezTo>
                    <a:cubicBezTo>
                      <a:pt x="56435" y="55962"/>
                      <a:pt x="43142" y="58972"/>
                      <a:pt x="33359" y="66747"/>
                    </a:cubicBezTo>
                    <a:cubicBezTo>
                      <a:pt x="22072" y="51196"/>
                      <a:pt x="10785" y="35645"/>
                      <a:pt x="0" y="19592"/>
                    </a:cubicBezTo>
                    <a:cubicBezTo>
                      <a:pt x="23828" y="1533"/>
                      <a:pt x="55432" y="-5741"/>
                      <a:pt x="84778" y="5045"/>
                    </a:cubicBezTo>
                    <a:cubicBezTo>
                      <a:pt x="87036" y="5797"/>
                      <a:pt x="89544" y="6800"/>
                      <a:pt x="91801" y="8054"/>
                    </a:cubicBezTo>
                    <a:cubicBezTo>
                      <a:pt x="92303" y="8305"/>
                      <a:pt x="93306" y="8807"/>
                      <a:pt x="94059" y="9058"/>
                    </a:cubicBezTo>
                    <a:lnTo>
                      <a:pt x="94059" y="9058"/>
                    </a:lnTo>
                    <a:close/>
                  </a:path>
                </a:pathLst>
              </a:custGeom>
              <a:solidFill>
                <a:srgbClr val="00A9F4"/>
              </a:solidFill>
              <a:ln w="2497" cap="flat">
                <a:noFill/>
                <a:prstDash val="solid"/>
                <a:miter/>
              </a:ln>
            </p:spPr>
            <p:txBody>
              <a:bodyPr/>
              <a:lstStyle/>
              <a:p>
                <a:endParaRPr lang="es-ES"/>
              </a:p>
            </p:txBody>
          </p:sp>
        </p:grpSp>
        <p:sp>
          <p:nvSpPr>
            <p:cNvPr id="36" name="Freeform: Shape 35">
              <a:extLst>
                <a:ext uri="{FF2B5EF4-FFF2-40B4-BE49-F238E27FC236}">
                  <a16:creationId xmlns:a16="http://schemas.microsoft.com/office/drawing/2014/main" id="{94F87EB3-2D25-FB6B-A55D-5FA4276D0046}"/>
                </a:ext>
              </a:extLst>
            </p:cNvPr>
            <p:cNvSpPr/>
            <p:nvPr/>
          </p:nvSpPr>
          <p:spPr>
            <a:xfrm>
              <a:off x="146193" y="2133105"/>
              <a:ext cx="140210" cy="9280"/>
            </a:xfrm>
            <a:custGeom>
              <a:avLst/>
              <a:gdLst>
                <a:gd name="csX0" fmla="*/ 140210 w 140210"/>
                <a:gd name="csY0" fmla="*/ 0 h 9280"/>
                <a:gd name="csX1" fmla="*/ 105847 w 140210"/>
                <a:gd name="csY1" fmla="*/ 251 h 9280"/>
                <a:gd name="csX2" fmla="*/ 25333 w 140210"/>
                <a:gd name="csY2" fmla="*/ 502 h 9280"/>
                <a:gd name="csX3" fmla="*/ 1254 w 140210"/>
                <a:gd name="csY3" fmla="*/ 502 h 9280"/>
                <a:gd name="csX4" fmla="*/ 0 w 140210"/>
                <a:gd name="csY4" fmla="*/ 502 h 9280"/>
                <a:gd name="csX5" fmla="*/ 0 w 140210"/>
                <a:gd name="csY5" fmla="*/ 8026 h 9280"/>
                <a:gd name="csX6" fmla="*/ 0 w 140210"/>
                <a:gd name="csY6" fmla="*/ 9280 h 9280"/>
                <a:gd name="csX7" fmla="*/ 251 w 140210"/>
                <a:gd name="csY7" fmla="*/ 9280 h 9280"/>
                <a:gd name="csX8" fmla="*/ 1756 w 140210"/>
                <a:gd name="csY8" fmla="*/ 9280 h 9280"/>
                <a:gd name="csX9" fmla="*/ 51670 w 140210"/>
                <a:gd name="csY9" fmla="*/ 9030 h 9280"/>
                <a:gd name="csX10" fmla="*/ 140210 w 140210"/>
                <a:gd name="csY10" fmla="*/ 9030 h 9280"/>
                <a:gd name="csX11" fmla="*/ 140210 w 140210"/>
                <a:gd name="csY11" fmla="*/ 0 h 9280"/>
                <a:gd name="csX12" fmla="*/ 140210 w 140210"/>
                <a:gd name="csY12" fmla="*/ 0 h 92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40210" h="9280">
                  <a:moveTo>
                    <a:pt x="140210" y="0"/>
                  </a:moveTo>
                  <a:cubicBezTo>
                    <a:pt x="128672" y="0"/>
                    <a:pt x="117134" y="251"/>
                    <a:pt x="105847" y="251"/>
                  </a:cubicBezTo>
                  <a:cubicBezTo>
                    <a:pt x="79009" y="502"/>
                    <a:pt x="52171" y="502"/>
                    <a:pt x="25333" y="502"/>
                  </a:cubicBezTo>
                  <a:cubicBezTo>
                    <a:pt x="17307" y="502"/>
                    <a:pt x="9280" y="502"/>
                    <a:pt x="1254" y="502"/>
                  </a:cubicBezTo>
                  <a:cubicBezTo>
                    <a:pt x="752" y="502"/>
                    <a:pt x="502" y="502"/>
                    <a:pt x="0" y="502"/>
                  </a:cubicBezTo>
                  <a:cubicBezTo>
                    <a:pt x="0" y="3010"/>
                    <a:pt x="0" y="5518"/>
                    <a:pt x="0" y="8026"/>
                  </a:cubicBezTo>
                  <a:cubicBezTo>
                    <a:pt x="0" y="8528"/>
                    <a:pt x="0" y="8779"/>
                    <a:pt x="0" y="9280"/>
                  </a:cubicBezTo>
                  <a:cubicBezTo>
                    <a:pt x="0" y="9280"/>
                    <a:pt x="251" y="9280"/>
                    <a:pt x="251" y="9280"/>
                  </a:cubicBezTo>
                  <a:cubicBezTo>
                    <a:pt x="752" y="9280"/>
                    <a:pt x="1254" y="9280"/>
                    <a:pt x="1756" y="9280"/>
                  </a:cubicBezTo>
                  <a:cubicBezTo>
                    <a:pt x="18310" y="9280"/>
                    <a:pt x="34864" y="9280"/>
                    <a:pt x="51670" y="9030"/>
                  </a:cubicBezTo>
                  <a:cubicBezTo>
                    <a:pt x="81267" y="9030"/>
                    <a:pt x="110613" y="9030"/>
                    <a:pt x="140210" y="9030"/>
                  </a:cubicBezTo>
                  <a:cubicBezTo>
                    <a:pt x="140210" y="6020"/>
                    <a:pt x="140210" y="3010"/>
                    <a:pt x="140210" y="0"/>
                  </a:cubicBezTo>
                  <a:lnTo>
                    <a:pt x="140210" y="0"/>
                  </a:lnTo>
                  <a:close/>
                </a:path>
              </a:pathLst>
            </a:custGeom>
            <a:solidFill>
              <a:srgbClr val="757575"/>
            </a:solidFill>
            <a:ln w="2497" cap="flat">
              <a:noFill/>
              <a:prstDash val="solid"/>
              <a:miter/>
            </a:ln>
          </p:spPr>
          <p:txBody>
            <a:bodyPr/>
            <a:lstStyle/>
            <a:p>
              <a:endParaRPr lang="es-ES"/>
            </a:p>
          </p:txBody>
        </p:sp>
        <p:sp>
          <p:nvSpPr>
            <p:cNvPr id="38" name="Freeform: Shape 37">
              <a:extLst>
                <a:ext uri="{FF2B5EF4-FFF2-40B4-BE49-F238E27FC236}">
                  <a16:creationId xmlns:a16="http://schemas.microsoft.com/office/drawing/2014/main" id="{09C22736-D94E-21D1-F2B8-6CDF9EAE1E07}"/>
                </a:ext>
              </a:extLst>
            </p:cNvPr>
            <p:cNvSpPr/>
            <p:nvPr/>
          </p:nvSpPr>
          <p:spPr>
            <a:xfrm>
              <a:off x="146193" y="2159191"/>
              <a:ext cx="122652" cy="9280"/>
            </a:xfrm>
            <a:custGeom>
              <a:avLst/>
              <a:gdLst>
                <a:gd name="csX0" fmla="*/ 122652 w 122652"/>
                <a:gd name="csY0" fmla="*/ 0 h 9280"/>
                <a:gd name="csX1" fmla="*/ 92554 w 122652"/>
                <a:gd name="csY1" fmla="*/ 251 h 9280"/>
                <a:gd name="csX2" fmla="*/ 22072 w 122652"/>
                <a:gd name="csY2" fmla="*/ 502 h 9280"/>
                <a:gd name="csX3" fmla="*/ 1254 w 122652"/>
                <a:gd name="csY3" fmla="*/ 502 h 9280"/>
                <a:gd name="csX4" fmla="*/ 0 w 122652"/>
                <a:gd name="csY4" fmla="*/ 502 h 9280"/>
                <a:gd name="csX5" fmla="*/ 0 w 122652"/>
                <a:gd name="csY5" fmla="*/ 8026 h 9280"/>
                <a:gd name="csX6" fmla="*/ 0 w 122652"/>
                <a:gd name="csY6" fmla="*/ 9280 h 9280"/>
                <a:gd name="csX7" fmla="*/ 251 w 122652"/>
                <a:gd name="csY7" fmla="*/ 9280 h 9280"/>
                <a:gd name="csX8" fmla="*/ 1505 w 122652"/>
                <a:gd name="csY8" fmla="*/ 9280 h 9280"/>
                <a:gd name="csX9" fmla="*/ 45148 w 122652"/>
                <a:gd name="csY9" fmla="*/ 9030 h 9280"/>
                <a:gd name="csX10" fmla="*/ 122402 w 122652"/>
                <a:gd name="csY10" fmla="*/ 9030 h 9280"/>
                <a:gd name="csX11" fmla="*/ 122652 w 122652"/>
                <a:gd name="csY11" fmla="*/ 0 h 9280"/>
                <a:gd name="csX12" fmla="*/ 122652 w 122652"/>
                <a:gd name="csY12" fmla="*/ 0 h 92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22652" h="9280">
                  <a:moveTo>
                    <a:pt x="122652" y="0"/>
                  </a:moveTo>
                  <a:cubicBezTo>
                    <a:pt x="112620" y="0"/>
                    <a:pt x="102587" y="251"/>
                    <a:pt x="92554" y="251"/>
                  </a:cubicBezTo>
                  <a:cubicBezTo>
                    <a:pt x="69227" y="502"/>
                    <a:pt x="45650" y="502"/>
                    <a:pt x="22072" y="502"/>
                  </a:cubicBezTo>
                  <a:cubicBezTo>
                    <a:pt x="15049" y="502"/>
                    <a:pt x="8026" y="502"/>
                    <a:pt x="1254" y="502"/>
                  </a:cubicBezTo>
                  <a:cubicBezTo>
                    <a:pt x="752" y="502"/>
                    <a:pt x="502" y="502"/>
                    <a:pt x="0" y="502"/>
                  </a:cubicBezTo>
                  <a:cubicBezTo>
                    <a:pt x="0" y="3010"/>
                    <a:pt x="0" y="5518"/>
                    <a:pt x="0" y="8026"/>
                  </a:cubicBezTo>
                  <a:cubicBezTo>
                    <a:pt x="0" y="8528"/>
                    <a:pt x="0" y="8779"/>
                    <a:pt x="0" y="9280"/>
                  </a:cubicBezTo>
                  <a:cubicBezTo>
                    <a:pt x="0" y="9280"/>
                    <a:pt x="251" y="9280"/>
                    <a:pt x="251" y="9280"/>
                  </a:cubicBezTo>
                  <a:cubicBezTo>
                    <a:pt x="752" y="9280"/>
                    <a:pt x="1254" y="9280"/>
                    <a:pt x="1505" y="9280"/>
                  </a:cubicBezTo>
                  <a:cubicBezTo>
                    <a:pt x="16053" y="9280"/>
                    <a:pt x="30600" y="9280"/>
                    <a:pt x="45148" y="9030"/>
                  </a:cubicBezTo>
                  <a:cubicBezTo>
                    <a:pt x="70983" y="9030"/>
                    <a:pt x="96818" y="9030"/>
                    <a:pt x="122402" y="9030"/>
                  </a:cubicBezTo>
                  <a:cubicBezTo>
                    <a:pt x="122652" y="6020"/>
                    <a:pt x="122652" y="3010"/>
                    <a:pt x="122652" y="0"/>
                  </a:cubicBezTo>
                  <a:lnTo>
                    <a:pt x="122652" y="0"/>
                  </a:lnTo>
                  <a:close/>
                </a:path>
              </a:pathLst>
            </a:custGeom>
            <a:solidFill>
              <a:srgbClr val="757575"/>
            </a:solidFill>
            <a:ln w="2497" cap="flat">
              <a:noFill/>
              <a:prstDash val="solid"/>
              <a:miter/>
            </a:ln>
          </p:spPr>
          <p:txBody>
            <a:bodyPr/>
            <a:lstStyle/>
            <a:p>
              <a:endParaRPr lang="es-ES"/>
            </a:p>
          </p:txBody>
        </p:sp>
        <p:sp>
          <p:nvSpPr>
            <p:cNvPr id="40" name="Freeform: Shape 39">
              <a:extLst>
                <a:ext uri="{FF2B5EF4-FFF2-40B4-BE49-F238E27FC236}">
                  <a16:creationId xmlns:a16="http://schemas.microsoft.com/office/drawing/2014/main" id="{770B57DB-C75F-24A6-745D-404012078403}"/>
                </a:ext>
              </a:extLst>
            </p:cNvPr>
            <p:cNvSpPr/>
            <p:nvPr/>
          </p:nvSpPr>
          <p:spPr>
            <a:xfrm>
              <a:off x="146444" y="2185276"/>
              <a:ext cx="63959" cy="9280"/>
            </a:xfrm>
            <a:custGeom>
              <a:avLst/>
              <a:gdLst>
                <a:gd name="csX0" fmla="*/ 63709 w 63959"/>
                <a:gd name="csY0" fmla="*/ 0 h 9280"/>
                <a:gd name="csX1" fmla="*/ 48158 w 63959"/>
                <a:gd name="csY1" fmla="*/ 251 h 9280"/>
                <a:gd name="csX2" fmla="*/ 11538 w 63959"/>
                <a:gd name="csY2" fmla="*/ 502 h 9280"/>
                <a:gd name="csX3" fmla="*/ 502 w 63959"/>
                <a:gd name="csY3" fmla="*/ 502 h 9280"/>
                <a:gd name="csX4" fmla="*/ 0 w 63959"/>
                <a:gd name="csY4" fmla="*/ 502 h 9280"/>
                <a:gd name="csX5" fmla="*/ 0 w 63959"/>
                <a:gd name="csY5" fmla="*/ 8026 h 9280"/>
                <a:gd name="csX6" fmla="*/ 0 w 63959"/>
                <a:gd name="csY6" fmla="*/ 9280 h 9280"/>
                <a:gd name="csX7" fmla="*/ 251 w 63959"/>
                <a:gd name="csY7" fmla="*/ 9280 h 9280"/>
                <a:gd name="csX8" fmla="*/ 1003 w 63959"/>
                <a:gd name="csY8" fmla="*/ 9280 h 9280"/>
                <a:gd name="csX9" fmla="*/ 23577 w 63959"/>
                <a:gd name="csY9" fmla="*/ 9030 h 9280"/>
                <a:gd name="csX10" fmla="*/ 63960 w 63959"/>
                <a:gd name="csY10" fmla="*/ 9030 h 9280"/>
                <a:gd name="csX11" fmla="*/ 63709 w 63959"/>
                <a:gd name="csY11" fmla="*/ 0 h 9280"/>
                <a:gd name="csX12" fmla="*/ 63709 w 63959"/>
                <a:gd name="csY12" fmla="*/ 0 h 92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63959" h="9280">
                  <a:moveTo>
                    <a:pt x="63709" y="0"/>
                  </a:moveTo>
                  <a:cubicBezTo>
                    <a:pt x="58442" y="0"/>
                    <a:pt x="53174" y="251"/>
                    <a:pt x="48158" y="251"/>
                  </a:cubicBezTo>
                  <a:cubicBezTo>
                    <a:pt x="35868" y="502"/>
                    <a:pt x="23577" y="502"/>
                    <a:pt x="11538" y="502"/>
                  </a:cubicBezTo>
                  <a:cubicBezTo>
                    <a:pt x="8026" y="502"/>
                    <a:pt x="4264" y="502"/>
                    <a:pt x="502" y="502"/>
                  </a:cubicBezTo>
                  <a:cubicBezTo>
                    <a:pt x="251" y="502"/>
                    <a:pt x="0" y="502"/>
                    <a:pt x="0" y="502"/>
                  </a:cubicBezTo>
                  <a:cubicBezTo>
                    <a:pt x="0" y="3010"/>
                    <a:pt x="0" y="5518"/>
                    <a:pt x="0" y="8026"/>
                  </a:cubicBezTo>
                  <a:cubicBezTo>
                    <a:pt x="0" y="8528"/>
                    <a:pt x="0" y="8779"/>
                    <a:pt x="0" y="9280"/>
                  </a:cubicBezTo>
                  <a:cubicBezTo>
                    <a:pt x="0" y="9280"/>
                    <a:pt x="0" y="9280"/>
                    <a:pt x="251" y="9280"/>
                  </a:cubicBezTo>
                  <a:cubicBezTo>
                    <a:pt x="502" y="9280"/>
                    <a:pt x="752" y="9280"/>
                    <a:pt x="1003" y="9280"/>
                  </a:cubicBezTo>
                  <a:cubicBezTo>
                    <a:pt x="8528" y="9280"/>
                    <a:pt x="16053" y="9280"/>
                    <a:pt x="23577" y="9030"/>
                  </a:cubicBezTo>
                  <a:cubicBezTo>
                    <a:pt x="37122" y="9030"/>
                    <a:pt x="50415" y="9030"/>
                    <a:pt x="63960" y="9030"/>
                  </a:cubicBezTo>
                  <a:cubicBezTo>
                    <a:pt x="63709" y="6020"/>
                    <a:pt x="63709" y="3010"/>
                    <a:pt x="63709" y="0"/>
                  </a:cubicBezTo>
                  <a:lnTo>
                    <a:pt x="63709" y="0"/>
                  </a:lnTo>
                  <a:close/>
                </a:path>
              </a:pathLst>
            </a:custGeom>
            <a:solidFill>
              <a:srgbClr val="757575"/>
            </a:solidFill>
            <a:ln w="2497" cap="flat">
              <a:noFill/>
              <a:prstDash val="solid"/>
              <a:miter/>
            </a:ln>
          </p:spPr>
          <p:txBody>
            <a:bodyPr/>
            <a:lstStyle/>
            <a:p>
              <a:endParaRPr lang="es-ES"/>
            </a:p>
          </p:txBody>
        </p:sp>
        <p:sp>
          <p:nvSpPr>
            <p:cNvPr id="41" name="Freeform: Shape 40">
              <a:extLst>
                <a:ext uri="{FF2B5EF4-FFF2-40B4-BE49-F238E27FC236}">
                  <a16:creationId xmlns:a16="http://schemas.microsoft.com/office/drawing/2014/main" id="{3E9E43AD-E120-0083-5413-E082CD3D04CD}"/>
                </a:ext>
              </a:extLst>
            </p:cNvPr>
            <p:cNvSpPr/>
            <p:nvPr/>
          </p:nvSpPr>
          <p:spPr>
            <a:xfrm>
              <a:off x="146444" y="2211362"/>
              <a:ext cx="26587" cy="9280"/>
            </a:xfrm>
            <a:custGeom>
              <a:avLst/>
              <a:gdLst>
                <a:gd name="csX0" fmla="*/ 26587 w 26587"/>
                <a:gd name="csY0" fmla="*/ 0 h 9280"/>
                <a:gd name="csX1" fmla="*/ 20066 w 26587"/>
                <a:gd name="csY1" fmla="*/ 251 h 9280"/>
                <a:gd name="csX2" fmla="*/ 4766 w 26587"/>
                <a:gd name="csY2" fmla="*/ 502 h 9280"/>
                <a:gd name="csX3" fmla="*/ 251 w 26587"/>
                <a:gd name="csY3" fmla="*/ 502 h 9280"/>
                <a:gd name="csX4" fmla="*/ 0 w 26587"/>
                <a:gd name="csY4" fmla="*/ 502 h 9280"/>
                <a:gd name="csX5" fmla="*/ 0 w 26587"/>
                <a:gd name="csY5" fmla="*/ 8026 h 9280"/>
                <a:gd name="csX6" fmla="*/ 0 w 26587"/>
                <a:gd name="csY6" fmla="*/ 9280 h 9280"/>
                <a:gd name="csX7" fmla="*/ 0 w 26587"/>
                <a:gd name="csY7" fmla="*/ 9280 h 9280"/>
                <a:gd name="csX8" fmla="*/ 251 w 26587"/>
                <a:gd name="csY8" fmla="*/ 9280 h 9280"/>
                <a:gd name="csX9" fmla="*/ 9782 w 26587"/>
                <a:gd name="csY9" fmla="*/ 9030 h 9280"/>
                <a:gd name="csX10" fmla="*/ 26587 w 26587"/>
                <a:gd name="csY10" fmla="*/ 9030 h 9280"/>
                <a:gd name="csX11" fmla="*/ 26587 w 26587"/>
                <a:gd name="csY11" fmla="*/ 0 h 9280"/>
                <a:gd name="csX12" fmla="*/ 26587 w 26587"/>
                <a:gd name="csY12" fmla="*/ 0 h 92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6587" h="9280">
                  <a:moveTo>
                    <a:pt x="26587" y="0"/>
                  </a:moveTo>
                  <a:cubicBezTo>
                    <a:pt x="24330" y="0"/>
                    <a:pt x="22072" y="251"/>
                    <a:pt x="20066" y="251"/>
                  </a:cubicBezTo>
                  <a:cubicBezTo>
                    <a:pt x="15049" y="502"/>
                    <a:pt x="9782" y="502"/>
                    <a:pt x="4766" y="502"/>
                  </a:cubicBezTo>
                  <a:cubicBezTo>
                    <a:pt x="3261" y="502"/>
                    <a:pt x="1756" y="502"/>
                    <a:pt x="251" y="502"/>
                  </a:cubicBezTo>
                  <a:cubicBezTo>
                    <a:pt x="251" y="502"/>
                    <a:pt x="0" y="502"/>
                    <a:pt x="0" y="502"/>
                  </a:cubicBezTo>
                  <a:cubicBezTo>
                    <a:pt x="0" y="3010"/>
                    <a:pt x="0" y="5518"/>
                    <a:pt x="0" y="8026"/>
                  </a:cubicBezTo>
                  <a:cubicBezTo>
                    <a:pt x="0" y="8528"/>
                    <a:pt x="0" y="8779"/>
                    <a:pt x="0" y="9280"/>
                  </a:cubicBezTo>
                  <a:cubicBezTo>
                    <a:pt x="0" y="9280"/>
                    <a:pt x="0" y="9280"/>
                    <a:pt x="0" y="9280"/>
                  </a:cubicBezTo>
                  <a:cubicBezTo>
                    <a:pt x="0" y="9280"/>
                    <a:pt x="251" y="9280"/>
                    <a:pt x="251" y="9280"/>
                  </a:cubicBezTo>
                  <a:cubicBezTo>
                    <a:pt x="3512" y="9280"/>
                    <a:pt x="6521" y="9280"/>
                    <a:pt x="9782" y="9030"/>
                  </a:cubicBezTo>
                  <a:cubicBezTo>
                    <a:pt x="15551" y="9030"/>
                    <a:pt x="21069" y="9030"/>
                    <a:pt x="26587" y="9030"/>
                  </a:cubicBezTo>
                  <a:cubicBezTo>
                    <a:pt x="26587" y="6020"/>
                    <a:pt x="26587" y="3010"/>
                    <a:pt x="26587" y="0"/>
                  </a:cubicBezTo>
                  <a:lnTo>
                    <a:pt x="26587" y="0"/>
                  </a:lnTo>
                  <a:close/>
                </a:path>
              </a:pathLst>
            </a:custGeom>
            <a:solidFill>
              <a:srgbClr val="757575"/>
            </a:solidFill>
            <a:ln w="2497" cap="flat">
              <a:noFill/>
              <a:prstDash val="solid"/>
              <a:miter/>
            </a:ln>
          </p:spPr>
          <p:txBody>
            <a:bodyPr/>
            <a:lstStyle/>
            <a:p>
              <a:endParaRPr lang="es-ES"/>
            </a:p>
          </p:txBody>
        </p:sp>
      </p:grpSp>
      <p:grpSp>
        <p:nvGrpSpPr>
          <p:cNvPr id="50" name="Graphic 520">
            <a:extLst>
              <a:ext uri="{FF2B5EF4-FFF2-40B4-BE49-F238E27FC236}">
                <a16:creationId xmlns:a16="http://schemas.microsoft.com/office/drawing/2014/main" id="{751B908A-C952-C82C-B391-CE89C5C53436}"/>
              </a:ext>
            </a:extLst>
          </p:cNvPr>
          <p:cNvGrpSpPr/>
          <p:nvPr/>
        </p:nvGrpSpPr>
        <p:grpSpPr>
          <a:xfrm>
            <a:off x="1274591" y="2471386"/>
            <a:ext cx="573821" cy="472541"/>
            <a:chOff x="771448" y="1826198"/>
            <a:chExt cx="694324" cy="571775"/>
          </a:xfrm>
        </p:grpSpPr>
        <p:sp>
          <p:nvSpPr>
            <p:cNvPr id="51" name="Freeform: Shape 50">
              <a:extLst>
                <a:ext uri="{FF2B5EF4-FFF2-40B4-BE49-F238E27FC236}">
                  <a16:creationId xmlns:a16="http://schemas.microsoft.com/office/drawing/2014/main" id="{F46A0701-F93B-556A-1F44-98331FE376C6}"/>
                </a:ext>
              </a:extLst>
            </p:cNvPr>
            <p:cNvSpPr/>
            <p:nvPr/>
          </p:nvSpPr>
          <p:spPr>
            <a:xfrm>
              <a:off x="771448" y="1906565"/>
              <a:ext cx="603276" cy="491409"/>
            </a:xfrm>
            <a:custGeom>
              <a:avLst/>
              <a:gdLst>
                <a:gd name="csX0" fmla="*/ 602022 w 603276"/>
                <a:gd name="csY0" fmla="*/ 82066 h 491409"/>
                <a:gd name="csX1" fmla="*/ 603276 w 603276"/>
                <a:gd name="csY1" fmla="*/ 23373 h 491409"/>
                <a:gd name="csX2" fmla="*/ 602774 w 603276"/>
                <a:gd name="csY2" fmla="*/ 5314 h 491409"/>
                <a:gd name="csX3" fmla="*/ 602774 w 603276"/>
                <a:gd name="csY3" fmla="*/ 4562 h 491409"/>
                <a:gd name="csX4" fmla="*/ 602022 w 603276"/>
                <a:gd name="csY4" fmla="*/ 4562 h 491409"/>
                <a:gd name="csX5" fmla="*/ 577190 w 603276"/>
                <a:gd name="csY5" fmla="*/ 5063 h 491409"/>
                <a:gd name="csX6" fmla="*/ 512729 w 603276"/>
                <a:gd name="csY6" fmla="*/ 4311 h 491409"/>
                <a:gd name="csX7" fmla="*/ 382803 w 603276"/>
                <a:gd name="csY7" fmla="*/ 799 h 491409"/>
                <a:gd name="csX8" fmla="*/ 123953 w 603276"/>
                <a:gd name="csY8" fmla="*/ 1802 h 491409"/>
                <a:gd name="csX9" fmla="*/ 5314 w 603276"/>
                <a:gd name="csY9" fmla="*/ 3057 h 491409"/>
                <a:gd name="csX10" fmla="*/ 4562 w 603276"/>
                <a:gd name="csY10" fmla="*/ 3057 h 491409"/>
                <a:gd name="csX11" fmla="*/ 4562 w 603276"/>
                <a:gd name="csY11" fmla="*/ 4311 h 491409"/>
                <a:gd name="csX12" fmla="*/ 5063 w 603276"/>
                <a:gd name="csY12" fmla="*/ 22119 h 491409"/>
                <a:gd name="csX13" fmla="*/ 4311 w 603276"/>
                <a:gd name="csY13" fmla="*/ 75043 h 491409"/>
                <a:gd name="csX14" fmla="*/ 799 w 603276"/>
                <a:gd name="csY14" fmla="*/ 181392 h 491409"/>
                <a:gd name="csX15" fmla="*/ 1802 w 603276"/>
                <a:gd name="csY15" fmla="*/ 393588 h 491409"/>
                <a:gd name="csX16" fmla="*/ 3057 w 603276"/>
                <a:gd name="csY16" fmla="*/ 488148 h 491409"/>
                <a:gd name="csX17" fmla="*/ 3057 w 603276"/>
                <a:gd name="csY17" fmla="*/ 489403 h 491409"/>
                <a:gd name="csX18" fmla="*/ 4311 w 603276"/>
                <a:gd name="csY18" fmla="*/ 489403 h 491409"/>
                <a:gd name="csX19" fmla="*/ 107148 w 603276"/>
                <a:gd name="csY19" fmla="*/ 488399 h 491409"/>
                <a:gd name="csX20" fmla="*/ 236071 w 603276"/>
                <a:gd name="csY20" fmla="*/ 486644 h 491409"/>
                <a:gd name="csX21" fmla="*/ 363489 w 603276"/>
                <a:gd name="csY21" fmla="*/ 486894 h 491409"/>
                <a:gd name="csX22" fmla="*/ 492161 w 603276"/>
                <a:gd name="csY22" fmla="*/ 490155 h 491409"/>
                <a:gd name="csX23" fmla="*/ 563646 w 603276"/>
                <a:gd name="csY23" fmla="*/ 491409 h 491409"/>
                <a:gd name="csX24" fmla="*/ 600266 w 603276"/>
                <a:gd name="csY24" fmla="*/ 490657 h 491409"/>
                <a:gd name="csX25" fmla="*/ 601520 w 603276"/>
                <a:gd name="csY25" fmla="*/ 490657 h 491409"/>
                <a:gd name="csX26" fmla="*/ 601520 w 603276"/>
                <a:gd name="csY26" fmla="*/ 489904 h 491409"/>
                <a:gd name="csX27" fmla="*/ 600517 w 603276"/>
                <a:gd name="csY27" fmla="*/ 397852 h 491409"/>
                <a:gd name="csX28" fmla="*/ 598761 w 603276"/>
                <a:gd name="csY28" fmla="*/ 292256 h 491409"/>
                <a:gd name="csX29" fmla="*/ 599012 w 603276"/>
                <a:gd name="csY29" fmla="*/ 187662 h 491409"/>
                <a:gd name="csX30" fmla="*/ 602022 w 603276"/>
                <a:gd name="csY30" fmla="*/ 82066 h 491409"/>
                <a:gd name="csX31" fmla="*/ 602022 w 603276"/>
                <a:gd name="csY31" fmla="*/ 82066 h 4914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603276" h="491409">
                  <a:moveTo>
                    <a:pt x="602022" y="82066"/>
                  </a:moveTo>
                  <a:cubicBezTo>
                    <a:pt x="602524" y="62502"/>
                    <a:pt x="603025" y="42937"/>
                    <a:pt x="603276" y="23373"/>
                  </a:cubicBezTo>
                  <a:cubicBezTo>
                    <a:pt x="603276" y="17354"/>
                    <a:pt x="603025" y="11334"/>
                    <a:pt x="602774" y="5314"/>
                  </a:cubicBezTo>
                  <a:cubicBezTo>
                    <a:pt x="602774" y="5063"/>
                    <a:pt x="602774" y="4812"/>
                    <a:pt x="602774" y="4562"/>
                  </a:cubicBezTo>
                  <a:lnTo>
                    <a:pt x="602022" y="4562"/>
                  </a:lnTo>
                  <a:cubicBezTo>
                    <a:pt x="593745" y="4562"/>
                    <a:pt x="585468" y="4812"/>
                    <a:pt x="577190" y="5063"/>
                  </a:cubicBezTo>
                  <a:cubicBezTo>
                    <a:pt x="555620" y="5314"/>
                    <a:pt x="534300" y="4812"/>
                    <a:pt x="512729" y="4311"/>
                  </a:cubicBezTo>
                  <a:cubicBezTo>
                    <a:pt x="469337" y="3307"/>
                    <a:pt x="426195" y="1552"/>
                    <a:pt x="382803" y="799"/>
                  </a:cubicBezTo>
                  <a:cubicBezTo>
                    <a:pt x="296519" y="-957"/>
                    <a:pt x="210236" y="548"/>
                    <a:pt x="123953" y="1802"/>
                  </a:cubicBezTo>
                  <a:cubicBezTo>
                    <a:pt x="84323" y="2304"/>
                    <a:pt x="44944" y="2806"/>
                    <a:pt x="5314" y="3057"/>
                  </a:cubicBezTo>
                  <a:cubicBezTo>
                    <a:pt x="5063" y="3057"/>
                    <a:pt x="4812" y="3057"/>
                    <a:pt x="4562" y="3057"/>
                  </a:cubicBezTo>
                  <a:cubicBezTo>
                    <a:pt x="4562" y="3558"/>
                    <a:pt x="4562" y="3809"/>
                    <a:pt x="4562" y="4311"/>
                  </a:cubicBezTo>
                  <a:cubicBezTo>
                    <a:pt x="4562" y="10330"/>
                    <a:pt x="4812" y="16099"/>
                    <a:pt x="5063" y="22119"/>
                  </a:cubicBezTo>
                  <a:cubicBezTo>
                    <a:pt x="5314" y="39677"/>
                    <a:pt x="4812" y="57234"/>
                    <a:pt x="4311" y="75043"/>
                  </a:cubicBezTo>
                  <a:cubicBezTo>
                    <a:pt x="3307" y="110409"/>
                    <a:pt x="1552" y="146026"/>
                    <a:pt x="799" y="181392"/>
                  </a:cubicBezTo>
                  <a:cubicBezTo>
                    <a:pt x="-957" y="252124"/>
                    <a:pt x="548" y="322856"/>
                    <a:pt x="1802" y="393588"/>
                  </a:cubicBezTo>
                  <a:cubicBezTo>
                    <a:pt x="2304" y="425192"/>
                    <a:pt x="2806" y="456545"/>
                    <a:pt x="3057" y="488148"/>
                  </a:cubicBezTo>
                  <a:cubicBezTo>
                    <a:pt x="3057" y="488650"/>
                    <a:pt x="3057" y="488901"/>
                    <a:pt x="3057" y="489403"/>
                  </a:cubicBezTo>
                  <a:cubicBezTo>
                    <a:pt x="3558" y="489403"/>
                    <a:pt x="3809" y="489403"/>
                    <a:pt x="4311" y="489403"/>
                  </a:cubicBezTo>
                  <a:cubicBezTo>
                    <a:pt x="38673" y="489403"/>
                    <a:pt x="72785" y="488650"/>
                    <a:pt x="107148" y="488399"/>
                  </a:cubicBezTo>
                  <a:cubicBezTo>
                    <a:pt x="150039" y="487898"/>
                    <a:pt x="192930" y="487145"/>
                    <a:pt x="236071" y="486644"/>
                  </a:cubicBezTo>
                  <a:cubicBezTo>
                    <a:pt x="278460" y="486142"/>
                    <a:pt x="321100" y="486142"/>
                    <a:pt x="363489" y="486894"/>
                  </a:cubicBezTo>
                  <a:cubicBezTo>
                    <a:pt x="406380" y="487647"/>
                    <a:pt x="449271" y="489152"/>
                    <a:pt x="492161" y="490155"/>
                  </a:cubicBezTo>
                  <a:cubicBezTo>
                    <a:pt x="515990" y="490657"/>
                    <a:pt x="539818" y="491158"/>
                    <a:pt x="563646" y="491409"/>
                  </a:cubicBezTo>
                  <a:cubicBezTo>
                    <a:pt x="575686" y="491409"/>
                    <a:pt x="587976" y="490657"/>
                    <a:pt x="600266" y="490657"/>
                  </a:cubicBezTo>
                  <a:lnTo>
                    <a:pt x="601520" y="490657"/>
                  </a:lnTo>
                  <a:lnTo>
                    <a:pt x="601520" y="489904"/>
                  </a:lnTo>
                  <a:cubicBezTo>
                    <a:pt x="601771" y="459304"/>
                    <a:pt x="601019" y="428703"/>
                    <a:pt x="600517" y="397852"/>
                  </a:cubicBezTo>
                  <a:cubicBezTo>
                    <a:pt x="600015" y="362737"/>
                    <a:pt x="599263" y="327371"/>
                    <a:pt x="598761" y="292256"/>
                  </a:cubicBezTo>
                  <a:cubicBezTo>
                    <a:pt x="598260" y="257391"/>
                    <a:pt x="598260" y="222527"/>
                    <a:pt x="599012" y="187662"/>
                  </a:cubicBezTo>
                  <a:cubicBezTo>
                    <a:pt x="599263" y="152547"/>
                    <a:pt x="600768" y="117432"/>
                    <a:pt x="602022" y="82066"/>
                  </a:cubicBezTo>
                  <a:lnTo>
                    <a:pt x="602022" y="82066"/>
                  </a:lnTo>
                  <a:close/>
                </a:path>
              </a:pathLst>
            </a:custGeom>
            <a:solidFill>
              <a:srgbClr val="F2F2F2"/>
            </a:solidFill>
            <a:ln w="2497" cap="flat">
              <a:noFill/>
              <a:prstDash val="solid"/>
              <a:miter/>
            </a:ln>
          </p:spPr>
          <p:txBody>
            <a:bodyPr/>
            <a:lstStyle/>
            <a:p>
              <a:endParaRPr lang="es-ES"/>
            </a:p>
          </p:txBody>
        </p:sp>
        <p:sp>
          <p:nvSpPr>
            <p:cNvPr id="52" name="Freeform: Shape 51">
              <a:extLst>
                <a:ext uri="{FF2B5EF4-FFF2-40B4-BE49-F238E27FC236}">
                  <a16:creationId xmlns:a16="http://schemas.microsoft.com/office/drawing/2014/main" id="{E9ABE26D-5764-9472-DE7F-B0F0B8058E51}"/>
                </a:ext>
              </a:extLst>
            </p:cNvPr>
            <p:cNvSpPr/>
            <p:nvPr/>
          </p:nvSpPr>
          <p:spPr>
            <a:xfrm>
              <a:off x="771448" y="1906565"/>
              <a:ext cx="603276" cy="491409"/>
            </a:xfrm>
            <a:custGeom>
              <a:avLst/>
              <a:gdLst>
                <a:gd name="csX0" fmla="*/ 602022 w 603276"/>
                <a:gd name="csY0" fmla="*/ 82066 h 491409"/>
                <a:gd name="csX1" fmla="*/ 603276 w 603276"/>
                <a:gd name="csY1" fmla="*/ 23373 h 491409"/>
                <a:gd name="csX2" fmla="*/ 602774 w 603276"/>
                <a:gd name="csY2" fmla="*/ 5314 h 491409"/>
                <a:gd name="csX3" fmla="*/ 602774 w 603276"/>
                <a:gd name="csY3" fmla="*/ 4562 h 491409"/>
                <a:gd name="csX4" fmla="*/ 602022 w 603276"/>
                <a:gd name="csY4" fmla="*/ 4562 h 491409"/>
                <a:gd name="csX5" fmla="*/ 577190 w 603276"/>
                <a:gd name="csY5" fmla="*/ 5063 h 491409"/>
                <a:gd name="csX6" fmla="*/ 512729 w 603276"/>
                <a:gd name="csY6" fmla="*/ 4311 h 491409"/>
                <a:gd name="csX7" fmla="*/ 382803 w 603276"/>
                <a:gd name="csY7" fmla="*/ 799 h 491409"/>
                <a:gd name="csX8" fmla="*/ 123953 w 603276"/>
                <a:gd name="csY8" fmla="*/ 1802 h 491409"/>
                <a:gd name="csX9" fmla="*/ 5314 w 603276"/>
                <a:gd name="csY9" fmla="*/ 3057 h 491409"/>
                <a:gd name="csX10" fmla="*/ 4562 w 603276"/>
                <a:gd name="csY10" fmla="*/ 3057 h 491409"/>
                <a:gd name="csX11" fmla="*/ 4562 w 603276"/>
                <a:gd name="csY11" fmla="*/ 4311 h 491409"/>
                <a:gd name="csX12" fmla="*/ 5063 w 603276"/>
                <a:gd name="csY12" fmla="*/ 22119 h 491409"/>
                <a:gd name="csX13" fmla="*/ 4311 w 603276"/>
                <a:gd name="csY13" fmla="*/ 75043 h 491409"/>
                <a:gd name="csX14" fmla="*/ 799 w 603276"/>
                <a:gd name="csY14" fmla="*/ 181392 h 491409"/>
                <a:gd name="csX15" fmla="*/ 1802 w 603276"/>
                <a:gd name="csY15" fmla="*/ 393588 h 491409"/>
                <a:gd name="csX16" fmla="*/ 3057 w 603276"/>
                <a:gd name="csY16" fmla="*/ 488148 h 491409"/>
                <a:gd name="csX17" fmla="*/ 3057 w 603276"/>
                <a:gd name="csY17" fmla="*/ 489403 h 491409"/>
                <a:gd name="csX18" fmla="*/ 4311 w 603276"/>
                <a:gd name="csY18" fmla="*/ 489403 h 491409"/>
                <a:gd name="csX19" fmla="*/ 107148 w 603276"/>
                <a:gd name="csY19" fmla="*/ 488399 h 491409"/>
                <a:gd name="csX20" fmla="*/ 236071 w 603276"/>
                <a:gd name="csY20" fmla="*/ 486644 h 491409"/>
                <a:gd name="csX21" fmla="*/ 363489 w 603276"/>
                <a:gd name="csY21" fmla="*/ 486894 h 491409"/>
                <a:gd name="csX22" fmla="*/ 492161 w 603276"/>
                <a:gd name="csY22" fmla="*/ 490155 h 491409"/>
                <a:gd name="csX23" fmla="*/ 563646 w 603276"/>
                <a:gd name="csY23" fmla="*/ 491409 h 491409"/>
                <a:gd name="csX24" fmla="*/ 600266 w 603276"/>
                <a:gd name="csY24" fmla="*/ 490657 h 491409"/>
                <a:gd name="csX25" fmla="*/ 601520 w 603276"/>
                <a:gd name="csY25" fmla="*/ 490657 h 491409"/>
                <a:gd name="csX26" fmla="*/ 601520 w 603276"/>
                <a:gd name="csY26" fmla="*/ 489904 h 491409"/>
                <a:gd name="csX27" fmla="*/ 600517 w 603276"/>
                <a:gd name="csY27" fmla="*/ 397852 h 491409"/>
                <a:gd name="csX28" fmla="*/ 598761 w 603276"/>
                <a:gd name="csY28" fmla="*/ 292256 h 491409"/>
                <a:gd name="csX29" fmla="*/ 599012 w 603276"/>
                <a:gd name="csY29" fmla="*/ 187662 h 491409"/>
                <a:gd name="csX30" fmla="*/ 602022 w 603276"/>
                <a:gd name="csY30" fmla="*/ 82066 h 491409"/>
                <a:gd name="csX31" fmla="*/ 602022 w 603276"/>
                <a:gd name="csY31" fmla="*/ 82066 h 491409"/>
                <a:gd name="csX32" fmla="*/ 598510 w 603276"/>
                <a:gd name="csY32" fmla="*/ 383806 h 491409"/>
                <a:gd name="csX33" fmla="*/ 600015 w 603276"/>
                <a:gd name="csY33" fmla="*/ 489653 h 491409"/>
                <a:gd name="csX34" fmla="*/ 576940 w 603276"/>
                <a:gd name="csY34" fmla="*/ 490155 h 491409"/>
                <a:gd name="csX35" fmla="*/ 512478 w 603276"/>
                <a:gd name="csY35" fmla="*/ 489403 h 491409"/>
                <a:gd name="csX36" fmla="*/ 382552 w 603276"/>
                <a:gd name="csY36" fmla="*/ 485891 h 491409"/>
                <a:gd name="csX37" fmla="*/ 123702 w 603276"/>
                <a:gd name="csY37" fmla="*/ 486894 h 491409"/>
                <a:gd name="csX38" fmla="*/ 4060 w 603276"/>
                <a:gd name="csY38" fmla="*/ 488148 h 491409"/>
                <a:gd name="csX39" fmla="*/ 3057 w 603276"/>
                <a:gd name="csY39" fmla="*/ 407383 h 491409"/>
                <a:gd name="csX40" fmla="*/ 1301 w 603276"/>
                <a:gd name="csY40" fmla="*/ 301787 h 491409"/>
                <a:gd name="csX41" fmla="*/ 1552 w 603276"/>
                <a:gd name="csY41" fmla="*/ 197194 h 491409"/>
                <a:gd name="csX42" fmla="*/ 5063 w 603276"/>
                <a:gd name="csY42" fmla="*/ 91848 h 491409"/>
                <a:gd name="csX43" fmla="*/ 6317 w 603276"/>
                <a:gd name="csY43" fmla="*/ 33155 h 491409"/>
                <a:gd name="csX44" fmla="*/ 5565 w 603276"/>
                <a:gd name="csY44" fmla="*/ 4311 h 491409"/>
                <a:gd name="csX45" fmla="*/ 107399 w 603276"/>
                <a:gd name="csY45" fmla="*/ 3307 h 491409"/>
                <a:gd name="csX46" fmla="*/ 236322 w 603276"/>
                <a:gd name="csY46" fmla="*/ 1552 h 491409"/>
                <a:gd name="csX47" fmla="*/ 363740 w 603276"/>
                <a:gd name="csY47" fmla="*/ 1802 h 491409"/>
                <a:gd name="csX48" fmla="*/ 492412 w 603276"/>
                <a:gd name="csY48" fmla="*/ 5314 h 491409"/>
                <a:gd name="csX49" fmla="*/ 563897 w 603276"/>
                <a:gd name="csY49" fmla="*/ 6568 h 491409"/>
                <a:gd name="csX50" fmla="*/ 602273 w 603276"/>
                <a:gd name="csY50" fmla="*/ 5816 h 491409"/>
                <a:gd name="csX51" fmla="*/ 602524 w 603276"/>
                <a:gd name="csY51" fmla="*/ 12839 h 491409"/>
                <a:gd name="csX52" fmla="*/ 601771 w 603276"/>
                <a:gd name="csY52" fmla="*/ 65762 h 491409"/>
                <a:gd name="csX53" fmla="*/ 598260 w 603276"/>
                <a:gd name="csY53" fmla="*/ 172111 h 491409"/>
                <a:gd name="csX54" fmla="*/ 598510 w 603276"/>
                <a:gd name="csY54" fmla="*/ 383806 h 491409"/>
                <a:gd name="csX55" fmla="*/ 598510 w 603276"/>
                <a:gd name="csY55" fmla="*/ 383806 h 49140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Lst>
              <a:rect l="l" t="t" r="r" b="b"/>
              <a:pathLst>
                <a:path w="603276" h="491409">
                  <a:moveTo>
                    <a:pt x="602022" y="82066"/>
                  </a:moveTo>
                  <a:cubicBezTo>
                    <a:pt x="602524" y="62502"/>
                    <a:pt x="603025" y="42937"/>
                    <a:pt x="603276" y="23373"/>
                  </a:cubicBezTo>
                  <a:cubicBezTo>
                    <a:pt x="603276" y="17354"/>
                    <a:pt x="603025" y="11334"/>
                    <a:pt x="602774" y="5314"/>
                  </a:cubicBezTo>
                  <a:cubicBezTo>
                    <a:pt x="602774" y="5063"/>
                    <a:pt x="602774" y="4812"/>
                    <a:pt x="602774" y="4562"/>
                  </a:cubicBezTo>
                  <a:lnTo>
                    <a:pt x="602022" y="4562"/>
                  </a:lnTo>
                  <a:cubicBezTo>
                    <a:pt x="593745" y="4562"/>
                    <a:pt x="585468" y="4812"/>
                    <a:pt x="577190" y="5063"/>
                  </a:cubicBezTo>
                  <a:cubicBezTo>
                    <a:pt x="555620" y="5314"/>
                    <a:pt x="534300" y="4812"/>
                    <a:pt x="512729" y="4311"/>
                  </a:cubicBezTo>
                  <a:cubicBezTo>
                    <a:pt x="469337" y="3307"/>
                    <a:pt x="426195" y="1552"/>
                    <a:pt x="382803" y="799"/>
                  </a:cubicBezTo>
                  <a:cubicBezTo>
                    <a:pt x="296519" y="-957"/>
                    <a:pt x="210236" y="548"/>
                    <a:pt x="123953" y="1802"/>
                  </a:cubicBezTo>
                  <a:cubicBezTo>
                    <a:pt x="84323" y="2304"/>
                    <a:pt x="44944" y="2806"/>
                    <a:pt x="5314" y="3057"/>
                  </a:cubicBezTo>
                  <a:cubicBezTo>
                    <a:pt x="5063" y="3057"/>
                    <a:pt x="4812" y="3057"/>
                    <a:pt x="4562" y="3057"/>
                  </a:cubicBezTo>
                  <a:cubicBezTo>
                    <a:pt x="4562" y="3558"/>
                    <a:pt x="4562" y="3809"/>
                    <a:pt x="4562" y="4311"/>
                  </a:cubicBezTo>
                  <a:cubicBezTo>
                    <a:pt x="4562" y="10330"/>
                    <a:pt x="4812" y="16099"/>
                    <a:pt x="5063" y="22119"/>
                  </a:cubicBezTo>
                  <a:cubicBezTo>
                    <a:pt x="5314" y="39677"/>
                    <a:pt x="4812" y="57234"/>
                    <a:pt x="4311" y="75043"/>
                  </a:cubicBezTo>
                  <a:cubicBezTo>
                    <a:pt x="3307" y="110409"/>
                    <a:pt x="1552" y="146026"/>
                    <a:pt x="799" y="181392"/>
                  </a:cubicBezTo>
                  <a:cubicBezTo>
                    <a:pt x="-957" y="252124"/>
                    <a:pt x="548" y="322856"/>
                    <a:pt x="1802" y="393588"/>
                  </a:cubicBezTo>
                  <a:cubicBezTo>
                    <a:pt x="2304" y="425192"/>
                    <a:pt x="2806" y="456545"/>
                    <a:pt x="3057" y="488148"/>
                  </a:cubicBezTo>
                  <a:cubicBezTo>
                    <a:pt x="3057" y="488650"/>
                    <a:pt x="3057" y="488901"/>
                    <a:pt x="3057" y="489403"/>
                  </a:cubicBezTo>
                  <a:cubicBezTo>
                    <a:pt x="3558" y="489403"/>
                    <a:pt x="3809" y="489403"/>
                    <a:pt x="4311" y="489403"/>
                  </a:cubicBezTo>
                  <a:cubicBezTo>
                    <a:pt x="38673" y="489403"/>
                    <a:pt x="72785" y="488650"/>
                    <a:pt x="107148" y="488399"/>
                  </a:cubicBezTo>
                  <a:cubicBezTo>
                    <a:pt x="150039" y="487898"/>
                    <a:pt x="192930" y="487145"/>
                    <a:pt x="236071" y="486644"/>
                  </a:cubicBezTo>
                  <a:cubicBezTo>
                    <a:pt x="278460" y="486142"/>
                    <a:pt x="321100" y="486142"/>
                    <a:pt x="363489" y="486894"/>
                  </a:cubicBezTo>
                  <a:cubicBezTo>
                    <a:pt x="406380" y="487647"/>
                    <a:pt x="449271" y="489152"/>
                    <a:pt x="492161" y="490155"/>
                  </a:cubicBezTo>
                  <a:cubicBezTo>
                    <a:pt x="515990" y="490657"/>
                    <a:pt x="539818" y="491158"/>
                    <a:pt x="563646" y="491409"/>
                  </a:cubicBezTo>
                  <a:cubicBezTo>
                    <a:pt x="575686" y="491409"/>
                    <a:pt x="587976" y="490657"/>
                    <a:pt x="600266" y="490657"/>
                  </a:cubicBezTo>
                  <a:lnTo>
                    <a:pt x="601520" y="490657"/>
                  </a:lnTo>
                  <a:lnTo>
                    <a:pt x="601520" y="489904"/>
                  </a:lnTo>
                  <a:cubicBezTo>
                    <a:pt x="601771" y="459304"/>
                    <a:pt x="601019" y="428703"/>
                    <a:pt x="600517" y="397852"/>
                  </a:cubicBezTo>
                  <a:cubicBezTo>
                    <a:pt x="600015" y="362737"/>
                    <a:pt x="599263" y="327371"/>
                    <a:pt x="598761" y="292256"/>
                  </a:cubicBezTo>
                  <a:cubicBezTo>
                    <a:pt x="598260" y="257391"/>
                    <a:pt x="598260" y="222527"/>
                    <a:pt x="599012" y="187662"/>
                  </a:cubicBezTo>
                  <a:cubicBezTo>
                    <a:pt x="599263" y="152547"/>
                    <a:pt x="600768" y="117432"/>
                    <a:pt x="602022" y="82066"/>
                  </a:cubicBezTo>
                  <a:lnTo>
                    <a:pt x="602022" y="82066"/>
                  </a:lnTo>
                  <a:close/>
                  <a:moveTo>
                    <a:pt x="598510" y="383806"/>
                  </a:moveTo>
                  <a:cubicBezTo>
                    <a:pt x="599263" y="419172"/>
                    <a:pt x="599514" y="454287"/>
                    <a:pt x="600015" y="489653"/>
                  </a:cubicBezTo>
                  <a:cubicBezTo>
                    <a:pt x="592240" y="489653"/>
                    <a:pt x="584715" y="489904"/>
                    <a:pt x="576940" y="490155"/>
                  </a:cubicBezTo>
                  <a:cubicBezTo>
                    <a:pt x="555369" y="490406"/>
                    <a:pt x="534049" y="489904"/>
                    <a:pt x="512478" y="489403"/>
                  </a:cubicBezTo>
                  <a:cubicBezTo>
                    <a:pt x="469086" y="488399"/>
                    <a:pt x="425944" y="486644"/>
                    <a:pt x="382552" y="485891"/>
                  </a:cubicBezTo>
                  <a:cubicBezTo>
                    <a:pt x="296269" y="484135"/>
                    <a:pt x="209986" y="485640"/>
                    <a:pt x="123702" y="486894"/>
                  </a:cubicBezTo>
                  <a:cubicBezTo>
                    <a:pt x="83822" y="487396"/>
                    <a:pt x="43941" y="487898"/>
                    <a:pt x="4060" y="488148"/>
                  </a:cubicBezTo>
                  <a:cubicBezTo>
                    <a:pt x="4060" y="461310"/>
                    <a:pt x="3307" y="434472"/>
                    <a:pt x="3057" y="407383"/>
                  </a:cubicBezTo>
                  <a:cubicBezTo>
                    <a:pt x="2555" y="372268"/>
                    <a:pt x="1802" y="336902"/>
                    <a:pt x="1301" y="301787"/>
                  </a:cubicBezTo>
                  <a:cubicBezTo>
                    <a:pt x="799" y="266922"/>
                    <a:pt x="799" y="232058"/>
                    <a:pt x="1552" y="197194"/>
                  </a:cubicBezTo>
                  <a:cubicBezTo>
                    <a:pt x="2304" y="162078"/>
                    <a:pt x="3809" y="126963"/>
                    <a:pt x="5063" y="91848"/>
                  </a:cubicBezTo>
                  <a:cubicBezTo>
                    <a:pt x="5565" y="72284"/>
                    <a:pt x="6066" y="52720"/>
                    <a:pt x="6317" y="33155"/>
                  </a:cubicBezTo>
                  <a:cubicBezTo>
                    <a:pt x="6317" y="23624"/>
                    <a:pt x="5565" y="13842"/>
                    <a:pt x="5565" y="4311"/>
                  </a:cubicBezTo>
                  <a:cubicBezTo>
                    <a:pt x="39426" y="4311"/>
                    <a:pt x="73538" y="3558"/>
                    <a:pt x="107399" y="3307"/>
                  </a:cubicBezTo>
                  <a:cubicBezTo>
                    <a:pt x="150290" y="2806"/>
                    <a:pt x="193180" y="2053"/>
                    <a:pt x="236322" y="1552"/>
                  </a:cubicBezTo>
                  <a:cubicBezTo>
                    <a:pt x="278711" y="1050"/>
                    <a:pt x="321351" y="1050"/>
                    <a:pt x="363740" y="1802"/>
                  </a:cubicBezTo>
                  <a:cubicBezTo>
                    <a:pt x="406631" y="2555"/>
                    <a:pt x="449522" y="4060"/>
                    <a:pt x="492412" y="5314"/>
                  </a:cubicBezTo>
                  <a:cubicBezTo>
                    <a:pt x="516241" y="5816"/>
                    <a:pt x="540069" y="6317"/>
                    <a:pt x="563897" y="6568"/>
                  </a:cubicBezTo>
                  <a:cubicBezTo>
                    <a:pt x="576438" y="6568"/>
                    <a:pt x="589481" y="5565"/>
                    <a:pt x="602273" y="5816"/>
                  </a:cubicBezTo>
                  <a:cubicBezTo>
                    <a:pt x="602273" y="8073"/>
                    <a:pt x="602524" y="10330"/>
                    <a:pt x="602524" y="12839"/>
                  </a:cubicBezTo>
                  <a:cubicBezTo>
                    <a:pt x="602774" y="30396"/>
                    <a:pt x="602273" y="47954"/>
                    <a:pt x="601771" y="65762"/>
                  </a:cubicBezTo>
                  <a:cubicBezTo>
                    <a:pt x="600768" y="101379"/>
                    <a:pt x="599012" y="136745"/>
                    <a:pt x="598260" y="172111"/>
                  </a:cubicBezTo>
                  <a:cubicBezTo>
                    <a:pt x="595751" y="242342"/>
                    <a:pt x="597256" y="313074"/>
                    <a:pt x="598510" y="383806"/>
                  </a:cubicBezTo>
                  <a:lnTo>
                    <a:pt x="598510" y="383806"/>
                  </a:lnTo>
                  <a:close/>
                </a:path>
              </a:pathLst>
            </a:custGeom>
            <a:solidFill>
              <a:srgbClr val="F2F2F2"/>
            </a:solidFill>
            <a:ln w="2497" cap="flat">
              <a:noFill/>
              <a:prstDash val="solid"/>
              <a:miter/>
            </a:ln>
          </p:spPr>
          <p:txBody>
            <a:bodyPr/>
            <a:lstStyle/>
            <a:p>
              <a:endParaRPr lang="es-ES"/>
            </a:p>
          </p:txBody>
        </p:sp>
        <p:grpSp>
          <p:nvGrpSpPr>
            <p:cNvPr id="58" name="Graphic 520">
              <a:extLst>
                <a:ext uri="{FF2B5EF4-FFF2-40B4-BE49-F238E27FC236}">
                  <a16:creationId xmlns:a16="http://schemas.microsoft.com/office/drawing/2014/main" id="{E7388500-BA3C-12A9-8026-30D01EF0214E}"/>
                </a:ext>
              </a:extLst>
            </p:cNvPr>
            <p:cNvGrpSpPr/>
            <p:nvPr/>
          </p:nvGrpSpPr>
          <p:grpSpPr>
            <a:xfrm>
              <a:off x="829418" y="1983877"/>
              <a:ext cx="146747" cy="146881"/>
              <a:chOff x="829418" y="1983877"/>
              <a:chExt cx="146747" cy="146881"/>
            </a:xfrm>
          </p:grpSpPr>
          <p:sp>
            <p:nvSpPr>
              <p:cNvPr id="75" name="Freeform: Shape 74">
                <a:extLst>
                  <a:ext uri="{FF2B5EF4-FFF2-40B4-BE49-F238E27FC236}">
                    <a16:creationId xmlns:a16="http://schemas.microsoft.com/office/drawing/2014/main" id="{B039D421-09ED-2BCE-EBFD-B204672BF71D}"/>
                  </a:ext>
                </a:extLst>
              </p:cNvPr>
              <p:cNvSpPr/>
              <p:nvPr/>
            </p:nvSpPr>
            <p:spPr>
              <a:xfrm>
                <a:off x="829418" y="1983877"/>
                <a:ext cx="105361" cy="120383"/>
              </a:xfrm>
              <a:custGeom>
                <a:avLst/>
                <a:gdLst>
                  <a:gd name="csX0" fmla="*/ 49930 w 105361"/>
                  <a:gd name="csY0" fmla="*/ 3500 h 120383"/>
                  <a:gd name="csX1" fmla="*/ 267 w 105361"/>
                  <a:gd name="csY1" fmla="*/ 70972 h 120383"/>
                  <a:gd name="csX2" fmla="*/ 12557 w 105361"/>
                  <a:gd name="csY2" fmla="*/ 120384 h 120383"/>
                  <a:gd name="csX3" fmla="*/ 34128 w 105361"/>
                  <a:gd name="csY3" fmla="*/ 103328 h 120383"/>
                  <a:gd name="csX4" fmla="*/ 49930 w 105361"/>
                  <a:gd name="csY4" fmla="*/ 92542 h 120383"/>
                  <a:gd name="csX5" fmla="*/ 44663 w 105361"/>
                  <a:gd name="csY5" fmla="*/ 72476 h 120383"/>
                  <a:gd name="csX6" fmla="*/ 64227 w 105361"/>
                  <a:gd name="csY6" fmla="*/ 45889 h 120383"/>
                  <a:gd name="csX7" fmla="*/ 85547 w 105361"/>
                  <a:gd name="csY7" fmla="*/ 47143 h 120383"/>
                  <a:gd name="csX8" fmla="*/ 105362 w 105361"/>
                  <a:gd name="csY8" fmla="*/ 7513 h 120383"/>
                  <a:gd name="csX9" fmla="*/ 49930 w 105361"/>
                  <a:gd name="csY9" fmla="*/ 3500 h 120383"/>
                  <a:gd name="csX10" fmla="*/ 49930 w 105361"/>
                  <a:gd name="csY10" fmla="*/ 3500 h 1203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05361" h="120383">
                    <a:moveTo>
                      <a:pt x="49930" y="3500"/>
                    </a:moveTo>
                    <a:cubicBezTo>
                      <a:pt x="20835" y="12781"/>
                      <a:pt x="2274" y="41124"/>
                      <a:pt x="267" y="70972"/>
                    </a:cubicBezTo>
                    <a:cubicBezTo>
                      <a:pt x="-987" y="89282"/>
                      <a:pt x="2023" y="106839"/>
                      <a:pt x="12557" y="120384"/>
                    </a:cubicBezTo>
                    <a:cubicBezTo>
                      <a:pt x="19580" y="114615"/>
                      <a:pt x="26603" y="108595"/>
                      <a:pt x="34128" y="103328"/>
                    </a:cubicBezTo>
                    <a:cubicBezTo>
                      <a:pt x="39395" y="99565"/>
                      <a:pt x="44663" y="96054"/>
                      <a:pt x="49930" y="92542"/>
                    </a:cubicBezTo>
                    <a:cubicBezTo>
                      <a:pt x="45415" y="87024"/>
                      <a:pt x="44161" y="80001"/>
                      <a:pt x="44663" y="72476"/>
                    </a:cubicBezTo>
                    <a:cubicBezTo>
                      <a:pt x="45415" y="60688"/>
                      <a:pt x="52940" y="49652"/>
                      <a:pt x="64227" y="45889"/>
                    </a:cubicBezTo>
                    <a:cubicBezTo>
                      <a:pt x="71250" y="43632"/>
                      <a:pt x="79025" y="44384"/>
                      <a:pt x="85547" y="47143"/>
                    </a:cubicBezTo>
                    <a:cubicBezTo>
                      <a:pt x="92068" y="33850"/>
                      <a:pt x="98339" y="20556"/>
                      <a:pt x="105362" y="7513"/>
                    </a:cubicBezTo>
                    <a:cubicBezTo>
                      <a:pt x="88055" y="-513"/>
                      <a:pt x="68240" y="-2520"/>
                      <a:pt x="49930" y="3500"/>
                    </a:cubicBezTo>
                    <a:lnTo>
                      <a:pt x="49930" y="3500"/>
                    </a:lnTo>
                    <a:close/>
                  </a:path>
                </a:pathLst>
              </a:custGeom>
              <a:solidFill>
                <a:srgbClr val="051C2C"/>
              </a:solidFill>
              <a:ln w="2497" cap="flat">
                <a:noFill/>
                <a:prstDash val="solid"/>
                <a:miter/>
              </a:ln>
            </p:spPr>
            <p:txBody>
              <a:bodyPr/>
              <a:lstStyle/>
              <a:p>
                <a:endParaRPr lang="es-ES"/>
              </a:p>
            </p:txBody>
          </p:sp>
          <p:sp>
            <p:nvSpPr>
              <p:cNvPr id="76" name="Freeform: Shape 75">
                <a:extLst>
                  <a:ext uri="{FF2B5EF4-FFF2-40B4-BE49-F238E27FC236}">
                    <a16:creationId xmlns:a16="http://schemas.microsoft.com/office/drawing/2014/main" id="{2880584A-0A88-B5F1-1517-F49DB3DA223B}"/>
                  </a:ext>
                </a:extLst>
              </p:cNvPr>
              <p:cNvSpPr/>
              <p:nvPr/>
            </p:nvSpPr>
            <p:spPr>
              <a:xfrm>
                <a:off x="841725" y="2067891"/>
                <a:ext cx="131180" cy="62867"/>
              </a:xfrm>
              <a:custGeom>
                <a:avLst/>
                <a:gdLst>
                  <a:gd name="csX0" fmla="*/ 131180 w 131180"/>
                  <a:gd name="csY0" fmla="*/ 11036 h 62867"/>
                  <a:gd name="csX1" fmla="*/ 123154 w 131180"/>
                  <a:gd name="csY1" fmla="*/ 29848 h 62867"/>
                  <a:gd name="csX2" fmla="*/ 91801 w 131180"/>
                  <a:gd name="csY2" fmla="*/ 56435 h 62867"/>
                  <a:gd name="csX3" fmla="*/ 14046 w 131180"/>
                  <a:gd name="csY3" fmla="*/ 49663 h 62867"/>
                  <a:gd name="csX4" fmla="*/ 0 w 131180"/>
                  <a:gd name="csY4" fmla="*/ 36620 h 62867"/>
                  <a:gd name="csX5" fmla="*/ 21571 w 131180"/>
                  <a:gd name="csY5" fmla="*/ 19564 h 62867"/>
                  <a:gd name="csX6" fmla="*/ 37373 w 131180"/>
                  <a:gd name="csY6" fmla="*/ 8779 h 62867"/>
                  <a:gd name="csX7" fmla="*/ 42389 w 131180"/>
                  <a:gd name="csY7" fmla="*/ 13294 h 62867"/>
                  <a:gd name="csX8" fmla="*/ 72990 w 131180"/>
                  <a:gd name="csY8" fmla="*/ 16053 h 62867"/>
                  <a:gd name="csX9" fmla="*/ 85280 w 131180"/>
                  <a:gd name="csY9" fmla="*/ 5518 h 62867"/>
                  <a:gd name="csX10" fmla="*/ 87788 w 131180"/>
                  <a:gd name="csY10" fmla="*/ 0 h 62867"/>
                  <a:gd name="csX11" fmla="*/ 104844 w 131180"/>
                  <a:gd name="csY11" fmla="*/ 4515 h 62867"/>
                  <a:gd name="csX12" fmla="*/ 129676 w 131180"/>
                  <a:gd name="csY12" fmla="*/ 10785 h 62867"/>
                  <a:gd name="csX13" fmla="*/ 131180 w 131180"/>
                  <a:gd name="csY13" fmla="*/ 11036 h 62867"/>
                  <a:gd name="csX14" fmla="*/ 131180 w 131180"/>
                  <a:gd name="csY14" fmla="*/ 11036 h 628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31180" h="62867">
                    <a:moveTo>
                      <a:pt x="131180" y="11036"/>
                    </a:moveTo>
                    <a:cubicBezTo>
                      <a:pt x="129425" y="17558"/>
                      <a:pt x="126916" y="23828"/>
                      <a:pt x="123154" y="29848"/>
                    </a:cubicBezTo>
                    <a:cubicBezTo>
                      <a:pt x="115880" y="41637"/>
                      <a:pt x="104844" y="50917"/>
                      <a:pt x="91801" y="56435"/>
                    </a:cubicBezTo>
                    <a:cubicBezTo>
                      <a:pt x="67221" y="66970"/>
                      <a:pt x="36369" y="64462"/>
                      <a:pt x="14046" y="49663"/>
                    </a:cubicBezTo>
                    <a:cubicBezTo>
                      <a:pt x="8277" y="45901"/>
                      <a:pt x="3762" y="41386"/>
                      <a:pt x="0" y="36620"/>
                    </a:cubicBezTo>
                    <a:cubicBezTo>
                      <a:pt x="7023" y="30851"/>
                      <a:pt x="14046" y="24831"/>
                      <a:pt x="21571" y="19564"/>
                    </a:cubicBezTo>
                    <a:cubicBezTo>
                      <a:pt x="26838" y="15802"/>
                      <a:pt x="32105" y="12290"/>
                      <a:pt x="37373" y="8779"/>
                    </a:cubicBezTo>
                    <a:cubicBezTo>
                      <a:pt x="38878" y="10535"/>
                      <a:pt x="40383" y="12039"/>
                      <a:pt x="42389" y="13294"/>
                    </a:cubicBezTo>
                    <a:cubicBezTo>
                      <a:pt x="51168" y="19313"/>
                      <a:pt x="63458" y="20066"/>
                      <a:pt x="72990" y="16053"/>
                    </a:cubicBezTo>
                    <a:cubicBezTo>
                      <a:pt x="78006" y="13795"/>
                      <a:pt x="82521" y="10284"/>
                      <a:pt x="85280" y="5518"/>
                    </a:cubicBezTo>
                    <a:cubicBezTo>
                      <a:pt x="86283" y="3762"/>
                      <a:pt x="87286" y="2007"/>
                      <a:pt x="87788" y="0"/>
                    </a:cubicBezTo>
                    <a:cubicBezTo>
                      <a:pt x="93306" y="1505"/>
                      <a:pt x="99075" y="3261"/>
                      <a:pt x="104844" y="4515"/>
                    </a:cubicBezTo>
                    <a:cubicBezTo>
                      <a:pt x="113121" y="6521"/>
                      <a:pt x="121398" y="8528"/>
                      <a:pt x="129676" y="10785"/>
                    </a:cubicBezTo>
                    <a:cubicBezTo>
                      <a:pt x="130177" y="10785"/>
                      <a:pt x="130679" y="10785"/>
                      <a:pt x="131180" y="11036"/>
                    </a:cubicBezTo>
                    <a:lnTo>
                      <a:pt x="131180" y="11036"/>
                    </a:lnTo>
                    <a:close/>
                  </a:path>
                </a:pathLst>
              </a:custGeom>
              <a:solidFill>
                <a:srgbClr val="00A9F4"/>
              </a:solidFill>
              <a:ln w="2497" cap="flat">
                <a:noFill/>
                <a:prstDash val="solid"/>
                <a:miter/>
              </a:ln>
            </p:spPr>
            <p:txBody>
              <a:bodyPr/>
              <a:lstStyle/>
              <a:p>
                <a:endParaRPr lang="es-ES"/>
              </a:p>
            </p:txBody>
          </p:sp>
          <p:sp>
            <p:nvSpPr>
              <p:cNvPr id="77" name="Freeform: Shape 76">
                <a:extLst>
                  <a:ext uri="{FF2B5EF4-FFF2-40B4-BE49-F238E27FC236}">
                    <a16:creationId xmlns:a16="http://schemas.microsoft.com/office/drawing/2014/main" id="{4F0E0F77-B61D-0D59-5774-694E9A86E562}"/>
                  </a:ext>
                </a:extLst>
              </p:cNvPr>
              <p:cNvSpPr/>
              <p:nvPr/>
            </p:nvSpPr>
            <p:spPr>
              <a:xfrm>
                <a:off x="929764" y="2051337"/>
                <a:ext cx="46151" cy="27590"/>
              </a:xfrm>
              <a:custGeom>
                <a:avLst/>
                <a:gdLst>
                  <a:gd name="csX0" fmla="*/ 46151 w 46151"/>
                  <a:gd name="csY0" fmla="*/ 3512 h 27590"/>
                  <a:gd name="csX1" fmla="*/ 46151 w 46151"/>
                  <a:gd name="csY1" fmla="*/ 5518 h 27590"/>
                  <a:gd name="csX2" fmla="*/ 46151 w 46151"/>
                  <a:gd name="csY2" fmla="*/ 6020 h 27590"/>
                  <a:gd name="csX3" fmla="*/ 46151 w 46151"/>
                  <a:gd name="csY3" fmla="*/ 7525 h 27590"/>
                  <a:gd name="csX4" fmla="*/ 46151 w 46151"/>
                  <a:gd name="csY4" fmla="*/ 8528 h 27590"/>
                  <a:gd name="csX5" fmla="*/ 46151 w 46151"/>
                  <a:gd name="csY5" fmla="*/ 10284 h 27590"/>
                  <a:gd name="csX6" fmla="*/ 45901 w 46151"/>
                  <a:gd name="csY6" fmla="*/ 12792 h 27590"/>
                  <a:gd name="csX7" fmla="*/ 45901 w 46151"/>
                  <a:gd name="csY7" fmla="*/ 14046 h 27590"/>
                  <a:gd name="csX8" fmla="*/ 45901 w 46151"/>
                  <a:gd name="csY8" fmla="*/ 14548 h 27590"/>
                  <a:gd name="csX9" fmla="*/ 45901 w 46151"/>
                  <a:gd name="csY9" fmla="*/ 15300 h 27590"/>
                  <a:gd name="csX10" fmla="*/ 45650 w 46151"/>
                  <a:gd name="csY10" fmla="*/ 16554 h 27590"/>
                  <a:gd name="csX11" fmla="*/ 45650 w 46151"/>
                  <a:gd name="csY11" fmla="*/ 17056 h 27590"/>
                  <a:gd name="csX12" fmla="*/ 45399 w 46151"/>
                  <a:gd name="csY12" fmla="*/ 18310 h 27590"/>
                  <a:gd name="csX13" fmla="*/ 45399 w 46151"/>
                  <a:gd name="csY13" fmla="*/ 18812 h 27590"/>
                  <a:gd name="csX14" fmla="*/ 45148 w 46151"/>
                  <a:gd name="csY14" fmla="*/ 20568 h 27590"/>
                  <a:gd name="csX15" fmla="*/ 44646 w 46151"/>
                  <a:gd name="csY15" fmla="*/ 22574 h 27590"/>
                  <a:gd name="csX16" fmla="*/ 44396 w 46151"/>
                  <a:gd name="csY16" fmla="*/ 24079 h 27590"/>
                  <a:gd name="csX17" fmla="*/ 44396 w 46151"/>
                  <a:gd name="csY17" fmla="*/ 24079 h 27590"/>
                  <a:gd name="csX18" fmla="*/ 43894 w 46151"/>
                  <a:gd name="csY18" fmla="*/ 25835 h 27590"/>
                  <a:gd name="csX19" fmla="*/ 43392 w 46151"/>
                  <a:gd name="csY19" fmla="*/ 27591 h 27590"/>
                  <a:gd name="csX20" fmla="*/ 41887 w 46151"/>
                  <a:gd name="csY20" fmla="*/ 27340 h 27590"/>
                  <a:gd name="csX21" fmla="*/ 17056 w 46151"/>
                  <a:gd name="csY21" fmla="*/ 21069 h 27590"/>
                  <a:gd name="csX22" fmla="*/ 0 w 46151"/>
                  <a:gd name="csY22" fmla="*/ 16554 h 27590"/>
                  <a:gd name="csX23" fmla="*/ 1505 w 46151"/>
                  <a:gd name="csY23" fmla="*/ 9531 h 27590"/>
                  <a:gd name="csX24" fmla="*/ 1756 w 46151"/>
                  <a:gd name="csY24" fmla="*/ 4515 h 27590"/>
                  <a:gd name="csX25" fmla="*/ 31855 w 46151"/>
                  <a:gd name="csY25" fmla="*/ 1505 h 27590"/>
                  <a:gd name="csX26" fmla="*/ 45901 w 46151"/>
                  <a:gd name="csY26" fmla="*/ 0 h 27590"/>
                  <a:gd name="csX27" fmla="*/ 46151 w 46151"/>
                  <a:gd name="csY27" fmla="*/ 3512 h 27590"/>
                  <a:gd name="csX28" fmla="*/ 46151 w 46151"/>
                  <a:gd name="csY28" fmla="*/ 3512 h 275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46151" h="27590">
                    <a:moveTo>
                      <a:pt x="46151" y="3512"/>
                    </a:moveTo>
                    <a:cubicBezTo>
                      <a:pt x="46151" y="4264"/>
                      <a:pt x="46151" y="4766"/>
                      <a:pt x="46151" y="5518"/>
                    </a:cubicBezTo>
                    <a:cubicBezTo>
                      <a:pt x="46151" y="5769"/>
                      <a:pt x="46151" y="5769"/>
                      <a:pt x="46151" y="6020"/>
                    </a:cubicBezTo>
                    <a:cubicBezTo>
                      <a:pt x="46151" y="6521"/>
                      <a:pt x="46151" y="7023"/>
                      <a:pt x="46151" y="7525"/>
                    </a:cubicBezTo>
                    <a:cubicBezTo>
                      <a:pt x="46151" y="7776"/>
                      <a:pt x="46151" y="8026"/>
                      <a:pt x="46151" y="8528"/>
                    </a:cubicBezTo>
                    <a:cubicBezTo>
                      <a:pt x="46151" y="9030"/>
                      <a:pt x="46151" y="9782"/>
                      <a:pt x="46151" y="10284"/>
                    </a:cubicBezTo>
                    <a:cubicBezTo>
                      <a:pt x="46151" y="11036"/>
                      <a:pt x="46151" y="11789"/>
                      <a:pt x="45901" y="12792"/>
                    </a:cubicBezTo>
                    <a:cubicBezTo>
                      <a:pt x="45901" y="13294"/>
                      <a:pt x="45901" y="13544"/>
                      <a:pt x="45901" y="14046"/>
                    </a:cubicBezTo>
                    <a:cubicBezTo>
                      <a:pt x="45901" y="14297"/>
                      <a:pt x="45901" y="14297"/>
                      <a:pt x="45901" y="14548"/>
                    </a:cubicBezTo>
                    <a:cubicBezTo>
                      <a:pt x="45901" y="14799"/>
                      <a:pt x="45901" y="15049"/>
                      <a:pt x="45901" y="15300"/>
                    </a:cubicBezTo>
                    <a:cubicBezTo>
                      <a:pt x="45901" y="15802"/>
                      <a:pt x="45901" y="16053"/>
                      <a:pt x="45650" y="16554"/>
                    </a:cubicBezTo>
                    <a:cubicBezTo>
                      <a:pt x="45650" y="16805"/>
                      <a:pt x="45650" y="16805"/>
                      <a:pt x="45650" y="17056"/>
                    </a:cubicBezTo>
                    <a:cubicBezTo>
                      <a:pt x="45650" y="17558"/>
                      <a:pt x="45650" y="17808"/>
                      <a:pt x="45399" y="18310"/>
                    </a:cubicBezTo>
                    <a:cubicBezTo>
                      <a:pt x="45399" y="18561"/>
                      <a:pt x="45399" y="18561"/>
                      <a:pt x="45399" y="18812"/>
                    </a:cubicBezTo>
                    <a:cubicBezTo>
                      <a:pt x="45399" y="19313"/>
                      <a:pt x="45148" y="20066"/>
                      <a:pt x="45148" y="20568"/>
                    </a:cubicBezTo>
                    <a:cubicBezTo>
                      <a:pt x="45148" y="21320"/>
                      <a:pt x="44897" y="22072"/>
                      <a:pt x="44646" y="22574"/>
                    </a:cubicBezTo>
                    <a:cubicBezTo>
                      <a:pt x="44646" y="23076"/>
                      <a:pt x="44396" y="23577"/>
                      <a:pt x="44396" y="24079"/>
                    </a:cubicBezTo>
                    <a:cubicBezTo>
                      <a:pt x="44396" y="24079"/>
                      <a:pt x="44396" y="24079"/>
                      <a:pt x="44396" y="24079"/>
                    </a:cubicBezTo>
                    <a:cubicBezTo>
                      <a:pt x="44145" y="24581"/>
                      <a:pt x="44145" y="25333"/>
                      <a:pt x="43894" y="25835"/>
                    </a:cubicBezTo>
                    <a:cubicBezTo>
                      <a:pt x="43643" y="26336"/>
                      <a:pt x="43643" y="27089"/>
                      <a:pt x="43392" y="27591"/>
                    </a:cubicBezTo>
                    <a:cubicBezTo>
                      <a:pt x="42891" y="27340"/>
                      <a:pt x="42389" y="27340"/>
                      <a:pt x="41887" y="27340"/>
                    </a:cubicBezTo>
                    <a:cubicBezTo>
                      <a:pt x="33610" y="25333"/>
                      <a:pt x="25333" y="23076"/>
                      <a:pt x="17056" y="21069"/>
                    </a:cubicBezTo>
                    <a:cubicBezTo>
                      <a:pt x="11287" y="19815"/>
                      <a:pt x="5769" y="18059"/>
                      <a:pt x="0" y="16554"/>
                    </a:cubicBezTo>
                    <a:cubicBezTo>
                      <a:pt x="752" y="14297"/>
                      <a:pt x="1254" y="11789"/>
                      <a:pt x="1505" y="9531"/>
                    </a:cubicBezTo>
                    <a:cubicBezTo>
                      <a:pt x="1756" y="7776"/>
                      <a:pt x="1756" y="6020"/>
                      <a:pt x="1756" y="4515"/>
                    </a:cubicBezTo>
                    <a:cubicBezTo>
                      <a:pt x="11789" y="3261"/>
                      <a:pt x="21822" y="2508"/>
                      <a:pt x="31855" y="1505"/>
                    </a:cubicBezTo>
                    <a:cubicBezTo>
                      <a:pt x="36620" y="1003"/>
                      <a:pt x="41135" y="502"/>
                      <a:pt x="45901" y="0"/>
                    </a:cubicBezTo>
                    <a:cubicBezTo>
                      <a:pt x="46151" y="1003"/>
                      <a:pt x="46151" y="2257"/>
                      <a:pt x="46151" y="3512"/>
                    </a:cubicBezTo>
                    <a:lnTo>
                      <a:pt x="46151" y="3512"/>
                    </a:lnTo>
                    <a:close/>
                  </a:path>
                </a:pathLst>
              </a:custGeom>
              <a:solidFill>
                <a:srgbClr val="00A9F4"/>
              </a:solidFill>
              <a:ln w="2497" cap="flat">
                <a:noFill/>
                <a:prstDash val="solid"/>
                <a:miter/>
              </a:ln>
            </p:spPr>
            <p:txBody>
              <a:bodyPr/>
              <a:lstStyle/>
              <a:p>
                <a:endParaRPr lang="es-ES"/>
              </a:p>
            </p:txBody>
          </p:sp>
          <p:sp>
            <p:nvSpPr>
              <p:cNvPr id="78" name="Freeform: Shape 77">
                <a:extLst>
                  <a:ext uri="{FF2B5EF4-FFF2-40B4-BE49-F238E27FC236}">
                    <a16:creationId xmlns:a16="http://schemas.microsoft.com/office/drawing/2014/main" id="{621AA9E2-0B9F-E54C-C12E-5412ABEF3672}"/>
                  </a:ext>
                </a:extLst>
              </p:cNvPr>
              <p:cNvSpPr/>
              <p:nvPr/>
            </p:nvSpPr>
            <p:spPr>
              <a:xfrm>
                <a:off x="915216" y="1991390"/>
                <a:ext cx="60949" cy="64210"/>
              </a:xfrm>
              <a:custGeom>
                <a:avLst/>
                <a:gdLst>
                  <a:gd name="csX0" fmla="*/ 60699 w 60949"/>
                  <a:gd name="csY0" fmla="*/ 59696 h 64210"/>
                  <a:gd name="csX1" fmla="*/ 46653 w 60949"/>
                  <a:gd name="csY1" fmla="*/ 61201 h 64210"/>
                  <a:gd name="csX2" fmla="*/ 16554 w 60949"/>
                  <a:gd name="csY2" fmla="*/ 64211 h 64210"/>
                  <a:gd name="csX3" fmla="*/ 16554 w 60949"/>
                  <a:gd name="csY3" fmla="*/ 62706 h 64210"/>
                  <a:gd name="csX4" fmla="*/ 16554 w 60949"/>
                  <a:gd name="csY4" fmla="*/ 61452 h 64210"/>
                  <a:gd name="csX5" fmla="*/ 0 w 60949"/>
                  <a:gd name="csY5" fmla="*/ 39630 h 64210"/>
                  <a:gd name="csX6" fmla="*/ 19815 w 60949"/>
                  <a:gd name="csY6" fmla="*/ 0 h 64210"/>
                  <a:gd name="csX7" fmla="*/ 60448 w 60949"/>
                  <a:gd name="csY7" fmla="*/ 52171 h 64210"/>
                  <a:gd name="csX8" fmla="*/ 60950 w 60949"/>
                  <a:gd name="csY8" fmla="*/ 57940 h 64210"/>
                  <a:gd name="csX9" fmla="*/ 60699 w 60949"/>
                  <a:gd name="csY9" fmla="*/ 59696 h 64210"/>
                  <a:gd name="csX10" fmla="*/ 60699 w 60949"/>
                  <a:gd name="csY10" fmla="*/ 59696 h 642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60949" h="64210">
                    <a:moveTo>
                      <a:pt x="60699" y="59696"/>
                    </a:moveTo>
                    <a:cubicBezTo>
                      <a:pt x="55934" y="60198"/>
                      <a:pt x="51419" y="60699"/>
                      <a:pt x="46653" y="61201"/>
                    </a:cubicBezTo>
                    <a:cubicBezTo>
                      <a:pt x="36620" y="62204"/>
                      <a:pt x="26587" y="62957"/>
                      <a:pt x="16554" y="64211"/>
                    </a:cubicBezTo>
                    <a:cubicBezTo>
                      <a:pt x="16554" y="63709"/>
                      <a:pt x="16554" y="63207"/>
                      <a:pt x="16554" y="62706"/>
                    </a:cubicBezTo>
                    <a:cubicBezTo>
                      <a:pt x="16554" y="62204"/>
                      <a:pt x="16554" y="61953"/>
                      <a:pt x="16554" y="61452"/>
                    </a:cubicBezTo>
                    <a:cubicBezTo>
                      <a:pt x="15551" y="51419"/>
                      <a:pt x="8779" y="43392"/>
                      <a:pt x="0" y="39630"/>
                    </a:cubicBezTo>
                    <a:cubicBezTo>
                      <a:pt x="6521" y="26336"/>
                      <a:pt x="12792" y="13043"/>
                      <a:pt x="19815" y="0"/>
                    </a:cubicBezTo>
                    <a:cubicBezTo>
                      <a:pt x="40633" y="9782"/>
                      <a:pt x="56937" y="28343"/>
                      <a:pt x="60448" y="52171"/>
                    </a:cubicBezTo>
                    <a:cubicBezTo>
                      <a:pt x="60699" y="54178"/>
                      <a:pt x="60950" y="55934"/>
                      <a:pt x="60950" y="57940"/>
                    </a:cubicBezTo>
                    <a:cubicBezTo>
                      <a:pt x="60448" y="58442"/>
                      <a:pt x="60448" y="59194"/>
                      <a:pt x="60699" y="59696"/>
                    </a:cubicBezTo>
                    <a:lnTo>
                      <a:pt x="60699" y="59696"/>
                    </a:lnTo>
                    <a:close/>
                  </a:path>
                </a:pathLst>
              </a:custGeom>
              <a:solidFill>
                <a:srgbClr val="2251FF"/>
              </a:solidFill>
              <a:ln w="2497" cap="flat">
                <a:noFill/>
                <a:prstDash val="solid"/>
                <a:miter/>
              </a:ln>
            </p:spPr>
            <p:txBody>
              <a:bodyPr/>
              <a:lstStyle/>
              <a:p>
                <a:endParaRPr lang="es-ES"/>
              </a:p>
            </p:txBody>
          </p:sp>
        </p:grpSp>
        <p:grpSp>
          <p:nvGrpSpPr>
            <p:cNvPr id="59" name="Graphic 520">
              <a:extLst>
                <a:ext uri="{FF2B5EF4-FFF2-40B4-BE49-F238E27FC236}">
                  <a16:creationId xmlns:a16="http://schemas.microsoft.com/office/drawing/2014/main" id="{22770EAA-46FF-197F-E85B-394A908F88F7}"/>
                </a:ext>
              </a:extLst>
            </p:cNvPr>
            <p:cNvGrpSpPr/>
            <p:nvPr/>
          </p:nvGrpSpPr>
          <p:grpSpPr>
            <a:xfrm>
              <a:off x="1198834" y="1946808"/>
              <a:ext cx="92114" cy="18962"/>
              <a:chOff x="1198834" y="1946808"/>
              <a:chExt cx="92114" cy="18962"/>
            </a:xfrm>
            <a:solidFill>
              <a:srgbClr val="00A9F4"/>
            </a:solidFill>
          </p:grpSpPr>
          <p:sp>
            <p:nvSpPr>
              <p:cNvPr id="72" name="Freeform: Shape 71">
                <a:extLst>
                  <a:ext uri="{FF2B5EF4-FFF2-40B4-BE49-F238E27FC236}">
                    <a16:creationId xmlns:a16="http://schemas.microsoft.com/office/drawing/2014/main" id="{8A12152B-0C8F-E25A-0215-8C7E5C4AC16C}"/>
                  </a:ext>
                </a:extLst>
              </p:cNvPr>
              <p:cNvSpPr/>
              <p:nvPr/>
            </p:nvSpPr>
            <p:spPr>
              <a:xfrm>
                <a:off x="1198834" y="1946808"/>
                <a:ext cx="18874" cy="18962"/>
              </a:xfrm>
              <a:custGeom>
                <a:avLst/>
                <a:gdLst>
                  <a:gd name="csX0" fmla="*/ 18874 w 18874"/>
                  <a:gd name="csY0" fmla="*/ 8715 h 18962"/>
                  <a:gd name="csX1" fmla="*/ 18874 w 18874"/>
                  <a:gd name="csY1" fmla="*/ 8464 h 18962"/>
                  <a:gd name="csX2" fmla="*/ 18874 w 18874"/>
                  <a:gd name="csY2" fmla="*/ 7711 h 18962"/>
                  <a:gd name="csX3" fmla="*/ 13607 w 18874"/>
                  <a:gd name="csY3" fmla="*/ 939 h 18962"/>
                  <a:gd name="csX4" fmla="*/ 6584 w 18874"/>
                  <a:gd name="csY4" fmla="*/ 438 h 18962"/>
                  <a:gd name="csX5" fmla="*/ 63 w 18874"/>
                  <a:gd name="csY5" fmla="*/ 9216 h 18962"/>
                  <a:gd name="csX6" fmla="*/ 1568 w 18874"/>
                  <a:gd name="csY6" fmla="*/ 15487 h 18962"/>
                  <a:gd name="csX7" fmla="*/ 3323 w 18874"/>
                  <a:gd name="csY7" fmla="*/ 17243 h 18962"/>
                  <a:gd name="csX8" fmla="*/ 13356 w 18874"/>
                  <a:gd name="csY8" fmla="*/ 17995 h 18962"/>
                  <a:gd name="csX9" fmla="*/ 17370 w 18874"/>
                  <a:gd name="csY9" fmla="*/ 14484 h 18962"/>
                  <a:gd name="csX10" fmla="*/ 18373 w 18874"/>
                  <a:gd name="csY10" fmla="*/ 11975 h 18962"/>
                  <a:gd name="csX11" fmla="*/ 18373 w 18874"/>
                  <a:gd name="csY11" fmla="*/ 11725 h 18962"/>
                  <a:gd name="csX12" fmla="*/ 18373 w 18874"/>
                  <a:gd name="csY12" fmla="*/ 11474 h 18962"/>
                  <a:gd name="csX13" fmla="*/ 18373 w 18874"/>
                  <a:gd name="csY13" fmla="*/ 11474 h 18962"/>
                  <a:gd name="csX14" fmla="*/ 18373 w 18874"/>
                  <a:gd name="csY14" fmla="*/ 11223 h 18962"/>
                  <a:gd name="csX15" fmla="*/ 18373 w 18874"/>
                  <a:gd name="csY15" fmla="*/ 10972 h 18962"/>
                  <a:gd name="csX16" fmla="*/ 18373 w 18874"/>
                  <a:gd name="csY16" fmla="*/ 10721 h 18962"/>
                  <a:gd name="csX17" fmla="*/ 18373 w 18874"/>
                  <a:gd name="csY17" fmla="*/ 10721 h 18962"/>
                  <a:gd name="csX18" fmla="*/ 18373 w 18874"/>
                  <a:gd name="csY18" fmla="*/ 10470 h 18962"/>
                  <a:gd name="csX19" fmla="*/ 18373 w 18874"/>
                  <a:gd name="csY19" fmla="*/ 10470 h 18962"/>
                  <a:gd name="csX20" fmla="*/ 18373 w 18874"/>
                  <a:gd name="csY20" fmla="*/ 10220 h 18962"/>
                  <a:gd name="csX21" fmla="*/ 18373 w 18874"/>
                  <a:gd name="csY21" fmla="*/ 10220 h 18962"/>
                  <a:gd name="csX22" fmla="*/ 18373 w 18874"/>
                  <a:gd name="csY22" fmla="*/ 10220 h 18962"/>
                  <a:gd name="csX23" fmla="*/ 18373 w 18874"/>
                  <a:gd name="csY23" fmla="*/ 9969 h 18962"/>
                  <a:gd name="csX24" fmla="*/ 18373 w 18874"/>
                  <a:gd name="csY24" fmla="*/ 9718 h 18962"/>
                  <a:gd name="csX25" fmla="*/ 18373 w 18874"/>
                  <a:gd name="csY25" fmla="*/ 9467 h 18962"/>
                  <a:gd name="csX26" fmla="*/ 18373 w 18874"/>
                  <a:gd name="csY26" fmla="*/ 9467 h 18962"/>
                  <a:gd name="csX27" fmla="*/ 18373 w 18874"/>
                  <a:gd name="csY27" fmla="*/ 9216 h 18962"/>
                  <a:gd name="csX28" fmla="*/ 18373 w 18874"/>
                  <a:gd name="csY28" fmla="*/ 9216 h 18962"/>
                  <a:gd name="csX29" fmla="*/ 18373 w 18874"/>
                  <a:gd name="csY29" fmla="*/ 8966 h 18962"/>
                  <a:gd name="csX30" fmla="*/ 18874 w 18874"/>
                  <a:gd name="csY30" fmla="*/ 8715 h 18962"/>
                  <a:gd name="csX31" fmla="*/ 18874 w 18874"/>
                  <a:gd name="csY31" fmla="*/ 8715 h 18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8874" h="18962">
                    <a:moveTo>
                      <a:pt x="18874" y="8715"/>
                    </a:moveTo>
                    <a:cubicBezTo>
                      <a:pt x="18874" y="8715"/>
                      <a:pt x="18874" y="8464"/>
                      <a:pt x="18874" y="8464"/>
                    </a:cubicBezTo>
                    <a:cubicBezTo>
                      <a:pt x="18874" y="8213"/>
                      <a:pt x="18874" y="7962"/>
                      <a:pt x="18874" y="7711"/>
                    </a:cubicBezTo>
                    <a:cubicBezTo>
                      <a:pt x="18373" y="4702"/>
                      <a:pt x="16366" y="2193"/>
                      <a:pt x="13607" y="939"/>
                    </a:cubicBezTo>
                    <a:cubicBezTo>
                      <a:pt x="11350" y="-64"/>
                      <a:pt x="8841" y="-315"/>
                      <a:pt x="6584" y="438"/>
                    </a:cubicBezTo>
                    <a:cubicBezTo>
                      <a:pt x="2822" y="1692"/>
                      <a:pt x="314" y="5203"/>
                      <a:pt x="63" y="9216"/>
                    </a:cubicBezTo>
                    <a:cubicBezTo>
                      <a:pt x="-188" y="11474"/>
                      <a:pt x="314" y="13731"/>
                      <a:pt x="1568" y="15487"/>
                    </a:cubicBezTo>
                    <a:cubicBezTo>
                      <a:pt x="2069" y="16239"/>
                      <a:pt x="2571" y="16741"/>
                      <a:pt x="3323" y="17243"/>
                    </a:cubicBezTo>
                    <a:cubicBezTo>
                      <a:pt x="6082" y="19249"/>
                      <a:pt x="10096" y="19500"/>
                      <a:pt x="13356" y="17995"/>
                    </a:cubicBezTo>
                    <a:cubicBezTo>
                      <a:pt x="15112" y="17243"/>
                      <a:pt x="16366" y="16239"/>
                      <a:pt x="17370" y="14484"/>
                    </a:cubicBezTo>
                    <a:cubicBezTo>
                      <a:pt x="17871" y="13731"/>
                      <a:pt x="18122" y="12979"/>
                      <a:pt x="18373" y="11975"/>
                    </a:cubicBezTo>
                    <a:cubicBezTo>
                      <a:pt x="18373" y="11975"/>
                      <a:pt x="18373" y="11725"/>
                      <a:pt x="18373" y="11725"/>
                    </a:cubicBezTo>
                    <a:cubicBezTo>
                      <a:pt x="18373" y="11725"/>
                      <a:pt x="18373" y="11474"/>
                      <a:pt x="18373" y="11474"/>
                    </a:cubicBezTo>
                    <a:cubicBezTo>
                      <a:pt x="18373" y="11474"/>
                      <a:pt x="18373" y="11474"/>
                      <a:pt x="18373" y="11474"/>
                    </a:cubicBezTo>
                    <a:cubicBezTo>
                      <a:pt x="18373" y="11474"/>
                      <a:pt x="18373" y="11223"/>
                      <a:pt x="18373" y="11223"/>
                    </a:cubicBezTo>
                    <a:cubicBezTo>
                      <a:pt x="18373" y="11223"/>
                      <a:pt x="18373" y="10972"/>
                      <a:pt x="18373" y="10972"/>
                    </a:cubicBezTo>
                    <a:cubicBezTo>
                      <a:pt x="18373" y="10972"/>
                      <a:pt x="18373" y="10721"/>
                      <a:pt x="18373" y="10721"/>
                    </a:cubicBezTo>
                    <a:cubicBezTo>
                      <a:pt x="18373" y="10721"/>
                      <a:pt x="18373" y="10721"/>
                      <a:pt x="18373" y="10721"/>
                    </a:cubicBezTo>
                    <a:cubicBezTo>
                      <a:pt x="18373" y="10721"/>
                      <a:pt x="18373" y="10721"/>
                      <a:pt x="18373" y="10470"/>
                    </a:cubicBezTo>
                    <a:cubicBezTo>
                      <a:pt x="18373" y="10470"/>
                      <a:pt x="18373" y="10470"/>
                      <a:pt x="18373" y="10470"/>
                    </a:cubicBezTo>
                    <a:cubicBezTo>
                      <a:pt x="18373" y="10470"/>
                      <a:pt x="18373" y="10470"/>
                      <a:pt x="18373" y="10220"/>
                    </a:cubicBezTo>
                    <a:cubicBezTo>
                      <a:pt x="18373" y="10220"/>
                      <a:pt x="18373" y="10220"/>
                      <a:pt x="18373" y="10220"/>
                    </a:cubicBezTo>
                    <a:cubicBezTo>
                      <a:pt x="18373" y="10220"/>
                      <a:pt x="18373" y="10220"/>
                      <a:pt x="18373" y="10220"/>
                    </a:cubicBezTo>
                    <a:cubicBezTo>
                      <a:pt x="18373" y="10220"/>
                      <a:pt x="18373" y="10220"/>
                      <a:pt x="18373" y="9969"/>
                    </a:cubicBezTo>
                    <a:cubicBezTo>
                      <a:pt x="18373" y="9969"/>
                      <a:pt x="18373" y="9718"/>
                      <a:pt x="18373" y="9718"/>
                    </a:cubicBezTo>
                    <a:cubicBezTo>
                      <a:pt x="18373" y="9718"/>
                      <a:pt x="18373" y="9467"/>
                      <a:pt x="18373" y="9467"/>
                    </a:cubicBezTo>
                    <a:cubicBezTo>
                      <a:pt x="18373" y="9467"/>
                      <a:pt x="18373" y="9467"/>
                      <a:pt x="18373" y="9467"/>
                    </a:cubicBezTo>
                    <a:cubicBezTo>
                      <a:pt x="18373" y="9467"/>
                      <a:pt x="18373" y="9467"/>
                      <a:pt x="18373" y="9216"/>
                    </a:cubicBezTo>
                    <a:cubicBezTo>
                      <a:pt x="18373" y="9216"/>
                      <a:pt x="18373" y="9216"/>
                      <a:pt x="18373" y="9216"/>
                    </a:cubicBezTo>
                    <a:cubicBezTo>
                      <a:pt x="18373" y="9216"/>
                      <a:pt x="18373" y="8966"/>
                      <a:pt x="18373" y="8966"/>
                    </a:cubicBezTo>
                    <a:cubicBezTo>
                      <a:pt x="18874" y="8966"/>
                      <a:pt x="18874" y="8966"/>
                      <a:pt x="18874" y="8715"/>
                    </a:cubicBezTo>
                    <a:lnTo>
                      <a:pt x="18874" y="8715"/>
                    </a:lnTo>
                    <a:close/>
                  </a:path>
                </a:pathLst>
              </a:custGeom>
              <a:solidFill>
                <a:srgbClr val="00A9F4"/>
              </a:solidFill>
              <a:ln w="2497" cap="flat">
                <a:noFill/>
                <a:prstDash val="solid"/>
                <a:miter/>
              </a:ln>
            </p:spPr>
            <p:txBody>
              <a:bodyPr/>
              <a:lstStyle/>
              <a:p>
                <a:endParaRPr lang="es-ES"/>
              </a:p>
            </p:txBody>
          </p:sp>
          <p:sp>
            <p:nvSpPr>
              <p:cNvPr id="73" name="Freeform: Shape 72">
                <a:extLst>
                  <a:ext uri="{FF2B5EF4-FFF2-40B4-BE49-F238E27FC236}">
                    <a16:creationId xmlns:a16="http://schemas.microsoft.com/office/drawing/2014/main" id="{F9038C86-D9D0-4A5A-5FE7-DFDBEA9F3623}"/>
                  </a:ext>
                </a:extLst>
              </p:cNvPr>
              <p:cNvSpPr/>
              <p:nvPr/>
            </p:nvSpPr>
            <p:spPr>
              <a:xfrm>
                <a:off x="1235454" y="1946808"/>
                <a:ext cx="18874" cy="18962"/>
              </a:xfrm>
              <a:custGeom>
                <a:avLst/>
                <a:gdLst>
                  <a:gd name="csX0" fmla="*/ 18874 w 18874"/>
                  <a:gd name="csY0" fmla="*/ 8715 h 18962"/>
                  <a:gd name="csX1" fmla="*/ 18874 w 18874"/>
                  <a:gd name="csY1" fmla="*/ 8464 h 18962"/>
                  <a:gd name="csX2" fmla="*/ 18874 w 18874"/>
                  <a:gd name="csY2" fmla="*/ 7711 h 18962"/>
                  <a:gd name="csX3" fmla="*/ 13607 w 18874"/>
                  <a:gd name="csY3" fmla="*/ 939 h 18962"/>
                  <a:gd name="csX4" fmla="*/ 6584 w 18874"/>
                  <a:gd name="csY4" fmla="*/ 438 h 18962"/>
                  <a:gd name="csX5" fmla="*/ 63 w 18874"/>
                  <a:gd name="csY5" fmla="*/ 9216 h 18962"/>
                  <a:gd name="csX6" fmla="*/ 1568 w 18874"/>
                  <a:gd name="csY6" fmla="*/ 15487 h 18962"/>
                  <a:gd name="csX7" fmla="*/ 3323 w 18874"/>
                  <a:gd name="csY7" fmla="*/ 17243 h 18962"/>
                  <a:gd name="csX8" fmla="*/ 13356 w 18874"/>
                  <a:gd name="csY8" fmla="*/ 17995 h 18962"/>
                  <a:gd name="csX9" fmla="*/ 17369 w 18874"/>
                  <a:gd name="csY9" fmla="*/ 14484 h 18962"/>
                  <a:gd name="csX10" fmla="*/ 18373 w 18874"/>
                  <a:gd name="csY10" fmla="*/ 11975 h 18962"/>
                  <a:gd name="csX11" fmla="*/ 18373 w 18874"/>
                  <a:gd name="csY11" fmla="*/ 11725 h 18962"/>
                  <a:gd name="csX12" fmla="*/ 18373 w 18874"/>
                  <a:gd name="csY12" fmla="*/ 11474 h 18962"/>
                  <a:gd name="csX13" fmla="*/ 18373 w 18874"/>
                  <a:gd name="csY13" fmla="*/ 11474 h 18962"/>
                  <a:gd name="csX14" fmla="*/ 18373 w 18874"/>
                  <a:gd name="csY14" fmla="*/ 11223 h 18962"/>
                  <a:gd name="csX15" fmla="*/ 18373 w 18874"/>
                  <a:gd name="csY15" fmla="*/ 10972 h 18962"/>
                  <a:gd name="csX16" fmla="*/ 18373 w 18874"/>
                  <a:gd name="csY16" fmla="*/ 10721 h 18962"/>
                  <a:gd name="csX17" fmla="*/ 18373 w 18874"/>
                  <a:gd name="csY17" fmla="*/ 10721 h 18962"/>
                  <a:gd name="csX18" fmla="*/ 18373 w 18874"/>
                  <a:gd name="csY18" fmla="*/ 10470 h 18962"/>
                  <a:gd name="csX19" fmla="*/ 18373 w 18874"/>
                  <a:gd name="csY19" fmla="*/ 10470 h 18962"/>
                  <a:gd name="csX20" fmla="*/ 18373 w 18874"/>
                  <a:gd name="csY20" fmla="*/ 10220 h 18962"/>
                  <a:gd name="csX21" fmla="*/ 18373 w 18874"/>
                  <a:gd name="csY21" fmla="*/ 10220 h 18962"/>
                  <a:gd name="csX22" fmla="*/ 18373 w 18874"/>
                  <a:gd name="csY22" fmla="*/ 10220 h 18962"/>
                  <a:gd name="csX23" fmla="*/ 18373 w 18874"/>
                  <a:gd name="csY23" fmla="*/ 9969 h 18962"/>
                  <a:gd name="csX24" fmla="*/ 18373 w 18874"/>
                  <a:gd name="csY24" fmla="*/ 9718 h 18962"/>
                  <a:gd name="csX25" fmla="*/ 18373 w 18874"/>
                  <a:gd name="csY25" fmla="*/ 9467 h 18962"/>
                  <a:gd name="csX26" fmla="*/ 18373 w 18874"/>
                  <a:gd name="csY26" fmla="*/ 9467 h 18962"/>
                  <a:gd name="csX27" fmla="*/ 18373 w 18874"/>
                  <a:gd name="csY27" fmla="*/ 9216 h 18962"/>
                  <a:gd name="csX28" fmla="*/ 18373 w 18874"/>
                  <a:gd name="csY28" fmla="*/ 9216 h 18962"/>
                  <a:gd name="csX29" fmla="*/ 18373 w 18874"/>
                  <a:gd name="csY29" fmla="*/ 8966 h 18962"/>
                  <a:gd name="csX30" fmla="*/ 18874 w 18874"/>
                  <a:gd name="csY30" fmla="*/ 8715 h 18962"/>
                  <a:gd name="csX31" fmla="*/ 18874 w 18874"/>
                  <a:gd name="csY31" fmla="*/ 8715 h 18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8874" h="18962">
                    <a:moveTo>
                      <a:pt x="18874" y="8715"/>
                    </a:moveTo>
                    <a:cubicBezTo>
                      <a:pt x="18874" y="8715"/>
                      <a:pt x="18874" y="8464"/>
                      <a:pt x="18874" y="8464"/>
                    </a:cubicBezTo>
                    <a:cubicBezTo>
                      <a:pt x="18874" y="8213"/>
                      <a:pt x="18874" y="7962"/>
                      <a:pt x="18874" y="7711"/>
                    </a:cubicBezTo>
                    <a:cubicBezTo>
                      <a:pt x="18373" y="4702"/>
                      <a:pt x="16366" y="2193"/>
                      <a:pt x="13607" y="939"/>
                    </a:cubicBezTo>
                    <a:cubicBezTo>
                      <a:pt x="11350" y="-64"/>
                      <a:pt x="8842" y="-315"/>
                      <a:pt x="6584" y="438"/>
                    </a:cubicBezTo>
                    <a:cubicBezTo>
                      <a:pt x="2822" y="1692"/>
                      <a:pt x="314" y="5203"/>
                      <a:pt x="63" y="9216"/>
                    </a:cubicBezTo>
                    <a:cubicBezTo>
                      <a:pt x="-188" y="11474"/>
                      <a:pt x="314" y="13731"/>
                      <a:pt x="1568" y="15487"/>
                    </a:cubicBezTo>
                    <a:cubicBezTo>
                      <a:pt x="2069" y="16239"/>
                      <a:pt x="2571" y="16741"/>
                      <a:pt x="3323" y="17243"/>
                    </a:cubicBezTo>
                    <a:cubicBezTo>
                      <a:pt x="6082" y="19249"/>
                      <a:pt x="10096" y="19500"/>
                      <a:pt x="13356" y="17995"/>
                    </a:cubicBezTo>
                    <a:cubicBezTo>
                      <a:pt x="15112" y="17243"/>
                      <a:pt x="16366" y="16239"/>
                      <a:pt x="17369" y="14484"/>
                    </a:cubicBezTo>
                    <a:cubicBezTo>
                      <a:pt x="17871" y="13731"/>
                      <a:pt x="18122" y="12979"/>
                      <a:pt x="18373" y="11975"/>
                    </a:cubicBezTo>
                    <a:cubicBezTo>
                      <a:pt x="18373" y="11975"/>
                      <a:pt x="18373" y="11725"/>
                      <a:pt x="18373" y="11725"/>
                    </a:cubicBezTo>
                    <a:cubicBezTo>
                      <a:pt x="18373" y="11725"/>
                      <a:pt x="18373" y="11474"/>
                      <a:pt x="18373" y="11474"/>
                    </a:cubicBezTo>
                    <a:cubicBezTo>
                      <a:pt x="18373" y="11474"/>
                      <a:pt x="18373" y="11474"/>
                      <a:pt x="18373" y="11474"/>
                    </a:cubicBezTo>
                    <a:cubicBezTo>
                      <a:pt x="18373" y="11474"/>
                      <a:pt x="18373" y="11223"/>
                      <a:pt x="18373" y="11223"/>
                    </a:cubicBezTo>
                    <a:cubicBezTo>
                      <a:pt x="18373" y="11223"/>
                      <a:pt x="18373" y="10972"/>
                      <a:pt x="18373" y="10972"/>
                    </a:cubicBezTo>
                    <a:cubicBezTo>
                      <a:pt x="18373" y="10972"/>
                      <a:pt x="18373" y="10721"/>
                      <a:pt x="18373" y="10721"/>
                    </a:cubicBezTo>
                    <a:cubicBezTo>
                      <a:pt x="18373" y="10721"/>
                      <a:pt x="18373" y="10721"/>
                      <a:pt x="18373" y="10721"/>
                    </a:cubicBezTo>
                    <a:cubicBezTo>
                      <a:pt x="18373" y="10721"/>
                      <a:pt x="18373" y="10721"/>
                      <a:pt x="18373" y="10470"/>
                    </a:cubicBezTo>
                    <a:cubicBezTo>
                      <a:pt x="18373" y="10470"/>
                      <a:pt x="18373" y="10470"/>
                      <a:pt x="18373" y="10470"/>
                    </a:cubicBezTo>
                    <a:cubicBezTo>
                      <a:pt x="18373" y="10470"/>
                      <a:pt x="18373" y="10470"/>
                      <a:pt x="18373" y="10220"/>
                    </a:cubicBezTo>
                    <a:cubicBezTo>
                      <a:pt x="18373" y="10220"/>
                      <a:pt x="18373" y="10220"/>
                      <a:pt x="18373" y="10220"/>
                    </a:cubicBezTo>
                    <a:cubicBezTo>
                      <a:pt x="18373" y="10220"/>
                      <a:pt x="18373" y="10220"/>
                      <a:pt x="18373" y="10220"/>
                    </a:cubicBezTo>
                    <a:cubicBezTo>
                      <a:pt x="18373" y="10220"/>
                      <a:pt x="18373" y="10220"/>
                      <a:pt x="18373" y="9969"/>
                    </a:cubicBezTo>
                    <a:cubicBezTo>
                      <a:pt x="18373" y="9969"/>
                      <a:pt x="18373" y="9718"/>
                      <a:pt x="18373" y="9718"/>
                    </a:cubicBezTo>
                    <a:cubicBezTo>
                      <a:pt x="18373" y="9718"/>
                      <a:pt x="18373" y="9467"/>
                      <a:pt x="18373" y="9467"/>
                    </a:cubicBezTo>
                    <a:cubicBezTo>
                      <a:pt x="18373" y="9467"/>
                      <a:pt x="18373" y="9467"/>
                      <a:pt x="18373" y="9467"/>
                    </a:cubicBezTo>
                    <a:cubicBezTo>
                      <a:pt x="18373" y="9467"/>
                      <a:pt x="18373" y="9467"/>
                      <a:pt x="18373" y="9216"/>
                    </a:cubicBezTo>
                    <a:cubicBezTo>
                      <a:pt x="18373" y="9216"/>
                      <a:pt x="18373" y="9216"/>
                      <a:pt x="18373" y="9216"/>
                    </a:cubicBezTo>
                    <a:cubicBezTo>
                      <a:pt x="18373" y="9216"/>
                      <a:pt x="18373" y="8966"/>
                      <a:pt x="18373" y="8966"/>
                    </a:cubicBezTo>
                    <a:cubicBezTo>
                      <a:pt x="18874" y="8966"/>
                      <a:pt x="18874" y="8966"/>
                      <a:pt x="18874" y="8715"/>
                    </a:cubicBezTo>
                    <a:lnTo>
                      <a:pt x="18874" y="8715"/>
                    </a:lnTo>
                    <a:close/>
                  </a:path>
                </a:pathLst>
              </a:custGeom>
              <a:solidFill>
                <a:srgbClr val="00A9F4"/>
              </a:solidFill>
              <a:ln w="2497" cap="flat">
                <a:noFill/>
                <a:prstDash val="solid"/>
                <a:miter/>
              </a:ln>
            </p:spPr>
            <p:txBody>
              <a:bodyPr/>
              <a:lstStyle/>
              <a:p>
                <a:endParaRPr lang="es-ES"/>
              </a:p>
            </p:txBody>
          </p:sp>
          <p:sp>
            <p:nvSpPr>
              <p:cNvPr id="74" name="Freeform: Shape 73">
                <a:extLst>
                  <a:ext uri="{FF2B5EF4-FFF2-40B4-BE49-F238E27FC236}">
                    <a16:creationId xmlns:a16="http://schemas.microsoft.com/office/drawing/2014/main" id="{5D9F77FF-74D6-2397-50BF-E2F8ACB0B1E1}"/>
                  </a:ext>
                </a:extLst>
              </p:cNvPr>
              <p:cNvSpPr/>
              <p:nvPr/>
            </p:nvSpPr>
            <p:spPr>
              <a:xfrm>
                <a:off x="1272075" y="1946808"/>
                <a:ext cx="18874" cy="18962"/>
              </a:xfrm>
              <a:custGeom>
                <a:avLst/>
                <a:gdLst>
                  <a:gd name="csX0" fmla="*/ 18874 w 18874"/>
                  <a:gd name="csY0" fmla="*/ 8715 h 18962"/>
                  <a:gd name="csX1" fmla="*/ 18874 w 18874"/>
                  <a:gd name="csY1" fmla="*/ 8464 h 18962"/>
                  <a:gd name="csX2" fmla="*/ 18874 w 18874"/>
                  <a:gd name="csY2" fmla="*/ 7711 h 18962"/>
                  <a:gd name="csX3" fmla="*/ 13607 w 18874"/>
                  <a:gd name="csY3" fmla="*/ 939 h 18962"/>
                  <a:gd name="csX4" fmla="*/ 6584 w 18874"/>
                  <a:gd name="csY4" fmla="*/ 438 h 18962"/>
                  <a:gd name="csX5" fmla="*/ 63 w 18874"/>
                  <a:gd name="csY5" fmla="*/ 9216 h 18962"/>
                  <a:gd name="csX6" fmla="*/ 1568 w 18874"/>
                  <a:gd name="csY6" fmla="*/ 15487 h 18962"/>
                  <a:gd name="csX7" fmla="*/ 3323 w 18874"/>
                  <a:gd name="csY7" fmla="*/ 17243 h 18962"/>
                  <a:gd name="csX8" fmla="*/ 13356 w 18874"/>
                  <a:gd name="csY8" fmla="*/ 17995 h 18962"/>
                  <a:gd name="csX9" fmla="*/ 17370 w 18874"/>
                  <a:gd name="csY9" fmla="*/ 14484 h 18962"/>
                  <a:gd name="csX10" fmla="*/ 18373 w 18874"/>
                  <a:gd name="csY10" fmla="*/ 11975 h 18962"/>
                  <a:gd name="csX11" fmla="*/ 18373 w 18874"/>
                  <a:gd name="csY11" fmla="*/ 11725 h 18962"/>
                  <a:gd name="csX12" fmla="*/ 18373 w 18874"/>
                  <a:gd name="csY12" fmla="*/ 11474 h 18962"/>
                  <a:gd name="csX13" fmla="*/ 18373 w 18874"/>
                  <a:gd name="csY13" fmla="*/ 11474 h 18962"/>
                  <a:gd name="csX14" fmla="*/ 18373 w 18874"/>
                  <a:gd name="csY14" fmla="*/ 11223 h 18962"/>
                  <a:gd name="csX15" fmla="*/ 18373 w 18874"/>
                  <a:gd name="csY15" fmla="*/ 10972 h 18962"/>
                  <a:gd name="csX16" fmla="*/ 18373 w 18874"/>
                  <a:gd name="csY16" fmla="*/ 10721 h 18962"/>
                  <a:gd name="csX17" fmla="*/ 18373 w 18874"/>
                  <a:gd name="csY17" fmla="*/ 10721 h 18962"/>
                  <a:gd name="csX18" fmla="*/ 18373 w 18874"/>
                  <a:gd name="csY18" fmla="*/ 10470 h 18962"/>
                  <a:gd name="csX19" fmla="*/ 18373 w 18874"/>
                  <a:gd name="csY19" fmla="*/ 10470 h 18962"/>
                  <a:gd name="csX20" fmla="*/ 18373 w 18874"/>
                  <a:gd name="csY20" fmla="*/ 10220 h 18962"/>
                  <a:gd name="csX21" fmla="*/ 18373 w 18874"/>
                  <a:gd name="csY21" fmla="*/ 10220 h 18962"/>
                  <a:gd name="csX22" fmla="*/ 18373 w 18874"/>
                  <a:gd name="csY22" fmla="*/ 10220 h 18962"/>
                  <a:gd name="csX23" fmla="*/ 18373 w 18874"/>
                  <a:gd name="csY23" fmla="*/ 9969 h 18962"/>
                  <a:gd name="csX24" fmla="*/ 18373 w 18874"/>
                  <a:gd name="csY24" fmla="*/ 9718 h 18962"/>
                  <a:gd name="csX25" fmla="*/ 18373 w 18874"/>
                  <a:gd name="csY25" fmla="*/ 9467 h 18962"/>
                  <a:gd name="csX26" fmla="*/ 18373 w 18874"/>
                  <a:gd name="csY26" fmla="*/ 9467 h 18962"/>
                  <a:gd name="csX27" fmla="*/ 18373 w 18874"/>
                  <a:gd name="csY27" fmla="*/ 9216 h 18962"/>
                  <a:gd name="csX28" fmla="*/ 18373 w 18874"/>
                  <a:gd name="csY28" fmla="*/ 9216 h 18962"/>
                  <a:gd name="csX29" fmla="*/ 18373 w 18874"/>
                  <a:gd name="csY29" fmla="*/ 8966 h 18962"/>
                  <a:gd name="csX30" fmla="*/ 18874 w 18874"/>
                  <a:gd name="csY30" fmla="*/ 8715 h 18962"/>
                  <a:gd name="csX31" fmla="*/ 18874 w 18874"/>
                  <a:gd name="csY31" fmla="*/ 8715 h 189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8874" h="18962">
                    <a:moveTo>
                      <a:pt x="18874" y="8715"/>
                    </a:moveTo>
                    <a:cubicBezTo>
                      <a:pt x="18874" y="8715"/>
                      <a:pt x="18874" y="8464"/>
                      <a:pt x="18874" y="8464"/>
                    </a:cubicBezTo>
                    <a:cubicBezTo>
                      <a:pt x="18874" y="8213"/>
                      <a:pt x="18874" y="7962"/>
                      <a:pt x="18874" y="7711"/>
                    </a:cubicBezTo>
                    <a:cubicBezTo>
                      <a:pt x="18373" y="4702"/>
                      <a:pt x="16366" y="2193"/>
                      <a:pt x="13607" y="939"/>
                    </a:cubicBezTo>
                    <a:cubicBezTo>
                      <a:pt x="11350" y="-64"/>
                      <a:pt x="8841" y="-315"/>
                      <a:pt x="6584" y="438"/>
                    </a:cubicBezTo>
                    <a:cubicBezTo>
                      <a:pt x="2822" y="1692"/>
                      <a:pt x="313" y="5203"/>
                      <a:pt x="63" y="9216"/>
                    </a:cubicBezTo>
                    <a:cubicBezTo>
                      <a:pt x="-188" y="11474"/>
                      <a:pt x="313" y="13731"/>
                      <a:pt x="1568" y="15487"/>
                    </a:cubicBezTo>
                    <a:cubicBezTo>
                      <a:pt x="2069" y="16239"/>
                      <a:pt x="2571" y="16741"/>
                      <a:pt x="3323" y="17243"/>
                    </a:cubicBezTo>
                    <a:cubicBezTo>
                      <a:pt x="6083" y="19249"/>
                      <a:pt x="10096" y="19500"/>
                      <a:pt x="13356" y="17995"/>
                    </a:cubicBezTo>
                    <a:cubicBezTo>
                      <a:pt x="15112" y="17243"/>
                      <a:pt x="16366" y="16239"/>
                      <a:pt x="17370" y="14484"/>
                    </a:cubicBezTo>
                    <a:cubicBezTo>
                      <a:pt x="17871" y="13731"/>
                      <a:pt x="18122" y="12979"/>
                      <a:pt x="18373" y="11975"/>
                    </a:cubicBezTo>
                    <a:cubicBezTo>
                      <a:pt x="18373" y="11975"/>
                      <a:pt x="18373" y="11725"/>
                      <a:pt x="18373" y="11725"/>
                    </a:cubicBezTo>
                    <a:cubicBezTo>
                      <a:pt x="18373" y="11725"/>
                      <a:pt x="18373" y="11474"/>
                      <a:pt x="18373" y="11474"/>
                    </a:cubicBezTo>
                    <a:cubicBezTo>
                      <a:pt x="18373" y="11474"/>
                      <a:pt x="18373" y="11474"/>
                      <a:pt x="18373" y="11474"/>
                    </a:cubicBezTo>
                    <a:cubicBezTo>
                      <a:pt x="18373" y="11474"/>
                      <a:pt x="18373" y="11223"/>
                      <a:pt x="18373" y="11223"/>
                    </a:cubicBezTo>
                    <a:cubicBezTo>
                      <a:pt x="18373" y="11223"/>
                      <a:pt x="18373" y="10972"/>
                      <a:pt x="18373" y="10972"/>
                    </a:cubicBezTo>
                    <a:cubicBezTo>
                      <a:pt x="18373" y="10972"/>
                      <a:pt x="18373" y="10721"/>
                      <a:pt x="18373" y="10721"/>
                    </a:cubicBezTo>
                    <a:cubicBezTo>
                      <a:pt x="18373" y="10721"/>
                      <a:pt x="18373" y="10721"/>
                      <a:pt x="18373" y="10721"/>
                    </a:cubicBezTo>
                    <a:cubicBezTo>
                      <a:pt x="18373" y="10721"/>
                      <a:pt x="18373" y="10721"/>
                      <a:pt x="18373" y="10470"/>
                    </a:cubicBezTo>
                    <a:cubicBezTo>
                      <a:pt x="18373" y="10470"/>
                      <a:pt x="18373" y="10470"/>
                      <a:pt x="18373" y="10470"/>
                    </a:cubicBezTo>
                    <a:cubicBezTo>
                      <a:pt x="18373" y="10470"/>
                      <a:pt x="18373" y="10470"/>
                      <a:pt x="18373" y="10220"/>
                    </a:cubicBezTo>
                    <a:cubicBezTo>
                      <a:pt x="18373" y="10220"/>
                      <a:pt x="18373" y="10220"/>
                      <a:pt x="18373" y="10220"/>
                    </a:cubicBezTo>
                    <a:cubicBezTo>
                      <a:pt x="18373" y="10220"/>
                      <a:pt x="18373" y="10220"/>
                      <a:pt x="18373" y="10220"/>
                    </a:cubicBezTo>
                    <a:cubicBezTo>
                      <a:pt x="18373" y="10220"/>
                      <a:pt x="18373" y="10220"/>
                      <a:pt x="18373" y="9969"/>
                    </a:cubicBezTo>
                    <a:cubicBezTo>
                      <a:pt x="18373" y="9969"/>
                      <a:pt x="18373" y="9718"/>
                      <a:pt x="18373" y="9718"/>
                    </a:cubicBezTo>
                    <a:cubicBezTo>
                      <a:pt x="18373" y="9718"/>
                      <a:pt x="18373" y="9467"/>
                      <a:pt x="18373" y="9467"/>
                    </a:cubicBezTo>
                    <a:cubicBezTo>
                      <a:pt x="18373" y="9467"/>
                      <a:pt x="18373" y="9467"/>
                      <a:pt x="18373" y="9467"/>
                    </a:cubicBezTo>
                    <a:cubicBezTo>
                      <a:pt x="18373" y="9467"/>
                      <a:pt x="18373" y="9467"/>
                      <a:pt x="18373" y="9216"/>
                    </a:cubicBezTo>
                    <a:cubicBezTo>
                      <a:pt x="18373" y="9216"/>
                      <a:pt x="18373" y="9216"/>
                      <a:pt x="18373" y="9216"/>
                    </a:cubicBezTo>
                    <a:cubicBezTo>
                      <a:pt x="18373" y="9216"/>
                      <a:pt x="18373" y="8966"/>
                      <a:pt x="18373" y="8966"/>
                    </a:cubicBezTo>
                    <a:cubicBezTo>
                      <a:pt x="18874" y="8966"/>
                      <a:pt x="18874" y="8966"/>
                      <a:pt x="18874" y="8715"/>
                    </a:cubicBezTo>
                    <a:lnTo>
                      <a:pt x="18874" y="8715"/>
                    </a:lnTo>
                    <a:close/>
                  </a:path>
                </a:pathLst>
              </a:custGeom>
              <a:solidFill>
                <a:srgbClr val="00A9F4"/>
              </a:solidFill>
              <a:ln w="2497" cap="flat">
                <a:noFill/>
                <a:prstDash val="solid"/>
                <a:miter/>
              </a:ln>
            </p:spPr>
            <p:txBody>
              <a:bodyPr/>
              <a:lstStyle/>
              <a:p>
                <a:endParaRPr lang="es-ES"/>
              </a:p>
            </p:txBody>
          </p:sp>
        </p:grpSp>
        <p:sp>
          <p:nvSpPr>
            <p:cNvPr id="60" name="Freeform: Shape 59">
              <a:extLst>
                <a:ext uri="{FF2B5EF4-FFF2-40B4-BE49-F238E27FC236}">
                  <a16:creationId xmlns:a16="http://schemas.microsoft.com/office/drawing/2014/main" id="{21CE8B20-FF6C-04A6-5ABD-3189CBAD7BFF}"/>
                </a:ext>
              </a:extLst>
            </p:cNvPr>
            <p:cNvSpPr/>
            <p:nvPr/>
          </p:nvSpPr>
          <p:spPr>
            <a:xfrm>
              <a:off x="883073" y="2197817"/>
              <a:ext cx="63328" cy="125506"/>
            </a:xfrm>
            <a:custGeom>
              <a:avLst/>
              <a:gdLst>
                <a:gd name="csX0" fmla="*/ 63245 w 63328"/>
                <a:gd name="csY0" fmla="*/ 78508 h 125506"/>
                <a:gd name="csX1" fmla="*/ 57978 w 63328"/>
                <a:gd name="csY1" fmla="*/ 98573 h 125506"/>
                <a:gd name="csX2" fmla="*/ 49952 w 63328"/>
                <a:gd name="csY2" fmla="*/ 107854 h 125506"/>
                <a:gd name="csX3" fmla="*/ 43430 w 63328"/>
                <a:gd name="csY3" fmla="*/ 111867 h 125506"/>
                <a:gd name="csX4" fmla="*/ 41173 w 63328"/>
                <a:gd name="csY4" fmla="*/ 112620 h 125506"/>
                <a:gd name="csX5" fmla="*/ 40170 w 63328"/>
                <a:gd name="csY5" fmla="*/ 112870 h 125506"/>
                <a:gd name="csX6" fmla="*/ 39668 w 63328"/>
                <a:gd name="csY6" fmla="*/ 112870 h 125506"/>
                <a:gd name="csX7" fmla="*/ 39166 w 63328"/>
                <a:gd name="csY7" fmla="*/ 112870 h 125506"/>
                <a:gd name="csX8" fmla="*/ 37160 w 63328"/>
                <a:gd name="csY8" fmla="*/ 113623 h 125506"/>
                <a:gd name="csX9" fmla="*/ 36909 w 63328"/>
                <a:gd name="csY9" fmla="*/ 115128 h 125506"/>
                <a:gd name="csX10" fmla="*/ 36658 w 63328"/>
                <a:gd name="csY10" fmla="*/ 116382 h 125506"/>
                <a:gd name="csX11" fmla="*/ 36407 w 63328"/>
                <a:gd name="csY11" fmla="*/ 117887 h 125506"/>
                <a:gd name="csX12" fmla="*/ 32645 w 63328"/>
                <a:gd name="csY12" fmla="*/ 123907 h 125506"/>
                <a:gd name="csX13" fmla="*/ 25873 w 63328"/>
                <a:gd name="csY13" fmla="*/ 125161 h 125506"/>
                <a:gd name="csX14" fmla="*/ 20104 w 63328"/>
                <a:gd name="csY14" fmla="*/ 120144 h 125506"/>
                <a:gd name="csX15" fmla="*/ 19602 w 63328"/>
                <a:gd name="csY15" fmla="*/ 117887 h 125506"/>
                <a:gd name="csX16" fmla="*/ 19351 w 63328"/>
                <a:gd name="csY16" fmla="*/ 116884 h 125506"/>
                <a:gd name="csX17" fmla="*/ 19100 w 63328"/>
                <a:gd name="csY17" fmla="*/ 116131 h 125506"/>
                <a:gd name="csX18" fmla="*/ 17595 w 63328"/>
                <a:gd name="csY18" fmla="*/ 113623 h 125506"/>
                <a:gd name="csX19" fmla="*/ 14335 w 63328"/>
                <a:gd name="csY19" fmla="*/ 112369 h 125506"/>
                <a:gd name="csX20" fmla="*/ 12077 w 63328"/>
                <a:gd name="csY20" fmla="*/ 111616 h 125506"/>
                <a:gd name="csX21" fmla="*/ 10322 w 63328"/>
                <a:gd name="csY21" fmla="*/ 110864 h 125506"/>
                <a:gd name="csX22" fmla="*/ 2797 w 63328"/>
                <a:gd name="csY22" fmla="*/ 104342 h 125506"/>
                <a:gd name="csX23" fmla="*/ 38 w 63328"/>
                <a:gd name="csY23" fmla="*/ 95062 h 125506"/>
                <a:gd name="csX24" fmla="*/ 2546 w 63328"/>
                <a:gd name="csY24" fmla="*/ 87036 h 125506"/>
                <a:gd name="csX25" fmla="*/ 9569 w 63328"/>
                <a:gd name="csY25" fmla="*/ 82521 h 125506"/>
                <a:gd name="csX26" fmla="*/ 20856 w 63328"/>
                <a:gd name="csY26" fmla="*/ 83524 h 125506"/>
                <a:gd name="csX27" fmla="*/ 22110 w 63328"/>
                <a:gd name="csY27" fmla="*/ 83775 h 125506"/>
                <a:gd name="csX28" fmla="*/ 23364 w 63328"/>
                <a:gd name="csY28" fmla="*/ 84277 h 125506"/>
                <a:gd name="csX29" fmla="*/ 26123 w 63328"/>
                <a:gd name="csY29" fmla="*/ 85029 h 125506"/>
                <a:gd name="csX30" fmla="*/ 31642 w 63328"/>
                <a:gd name="csY30" fmla="*/ 85280 h 125506"/>
                <a:gd name="csX31" fmla="*/ 34902 w 63328"/>
                <a:gd name="csY31" fmla="*/ 80514 h 125506"/>
                <a:gd name="csX32" fmla="*/ 31140 w 63328"/>
                <a:gd name="csY32" fmla="*/ 74996 h 125506"/>
                <a:gd name="csX33" fmla="*/ 26625 w 63328"/>
                <a:gd name="csY33" fmla="*/ 71986 h 125506"/>
                <a:gd name="csX34" fmla="*/ 24117 w 63328"/>
                <a:gd name="csY34" fmla="*/ 70732 h 125506"/>
                <a:gd name="csX35" fmla="*/ 21609 w 63328"/>
                <a:gd name="csY35" fmla="*/ 69478 h 125506"/>
                <a:gd name="csX36" fmla="*/ 12077 w 63328"/>
                <a:gd name="csY36" fmla="*/ 63709 h 125506"/>
                <a:gd name="csX37" fmla="*/ 790 w 63328"/>
                <a:gd name="csY37" fmla="*/ 46653 h 125506"/>
                <a:gd name="csX38" fmla="*/ 289 w 63328"/>
                <a:gd name="csY38" fmla="*/ 35115 h 125506"/>
                <a:gd name="csX39" fmla="*/ 4051 w 63328"/>
                <a:gd name="csY39" fmla="*/ 24079 h 125506"/>
                <a:gd name="csX40" fmla="*/ 10572 w 63328"/>
                <a:gd name="csY40" fmla="*/ 16304 h 125506"/>
                <a:gd name="csX41" fmla="*/ 13332 w 63328"/>
                <a:gd name="csY41" fmla="*/ 14548 h 125506"/>
                <a:gd name="csX42" fmla="*/ 15589 w 63328"/>
                <a:gd name="csY42" fmla="*/ 13544 h 125506"/>
                <a:gd name="csX43" fmla="*/ 18348 w 63328"/>
                <a:gd name="csY43" fmla="*/ 12290 h 125506"/>
                <a:gd name="csX44" fmla="*/ 18850 w 63328"/>
                <a:gd name="csY44" fmla="*/ 10785 h 125506"/>
                <a:gd name="csX45" fmla="*/ 19100 w 63328"/>
                <a:gd name="csY45" fmla="*/ 10284 h 125506"/>
                <a:gd name="csX46" fmla="*/ 19100 w 63328"/>
                <a:gd name="csY46" fmla="*/ 9531 h 125506"/>
                <a:gd name="csX47" fmla="*/ 19351 w 63328"/>
                <a:gd name="csY47" fmla="*/ 8026 h 125506"/>
                <a:gd name="csX48" fmla="*/ 22612 w 63328"/>
                <a:gd name="csY48" fmla="*/ 2007 h 125506"/>
                <a:gd name="csX49" fmla="*/ 31642 w 63328"/>
                <a:gd name="csY49" fmla="*/ 502 h 125506"/>
                <a:gd name="csX50" fmla="*/ 35906 w 63328"/>
                <a:gd name="csY50" fmla="*/ 3762 h 125506"/>
                <a:gd name="csX51" fmla="*/ 37160 w 63328"/>
                <a:gd name="csY51" fmla="*/ 9280 h 125506"/>
                <a:gd name="csX52" fmla="*/ 37160 w 63328"/>
                <a:gd name="csY52" fmla="*/ 11789 h 125506"/>
                <a:gd name="csX53" fmla="*/ 39668 w 63328"/>
                <a:gd name="csY53" fmla="*/ 12792 h 125506"/>
                <a:gd name="csX54" fmla="*/ 41925 w 63328"/>
                <a:gd name="csY54" fmla="*/ 13795 h 125506"/>
                <a:gd name="csX55" fmla="*/ 44684 w 63328"/>
                <a:gd name="csY55" fmla="*/ 15300 h 125506"/>
                <a:gd name="csX56" fmla="*/ 50955 w 63328"/>
                <a:gd name="csY56" fmla="*/ 21822 h 125506"/>
                <a:gd name="csX57" fmla="*/ 53714 w 63328"/>
                <a:gd name="csY57" fmla="*/ 30350 h 125506"/>
                <a:gd name="csX58" fmla="*/ 50453 w 63328"/>
                <a:gd name="csY58" fmla="*/ 37122 h 125506"/>
                <a:gd name="csX59" fmla="*/ 43430 w 63328"/>
                <a:gd name="csY59" fmla="*/ 39379 h 125506"/>
                <a:gd name="csX60" fmla="*/ 37410 w 63328"/>
                <a:gd name="csY60" fmla="*/ 38376 h 125506"/>
                <a:gd name="csX61" fmla="*/ 34652 w 63328"/>
                <a:gd name="csY61" fmla="*/ 37373 h 125506"/>
                <a:gd name="csX62" fmla="*/ 31892 w 63328"/>
                <a:gd name="csY62" fmla="*/ 36369 h 125506"/>
                <a:gd name="csX63" fmla="*/ 30889 w 63328"/>
                <a:gd name="csY63" fmla="*/ 36119 h 125506"/>
                <a:gd name="csX64" fmla="*/ 29886 w 63328"/>
                <a:gd name="csY64" fmla="*/ 35868 h 125506"/>
                <a:gd name="csX65" fmla="*/ 27378 w 63328"/>
                <a:gd name="csY65" fmla="*/ 35617 h 125506"/>
                <a:gd name="csX66" fmla="*/ 23615 w 63328"/>
                <a:gd name="csY66" fmla="*/ 37623 h 125506"/>
                <a:gd name="csX67" fmla="*/ 27378 w 63328"/>
                <a:gd name="csY67" fmla="*/ 45148 h 125506"/>
                <a:gd name="csX68" fmla="*/ 31892 w 63328"/>
                <a:gd name="csY68" fmla="*/ 47406 h 125506"/>
                <a:gd name="csX69" fmla="*/ 35655 w 63328"/>
                <a:gd name="csY69" fmla="*/ 48660 h 125506"/>
                <a:gd name="csX70" fmla="*/ 54467 w 63328"/>
                <a:gd name="csY70" fmla="*/ 59194 h 125506"/>
                <a:gd name="csX71" fmla="*/ 63245 w 63328"/>
                <a:gd name="csY71" fmla="*/ 78508 h 125506"/>
                <a:gd name="csX72" fmla="*/ 63245 w 63328"/>
                <a:gd name="csY72" fmla="*/ 78508 h 12550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63328" h="125506">
                  <a:moveTo>
                    <a:pt x="63245" y="78508"/>
                  </a:moveTo>
                  <a:cubicBezTo>
                    <a:pt x="63747" y="85531"/>
                    <a:pt x="61991" y="92052"/>
                    <a:pt x="57978" y="98573"/>
                  </a:cubicBezTo>
                  <a:cubicBezTo>
                    <a:pt x="55721" y="102336"/>
                    <a:pt x="52962" y="105346"/>
                    <a:pt x="49952" y="107854"/>
                  </a:cubicBezTo>
                  <a:cubicBezTo>
                    <a:pt x="47945" y="109359"/>
                    <a:pt x="45688" y="110864"/>
                    <a:pt x="43430" y="111867"/>
                  </a:cubicBezTo>
                  <a:cubicBezTo>
                    <a:pt x="42678" y="112118"/>
                    <a:pt x="41925" y="112620"/>
                    <a:pt x="41173" y="112620"/>
                  </a:cubicBezTo>
                  <a:cubicBezTo>
                    <a:pt x="40922" y="112620"/>
                    <a:pt x="40671" y="112870"/>
                    <a:pt x="40170" y="112870"/>
                  </a:cubicBezTo>
                  <a:lnTo>
                    <a:pt x="39668" y="112870"/>
                  </a:lnTo>
                  <a:lnTo>
                    <a:pt x="39166" y="112870"/>
                  </a:lnTo>
                  <a:cubicBezTo>
                    <a:pt x="38163" y="113121"/>
                    <a:pt x="37410" y="113372"/>
                    <a:pt x="37160" y="113623"/>
                  </a:cubicBezTo>
                  <a:cubicBezTo>
                    <a:pt x="37160" y="113623"/>
                    <a:pt x="36909" y="114125"/>
                    <a:pt x="36909" y="115128"/>
                  </a:cubicBezTo>
                  <a:cubicBezTo>
                    <a:pt x="36909" y="115629"/>
                    <a:pt x="36658" y="116131"/>
                    <a:pt x="36658" y="116382"/>
                  </a:cubicBezTo>
                  <a:cubicBezTo>
                    <a:pt x="36658" y="116884"/>
                    <a:pt x="36407" y="117385"/>
                    <a:pt x="36407" y="117887"/>
                  </a:cubicBezTo>
                  <a:cubicBezTo>
                    <a:pt x="35655" y="120646"/>
                    <a:pt x="34401" y="122652"/>
                    <a:pt x="32645" y="123907"/>
                  </a:cubicBezTo>
                  <a:cubicBezTo>
                    <a:pt x="30638" y="125412"/>
                    <a:pt x="28381" y="125913"/>
                    <a:pt x="25873" y="125161"/>
                  </a:cubicBezTo>
                  <a:cubicBezTo>
                    <a:pt x="23114" y="124659"/>
                    <a:pt x="21107" y="122903"/>
                    <a:pt x="20104" y="120144"/>
                  </a:cubicBezTo>
                  <a:cubicBezTo>
                    <a:pt x="19853" y="119392"/>
                    <a:pt x="19602" y="118890"/>
                    <a:pt x="19602" y="117887"/>
                  </a:cubicBezTo>
                  <a:lnTo>
                    <a:pt x="19351" y="116884"/>
                  </a:lnTo>
                  <a:lnTo>
                    <a:pt x="19100" y="116131"/>
                  </a:lnTo>
                  <a:cubicBezTo>
                    <a:pt x="18850" y="114877"/>
                    <a:pt x="18348" y="114125"/>
                    <a:pt x="17595" y="113623"/>
                  </a:cubicBezTo>
                  <a:cubicBezTo>
                    <a:pt x="17345" y="113372"/>
                    <a:pt x="16341" y="113121"/>
                    <a:pt x="14335" y="112369"/>
                  </a:cubicBezTo>
                  <a:cubicBezTo>
                    <a:pt x="13332" y="112118"/>
                    <a:pt x="12579" y="111867"/>
                    <a:pt x="12077" y="111616"/>
                  </a:cubicBezTo>
                  <a:cubicBezTo>
                    <a:pt x="11325" y="111365"/>
                    <a:pt x="10823" y="111115"/>
                    <a:pt x="10322" y="110864"/>
                  </a:cubicBezTo>
                  <a:cubicBezTo>
                    <a:pt x="7061" y="109108"/>
                    <a:pt x="4553" y="107101"/>
                    <a:pt x="2797" y="104342"/>
                  </a:cubicBezTo>
                  <a:cubicBezTo>
                    <a:pt x="790" y="101333"/>
                    <a:pt x="-213" y="98323"/>
                    <a:pt x="38" y="95062"/>
                  </a:cubicBezTo>
                  <a:cubicBezTo>
                    <a:pt x="38" y="92052"/>
                    <a:pt x="1041" y="89293"/>
                    <a:pt x="2546" y="87036"/>
                  </a:cubicBezTo>
                  <a:cubicBezTo>
                    <a:pt x="4302" y="84778"/>
                    <a:pt x="6559" y="83273"/>
                    <a:pt x="9569" y="82521"/>
                  </a:cubicBezTo>
                  <a:cubicBezTo>
                    <a:pt x="12579" y="82019"/>
                    <a:pt x="16341" y="82270"/>
                    <a:pt x="20856" y="83524"/>
                  </a:cubicBezTo>
                  <a:lnTo>
                    <a:pt x="22110" y="83775"/>
                  </a:lnTo>
                  <a:lnTo>
                    <a:pt x="23364" y="84277"/>
                  </a:lnTo>
                  <a:cubicBezTo>
                    <a:pt x="24368" y="84527"/>
                    <a:pt x="25371" y="85029"/>
                    <a:pt x="26123" y="85029"/>
                  </a:cubicBezTo>
                  <a:cubicBezTo>
                    <a:pt x="28130" y="85531"/>
                    <a:pt x="30137" y="85531"/>
                    <a:pt x="31642" y="85280"/>
                  </a:cubicBezTo>
                  <a:cubicBezTo>
                    <a:pt x="34401" y="84527"/>
                    <a:pt x="35404" y="82772"/>
                    <a:pt x="34902" y="80514"/>
                  </a:cubicBezTo>
                  <a:cubicBezTo>
                    <a:pt x="34401" y="78508"/>
                    <a:pt x="33147" y="76501"/>
                    <a:pt x="31140" y="74996"/>
                  </a:cubicBezTo>
                  <a:cubicBezTo>
                    <a:pt x="29886" y="73993"/>
                    <a:pt x="28381" y="72990"/>
                    <a:pt x="26625" y="71986"/>
                  </a:cubicBezTo>
                  <a:lnTo>
                    <a:pt x="24117" y="70732"/>
                  </a:lnTo>
                  <a:lnTo>
                    <a:pt x="21609" y="69478"/>
                  </a:lnTo>
                  <a:cubicBezTo>
                    <a:pt x="17345" y="67221"/>
                    <a:pt x="14084" y="65214"/>
                    <a:pt x="12077" y="63709"/>
                  </a:cubicBezTo>
                  <a:cubicBezTo>
                    <a:pt x="6058" y="58943"/>
                    <a:pt x="2295" y="53175"/>
                    <a:pt x="790" y="46653"/>
                  </a:cubicBezTo>
                  <a:cubicBezTo>
                    <a:pt x="38" y="42891"/>
                    <a:pt x="-213" y="39128"/>
                    <a:pt x="289" y="35115"/>
                  </a:cubicBezTo>
                  <a:cubicBezTo>
                    <a:pt x="790" y="31102"/>
                    <a:pt x="2045" y="27340"/>
                    <a:pt x="4051" y="24079"/>
                  </a:cubicBezTo>
                  <a:cubicBezTo>
                    <a:pt x="5807" y="20818"/>
                    <a:pt x="8064" y="18310"/>
                    <a:pt x="10572" y="16304"/>
                  </a:cubicBezTo>
                  <a:cubicBezTo>
                    <a:pt x="11576" y="15551"/>
                    <a:pt x="12328" y="15049"/>
                    <a:pt x="13332" y="14548"/>
                  </a:cubicBezTo>
                  <a:cubicBezTo>
                    <a:pt x="14084" y="14297"/>
                    <a:pt x="14836" y="13795"/>
                    <a:pt x="15589" y="13544"/>
                  </a:cubicBezTo>
                  <a:cubicBezTo>
                    <a:pt x="17345" y="12792"/>
                    <a:pt x="18097" y="12541"/>
                    <a:pt x="18348" y="12290"/>
                  </a:cubicBezTo>
                  <a:cubicBezTo>
                    <a:pt x="18599" y="12039"/>
                    <a:pt x="18599" y="11538"/>
                    <a:pt x="18850" y="10785"/>
                  </a:cubicBezTo>
                  <a:lnTo>
                    <a:pt x="19100" y="10284"/>
                  </a:lnTo>
                  <a:lnTo>
                    <a:pt x="19100" y="9531"/>
                  </a:lnTo>
                  <a:cubicBezTo>
                    <a:pt x="19100" y="9030"/>
                    <a:pt x="19351" y="8528"/>
                    <a:pt x="19351" y="8026"/>
                  </a:cubicBezTo>
                  <a:cubicBezTo>
                    <a:pt x="19853" y="5518"/>
                    <a:pt x="21107" y="3512"/>
                    <a:pt x="22612" y="2007"/>
                  </a:cubicBezTo>
                  <a:cubicBezTo>
                    <a:pt x="25120" y="0"/>
                    <a:pt x="28130" y="-502"/>
                    <a:pt x="31642" y="502"/>
                  </a:cubicBezTo>
                  <a:cubicBezTo>
                    <a:pt x="33648" y="1003"/>
                    <a:pt x="34902" y="2257"/>
                    <a:pt x="35906" y="3762"/>
                  </a:cubicBezTo>
                  <a:cubicBezTo>
                    <a:pt x="36909" y="5267"/>
                    <a:pt x="37160" y="7023"/>
                    <a:pt x="37160" y="9280"/>
                  </a:cubicBezTo>
                  <a:cubicBezTo>
                    <a:pt x="37160" y="10785"/>
                    <a:pt x="37160" y="11538"/>
                    <a:pt x="37160" y="11789"/>
                  </a:cubicBezTo>
                  <a:cubicBezTo>
                    <a:pt x="37160" y="11789"/>
                    <a:pt x="38163" y="12290"/>
                    <a:pt x="39668" y="12792"/>
                  </a:cubicBezTo>
                  <a:cubicBezTo>
                    <a:pt x="40671" y="13043"/>
                    <a:pt x="41424" y="13544"/>
                    <a:pt x="41925" y="13795"/>
                  </a:cubicBezTo>
                  <a:cubicBezTo>
                    <a:pt x="42929" y="14297"/>
                    <a:pt x="43932" y="14799"/>
                    <a:pt x="44684" y="15300"/>
                  </a:cubicBezTo>
                  <a:cubicBezTo>
                    <a:pt x="47193" y="17056"/>
                    <a:pt x="49450" y="19313"/>
                    <a:pt x="50955" y="21822"/>
                  </a:cubicBezTo>
                  <a:cubicBezTo>
                    <a:pt x="52711" y="24831"/>
                    <a:pt x="53714" y="27591"/>
                    <a:pt x="53714" y="30350"/>
                  </a:cubicBezTo>
                  <a:cubicBezTo>
                    <a:pt x="53714" y="33109"/>
                    <a:pt x="52460" y="35366"/>
                    <a:pt x="50453" y="37122"/>
                  </a:cubicBezTo>
                  <a:cubicBezTo>
                    <a:pt x="48698" y="38627"/>
                    <a:pt x="46189" y="39379"/>
                    <a:pt x="43430" y="39379"/>
                  </a:cubicBezTo>
                  <a:cubicBezTo>
                    <a:pt x="41675" y="39379"/>
                    <a:pt x="39668" y="38878"/>
                    <a:pt x="37410" y="38376"/>
                  </a:cubicBezTo>
                  <a:lnTo>
                    <a:pt x="34652" y="37373"/>
                  </a:lnTo>
                  <a:lnTo>
                    <a:pt x="31892" y="36369"/>
                  </a:lnTo>
                  <a:cubicBezTo>
                    <a:pt x="31391" y="36119"/>
                    <a:pt x="31140" y="36119"/>
                    <a:pt x="30889" y="36119"/>
                  </a:cubicBezTo>
                  <a:lnTo>
                    <a:pt x="29886" y="35868"/>
                  </a:lnTo>
                  <a:cubicBezTo>
                    <a:pt x="28883" y="35617"/>
                    <a:pt x="28130" y="35617"/>
                    <a:pt x="27378" y="35617"/>
                  </a:cubicBezTo>
                  <a:cubicBezTo>
                    <a:pt x="25371" y="35617"/>
                    <a:pt x="24117" y="36369"/>
                    <a:pt x="23615" y="37623"/>
                  </a:cubicBezTo>
                  <a:cubicBezTo>
                    <a:pt x="22612" y="40132"/>
                    <a:pt x="23866" y="42640"/>
                    <a:pt x="27378" y="45148"/>
                  </a:cubicBezTo>
                  <a:cubicBezTo>
                    <a:pt x="28632" y="45901"/>
                    <a:pt x="30137" y="46904"/>
                    <a:pt x="31892" y="47406"/>
                  </a:cubicBezTo>
                  <a:cubicBezTo>
                    <a:pt x="33147" y="47907"/>
                    <a:pt x="34401" y="48409"/>
                    <a:pt x="35655" y="48660"/>
                  </a:cubicBezTo>
                  <a:cubicBezTo>
                    <a:pt x="43179" y="50666"/>
                    <a:pt x="49450" y="54429"/>
                    <a:pt x="54467" y="59194"/>
                  </a:cubicBezTo>
                  <a:cubicBezTo>
                    <a:pt x="59734" y="64712"/>
                    <a:pt x="62744" y="70983"/>
                    <a:pt x="63245" y="78508"/>
                  </a:cubicBezTo>
                  <a:lnTo>
                    <a:pt x="63245" y="78508"/>
                  </a:lnTo>
                  <a:close/>
                </a:path>
              </a:pathLst>
            </a:custGeom>
            <a:solidFill>
              <a:srgbClr val="051C2C"/>
            </a:solidFill>
            <a:ln w="2497" cap="flat">
              <a:noFill/>
              <a:prstDash val="solid"/>
              <a:miter/>
            </a:ln>
          </p:spPr>
          <p:txBody>
            <a:bodyPr/>
            <a:lstStyle/>
            <a:p>
              <a:endParaRPr lang="es-ES"/>
            </a:p>
          </p:txBody>
        </p:sp>
        <p:sp>
          <p:nvSpPr>
            <p:cNvPr id="63" name="Freeform: Shape 62">
              <a:extLst>
                <a:ext uri="{FF2B5EF4-FFF2-40B4-BE49-F238E27FC236}">
                  <a16:creationId xmlns:a16="http://schemas.microsoft.com/office/drawing/2014/main" id="{C9DC33A5-E3DE-CCBB-3671-69A7548D39CB}"/>
                </a:ext>
              </a:extLst>
            </p:cNvPr>
            <p:cNvSpPr/>
            <p:nvPr/>
          </p:nvSpPr>
          <p:spPr>
            <a:xfrm>
              <a:off x="1011783" y="1826198"/>
              <a:ext cx="453989" cy="382655"/>
            </a:xfrm>
            <a:custGeom>
              <a:avLst/>
              <a:gdLst>
                <a:gd name="csX0" fmla="*/ 452234 w 453989"/>
                <a:gd name="csY0" fmla="*/ 150 h 382655"/>
                <a:gd name="csX1" fmla="*/ 379746 w 453989"/>
                <a:gd name="csY1" fmla="*/ 28744 h 382655"/>
                <a:gd name="csX2" fmla="*/ 350400 w 453989"/>
                <a:gd name="csY2" fmla="*/ 40533 h 382655"/>
                <a:gd name="csX3" fmla="*/ 349396 w 453989"/>
                <a:gd name="csY3" fmla="*/ 40783 h 382655"/>
                <a:gd name="csX4" fmla="*/ 349898 w 453989"/>
                <a:gd name="csY4" fmla="*/ 41285 h 382655"/>
                <a:gd name="csX5" fmla="*/ 370716 w 453989"/>
                <a:gd name="csY5" fmla="*/ 57839 h 382655"/>
                <a:gd name="csX6" fmla="*/ 371720 w 453989"/>
                <a:gd name="csY6" fmla="*/ 58592 h 382655"/>
                <a:gd name="csX7" fmla="*/ 372723 w 453989"/>
                <a:gd name="csY7" fmla="*/ 59344 h 382655"/>
                <a:gd name="csX8" fmla="*/ 376736 w 453989"/>
                <a:gd name="csY8" fmla="*/ 62354 h 382655"/>
                <a:gd name="csX9" fmla="*/ 298228 w 453989"/>
                <a:gd name="csY9" fmla="*/ 163436 h 382655"/>
                <a:gd name="csX10" fmla="*/ 297727 w 453989"/>
                <a:gd name="csY10" fmla="*/ 164188 h 382655"/>
                <a:gd name="csX11" fmla="*/ 281674 w 453989"/>
                <a:gd name="csY11" fmla="*/ 184505 h 382655"/>
                <a:gd name="csX12" fmla="*/ 245305 w 453989"/>
                <a:gd name="csY12" fmla="*/ 230656 h 382655"/>
                <a:gd name="csX13" fmla="*/ 223232 w 453989"/>
                <a:gd name="csY13" fmla="*/ 257244 h 382655"/>
                <a:gd name="csX14" fmla="*/ 159022 w 453989"/>
                <a:gd name="csY14" fmla="*/ 218868 h 382655"/>
                <a:gd name="csX15" fmla="*/ 158019 w 453989"/>
                <a:gd name="csY15" fmla="*/ 218366 h 382655"/>
                <a:gd name="csX16" fmla="*/ 139458 w 453989"/>
                <a:gd name="csY16" fmla="*/ 206577 h 382655"/>
                <a:gd name="csX17" fmla="*/ 130177 w 453989"/>
                <a:gd name="csY17" fmla="*/ 200558 h 382655"/>
                <a:gd name="csX18" fmla="*/ 129174 w 453989"/>
                <a:gd name="csY18" fmla="*/ 200056 h 382655"/>
                <a:gd name="csX19" fmla="*/ 128672 w 453989"/>
                <a:gd name="csY19" fmla="*/ 200808 h 382655"/>
                <a:gd name="csX20" fmla="*/ 128672 w 453989"/>
                <a:gd name="csY20" fmla="*/ 200808 h 382655"/>
                <a:gd name="csX21" fmla="*/ 109359 w 453989"/>
                <a:gd name="csY21" fmla="*/ 225640 h 382655"/>
                <a:gd name="csX22" fmla="*/ 108857 w 453989"/>
                <a:gd name="csY22" fmla="*/ 226392 h 382655"/>
                <a:gd name="csX23" fmla="*/ 92805 w 453989"/>
                <a:gd name="csY23" fmla="*/ 246709 h 382655"/>
                <a:gd name="csX24" fmla="*/ 56435 w 453989"/>
                <a:gd name="csY24" fmla="*/ 292861 h 382655"/>
                <a:gd name="csX25" fmla="*/ 20818 w 453989"/>
                <a:gd name="csY25" fmla="*/ 334999 h 382655"/>
                <a:gd name="csX26" fmla="*/ 502 w 453989"/>
                <a:gd name="csY26" fmla="*/ 359078 h 382655"/>
                <a:gd name="csX27" fmla="*/ 0 w 453989"/>
                <a:gd name="csY27" fmla="*/ 359830 h 382655"/>
                <a:gd name="csX28" fmla="*/ 752 w 453989"/>
                <a:gd name="csY28" fmla="*/ 360332 h 382655"/>
                <a:gd name="csX29" fmla="*/ 19062 w 453989"/>
                <a:gd name="csY29" fmla="*/ 374880 h 382655"/>
                <a:gd name="csX30" fmla="*/ 29095 w 453989"/>
                <a:gd name="csY30" fmla="*/ 382154 h 382655"/>
                <a:gd name="csX31" fmla="*/ 29848 w 453989"/>
                <a:gd name="csY31" fmla="*/ 382655 h 382655"/>
                <a:gd name="csX32" fmla="*/ 30600 w 453989"/>
                <a:gd name="csY32" fmla="*/ 381903 h 382655"/>
                <a:gd name="csX33" fmla="*/ 41637 w 453989"/>
                <a:gd name="csY33" fmla="*/ 369111 h 382655"/>
                <a:gd name="csX34" fmla="*/ 79260 w 453989"/>
                <a:gd name="csY34" fmla="*/ 323461 h 382655"/>
                <a:gd name="csX35" fmla="*/ 136448 w 453989"/>
                <a:gd name="csY35" fmla="*/ 248465 h 382655"/>
                <a:gd name="csX36" fmla="*/ 137200 w 453989"/>
                <a:gd name="csY36" fmla="*/ 248967 h 382655"/>
                <a:gd name="csX37" fmla="*/ 155259 w 453989"/>
                <a:gd name="csY37" fmla="*/ 260003 h 382655"/>
                <a:gd name="csX38" fmla="*/ 198652 w 453989"/>
                <a:gd name="csY38" fmla="*/ 285837 h 382655"/>
                <a:gd name="csX39" fmla="*/ 198903 w 453989"/>
                <a:gd name="csY39" fmla="*/ 286088 h 382655"/>
                <a:gd name="csX40" fmla="*/ 199655 w 453989"/>
                <a:gd name="csY40" fmla="*/ 286590 h 382655"/>
                <a:gd name="csX41" fmla="*/ 204421 w 453989"/>
                <a:gd name="csY41" fmla="*/ 289349 h 382655"/>
                <a:gd name="csX42" fmla="*/ 205424 w 453989"/>
                <a:gd name="csY42" fmla="*/ 289851 h 382655"/>
                <a:gd name="csX43" fmla="*/ 231259 w 453989"/>
                <a:gd name="csY43" fmla="*/ 304649 h 382655"/>
                <a:gd name="csX44" fmla="*/ 232011 w 453989"/>
                <a:gd name="csY44" fmla="*/ 305151 h 382655"/>
                <a:gd name="csX45" fmla="*/ 232764 w 453989"/>
                <a:gd name="csY45" fmla="*/ 304398 h 382655"/>
                <a:gd name="csX46" fmla="*/ 255589 w 453989"/>
                <a:gd name="csY46" fmla="*/ 277310 h 382655"/>
                <a:gd name="csX47" fmla="*/ 256341 w 453989"/>
                <a:gd name="csY47" fmla="*/ 276557 h 382655"/>
                <a:gd name="csX48" fmla="*/ 268381 w 453989"/>
                <a:gd name="csY48" fmla="*/ 261508 h 382655"/>
                <a:gd name="csX49" fmla="*/ 401066 w 453989"/>
                <a:gd name="csY49" fmla="*/ 89945 h 382655"/>
                <a:gd name="csX50" fmla="*/ 401819 w 453989"/>
                <a:gd name="csY50" fmla="*/ 89192 h 382655"/>
                <a:gd name="csX51" fmla="*/ 407336 w 453989"/>
                <a:gd name="csY51" fmla="*/ 82169 h 382655"/>
                <a:gd name="csX52" fmla="*/ 415112 w 453989"/>
                <a:gd name="csY52" fmla="*/ 86935 h 382655"/>
                <a:gd name="csX53" fmla="*/ 429911 w 453989"/>
                <a:gd name="csY53" fmla="*/ 96466 h 382655"/>
                <a:gd name="csX54" fmla="*/ 430914 w 453989"/>
                <a:gd name="csY54" fmla="*/ 97219 h 382655"/>
                <a:gd name="csX55" fmla="*/ 431165 w 453989"/>
                <a:gd name="csY55" fmla="*/ 96215 h 382655"/>
                <a:gd name="csX56" fmla="*/ 431165 w 453989"/>
                <a:gd name="csY56" fmla="*/ 95964 h 382655"/>
                <a:gd name="csX57" fmla="*/ 443957 w 453989"/>
                <a:gd name="csY57" fmla="*/ 40282 h 382655"/>
                <a:gd name="csX58" fmla="*/ 444458 w 453989"/>
                <a:gd name="csY58" fmla="*/ 38024 h 382655"/>
                <a:gd name="csX59" fmla="*/ 449224 w 453989"/>
                <a:gd name="csY59" fmla="*/ 18962 h 382655"/>
                <a:gd name="csX60" fmla="*/ 453739 w 453989"/>
                <a:gd name="csY60" fmla="*/ 1906 h 382655"/>
                <a:gd name="csX61" fmla="*/ 453990 w 453989"/>
                <a:gd name="csY61" fmla="*/ 652 h 382655"/>
                <a:gd name="csX62" fmla="*/ 452234 w 453989"/>
                <a:gd name="csY62" fmla="*/ 150 h 382655"/>
                <a:gd name="csX63" fmla="*/ 452234 w 453989"/>
                <a:gd name="csY63" fmla="*/ 150 h 3826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Lst>
              <a:rect l="l" t="t" r="r" b="b"/>
              <a:pathLst>
                <a:path w="453989" h="382655">
                  <a:moveTo>
                    <a:pt x="452234" y="150"/>
                  </a:moveTo>
                  <a:cubicBezTo>
                    <a:pt x="428155" y="9681"/>
                    <a:pt x="403825" y="18711"/>
                    <a:pt x="379746" y="28744"/>
                  </a:cubicBezTo>
                  <a:cubicBezTo>
                    <a:pt x="369964" y="32757"/>
                    <a:pt x="360182" y="36770"/>
                    <a:pt x="350400" y="40533"/>
                  </a:cubicBezTo>
                  <a:cubicBezTo>
                    <a:pt x="350149" y="40533"/>
                    <a:pt x="349647" y="40783"/>
                    <a:pt x="349396" y="40783"/>
                  </a:cubicBezTo>
                  <a:cubicBezTo>
                    <a:pt x="349647" y="41034"/>
                    <a:pt x="349898" y="41034"/>
                    <a:pt x="349898" y="41285"/>
                  </a:cubicBezTo>
                  <a:cubicBezTo>
                    <a:pt x="356670" y="46803"/>
                    <a:pt x="363693" y="52321"/>
                    <a:pt x="370716" y="57839"/>
                  </a:cubicBezTo>
                  <a:cubicBezTo>
                    <a:pt x="370967" y="58090"/>
                    <a:pt x="371469" y="58341"/>
                    <a:pt x="371720" y="58592"/>
                  </a:cubicBezTo>
                  <a:cubicBezTo>
                    <a:pt x="371971" y="58843"/>
                    <a:pt x="372472" y="59093"/>
                    <a:pt x="372723" y="59344"/>
                  </a:cubicBezTo>
                  <a:cubicBezTo>
                    <a:pt x="373977" y="60348"/>
                    <a:pt x="375482" y="61351"/>
                    <a:pt x="376736" y="62354"/>
                  </a:cubicBezTo>
                  <a:cubicBezTo>
                    <a:pt x="352155" y="94209"/>
                    <a:pt x="303245" y="156914"/>
                    <a:pt x="298228" y="163436"/>
                  </a:cubicBezTo>
                  <a:cubicBezTo>
                    <a:pt x="297978" y="163687"/>
                    <a:pt x="297978" y="163937"/>
                    <a:pt x="297727" y="164188"/>
                  </a:cubicBezTo>
                  <a:cubicBezTo>
                    <a:pt x="292460" y="170961"/>
                    <a:pt x="287192" y="177733"/>
                    <a:pt x="281674" y="184505"/>
                  </a:cubicBezTo>
                  <a:cubicBezTo>
                    <a:pt x="269635" y="200056"/>
                    <a:pt x="257595" y="215356"/>
                    <a:pt x="245305" y="230656"/>
                  </a:cubicBezTo>
                  <a:cubicBezTo>
                    <a:pt x="238031" y="239686"/>
                    <a:pt x="230757" y="248465"/>
                    <a:pt x="223232" y="257244"/>
                  </a:cubicBezTo>
                  <a:cubicBezTo>
                    <a:pt x="201662" y="244953"/>
                    <a:pt x="180342" y="232161"/>
                    <a:pt x="159022" y="218868"/>
                  </a:cubicBezTo>
                  <a:cubicBezTo>
                    <a:pt x="158771" y="218617"/>
                    <a:pt x="158520" y="218617"/>
                    <a:pt x="158019" y="218366"/>
                  </a:cubicBezTo>
                  <a:cubicBezTo>
                    <a:pt x="151748" y="214604"/>
                    <a:pt x="145728" y="210591"/>
                    <a:pt x="139458" y="206577"/>
                  </a:cubicBezTo>
                  <a:cubicBezTo>
                    <a:pt x="136448" y="204571"/>
                    <a:pt x="133187" y="202564"/>
                    <a:pt x="130177" y="200558"/>
                  </a:cubicBezTo>
                  <a:cubicBezTo>
                    <a:pt x="129926" y="200307"/>
                    <a:pt x="129425" y="200056"/>
                    <a:pt x="129174" y="200056"/>
                  </a:cubicBezTo>
                  <a:cubicBezTo>
                    <a:pt x="128923" y="200307"/>
                    <a:pt x="128923" y="200558"/>
                    <a:pt x="128672" y="200808"/>
                  </a:cubicBezTo>
                  <a:lnTo>
                    <a:pt x="128672" y="200808"/>
                  </a:lnTo>
                  <a:cubicBezTo>
                    <a:pt x="122151" y="209086"/>
                    <a:pt x="115629" y="217363"/>
                    <a:pt x="109359" y="225640"/>
                  </a:cubicBezTo>
                  <a:cubicBezTo>
                    <a:pt x="109108" y="225891"/>
                    <a:pt x="109108" y="226142"/>
                    <a:pt x="108857" y="226392"/>
                  </a:cubicBezTo>
                  <a:cubicBezTo>
                    <a:pt x="103590" y="233165"/>
                    <a:pt x="98323" y="239937"/>
                    <a:pt x="92805" y="246709"/>
                  </a:cubicBezTo>
                  <a:cubicBezTo>
                    <a:pt x="80765" y="262260"/>
                    <a:pt x="68725" y="277560"/>
                    <a:pt x="56435" y="292861"/>
                  </a:cubicBezTo>
                  <a:cubicBezTo>
                    <a:pt x="44897" y="307157"/>
                    <a:pt x="32858" y="321204"/>
                    <a:pt x="20818" y="334999"/>
                  </a:cubicBezTo>
                  <a:cubicBezTo>
                    <a:pt x="14046" y="343025"/>
                    <a:pt x="7023" y="350801"/>
                    <a:pt x="502" y="359078"/>
                  </a:cubicBezTo>
                  <a:cubicBezTo>
                    <a:pt x="251" y="359329"/>
                    <a:pt x="0" y="359580"/>
                    <a:pt x="0" y="359830"/>
                  </a:cubicBezTo>
                  <a:cubicBezTo>
                    <a:pt x="251" y="360081"/>
                    <a:pt x="502" y="360081"/>
                    <a:pt x="752" y="360332"/>
                  </a:cubicBezTo>
                  <a:cubicBezTo>
                    <a:pt x="6772" y="365098"/>
                    <a:pt x="12792" y="370114"/>
                    <a:pt x="19062" y="374880"/>
                  </a:cubicBezTo>
                  <a:cubicBezTo>
                    <a:pt x="22323" y="377388"/>
                    <a:pt x="25835" y="379896"/>
                    <a:pt x="29095" y="382154"/>
                  </a:cubicBezTo>
                  <a:cubicBezTo>
                    <a:pt x="29346" y="382404"/>
                    <a:pt x="29597" y="382404"/>
                    <a:pt x="29848" y="382655"/>
                  </a:cubicBezTo>
                  <a:cubicBezTo>
                    <a:pt x="30099" y="382404"/>
                    <a:pt x="30350" y="382154"/>
                    <a:pt x="30600" y="381903"/>
                  </a:cubicBezTo>
                  <a:cubicBezTo>
                    <a:pt x="34112" y="377639"/>
                    <a:pt x="37874" y="373375"/>
                    <a:pt x="41637" y="369111"/>
                  </a:cubicBezTo>
                  <a:cubicBezTo>
                    <a:pt x="54429" y="354061"/>
                    <a:pt x="67221" y="339012"/>
                    <a:pt x="79260" y="323461"/>
                  </a:cubicBezTo>
                  <a:cubicBezTo>
                    <a:pt x="98573" y="298629"/>
                    <a:pt x="117385" y="273547"/>
                    <a:pt x="136448" y="248465"/>
                  </a:cubicBezTo>
                  <a:cubicBezTo>
                    <a:pt x="136699" y="248716"/>
                    <a:pt x="136949" y="248716"/>
                    <a:pt x="137200" y="248967"/>
                  </a:cubicBezTo>
                  <a:cubicBezTo>
                    <a:pt x="143220" y="252729"/>
                    <a:pt x="149240" y="256491"/>
                    <a:pt x="155259" y="260003"/>
                  </a:cubicBezTo>
                  <a:cubicBezTo>
                    <a:pt x="169556" y="268782"/>
                    <a:pt x="184104" y="277310"/>
                    <a:pt x="198652" y="285837"/>
                  </a:cubicBezTo>
                  <a:cubicBezTo>
                    <a:pt x="198652" y="285837"/>
                    <a:pt x="198903" y="285837"/>
                    <a:pt x="198903" y="286088"/>
                  </a:cubicBezTo>
                  <a:cubicBezTo>
                    <a:pt x="199153" y="286339"/>
                    <a:pt x="199404" y="286339"/>
                    <a:pt x="199655" y="286590"/>
                  </a:cubicBezTo>
                  <a:cubicBezTo>
                    <a:pt x="201160" y="287593"/>
                    <a:pt x="202916" y="288346"/>
                    <a:pt x="204421" y="289349"/>
                  </a:cubicBezTo>
                  <a:cubicBezTo>
                    <a:pt x="204672" y="289600"/>
                    <a:pt x="204922" y="289600"/>
                    <a:pt x="205424" y="289851"/>
                  </a:cubicBezTo>
                  <a:cubicBezTo>
                    <a:pt x="213952" y="294616"/>
                    <a:pt x="222731" y="299633"/>
                    <a:pt x="231259" y="304649"/>
                  </a:cubicBezTo>
                  <a:cubicBezTo>
                    <a:pt x="231510" y="304900"/>
                    <a:pt x="231760" y="304900"/>
                    <a:pt x="232011" y="305151"/>
                  </a:cubicBezTo>
                  <a:cubicBezTo>
                    <a:pt x="232262" y="304900"/>
                    <a:pt x="232513" y="304649"/>
                    <a:pt x="232764" y="304398"/>
                  </a:cubicBezTo>
                  <a:cubicBezTo>
                    <a:pt x="240539" y="295369"/>
                    <a:pt x="248064" y="286339"/>
                    <a:pt x="255589" y="277310"/>
                  </a:cubicBezTo>
                  <a:cubicBezTo>
                    <a:pt x="255839" y="277059"/>
                    <a:pt x="256090" y="276808"/>
                    <a:pt x="256341" y="276557"/>
                  </a:cubicBezTo>
                  <a:cubicBezTo>
                    <a:pt x="260354" y="271541"/>
                    <a:pt x="264367" y="266524"/>
                    <a:pt x="268381" y="261508"/>
                  </a:cubicBezTo>
                  <a:cubicBezTo>
                    <a:pt x="288446" y="235924"/>
                    <a:pt x="381000" y="115779"/>
                    <a:pt x="401066" y="89945"/>
                  </a:cubicBezTo>
                  <a:cubicBezTo>
                    <a:pt x="401317" y="89694"/>
                    <a:pt x="401568" y="89443"/>
                    <a:pt x="401819" y="89192"/>
                  </a:cubicBezTo>
                  <a:cubicBezTo>
                    <a:pt x="403574" y="86935"/>
                    <a:pt x="405581" y="84427"/>
                    <a:pt x="407336" y="82169"/>
                  </a:cubicBezTo>
                  <a:cubicBezTo>
                    <a:pt x="409845" y="83674"/>
                    <a:pt x="412353" y="85179"/>
                    <a:pt x="415112" y="86935"/>
                  </a:cubicBezTo>
                  <a:cubicBezTo>
                    <a:pt x="420129" y="89945"/>
                    <a:pt x="425145" y="93205"/>
                    <a:pt x="429911" y="96466"/>
                  </a:cubicBezTo>
                  <a:cubicBezTo>
                    <a:pt x="430161" y="96717"/>
                    <a:pt x="430663" y="96968"/>
                    <a:pt x="430914" y="97219"/>
                  </a:cubicBezTo>
                  <a:cubicBezTo>
                    <a:pt x="430914" y="96968"/>
                    <a:pt x="431165" y="96466"/>
                    <a:pt x="431165" y="96215"/>
                  </a:cubicBezTo>
                  <a:cubicBezTo>
                    <a:pt x="431165" y="96215"/>
                    <a:pt x="431165" y="95964"/>
                    <a:pt x="431165" y="95964"/>
                  </a:cubicBezTo>
                  <a:cubicBezTo>
                    <a:pt x="435178" y="77404"/>
                    <a:pt x="439442" y="58843"/>
                    <a:pt x="443957" y="40282"/>
                  </a:cubicBezTo>
                  <a:cubicBezTo>
                    <a:pt x="444208" y="39529"/>
                    <a:pt x="444208" y="38777"/>
                    <a:pt x="444458" y="38024"/>
                  </a:cubicBezTo>
                  <a:cubicBezTo>
                    <a:pt x="445963" y="31754"/>
                    <a:pt x="447719" y="25232"/>
                    <a:pt x="449224" y="18962"/>
                  </a:cubicBezTo>
                  <a:cubicBezTo>
                    <a:pt x="450729" y="13193"/>
                    <a:pt x="452234" y="7675"/>
                    <a:pt x="453739" y="1906"/>
                  </a:cubicBezTo>
                  <a:cubicBezTo>
                    <a:pt x="453739" y="1404"/>
                    <a:pt x="453990" y="1153"/>
                    <a:pt x="453990" y="652"/>
                  </a:cubicBezTo>
                  <a:cubicBezTo>
                    <a:pt x="452986" y="-101"/>
                    <a:pt x="452736" y="-101"/>
                    <a:pt x="452234" y="150"/>
                  </a:cubicBezTo>
                  <a:lnTo>
                    <a:pt x="452234" y="150"/>
                  </a:lnTo>
                  <a:close/>
                </a:path>
              </a:pathLst>
            </a:custGeom>
            <a:solidFill>
              <a:srgbClr val="00A9F4"/>
            </a:solidFill>
            <a:ln w="2497" cap="flat">
              <a:noFill/>
              <a:prstDash val="solid"/>
              <a:miter/>
            </a:ln>
          </p:spPr>
          <p:txBody>
            <a:bodyPr/>
            <a:lstStyle/>
            <a:p>
              <a:endParaRPr lang="es-ES"/>
            </a:p>
          </p:txBody>
        </p:sp>
        <p:grpSp>
          <p:nvGrpSpPr>
            <p:cNvPr id="64" name="Graphic 520">
              <a:extLst>
                <a:ext uri="{FF2B5EF4-FFF2-40B4-BE49-F238E27FC236}">
                  <a16:creationId xmlns:a16="http://schemas.microsoft.com/office/drawing/2014/main" id="{2F21B474-3824-95DC-0A26-A9BBE2F4EA88}"/>
                </a:ext>
              </a:extLst>
            </p:cNvPr>
            <p:cNvGrpSpPr/>
            <p:nvPr/>
          </p:nvGrpSpPr>
          <p:grpSpPr>
            <a:xfrm>
              <a:off x="1078753" y="2184273"/>
              <a:ext cx="220222" cy="135695"/>
              <a:chOff x="1078753" y="2184273"/>
              <a:chExt cx="220222" cy="135695"/>
            </a:xfrm>
          </p:grpSpPr>
          <p:sp>
            <p:nvSpPr>
              <p:cNvPr id="65" name="Freeform: Shape 64">
                <a:extLst>
                  <a:ext uri="{FF2B5EF4-FFF2-40B4-BE49-F238E27FC236}">
                    <a16:creationId xmlns:a16="http://schemas.microsoft.com/office/drawing/2014/main" id="{CAB6252C-1848-5BD5-B2FB-54443778D319}"/>
                  </a:ext>
                </a:extLst>
              </p:cNvPr>
              <p:cNvSpPr/>
              <p:nvPr/>
            </p:nvSpPr>
            <p:spPr>
              <a:xfrm>
                <a:off x="1152746" y="2263282"/>
                <a:ext cx="37874" cy="56686"/>
              </a:xfrm>
              <a:custGeom>
                <a:avLst/>
                <a:gdLst>
                  <a:gd name="csX0" fmla="*/ 37874 w 37874"/>
                  <a:gd name="csY0" fmla="*/ 55683 h 56686"/>
                  <a:gd name="csX1" fmla="*/ 37874 w 37874"/>
                  <a:gd name="csY1" fmla="*/ 55181 h 56686"/>
                  <a:gd name="csX2" fmla="*/ 37373 w 37874"/>
                  <a:gd name="csY2" fmla="*/ 36119 h 56686"/>
                  <a:gd name="csX3" fmla="*/ 37623 w 37874"/>
                  <a:gd name="csY3" fmla="*/ 1254 h 56686"/>
                  <a:gd name="csX4" fmla="*/ 37623 w 37874"/>
                  <a:gd name="csY4" fmla="*/ 502 h 56686"/>
                  <a:gd name="csX5" fmla="*/ 36620 w 37874"/>
                  <a:gd name="csY5" fmla="*/ 502 h 56686"/>
                  <a:gd name="csX6" fmla="*/ 2007 w 37874"/>
                  <a:gd name="csY6" fmla="*/ 0 h 56686"/>
                  <a:gd name="csX7" fmla="*/ 1003 w 37874"/>
                  <a:gd name="csY7" fmla="*/ 0 h 56686"/>
                  <a:gd name="csX8" fmla="*/ 0 w 37874"/>
                  <a:gd name="csY8" fmla="*/ 0 h 56686"/>
                  <a:gd name="csX9" fmla="*/ 0 w 37874"/>
                  <a:gd name="csY9" fmla="*/ 752 h 56686"/>
                  <a:gd name="csX10" fmla="*/ 752 w 37874"/>
                  <a:gd name="csY10" fmla="*/ 15300 h 56686"/>
                  <a:gd name="csX11" fmla="*/ 1756 w 37874"/>
                  <a:gd name="csY11" fmla="*/ 46151 h 56686"/>
                  <a:gd name="csX12" fmla="*/ 2007 w 37874"/>
                  <a:gd name="csY12" fmla="*/ 55432 h 56686"/>
                  <a:gd name="csX13" fmla="*/ 2007 w 37874"/>
                  <a:gd name="csY13" fmla="*/ 56184 h 56686"/>
                  <a:gd name="csX14" fmla="*/ 3511 w 37874"/>
                  <a:gd name="csY14" fmla="*/ 56184 h 56686"/>
                  <a:gd name="csX15" fmla="*/ 25835 w 37874"/>
                  <a:gd name="csY15" fmla="*/ 56435 h 56686"/>
                  <a:gd name="csX16" fmla="*/ 36369 w 37874"/>
                  <a:gd name="csY16" fmla="*/ 56686 h 56686"/>
                  <a:gd name="csX17" fmla="*/ 37623 w 37874"/>
                  <a:gd name="csY17" fmla="*/ 56686 h 56686"/>
                  <a:gd name="csX18" fmla="*/ 37874 w 37874"/>
                  <a:gd name="csY18" fmla="*/ 55683 h 56686"/>
                  <a:gd name="csX19" fmla="*/ 37874 w 37874"/>
                  <a:gd name="csY19" fmla="*/ 55683 h 5668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7874" h="56686">
                    <a:moveTo>
                      <a:pt x="37874" y="55683"/>
                    </a:moveTo>
                    <a:cubicBezTo>
                      <a:pt x="37874" y="55432"/>
                      <a:pt x="37874" y="55181"/>
                      <a:pt x="37874" y="55181"/>
                    </a:cubicBezTo>
                    <a:cubicBezTo>
                      <a:pt x="37623" y="48911"/>
                      <a:pt x="37373" y="42389"/>
                      <a:pt x="37373" y="36119"/>
                    </a:cubicBezTo>
                    <a:cubicBezTo>
                      <a:pt x="37122" y="24581"/>
                      <a:pt x="37122" y="12792"/>
                      <a:pt x="37623" y="1254"/>
                    </a:cubicBezTo>
                    <a:cubicBezTo>
                      <a:pt x="37623" y="1003"/>
                      <a:pt x="37623" y="752"/>
                      <a:pt x="37623" y="502"/>
                    </a:cubicBezTo>
                    <a:cubicBezTo>
                      <a:pt x="37373" y="502"/>
                      <a:pt x="36871" y="502"/>
                      <a:pt x="36620" y="502"/>
                    </a:cubicBezTo>
                    <a:cubicBezTo>
                      <a:pt x="25082" y="251"/>
                      <a:pt x="13544" y="251"/>
                      <a:pt x="2007" y="0"/>
                    </a:cubicBezTo>
                    <a:cubicBezTo>
                      <a:pt x="1756" y="0"/>
                      <a:pt x="1505" y="0"/>
                      <a:pt x="1003" y="0"/>
                    </a:cubicBezTo>
                    <a:cubicBezTo>
                      <a:pt x="752" y="0"/>
                      <a:pt x="251" y="0"/>
                      <a:pt x="0" y="0"/>
                    </a:cubicBezTo>
                    <a:cubicBezTo>
                      <a:pt x="0" y="251"/>
                      <a:pt x="0" y="502"/>
                      <a:pt x="0" y="752"/>
                    </a:cubicBezTo>
                    <a:cubicBezTo>
                      <a:pt x="0" y="5518"/>
                      <a:pt x="502" y="10535"/>
                      <a:pt x="752" y="15300"/>
                    </a:cubicBezTo>
                    <a:cubicBezTo>
                      <a:pt x="1505" y="25584"/>
                      <a:pt x="1254" y="35868"/>
                      <a:pt x="1756" y="46151"/>
                    </a:cubicBezTo>
                    <a:cubicBezTo>
                      <a:pt x="2007" y="49161"/>
                      <a:pt x="2007" y="52171"/>
                      <a:pt x="2007" y="55432"/>
                    </a:cubicBezTo>
                    <a:cubicBezTo>
                      <a:pt x="2007" y="55683"/>
                      <a:pt x="2007" y="55934"/>
                      <a:pt x="2007" y="56184"/>
                    </a:cubicBezTo>
                    <a:lnTo>
                      <a:pt x="3511" y="56184"/>
                    </a:lnTo>
                    <a:cubicBezTo>
                      <a:pt x="11036" y="56184"/>
                      <a:pt x="18310" y="56184"/>
                      <a:pt x="25835" y="56435"/>
                    </a:cubicBezTo>
                    <a:cubicBezTo>
                      <a:pt x="29346" y="56435"/>
                      <a:pt x="32858" y="56686"/>
                      <a:pt x="36369" y="56686"/>
                    </a:cubicBezTo>
                    <a:cubicBezTo>
                      <a:pt x="36871" y="56686"/>
                      <a:pt x="37122" y="56686"/>
                      <a:pt x="37623" y="56686"/>
                    </a:cubicBezTo>
                    <a:cubicBezTo>
                      <a:pt x="37874" y="56184"/>
                      <a:pt x="37874" y="55934"/>
                      <a:pt x="37874" y="55683"/>
                    </a:cubicBezTo>
                    <a:lnTo>
                      <a:pt x="37874" y="55683"/>
                    </a:lnTo>
                    <a:close/>
                  </a:path>
                </a:pathLst>
              </a:custGeom>
              <a:solidFill>
                <a:srgbClr val="051C2C"/>
              </a:solidFill>
              <a:ln w="2497" cap="flat">
                <a:noFill/>
                <a:prstDash val="solid"/>
                <a:miter/>
              </a:ln>
            </p:spPr>
            <p:txBody>
              <a:bodyPr/>
              <a:lstStyle/>
              <a:p>
                <a:endParaRPr lang="es-ES"/>
              </a:p>
            </p:txBody>
          </p:sp>
          <p:sp>
            <p:nvSpPr>
              <p:cNvPr id="66" name="Freeform: Shape 65">
                <a:extLst>
                  <a:ext uri="{FF2B5EF4-FFF2-40B4-BE49-F238E27FC236}">
                    <a16:creationId xmlns:a16="http://schemas.microsoft.com/office/drawing/2014/main" id="{CA747495-EBED-16B9-28A0-D39DE68C96DA}"/>
                  </a:ext>
                </a:extLst>
              </p:cNvPr>
              <p:cNvSpPr/>
              <p:nvPr/>
            </p:nvSpPr>
            <p:spPr>
              <a:xfrm>
                <a:off x="1257339" y="2300906"/>
                <a:ext cx="37874" cy="18749"/>
              </a:xfrm>
              <a:custGeom>
                <a:avLst/>
                <a:gdLst>
                  <a:gd name="csX0" fmla="*/ 37874 w 37874"/>
                  <a:gd name="csY0" fmla="*/ 18561 h 18749"/>
                  <a:gd name="csX1" fmla="*/ 37874 w 37874"/>
                  <a:gd name="csY1" fmla="*/ 18561 h 18749"/>
                  <a:gd name="csX2" fmla="*/ 37373 w 37874"/>
                  <a:gd name="csY2" fmla="*/ 12040 h 18749"/>
                  <a:gd name="csX3" fmla="*/ 37623 w 37874"/>
                  <a:gd name="csY3" fmla="*/ 502 h 18749"/>
                  <a:gd name="csX4" fmla="*/ 37623 w 37874"/>
                  <a:gd name="csY4" fmla="*/ 251 h 18749"/>
                  <a:gd name="csX5" fmla="*/ 36620 w 37874"/>
                  <a:gd name="csY5" fmla="*/ 251 h 18749"/>
                  <a:gd name="csX6" fmla="*/ 2007 w 37874"/>
                  <a:gd name="csY6" fmla="*/ 0 h 18749"/>
                  <a:gd name="csX7" fmla="*/ 1003 w 37874"/>
                  <a:gd name="csY7" fmla="*/ 0 h 18749"/>
                  <a:gd name="csX8" fmla="*/ 0 w 37874"/>
                  <a:gd name="csY8" fmla="*/ 0 h 18749"/>
                  <a:gd name="csX9" fmla="*/ 0 w 37874"/>
                  <a:gd name="csY9" fmla="*/ 251 h 18749"/>
                  <a:gd name="csX10" fmla="*/ 753 w 37874"/>
                  <a:gd name="csY10" fmla="*/ 5016 h 18749"/>
                  <a:gd name="csX11" fmla="*/ 1756 w 37874"/>
                  <a:gd name="csY11" fmla="*/ 15300 h 18749"/>
                  <a:gd name="csX12" fmla="*/ 2007 w 37874"/>
                  <a:gd name="csY12" fmla="*/ 18310 h 18749"/>
                  <a:gd name="csX13" fmla="*/ 2007 w 37874"/>
                  <a:gd name="csY13" fmla="*/ 18561 h 18749"/>
                  <a:gd name="csX14" fmla="*/ 3512 w 37874"/>
                  <a:gd name="csY14" fmla="*/ 18561 h 18749"/>
                  <a:gd name="csX15" fmla="*/ 25835 w 37874"/>
                  <a:gd name="csY15" fmla="*/ 18561 h 18749"/>
                  <a:gd name="csX16" fmla="*/ 36369 w 37874"/>
                  <a:gd name="csY16" fmla="*/ 18561 h 18749"/>
                  <a:gd name="csX17" fmla="*/ 37623 w 37874"/>
                  <a:gd name="csY17" fmla="*/ 18561 h 18749"/>
                  <a:gd name="csX18" fmla="*/ 37874 w 37874"/>
                  <a:gd name="csY18" fmla="*/ 18561 h 18749"/>
                  <a:gd name="csX19" fmla="*/ 37874 w 37874"/>
                  <a:gd name="csY19" fmla="*/ 18561 h 187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7874" h="18749">
                    <a:moveTo>
                      <a:pt x="37874" y="18561"/>
                    </a:moveTo>
                    <a:cubicBezTo>
                      <a:pt x="37874" y="18561"/>
                      <a:pt x="37874" y="18561"/>
                      <a:pt x="37874" y="18561"/>
                    </a:cubicBezTo>
                    <a:cubicBezTo>
                      <a:pt x="37623" y="16304"/>
                      <a:pt x="37373" y="14046"/>
                      <a:pt x="37373" y="12040"/>
                    </a:cubicBezTo>
                    <a:cubicBezTo>
                      <a:pt x="37122" y="8277"/>
                      <a:pt x="37122" y="4264"/>
                      <a:pt x="37623" y="502"/>
                    </a:cubicBezTo>
                    <a:cubicBezTo>
                      <a:pt x="37623" y="502"/>
                      <a:pt x="37623" y="251"/>
                      <a:pt x="37623" y="251"/>
                    </a:cubicBezTo>
                    <a:cubicBezTo>
                      <a:pt x="37373" y="251"/>
                      <a:pt x="36871" y="251"/>
                      <a:pt x="36620" y="251"/>
                    </a:cubicBezTo>
                    <a:cubicBezTo>
                      <a:pt x="25082" y="251"/>
                      <a:pt x="13545" y="251"/>
                      <a:pt x="2007" y="0"/>
                    </a:cubicBezTo>
                    <a:cubicBezTo>
                      <a:pt x="1756" y="0"/>
                      <a:pt x="1505" y="0"/>
                      <a:pt x="1003" y="0"/>
                    </a:cubicBezTo>
                    <a:cubicBezTo>
                      <a:pt x="753" y="0"/>
                      <a:pt x="251" y="0"/>
                      <a:pt x="0" y="0"/>
                    </a:cubicBezTo>
                    <a:cubicBezTo>
                      <a:pt x="0" y="0"/>
                      <a:pt x="0" y="251"/>
                      <a:pt x="0" y="251"/>
                    </a:cubicBezTo>
                    <a:cubicBezTo>
                      <a:pt x="0" y="1756"/>
                      <a:pt x="502" y="3512"/>
                      <a:pt x="753" y="5016"/>
                    </a:cubicBezTo>
                    <a:cubicBezTo>
                      <a:pt x="1505" y="8528"/>
                      <a:pt x="1254" y="11789"/>
                      <a:pt x="1756" y="15300"/>
                    </a:cubicBezTo>
                    <a:cubicBezTo>
                      <a:pt x="2007" y="16304"/>
                      <a:pt x="2007" y="17307"/>
                      <a:pt x="2007" y="18310"/>
                    </a:cubicBezTo>
                    <a:cubicBezTo>
                      <a:pt x="2007" y="18310"/>
                      <a:pt x="2007" y="18561"/>
                      <a:pt x="2007" y="18561"/>
                    </a:cubicBezTo>
                    <a:lnTo>
                      <a:pt x="3512" y="18561"/>
                    </a:lnTo>
                    <a:cubicBezTo>
                      <a:pt x="11036" y="18561"/>
                      <a:pt x="18310" y="18561"/>
                      <a:pt x="25835" y="18561"/>
                    </a:cubicBezTo>
                    <a:cubicBezTo>
                      <a:pt x="29346" y="18561"/>
                      <a:pt x="32858" y="18561"/>
                      <a:pt x="36369" y="18561"/>
                    </a:cubicBezTo>
                    <a:cubicBezTo>
                      <a:pt x="36871" y="18561"/>
                      <a:pt x="37122" y="18561"/>
                      <a:pt x="37623" y="18561"/>
                    </a:cubicBezTo>
                    <a:cubicBezTo>
                      <a:pt x="37874" y="18812"/>
                      <a:pt x="37874" y="18812"/>
                      <a:pt x="37874" y="18561"/>
                    </a:cubicBezTo>
                    <a:lnTo>
                      <a:pt x="37874" y="18561"/>
                    </a:lnTo>
                    <a:close/>
                  </a:path>
                </a:pathLst>
              </a:custGeom>
              <a:solidFill>
                <a:srgbClr val="2251FF"/>
              </a:solidFill>
              <a:ln w="2497" cap="flat">
                <a:noFill/>
                <a:prstDash val="solid"/>
                <a:miter/>
              </a:ln>
            </p:spPr>
            <p:txBody>
              <a:bodyPr/>
              <a:lstStyle/>
              <a:p>
                <a:endParaRPr lang="es-ES"/>
              </a:p>
            </p:txBody>
          </p:sp>
          <p:sp>
            <p:nvSpPr>
              <p:cNvPr id="67" name="Freeform: Shape 66">
                <a:extLst>
                  <a:ext uri="{FF2B5EF4-FFF2-40B4-BE49-F238E27FC236}">
                    <a16:creationId xmlns:a16="http://schemas.microsoft.com/office/drawing/2014/main" id="{B3C9EE6E-A082-573B-D8FC-1E991CA7B1F5}"/>
                  </a:ext>
                </a:extLst>
              </p:cNvPr>
              <p:cNvSpPr/>
              <p:nvPr/>
            </p:nvSpPr>
            <p:spPr>
              <a:xfrm>
                <a:off x="1084020" y="2282094"/>
                <a:ext cx="37874" cy="37623"/>
              </a:xfrm>
              <a:custGeom>
                <a:avLst/>
                <a:gdLst>
                  <a:gd name="csX0" fmla="*/ 37874 w 37874"/>
                  <a:gd name="csY0" fmla="*/ 37122 h 37623"/>
                  <a:gd name="csX1" fmla="*/ 37874 w 37874"/>
                  <a:gd name="csY1" fmla="*/ 36620 h 37623"/>
                  <a:gd name="csX2" fmla="*/ 37373 w 37874"/>
                  <a:gd name="csY2" fmla="*/ 23828 h 37623"/>
                  <a:gd name="csX3" fmla="*/ 37623 w 37874"/>
                  <a:gd name="csY3" fmla="*/ 752 h 37623"/>
                  <a:gd name="csX4" fmla="*/ 37623 w 37874"/>
                  <a:gd name="csY4" fmla="*/ 251 h 37623"/>
                  <a:gd name="csX5" fmla="*/ 36620 w 37874"/>
                  <a:gd name="csY5" fmla="*/ 251 h 37623"/>
                  <a:gd name="csX6" fmla="*/ 2007 w 37874"/>
                  <a:gd name="csY6" fmla="*/ 0 h 37623"/>
                  <a:gd name="csX7" fmla="*/ 1003 w 37874"/>
                  <a:gd name="csY7" fmla="*/ 0 h 37623"/>
                  <a:gd name="csX8" fmla="*/ 0 w 37874"/>
                  <a:gd name="csY8" fmla="*/ 0 h 37623"/>
                  <a:gd name="csX9" fmla="*/ 0 w 37874"/>
                  <a:gd name="csY9" fmla="*/ 502 h 37623"/>
                  <a:gd name="csX10" fmla="*/ 752 w 37874"/>
                  <a:gd name="csY10" fmla="*/ 10033 h 37623"/>
                  <a:gd name="csX11" fmla="*/ 1756 w 37874"/>
                  <a:gd name="csY11" fmla="*/ 30600 h 37623"/>
                  <a:gd name="csX12" fmla="*/ 2007 w 37874"/>
                  <a:gd name="csY12" fmla="*/ 36620 h 37623"/>
                  <a:gd name="csX13" fmla="*/ 2007 w 37874"/>
                  <a:gd name="csY13" fmla="*/ 37122 h 37623"/>
                  <a:gd name="csX14" fmla="*/ 3512 w 37874"/>
                  <a:gd name="csY14" fmla="*/ 37122 h 37623"/>
                  <a:gd name="csX15" fmla="*/ 25835 w 37874"/>
                  <a:gd name="csY15" fmla="*/ 37373 h 37623"/>
                  <a:gd name="csX16" fmla="*/ 36369 w 37874"/>
                  <a:gd name="csY16" fmla="*/ 37623 h 37623"/>
                  <a:gd name="csX17" fmla="*/ 37623 w 37874"/>
                  <a:gd name="csY17" fmla="*/ 37623 h 37623"/>
                  <a:gd name="csX18" fmla="*/ 37874 w 37874"/>
                  <a:gd name="csY18" fmla="*/ 37122 h 37623"/>
                  <a:gd name="csX19" fmla="*/ 37874 w 37874"/>
                  <a:gd name="csY19" fmla="*/ 37122 h 376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7874" h="37623">
                    <a:moveTo>
                      <a:pt x="37874" y="37122"/>
                    </a:moveTo>
                    <a:cubicBezTo>
                      <a:pt x="37874" y="36871"/>
                      <a:pt x="37874" y="36871"/>
                      <a:pt x="37874" y="36620"/>
                    </a:cubicBezTo>
                    <a:cubicBezTo>
                      <a:pt x="37623" y="32356"/>
                      <a:pt x="37373" y="28092"/>
                      <a:pt x="37373" y="23828"/>
                    </a:cubicBezTo>
                    <a:cubicBezTo>
                      <a:pt x="37122" y="16053"/>
                      <a:pt x="37122" y="8528"/>
                      <a:pt x="37623" y="752"/>
                    </a:cubicBezTo>
                    <a:cubicBezTo>
                      <a:pt x="37623" y="502"/>
                      <a:pt x="37623" y="502"/>
                      <a:pt x="37623" y="251"/>
                    </a:cubicBezTo>
                    <a:cubicBezTo>
                      <a:pt x="37373" y="251"/>
                      <a:pt x="36871" y="251"/>
                      <a:pt x="36620" y="251"/>
                    </a:cubicBezTo>
                    <a:cubicBezTo>
                      <a:pt x="25082" y="0"/>
                      <a:pt x="13545" y="0"/>
                      <a:pt x="2007" y="0"/>
                    </a:cubicBezTo>
                    <a:cubicBezTo>
                      <a:pt x="1756" y="0"/>
                      <a:pt x="1505" y="0"/>
                      <a:pt x="1003" y="0"/>
                    </a:cubicBezTo>
                    <a:cubicBezTo>
                      <a:pt x="752" y="0"/>
                      <a:pt x="251" y="0"/>
                      <a:pt x="0" y="0"/>
                    </a:cubicBezTo>
                    <a:cubicBezTo>
                      <a:pt x="0" y="251"/>
                      <a:pt x="0" y="251"/>
                      <a:pt x="0" y="502"/>
                    </a:cubicBezTo>
                    <a:cubicBezTo>
                      <a:pt x="0" y="3762"/>
                      <a:pt x="502" y="7023"/>
                      <a:pt x="752" y="10033"/>
                    </a:cubicBezTo>
                    <a:cubicBezTo>
                      <a:pt x="1505" y="16805"/>
                      <a:pt x="1254" y="23828"/>
                      <a:pt x="1756" y="30600"/>
                    </a:cubicBezTo>
                    <a:cubicBezTo>
                      <a:pt x="2007" y="32607"/>
                      <a:pt x="2007" y="34614"/>
                      <a:pt x="2007" y="36620"/>
                    </a:cubicBezTo>
                    <a:cubicBezTo>
                      <a:pt x="2007" y="36871"/>
                      <a:pt x="2007" y="36871"/>
                      <a:pt x="2007" y="37122"/>
                    </a:cubicBezTo>
                    <a:lnTo>
                      <a:pt x="3512" y="37122"/>
                    </a:lnTo>
                    <a:cubicBezTo>
                      <a:pt x="11036" y="37122"/>
                      <a:pt x="18310" y="37122"/>
                      <a:pt x="25835" y="37373"/>
                    </a:cubicBezTo>
                    <a:cubicBezTo>
                      <a:pt x="29346" y="37373"/>
                      <a:pt x="32858" y="37373"/>
                      <a:pt x="36369" y="37623"/>
                    </a:cubicBezTo>
                    <a:cubicBezTo>
                      <a:pt x="36871" y="37623"/>
                      <a:pt x="37122" y="37623"/>
                      <a:pt x="37623" y="37623"/>
                    </a:cubicBezTo>
                    <a:cubicBezTo>
                      <a:pt x="37874" y="37623"/>
                      <a:pt x="37874" y="37373"/>
                      <a:pt x="37874" y="37122"/>
                    </a:cubicBezTo>
                    <a:lnTo>
                      <a:pt x="37874" y="37122"/>
                    </a:lnTo>
                    <a:close/>
                  </a:path>
                </a:pathLst>
              </a:custGeom>
              <a:solidFill>
                <a:srgbClr val="00A9F4"/>
              </a:solidFill>
              <a:ln w="2497" cap="flat">
                <a:noFill/>
                <a:prstDash val="solid"/>
                <a:miter/>
              </a:ln>
            </p:spPr>
            <p:txBody>
              <a:bodyPr/>
              <a:lstStyle/>
              <a:p>
                <a:endParaRPr lang="es-ES"/>
              </a:p>
            </p:txBody>
          </p:sp>
          <p:sp>
            <p:nvSpPr>
              <p:cNvPr id="68" name="Freeform: Shape 67">
                <a:extLst>
                  <a:ext uri="{FF2B5EF4-FFF2-40B4-BE49-F238E27FC236}">
                    <a16:creationId xmlns:a16="http://schemas.microsoft.com/office/drawing/2014/main" id="{E3277745-46C3-6FE0-FA8B-A023A65A3835}"/>
                  </a:ext>
                </a:extLst>
              </p:cNvPr>
              <p:cNvSpPr/>
              <p:nvPr/>
            </p:nvSpPr>
            <p:spPr>
              <a:xfrm>
                <a:off x="1118132" y="2244972"/>
                <a:ext cx="37874" cy="74996"/>
              </a:xfrm>
              <a:custGeom>
                <a:avLst/>
                <a:gdLst>
                  <a:gd name="csX0" fmla="*/ 37874 w 37874"/>
                  <a:gd name="csY0" fmla="*/ 73742 h 74996"/>
                  <a:gd name="csX1" fmla="*/ 37874 w 37874"/>
                  <a:gd name="csY1" fmla="*/ 72990 h 74996"/>
                  <a:gd name="csX2" fmla="*/ 37373 w 37874"/>
                  <a:gd name="csY2" fmla="*/ 47656 h 74996"/>
                  <a:gd name="csX3" fmla="*/ 37623 w 37874"/>
                  <a:gd name="csY3" fmla="*/ 1505 h 74996"/>
                  <a:gd name="csX4" fmla="*/ 37623 w 37874"/>
                  <a:gd name="csY4" fmla="*/ 502 h 74996"/>
                  <a:gd name="csX5" fmla="*/ 36620 w 37874"/>
                  <a:gd name="csY5" fmla="*/ 502 h 74996"/>
                  <a:gd name="csX6" fmla="*/ 2007 w 37874"/>
                  <a:gd name="csY6" fmla="*/ 0 h 74996"/>
                  <a:gd name="csX7" fmla="*/ 1003 w 37874"/>
                  <a:gd name="csY7" fmla="*/ 0 h 74996"/>
                  <a:gd name="csX8" fmla="*/ 0 w 37874"/>
                  <a:gd name="csY8" fmla="*/ 0 h 74996"/>
                  <a:gd name="csX9" fmla="*/ 0 w 37874"/>
                  <a:gd name="csY9" fmla="*/ 1003 h 74996"/>
                  <a:gd name="csX10" fmla="*/ 753 w 37874"/>
                  <a:gd name="csY10" fmla="*/ 20317 h 74996"/>
                  <a:gd name="csX11" fmla="*/ 1756 w 37874"/>
                  <a:gd name="csY11" fmla="*/ 61201 h 74996"/>
                  <a:gd name="csX12" fmla="*/ 2007 w 37874"/>
                  <a:gd name="csY12" fmla="*/ 73491 h 74996"/>
                  <a:gd name="csX13" fmla="*/ 2007 w 37874"/>
                  <a:gd name="csY13" fmla="*/ 74494 h 74996"/>
                  <a:gd name="csX14" fmla="*/ 3512 w 37874"/>
                  <a:gd name="csY14" fmla="*/ 74494 h 74996"/>
                  <a:gd name="csX15" fmla="*/ 25835 w 37874"/>
                  <a:gd name="csY15" fmla="*/ 74745 h 74996"/>
                  <a:gd name="csX16" fmla="*/ 36369 w 37874"/>
                  <a:gd name="csY16" fmla="*/ 74996 h 74996"/>
                  <a:gd name="csX17" fmla="*/ 37623 w 37874"/>
                  <a:gd name="csY17" fmla="*/ 74996 h 74996"/>
                  <a:gd name="csX18" fmla="*/ 37874 w 37874"/>
                  <a:gd name="csY18" fmla="*/ 73742 h 74996"/>
                  <a:gd name="csX19" fmla="*/ 37874 w 37874"/>
                  <a:gd name="csY19" fmla="*/ 73742 h 749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7874" h="74996">
                    <a:moveTo>
                      <a:pt x="37874" y="73742"/>
                    </a:moveTo>
                    <a:cubicBezTo>
                      <a:pt x="37874" y="73491"/>
                      <a:pt x="37874" y="73240"/>
                      <a:pt x="37874" y="72990"/>
                    </a:cubicBezTo>
                    <a:cubicBezTo>
                      <a:pt x="37623" y="64462"/>
                      <a:pt x="37373" y="56184"/>
                      <a:pt x="37373" y="47656"/>
                    </a:cubicBezTo>
                    <a:cubicBezTo>
                      <a:pt x="37122" y="32105"/>
                      <a:pt x="37122" y="16805"/>
                      <a:pt x="37623" y="1505"/>
                    </a:cubicBezTo>
                    <a:cubicBezTo>
                      <a:pt x="37623" y="1254"/>
                      <a:pt x="37623" y="752"/>
                      <a:pt x="37623" y="502"/>
                    </a:cubicBezTo>
                    <a:cubicBezTo>
                      <a:pt x="37373" y="502"/>
                      <a:pt x="36871" y="502"/>
                      <a:pt x="36620" y="502"/>
                    </a:cubicBezTo>
                    <a:cubicBezTo>
                      <a:pt x="25082" y="251"/>
                      <a:pt x="13545" y="0"/>
                      <a:pt x="2007" y="0"/>
                    </a:cubicBezTo>
                    <a:cubicBezTo>
                      <a:pt x="1756" y="0"/>
                      <a:pt x="1505" y="0"/>
                      <a:pt x="1003" y="0"/>
                    </a:cubicBezTo>
                    <a:cubicBezTo>
                      <a:pt x="753" y="0"/>
                      <a:pt x="251" y="0"/>
                      <a:pt x="0" y="0"/>
                    </a:cubicBezTo>
                    <a:cubicBezTo>
                      <a:pt x="0" y="251"/>
                      <a:pt x="0" y="752"/>
                      <a:pt x="0" y="1003"/>
                    </a:cubicBezTo>
                    <a:cubicBezTo>
                      <a:pt x="0" y="7525"/>
                      <a:pt x="502" y="14046"/>
                      <a:pt x="753" y="20317"/>
                    </a:cubicBezTo>
                    <a:cubicBezTo>
                      <a:pt x="1505" y="33861"/>
                      <a:pt x="1254" y="47656"/>
                      <a:pt x="1756" y="61201"/>
                    </a:cubicBezTo>
                    <a:cubicBezTo>
                      <a:pt x="2007" y="65214"/>
                      <a:pt x="2007" y="69227"/>
                      <a:pt x="2007" y="73491"/>
                    </a:cubicBezTo>
                    <a:cubicBezTo>
                      <a:pt x="2007" y="73742"/>
                      <a:pt x="2007" y="73993"/>
                      <a:pt x="2007" y="74494"/>
                    </a:cubicBezTo>
                    <a:lnTo>
                      <a:pt x="3512" y="74494"/>
                    </a:lnTo>
                    <a:cubicBezTo>
                      <a:pt x="11036" y="74494"/>
                      <a:pt x="18310" y="74494"/>
                      <a:pt x="25835" y="74745"/>
                    </a:cubicBezTo>
                    <a:cubicBezTo>
                      <a:pt x="29346" y="74996"/>
                      <a:pt x="32858" y="74996"/>
                      <a:pt x="36369" y="74996"/>
                    </a:cubicBezTo>
                    <a:cubicBezTo>
                      <a:pt x="36871" y="74996"/>
                      <a:pt x="37122" y="74996"/>
                      <a:pt x="37623" y="74996"/>
                    </a:cubicBezTo>
                    <a:cubicBezTo>
                      <a:pt x="37874" y="74494"/>
                      <a:pt x="37874" y="73993"/>
                      <a:pt x="37874" y="73742"/>
                    </a:cubicBezTo>
                    <a:lnTo>
                      <a:pt x="37874" y="73742"/>
                    </a:lnTo>
                    <a:close/>
                  </a:path>
                </a:pathLst>
              </a:custGeom>
              <a:solidFill>
                <a:srgbClr val="2251FF"/>
              </a:solidFill>
              <a:ln w="2497" cap="flat">
                <a:noFill/>
                <a:prstDash val="solid"/>
                <a:miter/>
              </a:ln>
            </p:spPr>
            <p:txBody>
              <a:bodyPr/>
              <a:lstStyle/>
              <a:p>
                <a:endParaRPr lang="es-ES"/>
              </a:p>
            </p:txBody>
          </p:sp>
          <p:sp>
            <p:nvSpPr>
              <p:cNvPr id="69" name="Freeform: Shape 68">
                <a:extLst>
                  <a:ext uri="{FF2B5EF4-FFF2-40B4-BE49-F238E27FC236}">
                    <a16:creationId xmlns:a16="http://schemas.microsoft.com/office/drawing/2014/main" id="{A6C7F540-0F24-6552-68B0-1E9A13085967}"/>
                  </a:ext>
                </a:extLst>
              </p:cNvPr>
              <p:cNvSpPr/>
              <p:nvPr/>
            </p:nvSpPr>
            <p:spPr>
              <a:xfrm>
                <a:off x="1222725" y="2219890"/>
                <a:ext cx="37874" cy="100078"/>
              </a:xfrm>
              <a:custGeom>
                <a:avLst/>
                <a:gdLst>
                  <a:gd name="csX0" fmla="*/ 37874 w 37874"/>
                  <a:gd name="csY0" fmla="*/ 98323 h 100078"/>
                  <a:gd name="csX1" fmla="*/ 37874 w 37874"/>
                  <a:gd name="csY1" fmla="*/ 97319 h 100078"/>
                  <a:gd name="csX2" fmla="*/ 37373 w 37874"/>
                  <a:gd name="csY2" fmla="*/ 63709 h 100078"/>
                  <a:gd name="csX3" fmla="*/ 37623 w 37874"/>
                  <a:gd name="csY3" fmla="*/ 2257 h 100078"/>
                  <a:gd name="csX4" fmla="*/ 37623 w 37874"/>
                  <a:gd name="csY4" fmla="*/ 752 h 100078"/>
                  <a:gd name="csX5" fmla="*/ 36620 w 37874"/>
                  <a:gd name="csY5" fmla="*/ 752 h 100078"/>
                  <a:gd name="csX6" fmla="*/ 2007 w 37874"/>
                  <a:gd name="csY6" fmla="*/ 0 h 100078"/>
                  <a:gd name="csX7" fmla="*/ 1003 w 37874"/>
                  <a:gd name="csY7" fmla="*/ 0 h 100078"/>
                  <a:gd name="csX8" fmla="*/ 0 w 37874"/>
                  <a:gd name="csY8" fmla="*/ 0 h 100078"/>
                  <a:gd name="csX9" fmla="*/ 0 w 37874"/>
                  <a:gd name="csY9" fmla="*/ 1505 h 100078"/>
                  <a:gd name="csX10" fmla="*/ 752 w 37874"/>
                  <a:gd name="csY10" fmla="*/ 27089 h 100078"/>
                  <a:gd name="csX11" fmla="*/ 1756 w 37874"/>
                  <a:gd name="csY11" fmla="*/ 81518 h 100078"/>
                  <a:gd name="csX12" fmla="*/ 2007 w 37874"/>
                  <a:gd name="csY12" fmla="*/ 97821 h 100078"/>
                  <a:gd name="csX13" fmla="*/ 2007 w 37874"/>
                  <a:gd name="csY13" fmla="*/ 99075 h 100078"/>
                  <a:gd name="csX14" fmla="*/ 3512 w 37874"/>
                  <a:gd name="csY14" fmla="*/ 99075 h 100078"/>
                  <a:gd name="csX15" fmla="*/ 25835 w 37874"/>
                  <a:gd name="csY15" fmla="*/ 99577 h 100078"/>
                  <a:gd name="csX16" fmla="*/ 36369 w 37874"/>
                  <a:gd name="csY16" fmla="*/ 100078 h 100078"/>
                  <a:gd name="csX17" fmla="*/ 37623 w 37874"/>
                  <a:gd name="csY17" fmla="*/ 100078 h 100078"/>
                  <a:gd name="csX18" fmla="*/ 37874 w 37874"/>
                  <a:gd name="csY18" fmla="*/ 98323 h 100078"/>
                  <a:gd name="csX19" fmla="*/ 37874 w 37874"/>
                  <a:gd name="csY19" fmla="*/ 98323 h 100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7874" h="100078">
                    <a:moveTo>
                      <a:pt x="37874" y="98323"/>
                    </a:moveTo>
                    <a:cubicBezTo>
                      <a:pt x="37874" y="98072"/>
                      <a:pt x="37874" y="97570"/>
                      <a:pt x="37874" y="97319"/>
                    </a:cubicBezTo>
                    <a:cubicBezTo>
                      <a:pt x="37623" y="86032"/>
                      <a:pt x="37373" y="74745"/>
                      <a:pt x="37373" y="63709"/>
                    </a:cubicBezTo>
                    <a:cubicBezTo>
                      <a:pt x="37122" y="43142"/>
                      <a:pt x="37122" y="22825"/>
                      <a:pt x="37623" y="2257"/>
                    </a:cubicBezTo>
                    <a:cubicBezTo>
                      <a:pt x="37623" y="1756"/>
                      <a:pt x="37623" y="1254"/>
                      <a:pt x="37623" y="752"/>
                    </a:cubicBezTo>
                    <a:cubicBezTo>
                      <a:pt x="37373" y="752"/>
                      <a:pt x="36871" y="752"/>
                      <a:pt x="36620" y="752"/>
                    </a:cubicBezTo>
                    <a:cubicBezTo>
                      <a:pt x="25082" y="502"/>
                      <a:pt x="13545" y="251"/>
                      <a:pt x="2007" y="0"/>
                    </a:cubicBezTo>
                    <a:cubicBezTo>
                      <a:pt x="1756" y="0"/>
                      <a:pt x="1505" y="0"/>
                      <a:pt x="1003" y="0"/>
                    </a:cubicBezTo>
                    <a:cubicBezTo>
                      <a:pt x="752" y="0"/>
                      <a:pt x="251" y="0"/>
                      <a:pt x="0" y="0"/>
                    </a:cubicBezTo>
                    <a:cubicBezTo>
                      <a:pt x="0" y="502"/>
                      <a:pt x="0" y="1003"/>
                      <a:pt x="0" y="1505"/>
                    </a:cubicBezTo>
                    <a:cubicBezTo>
                      <a:pt x="0" y="10033"/>
                      <a:pt x="502" y="18812"/>
                      <a:pt x="752" y="27089"/>
                    </a:cubicBezTo>
                    <a:cubicBezTo>
                      <a:pt x="1505" y="45148"/>
                      <a:pt x="1254" y="63458"/>
                      <a:pt x="1756" y="81518"/>
                    </a:cubicBezTo>
                    <a:cubicBezTo>
                      <a:pt x="2007" y="86785"/>
                      <a:pt x="2007" y="92303"/>
                      <a:pt x="2007" y="97821"/>
                    </a:cubicBezTo>
                    <a:cubicBezTo>
                      <a:pt x="2007" y="98323"/>
                      <a:pt x="2007" y="98573"/>
                      <a:pt x="2007" y="99075"/>
                    </a:cubicBezTo>
                    <a:lnTo>
                      <a:pt x="3512" y="99075"/>
                    </a:lnTo>
                    <a:cubicBezTo>
                      <a:pt x="11036" y="99075"/>
                      <a:pt x="18310" y="99075"/>
                      <a:pt x="25835" y="99577"/>
                    </a:cubicBezTo>
                    <a:cubicBezTo>
                      <a:pt x="29346" y="99828"/>
                      <a:pt x="32858" y="99828"/>
                      <a:pt x="36369" y="100078"/>
                    </a:cubicBezTo>
                    <a:cubicBezTo>
                      <a:pt x="36871" y="100078"/>
                      <a:pt x="37122" y="100078"/>
                      <a:pt x="37623" y="100078"/>
                    </a:cubicBezTo>
                    <a:cubicBezTo>
                      <a:pt x="37874" y="99326"/>
                      <a:pt x="37874" y="98824"/>
                      <a:pt x="37874" y="98323"/>
                    </a:cubicBezTo>
                    <a:lnTo>
                      <a:pt x="37874" y="98323"/>
                    </a:lnTo>
                    <a:close/>
                  </a:path>
                </a:pathLst>
              </a:custGeom>
              <a:solidFill>
                <a:srgbClr val="051C2C"/>
              </a:solidFill>
              <a:ln w="2497" cap="flat">
                <a:noFill/>
                <a:prstDash val="solid"/>
                <a:miter/>
              </a:ln>
            </p:spPr>
            <p:txBody>
              <a:bodyPr/>
              <a:lstStyle/>
              <a:p>
                <a:endParaRPr lang="es-ES"/>
              </a:p>
            </p:txBody>
          </p:sp>
          <p:sp>
            <p:nvSpPr>
              <p:cNvPr id="70" name="Freeform: Shape 69">
                <a:extLst>
                  <a:ext uri="{FF2B5EF4-FFF2-40B4-BE49-F238E27FC236}">
                    <a16:creationId xmlns:a16="http://schemas.microsoft.com/office/drawing/2014/main" id="{9D4F0223-6AA6-7B9F-DAF1-3127CE3F72E4}"/>
                  </a:ext>
                </a:extLst>
              </p:cNvPr>
              <p:cNvSpPr/>
              <p:nvPr/>
            </p:nvSpPr>
            <p:spPr>
              <a:xfrm>
                <a:off x="1187359" y="2184273"/>
                <a:ext cx="37874" cy="135193"/>
              </a:xfrm>
              <a:custGeom>
                <a:avLst/>
                <a:gdLst>
                  <a:gd name="csX0" fmla="*/ 37874 w 37874"/>
                  <a:gd name="csY0" fmla="*/ 133438 h 135193"/>
                  <a:gd name="csX1" fmla="*/ 37874 w 37874"/>
                  <a:gd name="csY1" fmla="*/ 131933 h 135193"/>
                  <a:gd name="csX2" fmla="*/ 37373 w 37874"/>
                  <a:gd name="csY2" fmla="*/ 86283 h 135193"/>
                  <a:gd name="csX3" fmla="*/ 37623 w 37874"/>
                  <a:gd name="csY3" fmla="*/ 3010 h 135193"/>
                  <a:gd name="csX4" fmla="*/ 37623 w 37874"/>
                  <a:gd name="csY4" fmla="*/ 1003 h 135193"/>
                  <a:gd name="csX5" fmla="*/ 36620 w 37874"/>
                  <a:gd name="csY5" fmla="*/ 1003 h 135193"/>
                  <a:gd name="csX6" fmla="*/ 2007 w 37874"/>
                  <a:gd name="csY6" fmla="*/ 0 h 135193"/>
                  <a:gd name="csX7" fmla="*/ 1003 w 37874"/>
                  <a:gd name="csY7" fmla="*/ 0 h 135193"/>
                  <a:gd name="csX8" fmla="*/ 0 w 37874"/>
                  <a:gd name="csY8" fmla="*/ 0 h 135193"/>
                  <a:gd name="csX9" fmla="*/ 0 w 37874"/>
                  <a:gd name="csY9" fmla="*/ 2007 h 135193"/>
                  <a:gd name="csX10" fmla="*/ 752 w 37874"/>
                  <a:gd name="csY10" fmla="*/ 36620 h 135193"/>
                  <a:gd name="csX11" fmla="*/ 1756 w 37874"/>
                  <a:gd name="csY11" fmla="*/ 110362 h 135193"/>
                  <a:gd name="csX12" fmla="*/ 2007 w 37874"/>
                  <a:gd name="csY12" fmla="*/ 132435 h 135193"/>
                  <a:gd name="csX13" fmla="*/ 2007 w 37874"/>
                  <a:gd name="csY13" fmla="*/ 134190 h 135193"/>
                  <a:gd name="csX14" fmla="*/ 3511 w 37874"/>
                  <a:gd name="csY14" fmla="*/ 134190 h 135193"/>
                  <a:gd name="csX15" fmla="*/ 25835 w 37874"/>
                  <a:gd name="csY15" fmla="*/ 134692 h 135193"/>
                  <a:gd name="csX16" fmla="*/ 36369 w 37874"/>
                  <a:gd name="csY16" fmla="*/ 135194 h 135193"/>
                  <a:gd name="csX17" fmla="*/ 37623 w 37874"/>
                  <a:gd name="csY17" fmla="*/ 135194 h 135193"/>
                  <a:gd name="csX18" fmla="*/ 37874 w 37874"/>
                  <a:gd name="csY18" fmla="*/ 133438 h 135193"/>
                  <a:gd name="csX19" fmla="*/ 37874 w 37874"/>
                  <a:gd name="csY19" fmla="*/ 133438 h 1351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37874" h="135193">
                    <a:moveTo>
                      <a:pt x="37874" y="133438"/>
                    </a:moveTo>
                    <a:cubicBezTo>
                      <a:pt x="37874" y="132936"/>
                      <a:pt x="37874" y="132435"/>
                      <a:pt x="37874" y="131933"/>
                    </a:cubicBezTo>
                    <a:cubicBezTo>
                      <a:pt x="37623" y="116633"/>
                      <a:pt x="37373" y="101583"/>
                      <a:pt x="37373" y="86283"/>
                    </a:cubicBezTo>
                    <a:cubicBezTo>
                      <a:pt x="37122" y="58442"/>
                      <a:pt x="37122" y="30851"/>
                      <a:pt x="37623" y="3010"/>
                    </a:cubicBezTo>
                    <a:cubicBezTo>
                      <a:pt x="37623" y="2257"/>
                      <a:pt x="37623" y="1756"/>
                      <a:pt x="37623" y="1003"/>
                    </a:cubicBezTo>
                    <a:cubicBezTo>
                      <a:pt x="37373" y="1003"/>
                      <a:pt x="36871" y="1003"/>
                      <a:pt x="36620" y="1003"/>
                    </a:cubicBezTo>
                    <a:cubicBezTo>
                      <a:pt x="25082" y="502"/>
                      <a:pt x="13544" y="251"/>
                      <a:pt x="2007" y="0"/>
                    </a:cubicBezTo>
                    <a:cubicBezTo>
                      <a:pt x="1756" y="0"/>
                      <a:pt x="1505" y="0"/>
                      <a:pt x="1003" y="0"/>
                    </a:cubicBezTo>
                    <a:cubicBezTo>
                      <a:pt x="752" y="0"/>
                      <a:pt x="251" y="0"/>
                      <a:pt x="0" y="0"/>
                    </a:cubicBezTo>
                    <a:cubicBezTo>
                      <a:pt x="0" y="752"/>
                      <a:pt x="0" y="1254"/>
                      <a:pt x="0" y="2007"/>
                    </a:cubicBezTo>
                    <a:cubicBezTo>
                      <a:pt x="0" y="13544"/>
                      <a:pt x="502" y="25333"/>
                      <a:pt x="752" y="36620"/>
                    </a:cubicBezTo>
                    <a:cubicBezTo>
                      <a:pt x="1505" y="61201"/>
                      <a:pt x="1254" y="85781"/>
                      <a:pt x="1756" y="110362"/>
                    </a:cubicBezTo>
                    <a:cubicBezTo>
                      <a:pt x="2007" y="117636"/>
                      <a:pt x="2007" y="124910"/>
                      <a:pt x="2007" y="132435"/>
                    </a:cubicBezTo>
                    <a:cubicBezTo>
                      <a:pt x="2007" y="132936"/>
                      <a:pt x="2007" y="133438"/>
                      <a:pt x="2007" y="134190"/>
                    </a:cubicBezTo>
                    <a:lnTo>
                      <a:pt x="3511" y="134190"/>
                    </a:lnTo>
                    <a:cubicBezTo>
                      <a:pt x="11036" y="134190"/>
                      <a:pt x="18310" y="134190"/>
                      <a:pt x="25835" y="134692"/>
                    </a:cubicBezTo>
                    <a:cubicBezTo>
                      <a:pt x="29346" y="134943"/>
                      <a:pt x="32858" y="135194"/>
                      <a:pt x="36369" y="135194"/>
                    </a:cubicBezTo>
                    <a:cubicBezTo>
                      <a:pt x="36871" y="135194"/>
                      <a:pt x="37122" y="135194"/>
                      <a:pt x="37623" y="135194"/>
                    </a:cubicBezTo>
                    <a:cubicBezTo>
                      <a:pt x="37874" y="134943"/>
                      <a:pt x="37874" y="134190"/>
                      <a:pt x="37874" y="133438"/>
                    </a:cubicBezTo>
                    <a:lnTo>
                      <a:pt x="37874" y="133438"/>
                    </a:lnTo>
                    <a:close/>
                  </a:path>
                </a:pathLst>
              </a:custGeom>
              <a:solidFill>
                <a:srgbClr val="00A9F4"/>
              </a:solidFill>
              <a:ln w="2497" cap="flat">
                <a:noFill/>
                <a:prstDash val="solid"/>
                <a:miter/>
              </a:ln>
            </p:spPr>
            <p:txBody>
              <a:bodyPr/>
              <a:lstStyle/>
              <a:p>
                <a:endParaRPr lang="es-ES"/>
              </a:p>
            </p:txBody>
          </p:sp>
          <p:sp>
            <p:nvSpPr>
              <p:cNvPr id="71" name="Freeform: Shape 70">
                <a:extLst>
                  <a:ext uri="{FF2B5EF4-FFF2-40B4-BE49-F238E27FC236}">
                    <a16:creationId xmlns:a16="http://schemas.microsoft.com/office/drawing/2014/main" id="{DC134D48-B5A6-3989-D626-3828227ED31C}"/>
                  </a:ext>
                </a:extLst>
              </p:cNvPr>
              <p:cNvSpPr/>
              <p:nvPr/>
            </p:nvSpPr>
            <p:spPr>
              <a:xfrm>
                <a:off x="1078753" y="2315453"/>
                <a:ext cx="220222" cy="4013"/>
              </a:xfrm>
              <a:custGeom>
                <a:avLst/>
                <a:gdLst>
                  <a:gd name="csX0" fmla="*/ 219972 w 220222"/>
                  <a:gd name="csY0" fmla="*/ 0 h 4013"/>
                  <a:gd name="csX1" fmla="*/ 166045 w 220222"/>
                  <a:gd name="csY1" fmla="*/ 0 h 4013"/>
                  <a:gd name="csX2" fmla="*/ 39630 w 220222"/>
                  <a:gd name="csY2" fmla="*/ 0 h 4013"/>
                  <a:gd name="csX3" fmla="*/ 2007 w 220222"/>
                  <a:gd name="csY3" fmla="*/ 0 h 4013"/>
                  <a:gd name="csX4" fmla="*/ 0 w 220222"/>
                  <a:gd name="csY4" fmla="*/ 0 h 4013"/>
                  <a:gd name="csX5" fmla="*/ 0 w 220222"/>
                  <a:gd name="csY5" fmla="*/ 3512 h 4013"/>
                  <a:gd name="csX6" fmla="*/ 0 w 220222"/>
                  <a:gd name="csY6" fmla="*/ 4013 h 4013"/>
                  <a:gd name="csX7" fmla="*/ 502 w 220222"/>
                  <a:gd name="csY7" fmla="*/ 4013 h 4013"/>
                  <a:gd name="csX8" fmla="*/ 3010 w 220222"/>
                  <a:gd name="csY8" fmla="*/ 4013 h 4013"/>
                  <a:gd name="csX9" fmla="*/ 81267 w 220222"/>
                  <a:gd name="csY9" fmla="*/ 4013 h 4013"/>
                  <a:gd name="csX10" fmla="*/ 220223 w 220222"/>
                  <a:gd name="csY10" fmla="*/ 4013 h 4013"/>
                  <a:gd name="csX11" fmla="*/ 219972 w 220222"/>
                  <a:gd name="csY11" fmla="*/ 0 h 4013"/>
                  <a:gd name="csX12" fmla="*/ 219972 w 220222"/>
                  <a:gd name="csY12" fmla="*/ 0 h 401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20222" h="4013">
                    <a:moveTo>
                      <a:pt x="219972" y="0"/>
                    </a:moveTo>
                    <a:cubicBezTo>
                      <a:pt x="201913" y="0"/>
                      <a:pt x="183853" y="0"/>
                      <a:pt x="166045" y="0"/>
                    </a:cubicBezTo>
                    <a:cubicBezTo>
                      <a:pt x="123906" y="0"/>
                      <a:pt x="81768" y="0"/>
                      <a:pt x="39630" y="0"/>
                    </a:cubicBezTo>
                    <a:cubicBezTo>
                      <a:pt x="27089" y="0"/>
                      <a:pt x="14548" y="0"/>
                      <a:pt x="2007" y="0"/>
                    </a:cubicBezTo>
                    <a:cubicBezTo>
                      <a:pt x="1254" y="0"/>
                      <a:pt x="752" y="0"/>
                      <a:pt x="0" y="0"/>
                    </a:cubicBezTo>
                    <a:cubicBezTo>
                      <a:pt x="0" y="1254"/>
                      <a:pt x="0" y="2257"/>
                      <a:pt x="0" y="3512"/>
                    </a:cubicBezTo>
                    <a:cubicBezTo>
                      <a:pt x="0" y="3762"/>
                      <a:pt x="0" y="4013"/>
                      <a:pt x="0" y="4013"/>
                    </a:cubicBezTo>
                    <a:cubicBezTo>
                      <a:pt x="251" y="4013"/>
                      <a:pt x="251" y="4013"/>
                      <a:pt x="502" y="4013"/>
                    </a:cubicBezTo>
                    <a:cubicBezTo>
                      <a:pt x="1254" y="4013"/>
                      <a:pt x="2007" y="4013"/>
                      <a:pt x="3010" y="4013"/>
                    </a:cubicBezTo>
                    <a:cubicBezTo>
                      <a:pt x="29095" y="4013"/>
                      <a:pt x="55181" y="4013"/>
                      <a:pt x="81267" y="4013"/>
                    </a:cubicBezTo>
                    <a:cubicBezTo>
                      <a:pt x="127669" y="4013"/>
                      <a:pt x="173820" y="4013"/>
                      <a:pt x="220223" y="4013"/>
                    </a:cubicBezTo>
                    <a:cubicBezTo>
                      <a:pt x="219972" y="2759"/>
                      <a:pt x="219972" y="1505"/>
                      <a:pt x="219972" y="0"/>
                    </a:cubicBezTo>
                    <a:lnTo>
                      <a:pt x="219972" y="0"/>
                    </a:lnTo>
                    <a:close/>
                  </a:path>
                </a:pathLst>
              </a:custGeom>
              <a:solidFill>
                <a:srgbClr val="000000"/>
              </a:solidFill>
              <a:ln w="2497" cap="flat">
                <a:noFill/>
                <a:prstDash val="solid"/>
                <a:miter/>
              </a:ln>
            </p:spPr>
            <p:txBody>
              <a:bodyPr/>
              <a:lstStyle/>
              <a:p>
                <a:endParaRPr lang="es-ES"/>
              </a:p>
            </p:txBody>
          </p:sp>
        </p:grpSp>
      </p:grpSp>
      <p:grpSp>
        <p:nvGrpSpPr>
          <p:cNvPr id="80" name="Graphic 520">
            <a:extLst>
              <a:ext uri="{FF2B5EF4-FFF2-40B4-BE49-F238E27FC236}">
                <a16:creationId xmlns:a16="http://schemas.microsoft.com/office/drawing/2014/main" id="{65B53A69-D8E3-D8B3-2369-17F7038E5FC0}"/>
              </a:ext>
            </a:extLst>
          </p:cNvPr>
          <p:cNvGrpSpPr/>
          <p:nvPr/>
        </p:nvGrpSpPr>
        <p:grpSpPr>
          <a:xfrm>
            <a:off x="1719261" y="2878545"/>
            <a:ext cx="206668" cy="206878"/>
            <a:chOff x="-203454" y="2344549"/>
            <a:chExt cx="250070" cy="250321"/>
          </a:xfrm>
        </p:grpSpPr>
        <p:sp>
          <p:nvSpPr>
            <p:cNvPr id="82" name="Freeform: Shape 81">
              <a:extLst>
                <a:ext uri="{FF2B5EF4-FFF2-40B4-BE49-F238E27FC236}">
                  <a16:creationId xmlns:a16="http://schemas.microsoft.com/office/drawing/2014/main" id="{449AA777-D1BF-88FE-2452-C1BAE16CB0CE}"/>
                </a:ext>
              </a:extLst>
            </p:cNvPr>
            <p:cNvSpPr/>
            <p:nvPr/>
          </p:nvSpPr>
          <p:spPr>
            <a:xfrm>
              <a:off x="-180879" y="2479492"/>
              <a:ext cx="77253" cy="115378"/>
            </a:xfrm>
            <a:custGeom>
              <a:avLst/>
              <a:gdLst>
                <a:gd name="csX0" fmla="*/ 0 w 77253"/>
                <a:gd name="csY0" fmla="*/ 115379 h 115378"/>
                <a:gd name="csX1" fmla="*/ 2508 w 77253"/>
                <a:gd name="csY1" fmla="*/ 115379 h 115378"/>
                <a:gd name="csX2" fmla="*/ 24079 w 77253"/>
                <a:gd name="csY2" fmla="*/ 114877 h 115378"/>
                <a:gd name="csX3" fmla="*/ 69478 w 77253"/>
                <a:gd name="csY3" fmla="*/ 114375 h 115378"/>
                <a:gd name="csX4" fmla="*/ 72488 w 77253"/>
                <a:gd name="csY4" fmla="*/ 114375 h 115378"/>
                <a:gd name="csX5" fmla="*/ 72488 w 77253"/>
                <a:gd name="csY5" fmla="*/ 112870 h 115378"/>
                <a:gd name="csX6" fmla="*/ 73240 w 77253"/>
                <a:gd name="csY6" fmla="*/ 94059 h 115378"/>
                <a:gd name="csX7" fmla="*/ 75498 w 77253"/>
                <a:gd name="csY7" fmla="*/ 31102 h 115378"/>
                <a:gd name="csX8" fmla="*/ 77253 w 77253"/>
                <a:gd name="csY8" fmla="*/ 1505 h 115378"/>
                <a:gd name="csX9" fmla="*/ 77253 w 77253"/>
                <a:gd name="csY9" fmla="*/ 0 h 115378"/>
                <a:gd name="csX10" fmla="*/ 75247 w 77253"/>
                <a:gd name="csY10" fmla="*/ 0 h 115378"/>
                <a:gd name="csX11" fmla="*/ 73491 w 77253"/>
                <a:gd name="csY11" fmla="*/ 0 h 115378"/>
                <a:gd name="csX12" fmla="*/ 3261 w 77253"/>
                <a:gd name="csY12" fmla="*/ 753 h 115378"/>
                <a:gd name="csX13" fmla="*/ 1003 w 77253"/>
                <a:gd name="csY13" fmla="*/ 753 h 115378"/>
                <a:gd name="csX14" fmla="*/ 1003 w 77253"/>
                <a:gd name="csY14" fmla="*/ 2257 h 115378"/>
                <a:gd name="csX15" fmla="*/ 1505 w 77253"/>
                <a:gd name="csY15" fmla="*/ 72990 h 115378"/>
                <a:gd name="csX16" fmla="*/ 251 w 77253"/>
                <a:gd name="csY16" fmla="*/ 111867 h 115378"/>
                <a:gd name="csX17" fmla="*/ 251 w 77253"/>
                <a:gd name="csY17" fmla="*/ 113121 h 115378"/>
                <a:gd name="csX18" fmla="*/ 0 w 77253"/>
                <a:gd name="csY18" fmla="*/ 115379 h 115378"/>
                <a:gd name="csX19" fmla="*/ 0 w 77253"/>
                <a:gd name="csY19" fmla="*/ 115379 h 1153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77253" h="115378">
                  <a:moveTo>
                    <a:pt x="0" y="115379"/>
                  </a:moveTo>
                  <a:cubicBezTo>
                    <a:pt x="752" y="115379"/>
                    <a:pt x="1505" y="115379"/>
                    <a:pt x="2508" y="115379"/>
                  </a:cubicBezTo>
                  <a:cubicBezTo>
                    <a:pt x="9782" y="115128"/>
                    <a:pt x="16805" y="115128"/>
                    <a:pt x="24079" y="114877"/>
                  </a:cubicBezTo>
                  <a:cubicBezTo>
                    <a:pt x="39379" y="114375"/>
                    <a:pt x="54429" y="114375"/>
                    <a:pt x="69478" y="114375"/>
                  </a:cubicBezTo>
                  <a:lnTo>
                    <a:pt x="72488" y="114375"/>
                  </a:lnTo>
                  <a:cubicBezTo>
                    <a:pt x="72488" y="113874"/>
                    <a:pt x="72488" y="113372"/>
                    <a:pt x="72488" y="112870"/>
                  </a:cubicBezTo>
                  <a:cubicBezTo>
                    <a:pt x="72739" y="106600"/>
                    <a:pt x="72989" y="100329"/>
                    <a:pt x="73240" y="94059"/>
                  </a:cubicBezTo>
                  <a:cubicBezTo>
                    <a:pt x="74244" y="73240"/>
                    <a:pt x="73993" y="52171"/>
                    <a:pt x="75498" y="31102"/>
                  </a:cubicBezTo>
                  <a:cubicBezTo>
                    <a:pt x="75999" y="21320"/>
                    <a:pt x="77253" y="11538"/>
                    <a:pt x="77253" y="1505"/>
                  </a:cubicBezTo>
                  <a:cubicBezTo>
                    <a:pt x="77253" y="1003"/>
                    <a:pt x="77253" y="502"/>
                    <a:pt x="77253" y="0"/>
                  </a:cubicBezTo>
                  <a:cubicBezTo>
                    <a:pt x="76501" y="0"/>
                    <a:pt x="75999" y="0"/>
                    <a:pt x="75247" y="0"/>
                  </a:cubicBezTo>
                  <a:cubicBezTo>
                    <a:pt x="74745" y="0"/>
                    <a:pt x="73993" y="0"/>
                    <a:pt x="73491" y="0"/>
                  </a:cubicBezTo>
                  <a:cubicBezTo>
                    <a:pt x="50165" y="251"/>
                    <a:pt x="26587" y="502"/>
                    <a:pt x="3261" y="753"/>
                  </a:cubicBezTo>
                  <a:cubicBezTo>
                    <a:pt x="2508" y="753"/>
                    <a:pt x="1756" y="753"/>
                    <a:pt x="1003" y="753"/>
                  </a:cubicBezTo>
                  <a:cubicBezTo>
                    <a:pt x="1003" y="1254"/>
                    <a:pt x="1003" y="1756"/>
                    <a:pt x="1003" y="2257"/>
                  </a:cubicBezTo>
                  <a:cubicBezTo>
                    <a:pt x="2257" y="25835"/>
                    <a:pt x="2257" y="49412"/>
                    <a:pt x="1505" y="72990"/>
                  </a:cubicBezTo>
                  <a:cubicBezTo>
                    <a:pt x="1003" y="86032"/>
                    <a:pt x="752" y="98824"/>
                    <a:pt x="251" y="111867"/>
                  </a:cubicBezTo>
                  <a:cubicBezTo>
                    <a:pt x="251" y="112369"/>
                    <a:pt x="251" y="112620"/>
                    <a:pt x="251" y="113121"/>
                  </a:cubicBezTo>
                  <a:cubicBezTo>
                    <a:pt x="251" y="114125"/>
                    <a:pt x="0" y="114877"/>
                    <a:pt x="0" y="115379"/>
                  </a:cubicBezTo>
                  <a:lnTo>
                    <a:pt x="0" y="115379"/>
                  </a:lnTo>
                  <a:close/>
                </a:path>
              </a:pathLst>
            </a:custGeom>
            <a:solidFill>
              <a:srgbClr val="00A9F4"/>
            </a:solidFill>
            <a:ln w="2497" cap="flat">
              <a:noFill/>
              <a:prstDash val="solid"/>
              <a:miter/>
            </a:ln>
          </p:spPr>
          <p:txBody>
            <a:bodyPr/>
            <a:lstStyle/>
            <a:p>
              <a:endParaRPr lang="es-ES"/>
            </a:p>
          </p:txBody>
        </p:sp>
        <p:sp>
          <p:nvSpPr>
            <p:cNvPr id="83" name="Freeform: Shape 82">
              <a:extLst>
                <a:ext uri="{FF2B5EF4-FFF2-40B4-BE49-F238E27FC236}">
                  <a16:creationId xmlns:a16="http://schemas.microsoft.com/office/drawing/2014/main" id="{BD0FF22E-F4E0-249A-EAAF-8B67AE46D055}"/>
                </a:ext>
              </a:extLst>
            </p:cNvPr>
            <p:cNvSpPr/>
            <p:nvPr/>
          </p:nvSpPr>
          <p:spPr>
            <a:xfrm>
              <a:off x="-110147" y="2442119"/>
              <a:ext cx="77253" cy="152751"/>
            </a:xfrm>
            <a:custGeom>
              <a:avLst/>
              <a:gdLst>
                <a:gd name="csX0" fmla="*/ 0 w 77253"/>
                <a:gd name="csY0" fmla="*/ 152751 h 152751"/>
                <a:gd name="csX1" fmla="*/ 2508 w 77253"/>
                <a:gd name="csY1" fmla="*/ 152751 h 152751"/>
                <a:gd name="csX2" fmla="*/ 24079 w 77253"/>
                <a:gd name="csY2" fmla="*/ 151999 h 152751"/>
                <a:gd name="csX3" fmla="*/ 69478 w 77253"/>
                <a:gd name="csY3" fmla="*/ 151497 h 152751"/>
                <a:gd name="csX4" fmla="*/ 72488 w 77253"/>
                <a:gd name="csY4" fmla="*/ 151497 h 152751"/>
                <a:gd name="csX5" fmla="*/ 72488 w 77253"/>
                <a:gd name="csY5" fmla="*/ 149491 h 152751"/>
                <a:gd name="csX6" fmla="*/ 73240 w 77253"/>
                <a:gd name="csY6" fmla="*/ 124659 h 152751"/>
                <a:gd name="csX7" fmla="*/ 75498 w 77253"/>
                <a:gd name="csY7" fmla="*/ 41386 h 152751"/>
                <a:gd name="csX8" fmla="*/ 77253 w 77253"/>
                <a:gd name="csY8" fmla="*/ 2257 h 152751"/>
                <a:gd name="csX9" fmla="*/ 77253 w 77253"/>
                <a:gd name="csY9" fmla="*/ 0 h 152751"/>
                <a:gd name="csX10" fmla="*/ 75247 w 77253"/>
                <a:gd name="csY10" fmla="*/ 0 h 152751"/>
                <a:gd name="csX11" fmla="*/ 73491 w 77253"/>
                <a:gd name="csY11" fmla="*/ 0 h 152751"/>
                <a:gd name="csX12" fmla="*/ 3261 w 77253"/>
                <a:gd name="csY12" fmla="*/ 1003 h 152751"/>
                <a:gd name="csX13" fmla="*/ 1003 w 77253"/>
                <a:gd name="csY13" fmla="*/ 1003 h 152751"/>
                <a:gd name="csX14" fmla="*/ 1003 w 77253"/>
                <a:gd name="csY14" fmla="*/ 3261 h 152751"/>
                <a:gd name="csX15" fmla="*/ 1505 w 77253"/>
                <a:gd name="csY15" fmla="*/ 97069 h 152751"/>
                <a:gd name="csX16" fmla="*/ 251 w 77253"/>
                <a:gd name="csY16" fmla="*/ 148487 h 152751"/>
                <a:gd name="csX17" fmla="*/ 251 w 77253"/>
                <a:gd name="csY17" fmla="*/ 149992 h 152751"/>
                <a:gd name="csX18" fmla="*/ 0 w 77253"/>
                <a:gd name="csY18" fmla="*/ 152751 h 152751"/>
                <a:gd name="csX19" fmla="*/ 0 w 77253"/>
                <a:gd name="csY19" fmla="*/ 152751 h 1527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77253" h="152751">
                  <a:moveTo>
                    <a:pt x="0" y="152751"/>
                  </a:moveTo>
                  <a:cubicBezTo>
                    <a:pt x="752" y="152751"/>
                    <a:pt x="1505" y="152751"/>
                    <a:pt x="2508" y="152751"/>
                  </a:cubicBezTo>
                  <a:cubicBezTo>
                    <a:pt x="9782" y="152500"/>
                    <a:pt x="16805" y="152250"/>
                    <a:pt x="24079" y="151999"/>
                  </a:cubicBezTo>
                  <a:cubicBezTo>
                    <a:pt x="39379" y="151497"/>
                    <a:pt x="54429" y="151497"/>
                    <a:pt x="69478" y="151497"/>
                  </a:cubicBezTo>
                  <a:lnTo>
                    <a:pt x="72488" y="151497"/>
                  </a:lnTo>
                  <a:cubicBezTo>
                    <a:pt x="72488" y="150996"/>
                    <a:pt x="72488" y="150243"/>
                    <a:pt x="72488" y="149491"/>
                  </a:cubicBezTo>
                  <a:cubicBezTo>
                    <a:pt x="72739" y="141213"/>
                    <a:pt x="72989" y="132936"/>
                    <a:pt x="73240" y="124659"/>
                  </a:cubicBezTo>
                  <a:cubicBezTo>
                    <a:pt x="74244" y="96818"/>
                    <a:pt x="73993" y="68976"/>
                    <a:pt x="75498" y="41386"/>
                  </a:cubicBezTo>
                  <a:cubicBezTo>
                    <a:pt x="75999" y="28594"/>
                    <a:pt x="77253" y="15300"/>
                    <a:pt x="77253" y="2257"/>
                  </a:cubicBezTo>
                  <a:cubicBezTo>
                    <a:pt x="77253" y="1505"/>
                    <a:pt x="77253" y="752"/>
                    <a:pt x="77253" y="0"/>
                  </a:cubicBezTo>
                  <a:cubicBezTo>
                    <a:pt x="76501" y="0"/>
                    <a:pt x="75999" y="0"/>
                    <a:pt x="75247" y="0"/>
                  </a:cubicBezTo>
                  <a:cubicBezTo>
                    <a:pt x="74745" y="0"/>
                    <a:pt x="73993" y="0"/>
                    <a:pt x="73491" y="0"/>
                  </a:cubicBezTo>
                  <a:cubicBezTo>
                    <a:pt x="50165" y="251"/>
                    <a:pt x="26587" y="502"/>
                    <a:pt x="3261" y="1003"/>
                  </a:cubicBezTo>
                  <a:cubicBezTo>
                    <a:pt x="2508" y="1003"/>
                    <a:pt x="1756" y="1003"/>
                    <a:pt x="1003" y="1003"/>
                  </a:cubicBezTo>
                  <a:cubicBezTo>
                    <a:pt x="1003" y="1756"/>
                    <a:pt x="1003" y="2508"/>
                    <a:pt x="1003" y="3261"/>
                  </a:cubicBezTo>
                  <a:cubicBezTo>
                    <a:pt x="2257" y="34614"/>
                    <a:pt x="2257" y="65716"/>
                    <a:pt x="1505" y="97069"/>
                  </a:cubicBezTo>
                  <a:cubicBezTo>
                    <a:pt x="1003" y="114125"/>
                    <a:pt x="752" y="131431"/>
                    <a:pt x="251" y="148487"/>
                  </a:cubicBezTo>
                  <a:cubicBezTo>
                    <a:pt x="251" y="148989"/>
                    <a:pt x="251" y="149491"/>
                    <a:pt x="251" y="149992"/>
                  </a:cubicBezTo>
                  <a:cubicBezTo>
                    <a:pt x="0" y="151246"/>
                    <a:pt x="0" y="151999"/>
                    <a:pt x="0" y="152751"/>
                  </a:cubicBezTo>
                  <a:lnTo>
                    <a:pt x="0" y="152751"/>
                  </a:lnTo>
                  <a:close/>
                </a:path>
              </a:pathLst>
            </a:custGeom>
            <a:solidFill>
              <a:srgbClr val="2251FF"/>
            </a:solidFill>
            <a:ln w="2497" cap="flat">
              <a:noFill/>
              <a:prstDash val="solid"/>
              <a:miter/>
            </a:ln>
          </p:spPr>
          <p:txBody>
            <a:bodyPr/>
            <a:lstStyle/>
            <a:p>
              <a:endParaRPr lang="es-ES"/>
            </a:p>
          </p:txBody>
        </p:sp>
        <p:sp>
          <p:nvSpPr>
            <p:cNvPr id="84" name="Freeform: Shape 83">
              <a:extLst>
                <a:ext uri="{FF2B5EF4-FFF2-40B4-BE49-F238E27FC236}">
                  <a16:creationId xmlns:a16="http://schemas.microsoft.com/office/drawing/2014/main" id="{BFB2F9B5-7D47-5C55-6942-8CC4EDE21640}"/>
                </a:ext>
              </a:extLst>
            </p:cNvPr>
            <p:cNvSpPr/>
            <p:nvPr/>
          </p:nvSpPr>
          <p:spPr>
            <a:xfrm>
              <a:off x="-40920" y="2344549"/>
              <a:ext cx="77253" cy="250321"/>
            </a:xfrm>
            <a:custGeom>
              <a:avLst/>
              <a:gdLst>
                <a:gd name="csX0" fmla="*/ 0 w 77253"/>
                <a:gd name="csY0" fmla="*/ 250321 h 250321"/>
                <a:gd name="csX1" fmla="*/ 2508 w 77253"/>
                <a:gd name="csY1" fmla="*/ 250071 h 250321"/>
                <a:gd name="csX2" fmla="*/ 24079 w 77253"/>
                <a:gd name="csY2" fmla="*/ 248816 h 250321"/>
                <a:gd name="csX3" fmla="*/ 69478 w 77253"/>
                <a:gd name="csY3" fmla="*/ 247813 h 250321"/>
                <a:gd name="csX4" fmla="*/ 72488 w 77253"/>
                <a:gd name="csY4" fmla="*/ 247813 h 250321"/>
                <a:gd name="csX5" fmla="*/ 72488 w 77253"/>
                <a:gd name="csY5" fmla="*/ 244803 h 250321"/>
                <a:gd name="csX6" fmla="*/ 73240 w 77253"/>
                <a:gd name="csY6" fmla="*/ 204170 h 250321"/>
                <a:gd name="csX7" fmla="*/ 75498 w 77253"/>
                <a:gd name="csY7" fmla="*/ 67722 h 250321"/>
                <a:gd name="csX8" fmla="*/ 77253 w 77253"/>
                <a:gd name="csY8" fmla="*/ 3512 h 250321"/>
                <a:gd name="csX9" fmla="*/ 77253 w 77253"/>
                <a:gd name="csY9" fmla="*/ 0 h 250321"/>
                <a:gd name="csX10" fmla="*/ 75247 w 77253"/>
                <a:gd name="csY10" fmla="*/ 0 h 250321"/>
                <a:gd name="csX11" fmla="*/ 73491 w 77253"/>
                <a:gd name="csY11" fmla="*/ 0 h 250321"/>
                <a:gd name="csX12" fmla="*/ 3261 w 77253"/>
                <a:gd name="csY12" fmla="*/ 1756 h 250321"/>
                <a:gd name="csX13" fmla="*/ 1003 w 77253"/>
                <a:gd name="csY13" fmla="*/ 1756 h 250321"/>
                <a:gd name="csX14" fmla="*/ 1003 w 77253"/>
                <a:gd name="csY14" fmla="*/ 5267 h 250321"/>
                <a:gd name="csX15" fmla="*/ 1505 w 77253"/>
                <a:gd name="csY15" fmla="*/ 159022 h 250321"/>
                <a:gd name="csX16" fmla="*/ 251 w 77253"/>
                <a:gd name="csY16" fmla="*/ 243298 h 250321"/>
                <a:gd name="csX17" fmla="*/ 251 w 77253"/>
                <a:gd name="csY17" fmla="*/ 245807 h 250321"/>
                <a:gd name="csX18" fmla="*/ 0 w 77253"/>
                <a:gd name="csY18" fmla="*/ 250321 h 250321"/>
                <a:gd name="csX19" fmla="*/ 0 w 77253"/>
                <a:gd name="csY19" fmla="*/ 250321 h 2503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77253" h="250321">
                  <a:moveTo>
                    <a:pt x="0" y="250321"/>
                  </a:moveTo>
                  <a:cubicBezTo>
                    <a:pt x="752" y="250321"/>
                    <a:pt x="1505" y="250321"/>
                    <a:pt x="2508" y="250071"/>
                  </a:cubicBezTo>
                  <a:cubicBezTo>
                    <a:pt x="9782" y="249820"/>
                    <a:pt x="16805" y="249318"/>
                    <a:pt x="24079" y="248816"/>
                  </a:cubicBezTo>
                  <a:cubicBezTo>
                    <a:pt x="39379" y="248064"/>
                    <a:pt x="54429" y="247813"/>
                    <a:pt x="69478" y="247813"/>
                  </a:cubicBezTo>
                  <a:lnTo>
                    <a:pt x="72488" y="247813"/>
                  </a:lnTo>
                  <a:cubicBezTo>
                    <a:pt x="72488" y="246810"/>
                    <a:pt x="72488" y="245807"/>
                    <a:pt x="72488" y="244803"/>
                  </a:cubicBezTo>
                  <a:cubicBezTo>
                    <a:pt x="72739" y="231259"/>
                    <a:pt x="72989" y="217714"/>
                    <a:pt x="73240" y="204170"/>
                  </a:cubicBezTo>
                  <a:cubicBezTo>
                    <a:pt x="74244" y="158771"/>
                    <a:pt x="73993" y="113121"/>
                    <a:pt x="75498" y="67722"/>
                  </a:cubicBezTo>
                  <a:cubicBezTo>
                    <a:pt x="75999" y="46653"/>
                    <a:pt x="77253" y="25082"/>
                    <a:pt x="77253" y="3512"/>
                  </a:cubicBezTo>
                  <a:cubicBezTo>
                    <a:pt x="77253" y="2257"/>
                    <a:pt x="77253" y="1254"/>
                    <a:pt x="77253" y="0"/>
                  </a:cubicBezTo>
                  <a:cubicBezTo>
                    <a:pt x="76501" y="0"/>
                    <a:pt x="75999" y="0"/>
                    <a:pt x="75247" y="0"/>
                  </a:cubicBezTo>
                  <a:cubicBezTo>
                    <a:pt x="74745" y="0"/>
                    <a:pt x="73993" y="0"/>
                    <a:pt x="73491" y="0"/>
                  </a:cubicBezTo>
                  <a:cubicBezTo>
                    <a:pt x="50165" y="502"/>
                    <a:pt x="26587" y="1003"/>
                    <a:pt x="3261" y="1756"/>
                  </a:cubicBezTo>
                  <a:cubicBezTo>
                    <a:pt x="2508" y="1756"/>
                    <a:pt x="1756" y="1756"/>
                    <a:pt x="1003" y="1756"/>
                  </a:cubicBezTo>
                  <a:cubicBezTo>
                    <a:pt x="1003" y="3010"/>
                    <a:pt x="1003" y="4013"/>
                    <a:pt x="1003" y="5267"/>
                  </a:cubicBezTo>
                  <a:cubicBezTo>
                    <a:pt x="2257" y="56686"/>
                    <a:pt x="2257" y="107603"/>
                    <a:pt x="1505" y="159022"/>
                  </a:cubicBezTo>
                  <a:cubicBezTo>
                    <a:pt x="1003" y="187114"/>
                    <a:pt x="752" y="215206"/>
                    <a:pt x="251" y="243298"/>
                  </a:cubicBezTo>
                  <a:cubicBezTo>
                    <a:pt x="251" y="244051"/>
                    <a:pt x="251" y="245054"/>
                    <a:pt x="251" y="245807"/>
                  </a:cubicBezTo>
                  <a:cubicBezTo>
                    <a:pt x="0" y="247813"/>
                    <a:pt x="0" y="249067"/>
                    <a:pt x="0" y="250321"/>
                  </a:cubicBezTo>
                  <a:lnTo>
                    <a:pt x="0" y="250321"/>
                  </a:lnTo>
                  <a:close/>
                </a:path>
              </a:pathLst>
            </a:custGeom>
            <a:solidFill>
              <a:srgbClr val="051C2C"/>
            </a:solidFill>
            <a:ln w="2497" cap="flat">
              <a:noFill/>
              <a:prstDash val="solid"/>
              <a:miter/>
            </a:ln>
          </p:spPr>
          <p:txBody>
            <a:bodyPr/>
            <a:lstStyle/>
            <a:p>
              <a:endParaRPr lang="es-ES"/>
            </a:p>
          </p:txBody>
        </p:sp>
        <p:sp>
          <p:nvSpPr>
            <p:cNvPr id="85" name="Freeform: Shape 84">
              <a:extLst>
                <a:ext uri="{FF2B5EF4-FFF2-40B4-BE49-F238E27FC236}">
                  <a16:creationId xmlns:a16="http://schemas.microsoft.com/office/drawing/2014/main" id="{15CDA523-1643-D2FD-87C9-8E58E67A188C}"/>
                </a:ext>
              </a:extLst>
            </p:cNvPr>
            <p:cNvSpPr/>
            <p:nvPr/>
          </p:nvSpPr>
          <p:spPr>
            <a:xfrm>
              <a:off x="-203454" y="2586091"/>
              <a:ext cx="250070" cy="8778"/>
            </a:xfrm>
            <a:custGeom>
              <a:avLst/>
              <a:gdLst>
                <a:gd name="csX0" fmla="*/ 251 w 250070"/>
                <a:gd name="csY0" fmla="*/ 0 h 8778"/>
                <a:gd name="csX1" fmla="*/ 61452 w 250070"/>
                <a:gd name="csY1" fmla="*/ 251 h 8778"/>
                <a:gd name="csX2" fmla="*/ 205173 w 250070"/>
                <a:gd name="csY2" fmla="*/ 502 h 8778"/>
                <a:gd name="csX3" fmla="*/ 247813 w 250070"/>
                <a:gd name="csY3" fmla="*/ 502 h 8778"/>
                <a:gd name="csX4" fmla="*/ 250071 w 250070"/>
                <a:gd name="csY4" fmla="*/ 502 h 8778"/>
                <a:gd name="csX5" fmla="*/ 250071 w 250070"/>
                <a:gd name="csY5" fmla="*/ 7525 h 8778"/>
                <a:gd name="csX6" fmla="*/ 250071 w 250070"/>
                <a:gd name="csY6" fmla="*/ 8779 h 8778"/>
                <a:gd name="csX7" fmla="*/ 249569 w 250070"/>
                <a:gd name="csY7" fmla="*/ 8779 h 8778"/>
                <a:gd name="csX8" fmla="*/ 246810 w 250070"/>
                <a:gd name="csY8" fmla="*/ 8779 h 8778"/>
                <a:gd name="csX9" fmla="*/ 158018 w 250070"/>
                <a:gd name="csY9" fmla="*/ 8528 h 8778"/>
                <a:gd name="csX10" fmla="*/ 0 w 250070"/>
                <a:gd name="csY10" fmla="*/ 8528 h 8778"/>
                <a:gd name="csX11" fmla="*/ 251 w 250070"/>
                <a:gd name="csY11" fmla="*/ 0 h 8778"/>
                <a:gd name="csX12" fmla="*/ 251 w 250070"/>
                <a:gd name="csY12" fmla="*/ 0 h 87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50070" h="8778">
                  <a:moveTo>
                    <a:pt x="251" y="0"/>
                  </a:moveTo>
                  <a:cubicBezTo>
                    <a:pt x="20818" y="0"/>
                    <a:pt x="41386" y="0"/>
                    <a:pt x="61452" y="251"/>
                  </a:cubicBezTo>
                  <a:cubicBezTo>
                    <a:pt x="109359" y="502"/>
                    <a:pt x="157266" y="502"/>
                    <a:pt x="205173" y="502"/>
                  </a:cubicBezTo>
                  <a:cubicBezTo>
                    <a:pt x="219219" y="502"/>
                    <a:pt x="233516" y="502"/>
                    <a:pt x="247813" y="502"/>
                  </a:cubicBezTo>
                  <a:cubicBezTo>
                    <a:pt x="248566" y="502"/>
                    <a:pt x="249318" y="502"/>
                    <a:pt x="250071" y="502"/>
                  </a:cubicBezTo>
                  <a:cubicBezTo>
                    <a:pt x="250071" y="2759"/>
                    <a:pt x="250071" y="5267"/>
                    <a:pt x="250071" y="7525"/>
                  </a:cubicBezTo>
                  <a:cubicBezTo>
                    <a:pt x="250071" y="8026"/>
                    <a:pt x="250071" y="8277"/>
                    <a:pt x="250071" y="8779"/>
                  </a:cubicBezTo>
                  <a:cubicBezTo>
                    <a:pt x="249820" y="8779"/>
                    <a:pt x="249569" y="8779"/>
                    <a:pt x="249569" y="8779"/>
                  </a:cubicBezTo>
                  <a:cubicBezTo>
                    <a:pt x="248566" y="8779"/>
                    <a:pt x="247813" y="8779"/>
                    <a:pt x="246810" y="8779"/>
                  </a:cubicBezTo>
                  <a:cubicBezTo>
                    <a:pt x="217213" y="8779"/>
                    <a:pt x="187616" y="8779"/>
                    <a:pt x="158018" y="8528"/>
                  </a:cubicBezTo>
                  <a:cubicBezTo>
                    <a:pt x="105346" y="8528"/>
                    <a:pt x="52924" y="8528"/>
                    <a:pt x="0" y="8528"/>
                  </a:cubicBezTo>
                  <a:cubicBezTo>
                    <a:pt x="251" y="5769"/>
                    <a:pt x="251" y="2759"/>
                    <a:pt x="251" y="0"/>
                  </a:cubicBezTo>
                  <a:lnTo>
                    <a:pt x="251" y="0"/>
                  </a:lnTo>
                  <a:close/>
                </a:path>
              </a:pathLst>
            </a:custGeom>
            <a:solidFill>
              <a:srgbClr val="000000"/>
            </a:solidFill>
            <a:ln w="2497" cap="flat">
              <a:noFill/>
              <a:prstDash val="solid"/>
              <a:miter/>
            </a:ln>
          </p:spPr>
          <p:txBody>
            <a:bodyPr/>
            <a:lstStyle/>
            <a:p>
              <a:endParaRPr lang="es-ES"/>
            </a:p>
          </p:txBody>
        </p:sp>
      </p:grpSp>
      <p:grpSp>
        <p:nvGrpSpPr>
          <p:cNvPr id="86" name="Graphic 520">
            <a:extLst>
              <a:ext uri="{FF2B5EF4-FFF2-40B4-BE49-F238E27FC236}">
                <a16:creationId xmlns:a16="http://schemas.microsoft.com/office/drawing/2014/main" id="{893D4471-0581-8AA4-F709-09E3BBB63677}"/>
              </a:ext>
            </a:extLst>
          </p:cNvPr>
          <p:cNvGrpSpPr/>
          <p:nvPr/>
        </p:nvGrpSpPr>
        <p:grpSpPr>
          <a:xfrm>
            <a:off x="1267182" y="2423161"/>
            <a:ext cx="110242" cy="107791"/>
            <a:chOff x="-127912" y="2134650"/>
            <a:chExt cx="133393" cy="130427"/>
          </a:xfrm>
        </p:grpSpPr>
        <p:sp>
          <p:nvSpPr>
            <p:cNvPr id="87" name="Freeform: Shape 86">
              <a:extLst>
                <a:ext uri="{FF2B5EF4-FFF2-40B4-BE49-F238E27FC236}">
                  <a16:creationId xmlns:a16="http://schemas.microsoft.com/office/drawing/2014/main" id="{249C2DAD-6C54-8F07-EAA9-4A8F9FC0159E}"/>
                </a:ext>
              </a:extLst>
            </p:cNvPr>
            <p:cNvSpPr/>
            <p:nvPr/>
          </p:nvSpPr>
          <p:spPr>
            <a:xfrm>
              <a:off x="-119133" y="2139917"/>
              <a:ext cx="124615" cy="125160"/>
            </a:xfrm>
            <a:custGeom>
              <a:avLst/>
              <a:gdLst>
                <a:gd name="csX0" fmla="*/ 124615 w 124615"/>
                <a:gd name="csY0" fmla="*/ 57398 h 125160"/>
                <a:gd name="csX1" fmla="*/ 124615 w 124615"/>
                <a:gd name="csY1" fmla="*/ 55643 h 125160"/>
                <a:gd name="csX2" fmla="*/ 124114 w 124615"/>
                <a:gd name="csY2" fmla="*/ 50626 h 125160"/>
                <a:gd name="csX3" fmla="*/ 89500 w 124615"/>
                <a:gd name="csY3" fmla="*/ 6230 h 125160"/>
                <a:gd name="csX4" fmla="*/ 42596 w 124615"/>
                <a:gd name="csY4" fmla="*/ 2970 h 125160"/>
                <a:gd name="csX5" fmla="*/ 207 w 124615"/>
                <a:gd name="csY5" fmla="*/ 60408 h 125160"/>
                <a:gd name="csX6" fmla="*/ 10741 w 124615"/>
                <a:gd name="csY6" fmla="*/ 102546 h 125160"/>
                <a:gd name="csX7" fmla="*/ 22781 w 124615"/>
                <a:gd name="csY7" fmla="*/ 113834 h 125160"/>
                <a:gd name="csX8" fmla="*/ 88998 w 124615"/>
                <a:gd name="csY8" fmla="*/ 119602 h 125160"/>
                <a:gd name="csX9" fmla="*/ 115586 w 124615"/>
                <a:gd name="csY9" fmla="*/ 97028 h 125160"/>
                <a:gd name="csX10" fmla="*/ 122358 w 124615"/>
                <a:gd name="csY10" fmla="*/ 80976 h 125160"/>
                <a:gd name="csX11" fmla="*/ 122859 w 124615"/>
                <a:gd name="csY11" fmla="*/ 79471 h 125160"/>
                <a:gd name="csX12" fmla="*/ 123110 w 124615"/>
                <a:gd name="csY12" fmla="*/ 77966 h 125160"/>
                <a:gd name="csX13" fmla="*/ 123110 w 124615"/>
                <a:gd name="csY13" fmla="*/ 77966 h 125160"/>
                <a:gd name="csX14" fmla="*/ 123361 w 124615"/>
                <a:gd name="csY14" fmla="*/ 76712 h 125160"/>
                <a:gd name="csX15" fmla="*/ 123612 w 124615"/>
                <a:gd name="csY15" fmla="*/ 74956 h 125160"/>
                <a:gd name="csX16" fmla="*/ 123863 w 124615"/>
                <a:gd name="csY16" fmla="*/ 73451 h 125160"/>
                <a:gd name="csX17" fmla="*/ 123863 w 124615"/>
                <a:gd name="csY17" fmla="*/ 72949 h 125160"/>
                <a:gd name="csX18" fmla="*/ 124114 w 124615"/>
                <a:gd name="csY18" fmla="*/ 71946 h 125160"/>
                <a:gd name="csX19" fmla="*/ 124114 w 124615"/>
                <a:gd name="csY19" fmla="*/ 71444 h 125160"/>
                <a:gd name="csX20" fmla="*/ 124364 w 124615"/>
                <a:gd name="csY20" fmla="*/ 70441 h 125160"/>
                <a:gd name="csX21" fmla="*/ 124364 w 124615"/>
                <a:gd name="csY21" fmla="*/ 69689 h 125160"/>
                <a:gd name="csX22" fmla="*/ 124364 w 124615"/>
                <a:gd name="csY22" fmla="*/ 69438 h 125160"/>
                <a:gd name="csX23" fmla="*/ 124364 w 124615"/>
                <a:gd name="csY23" fmla="*/ 68435 h 125160"/>
                <a:gd name="csX24" fmla="*/ 124615 w 124615"/>
                <a:gd name="csY24" fmla="*/ 66428 h 125160"/>
                <a:gd name="csX25" fmla="*/ 124615 w 124615"/>
                <a:gd name="csY25" fmla="*/ 64923 h 125160"/>
                <a:gd name="csX26" fmla="*/ 124615 w 124615"/>
                <a:gd name="csY26" fmla="*/ 64171 h 125160"/>
                <a:gd name="csX27" fmla="*/ 124615 w 124615"/>
                <a:gd name="csY27" fmla="*/ 62916 h 125160"/>
                <a:gd name="csX28" fmla="*/ 124615 w 124615"/>
                <a:gd name="csY28" fmla="*/ 62415 h 125160"/>
                <a:gd name="csX29" fmla="*/ 124615 w 124615"/>
                <a:gd name="csY29" fmla="*/ 60659 h 125160"/>
                <a:gd name="csX30" fmla="*/ 124615 w 124615"/>
                <a:gd name="csY30" fmla="*/ 57398 h 125160"/>
                <a:gd name="csX31" fmla="*/ 124615 w 124615"/>
                <a:gd name="csY31" fmla="*/ 57398 h 1251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24615" h="125160">
                  <a:moveTo>
                    <a:pt x="124615" y="57398"/>
                  </a:moveTo>
                  <a:cubicBezTo>
                    <a:pt x="124615" y="56897"/>
                    <a:pt x="124615" y="56144"/>
                    <a:pt x="124615" y="55643"/>
                  </a:cubicBezTo>
                  <a:cubicBezTo>
                    <a:pt x="124615" y="53887"/>
                    <a:pt x="124364" y="52382"/>
                    <a:pt x="124114" y="50626"/>
                  </a:cubicBezTo>
                  <a:cubicBezTo>
                    <a:pt x="121104" y="30309"/>
                    <a:pt x="107058" y="14508"/>
                    <a:pt x="89500" y="6230"/>
                  </a:cubicBezTo>
                  <a:cubicBezTo>
                    <a:pt x="74952" y="-542"/>
                    <a:pt x="58147" y="-2047"/>
                    <a:pt x="42596" y="2970"/>
                  </a:cubicBezTo>
                  <a:cubicBezTo>
                    <a:pt x="17765" y="10996"/>
                    <a:pt x="1963" y="35075"/>
                    <a:pt x="207" y="60408"/>
                  </a:cubicBezTo>
                  <a:cubicBezTo>
                    <a:pt x="-796" y="76210"/>
                    <a:pt x="1712" y="91009"/>
                    <a:pt x="10741" y="102546"/>
                  </a:cubicBezTo>
                  <a:cubicBezTo>
                    <a:pt x="14002" y="106811"/>
                    <a:pt x="17765" y="110573"/>
                    <a:pt x="22781" y="113834"/>
                  </a:cubicBezTo>
                  <a:cubicBezTo>
                    <a:pt x="41844" y="126626"/>
                    <a:pt x="68180" y="128632"/>
                    <a:pt x="88998" y="119602"/>
                  </a:cubicBezTo>
                  <a:cubicBezTo>
                    <a:pt x="100034" y="115088"/>
                    <a:pt x="109315" y="107061"/>
                    <a:pt x="115586" y="97028"/>
                  </a:cubicBezTo>
                  <a:cubicBezTo>
                    <a:pt x="118595" y="92012"/>
                    <a:pt x="120853" y="86745"/>
                    <a:pt x="122358" y="80976"/>
                  </a:cubicBezTo>
                  <a:cubicBezTo>
                    <a:pt x="122609" y="80474"/>
                    <a:pt x="122609" y="79972"/>
                    <a:pt x="122859" y="79471"/>
                  </a:cubicBezTo>
                  <a:cubicBezTo>
                    <a:pt x="123110" y="78969"/>
                    <a:pt x="123110" y="78468"/>
                    <a:pt x="123110" y="77966"/>
                  </a:cubicBezTo>
                  <a:cubicBezTo>
                    <a:pt x="123110" y="77966"/>
                    <a:pt x="123110" y="77966"/>
                    <a:pt x="123110" y="77966"/>
                  </a:cubicBezTo>
                  <a:cubicBezTo>
                    <a:pt x="123110" y="77464"/>
                    <a:pt x="123361" y="76963"/>
                    <a:pt x="123361" y="76712"/>
                  </a:cubicBezTo>
                  <a:cubicBezTo>
                    <a:pt x="123361" y="76210"/>
                    <a:pt x="123612" y="75458"/>
                    <a:pt x="123612" y="74956"/>
                  </a:cubicBezTo>
                  <a:cubicBezTo>
                    <a:pt x="123612" y="74454"/>
                    <a:pt x="123863" y="73953"/>
                    <a:pt x="123863" y="73451"/>
                  </a:cubicBezTo>
                  <a:cubicBezTo>
                    <a:pt x="123863" y="73200"/>
                    <a:pt x="123863" y="73200"/>
                    <a:pt x="123863" y="72949"/>
                  </a:cubicBezTo>
                  <a:cubicBezTo>
                    <a:pt x="123863" y="72699"/>
                    <a:pt x="123863" y="72197"/>
                    <a:pt x="124114" y="71946"/>
                  </a:cubicBezTo>
                  <a:cubicBezTo>
                    <a:pt x="124114" y="71695"/>
                    <a:pt x="124114" y="71695"/>
                    <a:pt x="124114" y="71444"/>
                  </a:cubicBezTo>
                  <a:cubicBezTo>
                    <a:pt x="124114" y="71194"/>
                    <a:pt x="124114" y="70692"/>
                    <a:pt x="124364" y="70441"/>
                  </a:cubicBezTo>
                  <a:cubicBezTo>
                    <a:pt x="124364" y="70190"/>
                    <a:pt x="124364" y="69939"/>
                    <a:pt x="124364" y="69689"/>
                  </a:cubicBezTo>
                  <a:cubicBezTo>
                    <a:pt x="124364" y="69689"/>
                    <a:pt x="124364" y="69438"/>
                    <a:pt x="124364" y="69438"/>
                  </a:cubicBezTo>
                  <a:cubicBezTo>
                    <a:pt x="124364" y="69187"/>
                    <a:pt x="124364" y="68685"/>
                    <a:pt x="124364" y="68435"/>
                  </a:cubicBezTo>
                  <a:cubicBezTo>
                    <a:pt x="124364" y="67682"/>
                    <a:pt x="124364" y="67180"/>
                    <a:pt x="124615" y="66428"/>
                  </a:cubicBezTo>
                  <a:cubicBezTo>
                    <a:pt x="124615" y="65926"/>
                    <a:pt x="124615" y="65425"/>
                    <a:pt x="124615" y="64923"/>
                  </a:cubicBezTo>
                  <a:cubicBezTo>
                    <a:pt x="124615" y="64672"/>
                    <a:pt x="124615" y="64421"/>
                    <a:pt x="124615" y="64171"/>
                  </a:cubicBezTo>
                  <a:cubicBezTo>
                    <a:pt x="124615" y="63669"/>
                    <a:pt x="124615" y="63418"/>
                    <a:pt x="124615" y="62916"/>
                  </a:cubicBezTo>
                  <a:cubicBezTo>
                    <a:pt x="124615" y="62666"/>
                    <a:pt x="124615" y="62666"/>
                    <a:pt x="124615" y="62415"/>
                  </a:cubicBezTo>
                  <a:cubicBezTo>
                    <a:pt x="124615" y="61913"/>
                    <a:pt x="124615" y="61161"/>
                    <a:pt x="124615" y="60659"/>
                  </a:cubicBezTo>
                  <a:cubicBezTo>
                    <a:pt x="124615" y="59405"/>
                    <a:pt x="124615" y="58402"/>
                    <a:pt x="124615" y="57398"/>
                  </a:cubicBezTo>
                  <a:lnTo>
                    <a:pt x="124615" y="57398"/>
                  </a:lnTo>
                  <a:close/>
                </a:path>
              </a:pathLst>
            </a:custGeom>
            <a:solidFill>
              <a:srgbClr val="6ECBF7"/>
            </a:solidFill>
            <a:ln w="2497" cap="flat">
              <a:noFill/>
              <a:prstDash val="solid"/>
              <a:miter/>
            </a:ln>
          </p:spPr>
          <p:txBody>
            <a:bodyPr/>
            <a:lstStyle/>
            <a:p>
              <a:endParaRPr lang="es-ES"/>
            </a:p>
          </p:txBody>
        </p:sp>
        <p:sp>
          <p:nvSpPr>
            <p:cNvPr id="89" name="Freeform: Shape 88">
              <a:extLst>
                <a:ext uri="{FF2B5EF4-FFF2-40B4-BE49-F238E27FC236}">
                  <a16:creationId xmlns:a16="http://schemas.microsoft.com/office/drawing/2014/main" id="{67D50DBB-08A1-2486-433D-18A184F8D7CC}"/>
                </a:ext>
              </a:extLst>
            </p:cNvPr>
            <p:cNvSpPr/>
            <p:nvPr/>
          </p:nvSpPr>
          <p:spPr>
            <a:xfrm>
              <a:off x="-127912" y="2134650"/>
              <a:ext cx="124615" cy="125160"/>
            </a:xfrm>
            <a:custGeom>
              <a:avLst/>
              <a:gdLst>
                <a:gd name="csX0" fmla="*/ 124615 w 124615"/>
                <a:gd name="csY0" fmla="*/ 57398 h 125160"/>
                <a:gd name="csX1" fmla="*/ 124615 w 124615"/>
                <a:gd name="csY1" fmla="*/ 55643 h 125160"/>
                <a:gd name="csX2" fmla="*/ 124114 w 124615"/>
                <a:gd name="csY2" fmla="*/ 50626 h 125160"/>
                <a:gd name="csX3" fmla="*/ 89500 w 124615"/>
                <a:gd name="csY3" fmla="*/ 6230 h 125160"/>
                <a:gd name="csX4" fmla="*/ 42596 w 124615"/>
                <a:gd name="csY4" fmla="*/ 2970 h 125160"/>
                <a:gd name="csX5" fmla="*/ 207 w 124615"/>
                <a:gd name="csY5" fmla="*/ 60408 h 125160"/>
                <a:gd name="csX6" fmla="*/ 10741 w 124615"/>
                <a:gd name="csY6" fmla="*/ 102547 h 125160"/>
                <a:gd name="csX7" fmla="*/ 22781 w 124615"/>
                <a:gd name="csY7" fmla="*/ 113834 h 125160"/>
                <a:gd name="csX8" fmla="*/ 88998 w 124615"/>
                <a:gd name="csY8" fmla="*/ 119602 h 125160"/>
                <a:gd name="csX9" fmla="*/ 115586 w 124615"/>
                <a:gd name="csY9" fmla="*/ 97028 h 125160"/>
                <a:gd name="csX10" fmla="*/ 122358 w 124615"/>
                <a:gd name="csY10" fmla="*/ 80976 h 125160"/>
                <a:gd name="csX11" fmla="*/ 122859 w 124615"/>
                <a:gd name="csY11" fmla="*/ 79471 h 125160"/>
                <a:gd name="csX12" fmla="*/ 123110 w 124615"/>
                <a:gd name="csY12" fmla="*/ 77966 h 125160"/>
                <a:gd name="csX13" fmla="*/ 123110 w 124615"/>
                <a:gd name="csY13" fmla="*/ 77966 h 125160"/>
                <a:gd name="csX14" fmla="*/ 123361 w 124615"/>
                <a:gd name="csY14" fmla="*/ 76712 h 125160"/>
                <a:gd name="csX15" fmla="*/ 123612 w 124615"/>
                <a:gd name="csY15" fmla="*/ 74956 h 125160"/>
                <a:gd name="csX16" fmla="*/ 123863 w 124615"/>
                <a:gd name="csY16" fmla="*/ 73451 h 125160"/>
                <a:gd name="csX17" fmla="*/ 123863 w 124615"/>
                <a:gd name="csY17" fmla="*/ 72949 h 125160"/>
                <a:gd name="csX18" fmla="*/ 124114 w 124615"/>
                <a:gd name="csY18" fmla="*/ 71946 h 125160"/>
                <a:gd name="csX19" fmla="*/ 124114 w 124615"/>
                <a:gd name="csY19" fmla="*/ 71444 h 125160"/>
                <a:gd name="csX20" fmla="*/ 124364 w 124615"/>
                <a:gd name="csY20" fmla="*/ 70441 h 125160"/>
                <a:gd name="csX21" fmla="*/ 124364 w 124615"/>
                <a:gd name="csY21" fmla="*/ 69689 h 125160"/>
                <a:gd name="csX22" fmla="*/ 124364 w 124615"/>
                <a:gd name="csY22" fmla="*/ 69438 h 125160"/>
                <a:gd name="csX23" fmla="*/ 124364 w 124615"/>
                <a:gd name="csY23" fmla="*/ 68435 h 125160"/>
                <a:gd name="csX24" fmla="*/ 124615 w 124615"/>
                <a:gd name="csY24" fmla="*/ 66428 h 125160"/>
                <a:gd name="csX25" fmla="*/ 124615 w 124615"/>
                <a:gd name="csY25" fmla="*/ 64923 h 125160"/>
                <a:gd name="csX26" fmla="*/ 124615 w 124615"/>
                <a:gd name="csY26" fmla="*/ 64171 h 125160"/>
                <a:gd name="csX27" fmla="*/ 124615 w 124615"/>
                <a:gd name="csY27" fmla="*/ 62916 h 125160"/>
                <a:gd name="csX28" fmla="*/ 124615 w 124615"/>
                <a:gd name="csY28" fmla="*/ 62415 h 125160"/>
                <a:gd name="csX29" fmla="*/ 124615 w 124615"/>
                <a:gd name="csY29" fmla="*/ 60659 h 125160"/>
                <a:gd name="csX30" fmla="*/ 124615 w 124615"/>
                <a:gd name="csY30" fmla="*/ 57398 h 125160"/>
                <a:gd name="csX31" fmla="*/ 124615 w 124615"/>
                <a:gd name="csY31" fmla="*/ 57398 h 12516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124615" h="125160">
                  <a:moveTo>
                    <a:pt x="124615" y="57398"/>
                  </a:moveTo>
                  <a:cubicBezTo>
                    <a:pt x="124615" y="56897"/>
                    <a:pt x="124615" y="56144"/>
                    <a:pt x="124615" y="55643"/>
                  </a:cubicBezTo>
                  <a:cubicBezTo>
                    <a:pt x="124615" y="53887"/>
                    <a:pt x="124364" y="52382"/>
                    <a:pt x="124114" y="50626"/>
                  </a:cubicBezTo>
                  <a:cubicBezTo>
                    <a:pt x="121104" y="30309"/>
                    <a:pt x="107308" y="14508"/>
                    <a:pt x="89500" y="6230"/>
                  </a:cubicBezTo>
                  <a:cubicBezTo>
                    <a:pt x="74952" y="-542"/>
                    <a:pt x="58147" y="-2047"/>
                    <a:pt x="42596" y="2970"/>
                  </a:cubicBezTo>
                  <a:cubicBezTo>
                    <a:pt x="17765" y="10996"/>
                    <a:pt x="1963" y="35075"/>
                    <a:pt x="207" y="60408"/>
                  </a:cubicBezTo>
                  <a:cubicBezTo>
                    <a:pt x="-796" y="76210"/>
                    <a:pt x="1712" y="91009"/>
                    <a:pt x="10741" y="102547"/>
                  </a:cubicBezTo>
                  <a:cubicBezTo>
                    <a:pt x="14002" y="106810"/>
                    <a:pt x="17765" y="110573"/>
                    <a:pt x="22781" y="113834"/>
                  </a:cubicBezTo>
                  <a:cubicBezTo>
                    <a:pt x="41844" y="126626"/>
                    <a:pt x="68180" y="128632"/>
                    <a:pt x="88998" y="119602"/>
                  </a:cubicBezTo>
                  <a:cubicBezTo>
                    <a:pt x="100034" y="115088"/>
                    <a:pt x="109315" y="107061"/>
                    <a:pt x="115586" y="97028"/>
                  </a:cubicBezTo>
                  <a:cubicBezTo>
                    <a:pt x="118595" y="92012"/>
                    <a:pt x="120853" y="86745"/>
                    <a:pt x="122358" y="80976"/>
                  </a:cubicBezTo>
                  <a:cubicBezTo>
                    <a:pt x="122609" y="80474"/>
                    <a:pt x="122609" y="79972"/>
                    <a:pt x="122859" y="79471"/>
                  </a:cubicBezTo>
                  <a:cubicBezTo>
                    <a:pt x="123110" y="78969"/>
                    <a:pt x="123110" y="78467"/>
                    <a:pt x="123110" y="77966"/>
                  </a:cubicBezTo>
                  <a:cubicBezTo>
                    <a:pt x="123110" y="77966"/>
                    <a:pt x="123110" y="77966"/>
                    <a:pt x="123110" y="77966"/>
                  </a:cubicBezTo>
                  <a:cubicBezTo>
                    <a:pt x="123110" y="77464"/>
                    <a:pt x="123361" y="76963"/>
                    <a:pt x="123361" y="76712"/>
                  </a:cubicBezTo>
                  <a:cubicBezTo>
                    <a:pt x="123361" y="76210"/>
                    <a:pt x="123612" y="75458"/>
                    <a:pt x="123612" y="74956"/>
                  </a:cubicBezTo>
                  <a:cubicBezTo>
                    <a:pt x="123612" y="74454"/>
                    <a:pt x="123863" y="73953"/>
                    <a:pt x="123863" y="73451"/>
                  </a:cubicBezTo>
                  <a:cubicBezTo>
                    <a:pt x="123863" y="73200"/>
                    <a:pt x="123863" y="73200"/>
                    <a:pt x="123863" y="72949"/>
                  </a:cubicBezTo>
                  <a:cubicBezTo>
                    <a:pt x="123863" y="72699"/>
                    <a:pt x="123863" y="72197"/>
                    <a:pt x="124114" y="71946"/>
                  </a:cubicBezTo>
                  <a:cubicBezTo>
                    <a:pt x="124114" y="71695"/>
                    <a:pt x="124114" y="71695"/>
                    <a:pt x="124114" y="71444"/>
                  </a:cubicBezTo>
                  <a:cubicBezTo>
                    <a:pt x="124114" y="71194"/>
                    <a:pt x="124114" y="70692"/>
                    <a:pt x="124364" y="70441"/>
                  </a:cubicBezTo>
                  <a:cubicBezTo>
                    <a:pt x="124364" y="70190"/>
                    <a:pt x="124364" y="69940"/>
                    <a:pt x="124364" y="69689"/>
                  </a:cubicBezTo>
                  <a:cubicBezTo>
                    <a:pt x="124364" y="69689"/>
                    <a:pt x="124364" y="69438"/>
                    <a:pt x="124364" y="69438"/>
                  </a:cubicBezTo>
                  <a:cubicBezTo>
                    <a:pt x="124364" y="69187"/>
                    <a:pt x="124364" y="68685"/>
                    <a:pt x="124364" y="68435"/>
                  </a:cubicBezTo>
                  <a:cubicBezTo>
                    <a:pt x="124364" y="67682"/>
                    <a:pt x="124364" y="67180"/>
                    <a:pt x="124615" y="66428"/>
                  </a:cubicBezTo>
                  <a:cubicBezTo>
                    <a:pt x="124615" y="65926"/>
                    <a:pt x="124615" y="65425"/>
                    <a:pt x="124615" y="64923"/>
                  </a:cubicBezTo>
                  <a:cubicBezTo>
                    <a:pt x="124615" y="64672"/>
                    <a:pt x="124615" y="64421"/>
                    <a:pt x="124615" y="64171"/>
                  </a:cubicBezTo>
                  <a:cubicBezTo>
                    <a:pt x="124615" y="63669"/>
                    <a:pt x="124615" y="63418"/>
                    <a:pt x="124615" y="62916"/>
                  </a:cubicBezTo>
                  <a:cubicBezTo>
                    <a:pt x="124615" y="62666"/>
                    <a:pt x="124615" y="62666"/>
                    <a:pt x="124615" y="62415"/>
                  </a:cubicBezTo>
                  <a:cubicBezTo>
                    <a:pt x="124615" y="61913"/>
                    <a:pt x="124615" y="61161"/>
                    <a:pt x="124615" y="60659"/>
                  </a:cubicBezTo>
                  <a:cubicBezTo>
                    <a:pt x="124615" y="59405"/>
                    <a:pt x="124615" y="58402"/>
                    <a:pt x="124615" y="57398"/>
                  </a:cubicBezTo>
                  <a:lnTo>
                    <a:pt x="124615" y="57398"/>
                  </a:lnTo>
                  <a:close/>
                </a:path>
              </a:pathLst>
            </a:custGeom>
            <a:solidFill>
              <a:srgbClr val="00A9F4"/>
            </a:solidFill>
            <a:ln w="2497" cap="flat">
              <a:noFill/>
              <a:prstDash val="solid"/>
              <a:miter/>
            </a:ln>
          </p:spPr>
          <p:txBody>
            <a:bodyPr/>
            <a:lstStyle/>
            <a:p>
              <a:endParaRPr lang="es-ES"/>
            </a:p>
          </p:txBody>
        </p:sp>
        <p:sp>
          <p:nvSpPr>
            <p:cNvPr id="90" name="Freeform: Shape 89">
              <a:extLst>
                <a:ext uri="{FF2B5EF4-FFF2-40B4-BE49-F238E27FC236}">
                  <a16:creationId xmlns:a16="http://schemas.microsoft.com/office/drawing/2014/main" id="{A2A0424D-2AF2-5553-4ADB-B41ECAED4382}"/>
                </a:ext>
              </a:extLst>
            </p:cNvPr>
            <p:cNvSpPr/>
            <p:nvPr/>
          </p:nvSpPr>
          <p:spPr>
            <a:xfrm>
              <a:off x="-83976" y="2161025"/>
              <a:ext cx="36320" cy="72252"/>
            </a:xfrm>
            <a:custGeom>
              <a:avLst/>
              <a:gdLst>
                <a:gd name="csX0" fmla="*/ 36283 w 36320"/>
                <a:gd name="csY0" fmla="*/ 45070 h 72252"/>
                <a:gd name="csX1" fmla="*/ 33273 w 36320"/>
                <a:gd name="csY1" fmla="*/ 56608 h 72252"/>
                <a:gd name="csX2" fmla="*/ 28508 w 36320"/>
                <a:gd name="csY2" fmla="*/ 61875 h 72252"/>
                <a:gd name="csX3" fmla="*/ 24745 w 36320"/>
                <a:gd name="csY3" fmla="*/ 64132 h 72252"/>
                <a:gd name="csX4" fmla="*/ 23491 w 36320"/>
                <a:gd name="csY4" fmla="*/ 64634 h 72252"/>
                <a:gd name="csX5" fmla="*/ 22990 w 36320"/>
                <a:gd name="csY5" fmla="*/ 64885 h 72252"/>
                <a:gd name="csX6" fmla="*/ 22739 w 36320"/>
                <a:gd name="csY6" fmla="*/ 64885 h 72252"/>
                <a:gd name="csX7" fmla="*/ 22488 w 36320"/>
                <a:gd name="csY7" fmla="*/ 64885 h 72252"/>
                <a:gd name="csX8" fmla="*/ 21485 w 36320"/>
                <a:gd name="csY8" fmla="*/ 65386 h 72252"/>
                <a:gd name="csX9" fmla="*/ 21234 w 36320"/>
                <a:gd name="csY9" fmla="*/ 66139 h 72252"/>
                <a:gd name="csX10" fmla="*/ 21234 w 36320"/>
                <a:gd name="csY10" fmla="*/ 66891 h 72252"/>
                <a:gd name="csX11" fmla="*/ 20983 w 36320"/>
                <a:gd name="csY11" fmla="*/ 67895 h 72252"/>
                <a:gd name="csX12" fmla="*/ 18976 w 36320"/>
                <a:gd name="csY12" fmla="*/ 71406 h 72252"/>
                <a:gd name="csX13" fmla="*/ 15214 w 36320"/>
                <a:gd name="csY13" fmla="*/ 72159 h 72252"/>
                <a:gd name="csX14" fmla="*/ 11953 w 36320"/>
                <a:gd name="csY14" fmla="*/ 69149 h 72252"/>
                <a:gd name="csX15" fmla="*/ 11703 w 36320"/>
                <a:gd name="csY15" fmla="*/ 67895 h 72252"/>
                <a:gd name="csX16" fmla="*/ 11703 w 36320"/>
                <a:gd name="csY16" fmla="*/ 67393 h 72252"/>
                <a:gd name="csX17" fmla="*/ 11703 w 36320"/>
                <a:gd name="csY17" fmla="*/ 66891 h 72252"/>
                <a:gd name="csX18" fmla="*/ 10699 w 36320"/>
                <a:gd name="csY18" fmla="*/ 65386 h 72252"/>
                <a:gd name="csX19" fmla="*/ 8693 w 36320"/>
                <a:gd name="csY19" fmla="*/ 64634 h 72252"/>
                <a:gd name="csX20" fmla="*/ 7439 w 36320"/>
                <a:gd name="csY20" fmla="*/ 64132 h 72252"/>
                <a:gd name="csX21" fmla="*/ 6435 w 36320"/>
                <a:gd name="csY21" fmla="*/ 63631 h 72252"/>
                <a:gd name="csX22" fmla="*/ 2171 w 36320"/>
                <a:gd name="csY22" fmla="*/ 59868 h 72252"/>
                <a:gd name="csX23" fmla="*/ 416 w 36320"/>
                <a:gd name="csY23" fmla="*/ 54601 h 72252"/>
                <a:gd name="csX24" fmla="*/ 1921 w 36320"/>
                <a:gd name="csY24" fmla="*/ 50086 h 72252"/>
                <a:gd name="csX25" fmla="*/ 5934 w 36320"/>
                <a:gd name="csY25" fmla="*/ 47578 h 72252"/>
                <a:gd name="csX26" fmla="*/ 12455 w 36320"/>
                <a:gd name="csY26" fmla="*/ 48080 h 72252"/>
                <a:gd name="csX27" fmla="*/ 13208 w 36320"/>
                <a:gd name="csY27" fmla="*/ 48330 h 72252"/>
                <a:gd name="csX28" fmla="*/ 13960 w 36320"/>
                <a:gd name="csY28" fmla="*/ 48581 h 72252"/>
                <a:gd name="csX29" fmla="*/ 15465 w 36320"/>
                <a:gd name="csY29" fmla="*/ 49083 h 72252"/>
                <a:gd name="csX30" fmla="*/ 18475 w 36320"/>
                <a:gd name="csY30" fmla="*/ 49083 h 72252"/>
                <a:gd name="csX31" fmla="*/ 20481 w 36320"/>
                <a:gd name="csY31" fmla="*/ 46324 h 72252"/>
                <a:gd name="csX32" fmla="*/ 18224 w 36320"/>
                <a:gd name="csY32" fmla="*/ 43063 h 72252"/>
                <a:gd name="csX33" fmla="*/ 15465 w 36320"/>
                <a:gd name="csY33" fmla="*/ 41307 h 72252"/>
                <a:gd name="csX34" fmla="*/ 13960 w 36320"/>
                <a:gd name="csY34" fmla="*/ 40555 h 72252"/>
                <a:gd name="csX35" fmla="*/ 12455 w 36320"/>
                <a:gd name="csY35" fmla="*/ 39802 h 72252"/>
                <a:gd name="csX36" fmla="*/ 6937 w 36320"/>
                <a:gd name="csY36" fmla="*/ 36542 h 72252"/>
                <a:gd name="csX37" fmla="*/ 416 w 36320"/>
                <a:gd name="csY37" fmla="*/ 26760 h 72252"/>
                <a:gd name="csX38" fmla="*/ 165 w 36320"/>
                <a:gd name="csY38" fmla="*/ 20238 h 72252"/>
                <a:gd name="csX39" fmla="*/ 2171 w 36320"/>
                <a:gd name="csY39" fmla="*/ 13968 h 72252"/>
                <a:gd name="csX40" fmla="*/ 5934 w 36320"/>
                <a:gd name="csY40" fmla="*/ 9453 h 72252"/>
                <a:gd name="csX41" fmla="*/ 7439 w 36320"/>
                <a:gd name="csY41" fmla="*/ 8450 h 72252"/>
                <a:gd name="csX42" fmla="*/ 8693 w 36320"/>
                <a:gd name="csY42" fmla="*/ 7697 h 72252"/>
                <a:gd name="csX43" fmla="*/ 10198 w 36320"/>
                <a:gd name="csY43" fmla="*/ 6945 h 72252"/>
                <a:gd name="csX44" fmla="*/ 10448 w 36320"/>
                <a:gd name="csY44" fmla="*/ 6192 h 72252"/>
                <a:gd name="csX45" fmla="*/ 10448 w 36320"/>
                <a:gd name="csY45" fmla="*/ 5941 h 72252"/>
                <a:gd name="csX46" fmla="*/ 10448 w 36320"/>
                <a:gd name="csY46" fmla="*/ 5440 h 72252"/>
                <a:gd name="csX47" fmla="*/ 10699 w 36320"/>
                <a:gd name="csY47" fmla="*/ 4687 h 72252"/>
                <a:gd name="csX48" fmla="*/ 12455 w 36320"/>
                <a:gd name="csY48" fmla="*/ 1176 h 72252"/>
                <a:gd name="csX49" fmla="*/ 17722 w 36320"/>
                <a:gd name="csY49" fmla="*/ 423 h 72252"/>
                <a:gd name="csX50" fmla="*/ 20231 w 36320"/>
                <a:gd name="csY50" fmla="*/ 2430 h 72252"/>
                <a:gd name="csX51" fmla="*/ 20983 w 36320"/>
                <a:gd name="csY51" fmla="*/ 5440 h 72252"/>
                <a:gd name="csX52" fmla="*/ 20983 w 36320"/>
                <a:gd name="csY52" fmla="*/ 6945 h 72252"/>
                <a:gd name="csX53" fmla="*/ 22488 w 36320"/>
                <a:gd name="csY53" fmla="*/ 7446 h 72252"/>
                <a:gd name="csX54" fmla="*/ 23742 w 36320"/>
                <a:gd name="csY54" fmla="*/ 7948 h 72252"/>
                <a:gd name="csX55" fmla="*/ 25247 w 36320"/>
                <a:gd name="csY55" fmla="*/ 8951 h 72252"/>
                <a:gd name="csX56" fmla="*/ 29009 w 36320"/>
                <a:gd name="csY56" fmla="*/ 12714 h 72252"/>
                <a:gd name="csX57" fmla="*/ 30514 w 36320"/>
                <a:gd name="csY57" fmla="*/ 17730 h 72252"/>
                <a:gd name="csX58" fmla="*/ 28759 w 36320"/>
                <a:gd name="csY58" fmla="*/ 21743 h 72252"/>
                <a:gd name="csX59" fmla="*/ 24745 w 36320"/>
                <a:gd name="csY59" fmla="*/ 22997 h 72252"/>
                <a:gd name="csX60" fmla="*/ 21234 w 36320"/>
                <a:gd name="csY60" fmla="*/ 22245 h 72252"/>
                <a:gd name="csX61" fmla="*/ 19729 w 36320"/>
                <a:gd name="csY61" fmla="*/ 21743 h 72252"/>
                <a:gd name="csX62" fmla="*/ 17973 w 36320"/>
                <a:gd name="csY62" fmla="*/ 21242 h 72252"/>
                <a:gd name="csX63" fmla="*/ 17472 w 36320"/>
                <a:gd name="csY63" fmla="*/ 20991 h 72252"/>
                <a:gd name="csX64" fmla="*/ 16719 w 36320"/>
                <a:gd name="csY64" fmla="*/ 20740 h 72252"/>
                <a:gd name="csX65" fmla="*/ 15214 w 36320"/>
                <a:gd name="csY65" fmla="*/ 20489 h 72252"/>
                <a:gd name="csX66" fmla="*/ 12957 w 36320"/>
                <a:gd name="csY66" fmla="*/ 21743 h 72252"/>
                <a:gd name="csX67" fmla="*/ 14963 w 36320"/>
                <a:gd name="csY67" fmla="*/ 26007 h 72252"/>
                <a:gd name="csX68" fmla="*/ 17472 w 36320"/>
                <a:gd name="csY68" fmla="*/ 27261 h 72252"/>
                <a:gd name="csX69" fmla="*/ 19729 w 36320"/>
                <a:gd name="csY69" fmla="*/ 28014 h 72252"/>
                <a:gd name="csX70" fmla="*/ 30514 w 36320"/>
                <a:gd name="csY70" fmla="*/ 34034 h 72252"/>
                <a:gd name="csX71" fmla="*/ 36283 w 36320"/>
                <a:gd name="csY71" fmla="*/ 45070 h 72252"/>
                <a:gd name="csX72" fmla="*/ 36283 w 36320"/>
                <a:gd name="csY72" fmla="*/ 45070 h 7225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Lst>
              <a:rect l="l" t="t" r="r" b="b"/>
              <a:pathLst>
                <a:path w="36320" h="72252">
                  <a:moveTo>
                    <a:pt x="36283" y="45070"/>
                  </a:moveTo>
                  <a:cubicBezTo>
                    <a:pt x="36534" y="49083"/>
                    <a:pt x="35531" y="52845"/>
                    <a:pt x="33273" y="56608"/>
                  </a:cubicBezTo>
                  <a:cubicBezTo>
                    <a:pt x="32019" y="58865"/>
                    <a:pt x="30264" y="60621"/>
                    <a:pt x="28508" y="61875"/>
                  </a:cubicBezTo>
                  <a:cubicBezTo>
                    <a:pt x="27254" y="62878"/>
                    <a:pt x="26000" y="63631"/>
                    <a:pt x="24745" y="64132"/>
                  </a:cubicBezTo>
                  <a:cubicBezTo>
                    <a:pt x="24244" y="64383"/>
                    <a:pt x="23742" y="64383"/>
                    <a:pt x="23491" y="64634"/>
                  </a:cubicBezTo>
                  <a:cubicBezTo>
                    <a:pt x="23240" y="64634"/>
                    <a:pt x="23240" y="64634"/>
                    <a:pt x="22990" y="64885"/>
                  </a:cubicBezTo>
                  <a:lnTo>
                    <a:pt x="22739" y="64885"/>
                  </a:lnTo>
                  <a:lnTo>
                    <a:pt x="22488" y="64885"/>
                  </a:lnTo>
                  <a:cubicBezTo>
                    <a:pt x="21986" y="65136"/>
                    <a:pt x="21485" y="65136"/>
                    <a:pt x="21485" y="65386"/>
                  </a:cubicBezTo>
                  <a:cubicBezTo>
                    <a:pt x="21485" y="65386"/>
                    <a:pt x="21485" y="65637"/>
                    <a:pt x="21234" y="66139"/>
                  </a:cubicBezTo>
                  <a:cubicBezTo>
                    <a:pt x="21234" y="66390"/>
                    <a:pt x="21234" y="66641"/>
                    <a:pt x="21234" y="66891"/>
                  </a:cubicBezTo>
                  <a:cubicBezTo>
                    <a:pt x="21234" y="67142"/>
                    <a:pt x="21234" y="67393"/>
                    <a:pt x="20983" y="67895"/>
                  </a:cubicBezTo>
                  <a:cubicBezTo>
                    <a:pt x="20481" y="69400"/>
                    <a:pt x="19729" y="70654"/>
                    <a:pt x="18976" y="71406"/>
                  </a:cubicBezTo>
                  <a:cubicBezTo>
                    <a:pt x="17973" y="72159"/>
                    <a:pt x="16468" y="72409"/>
                    <a:pt x="15214" y="72159"/>
                  </a:cubicBezTo>
                  <a:cubicBezTo>
                    <a:pt x="13458" y="71908"/>
                    <a:pt x="12455" y="70905"/>
                    <a:pt x="11953" y="69149"/>
                  </a:cubicBezTo>
                  <a:cubicBezTo>
                    <a:pt x="11703" y="68898"/>
                    <a:pt x="11703" y="68396"/>
                    <a:pt x="11703" y="67895"/>
                  </a:cubicBezTo>
                  <a:lnTo>
                    <a:pt x="11703" y="67393"/>
                  </a:lnTo>
                  <a:lnTo>
                    <a:pt x="11703" y="66891"/>
                  </a:lnTo>
                  <a:cubicBezTo>
                    <a:pt x="11703" y="66139"/>
                    <a:pt x="11201" y="65637"/>
                    <a:pt x="10699" y="65386"/>
                  </a:cubicBezTo>
                  <a:cubicBezTo>
                    <a:pt x="10699" y="65386"/>
                    <a:pt x="9947" y="65136"/>
                    <a:pt x="8693" y="64634"/>
                  </a:cubicBezTo>
                  <a:cubicBezTo>
                    <a:pt x="8191" y="64383"/>
                    <a:pt x="7689" y="64383"/>
                    <a:pt x="7439" y="64132"/>
                  </a:cubicBezTo>
                  <a:cubicBezTo>
                    <a:pt x="6937" y="63881"/>
                    <a:pt x="6686" y="63881"/>
                    <a:pt x="6435" y="63631"/>
                  </a:cubicBezTo>
                  <a:cubicBezTo>
                    <a:pt x="4680" y="62627"/>
                    <a:pt x="3175" y="61373"/>
                    <a:pt x="2171" y="59868"/>
                  </a:cubicBezTo>
                  <a:cubicBezTo>
                    <a:pt x="917" y="58113"/>
                    <a:pt x="416" y="56357"/>
                    <a:pt x="416" y="54601"/>
                  </a:cubicBezTo>
                  <a:cubicBezTo>
                    <a:pt x="416" y="52845"/>
                    <a:pt x="917" y="51340"/>
                    <a:pt x="1921" y="50086"/>
                  </a:cubicBezTo>
                  <a:cubicBezTo>
                    <a:pt x="2924" y="48832"/>
                    <a:pt x="4178" y="47829"/>
                    <a:pt x="5934" y="47578"/>
                  </a:cubicBezTo>
                  <a:cubicBezTo>
                    <a:pt x="7689" y="47327"/>
                    <a:pt x="9696" y="47327"/>
                    <a:pt x="12455" y="48080"/>
                  </a:cubicBezTo>
                  <a:lnTo>
                    <a:pt x="13208" y="48330"/>
                  </a:lnTo>
                  <a:lnTo>
                    <a:pt x="13960" y="48581"/>
                  </a:lnTo>
                  <a:cubicBezTo>
                    <a:pt x="14712" y="48832"/>
                    <a:pt x="15214" y="48832"/>
                    <a:pt x="15465" y="49083"/>
                  </a:cubicBezTo>
                  <a:cubicBezTo>
                    <a:pt x="16719" y="49334"/>
                    <a:pt x="17722" y="49334"/>
                    <a:pt x="18475" y="49083"/>
                  </a:cubicBezTo>
                  <a:cubicBezTo>
                    <a:pt x="19980" y="48581"/>
                    <a:pt x="20732" y="47578"/>
                    <a:pt x="20481" y="46324"/>
                  </a:cubicBezTo>
                  <a:cubicBezTo>
                    <a:pt x="20231" y="45070"/>
                    <a:pt x="19478" y="44066"/>
                    <a:pt x="18224" y="43063"/>
                  </a:cubicBezTo>
                  <a:cubicBezTo>
                    <a:pt x="17472" y="42562"/>
                    <a:pt x="16719" y="41809"/>
                    <a:pt x="15465" y="41307"/>
                  </a:cubicBezTo>
                  <a:lnTo>
                    <a:pt x="13960" y="40555"/>
                  </a:lnTo>
                  <a:lnTo>
                    <a:pt x="12455" y="39802"/>
                  </a:lnTo>
                  <a:cubicBezTo>
                    <a:pt x="9947" y="38548"/>
                    <a:pt x="8191" y="37294"/>
                    <a:pt x="6937" y="36542"/>
                  </a:cubicBezTo>
                  <a:cubicBezTo>
                    <a:pt x="3425" y="33783"/>
                    <a:pt x="1419" y="30522"/>
                    <a:pt x="416" y="26760"/>
                  </a:cubicBezTo>
                  <a:cubicBezTo>
                    <a:pt x="-86" y="24502"/>
                    <a:pt x="-86" y="22496"/>
                    <a:pt x="165" y="20238"/>
                  </a:cubicBezTo>
                  <a:cubicBezTo>
                    <a:pt x="416" y="17981"/>
                    <a:pt x="1168" y="15723"/>
                    <a:pt x="2171" y="13968"/>
                  </a:cubicBezTo>
                  <a:cubicBezTo>
                    <a:pt x="3175" y="12212"/>
                    <a:pt x="4429" y="10707"/>
                    <a:pt x="5934" y="9453"/>
                  </a:cubicBezTo>
                  <a:cubicBezTo>
                    <a:pt x="6435" y="9202"/>
                    <a:pt x="6937" y="8700"/>
                    <a:pt x="7439" y="8450"/>
                  </a:cubicBezTo>
                  <a:cubicBezTo>
                    <a:pt x="7940" y="8199"/>
                    <a:pt x="8442" y="7948"/>
                    <a:pt x="8693" y="7697"/>
                  </a:cubicBezTo>
                  <a:cubicBezTo>
                    <a:pt x="9696" y="7446"/>
                    <a:pt x="10198" y="7195"/>
                    <a:pt x="10198" y="6945"/>
                  </a:cubicBezTo>
                  <a:cubicBezTo>
                    <a:pt x="10198" y="6945"/>
                    <a:pt x="10448" y="6443"/>
                    <a:pt x="10448" y="6192"/>
                  </a:cubicBezTo>
                  <a:lnTo>
                    <a:pt x="10448" y="5941"/>
                  </a:lnTo>
                  <a:lnTo>
                    <a:pt x="10448" y="5440"/>
                  </a:lnTo>
                  <a:cubicBezTo>
                    <a:pt x="10448" y="5189"/>
                    <a:pt x="10448" y="4938"/>
                    <a:pt x="10699" y="4687"/>
                  </a:cubicBezTo>
                  <a:cubicBezTo>
                    <a:pt x="10950" y="3182"/>
                    <a:pt x="11703" y="1928"/>
                    <a:pt x="12455" y="1176"/>
                  </a:cubicBezTo>
                  <a:cubicBezTo>
                    <a:pt x="13960" y="-78"/>
                    <a:pt x="15716" y="-329"/>
                    <a:pt x="17722" y="423"/>
                  </a:cubicBezTo>
                  <a:cubicBezTo>
                    <a:pt x="18726" y="674"/>
                    <a:pt x="19729" y="1427"/>
                    <a:pt x="20231" y="2430"/>
                  </a:cubicBezTo>
                  <a:cubicBezTo>
                    <a:pt x="20732" y="3433"/>
                    <a:pt x="20983" y="4436"/>
                    <a:pt x="20983" y="5440"/>
                  </a:cubicBezTo>
                  <a:cubicBezTo>
                    <a:pt x="20983" y="6443"/>
                    <a:pt x="20983" y="6694"/>
                    <a:pt x="20983" y="6945"/>
                  </a:cubicBezTo>
                  <a:cubicBezTo>
                    <a:pt x="20983" y="6945"/>
                    <a:pt x="21485" y="7195"/>
                    <a:pt x="22488" y="7446"/>
                  </a:cubicBezTo>
                  <a:cubicBezTo>
                    <a:pt x="22990" y="7697"/>
                    <a:pt x="23491" y="7948"/>
                    <a:pt x="23742" y="7948"/>
                  </a:cubicBezTo>
                  <a:cubicBezTo>
                    <a:pt x="24244" y="8199"/>
                    <a:pt x="24745" y="8450"/>
                    <a:pt x="25247" y="8951"/>
                  </a:cubicBezTo>
                  <a:cubicBezTo>
                    <a:pt x="26752" y="9955"/>
                    <a:pt x="28006" y="11209"/>
                    <a:pt x="29009" y="12714"/>
                  </a:cubicBezTo>
                  <a:cubicBezTo>
                    <a:pt x="30013" y="14469"/>
                    <a:pt x="30514" y="15974"/>
                    <a:pt x="30514" y="17730"/>
                  </a:cubicBezTo>
                  <a:cubicBezTo>
                    <a:pt x="30514" y="19486"/>
                    <a:pt x="29762" y="20740"/>
                    <a:pt x="28759" y="21743"/>
                  </a:cubicBezTo>
                  <a:cubicBezTo>
                    <a:pt x="27755" y="22747"/>
                    <a:pt x="26250" y="22997"/>
                    <a:pt x="24745" y="22997"/>
                  </a:cubicBezTo>
                  <a:cubicBezTo>
                    <a:pt x="23742" y="22997"/>
                    <a:pt x="22739" y="22747"/>
                    <a:pt x="21234" y="22245"/>
                  </a:cubicBezTo>
                  <a:lnTo>
                    <a:pt x="19729" y="21743"/>
                  </a:lnTo>
                  <a:lnTo>
                    <a:pt x="17973" y="21242"/>
                  </a:lnTo>
                  <a:cubicBezTo>
                    <a:pt x="17722" y="21242"/>
                    <a:pt x="17472" y="20991"/>
                    <a:pt x="17472" y="20991"/>
                  </a:cubicBezTo>
                  <a:lnTo>
                    <a:pt x="16719" y="20740"/>
                  </a:lnTo>
                  <a:cubicBezTo>
                    <a:pt x="16217" y="20489"/>
                    <a:pt x="15716" y="20489"/>
                    <a:pt x="15214" y="20489"/>
                  </a:cubicBezTo>
                  <a:cubicBezTo>
                    <a:pt x="14211" y="20489"/>
                    <a:pt x="13458" y="20740"/>
                    <a:pt x="12957" y="21743"/>
                  </a:cubicBezTo>
                  <a:cubicBezTo>
                    <a:pt x="12455" y="23248"/>
                    <a:pt x="12957" y="24753"/>
                    <a:pt x="14963" y="26007"/>
                  </a:cubicBezTo>
                  <a:cubicBezTo>
                    <a:pt x="15716" y="26509"/>
                    <a:pt x="16468" y="27011"/>
                    <a:pt x="17472" y="27261"/>
                  </a:cubicBezTo>
                  <a:cubicBezTo>
                    <a:pt x="18224" y="27512"/>
                    <a:pt x="18976" y="27763"/>
                    <a:pt x="19729" y="28014"/>
                  </a:cubicBezTo>
                  <a:cubicBezTo>
                    <a:pt x="23993" y="29268"/>
                    <a:pt x="27504" y="31274"/>
                    <a:pt x="30514" y="34034"/>
                  </a:cubicBezTo>
                  <a:cubicBezTo>
                    <a:pt x="34528" y="37294"/>
                    <a:pt x="36032" y="40806"/>
                    <a:pt x="36283" y="45070"/>
                  </a:cubicBezTo>
                  <a:lnTo>
                    <a:pt x="36283" y="45070"/>
                  </a:lnTo>
                  <a:close/>
                </a:path>
              </a:pathLst>
            </a:custGeom>
            <a:solidFill>
              <a:srgbClr val="FFFFFF"/>
            </a:solidFill>
            <a:ln w="2497" cap="flat">
              <a:noFill/>
              <a:prstDash val="solid"/>
              <a:miter/>
            </a:ln>
          </p:spPr>
          <p:txBody>
            <a:bodyPr/>
            <a:lstStyle/>
            <a:p>
              <a:endParaRPr lang="es-ES"/>
            </a:p>
          </p:txBody>
        </p:sp>
      </p:grpSp>
      <p:sp>
        <p:nvSpPr>
          <p:cNvPr id="91" name="Oval 90">
            <a:extLst>
              <a:ext uri="{FF2B5EF4-FFF2-40B4-BE49-F238E27FC236}">
                <a16:creationId xmlns:a16="http://schemas.microsoft.com/office/drawing/2014/main" id="{4D57684B-5149-8AA3-CD53-7B00A19B356B}"/>
              </a:ext>
            </a:extLst>
          </p:cNvPr>
          <p:cNvSpPr/>
          <p:nvPr/>
        </p:nvSpPr>
        <p:spPr>
          <a:xfrm>
            <a:off x="1081433" y="2769596"/>
            <a:ext cx="9950" cy="13266"/>
          </a:xfrm>
          <a:prstGeom prst="ellipse">
            <a:avLst/>
          </a:prstGeom>
          <a:solidFill>
            <a:srgbClr val="000000"/>
          </a:solidFill>
          <a:ln w="2497" cap="flat">
            <a:noFill/>
            <a:prstDash val="solid"/>
            <a:miter/>
          </a:ln>
        </p:spPr>
        <p:txBody>
          <a:bodyPr/>
          <a:lstStyle/>
          <a:p>
            <a:endParaRPr lang="es-ES"/>
          </a:p>
        </p:txBody>
      </p:sp>
      <p:sp>
        <p:nvSpPr>
          <p:cNvPr id="92" name="Oval 91">
            <a:extLst>
              <a:ext uri="{FF2B5EF4-FFF2-40B4-BE49-F238E27FC236}">
                <a16:creationId xmlns:a16="http://schemas.microsoft.com/office/drawing/2014/main" id="{737AB865-BE5E-9DB7-B9D3-9FA34878986E}"/>
              </a:ext>
            </a:extLst>
          </p:cNvPr>
          <p:cNvSpPr/>
          <p:nvPr/>
        </p:nvSpPr>
        <p:spPr>
          <a:xfrm>
            <a:off x="1138439" y="2771047"/>
            <a:ext cx="9950" cy="13681"/>
          </a:xfrm>
          <a:prstGeom prst="ellipse">
            <a:avLst/>
          </a:prstGeom>
          <a:solidFill>
            <a:srgbClr val="000000"/>
          </a:solidFill>
          <a:ln w="2497" cap="flat">
            <a:noFill/>
            <a:prstDash val="solid"/>
            <a:miter/>
          </a:ln>
        </p:spPr>
        <p:txBody>
          <a:bodyPr/>
          <a:lstStyle/>
          <a:p>
            <a:endParaRPr lang="es-ES"/>
          </a:p>
        </p:txBody>
      </p:sp>
      <p:grpSp>
        <p:nvGrpSpPr>
          <p:cNvPr id="93" name="Graphic 520">
            <a:extLst>
              <a:ext uri="{FF2B5EF4-FFF2-40B4-BE49-F238E27FC236}">
                <a16:creationId xmlns:a16="http://schemas.microsoft.com/office/drawing/2014/main" id="{EF72A4B4-066E-57E2-0E50-C3A7F0D54652}"/>
              </a:ext>
            </a:extLst>
          </p:cNvPr>
          <p:cNvGrpSpPr/>
          <p:nvPr/>
        </p:nvGrpSpPr>
        <p:grpSpPr>
          <a:xfrm>
            <a:off x="1036452" y="3066652"/>
            <a:ext cx="583761" cy="292905"/>
            <a:chOff x="483299" y="2546461"/>
            <a:chExt cx="706351" cy="354413"/>
          </a:xfrm>
        </p:grpSpPr>
        <p:sp>
          <p:nvSpPr>
            <p:cNvPr id="94" name="Freeform: Shape 93">
              <a:extLst>
                <a:ext uri="{FF2B5EF4-FFF2-40B4-BE49-F238E27FC236}">
                  <a16:creationId xmlns:a16="http://schemas.microsoft.com/office/drawing/2014/main" id="{96960A33-CC4B-96D8-5880-586838C7C209}"/>
                </a:ext>
              </a:extLst>
            </p:cNvPr>
            <p:cNvSpPr/>
            <p:nvPr/>
          </p:nvSpPr>
          <p:spPr>
            <a:xfrm>
              <a:off x="483299" y="2871528"/>
              <a:ext cx="181846" cy="29346"/>
            </a:xfrm>
            <a:custGeom>
              <a:avLst/>
              <a:gdLst>
                <a:gd name="csX0" fmla="*/ 181847 w 181846"/>
                <a:gd name="csY0" fmla="*/ 29346 h 29346"/>
                <a:gd name="csX1" fmla="*/ 0 w 181846"/>
                <a:gd name="csY1" fmla="*/ 29346 h 29346"/>
                <a:gd name="csX2" fmla="*/ 29346 w 181846"/>
                <a:gd name="csY2" fmla="*/ 0 h 29346"/>
                <a:gd name="csX3" fmla="*/ 181847 w 181846"/>
                <a:gd name="csY3" fmla="*/ 0 h 29346"/>
                <a:gd name="csX4" fmla="*/ 181847 w 181846"/>
                <a:gd name="csY4" fmla="*/ 29346 h 29346"/>
                <a:gd name="csX5" fmla="*/ 181847 w 181846"/>
                <a:gd name="csY5" fmla="*/ 29346 h 29346"/>
              </a:gdLst>
              <a:ahLst/>
              <a:cxnLst>
                <a:cxn ang="0">
                  <a:pos x="csX0" y="csY0"/>
                </a:cxn>
                <a:cxn ang="0">
                  <a:pos x="csX1" y="csY1"/>
                </a:cxn>
                <a:cxn ang="0">
                  <a:pos x="csX2" y="csY2"/>
                </a:cxn>
                <a:cxn ang="0">
                  <a:pos x="csX3" y="csY3"/>
                </a:cxn>
                <a:cxn ang="0">
                  <a:pos x="csX4" y="csY4"/>
                </a:cxn>
                <a:cxn ang="0">
                  <a:pos x="csX5" y="csY5"/>
                </a:cxn>
              </a:cxnLst>
              <a:rect l="l" t="t" r="r" b="b"/>
              <a:pathLst>
                <a:path w="181846" h="29346">
                  <a:moveTo>
                    <a:pt x="181847" y="29346"/>
                  </a:moveTo>
                  <a:lnTo>
                    <a:pt x="0" y="29346"/>
                  </a:lnTo>
                  <a:cubicBezTo>
                    <a:pt x="0" y="13043"/>
                    <a:pt x="13043" y="0"/>
                    <a:pt x="29346" y="0"/>
                  </a:cubicBezTo>
                  <a:lnTo>
                    <a:pt x="181847" y="0"/>
                  </a:lnTo>
                  <a:lnTo>
                    <a:pt x="181847" y="29346"/>
                  </a:lnTo>
                  <a:lnTo>
                    <a:pt x="181847" y="29346"/>
                  </a:lnTo>
                  <a:close/>
                </a:path>
              </a:pathLst>
            </a:custGeom>
            <a:solidFill>
              <a:srgbClr val="757575"/>
            </a:solidFill>
            <a:ln w="2497" cap="flat">
              <a:noFill/>
              <a:prstDash val="solid"/>
              <a:miter/>
            </a:ln>
          </p:spPr>
          <p:txBody>
            <a:bodyPr/>
            <a:lstStyle/>
            <a:p>
              <a:endParaRPr lang="es-ES"/>
            </a:p>
          </p:txBody>
        </p:sp>
        <p:sp>
          <p:nvSpPr>
            <p:cNvPr id="96" name="Freeform: Shape 95">
              <a:extLst>
                <a:ext uri="{FF2B5EF4-FFF2-40B4-BE49-F238E27FC236}">
                  <a16:creationId xmlns:a16="http://schemas.microsoft.com/office/drawing/2014/main" id="{D9AF9E56-81EF-BDFB-235E-1A3568A9C251}"/>
                </a:ext>
              </a:extLst>
            </p:cNvPr>
            <p:cNvSpPr/>
            <p:nvPr/>
          </p:nvSpPr>
          <p:spPr>
            <a:xfrm>
              <a:off x="640012" y="2546461"/>
              <a:ext cx="549638" cy="354412"/>
            </a:xfrm>
            <a:custGeom>
              <a:avLst/>
              <a:gdLst>
                <a:gd name="csX0" fmla="*/ 25134 w 549638"/>
                <a:gd name="csY0" fmla="*/ 354413 h 354412"/>
                <a:gd name="csX1" fmla="*/ 460813 w 549638"/>
                <a:gd name="csY1" fmla="*/ 353159 h 354412"/>
                <a:gd name="csX2" fmla="*/ 485896 w 549638"/>
                <a:gd name="csY2" fmla="*/ 332842 h 354412"/>
                <a:gd name="csX3" fmla="*/ 549103 w 549638"/>
                <a:gd name="csY3" fmla="*/ 30851 h 354412"/>
                <a:gd name="csX4" fmla="*/ 524021 w 549638"/>
                <a:gd name="csY4" fmla="*/ 0 h 354412"/>
                <a:gd name="csX5" fmla="*/ 88843 w 549638"/>
                <a:gd name="csY5" fmla="*/ 0 h 354412"/>
                <a:gd name="csX6" fmla="*/ 63760 w 549638"/>
                <a:gd name="csY6" fmla="*/ 20317 h 354412"/>
                <a:gd name="csX7" fmla="*/ 553 w 549638"/>
                <a:gd name="csY7" fmla="*/ 322308 h 354412"/>
                <a:gd name="csX8" fmla="*/ 25134 w 549638"/>
                <a:gd name="csY8" fmla="*/ 354413 h 35441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9638" h="354412">
                  <a:moveTo>
                    <a:pt x="25134" y="354413"/>
                  </a:moveTo>
                  <a:lnTo>
                    <a:pt x="460813" y="353159"/>
                  </a:lnTo>
                  <a:cubicBezTo>
                    <a:pt x="472853" y="353159"/>
                    <a:pt x="483387" y="344631"/>
                    <a:pt x="485896" y="332842"/>
                  </a:cubicBezTo>
                  <a:lnTo>
                    <a:pt x="549103" y="30851"/>
                  </a:lnTo>
                  <a:cubicBezTo>
                    <a:pt x="552364" y="15049"/>
                    <a:pt x="540324" y="0"/>
                    <a:pt x="524021" y="0"/>
                  </a:cubicBezTo>
                  <a:lnTo>
                    <a:pt x="88843" y="0"/>
                  </a:lnTo>
                  <a:cubicBezTo>
                    <a:pt x="76803" y="0"/>
                    <a:pt x="66269" y="8528"/>
                    <a:pt x="63760" y="20317"/>
                  </a:cubicBezTo>
                  <a:lnTo>
                    <a:pt x="553" y="322308"/>
                  </a:lnTo>
                  <a:cubicBezTo>
                    <a:pt x="-2708" y="338360"/>
                    <a:pt x="8830" y="354413"/>
                    <a:pt x="25134" y="354413"/>
                  </a:cubicBezTo>
                  <a:close/>
                </a:path>
              </a:pathLst>
            </a:custGeom>
            <a:solidFill>
              <a:srgbClr val="656565"/>
            </a:solidFill>
            <a:ln w="2497" cap="flat">
              <a:noFill/>
              <a:prstDash val="solid"/>
              <a:miter/>
            </a:ln>
          </p:spPr>
          <p:txBody>
            <a:bodyPr/>
            <a:lstStyle/>
            <a:p>
              <a:endParaRPr lang="es-ES"/>
            </a:p>
          </p:txBody>
        </p:sp>
        <p:sp>
          <p:nvSpPr>
            <p:cNvPr id="97" name="Oval 96">
              <a:extLst>
                <a:ext uri="{FF2B5EF4-FFF2-40B4-BE49-F238E27FC236}">
                  <a16:creationId xmlns:a16="http://schemas.microsoft.com/office/drawing/2014/main" id="{5FC9106D-121F-E450-5186-DF214A254CCE}"/>
                </a:ext>
              </a:extLst>
            </p:cNvPr>
            <p:cNvSpPr/>
            <p:nvPr/>
          </p:nvSpPr>
          <p:spPr>
            <a:xfrm rot="-4719044">
              <a:off x="891987" y="2698978"/>
              <a:ext cx="67725" cy="42642"/>
            </a:xfrm>
            <a:prstGeom prst="ellipse">
              <a:avLst/>
            </a:prstGeom>
            <a:solidFill>
              <a:srgbClr val="FFFFFF"/>
            </a:solidFill>
            <a:ln w="2497" cap="flat">
              <a:noFill/>
              <a:prstDash val="solid"/>
              <a:miter/>
            </a:ln>
          </p:spPr>
          <p:txBody>
            <a:bodyPr/>
            <a:lstStyle/>
            <a:p>
              <a:endParaRPr lang="es-ES"/>
            </a:p>
          </p:txBody>
        </p:sp>
      </p:grpSp>
      <p:grpSp>
        <p:nvGrpSpPr>
          <p:cNvPr id="98" name="Graphic 520">
            <a:extLst>
              <a:ext uri="{FF2B5EF4-FFF2-40B4-BE49-F238E27FC236}">
                <a16:creationId xmlns:a16="http://schemas.microsoft.com/office/drawing/2014/main" id="{EE733193-276C-1D24-AF94-9EB4C7BF71E3}"/>
              </a:ext>
            </a:extLst>
          </p:cNvPr>
          <p:cNvGrpSpPr/>
          <p:nvPr/>
        </p:nvGrpSpPr>
        <p:grpSpPr>
          <a:xfrm>
            <a:off x="1623294" y="3166642"/>
            <a:ext cx="213303" cy="193771"/>
            <a:chOff x="1193379" y="2667417"/>
            <a:chExt cx="258096" cy="234460"/>
          </a:xfrm>
        </p:grpSpPr>
        <p:sp>
          <p:nvSpPr>
            <p:cNvPr id="100" name="Freeform: Shape 99">
              <a:extLst>
                <a:ext uri="{FF2B5EF4-FFF2-40B4-BE49-F238E27FC236}">
                  <a16:creationId xmlns:a16="http://schemas.microsoft.com/office/drawing/2014/main" id="{7ACA35C9-90F5-1AA2-8CA4-5B851CCD03FA}"/>
                </a:ext>
              </a:extLst>
            </p:cNvPr>
            <p:cNvSpPr/>
            <p:nvPr/>
          </p:nvSpPr>
          <p:spPr>
            <a:xfrm>
              <a:off x="1193379" y="2796253"/>
              <a:ext cx="257344" cy="20093"/>
            </a:xfrm>
            <a:custGeom>
              <a:avLst/>
              <a:gdLst>
                <a:gd name="csX0" fmla="*/ 0 w 257344"/>
                <a:gd name="csY0" fmla="*/ 4794 h 20093"/>
                <a:gd name="csX1" fmla="*/ 257345 w 257344"/>
                <a:gd name="csY1" fmla="*/ 4794 h 20093"/>
                <a:gd name="csX2" fmla="*/ 219972 w 257344"/>
                <a:gd name="csY2" fmla="*/ 20094 h 20093"/>
                <a:gd name="csX3" fmla="*/ 14297 w 257344"/>
                <a:gd name="csY3" fmla="*/ 13572 h 20093"/>
                <a:gd name="csX4" fmla="*/ 0 w 257344"/>
                <a:gd name="csY4" fmla="*/ 4794 h 20093"/>
                <a:gd name="csX5" fmla="*/ 0 w 257344"/>
                <a:gd name="csY5" fmla="*/ 4794 h 20093"/>
              </a:gdLst>
              <a:ahLst/>
              <a:cxnLst>
                <a:cxn ang="0">
                  <a:pos x="csX0" y="csY0"/>
                </a:cxn>
                <a:cxn ang="0">
                  <a:pos x="csX1" y="csY1"/>
                </a:cxn>
                <a:cxn ang="0">
                  <a:pos x="csX2" y="csY2"/>
                </a:cxn>
                <a:cxn ang="0">
                  <a:pos x="csX3" y="csY3"/>
                </a:cxn>
                <a:cxn ang="0">
                  <a:pos x="csX4" y="csY4"/>
                </a:cxn>
                <a:cxn ang="0">
                  <a:pos x="csX5" y="csY5"/>
                </a:cxn>
              </a:cxnLst>
              <a:rect l="l" t="t" r="r" b="b"/>
              <a:pathLst>
                <a:path w="257344" h="20093">
                  <a:moveTo>
                    <a:pt x="0" y="4794"/>
                  </a:moveTo>
                  <a:cubicBezTo>
                    <a:pt x="0" y="4794"/>
                    <a:pt x="128672" y="-5992"/>
                    <a:pt x="257345" y="4794"/>
                  </a:cubicBezTo>
                  <a:lnTo>
                    <a:pt x="219972" y="20094"/>
                  </a:lnTo>
                  <a:lnTo>
                    <a:pt x="14297" y="13572"/>
                  </a:lnTo>
                  <a:lnTo>
                    <a:pt x="0" y="4794"/>
                  </a:lnTo>
                  <a:lnTo>
                    <a:pt x="0" y="4794"/>
                  </a:lnTo>
                  <a:close/>
                </a:path>
              </a:pathLst>
            </a:custGeom>
            <a:solidFill>
              <a:srgbClr val="333333"/>
            </a:solidFill>
            <a:ln w="2497" cap="flat">
              <a:noFill/>
              <a:prstDash val="solid"/>
              <a:miter/>
            </a:ln>
          </p:spPr>
          <p:txBody>
            <a:bodyPr/>
            <a:lstStyle/>
            <a:p>
              <a:endParaRPr lang="es-ES"/>
            </a:p>
          </p:txBody>
        </p:sp>
        <p:sp>
          <p:nvSpPr>
            <p:cNvPr id="101" name="Freeform: Shape 100">
              <a:extLst>
                <a:ext uri="{FF2B5EF4-FFF2-40B4-BE49-F238E27FC236}">
                  <a16:creationId xmlns:a16="http://schemas.microsoft.com/office/drawing/2014/main" id="{8B5ECA10-7465-38BC-4305-7A03DE69AEDD}"/>
                </a:ext>
              </a:extLst>
            </p:cNvPr>
            <p:cNvSpPr/>
            <p:nvPr/>
          </p:nvSpPr>
          <p:spPr>
            <a:xfrm>
              <a:off x="1206637" y="2751290"/>
              <a:ext cx="69046" cy="75992"/>
            </a:xfrm>
            <a:custGeom>
              <a:avLst/>
              <a:gdLst>
                <a:gd name="csX0" fmla="*/ 68259 w 69046"/>
                <a:gd name="csY0" fmla="*/ 73836 h 75992"/>
                <a:gd name="csX1" fmla="*/ 67256 w 69046"/>
                <a:gd name="csY1" fmla="*/ 73334 h 75992"/>
                <a:gd name="csX2" fmla="*/ 64999 w 69046"/>
                <a:gd name="csY2" fmla="*/ 72582 h 75992"/>
                <a:gd name="csX3" fmla="*/ 64497 w 69046"/>
                <a:gd name="csY3" fmla="*/ 71579 h 75992"/>
                <a:gd name="csX4" fmla="*/ 38913 w 69046"/>
                <a:gd name="csY4" fmla="*/ 36463 h 75992"/>
                <a:gd name="csX5" fmla="*/ 37910 w 69046"/>
                <a:gd name="csY5" fmla="*/ 35209 h 75992"/>
                <a:gd name="csX6" fmla="*/ 32141 w 69046"/>
                <a:gd name="csY6" fmla="*/ 28437 h 75992"/>
                <a:gd name="csX7" fmla="*/ 5553 w 69046"/>
                <a:gd name="csY7" fmla="*/ 596 h 75992"/>
                <a:gd name="csX8" fmla="*/ 5052 w 69046"/>
                <a:gd name="csY8" fmla="*/ 94 h 75992"/>
                <a:gd name="csX9" fmla="*/ 2794 w 69046"/>
                <a:gd name="csY9" fmla="*/ 847 h 75992"/>
                <a:gd name="csX10" fmla="*/ 2544 w 69046"/>
                <a:gd name="csY10" fmla="*/ 1097 h 75992"/>
                <a:gd name="csX11" fmla="*/ 12577 w 69046"/>
                <a:gd name="csY11" fmla="*/ 50760 h 75992"/>
                <a:gd name="csX12" fmla="*/ 36405 w 69046"/>
                <a:gd name="csY12" fmla="*/ 66562 h 75992"/>
                <a:gd name="csX13" fmla="*/ 46688 w 69046"/>
                <a:gd name="csY13" fmla="*/ 70575 h 75992"/>
                <a:gd name="csX14" fmla="*/ 56721 w 69046"/>
                <a:gd name="csY14" fmla="*/ 73836 h 75992"/>
                <a:gd name="csX15" fmla="*/ 60734 w 69046"/>
                <a:gd name="csY15" fmla="*/ 74839 h 75992"/>
                <a:gd name="csX16" fmla="*/ 61236 w 69046"/>
                <a:gd name="csY16" fmla="*/ 75341 h 75992"/>
                <a:gd name="csX17" fmla="*/ 63243 w 69046"/>
                <a:gd name="csY17" fmla="*/ 75843 h 75992"/>
                <a:gd name="csX18" fmla="*/ 63995 w 69046"/>
                <a:gd name="csY18" fmla="*/ 75341 h 75992"/>
                <a:gd name="csX19" fmla="*/ 64497 w 69046"/>
                <a:gd name="csY19" fmla="*/ 75341 h 75992"/>
                <a:gd name="csX20" fmla="*/ 64497 w 69046"/>
                <a:gd name="csY20" fmla="*/ 75341 h 75992"/>
                <a:gd name="csX21" fmla="*/ 67507 w 69046"/>
                <a:gd name="csY21" fmla="*/ 75843 h 75992"/>
                <a:gd name="csX22" fmla="*/ 68510 w 69046"/>
                <a:gd name="csY22" fmla="*/ 75341 h 75992"/>
                <a:gd name="csX23" fmla="*/ 68259 w 69046"/>
                <a:gd name="csY23" fmla="*/ 73836 h 75992"/>
                <a:gd name="csX24" fmla="*/ 68259 w 69046"/>
                <a:gd name="csY24" fmla="*/ 73836 h 759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69046" h="75992">
                  <a:moveTo>
                    <a:pt x="68259" y="73836"/>
                  </a:moveTo>
                  <a:cubicBezTo>
                    <a:pt x="68008" y="73585"/>
                    <a:pt x="67507" y="73585"/>
                    <a:pt x="67256" y="73334"/>
                  </a:cubicBezTo>
                  <a:cubicBezTo>
                    <a:pt x="66504" y="73084"/>
                    <a:pt x="65751" y="72833"/>
                    <a:pt x="64999" y="72582"/>
                  </a:cubicBezTo>
                  <a:cubicBezTo>
                    <a:pt x="64999" y="72331"/>
                    <a:pt x="64748" y="71829"/>
                    <a:pt x="64497" y="71579"/>
                  </a:cubicBezTo>
                  <a:cubicBezTo>
                    <a:pt x="54464" y="61044"/>
                    <a:pt x="47943" y="47750"/>
                    <a:pt x="38913" y="36463"/>
                  </a:cubicBezTo>
                  <a:cubicBezTo>
                    <a:pt x="38662" y="35962"/>
                    <a:pt x="38160" y="35711"/>
                    <a:pt x="37910" y="35209"/>
                  </a:cubicBezTo>
                  <a:cubicBezTo>
                    <a:pt x="35903" y="32952"/>
                    <a:pt x="34147" y="30694"/>
                    <a:pt x="32141" y="28437"/>
                  </a:cubicBezTo>
                  <a:cubicBezTo>
                    <a:pt x="23613" y="18906"/>
                    <a:pt x="14583" y="9625"/>
                    <a:pt x="5553" y="596"/>
                  </a:cubicBezTo>
                  <a:cubicBezTo>
                    <a:pt x="5303" y="345"/>
                    <a:pt x="5052" y="345"/>
                    <a:pt x="5052" y="94"/>
                  </a:cubicBezTo>
                  <a:cubicBezTo>
                    <a:pt x="4299" y="-157"/>
                    <a:pt x="3296" y="94"/>
                    <a:pt x="2794" y="847"/>
                  </a:cubicBezTo>
                  <a:cubicBezTo>
                    <a:pt x="2794" y="847"/>
                    <a:pt x="2794" y="1097"/>
                    <a:pt x="2544" y="1097"/>
                  </a:cubicBezTo>
                  <a:cubicBezTo>
                    <a:pt x="-2974" y="18153"/>
                    <a:pt x="537" y="37216"/>
                    <a:pt x="12577" y="50760"/>
                  </a:cubicBezTo>
                  <a:cubicBezTo>
                    <a:pt x="19098" y="58034"/>
                    <a:pt x="27626" y="62800"/>
                    <a:pt x="36405" y="66562"/>
                  </a:cubicBezTo>
                  <a:cubicBezTo>
                    <a:pt x="39665" y="68067"/>
                    <a:pt x="43177" y="69321"/>
                    <a:pt x="46688" y="70575"/>
                  </a:cubicBezTo>
                  <a:cubicBezTo>
                    <a:pt x="49949" y="71829"/>
                    <a:pt x="53210" y="72833"/>
                    <a:pt x="56721" y="73836"/>
                  </a:cubicBezTo>
                  <a:cubicBezTo>
                    <a:pt x="57975" y="74087"/>
                    <a:pt x="59480" y="74589"/>
                    <a:pt x="60734" y="74839"/>
                  </a:cubicBezTo>
                  <a:cubicBezTo>
                    <a:pt x="60985" y="75090"/>
                    <a:pt x="60985" y="75090"/>
                    <a:pt x="61236" y="75341"/>
                  </a:cubicBezTo>
                  <a:cubicBezTo>
                    <a:pt x="61989" y="76093"/>
                    <a:pt x="62741" y="76093"/>
                    <a:pt x="63243" y="75843"/>
                  </a:cubicBezTo>
                  <a:cubicBezTo>
                    <a:pt x="63494" y="75843"/>
                    <a:pt x="63744" y="75592"/>
                    <a:pt x="63995" y="75341"/>
                  </a:cubicBezTo>
                  <a:cubicBezTo>
                    <a:pt x="64246" y="75341"/>
                    <a:pt x="64497" y="75341"/>
                    <a:pt x="64497" y="75341"/>
                  </a:cubicBezTo>
                  <a:cubicBezTo>
                    <a:pt x="64497" y="75341"/>
                    <a:pt x="64497" y="75341"/>
                    <a:pt x="64497" y="75341"/>
                  </a:cubicBezTo>
                  <a:cubicBezTo>
                    <a:pt x="65500" y="75592"/>
                    <a:pt x="66504" y="75592"/>
                    <a:pt x="67507" y="75843"/>
                  </a:cubicBezTo>
                  <a:cubicBezTo>
                    <a:pt x="68008" y="75843"/>
                    <a:pt x="68259" y="75843"/>
                    <a:pt x="68510" y="75341"/>
                  </a:cubicBezTo>
                  <a:cubicBezTo>
                    <a:pt x="69263" y="75090"/>
                    <a:pt x="69263" y="74087"/>
                    <a:pt x="68259" y="73836"/>
                  </a:cubicBezTo>
                  <a:lnTo>
                    <a:pt x="68259" y="73836"/>
                  </a:lnTo>
                  <a:close/>
                </a:path>
              </a:pathLst>
            </a:custGeom>
            <a:solidFill>
              <a:srgbClr val="00A9F4"/>
            </a:solidFill>
            <a:ln w="2497" cap="flat">
              <a:noFill/>
              <a:prstDash val="solid"/>
              <a:miter/>
            </a:ln>
          </p:spPr>
          <p:txBody>
            <a:bodyPr/>
            <a:lstStyle/>
            <a:p>
              <a:endParaRPr lang="es-ES"/>
            </a:p>
          </p:txBody>
        </p:sp>
        <p:sp>
          <p:nvSpPr>
            <p:cNvPr id="102" name="Freeform: Shape 101">
              <a:extLst>
                <a:ext uri="{FF2B5EF4-FFF2-40B4-BE49-F238E27FC236}">
                  <a16:creationId xmlns:a16="http://schemas.microsoft.com/office/drawing/2014/main" id="{0A5D21A8-7730-3A0A-F2C8-1210F48B8FDE}"/>
                </a:ext>
              </a:extLst>
            </p:cNvPr>
            <p:cNvSpPr/>
            <p:nvPr/>
          </p:nvSpPr>
          <p:spPr>
            <a:xfrm>
              <a:off x="1233717" y="2705547"/>
              <a:ext cx="56479" cy="125849"/>
            </a:xfrm>
            <a:custGeom>
              <a:avLst/>
              <a:gdLst>
                <a:gd name="csX0" fmla="*/ 55978 w 56479"/>
                <a:gd name="csY0" fmla="*/ 110047 h 125849"/>
                <a:gd name="csX1" fmla="*/ 55978 w 56479"/>
                <a:gd name="csY1" fmla="*/ 110047 h 125849"/>
                <a:gd name="csX2" fmla="*/ 55727 w 56479"/>
                <a:gd name="csY2" fmla="*/ 107790 h 125849"/>
                <a:gd name="csX3" fmla="*/ 48704 w 56479"/>
                <a:gd name="csY3" fmla="*/ 84714 h 125849"/>
                <a:gd name="csX4" fmla="*/ 48704 w 56479"/>
                <a:gd name="csY4" fmla="*/ 84714 h 125849"/>
                <a:gd name="csX5" fmla="*/ 43186 w 56479"/>
                <a:gd name="csY5" fmla="*/ 70166 h 125849"/>
                <a:gd name="csX6" fmla="*/ 39675 w 56479"/>
                <a:gd name="csY6" fmla="*/ 59883 h 125849"/>
                <a:gd name="csX7" fmla="*/ 36665 w 56479"/>
                <a:gd name="csY7" fmla="*/ 52358 h 125849"/>
                <a:gd name="csX8" fmla="*/ 6064 w 56479"/>
                <a:gd name="csY8" fmla="*/ 688 h 125849"/>
                <a:gd name="csX9" fmla="*/ 5814 w 56479"/>
                <a:gd name="csY9" fmla="*/ 438 h 125849"/>
                <a:gd name="csX10" fmla="*/ 2804 w 56479"/>
                <a:gd name="csY10" fmla="*/ 939 h 125849"/>
                <a:gd name="csX11" fmla="*/ 2553 w 56479"/>
                <a:gd name="csY11" fmla="*/ 1692 h 125849"/>
                <a:gd name="csX12" fmla="*/ 6817 w 56479"/>
                <a:gd name="csY12" fmla="*/ 69665 h 125849"/>
                <a:gd name="csX13" fmla="*/ 6817 w 56479"/>
                <a:gd name="csY13" fmla="*/ 69665 h 125849"/>
                <a:gd name="csX14" fmla="*/ 11332 w 56479"/>
                <a:gd name="csY14" fmla="*/ 81453 h 125849"/>
                <a:gd name="csX15" fmla="*/ 37919 w 56479"/>
                <a:gd name="csY15" fmla="*/ 120080 h 125849"/>
                <a:gd name="csX16" fmla="*/ 37417 w 56479"/>
                <a:gd name="csY16" fmla="*/ 120833 h 125849"/>
                <a:gd name="csX17" fmla="*/ 37167 w 56479"/>
                <a:gd name="csY17" fmla="*/ 121083 h 125849"/>
                <a:gd name="csX18" fmla="*/ 36916 w 56479"/>
                <a:gd name="csY18" fmla="*/ 121836 h 125849"/>
                <a:gd name="csX19" fmla="*/ 39173 w 56479"/>
                <a:gd name="csY19" fmla="*/ 123842 h 125849"/>
                <a:gd name="csX20" fmla="*/ 40427 w 56479"/>
                <a:gd name="csY20" fmla="*/ 123341 h 125849"/>
                <a:gd name="csX21" fmla="*/ 41180 w 56479"/>
                <a:gd name="csY21" fmla="*/ 122839 h 125849"/>
                <a:gd name="csX22" fmla="*/ 41431 w 56479"/>
                <a:gd name="csY22" fmla="*/ 122839 h 125849"/>
                <a:gd name="csX23" fmla="*/ 43939 w 56479"/>
                <a:gd name="csY23" fmla="*/ 123842 h 125849"/>
                <a:gd name="csX24" fmla="*/ 52216 w 56479"/>
                <a:gd name="csY24" fmla="*/ 125849 h 125849"/>
                <a:gd name="csX25" fmla="*/ 52216 w 56479"/>
                <a:gd name="csY25" fmla="*/ 125598 h 125849"/>
                <a:gd name="csX26" fmla="*/ 55226 w 56479"/>
                <a:gd name="csY26" fmla="*/ 122087 h 125849"/>
                <a:gd name="csX27" fmla="*/ 56480 w 56479"/>
                <a:gd name="csY27" fmla="*/ 118074 h 125849"/>
                <a:gd name="csX28" fmla="*/ 55978 w 56479"/>
                <a:gd name="csY28" fmla="*/ 110047 h 125849"/>
                <a:gd name="csX29" fmla="*/ 55978 w 56479"/>
                <a:gd name="csY29" fmla="*/ 110047 h 1258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56479" h="125849">
                  <a:moveTo>
                    <a:pt x="55978" y="110047"/>
                  </a:moveTo>
                  <a:lnTo>
                    <a:pt x="55978" y="110047"/>
                  </a:lnTo>
                  <a:cubicBezTo>
                    <a:pt x="55978" y="109295"/>
                    <a:pt x="55727" y="108542"/>
                    <a:pt x="55727" y="107790"/>
                  </a:cubicBezTo>
                  <a:cubicBezTo>
                    <a:pt x="54473" y="100265"/>
                    <a:pt x="51463" y="91988"/>
                    <a:pt x="48704" y="84714"/>
                  </a:cubicBezTo>
                  <a:cubicBezTo>
                    <a:pt x="48704" y="84714"/>
                    <a:pt x="48704" y="84714"/>
                    <a:pt x="48704" y="84714"/>
                  </a:cubicBezTo>
                  <a:cubicBezTo>
                    <a:pt x="46447" y="78694"/>
                    <a:pt x="44190" y="73427"/>
                    <a:pt x="43186" y="70166"/>
                  </a:cubicBezTo>
                  <a:cubicBezTo>
                    <a:pt x="42183" y="66655"/>
                    <a:pt x="40929" y="63394"/>
                    <a:pt x="39675" y="59883"/>
                  </a:cubicBezTo>
                  <a:cubicBezTo>
                    <a:pt x="38671" y="57374"/>
                    <a:pt x="37668" y="54866"/>
                    <a:pt x="36665" y="52358"/>
                  </a:cubicBezTo>
                  <a:cubicBezTo>
                    <a:pt x="28638" y="34048"/>
                    <a:pt x="17602" y="16992"/>
                    <a:pt x="6064" y="688"/>
                  </a:cubicBezTo>
                  <a:cubicBezTo>
                    <a:pt x="6064" y="688"/>
                    <a:pt x="5814" y="438"/>
                    <a:pt x="5814" y="438"/>
                  </a:cubicBezTo>
                  <a:cubicBezTo>
                    <a:pt x="4810" y="-315"/>
                    <a:pt x="3556" y="-64"/>
                    <a:pt x="2804" y="939"/>
                  </a:cubicBezTo>
                  <a:cubicBezTo>
                    <a:pt x="2804" y="1190"/>
                    <a:pt x="2553" y="1441"/>
                    <a:pt x="2553" y="1692"/>
                  </a:cubicBezTo>
                  <a:cubicBezTo>
                    <a:pt x="-1962" y="24517"/>
                    <a:pt x="-457" y="48094"/>
                    <a:pt x="6817" y="69665"/>
                  </a:cubicBezTo>
                  <a:cubicBezTo>
                    <a:pt x="6817" y="69665"/>
                    <a:pt x="6817" y="69665"/>
                    <a:pt x="6817" y="69665"/>
                  </a:cubicBezTo>
                  <a:cubicBezTo>
                    <a:pt x="8071" y="73678"/>
                    <a:pt x="9576" y="77440"/>
                    <a:pt x="11332" y="81453"/>
                  </a:cubicBezTo>
                  <a:cubicBezTo>
                    <a:pt x="17602" y="95750"/>
                    <a:pt x="26632" y="109044"/>
                    <a:pt x="37919" y="120080"/>
                  </a:cubicBezTo>
                  <a:cubicBezTo>
                    <a:pt x="37668" y="120331"/>
                    <a:pt x="37417" y="120582"/>
                    <a:pt x="37417" y="120833"/>
                  </a:cubicBezTo>
                  <a:cubicBezTo>
                    <a:pt x="37417" y="120833"/>
                    <a:pt x="37167" y="121083"/>
                    <a:pt x="37167" y="121083"/>
                  </a:cubicBezTo>
                  <a:cubicBezTo>
                    <a:pt x="36916" y="121334"/>
                    <a:pt x="36916" y="121585"/>
                    <a:pt x="36916" y="121836"/>
                  </a:cubicBezTo>
                  <a:cubicBezTo>
                    <a:pt x="36916" y="122839"/>
                    <a:pt x="37919" y="124344"/>
                    <a:pt x="39173" y="123842"/>
                  </a:cubicBezTo>
                  <a:cubicBezTo>
                    <a:pt x="39675" y="123592"/>
                    <a:pt x="39925" y="123592"/>
                    <a:pt x="40427" y="123341"/>
                  </a:cubicBezTo>
                  <a:cubicBezTo>
                    <a:pt x="40678" y="123341"/>
                    <a:pt x="40929" y="123090"/>
                    <a:pt x="41180" y="122839"/>
                  </a:cubicBezTo>
                  <a:cubicBezTo>
                    <a:pt x="41180" y="122839"/>
                    <a:pt x="41180" y="122839"/>
                    <a:pt x="41431" y="122839"/>
                  </a:cubicBezTo>
                  <a:cubicBezTo>
                    <a:pt x="41681" y="123090"/>
                    <a:pt x="42685" y="123341"/>
                    <a:pt x="43939" y="123842"/>
                  </a:cubicBezTo>
                  <a:cubicBezTo>
                    <a:pt x="46949" y="124846"/>
                    <a:pt x="51463" y="125849"/>
                    <a:pt x="52216" y="125849"/>
                  </a:cubicBezTo>
                  <a:cubicBezTo>
                    <a:pt x="52216" y="125849"/>
                    <a:pt x="52467" y="125849"/>
                    <a:pt x="52216" y="125598"/>
                  </a:cubicBezTo>
                  <a:cubicBezTo>
                    <a:pt x="53470" y="124595"/>
                    <a:pt x="54473" y="123341"/>
                    <a:pt x="55226" y="122087"/>
                  </a:cubicBezTo>
                  <a:cubicBezTo>
                    <a:pt x="55727" y="120833"/>
                    <a:pt x="56229" y="119579"/>
                    <a:pt x="56480" y="118074"/>
                  </a:cubicBezTo>
                  <a:cubicBezTo>
                    <a:pt x="56229" y="115565"/>
                    <a:pt x="56229" y="112806"/>
                    <a:pt x="55978" y="110047"/>
                  </a:cubicBezTo>
                  <a:lnTo>
                    <a:pt x="55978" y="110047"/>
                  </a:lnTo>
                  <a:close/>
                </a:path>
              </a:pathLst>
            </a:custGeom>
            <a:solidFill>
              <a:srgbClr val="00A9F4"/>
            </a:solidFill>
            <a:ln w="2497" cap="flat">
              <a:noFill/>
              <a:prstDash val="solid"/>
              <a:miter/>
            </a:ln>
          </p:spPr>
          <p:txBody>
            <a:bodyPr/>
            <a:lstStyle/>
            <a:p>
              <a:endParaRPr lang="es-ES"/>
            </a:p>
          </p:txBody>
        </p:sp>
        <p:sp>
          <p:nvSpPr>
            <p:cNvPr id="103" name="Freeform: Shape 102">
              <a:extLst>
                <a:ext uri="{FF2B5EF4-FFF2-40B4-BE49-F238E27FC236}">
                  <a16:creationId xmlns:a16="http://schemas.microsoft.com/office/drawing/2014/main" id="{4245943A-6D93-9349-4A6E-1DADC842ADC3}"/>
                </a:ext>
              </a:extLst>
            </p:cNvPr>
            <p:cNvSpPr/>
            <p:nvPr/>
          </p:nvSpPr>
          <p:spPr>
            <a:xfrm>
              <a:off x="1382304" y="2749273"/>
              <a:ext cx="63465" cy="79865"/>
            </a:xfrm>
            <a:custGeom>
              <a:avLst/>
              <a:gdLst>
                <a:gd name="csX0" fmla="*/ 63402 w 63465"/>
                <a:gd name="csY0" fmla="*/ 1609 h 79865"/>
                <a:gd name="csX1" fmla="*/ 61647 w 63465"/>
                <a:gd name="csY1" fmla="*/ 104 h 79865"/>
                <a:gd name="csX2" fmla="*/ 59891 w 63465"/>
                <a:gd name="csY2" fmla="*/ 355 h 79865"/>
                <a:gd name="csX3" fmla="*/ 19508 w 63465"/>
                <a:gd name="csY3" fmla="*/ 34216 h 79865"/>
                <a:gd name="csX4" fmla="*/ 15495 w 63465"/>
                <a:gd name="csY4" fmla="*/ 38981 h 79865"/>
                <a:gd name="csX5" fmla="*/ 9977 w 63465"/>
                <a:gd name="csY5" fmla="*/ 46004 h 79865"/>
                <a:gd name="csX6" fmla="*/ 1700 w 63465"/>
                <a:gd name="csY6" fmla="*/ 61054 h 79865"/>
                <a:gd name="csX7" fmla="*/ 1198 w 63465"/>
                <a:gd name="csY7" fmla="*/ 76856 h 79865"/>
                <a:gd name="csX8" fmla="*/ 1198 w 63465"/>
                <a:gd name="csY8" fmla="*/ 76856 h 79865"/>
                <a:gd name="csX9" fmla="*/ 1951 w 63465"/>
                <a:gd name="csY9" fmla="*/ 77859 h 79865"/>
                <a:gd name="csX10" fmla="*/ 4459 w 63465"/>
                <a:gd name="csY10" fmla="*/ 79615 h 79865"/>
                <a:gd name="csX11" fmla="*/ 7218 w 63465"/>
                <a:gd name="csY11" fmla="*/ 79866 h 79865"/>
                <a:gd name="csX12" fmla="*/ 11231 w 63465"/>
                <a:gd name="csY12" fmla="*/ 76856 h 79865"/>
                <a:gd name="csX13" fmla="*/ 63152 w 63465"/>
                <a:gd name="csY13" fmla="*/ 2863 h 79865"/>
                <a:gd name="csX14" fmla="*/ 63402 w 63465"/>
                <a:gd name="csY14" fmla="*/ 1609 h 79865"/>
                <a:gd name="csX15" fmla="*/ 63402 w 63465"/>
                <a:gd name="csY15" fmla="*/ 1609 h 798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63465" h="79865">
                  <a:moveTo>
                    <a:pt x="63402" y="1609"/>
                  </a:moveTo>
                  <a:cubicBezTo>
                    <a:pt x="63152" y="856"/>
                    <a:pt x="62399" y="355"/>
                    <a:pt x="61647" y="104"/>
                  </a:cubicBezTo>
                  <a:cubicBezTo>
                    <a:pt x="61145" y="-147"/>
                    <a:pt x="60643" y="104"/>
                    <a:pt x="59891" y="355"/>
                  </a:cubicBezTo>
                  <a:cubicBezTo>
                    <a:pt x="44591" y="9384"/>
                    <a:pt x="31046" y="20671"/>
                    <a:pt x="19508" y="34216"/>
                  </a:cubicBezTo>
                  <a:cubicBezTo>
                    <a:pt x="18254" y="35721"/>
                    <a:pt x="17000" y="37226"/>
                    <a:pt x="15495" y="38981"/>
                  </a:cubicBezTo>
                  <a:cubicBezTo>
                    <a:pt x="13739" y="41239"/>
                    <a:pt x="11733" y="43496"/>
                    <a:pt x="9977" y="46004"/>
                  </a:cubicBezTo>
                  <a:cubicBezTo>
                    <a:pt x="6716" y="50770"/>
                    <a:pt x="3707" y="55787"/>
                    <a:pt x="1700" y="61054"/>
                  </a:cubicBezTo>
                  <a:cubicBezTo>
                    <a:pt x="-56" y="66321"/>
                    <a:pt x="-808" y="71839"/>
                    <a:pt x="1198" y="76856"/>
                  </a:cubicBezTo>
                  <a:cubicBezTo>
                    <a:pt x="1198" y="76856"/>
                    <a:pt x="1198" y="76856"/>
                    <a:pt x="1198" y="76856"/>
                  </a:cubicBezTo>
                  <a:cubicBezTo>
                    <a:pt x="1449" y="77357"/>
                    <a:pt x="1700" y="77608"/>
                    <a:pt x="1951" y="77859"/>
                  </a:cubicBezTo>
                  <a:cubicBezTo>
                    <a:pt x="2703" y="78862"/>
                    <a:pt x="3456" y="79364"/>
                    <a:pt x="4459" y="79615"/>
                  </a:cubicBezTo>
                  <a:cubicBezTo>
                    <a:pt x="5211" y="79866"/>
                    <a:pt x="6215" y="79866"/>
                    <a:pt x="7218" y="79866"/>
                  </a:cubicBezTo>
                  <a:cubicBezTo>
                    <a:pt x="8974" y="79615"/>
                    <a:pt x="10980" y="78611"/>
                    <a:pt x="11231" y="76856"/>
                  </a:cubicBezTo>
                  <a:cubicBezTo>
                    <a:pt x="41079" y="66070"/>
                    <a:pt x="59891" y="32711"/>
                    <a:pt x="63152" y="2863"/>
                  </a:cubicBezTo>
                  <a:cubicBezTo>
                    <a:pt x="63653" y="2110"/>
                    <a:pt x="63402" y="1860"/>
                    <a:pt x="63402" y="1609"/>
                  </a:cubicBezTo>
                  <a:lnTo>
                    <a:pt x="63402" y="1609"/>
                  </a:lnTo>
                  <a:close/>
                </a:path>
              </a:pathLst>
            </a:custGeom>
            <a:solidFill>
              <a:srgbClr val="00A9F4"/>
            </a:solidFill>
            <a:ln w="2497" cap="flat">
              <a:noFill/>
              <a:prstDash val="solid"/>
              <a:miter/>
            </a:ln>
          </p:spPr>
          <p:txBody>
            <a:bodyPr/>
            <a:lstStyle/>
            <a:p>
              <a:endParaRPr lang="es-ES"/>
            </a:p>
          </p:txBody>
        </p:sp>
        <p:sp>
          <p:nvSpPr>
            <p:cNvPr id="104" name="Freeform: Shape 103">
              <a:extLst>
                <a:ext uri="{FF2B5EF4-FFF2-40B4-BE49-F238E27FC236}">
                  <a16:creationId xmlns:a16="http://schemas.microsoft.com/office/drawing/2014/main" id="{8706377B-5D6B-211C-502E-7AE3C490EFC7}"/>
                </a:ext>
              </a:extLst>
            </p:cNvPr>
            <p:cNvSpPr/>
            <p:nvPr/>
          </p:nvSpPr>
          <p:spPr>
            <a:xfrm>
              <a:off x="1348313" y="2693923"/>
              <a:ext cx="63382" cy="139515"/>
            </a:xfrm>
            <a:custGeom>
              <a:avLst/>
              <a:gdLst>
                <a:gd name="csX0" fmla="*/ 62530 w 63382"/>
                <a:gd name="csY0" fmla="*/ 1778 h 139515"/>
                <a:gd name="csX1" fmla="*/ 61777 w 63382"/>
                <a:gd name="csY1" fmla="*/ 524 h 139515"/>
                <a:gd name="csX2" fmla="*/ 59269 w 63382"/>
                <a:gd name="csY2" fmla="*/ 273 h 139515"/>
                <a:gd name="csX3" fmla="*/ 58015 w 63382"/>
                <a:gd name="csY3" fmla="*/ 1277 h 139515"/>
                <a:gd name="csX4" fmla="*/ 5844 w 63382"/>
                <a:gd name="csY4" fmla="*/ 74517 h 139515"/>
                <a:gd name="csX5" fmla="*/ 5844 w 63382"/>
                <a:gd name="csY5" fmla="*/ 74768 h 139515"/>
                <a:gd name="csX6" fmla="*/ 5342 w 63382"/>
                <a:gd name="csY6" fmla="*/ 76022 h 139515"/>
                <a:gd name="csX7" fmla="*/ 3837 w 63382"/>
                <a:gd name="csY7" fmla="*/ 81039 h 139515"/>
                <a:gd name="csX8" fmla="*/ 3837 w 63382"/>
                <a:gd name="csY8" fmla="*/ 81289 h 139515"/>
                <a:gd name="csX9" fmla="*/ 1580 w 63382"/>
                <a:gd name="csY9" fmla="*/ 91824 h 139515"/>
                <a:gd name="csX10" fmla="*/ 576 w 63382"/>
                <a:gd name="csY10" fmla="*/ 115903 h 139515"/>
                <a:gd name="csX11" fmla="*/ 1329 w 63382"/>
                <a:gd name="csY11" fmla="*/ 119665 h 139515"/>
                <a:gd name="csX12" fmla="*/ 2081 w 63382"/>
                <a:gd name="csY12" fmla="*/ 122424 h 139515"/>
                <a:gd name="csX13" fmla="*/ 14372 w 63382"/>
                <a:gd name="csY13" fmla="*/ 137474 h 139515"/>
                <a:gd name="csX14" fmla="*/ 15375 w 63382"/>
                <a:gd name="csY14" fmla="*/ 137975 h 139515"/>
                <a:gd name="csX15" fmla="*/ 19388 w 63382"/>
                <a:gd name="csY15" fmla="*/ 139229 h 139515"/>
                <a:gd name="csX16" fmla="*/ 31177 w 63382"/>
                <a:gd name="csY16" fmla="*/ 137223 h 139515"/>
                <a:gd name="csX17" fmla="*/ 36193 w 63382"/>
                <a:gd name="csY17" fmla="*/ 132959 h 139515"/>
                <a:gd name="csX18" fmla="*/ 38952 w 63382"/>
                <a:gd name="csY18" fmla="*/ 127692 h 139515"/>
                <a:gd name="csX19" fmla="*/ 39454 w 63382"/>
                <a:gd name="csY19" fmla="*/ 124682 h 139515"/>
                <a:gd name="csX20" fmla="*/ 36193 w 63382"/>
                <a:gd name="csY20" fmla="*/ 124431 h 139515"/>
                <a:gd name="csX21" fmla="*/ 35190 w 63382"/>
                <a:gd name="csY21" fmla="*/ 128946 h 139515"/>
                <a:gd name="csX22" fmla="*/ 35190 w 63382"/>
                <a:gd name="csY22" fmla="*/ 126688 h 139515"/>
                <a:gd name="csX23" fmla="*/ 35190 w 63382"/>
                <a:gd name="csY23" fmla="*/ 123177 h 139515"/>
                <a:gd name="csX24" fmla="*/ 41461 w 63382"/>
                <a:gd name="csY24" fmla="*/ 107626 h 139515"/>
                <a:gd name="csX25" fmla="*/ 43969 w 63382"/>
                <a:gd name="csY25" fmla="*/ 101355 h 139515"/>
                <a:gd name="csX26" fmla="*/ 47229 w 63382"/>
                <a:gd name="csY26" fmla="*/ 92827 h 139515"/>
                <a:gd name="csX27" fmla="*/ 62530 w 63382"/>
                <a:gd name="csY27" fmla="*/ 1778 h 139515"/>
                <a:gd name="csX28" fmla="*/ 62530 w 63382"/>
                <a:gd name="csY28" fmla="*/ 1778 h 1395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Lst>
              <a:rect l="l" t="t" r="r" b="b"/>
              <a:pathLst>
                <a:path w="63382" h="139515">
                  <a:moveTo>
                    <a:pt x="62530" y="1778"/>
                  </a:moveTo>
                  <a:cubicBezTo>
                    <a:pt x="62530" y="1277"/>
                    <a:pt x="62279" y="775"/>
                    <a:pt x="61777" y="524"/>
                  </a:cubicBezTo>
                  <a:cubicBezTo>
                    <a:pt x="61025" y="23"/>
                    <a:pt x="60021" y="-228"/>
                    <a:pt x="59269" y="273"/>
                  </a:cubicBezTo>
                  <a:cubicBezTo>
                    <a:pt x="58767" y="524"/>
                    <a:pt x="58517" y="775"/>
                    <a:pt x="58015" y="1277"/>
                  </a:cubicBezTo>
                  <a:cubicBezTo>
                    <a:pt x="33685" y="18584"/>
                    <a:pt x="15124" y="45672"/>
                    <a:pt x="5844" y="74517"/>
                  </a:cubicBezTo>
                  <a:cubicBezTo>
                    <a:pt x="5844" y="74517"/>
                    <a:pt x="5844" y="74768"/>
                    <a:pt x="5844" y="74768"/>
                  </a:cubicBezTo>
                  <a:cubicBezTo>
                    <a:pt x="5593" y="75270"/>
                    <a:pt x="5593" y="75520"/>
                    <a:pt x="5342" y="76022"/>
                  </a:cubicBezTo>
                  <a:cubicBezTo>
                    <a:pt x="4840" y="77778"/>
                    <a:pt x="4339" y="79283"/>
                    <a:pt x="3837" y="81039"/>
                  </a:cubicBezTo>
                  <a:cubicBezTo>
                    <a:pt x="3837" y="81039"/>
                    <a:pt x="3837" y="81039"/>
                    <a:pt x="3837" y="81289"/>
                  </a:cubicBezTo>
                  <a:cubicBezTo>
                    <a:pt x="2834" y="84801"/>
                    <a:pt x="2081" y="88312"/>
                    <a:pt x="1580" y="91824"/>
                  </a:cubicBezTo>
                  <a:cubicBezTo>
                    <a:pt x="326" y="99098"/>
                    <a:pt x="-678" y="107877"/>
                    <a:pt x="576" y="115903"/>
                  </a:cubicBezTo>
                  <a:cubicBezTo>
                    <a:pt x="827" y="117157"/>
                    <a:pt x="1078" y="118411"/>
                    <a:pt x="1329" y="119665"/>
                  </a:cubicBezTo>
                  <a:cubicBezTo>
                    <a:pt x="1580" y="120669"/>
                    <a:pt x="1830" y="121672"/>
                    <a:pt x="2081" y="122424"/>
                  </a:cubicBezTo>
                  <a:cubicBezTo>
                    <a:pt x="4088" y="128695"/>
                    <a:pt x="7850" y="134213"/>
                    <a:pt x="14372" y="137474"/>
                  </a:cubicBezTo>
                  <a:cubicBezTo>
                    <a:pt x="14622" y="137724"/>
                    <a:pt x="14873" y="137724"/>
                    <a:pt x="15375" y="137975"/>
                  </a:cubicBezTo>
                  <a:cubicBezTo>
                    <a:pt x="16629" y="138477"/>
                    <a:pt x="18134" y="138979"/>
                    <a:pt x="19388" y="139229"/>
                  </a:cubicBezTo>
                  <a:cubicBezTo>
                    <a:pt x="23401" y="139982"/>
                    <a:pt x="27665" y="139229"/>
                    <a:pt x="31177" y="137223"/>
                  </a:cubicBezTo>
                  <a:cubicBezTo>
                    <a:pt x="33183" y="136220"/>
                    <a:pt x="34939" y="134715"/>
                    <a:pt x="36193" y="132959"/>
                  </a:cubicBezTo>
                  <a:cubicBezTo>
                    <a:pt x="37447" y="131454"/>
                    <a:pt x="38451" y="129698"/>
                    <a:pt x="38952" y="127692"/>
                  </a:cubicBezTo>
                  <a:cubicBezTo>
                    <a:pt x="39203" y="126688"/>
                    <a:pt x="39454" y="125685"/>
                    <a:pt x="39454" y="124682"/>
                  </a:cubicBezTo>
                  <a:cubicBezTo>
                    <a:pt x="39705" y="122675"/>
                    <a:pt x="36444" y="122173"/>
                    <a:pt x="36193" y="124431"/>
                  </a:cubicBezTo>
                  <a:cubicBezTo>
                    <a:pt x="36193" y="126187"/>
                    <a:pt x="35692" y="127692"/>
                    <a:pt x="35190" y="128946"/>
                  </a:cubicBezTo>
                  <a:cubicBezTo>
                    <a:pt x="35190" y="128193"/>
                    <a:pt x="35190" y="127441"/>
                    <a:pt x="35190" y="126688"/>
                  </a:cubicBezTo>
                  <a:cubicBezTo>
                    <a:pt x="35190" y="125434"/>
                    <a:pt x="35692" y="124180"/>
                    <a:pt x="35190" y="123177"/>
                  </a:cubicBezTo>
                  <a:cubicBezTo>
                    <a:pt x="37197" y="117909"/>
                    <a:pt x="39454" y="112893"/>
                    <a:pt x="41461" y="107626"/>
                  </a:cubicBezTo>
                  <a:cubicBezTo>
                    <a:pt x="42213" y="105619"/>
                    <a:pt x="43216" y="103362"/>
                    <a:pt x="43969" y="101355"/>
                  </a:cubicBezTo>
                  <a:cubicBezTo>
                    <a:pt x="44972" y="98596"/>
                    <a:pt x="46226" y="95586"/>
                    <a:pt x="47229" y="92827"/>
                  </a:cubicBezTo>
                  <a:cubicBezTo>
                    <a:pt x="58266" y="63481"/>
                    <a:pt x="66041" y="33382"/>
                    <a:pt x="62530" y="1778"/>
                  </a:cubicBezTo>
                  <a:lnTo>
                    <a:pt x="62530" y="1778"/>
                  </a:lnTo>
                  <a:close/>
                </a:path>
              </a:pathLst>
            </a:custGeom>
            <a:solidFill>
              <a:srgbClr val="00A9F4"/>
            </a:solidFill>
            <a:ln w="2497" cap="flat">
              <a:noFill/>
              <a:prstDash val="solid"/>
              <a:miter/>
            </a:ln>
          </p:spPr>
          <p:txBody>
            <a:bodyPr/>
            <a:lstStyle/>
            <a:p>
              <a:endParaRPr lang="es-ES"/>
            </a:p>
          </p:txBody>
        </p:sp>
        <p:sp>
          <p:nvSpPr>
            <p:cNvPr id="105" name="Freeform: Shape 104">
              <a:extLst>
                <a:ext uri="{FF2B5EF4-FFF2-40B4-BE49-F238E27FC236}">
                  <a16:creationId xmlns:a16="http://schemas.microsoft.com/office/drawing/2014/main" id="{74A1A2BA-6A74-433B-1DAC-4E67F9B4C7A1}"/>
                </a:ext>
              </a:extLst>
            </p:cNvPr>
            <p:cNvSpPr/>
            <p:nvPr/>
          </p:nvSpPr>
          <p:spPr>
            <a:xfrm>
              <a:off x="1273141" y="2667449"/>
              <a:ext cx="40631" cy="164943"/>
            </a:xfrm>
            <a:custGeom>
              <a:avLst/>
              <a:gdLst>
                <a:gd name="csX0" fmla="*/ 40382 w 40631"/>
                <a:gd name="csY0" fmla="*/ 83182 h 164943"/>
                <a:gd name="csX1" fmla="*/ 40132 w 40631"/>
                <a:gd name="csY1" fmla="*/ 77413 h 164943"/>
                <a:gd name="csX2" fmla="*/ 39881 w 40631"/>
                <a:gd name="csY2" fmla="*/ 74152 h 164943"/>
                <a:gd name="csX3" fmla="*/ 39881 w 40631"/>
                <a:gd name="csY3" fmla="*/ 74152 h 164943"/>
                <a:gd name="csX4" fmla="*/ 29346 w 40631"/>
                <a:gd name="csY4" fmla="*/ 1414 h 164943"/>
                <a:gd name="csX5" fmla="*/ 29346 w 40631"/>
                <a:gd name="csY5" fmla="*/ 1414 h 164943"/>
                <a:gd name="csX6" fmla="*/ 26838 w 40631"/>
                <a:gd name="csY6" fmla="*/ 160 h 164943"/>
                <a:gd name="csX7" fmla="*/ 26336 w 40631"/>
                <a:gd name="csY7" fmla="*/ 661 h 164943"/>
                <a:gd name="csX8" fmla="*/ 502 w 40631"/>
                <a:gd name="csY8" fmla="*/ 85941 h 164943"/>
                <a:gd name="csX9" fmla="*/ 251 w 40631"/>
                <a:gd name="csY9" fmla="*/ 87948 h 164943"/>
                <a:gd name="csX10" fmla="*/ 0 w 40631"/>
                <a:gd name="csY10" fmla="*/ 97981 h 164943"/>
                <a:gd name="csX11" fmla="*/ 1003 w 40631"/>
                <a:gd name="csY11" fmla="*/ 108264 h 164943"/>
                <a:gd name="csX12" fmla="*/ 1003 w 40631"/>
                <a:gd name="csY12" fmla="*/ 108515 h 164943"/>
                <a:gd name="csX13" fmla="*/ 4766 w 40631"/>
                <a:gd name="csY13" fmla="*/ 123314 h 164943"/>
                <a:gd name="csX14" fmla="*/ 4766 w 40631"/>
                <a:gd name="csY14" fmla="*/ 123314 h 164943"/>
                <a:gd name="csX15" fmla="*/ 15551 w 40631"/>
                <a:gd name="csY15" fmla="*/ 145386 h 164943"/>
                <a:gd name="csX16" fmla="*/ 15551 w 40631"/>
                <a:gd name="csY16" fmla="*/ 145386 h 164943"/>
                <a:gd name="csX17" fmla="*/ 16053 w 40631"/>
                <a:gd name="csY17" fmla="*/ 146139 h 164943"/>
                <a:gd name="csX18" fmla="*/ 24831 w 40631"/>
                <a:gd name="csY18" fmla="*/ 157426 h 164943"/>
                <a:gd name="csX19" fmla="*/ 26086 w 40631"/>
                <a:gd name="csY19" fmla="*/ 158680 h 164943"/>
                <a:gd name="csX20" fmla="*/ 25584 w 40631"/>
                <a:gd name="csY20" fmla="*/ 161188 h 164943"/>
                <a:gd name="csX21" fmla="*/ 25333 w 40631"/>
                <a:gd name="csY21" fmla="*/ 162191 h 164943"/>
                <a:gd name="csX22" fmla="*/ 26086 w 40631"/>
                <a:gd name="csY22" fmla="*/ 164449 h 164943"/>
                <a:gd name="csX23" fmla="*/ 29597 w 40631"/>
                <a:gd name="csY23" fmla="*/ 163696 h 164943"/>
                <a:gd name="csX24" fmla="*/ 30099 w 40631"/>
                <a:gd name="csY24" fmla="*/ 162442 h 164943"/>
                <a:gd name="csX25" fmla="*/ 35617 w 40631"/>
                <a:gd name="csY25" fmla="*/ 145386 h 164943"/>
                <a:gd name="csX26" fmla="*/ 37874 w 40631"/>
                <a:gd name="csY26" fmla="*/ 134601 h 164943"/>
                <a:gd name="csX27" fmla="*/ 37874 w 40631"/>
                <a:gd name="csY27" fmla="*/ 134601 h 164943"/>
                <a:gd name="csX28" fmla="*/ 40382 w 40631"/>
                <a:gd name="csY28" fmla="*/ 83182 h 164943"/>
                <a:gd name="csX29" fmla="*/ 40382 w 40631"/>
                <a:gd name="csY29" fmla="*/ 83182 h 1649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40631" h="164943">
                  <a:moveTo>
                    <a:pt x="40382" y="83182"/>
                  </a:moveTo>
                  <a:cubicBezTo>
                    <a:pt x="40382" y="81176"/>
                    <a:pt x="40132" y="79420"/>
                    <a:pt x="40132" y="77413"/>
                  </a:cubicBezTo>
                  <a:cubicBezTo>
                    <a:pt x="40132" y="76410"/>
                    <a:pt x="40132" y="75156"/>
                    <a:pt x="39881" y="74152"/>
                  </a:cubicBezTo>
                  <a:lnTo>
                    <a:pt x="39881" y="74152"/>
                  </a:lnTo>
                  <a:cubicBezTo>
                    <a:pt x="38627" y="49572"/>
                    <a:pt x="35115" y="25493"/>
                    <a:pt x="29346" y="1414"/>
                  </a:cubicBezTo>
                  <a:cubicBezTo>
                    <a:pt x="29346" y="1414"/>
                    <a:pt x="29346" y="1414"/>
                    <a:pt x="29346" y="1414"/>
                  </a:cubicBezTo>
                  <a:cubicBezTo>
                    <a:pt x="29095" y="410"/>
                    <a:pt x="27591" y="-342"/>
                    <a:pt x="26838" y="160"/>
                  </a:cubicBezTo>
                  <a:cubicBezTo>
                    <a:pt x="26587" y="410"/>
                    <a:pt x="26336" y="410"/>
                    <a:pt x="26336" y="661"/>
                  </a:cubicBezTo>
                  <a:cubicBezTo>
                    <a:pt x="13294" y="27249"/>
                    <a:pt x="4013" y="56344"/>
                    <a:pt x="502" y="85941"/>
                  </a:cubicBezTo>
                  <a:cubicBezTo>
                    <a:pt x="502" y="86694"/>
                    <a:pt x="251" y="87195"/>
                    <a:pt x="251" y="87948"/>
                  </a:cubicBezTo>
                  <a:cubicBezTo>
                    <a:pt x="0" y="91208"/>
                    <a:pt x="0" y="94469"/>
                    <a:pt x="0" y="97981"/>
                  </a:cubicBezTo>
                  <a:cubicBezTo>
                    <a:pt x="251" y="101492"/>
                    <a:pt x="502" y="104753"/>
                    <a:pt x="1003" y="108264"/>
                  </a:cubicBezTo>
                  <a:cubicBezTo>
                    <a:pt x="1003" y="108264"/>
                    <a:pt x="1003" y="108264"/>
                    <a:pt x="1003" y="108515"/>
                  </a:cubicBezTo>
                  <a:cubicBezTo>
                    <a:pt x="1756" y="113532"/>
                    <a:pt x="3010" y="118548"/>
                    <a:pt x="4766" y="123314"/>
                  </a:cubicBezTo>
                  <a:cubicBezTo>
                    <a:pt x="4766" y="123314"/>
                    <a:pt x="4766" y="123314"/>
                    <a:pt x="4766" y="123314"/>
                  </a:cubicBezTo>
                  <a:cubicBezTo>
                    <a:pt x="7525" y="131089"/>
                    <a:pt x="11036" y="138363"/>
                    <a:pt x="15551" y="145386"/>
                  </a:cubicBezTo>
                  <a:cubicBezTo>
                    <a:pt x="15551" y="145386"/>
                    <a:pt x="15551" y="145386"/>
                    <a:pt x="15551" y="145386"/>
                  </a:cubicBezTo>
                  <a:cubicBezTo>
                    <a:pt x="15551" y="145637"/>
                    <a:pt x="15802" y="145888"/>
                    <a:pt x="16053" y="146139"/>
                  </a:cubicBezTo>
                  <a:cubicBezTo>
                    <a:pt x="18812" y="150152"/>
                    <a:pt x="21571" y="153914"/>
                    <a:pt x="24831" y="157426"/>
                  </a:cubicBezTo>
                  <a:cubicBezTo>
                    <a:pt x="25333" y="157927"/>
                    <a:pt x="25584" y="158429"/>
                    <a:pt x="26086" y="158680"/>
                  </a:cubicBezTo>
                  <a:cubicBezTo>
                    <a:pt x="25835" y="159432"/>
                    <a:pt x="25584" y="160185"/>
                    <a:pt x="25584" y="161188"/>
                  </a:cubicBezTo>
                  <a:cubicBezTo>
                    <a:pt x="25584" y="161439"/>
                    <a:pt x="25333" y="161941"/>
                    <a:pt x="25333" y="162191"/>
                  </a:cubicBezTo>
                  <a:cubicBezTo>
                    <a:pt x="25082" y="163195"/>
                    <a:pt x="25584" y="163947"/>
                    <a:pt x="26086" y="164449"/>
                  </a:cubicBezTo>
                  <a:cubicBezTo>
                    <a:pt x="27089" y="165201"/>
                    <a:pt x="29095" y="165201"/>
                    <a:pt x="29597" y="163696"/>
                  </a:cubicBezTo>
                  <a:cubicBezTo>
                    <a:pt x="29848" y="163195"/>
                    <a:pt x="29848" y="162944"/>
                    <a:pt x="30099" y="162442"/>
                  </a:cubicBezTo>
                  <a:cubicBezTo>
                    <a:pt x="32356" y="156924"/>
                    <a:pt x="34363" y="151155"/>
                    <a:pt x="35617" y="145386"/>
                  </a:cubicBezTo>
                  <a:cubicBezTo>
                    <a:pt x="36369" y="141875"/>
                    <a:pt x="37122" y="138112"/>
                    <a:pt x="37874" y="134601"/>
                  </a:cubicBezTo>
                  <a:cubicBezTo>
                    <a:pt x="37874" y="134601"/>
                    <a:pt x="37874" y="134601"/>
                    <a:pt x="37874" y="134601"/>
                  </a:cubicBezTo>
                  <a:cubicBezTo>
                    <a:pt x="40884" y="117043"/>
                    <a:pt x="40884" y="99486"/>
                    <a:pt x="40382" y="83182"/>
                  </a:cubicBezTo>
                  <a:lnTo>
                    <a:pt x="40382" y="83182"/>
                  </a:lnTo>
                  <a:close/>
                </a:path>
              </a:pathLst>
            </a:custGeom>
            <a:solidFill>
              <a:srgbClr val="00A9F4"/>
            </a:solidFill>
            <a:ln w="2497" cap="flat">
              <a:noFill/>
              <a:prstDash val="solid"/>
              <a:miter/>
            </a:ln>
          </p:spPr>
          <p:txBody>
            <a:bodyPr/>
            <a:lstStyle/>
            <a:p>
              <a:endParaRPr lang="es-ES"/>
            </a:p>
          </p:txBody>
        </p:sp>
        <p:sp>
          <p:nvSpPr>
            <p:cNvPr id="106" name="Freeform: Shape 105">
              <a:extLst>
                <a:ext uri="{FF2B5EF4-FFF2-40B4-BE49-F238E27FC236}">
                  <a16:creationId xmlns:a16="http://schemas.microsoft.com/office/drawing/2014/main" id="{6BA17B7A-D087-7263-B703-13286D3ECC38}"/>
                </a:ext>
              </a:extLst>
            </p:cNvPr>
            <p:cNvSpPr/>
            <p:nvPr/>
          </p:nvSpPr>
          <p:spPr>
            <a:xfrm>
              <a:off x="1305084" y="2676819"/>
              <a:ext cx="49072" cy="148996"/>
            </a:xfrm>
            <a:custGeom>
              <a:avLst/>
              <a:gdLst>
                <a:gd name="csX0" fmla="*/ 37033 w 49072"/>
                <a:gd name="csY0" fmla="*/ 1826 h 148996"/>
                <a:gd name="csX1" fmla="*/ 37033 w 49072"/>
                <a:gd name="csY1" fmla="*/ 1826 h 148996"/>
                <a:gd name="csX2" fmla="*/ 32769 w 49072"/>
                <a:gd name="csY2" fmla="*/ 1073 h 148996"/>
                <a:gd name="csX3" fmla="*/ 32518 w 49072"/>
                <a:gd name="csY3" fmla="*/ 1826 h 148996"/>
                <a:gd name="csX4" fmla="*/ 10696 w 49072"/>
                <a:gd name="csY4" fmla="*/ 59515 h 148996"/>
                <a:gd name="csX5" fmla="*/ 10696 w 49072"/>
                <a:gd name="csY5" fmla="*/ 59515 h 148996"/>
                <a:gd name="csX6" fmla="*/ 8439 w 49072"/>
                <a:gd name="csY6" fmla="*/ 67792 h 148996"/>
                <a:gd name="csX7" fmla="*/ 7937 w 49072"/>
                <a:gd name="csY7" fmla="*/ 69799 h 148996"/>
                <a:gd name="csX8" fmla="*/ 7937 w 49072"/>
                <a:gd name="csY8" fmla="*/ 69799 h 148996"/>
                <a:gd name="csX9" fmla="*/ 4426 w 49072"/>
                <a:gd name="csY9" fmla="*/ 84096 h 148996"/>
                <a:gd name="csX10" fmla="*/ 4175 w 49072"/>
                <a:gd name="csY10" fmla="*/ 135515 h 148996"/>
                <a:gd name="csX11" fmla="*/ 5429 w 49072"/>
                <a:gd name="csY11" fmla="*/ 137772 h 148996"/>
                <a:gd name="csX12" fmla="*/ 5429 w 49072"/>
                <a:gd name="csY12" fmla="*/ 137772 h 148996"/>
                <a:gd name="csX13" fmla="*/ 9191 w 49072"/>
                <a:gd name="csY13" fmla="*/ 142538 h 148996"/>
                <a:gd name="csX14" fmla="*/ 10195 w 49072"/>
                <a:gd name="csY14" fmla="*/ 143541 h 148996"/>
                <a:gd name="csX15" fmla="*/ 15211 w 49072"/>
                <a:gd name="csY15" fmla="*/ 145548 h 148996"/>
                <a:gd name="csX16" fmla="*/ 16214 w 49072"/>
                <a:gd name="csY16" fmla="*/ 146049 h 148996"/>
                <a:gd name="csX17" fmla="*/ 20228 w 49072"/>
                <a:gd name="csY17" fmla="*/ 148056 h 148996"/>
                <a:gd name="csX18" fmla="*/ 23237 w 49072"/>
                <a:gd name="csY18" fmla="*/ 148808 h 148996"/>
                <a:gd name="csX19" fmla="*/ 28254 w 49072"/>
                <a:gd name="csY19" fmla="*/ 148808 h 148996"/>
                <a:gd name="csX20" fmla="*/ 36280 w 49072"/>
                <a:gd name="csY20" fmla="*/ 146300 h 148996"/>
                <a:gd name="csX21" fmla="*/ 43554 w 49072"/>
                <a:gd name="csY21" fmla="*/ 139277 h 148996"/>
                <a:gd name="csX22" fmla="*/ 44808 w 49072"/>
                <a:gd name="csY22" fmla="*/ 136518 h 148996"/>
                <a:gd name="csX23" fmla="*/ 47316 w 49072"/>
                <a:gd name="csY23" fmla="*/ 126736 h 148996"/>
                <a:gd name="csX24" fmla="*/ 48821 w 49072"/>
                <a:gd name="csY24" fmla="*/ 93878 h 148996"/>
                <a:gd name="csX25" fmla="*/ 48821 w 49072"/>
                <a:gd name="csY25" fmla="*/ 93126 h 148996"/>
                <a:gd name="csX26" fmla="*/ 48821 w 49072"/>
                <a:gd name="csY26" fmla="*/ 93126 h 148996"/>
                <a:gd name="csX27" fmla="*/ 48821 w 49072"/>
                <a:gd name="csY27" fmla="*/ 92875 h 148996"/>
                <a:gd name="csX28" fmla="*/ 49072 w 49072"/>
                <a:gd name="csY28" fmla="*/ 80083 h 148996"/>
                <a:gd name="csX29" fmla="*/ 49072 w 49072"/>
                <a:gd name="csY29" fmla="*/ 80083 h 148996"/>
                <a:gd name="csX30" fmla="*/ 37033 w 49072"/>
                <a:gd name="csY30" fmla="*/ 1826 h 148996"/>
                <a:gd name="csX31" fmla="*/ 37033 w 49072"/>
                <a:gd name="csY31" fmla="*/ 1826 h 14899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49072" h="148996">
                  <a:moveTo>
                    <a:pt x="37033" y="1826"/>
                  </a:moveTo>
                  <a:cubicBezTo>
                    <a:pt x="37033" y="1826"/>
                    <a:pt x="37033" y="1826"/>
                    <a:pt x="37033" y="1826"/>
                  </a:cubicBezTo>
                  <a:cubicBezTo>
                    <a:pt x="36531" y="-181"/>
                    <a:pt x="33772" y="-682"/>
                    <a:pt x="32769" y="1073"/>
                  </a:cubicBezTo>
                  <a:cubicBezTo>
                    <a:pt x="32769" y="1324"/>
                    <a:pt x="32518" y="1575"/>
                    <a:pt x="32518" y="1826"/>
                  </a:cubicBezTo>
                  <a:cubicBezTo>
                    <a:pt x="23990" y="20387"/>
                    <a:pt x="16465" y="39700"/>
                    <a:pt x="10696" y="59515"/>
                  </a:cubicBezTo>
                  <a:lnTo>
                    <a:pt x="10696" y="59515"/>
                  </a:lnTo>
                  <a:cubicBezTo>
                    <a:pt x="9944" y="62274"/>
                    <a:pt x="9191" y="65033"/>
                    <a:pt x="8439" y="67792"/>
                  </a:cubicBezTo>
                  <a:cubicBezTo>
                    <a:pt x="8188" y="68545"/>
                    <a:pt x="8188" y="69046"/>
                    <a:pt x="7937" y="69799"/>
                  </a:cubicBezTo>
                  <a:lnTo>
                    <a:pt x="7937" y="69799"/>
                  </a:lnTo>
                  <a:cubicBezTo>
                    <a:pt x="6683" y="74565"/>
                    <a:pt x="5429" y="79330"/>
                    <a:pt x="4426" y="84096"/>
                  </a:cubicBezTo>
                  <a:cubicBezTo>
                    <a:pt x="914" y="100901"/>
                    <a:pt x="-3350" y="120716"/>
                    <a:pt x="4175" y="135515"/>
                  </a:cubicBezTo>
                  <a:cubicBezTo>
                    <a:pt x="4676" y="136267"/>
                    <a:pt x="4927" y="137020"/>
                    <a:pt x="5429" y="137772"/>
                  </a:cubicBezTo>
                  <a:lnTo>
                    <a:pt x="5429" y="137772"/>
                  </a:lnTo>
                  <a:cubicBezTo>
                    <a:pt x="6432" y="139528"/>
                    <a:pt x="7686" y="141033"/>
                    <a:pt x="9191" y="142538"/>
                  </a:cubicBezTo>
                  <a:cubicBezTo>
                    <a:pt x="9442" y="142788"/>
                    <a:pt x="9944" y="143290"/>
                    <a:pt x="10195" y="143541"/>
                  </a:cubicBezTo>
                  <a:cubicBezTo>
                    <a:pt x="9693" y="144293"/>
                    <a:pt x="13205" y="144795"/>
                    <a:pt x="15211" y="145548"/>
                  </a:cubicBezTo>
                  <a:cubicBezTo>
                    <a:pt x="15713" y="145798"/>
                    <a:pt x="15964" y="145798"/>
                    <a:pt x="16214" y="146049"/>
                  </a:cubicBezTo>
                  <a:cubicBezTo>
                    <a:pt x="17468" y="147052"/>
                    <a:pt x="18723" y="147554"/>
                    <a:pt x="20228" y="148056"/>
                  </a:cubicBezTo>
                  <a:cubicBezTo>
                    <a:pt x="21231" y="148307"/>
                    <a:pt x="22234" y="148557"/>
                    <a:pt x="23237" y="148808"/>
                  </a:cubicBezTo>
                  <a:cubicBezTo>
                    <a:pt x="24993" y="149059"/>
                    <a:pt x="26498" y="149059"/>
                    <a:pt x="28254" y="148808"/>
                  </a:cubicBezTo>
                  <a:cubicBezTo>
                    <a:pt x="31013" y="148557"/>
                    <a:pt x="33772" y="147554"/>
                    <a:pt x="36280" y="146300"/>
                  </a:cubicBezTo>
                  <a:cubicBezTo>
                    <a:pt x="39541" y="144544"/>
                    <a:pt x="42049" y="142287"/>
                    <a:pt x="43554" y="139277"/>
                  </a:cubicBezTo>
                  <a:cubicBezTo>
                    <a:pt x="44056" y="138274"/>
                    <a:pt x="44557" y="137270"/>
                    <a:pt x="44808" y="136518"/>
                  </a:cubicBezTo>
                  <a:cubicBezTo>
                    <a:pt x="46062" y="133508"/>
                    <a:pt x="46815" y="130247"/>
                    <a:pt x="47316" y="126736"/>
                  </a:cubicBezTo>
                  <a:cubicBezTo>
                    <a:pt x="49072" y="115950"/>
                    <a:pt x="48069" y="103911"/>
                    <a:pt x="48821" y="93878"/>
                  </a:cubicBezTo>
                  <a:cubicBezTo>
                    <a:pt x="48821" y="93627"/>
                    <a:pt x="48821" y="93376"/>
                    <a:pt x="48821" y="93126"/>
                  </a:cubicBezTo>
                  <a:lnTo>
                    <a:pt x="48821" y="93126"/>
                  </a:lnTo>
                  <a:cubicBezTo>
                    <a:pt x="48821" y="93126"/>
                    <a:pt x="48821" y="93126"/>
                    <a:pt x="48821" y="92875"/>
                  </a:cubicBezTo>
                  <a:cubicBezTo>
                    <a:pt x="49072" y="88611"/>
                    <a:pt x="49072" y="84347"/>
                    <a:pt x="49072" y="80083"/>
                  </a:cubicBezTo>
                  <a:lnTo>
                    <a:pt x="49072" y="80083"/>
                  </a:lnTo>
                  <a:cubicBezTo>
                    <a:pt x="48821" y="53746"/>
                    <a:pt x="43052" y="27410"/>
                    <a:pt x="37033" y="1826"/>
                  </a:cubicBezTo>
                  <a:lnTo>
                    <a:pt x="37033" y="1826"/>
                  </a:lnTo>
                  <a:close/>
                </a:path>
              </a:pathLst>
            </a:custGeom>
            <a:solidFill>
              <a:srgbClr val="00A9F4"/>
            </a:solidFill>
            <a:ln w="2497" cap="flat">
              <a:noFill/>
              <a:prstDash val="solid"/>
              <a:miter/>
            </a:ln>
          </p:spPr>
          <p:txBody>
            <a:bodyPr/>
            <a:lstStyle/>
            <a:p>
              <a:endParaRPr lang="es-ES"/>
            </a:p>
          </p:txBody>
        </p:sp>
        <p:sp>
          <p:nvSpPr>
            <p:cNvPr id="107" name="Freeform: Shape 106">
              <a:extLst>
                <a:ext uri="{FF2B5EF4-FFF2-40B4-BE49-F238E27FC236}">
                  <a16:creationId xmlns:a16="http://schemas.microsoft.com/office/drawing/2014/main" id="{31A2B461-3A3D-26F4-9F62-1D97F92DE9D1}"/>
                </a:ext>
              </a:extLst>
            </p:cNvPr>
            <p:cNvSpPr/>
            <p:nvPr/>
          </p:nvSpPr>
          <p:spPr>
            <a:xfrm>
              <a:off x="1209682" y="2751290"/>
              <a:ext cx="53926" cy="73836"/>
            </a:xfrm>
            <a:custGeom>
              <a:avLst/>
              <a:gdLst>
                <a:gd name="csX0" fmla="*/ 53927 w 53926"/>
                <a:gd name="csY0" fmla="*/ 73836 h 73836"/>
                <a:gd name="csX1" fmla="*/ 43894 w 53926"/>
                <a:gd name="csY1" fmla="*/ 70575 h 73836"/>
                <a:gd name="csX2" fmla="*/ 28343 w 53926"/>
                <a:gd name="csY2" fmla="*/ 52265 h 73836"/>
                <a:gd name="csX3" fmla="*/ 0 w 53926"/>
                <a:gd name="csY3" fmla="*/ 847 h 73836"/>
                <a:gd name="csX4" fmla="*/ 2257 w 53926"/>
                <a:gd name="csY4" fmla="*/ 94 h 73836"/>
                <a:gd name="csX5" fmla="*/ 27089 w 53926"/>
                <a:gd name="csY5" fmla="*/ 43988 h 73836"/>
                <a:gd name="csX6" fmla="*/ 53927 w 53926"/>
                <a:gd name="csY6" fmla="*/ 73836 h 73836"/>
                <a:gd name="csX7" fmla="*/ 53927 w 53926"/>
                <a:gd name="csY7" fmla="*/ 73836 h 7383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53926" h="73836">
                  <a:moveTo>
                    <a:pt x="53927" y="73836"/>
                  </a:moveTo>
                  <a:cubicBezTo>
                    <a:pt x="50666" y="72833"/>
                    <a:pt x="47155" y="71829"/>
                    <a:pt x="43894" y="70575"/>
                  </a:cubicBezTo>
                  <a:cubicBezTo>
                    <a:pt x="38376" y="64806"/>
                    <a:pt x="33109" y="58536"/>
                    <a:pt x="28343" y="52265"/>
                  </a:cubicBezTo>
                  <a:cubicBezTo>
                    <a:pt x="16053" y="36714"/>
                    <a:pt x="5016" y="19909"/>
                    <a:pt x="0" y="847"/>
                  </a:cubicBezTo>
                  <a:cubicBezTo>
                    <a:pt x="502" y="94"/>
                    <a:pt x="1254" y="-157"/>
                    <a:pt x="2257" y="94"/>
                  </a:cubicBezTo>
                  <a:cubicBezTo>
                    <a:pt x="7274" y="16147"/>
                    <a:pt x="17307" y="30694"/>
                    <a:pt x="27089" y="43988"/>
                  </a:cubicBezTo>
                  <a:cubicBezTo>
                    <a:pt x="35115" y="55024"/>
                    <a:pt x="44145" y="64556"/>
                    <a:pt x="53927" y="73836"/>
                  </a:cubicBezTo>
                  <a:lnTo>
                    <a:pt x="53927" y="73836"/>
                  </a:lnTo>
                  <a:close/>
                </a:path>
              </a:pathLst>
            </a:custGeom>
            <a:solidFill>
              <a:srgbClr val="0679C3"/>
            </a:solidFill>
            <a:ln w="2497" cap="flat">
              <a:noFill/>
              <a:prstDash val="solid"/>
              <a:miter/>
            </a:ln>
          </p:spPr>
          <p:txBody>
            <a:bodyPr/>
            <a:lstStyle/>
            <a:p>
              <a:endParaRPr lang="es-ES"/>
            </a:p>
          </p:txBody>
        </p:sp>
        <p:sp>
          <p:nvSpPr>
            <p:cNvPr id="108" name="Freeform: Shape 107">
              <a:extLst>
                <a:ext uri="{FF2B5EF4-FFF2-40B4-BE49-F238E27FC236}">
                  <a16:creationId xmlns:a16="http://schemas.microsoft.com/office/drawing/2014/main" id="{7091E2F4-D5A3-B6B1-697B-DB76F8B145B3}"/>
                </a:ext>
              </a:extLst>
            </p:cNvPr>
            <p:cNvSpPr/>
            <p:nvPr/>
          </p:nvSpPr>
          <p:spPr>
            <a:xfrm>
              <a:off x="1236520" y="2705547"/>
              <a:ext cx="51920" cy="125849"/>
            </a:xfrm>
            <a:custGeom>
              <a:avLst/>
              <a:gdLst>
                <a:gd name="csX0" fmla="*/ 31353 w 51920"/>
                <a:gd name="csY0" fmla="*/ 77691 h 125849"/>
                <a:gd name="csX1" fmla="*/ 51920 w 51920"/>
                <a:gd name="csY1" fmla="*/ 122087 h 125849"/>
                <a:gd name="csX2" fmla="*/ 48910 w 51920"/>
                <a:gd name="csY2" fmla="*/ 125598 h 125849"/>
                <a:gd name="csX3" fmla="*/ 48910 w 51920"/>
                <a:gd name="csY3" fmla="*/ 125849 h 125849"/>
                <a:gd name="csX4" fmla="*/ 27841 w 51920"/>
                <a:gd name="csY4" fmla="*/ 79948 h 125849"/>
                <a:gd name="csX5" fmla="*/ 11036 w 51920"/>
                <a:gd name="csY5" fmla="*/ 36305 h 125849"/>
                <a:gd name="csX6" fmla="*/ 0 w 51920"/>
                <a:gd name="csY6" fmla="*/ 939 h 125849"/>
                <a:gd name="csX7" fmla="*/ 3010 w 51920"/>
                <a:gd name="csY7" fmla="*/ 438 h 125849"/>
                <a:gd name="csX8" fmla="*/ 14799 w 51920"/>
                <a:gd name="csY8" fmla="*/ 34549 h 125849"/>
                <a:gd name="csX9" fmla="*/ 31353 w 51920"/>
                <a:gd name="csY9" fmla="*/ 77691 h 125849"/>
                <a:gd name="csX10" fmla="*/ 31353 w 51920"/>
                <a:gd name="csY10" fmla="*/ 77691 h 1258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51920" h="125849">
                  <a:moveTo>
                    <a:pt x="31353" y="77691"/>
                  </a:moveTo>
                  <a:cubicBezTo>
                    <a:pt x="37373" y="92991"/>
                    <a:pt x="44145" y="107790"/>
                    <a:pt x="51920" y="122087"/>
                  </a:cubicBezTo>
                  <a:cubicBezTo>
                    <a:pt x="51168" y="123592"/>
                    <a:pt x="50165" y="124595"/>
                    <a:pt x="48910" y="125598"/>
                  </a:cubicBezTo>
                  <a:cubicBezTo>
                    <a:pt x="48910" y="125598"/>
                    <a:pt x="48910" y="125598"/>
                    <a:pt x="48910" y="125849"/>
                  </a:cubicBezTo>
                  <a:cubicBezTo>
                    <a:pt x="40633" y="111050"/>
                    <a:pt x="34112" y="95499"/>
                    <a:pt x="27841" y="79948"/>
                  </a:cubicBezTo>
                  <a:cubicBezTo>
                    <a:pt x="22072" y="65401"/>
                    <a:pt x="16303" y="50853"/>
                    <a:pt x="11036" y="36305"/>
                  </a:cubicBezTo>
                  <a:cubicBezTo>
                    <a:pt x="6772" y="25018"/>
                    <a:pt x="1756" y="12979"/>
                    <a:pt x="0" y="939"/>
                  </a:cubicBezTo>
                  <a:cubicBezTo>
                    <a:pt x="502" y="-64"/>
                    <a:pt x="2007" y="-315"/>
                    <a:pt x="3010" y="438"/>
                  </a:cubicBezTo>
                  <a:cubicBezTo>
                    <a:pt x="5518" y="12226"/>
                    <a:pt x="10535" y="23262"/>
                    <a:pt x="14799" y="34549"/>
                  </a:cubicBezTo>
                  <a:cubicBezTo>
                    <a:pt x="19815" y="48846"/>
                    <a:pt x="25584" y="63394"/>
                    <a:pt x="31353" y="77691"/>
                  </a:cubicBezTo>
                  <a:lnTo>
                    <a:pt x="31353" y="77691"/>
                  </a:lnTo>
                  <a:close/>
                </a:path>
              </a:pathLst>
            </a:custGeom>
            <a:solidFill>
              <a:srgbClr val="0679C3"/>
            </a:solidFill>
            <a:ln w="2497" cap="flat">
              <a:noFill/>
              <a:prstDash val="solid"/>
              <a:miter/>
            </a:ln>
          </p:spPr>
          <p:txBody>
            <a:bodyPr/>
            <a:lstStyle/>
            <a:p>
              <a:endParaRPr lang="es-ES"/>
            </a:p>
          </p:txBody>
        </p:sp>
        <p:sp>
          <p:nvSpPr>
            <p:cNvPr id="109" name="Freeform: Shape 108">
              <a:extLst>
                <a:ext uri="{FF2B5EF4-FFF2-40B4-BE49-F238E27FC236}">
                  <a16:creationId xmlns:a16="http://schemas.microsoft.com/office/drawing/2014/main" id="{C7E0A662-A8CD-7F21-AFC9-9743074B278E}"/>
                </a:ext>
              </a:extLst>
            </p:cNvPr>
            <p:cNvSpPr/>
            <p:nvPr/>
          </p:nvSpPr>
          <p:spPr>
            <a:xfrm>
              <a:off x="1293922" y="2667417"/>
              <a:ext cx="9567" cy="164724"/>
            </a:xfrm>
            <a:custGeom>
              <a:avLst/>
              <a:gdLst>
                <a:gd name="csX0" fmla="*/ 9568 w 9567"/>
                <a:gd name="csY0" fmla="*/ 162224 h 164724"/>
                <a:gd name="csX1" fmla="*/ 9066 w 9567"/>
                <a:gd name="csY1" fmla="*/ 163478 h 164724"/>
                <a:gd name="csX2" fmla="*/ 5555 w 9567"/>
                <a:gd name="csY2" fmla="*/ 164230 h 164724"/>
                <a:gd name="csX3" fmla="*/ 5053 w 9567"/>
                <a:gd name="csY3" fmla="*/ 160970 h 164724"/>
                <a:gd name="csX4" fmla="*/ 4300 w 9567"/>
                <a:gd name="csY4" fmla="*/ 157207 h 164724"/>
                <a:gd name="csX5" fmla="*/ 36 w 9567"/>
                <a:gd name="csY5" fmla="*/ 90238 h 164724"/>
                <a:gd name="csX6" fmla="*/ 6056 w 9567"/>
                <a:gd name="csY6" fmla="*/ 192 h 164724"/>
                <a:gd name="csX7" fmla="*/ 8564 w 9567"/>
                <a:gd name="csY7" fmla="*/ 1446 h 164724"/>
                <a:gd name="csX8" fmla="*/ 8564 w 9567"/>
                <a:gd name="csY8" fmla="*/ 1446 h 164724"/>
                <a:gd name="csX9" fmla="*/ 4050 w 9567"/>
                <a:gd name="csY9" fmla="*/ 86225 h 164724"/>
                <a:gd name="csX10" fmla="*/ 9568 w 9567"/>
                <a:gd name="csY10" fmla="*/ 162224 h 164724"/>
                <a:gd name="csX11" fmla="*/ 9568 w 9567"/>
                <a:gd name="csY11" fmla="*/ 162224 h 1647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9567" h="164724">
                  <a:moveTo>
                    <a:pt x="9568" y="162224"/>
                  </a:moveTo>
                  <a:cubicBezTo>
                    <a:pt x="9317" y="162726"/>
                    <a:pt x="9317" y="162976"/>
                    <a:pt x="9066" y="163478"/>
                  </a:cubicBezTo>
                  <a:cubicBezTo>
                    <a:pt x="8314" y="164983"/>
                    <a:pt x="6558" y="164983"/>
                    <a:pt x="5555" y="164230"/>
                  </a:cubicBezTo>
                  <a:cubicBezTo>
                    <a:pt x="5304" y="163227"/>
                    <a:pt x="5053" y="161973"/>
                    <a:pt x="5053" y="160970"/>
                  </a:cubicBezTo>
                  <a:cubicBezTo>
                    <a:pt x="4802" y="159716"/>
                    <a:pt x="4551" y="158462"/>
                    <a:pt x="4300" y="157207"/>
                  </a:cubicBezTo>
                  <a:cubicBezTo>
                    <a:pt x="789" y="135135"/>
                    <a:pt x="-214" y="112310"/>
                    <a:pt x="36" y="90238"/>
                  </a:cubicBezTo>
                  <a:cubicBezTo>
                    <a:pt x="36" y="60139"/>
                    <a:pt x="2294" y="30040"/>
                    <a:pt x="6056" y="192"/>
                  </a:cubicBezTo>
                  <a:cubicBezTo>
                    <a:pt x="7059" y="-309"/>
                    <a:pt x="8314" y="192"/>
                    <a:pt x="8564" y="1446"/>
                  </a:cubicBezTo>
                  <a:cubicBezTo>
                    <a:pt x="8564" y="1446"/>
                    <a:pt x="8564" y="1446"/>
                    <a:pt x="8564" y="1446"/>
                  </a:cubicBezTo>
                  <a:cubicBezTo>
                    <a:pt x="6809" y="29789"/>
                    <a:pt x="4300" y="57882"/>
                    <a:pt x="4050" y="86225"/>
                  </a:cubicBezTo>
                  <a:cubicBezTo>
                    <a:pt x="3799" y="111808"/>
                    <a:pt x="5805" y="137142"/>
                    <a:pt x="9568" y="162224"/>
                  </a:cubicBezTo>
                  <a:lnTo>
                    <a:pt x="9568" y="162224"/>
                  </a:lnTo>
                  <a:close/>
                </a:path>
              </a:pathLst>
            </a:custGeom>
            <a:solidFill>
              <a:srgbClr val="0679C3"/>
            </a:solidFill>
            <a:ln w="2497" cap="flat">
              <a:noFill/>
              <a:prstDash val="solid"/>
              <a:miter/>
            </a:ln>
          </p:spPr>
          <p:txBody>
            <a:bodyPr/>
            <a:lstStyle/>
            <a:p>
              <a:endParaRPr lang="es-ES"/>
            </a:p>
          </p:txBody>
        </p:sp>
        <p:sp>
          <p:nvSpPr>
            <p:cNvPr id="110" name="Freeform: Shape 109">
              <a:extLst>
                <a:ext uri="{FF2B5EF4-FFF2-40B4-BE49-F238E27FC236}">
                  <a16:creationId xmlns:a16="http://schemas.microsoft.com/office/drawing/2014/main" id="{BECF2A3B-06A4-5A1D-2519-673AC361763F}"/>
                </a:ext>
              </a:extLst>
            </p:cNvPr>
            <p:cNvSpPr/>
            <p:nvPr/>
          </p:nvSpPr>
          <p:spPr>
            <a:xfrm>
              <a:off x="1320546" y="2676866"/>
              <a:ext cx="21570" cy="148510"/>
            </a:xfrm>
            <a:custGeom>
              <a:avLst/>
              <a:gdLst>
                <a:gd name="csX0" fmla="*/ 21571 w 21570"/>
                <a:gd name="csY0" fmla="*/ 1779 h 148510"/>
                <a:gd name="csX1" fmla="*/ 18310 w 21570"/>
                <a:gd name="csY1" fmla="*/ 39152 h 148510"/>
                <a:gd name="csX2" fmla="*/ 12792 w 21570"/>
                <a:gd name="csY2" fmla="*/ 90570 h 148510"/>
                <a:gd name="csX3" fmla="*/ 5016 w 21570"/>
                <a:gd name="csY3" fmla="*/ 148511 h 148510"/>
                <a:gd name="csX4" fmla="*/ 1003 w 21570"/>
                <a:gd name="csY4" fmla="*/ 146504 h 148510"/>
                <a:gd name="csX5" fmla="*/ 0 w 21570"/>
                <a:gd name="csY5" fmla="*/ 146002 h 148510"/>
                <a:gd name="csX6" fmla="*/ 9531 w 21570"/>
                <a:gd name="csY6" fmla="*/ 81792 h 148510"/>
                <a:gd name="csX7" fmla="*/ 15049 w 21570"/>
                <a:gd name="csY7" fmla="*/ 31627 h 148510"/>
                <a:gd name="csX8" fmla="*/ 17307 w 21570"/>
                <a:gd name="csY8" fmla="*/ 2030 h 148510"/>
                <a:gd name="csX9" fmla="*/ 17558 w 21570"/>
                <a:gd name="csY9" fmla="*/ 1277 h 148510"/>
                <a:gd name="csX10" fmla="*/ 21571 w 21570"/>
                <a:gd name="csY10" fmla="*/ 1779 h 148510"/>
                <a:gd name="csX11" fmla="*/ 21571 w 21570"/>
                <a:gd name="csY11" fmla="*/ 1779 h 14851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1570" h="148510">
                  <a:moveTo>
                    <a:pt x="21571" y="1779"/>
                  </a:moveTo>
                  <a:cubicBezTo>
                    <a:pt x="21320" y="14320"/>
                    <a:pt x="19313" y="27112"/>
                    <a:pt x="18310" y="39152"/>
                  </a:cubicBezTo>
                  <a:cubicBezTo>
                    <a:pt x="16805" y="56208"/>
                    <a:pt x="14799" y="73264"/>
                    <a:pt x="12792" y="90570"/>
                  </a:cubicBezTo>
                  <a:cubicBezTo>
                    <a:pt x="10284" y="109633"/>
                    <a:pt x="8026" y="129197"/>
                    <a:pt x="5016" y="148511"/>
                  </a:cubicBezTo>
                  <a:cubicBezTo>
                    <a:pt x="3512" y="148009"/>
                    <a:pt x="2257" y="147256"/>
                    <a:pt x="1003" y="146504"/>
                  </a:cubicBezTo>
                  <a:cubicBezTo>
                    <a:pt x="752" y="146253"/>
                    <a:pt x="502" y="146253"/>
                    <a:pt x="0" y="146002"/>
                  </a:cubicBezTo>
                  <a:cubicBezTo>
                    <a:pt x="3261" y="124682"/>
                    <a:pt x="6772" y="103362"/>
                    <a:pt x="9531" y="81792"/>
                  </a:cubicBezTo>
                  <a:cubicBezTo>
                    <a:pt x="11538" y="64986"/>
                    <a:pt x="13294" y="48432"/>
                    <a:pt x="15049" y="31627"/>
                  </a:cubicBezTo>
                  <a:cubicBezTo>
                    <a:pt x="16053" y="22096"/>
                    <a:pt x="16303" y="11812"/>
                    <a:pt x="17307" y="2030"/>
                  </a:cubicBezTo>
                  <a:cubicBezTo>
                    <a:pt x="17307" y="1779"/>
                    <a:pt x="17558" y="1528"/>
                    <a:pt x="17558" y="1277"/>
                  </a:cubicBezTo>
                  <a:cubicBezTo>
                    <a:pt x="18059" y="-729"/>
                    <a:pt x="21069" y="-228"/>
                    <a:pt x="21571" y="1779"/>
                  </a:cubicBezTo>
                  <a:cubicBezTo>
                    <a:pt x="21571" y="1779"/>
                    <a:pt x="21571" y="1779"/>
                    <a:pt x="21571" y="1779"/>
                  </a:cubicBezTo>
                  <a:close/>
                </a:path>
              </a:pathLst>
            </a:custGeom>
            <a:solidFill>
              <a:srgbClr val="0679C3"/>
            </a:solidFill>
            <a:ln w="2497" cap="flat">
              <a:noFill/>
              <a:prstDash val="solid"/>
              <a:miter/>
            </a:ln>
          </p:spPr>
          <p:txBody>
            <a:bodyPr/>
            <a:lstStyle/>
            <a:p>
              <a:endParaRPr lang="es-ES"/>
            </a:p>
          </p:txBody>
        </p:sp>
        <p:sp>
          <p:nvSpPr>
            <p:cNvPr id="111" name="Freeform: Shape 110">
              <a:extLst>
                <a:ext uri="{FF2B5EF4-FFF2-40B4-BE49-F238E27FC236}">
                  <a16:creationId xmlns:a16="http://schemas.microsoft.com/office/drawing/2014/main" id="{7B4A22FD-3C78-FC08-E1F4-69A94F651A80}"/>
                </a:ext>
              </a:extLst>
            </p:cNvPr>
            <p:cNvSpPr/>
            <p:nvPr/>
          </p:nvSpPr>
          <p:spPr>
            <a:xfrm>
              <a:off x="1341364" y="2693694"/>
              <a:ext cx="68976" cy="129424"/>
            </a:xfrm>
            <a:custGeom>
              <a:avLst/>
              <a:gdLst>
                <a:gd name="csX0" fmla="*/ 68976 w 68976"/>
                <a:gd name="csY0" fmla="*/ 753 h 129424"/>
                <a:gd name="csX1" fmla="*/ 26086 w 68976"/>
                <a:gd name="csY1" fmla="*/ 91300 h 129424"/>
                <a:gd name="csX2" fmla="*/ 9280 w 68976"/>
                <a:gd name="csY2" fmla="*/ 122402 h 129424"/>
                <a:gd name="csX3" fmla="*/ 8528 w 68976"/>
                <a:gd name="csY3" fmla="*/ 119643 h 129424"/>
                <a:gd name="csX4" fmla="*/ 7274 w 68976"/>
                <a:gd name="csY4" fmla="*/ 122402 h 129424"/>
                <a:gd name="csX5" fmla="*/ 0 w 68976"/>
                <a:gd name="csY5" fmla="*/ 129425 h 129424"/>
                <a:gd name="csX6" fmla="*/ 7776 w 68976"/>
                <a:gd name="csY6" fmla="*/ 115629 h 129424"/>
                <a:gd name="csX7" fmla="*/ 11036 w 68976"/>
                <a:gd name="csY7" fmla="*/ 109610 h 129424"/>
                <a:gd name="csX8" fmla="*/ 22574 w 68976"/>
                <a:gd name="csY8" fmla="*/ 88541 h 129424"/>
                <a:gd name="csX9" fmla="*/ 65214 w 68976"/>
                <a:gd name="csY9" fmla="*/ 1003 h 129424"/>
                <a:gd name="csX10" fmla="*/ 66468 w 68976"/>
                <a:gd name="csY10" fmla="*/ 0 h 129424"/>
                <a:gd name="csX11" fmla="*/ 68976 w 68976"/>
                <a:gd name="csY11" fmla="*/ 753 h 129424"/>
                <a:gd name="csX12" fmla="*/ 68976 w 68976"/>
                <a:gd name="csY12" fmla="*/ 753 h 1294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68976" h="129424">
                  <a:moveTo>
                    <a:pt x="68976" y="753"/>
                  </a:moveTo>
                  <a:cubicBezTo>
                    <a:pt x="57188" y="31855"/>
                    <a:pt x="41637" y="62204"/>
                    <a:pt x="26086" y="91300"/>
                  </a:cubicBezTo>
                  <a:cubicBezTo>
                    <a:pt x="20568" y="101583"/>
                    <a:pt x="15049" y="112118"/>
                    <a:pt x="9280" y="122402"/>
                  </a:cubicBezTo>
                  <a:cubicBezTo>
                    <a:pt x="9030" y="121398"/>
                    <a:pt x="8779" y="120646"/>
                    <a:pt x="8528" y="119643"/>
                  </a:cubicBezTo>
                  <a:cubicBezTo>
                    <a:pt x="8026" y="120646"/>
                    <a:pt x="7776" y="121649"/>
                    <a:pt x="7274" y="122402"/>
                  </a:cubicBezTo>
                  <a:cubicBezTo>
                    <a:pt x="5769" y="125161"/>
                    <a:pt x="3010" y="127669"/>
                    <a:pt x="0" y="129425"/>
                  </a:cubicBezTo>
                  <a:cubicBezTo>
                    <a:pt x="2759" y="124910"/>
                    <a:pt x="5267" y="120395"/>
                    <a:pt x="7776" y="115629"/>
                  </a:cubicBezTo>
                  <a:cubicBezTo>
                    <a:pt x="9030" y="113623"/>
                    <a:pt x="10033" y="111616"/>
                    <a:pt x="11036" y="109610"/>
                  </a:cubicBezTo>
                  <a:cubicBezTo>
                    <a:pt x="15049" y="102587"/>
                    <a:pt x="18812" y="95564"/>
                    <a:pt x="22574" y="88541"/>
                  </a:cubicBezTo>
                  <a:cubicBezTo>
                    <a:pt x="37623" y="59947"/>
                    <a:pt x="50666" y="30099"/>
                    <a:pt x="65214" y="1003"/>
                  </a:cubicBezTo>
                  <a:cubicBezTo>
                    <a:pt x="65716" y="753"/>
                    <a:pt x="65967" y="251"/>
                    <a:pt x="66468" y="0"/>
                  </a:cubicBezTo>
                  <a:cubicBezTo>
                    <a:pt x="67221" y="0"/>
                    <a:pt x="68224" y="251"/>
                    <a:pt x="68976" y="753"/>
                  </a:cubicBezTo>
                  <a:lnTo>
                    <a:pt x="68976" y="753"/>
                  </a:lnTo>
                  <a:close/>
                </a:path>
              </a:pathLst>
            </a:custGeom>
            <a:solidFill>
              <a:srgbClr val="0679C3"/>
            </a:solidFill>
            <a:ln w="2497" cap="flat">
              <a:noFill/>
              <a:prstDash val="solid"/>
              <a:miter/>
            </a:ln>
          </p:spPr>
          <p:txBody>
            <a:bodyPr/>
            <a:lstStyle/>
            <a:p>
              <a:endParaRPr lang="es-ES"/>
            </a:p>
          </p:txBody>
        </p:sp>
        <p:sp>
          <p:nvSpPr>
            <p:cNvPr id="112" name="Freeform: Shape 111">
              <a:extLst>
                <a:ext uri="{FF2B5EF4-FFF2-40B4-BE49-F238E27FC236}">
                  <a16:creationId xmlns:a16="http://schemas.microsoft.com/office/drawing/2014/main" id="{47AF1CE5-1913-80DD-6E76-36D78C55BD69}"/>
                </a:ext>
              </a:extLst>
            </p:cNvPr>
            <p:cNvSpPr/>
            <p:nvPr/>
          </p:nvSpPr>
          <p:spPr>
            <a:xfrm>
              <a:off x="1379991" y="2749716"/>
              <a:ext cx="65715" cy="81679"/>
            </a:xfrm>
            <a:custGeom>
              <a:avLst/>
              <a:gdLst>
                <a:gd name="csX0" fmla="*/ 65716 w 65715"/>
                <a:gd name="csY0" fmla="*/ 1166 h 81679"/>
                <a:gd name="csX1" fmla="*/ 20066 w 65715"/>
                <a:gd name="csY1" fmla="*/ 63119 h 81679"/>
                <a:gd name="csX2" fmla="*/ 7525 w 65715"/>
                <a:gd name="csY2" fmla="*/ 79172 h 81679"/>
                <a:gd name="csX3" fmla="*/ 5016 w 65715"/>
                <a:gd name="csY3" fmla="*/ 77416 h 81679"/>
                <a:gd name="csX4" fmla="*/ 0 w 65715"/>
                <a:gd name="csY4" fmla="*/ 81680 h 81679"/>
                <a:gd name="csX5" fmla="*/ 4264 w 65715"/>
                <a:gd name="csY5" fmla="*/ 76663 h 81679"/>
                <a:gd name="csX6" fmla="*/ 7775 w 65715"/>
                <a:gd name="csY6" fmla="*/ 72399 h 81679"/>
                <a:gd name="csX7" fmla="*/ 15300 w 65715"/>
                <a:gd name="csY7" fmla="*/ 63370 h 81679"/>
                <a:gd name="csX8" fmla="*/ 64211 w 65715"/>
                <a:gd name="csY8" fmla="*/ 162 h 81679"/>
                <a:gd name="csX9" fmla="*/ 65716 w 65715"/>
                <a:gd name="csY9" fmla="*/ 1166 h 8167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65715" h="81679">
                  <a:moveTo>
                    <a:pt x="65716" y="1166"/>
                  </a:moveTo>
                  <a:cubicBezTo>
                    <a:pt x="51168" y="22235"/>
                    <a:pt x="35868" y="43053"/>
                    <a:pt x="20066" y="63119"/>
                  </a:cubicBezTo>
                  <a:cubicBezTo>
                    <a:pt x="16053" y="68386"/>
                    <a:pt x="11789" y="73654"/>
                    <a:pt x="7525" y="79172"/>
                  </a:cubicBezTo>
                  <a:cubicBezTo>
                    <a:pt x="6521" y="78921"/>
                    <a:pt x="5518" y="78168"/>
                    <a:pt x="5016" y="77416"/>
                  </a:cubicBezTo>
                  <a:cubicBezTo>
                    <a:pt x="3512" y="79172"/>
                    <a:pt x="2007" y="80677"/>
                    <a:pt x="0" y="81680"/>
                  </a:cubicBezTo>
                  <a:cubicBezTo>
                    <a:pt x="1505" y="79924"/>
                    <a:pt x="3010" y="78168"/>
                    <a:pt x="4264" y="76663"/>
                  </a:cubicBezTo>
                  <a:cubicBezTo>
                    <a:pt x="5518" y="75159"/>
                    <a:pt x="6521" y="73904"/>
                    <a:pt x="7775" y="72399"/>
                  </a:cubicBezTo>
                  <a:cubicBezTo>
                    <a:pt x="10284" y="69390"/>
                    <a:pt x="12792" y="66380"/>
                    <a:pt x="15300" y="63370"/>
                  </a:cubicBezTo>
                  <a:cubicBezTo>
                    <a:pt x="32105" y="42552"/>
                    <a:pt x="47907" y="20981"/>
                    <a:pt x="64211" y="162"/>
                  </a:cubicBezTo>
                  <a:cubicBezTo>
                    <a:pt x="64712" y="-339"/>
                    <a:pt x="65465" y="413"/>
                    <a:pt x="65716" y="1166"/>
                  </a:cubicBezTo>
                  <a:close/>
                </a:path>
              </a:pathLst>
            </a:custGeom>
            <a:solidFill>
              <a:srgbClr val="0679C3"/>
            </a:solidFill>
            <a:ln w="2497" cap="flat">
              <a:noFill/>
              <a:prstDash val="solid"/>
              <a:miter/>
            </a:ln>
          </p:spPr>
          <p:txBody>
            <a:bodyPr/>
            <a:lstStyle/>
            <a:p>
              <a:endParaRPr lang="es-ES"/>
            </a:p>
          </p:txBody>
        </p:sp>
        <p:sp>
          <p:nvSpPr>
            <p:cNvPr id="113" name="Freeform: Shape 112">
              <a:extLst>
                <a:ext uri="{FF2B5EF4-FFF2-40B4-BE49-F238E27FC236}">
                  <a16:creationId xmlns:a16="http://schemas.microsoft.com/office/drawing/2014/main" id="{3EA03BD3-1C64-3AE1-A57C-39EDA2BA672F}"/>
                </a:ext>
              </a:extLst>
            </p:cNvPr>
            <p:cNvSpPr/>
            <p:nvPr/>
          </p:nvSpPr>
          <p:spPr>
            <a:xfrm>
              <a:off x="1193379" y="2801047"/>
              <a:ext cx="258096" cy="100830"/>
            </a:xfrm>
            <a:custGeom>
              <a:avLst/>
              <a:gdLst>
                <a:gd name="csX0" fmla="*/ 0 w 258096"/>
                <a:gd name="csY0" fmla="*/ 0 h 100830"/>
                <a:gd name="csX1" fmla="*/ 2007 w 258096"/>
                <a:gd name="csY1" fmla="*/ 19815 h 100830"/>
                <a:gd name="csX2" fmla="*/ 2508 w 258096"/>
                <a:gd name="csY2" fmla="*/ 22072 h 100830"/>
                <a:gd name="csX3" fmla="*/ 7023 w 258096"/>
                <a:gd name="csY3" fmla="*/ 39630 h 100830"/>
                <a:gd name="csX4" fmla="*/ 7525 w 258096"/>
                <a:gd name="csY4" fmla="*/ 41637 h 100830"/>
                <a:gd name="csX5" fmla="*/ 7776 w 258096"/>
                <a:gd name="csY5" fmla="*/ 42640 h 100830"/>
                <a:gd name="csX6" fmla="*/ 8779 w 258096"/>
                <a:gd name="csY6" fmla="*/ 45399 h 100830"/>
                <a:gd name="csX7" fmla="*/ 9531 w 258096"/>
                <a:gd name="csY7" fmla="*/ 47656 h 100830"/>
                <a:gd name="csX8" fmla="*/ 10535 w 258096"/>
                <a:gd name="csY8" fmla="*/ 50415 h 100830"/>
                <a:gd name="csX9" fmla="*/ 11287 w 258096"/>
                <a:gd name="csY9" fmla="*/ 52171 h 100830"/>
                <a:gd name="csX10" fmla="*/ 12040 w 258096"/>
                <a:gd name="csY10" fmla="*/ 53927 h 100830"/>
                <a:gd name="csX11" fmla="*/ 13545 w 258096"/>
                <a:gd name="csY11" fmla="*/ 56937 h 100830"/>
                <a:gd name="csX12" fmla="*/ 16805 w 258096"/>
                <a:gd name="csY12" fmla="*/ 63207 h 100830"/>
                <a:gd name="csX13" fmla="*/ 17558 w 258096"/>
                <a:gd name="csY13" fmla="*/ 64461 h 100830"/>
                <a:gd name="csX14" fmla="*/ 18310 w 258096"/>
                <a:gd name="csY14" fmla="*/ 65716 h 100830"/>
                <a:gd name="csX15" fmla="*/ 19063 w 258096"/>
                <a:gd name="csY15" fmla="*/ 66970 h 100830"/>
                <a:gd name="csX16" fmla="*/ 20066 w 258096"/>
                <a:gd name="csY16" fmla="*/ 68726 h 100830"/>
                <a:gd name="csX17" fmla="*/ 26587 w 258096"/>
                <a:gd name="csY17" fmla="*/ 77755 h 100830"/>
                <a:gd name="csX18" fmla="*/ 65465 w 258096"/>
                <a:gd name="csY18" fmla="*/ 98072 h 100830"/>
                <a:gd name="csX19" fmla="*/ 75498 w 258096"/>
                <a:gd name="csY19" fmla="*/ 98824 h 100830"/>
                <a:gd name="csX20" fmla="*/ 78006 w 258096"/>
                <a:gd name="csY20" fmla="*/ 99075 h 100830"/>
                <a:gd name="csX21" fmla="*/ 80263 w 258096"/>
                <a:gd name="csY21" fmla="*/ 99326 h 100830"/>
                <a:gd name="csX22" fmla="*/ 83775 w 258096"/>
                <a:gd name="csY22" fmla="*/ 99577 h 100830"/>
                <a:gd name="csX23" fmla="*/ 86283 w 258096"/>
                <a:gd name="csY23" fmla="*/ 99828 h 100830"/>
                <a:gd name="csX24" fmla="*/ 88791 w 258096"/>
                <a:gd name="csY24" fmla="*/ 100078 h 100830"/>
                <a:gd name="csX25" fmla="*/ 89544 w 258096"/>
                <a:gd name="csY25" fmla="*/ 100078 h 100830"/>
                <a:gd name="csX26" fmla="*/ 93306 w 258096"/>
                <a:gd name="csY26" fmla="*/ 100329 h 100830"/>
                <a:gd name="csX27" fmla="*/ 101333 w 258096"/>
                <a:gd name="csY27" fmla="*/ 100580 h 100830"/>
                <a:gd name="csX28" fmla="*/ 103339 w 258096"/>
                <a:gd name="csY28" fmla="*/ 100580 h 100830"/>
                <a:gd name="csX29" fmla="*/ 114124 w 258096"/>
                <a:gd name="csY29" fmla="*/ 100831 h 100830"/>
                <a:gd name="csX30" fmla="*/ 116131 w 258096"/>
                <a:gd name="csY30" fmla="*/ 100831 h 100830"/>
                <a:gd name="csX31" fmla="*/ 131682 w 258096"/>
                <a:gd name="csY31" fmla="*/ 100831 h 100830"/>
                <a:gd name="csX32" fmla="*/ 139458 w 258096"/>
                <a:gd name="csY32" fmla="*/ 100831 h 100830"/>
                <a:gd name="csX33" fmla="*/ 141715 w 258096"/>
                <a:gd name="csY33" fmla="*/ 100831 h 100830"/>
                <a:gd name="csX34" fmla="*/ 145477 w 258096"/>
                <a:gd name="csY34" fmla="*/ 100831 h 100830"/>
                <a:gd name="csX35" fmla="*/ 150995 w 258096"/>
                <a:gd name="csY35" fmla="*/ 100580 h 100830"/>
                <a:gd name="csX36" fmla="*/ 157517 w 258096"/>
                <a:gd name="csY36" fmla="*/ 100329 h 100830"/>
                <a:gd name="csX37" fmla="*/ 158269 w 258096"/>
                <a:gd name="csY37" fmla="*/ 100329 h 100830"/>
                <a:gd name="csX38" fmla="*/ 161781 w 258096"/>
                <a:gd name="csY38" fmla="*/ 100078 h 100830"/>
                <a:gd name="csX39" fmla="*/ 162283 w 258096"/>
                <a:gd name="csY39" fmla="*/ 100078 h 100830"/>
                <a:gd name="csX40" fmla="*/ 165292 w 258096"/>
                <a:gd name="csY40" fmla="*/ 99828 h 100830"/>
                <a:gd name="csX41" fmla="*/ 170560 w 258096"/>
                <a:gd name="csY41" fmla="*/ 99577 h 100830"/>
                <a:gd name="csX42" fmla="*/ 174573 w 258096"/>
                <a:gd name="csY42" fmla="*/ 99326 h 100830"/>
                <a:gd name="csX43" fmla="*/ 176579 w 258096"/>
                <a:gd name="csY43" fmla="*/ 99075 h 100830"/>
                <a:gd name="csX44" fmla="*/ 186612 w 258096"/>
                <a:gd name="csY44" fmla="*/ 98323 h 100830"/>
                <a:gd name="csX45" fmla="*/ 192131 w 258096"/>
                <a:gd name="csY45" fmla="*/ 97821 h 100830"/>
                <a:gd name="csX46" fmla="*/ 232764 w 258096"/>
                <a:gd name="csY46" fmla="*/ 75247 h 100830"/>
                <a:gd name="csX47" fmla="*/ 233767 w 258096"/>
                <a:gd name="csY47" fmla="*/ 73993 h 100830"/>
                <a:gd name="csX48" fmla="*/ 234018 w 258096"/>
                <a:gd name="csY48" fmla="*/ 73742 h 100830"/>
                <a:gd name="csX49" fmla="*/ 258097 w 258096"/>
                <a:gd name="csY49" fmla="*/ 502 h 100830"/>
                <a:gd name="csX50" fmla="*/ 0 w 258096"/>
                <a:gd name="csY50" fmla="*/ 0 h 100830"/>
                <a:gd name="csX51" fmla="*/ 0 w 258096"/>
                <a:gd name="csY51" fmla="*/ 0 h 1008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Lst>
              <a:rect l="l" t="t" r="r" b="b"/>
              <a:pathLst>
                <a:path w="258096" h="100830">
                  <a:moveTo>
                    <a:pt x="0" y="0"/>
                  </a:moveTo>
                  <a:cubicBezTo>
                    <a:pt x="0" y="3261"/>
                    <a:pt x="502" y="10535"/>
                    <a:pt x="2007" y="19815"/>
                  </a:cubicBezTo>
                  <a:cubicBezTo>
                    <a:pt x="2257" y="20567"/>
                    <a:pt x="2257" y="21320"/>
                    <a:pt x="2508" y="22072"/>
                  </a:cubicBezTo>
                  <a:cubicBezTo>
                    <a:pt x="3512" y="27340"/>
                    <a:pt x="5016" y="33359"/>
                    <a:pt x="7023" y="39630"/>
                  </a:cubicBezTo>
                  <a:cubicBezTo>
                    <a:pt x="7274" y="40383"/>
                    <a:pt x="7525" y="40884"/>
                    <a:pt x="7525" y="41637"/>
                  </a:cubicBezTo>
                  <a:cubicBezTo>
                    <a:pt x="7525" y="41887"/>
                    <a:pt x="7776" y="42389"/>
                    <a:pt x="7776" y="42640"/>
                  </a:cubicBezTo>
                  <a:cubicBezTo>
                    <a:pt x="8026" y="43643"/>
                    <a:pt x="8277" y="44396"/>
                    <a:pt x="8779" y="45399"/>
                  </a:cubicBezTo>
                  <a:cubicBezTo>
                    <a:pt x="9030" y="46151"/>
                    <a:pt x="9280" y="46904"/>
                    <a:pt x="9531" y="47656"/>
                  </a:cubicBezTo>
                  <a:cubicBezTo>
                    <a:pt x="9782" y="48660"/>
                    <a:pt x="10284" y="49412"/>
                    <a:pt x="10535" y="50415"/>
                  </a:cubicBezTo>
                  <a:cubicBezTo>
                    <a:pt x="10786" y="50917"/>
                    <a:pt x="11036" y="51670"/>
                    <a:pt x="11287" y="52171"/>
                  </a:cubicBezTo>
                  <a:cubicBezTo>
                    <a:pt x="11538" y="52673"/>
                    <a:pt x="11789" y="53425"/>
                    <a:pt x="12040" y="53927"/>
                  </a:cubicBezTo>
                  <a:cubicBezTo>
                    <a:pt x="12541" y="54930"/>
                    <a:pt x="13043" y="55934"/>
                    <a:pt x="13545" y="56937"/>
                  </a:cubicBezTo>
                  <a:cubicBezTo>
                    <a:pt x="14548" y="58943"/>
                    <a:pt x="15551" y="61201"/>
                    <a:pt x="16805" y="63207"/>
                  </a:cubicBezTo>
                  <a:cubicBezTo>
                    <a:pt x="17056" y="63709"/>
                    <a:pt x="17307" y="63960"/>
                    <a:pt x="17558" y="64461"/>
                  </a:cubicBezTo>
                  <a:cubicBezTo>
                    <a:pt x="17809" y="64963"/>
                    <a:pt x="18059" y="65214"/>
                    <a:pt x="18310" y="65716"/>
                  </a:cubicBezTo>
                  <a:cubicBezTo>
                    <a:pt x="18561" y="66217"/>
                    <a:pt x="18812" y="66468"/>
                    <a:pt x="19063" y="66970"/>
                  </a:cubicBezTo>
                  <a:cubicBezTo>
                    <a:pt x="19313" y="67471"/>
                    <a:pt x="19815" y="67973"/>
                    <a:pt x="20066" y="68726"/>
                  </a:cubicBezTo>
                  <a:cubicBezTo>
                    <a:pt x="22073" y="71735"/>
                    <a:pt x="24079" y="74745"/>
                    <a:pt x="26587" y="77755"/>
                  </a:cubicBezTo>
                  <a:cubicBezTo>
                    <a:pt x="36119" y="89544"/>
                    <a:pt x="50165" y="96567"/>
                    <a:pt x="65465" y="98072"/>
                  </a:cubicBezTo>
                  <a:cubicBezTo>
                    <a:pt x="68475" y="98323"/>
                    <a:pt x="71735" y="98573"/>
                    <a:pt x="75498" y="98824"/>
                  </a:cubicBezTo>
                  <a:cubicBezTo>
                    <a:pt x="76250" y="98824"/>
                    <a:pt x="77254" y="98824"/>
                    <a:pt x="78006" y="99075"/>
                  </a:cubicBezTo>
                  <a:cubicBezTo>
                    <a:pt x="78758" y="99075"/>
                    <a:pt x="79511" y="99075"/>
                    <a:pt x="80263" y="99326"/>
                  </a:cubicBezTo>
                  <a:cubicBezTo>
                    <a:pt x="81517" y="99326"/>
                    <a:pt x="82521" y="99577"/>
                    <a:pt x="83775" y="99577"/>
                  </a:cubicBezTo>
                  <a:cubicBezTo>
                    <a:pt x="84527" y="99577"/>
                    <a:pt x="85280" y="99577"/>
                    <a:pt x="86283" y="99828"/>
                  </a:cubicBezTo>
                  <a:cubicBezTo>
                    <a:pt x="87036" y="99828"/>
                    <a:pt x="87788" y="99828"/>
                    <a:pt x="88791" y="100078"/>
                  </a:cubicBezTo>
                  <a:cubicBezTo>
                    <a:pt x="89042" y="100078"/>
                    <a:pt x="89293" y="100078"/>
                    <a:pt x="89544" y="100078"/>
                  </a:cubicBezTo>
                  <a:cubicBezTo>
                    <a:pt x="90798" y="100078"/>
                    <a:pt x="92052" y="100078"/>
                    <a:pt x="93306" y="100329"/>
                  </a:cubicBezTo>
                  <a:cubicBezTo>
                    <a:pt x="95814" y="100329"/>
                    <a:pt x="98574" y="100580"/>
                    <a:pt x="101333" y="100580"/>
                  </a:cubicBezTo>
                  <a:cubicBezTo>
                    <a:pt x="102085" y="100580"/>
                    <a:pt x="102837" y="100580"/>
                    <a:pt x="103339" y="100580"/>
                  </a:cubicBezTo>
                  <a:cubicBezTo>
                    <a:pt x="106851" y="100580"/>
                    <a:pt x="110362" y="100831"/>
                    <a:pt x="114124" y="100831"/>
                  </a:cubicBezTo>
                  <a:cubicBezTo>
                    <a:pt x="114877" y="100831"/>
                    <a:pt x="115379" y="100831"/>
                    <a:pt x="116131" y="100831"/>
                  </a:cubicBezTo>
                  <a:cubicBezTo>
                    <a:pt x="121148" y="100831"/>
                    <a:pt x="126164" y="100831"/>
                    <a:pt x="131682" y="100831"/>
                  </a:cubicBezTo>
                  <a:cubicBezTo>
                    <a:pt x="134190" y="100831"/>
                    <a:pt x="136699" y="100831"/>
                    <a:pt x="139458" y="100831"/>
                  </a:cubicBezTo>
                  <a:cubicBezTo>
                    <a:pt x="140210" y="100831"/>
                    <a:pt x="140963" y="100831"/>
                    <a:pt x="141715" y="100831"/>
                  </a:cubicBezTo>
                  <a:cubicBezTo>
                    <a:pt x="142969" y="100831"/>
                    <a:pt x="144223" y="100831"/>
                    <a:pt x="145477" y="100831"/>
                  </a:cubicBezTo>
                  <a:cubicBezTo>
                    <a:pt x="147233" y="100831"/>
                    <a:pt x="148989" y="100831"/>
                    <a:pt x="150995" y="100580"/>
                  </a:cubicBezTo>
                  <a:cubicBezTo>
                    <a:pt x="153253" y="100580"/>
                    <a:pt x="155260" y="100329"/>
                    <a:pt x="157517" y="100329"/>
                  </a:cubicBezTo>
                  <a:cubicBezTo>
                    <a:pt x="157768" y="100329"/>
                    <a:pt x="158019" y="100329"/>
                    <a:pt x="158269" y="100329"/>
                  </a:cubicBezTo>
                  <a:cubicBezTo>
                    <a:pt x="159524" y="100329"/>
                    <a:pt x="160527" y="100329"/>
                    <a:pt x="161781" y="100078"/>
                  </a:cubicBezTo>
                  <a:cubicBezTo>
                    <a:pt x="162032" y="100078"/>
                    <a:pt x="162032" y="100078"/>
                    <a:pt x="162283" y="100078"/>
                  </a:cubicBezTo>
                  <a:cubicBezTo>
                    <a:pt x="163286" y="100078"/>
                    <a:pt x="164289" y="100078"/>
                    <a:pt x="165292" y="99828"/>
                  </a:cubicBezTo>
                  <a:cubicBezTo>
                    <a:pt x="167048" y="99828"/>
                    <a:pt x="168804" y="99577"/>
                    <a:pt x="170560" y="99577"/>
                  </a:cubicBezTo>
                  <a:cubicBezTo>
                    <a:pt x="171814" y="99577"/>
                    <a:pt x="173319" y="99326"/>
                    <a:pt x="174573" y="99326"/>
                  </a:cubicBezTo>
                  <a:cubicBezTo>
                    <a:pt x="175325" y="99326"/>
                    <a:pt x="176078" y="99326"/>
                    <a:pt x="176579" y="99075"/>
                  </a:cubicBezTo>
                  <a:cubicBezTo>
                    <a:pt x="179840" y="98824"/>
                    <a:pt x="183352" y="98573"/>
                    <a:pt x="186612" y="98323"/>
                  </a:cubicBezTo>
                  <a:cubicBezTo>
                    <a:pt x="188368" y="98072"/>
                    <a:pt x="190375" y="98072"/>
                    <a:pt x="192131" y="97821"/>
                  </a:cubicBezTo>
                  <a:cubicBezTo>
                    <a:pt x="208183" y="96316"/>
                    <a:pt x="223232" y="88290"/>
                    <a:pt x="232764" y="75247"/>
                  </a:cubicBezTo>
                  <a:cubicBezTo>
                    <a:pt x="233015" y="74745"/>
                    <a:pt x="233265" y="74494"/>
                    <a:pt x="233767" y="73993"/>
                  </a:cubicBezTo>
                  <a:cubicBezTo>
                    <a:pt x="233767" y="73993"/>
                    <a:pt x="234018" y="73742"/>
                    <a:pt x="234018" y="73742"/>
                  </a:cubicBezTo>
                  <a:cubicBezTo>
                    <a:pt x="251074" y="48911"/>
                    <a:pt x="258097" y="13795"/>
                    <a:pt x="258097" y="502"/>
                  </a:cubicBezTo>
                  <a:cubicBezTo>
                    <a:pt x="208936" y="11538"/>
                    <a:pt x="42640" y="10785"/>
                    <a:pt x="0" y="0"/>
                  </a:cubicBezTo>
                  <a:lnTo>
                    <a:pt x="0" y="0"/>
                  </a:lnTo>
                  <a:close/>
                </a:path>
              </a:pathLst>
            </a:custGeom>
            <a:solidFill>
              <a:srgbClr val="103559"/>
            </a:solidFill>
            <a:ln w="2497" cap="flat">
              <a:noFill/>
              <a:prstDash val="solid"/>
              <a:miter/>
            </a:ln>
          </p:spPr>
          <p:txBody>
            <a:bodyPr/>
            <a:lstStyle/>
            <a:p>
              <a:endParaRPr lang="es-ES"/>
            </a:p>
          </p:txBody>
        </p:sp>
        <p:sp>
          <p:nvSpPr>
            <p:cNvPr id="114" name="Freeform: Shape 113">
              <a:extLst>
                <a:ext uri="{FF2B5EF4-FFF2-40B4-BE49-F238E27FC236}">
                  <a16:creationId xmlns:a16="http://schemas.microsoft.com/office/drawing/2014/main" id="{FDED1994-E19B-D56B-D1EB-4FF894228BC1}"/>
                </a:ext>
              </a:extLst>
            </p:cNvPr>
            <p:cNvSpPr/>
            <p:nvPr/>
          </p:nvSpPr>
          <p:spPr>
            <a:xfrm>
              <a:off x="1194633" y="2820360"/>
              <a:ext cx="232011" cy="81015"/>
            </a:xfrm>
            <a:custGeom>
              <a:avLst/>
              <a:gdLst>
                <a:gd name="csX0" fmla="*/ 232011 w 232011"/>
                <a:gd name="csY0" fmla="*/ 53927 h 81015"/>
                <a:gd name="csX1" fmla="*/ 231761 w 232011"/>
                <a:gd name="csY1" fmla="*/ 54178 h 81015"/>
                <a:gd name="csX2" fmla="*/ 230757 w 232011"/>
                <a:gd name="csY2" fmla="*/ 55432 h 81015"/>
                <a:gd name="csX3" fmla="*/ 190124 w 232011"/>
                <a:gd name="csY3" fmla="*/ 78006 h 81015"/>
                <a:gd name="csX4" fmla="*/ 184606 w 232011"/>
                <a:gd name="csY4" fmla="*/ 78508 h 81015"/>
                <a:gd name="csX5" fmla="*/ 174573 w 232011"/>
                <a:gd name="csY5" fmla="*/ 79260 h 81015"/>
                <a:gd name="csX6" fmla="*/ 172566 w 232011"/>
                <a:gd name="csY6" fmla="*/ 79511 h 81015"/>
                <a:gd name="csX7" fmla="*/ 168553 w 232011"/>
                <a:gd name="csY7" fmla="*/ 79762 h 81015"/>
                <a:gd name="csX8" fmla="*/ 163286 w 232011"/>
                <a:gd name="csY8" fmla="*/ 80013 h 81015"/>
                <a:gd name="csX9" fmla="*/ 160276 w 232011"/>
                <a:gd name="csY9" fmla="*/ 80263 h 81015"/>
                <a:gd name="csX10" fmla="*/ 159774 w 232011"/>
                <a:gd name="csY10" fmla="*/ 80263 h 81015"/>
                <a:gd name="csX11" fmla="*/ 156263 w 232011"/>
                <a:gd name="csY11" fmla="*/ 80514 h 81015"/>
                <a:gd name="csX12" fmla="*/ 155510 w 232011"/>
                <a:gd name="csY12" fmla="*/ 80514 h 81015"/>
                <a:gd name="csX13" fmla="*/ 148989 w 232011"/>
                <a:gd name="csY13" fmla="*/ 80765 h 81015"/>
                <a:gd name="csX14" fmla="*/ 143471 w 232011"/>
                <a:gd name="csY14" fmla="*/ 81016 h 81015"/>
                <a:gd name="csX15" fmla="*/ 139708 w 232011"/>
                <a:gd name="csY15" fmla="*/ 81016 h 81015"/>
                <a:gd name="csX16" fmla="*/ 137451 w 232011"/>
                <a:gd name="csY16" fmla="*/ 81016 h 81015"/>
                <a:gd name="csX17" fmla="*/ 129676 w 232011"/>
                <a:gd name="csY17" fmla="*/ 81016 h 81015"/>
                <a:gd name="csX18" fmla="*/ 114124 w 232011"/>
                <a:gd name="csY18" fmla="*/ 81016 h 81015"/>
                <a:gd name="csX19" fmla="*/ 112118 w 232011"/>
                <a:gd name="csY19" fmla="*/ 81016 h 81015"/>
                <a:gd name="csX20" fmla="*/ 101333 w 232011"/>
                <a:gd name="csY20" fmla="*/ 80765 h 81015"/>
                <a:gd name="csX21" fmla="*/ 99326 w 232011"/>
                <a:gd name="csY21" fmla="*/ 80765 h 81015"/>
                <a:gd name="csX22" fmla="*/ 91300 w 232011"/>
                <a:gd name="csY22" fmla="*/ 80514 h 81015"/>
                <a:gd name="csX23" fmla="*/ 87537 w 232011"/>
                <a:gd name="csY23" fmla="*/ 80263 h 81015"/>
                <a:gd name="csX24" fmla="*/ 86785 w 232011"/>
                <a:gd name="csY24" fmla="*/ 80263 h 81015"/>
                <a:gd name="csX25" fmla="*/ 84277 w 232011"/>
                <a:gd name="csY25" fmla="*/ 80013 h 81015"/>
                <a:gd name="csX26" fmla="*/ 81768 w 232011"/>
                <a:gd name="csY26" fmla="*/ 79762 h 81015"/>
                <a:gd name="csX27" fmla="*/ 78257 w 232011"/>
                <a:gd name="csY27" fmla="*/ 79511 h 81015"/>
                <a:gd name="csX28" fmla="*/ 75999 w 232011"/>
                <a:gd name="csY28" fmla="*/ 79260 h 81015"/>
                <a:gd name="csX29" fmla="*/ 73491 w 232011"/>
                <a:gd name="csY29" fmla="*/ 79009 h 81015"/>
                <a:gd name="csX30" fmla="*/ 63458 w 232011"/>
                <a:gd name="csY30" fmla="*/ 78257 h 81015"/>
                <a:gd name="csX31" fmla="*/ 24581 w 232011"/>
                <a:gd name="csY31" fmla="*/ 57940 h 81015"/>
                <a:gd name="csX32" fmla="*/ 18059 w 232011"/>
                <a:gd name="csY32" fmla="*/ 48911 h 81015"/>
                <a:gd name="csX33" fmla="*/ 17056 w 232011"/>
                <a:gd name="csY33" fmla="*/ 47155 h 81015"/>
                <a:gd name="csX34" fmla="*/ 16303 w 232011"/>
                <a:gd name="csY34" fmla="*/ 45901 h 81015"/>
                <a:gd name="csX35" fmla="*/ 15551 w 232011"/>
                <a:gd name="csY35" fmla="*/ 44647 h 81015"/>
                <a:gd name="csX36" fmla="*/ 14799 w 232011"/>
                <a:gd name="csY36" fmla="*/ 43392 h 81015"/>
                <a:gd name="csX37" fmla="*/ 11538 w 232011"/>
                <a:gd name="csY37" fmla="*/ 37122 h 81015"/>
                <a:gd name="csX38" fmla="*/ 10033 w 232011"/>
                <a:gd name="csY38" fmla="*/ 34112 h 81015"/>
                <a:gd name="csX39" fmla="*/ 9280 w 232011"/>
                <a:gd name="csY39" fmla="*/ 32356 h 81015"/>
                <a:gd name="csX40" fmla="*/ 8528 w 232011"/>
                <a:gd name="csY40" fmla="*/ 30600 h 81015"/>
                <a:gd name="csX41" fmla="*/ 7525 w 232011"/>
                <a:gd name="csY41" fmla="*/ 27841 h 81015"/>
                <a:gd name="csX42" fmla="*/ 6772 w 232011"/>
                <a:gd name="csY42" fmla="*/ 25584 h 81015"/>
                <a:gd name="csX43" fmla="*/ 5769 w 232011"/>
                <a:gd name="csY43" fmla="*/ 22825 h 81015"/>
                <a:gd name="csX44" fmla="*/ 5518 w 232011"/>
                <a:gd name="csY44" fmla="*/ 21822 h 81015"/>
                <a:gd name="csX45" fmla="*/ 5016 w 232011"/>
                <a:gd name="csY45" fmla="*/ 19815 h 81015"/>
                <a:gd name="csX46" fmla="*/ 502 w 232011"/>
                <a:gd name="csY46" fmla="*/ 2257 h 81015"/>
                <a:gd name="csX47" fmla="*/ 0 w 232011"/>
                <a:gd name="csY47" fmla="*/ 0 h 81015"/>
                <a:gd name="csX48" fmla="*/ 78508 w 232011"/>
                <a:gd name="csY48" fmla="*/ 56184 h 81015"/>
                <a:gd name="csX49" fmla="*/ 232011 w 232011"/>
                <a:gd name="csY49" fmla="*/ 53927 h 81015"/>
                <a:gd name="csX50" fmla="*/ 232011 w 232011"/>
                <a:gd name="csY50" fmla="*/ 53927 h 8101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232011" h="81015">
                  <a:moveTo>
                    <a:pt x="232011" y="53927"/>
                  </a:moveTo>
                  <a:cubicBezTo>
                    <a:pt x="232011" y="53927"/>
                    <a:pt x="231761" y="54178"/>
                    <a:pt x="231761" y="54178"/>
                  </a:cubicBezTo>
                  <a:cubicBezTo>
                    <a:pt x="231510" y="54679"/>
                    <a:pt x="231259" y="54930"/>
                    <a:pt x="230757" y="55432"/>
                  </a:cubicBezTo>
                  <a:cubicBezTo>
                    <a:pt x="221226" y="68475"/>
                    <a:pt x="206427" y="76501"/>
                    <a:pt x="190124" y="78006"/>
                  </a:cubicBezTo>
                  <a:cubicBezTo>
                    <a:pt x="188368" y="78257"/>
                    <a:pt x="186362" y="78257"/>
                    <a:pt x="184606" y="78508"/>
                  </a:cubicBezTo>
                  <a:cubicBezTo>
                    <a:pt x="181094" y="78759"/>
                    <a:pt x="177834" y="79009"/>
                    <a:pt x="174573" y="79260"/>
                  </a:cubicBezTo>
                  <a:cubicBezTo>
                    <a:pt x="173820" y="79260"/>
                    <a:pt x="173068" y="79260"/>
                    <a:pt x="172566" y="79511"/>
                  </a:cubicBezTo>
                  <a:cubicBezTo>
                    <a:pt x="171312" y="79511"/>
                    <a:pt x="169807" y="79762"/>
                    <a:pt x="168553" y="79762"/>
                  </a:cubicBezTo>
                  <a:cubicBezTo>
                    <a:pt x="166797" y="79762"/>
                    <a:pt x="165042" y="80013"/>
                    <a:pt x="163286" y="80013"/>
                  </a:cubicBezTo>
                  <a:cubicBezTo>
                    <a:pt x="162283" y="80013"/>
                    <a:pt x="161279" y="80013"/>
                    <a:pt x="160276" y="80263"/>
                  </a:cubicBezTo>
                  <a:cubicBezTo>
                    <a:pt x="160025" y="80263"/>
                    <a:pt x="160025" y="80263"/>
                    <a:pt x="159774" y="80263"/>
                  </a:cubicBezTo>
                  <a:cubicBezTo>
                    <a:pt x="158520" y="80263"/>
                    <a:pt x="157517" y="80263"/>
                    <a:pt x="156263" y="80514"/>
                  </a:cubicBezTo>
                  <a:cubicBezTo>
                    <a:pt x="156012" y="80514"/>
                    <a:pt x="155761" y="80514"/>
                    <a:pt x="155510" y="80514"/>
                  </a:cubicBezTo>
                  <a:cubicBezTo>
                    <a:pt x="153253" y="80514"/>
                    <a:pt x="150995" y="80765"/>
                    <a:pt x="148989" y="80765"/>
                  </a:cubicBezTo>
                  <a:cubicBezTo>
                    <a:pt x="147233" y="80765"/>
                    <a:pt x="145477" y="80765"/>
                    <a:pt x="143471" y="81016"/>
                  </a:cubicBezTo>
                  <a:cubicBezTo>
                    <a:pt x="142217" y="81016"/>
                    <a:pt x="140963" y="81016"/>
                    <a:pt x="139708" y="81016"/>
                  </a:cubicBezTo>
                  <a:cubicBezTo>
                    <a:pt x="138956" y="81016"/>
                    <a:pt x="138204" y="81016"/>
                    <a:pt x="137451" y="81016"/>
                  </a:cubicBezTo>
                  <a:cubicBezTo>
                    <a:pt x="134943" y="81016"/>
                    <a:pt x="132184" y="81016"/>
                    <a:pt x="129676" y="81016"/>
                  </a:cubicBezTo>
                  <a:cubicBezTo>
                    <a:pt x="124408" y="81016"/>
                    <a:pt x="119141" y="81016"/>
                    <a:pt x="114124" y="81016"/>
                  </a:cubicBezTo>
                  <a:cubicBezTo>
                    <a:pt x="113372" y="81016"/>
                    <a:pt x="112870" y="81016"/>
                    <a:pt x="112118" y="81016"/>
                  </a:cubicBezTo>
                  <a:cubicBezTo>
                    <a:pt x="108356" y="81016"/>
                    <a:pt x="104844" y="80765"/>
                    <a:pt x="101333" y="80765"/>
                  </a:cubicBezTo>
                  <a:cubicBezTo>
                    <a:pt x="100580" y="80765"/>
                    <a:pt x="99828" y="80765"/>
                    <a:pt x="99326" y="80765"/>
                  </a:cubicBezTo>
                  <a:cubicBezTo>
                    <a:pt x="96567" y="80765"/>
                    <a:pt x="93808" y="80514"/>
                    <a:pt x="91300" y="80514"/>
                  </a:cubicBezTo>
                  <a:cubicBezTo>
                    <a:pt x="90046" y="80514"/>
                    <a:pt x="88791" y="80514"/>
                    <a:pt x="87537" y="80263"/>
                  </a:cubicBezTo>
                  <a:cubicBezTo>
                    <a:pt x="87287" y="80263"/>
                    <a:pt x="87036" y="80263"/>
                    <a:pt x="86785" y="80263"/>
                  </a:cubicBezTo>
                  <a:cubicBezTo>
                    <a:pt x="86032" y="80263"/>
                    <a:pt x="85029" y="80263"/>
                    <a:pt x="84277" y="80013"/>
                  </a:cubicBezTo>
                  <a:cubicBezTo>
                    <a:pt x="83524" y="80013"/>
                    <a:pt x="82772" y="80013"/>
                    <a:pt x="81768" y="79762"/>
                  </a:cubicBezTo>
                  <a:cubicBezTo>
                    <a:pt x="80514" y="79762"/>
                    <a:pt x="79511" y="79511"/>
                    <a:pt x="78257" y="79511"/>
                  </a:cubicBezTo>
                  <a:cubicBezTo>
                    <a:pt x="77504" y="79511"/>
                    <a:pt x="76752" y="79511"/>
                    <a:pt x="75999" y="79260"/>
                  </a:cubicBezTo>
                  <a:cubicBezTo>
                    <a:pt x="75247" y="79260"/>
                    <a:pt x="74244" y="79260"/>
                    <a:pt x="73491" y="79009"/>
                  </a:cubicBezTo>
                  <a:cubicBezTo>
                    <a:pt x="69729" y="78759"/>
                    <a:pt x="66468" y="78508"/>
                    <a:pt x="63458" y="78257"/>
                  </a:cubicBezTo>
                  <a:cubicBezTo>
                    <a:pt x="48409" y="77003"/>
                    <a:pt x="34363" y="69729"/>
                    <a:pt x="24581" y="57940"/>
                  </a:cubicBezTo>
                  <a:cubicBezTo>
                    <a:pt x="22323" y="55181"/>
                    <a:pt x="20066" y="52171"/>
                    <a:pt x="18059" y="48911"/>
                  </a:cubicBezTo>
                  <a:cubicBezTo>
                    <a:pt x="17809" y="48409"/>
                    <a:pt x="17307" y="47907"/>
                    <a:pt x="17056" y="47155"/>
                  </a:cubicBezTo>
                  <a:cubicBezTo>
                    <a:pt x="16805" y="46653"/>
                    <a:pt x="16554" y="46402"/>
                    <a:pt x="16303" y="45901"/>
                  </a:cubicBezTo>
                  <a:cubicBezTo>
                    <a:pt x="16053" y="45399"/>
                    <a:pt x="15802" y="45148"/>
                    <a:pt x="15551" y="44647"/>
                  </a:cubicBezTo>
                  <a:cubicBezTo>
                    <a:pt x="15300" y="44145"/>
                    <a:pt x="15049" y="43894"/>
                    <a:pt x="14799" y="43392"/>
                  </a:cubicBezTo>
                  <a:cubicBezTo>
                    <a:pt x="13545" y="41386"/>
                    <a:pt x="12541" y="39128"/>
                    <a:pt x="11538" y="37122"/>
                  </a:cubicBezTo>
                  <a:cubicBezTo>
                    <a:pt x="11036" y="36119"/>
                    <a:pt x="10535" y="35115"/>
                    <a:pt x="10033" y="34112"/>
                  </a:cubicBezTo>
                  <a:cubicBezTo>
                    <a:pt x="9782" y="33610"/>
                    <a:pt x="9531" y="32858"/>
                    <a:pt x="9280" y="32356"/>
                  </a:cubicBezTo>
                  <a:cubicBezTo>
                    <a:pt x="9030" y="31855"/>
                    <a:pt x="8779" y="31102"/>
                    <a:pt x="8528" y="30600"/>
                  </a:cubicBezTo>
                  <a:cubicBezTo>
                    <a:pt x="8277" y="29597"/>
                    <a:pt x="7776" y="28845"/>
                    <a:pt x="7525" y="27841"/>
                  </a:cubicBezTo>
                  <a:cubicBezTo>
                    <a:pt x="7274" y="27089"/>
                    <a:pt x="7023" y="26336"/>
                    <a:pt x="6772" y="25584"/>
                  </a:cubicBezTo>
                  <a:cubicBezTo>
                    <a:pt x="6521" y="24581"/>
                    <a:pt x="6020" y="23828"/>
                    <a:pt x="5769" y="22825"/>
                  </a:cubicBezTo>
                  <a:cubicBezTo>
                    <a:pt x="5769" y="22574"/>
                    <a:pt x="5518" y="22072"/>
                    <a:pt x="5518" y="21822"/>
                  </a:cubicBezTo>
                  <a:cubicBezTo>
                    <a:pt x="5267" y="21069"/>
                    <a:pt x="5016" y="20568"/>
                    <a:pt x="5016" y="19815"/>
                  </a:cubicBezTo>
                  <a:cubicBezTo>
                    <a:pt x="3010" y="13545"/>
                    <a:pt x="1756" y="7776"/>
                    <a:pt x="502" y="2257"/>
                  </a:cubicBezTo>
                  <a:cubicBezTo>
                    <a:pt x="251" y="1505"/>
                    <a:pt x="251" y="753"/>
                    <a:pt x="0" y="0"/>
                  </a:cubicBezTo>
                  <a:cubicBezTo>
                    <a:pt x="0" y="0"/>
                    <a:pt x="31353" y="45650"/>
                    <a:pt x="78508" y="56184"/>
                  </a:cubicBezTo>
                  <a:cubicBezTo>
                    <a:pt x="114877" y="64462"/>
                    <a:pt x="192632" y="61452"/>
                    <a:pt x="232011" y="53927"/>
                  </a:cubicBezTo>
                  <a:lnTo>
                    <a:pt x="232011" y="53927"/>
                  </a:lnTo>
                  <a:close/>
                </a:path>
              </a:pathLst>
            </a:custGeom>
            <a:solidFill>
              <a:srgbClr val="051C2C"/>
            </a:solidFill>
            <a:ln w="2497" cap="flat">
              <a:noFill/>
              <a:prstDash val="solid"/>
              <a:miter/>
            </a:ln>
          </p:spPr>
          <p:txBody>
            <a:bodyPr/>
            <a:lstStyle/>
            <a:p>
              <a:endParaRPr lang="es-ES"/>
            </a:p>
          </p:txBody>
        </p:sp>
      </p:grpSp>
      <p:grpSp>
        <p:nvGrpSpPr>
          <p:cNvPr id="115" name="Graphic 520">
            <a:extLst>
              <a:ext uri="{FF2B5EF4-FFF2-40B4-BE49-F238E27FC236}">
                <a16:creationId xmlns:a16="http://schemas.microsoft.com/office/drawing/2014/main" id="{F6ACB431-86AC-3A84-1A52-95D97FCA6EBA}"/>
              </a:ext>
            </a:extLst>
          </p:cNvPr>
          <p:cNvGrpSpPr/>
          <p:nvPr/>
        </p:nvGrpSpPr>
        <p:grpSpPr>
          <a:xfrm>
            <a:off x="761687" y="2513908"/>
            <a:ext cx="730605" cy="503409"/>
            <a:chOff x="150833" y="1877642"/>
            <a:chExt cx="884025" cy="609123"/>
          </a:xfrm>
          <a:solidFill>
            <a:srgbClr val="00A9F4"/>
          </a:solidFill>
        </p:grpSpPr>
        <p:grpSp>
          <p:nvGrpSpPr>
            <p:cNvPr id="116" name="Graphic 520">
              <a:extLst>
                <a:ext uri="{FF2B5EF4-FFF2-40B4-BE49-F238E27FC236}">
                  <a16:creationId xmlns:a16="http://schemas.microsoft.com/office/drawing/2014/main" id="{4E3E8145-0C5E-6A59-76E9-84F56C116DF0}"/>
                </a:ext>
              </a:extLst>
            </p:cNvPr>
            <p:cNvGrpSpPr/>
            <p:nvPr/>
          </p:nvGrpSpPr>
          <p:grpSpPr>
            <a:xfrm>
              <a:off x="477154" y="1877642"/>
              <a:ext cx="47906" cy="47906"/>
              <a:chOff x="477154" y="1877642"/>
              <a:chExt cx="47906" cy="47906"/>
            </a:xfrm>
            <a:solidFill>
              <a:srgbClr val="00A9F4"/>
            </a:solidFill>
          </p:grpSpPr>
          <p:sp>
            <p:nvSpPr>
              <p:cNvPr id="134" name="Freeform: Shape 133">
                <a:extLst>
                  <a:ext uri="{FF2B5EF4-FFF2-40B4-BE49-F238E27FC236}">
                    <a16:creationId xmlns:a16="http://schemas.microsoft.com/office/drawing/2014/main" id="{FB5097D4-B504-88A9-3428-CD0D36501780}"/>
                  </a:ext>
                </a:extLst>
              </p:cNvPr>
              <p:cNvSpPr/>
              <p:nvPr/>
            </p:nvSpPr>
            <p:spPr>
              <a:xfrm>
                <a:off x="477154" y="1877642"/>
                <a:ext cx="21570" cy="21570"/>
              </a:xfrm>
              <a:custGeom>
                <a:avLst/>
                <a:gdLst>
                  <a:gd name="csX0" fmla="*/ 15175 w 21570"/>
                  <a:gd name="csY0" fmla="*/ 20442 h 21570"/>
                  <a:gd name="csX1" fmla="*/ 1129 w 21570"/>
                  <a:gd name="csY1" fmla="*/ 6396 h 21570"/>
                  <a:gd name="csX2" fmla="*/ 1129 w 21570"/>
                  <a:gd name="csY2" fmla="*/ 1129 h 21570"/>
                  <a:gd name="csX3" fmla="*/ 1129 w 21570"/>
                  <a:gd name="csY3" fmla="*/ 1129 h 21570"/>
                  <a:gd name="csX4" fmla="*/ 6396 w 21570"/>
                  <a:gd name="csY4" fmla="*/ 1129 h 21570"/>
                  <a:gd name="csX5" fmla="*/ 20442 w 21570"/>
                  <a:gd name="csY5" fmla="*/ 15175 h 21570"/>
                  <a:gd name="csX6" fmla="*/ 20442 w 21570"/>
                  <a:gd name="csY6" fmla="*/ 20442 h 21570"/>
                  <a:gd name="csX7" fmla="*/ 20442 w 21570"/>
                  <a:gd name="csY7" fmla="*/ 20442 h 21570"/>
                  <a:gd name="csX8" fmla="*/ 15175 w 21570"/>
                  <a:gd name="csY8" fmla="*/ 20442 h 21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570" h="21570">
                    <a:moveTo>
                      <a:pt x="15175" y="20442"/>
                    </a:moveTo>
                    <a:lnTo>
                      <a:pt x="1129" y="6396"/>
                    </a:lnTo>
                    <a:cubicBezTo>
                      <a:pt x="-376" y="4891"/>
                      <a:pt x="-376" y="2634"/>
                      <a:pt x="1129" y="1129"/>
                    </a:cubicBezTo>
                    <a:lnTo>
                      <a:pt x="1129" y="1129"/>
                    </a:lnTo>
                    <a:cubicBezTo>
                      <a:pt x="2634" y="-376"/>
                      <a:pt x="4891" y="-376"/>
                      <a:pt x="6396" y="1129"/>
                    </a:cubicBezTo>
                    <a:lnTo>
                      <a:pt x="20442" y="15175"/>
                    </a:lnTo>
                    <a:cubicBezTo>
                      <a:pt x="21947" y="16680"/>
                      <a:pt x="21947" y="18937"/>
                      <a:pt x="20442" y="20442"/>
                    </a:cubicBezTo>
                    <a:lnTo>
                      <a:pt x="20442" y="20442"/>
                    </a:lnTo>
                    <a:cubicBezTo>
                      <a:pt x="18937" y="21947"/>
                      <a:pt x="16680" y="21947"/>
                      <a:pt x="15175" y="20442"/>
                    </a:cubicBezTo>
                    <a:close/>
                  </a:path>
                </a:pathLst>
              </a:custGeom>
              <a:solidFill>
                <a:srgbClr val="00A9F4"/>
              </a:solidFill>
              <a:ln w="2497" cap="flat">
                <a:noFill/>
                <a:prstDash val="solid"/>
                <a:miter/>
              </a:ln>
            </p:spPr>
            <p:txBody>
              <a:bodyPr/>
              <a:lstStyle/>
              <a:p>
                <a:endParaRPr lang="es-ES"/>
              </a:p>
            </p:txBody>
          </p:sp>
          <p:sp>
            <p:nvSpPr>
              <p:cNvPr id="135" name="Freeform: Shape 134">
                <a:extLst>
                  <a:ext uri="{FF2B5EF4-FFF2-40B4-BE49-F238E27FC236}">
                    <a16:creationId xmlns:a16="http://schemas.microsoft.com/office/drawing/2014/main" id="{747817B8-586A-7CD2-F08E-D680B9BD4C5E}"/>
                  </a:ext>
                </a:extLst>
              </p:cNvPr>
              <p:cNvSpPr/>
              <p:nvPr/>
            </p:nvSpPr>
            <p:spPr>
              <a:xfrm>
                <a:off x="503490" y="1903978"/>
                <a:ext cx="21570" cy="21353"/>
              </a:xfrm>
              <a:custGeom>
                <a:avLst/>
                <a:gdLst>
                  <a:gd name="csX0" fmla="*/ 14924 w 21570"/>
                  <a:gd name="csY0" fmla="*/ 20191 h 21353"/>
                  <a:gd name="csX1" fmla="*/ 1129 w 21570"/>
                  <a:gd name="csY1" fmla="*/ 6396 h 21353"/>
                  <a:gd name="csX2" fmla="*/ 1129 w 21570"/>
                  <a:gd name="csY2" fmla="*/ 1129 h 21353"/>
                  <a:gd name="csX3" fmla="*/ 1129 w 21570"/>
                  <a:gd name="csY3" fmla="*/ 1129 h 21353"/>
                  <a:gd name="csX4" fmla="*/ 6396 w 21570"/>
                  <a:gd name="csY4" fmla="*/ 1129 h 21353"/>
                  <a:gd name="csX5" fmla="*/ 20442 w 21570"/>
                  <a:gd name="csY5" fmla="*/ 15175 h 21353"/>
                  <a:gd name="csX6" fmla="*/ 20442 w 21570"/>
                  <a:gd name="csY6" fmla="*/ 20442 h 21353"/>
                  <a:gd name="csX7" fmla="*/ 20442 w 21570"/>
                  <a:gd name="csY7" fmla="*/ 20442 h 21353"/>
                  <a:gd name="csX8" fmla="*/ 14924 w 21570"/>
                  <a:gd name="csY8" fmla="*/ 20191 h 2135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570" h="21353">
                    <a:moveTo>
                      <a:pt x="14924" y="20191"/>
                    </a:moveTo>
                    <a:lnTo>
                      <a:pt x="1129" y="6396"/>
                    </a:lnTo>
                    <a:cubicBezTo>
                      <a:pt x="-376" y="4891"/>
                      <a:pt x="-376" y="2634"/>
                      <a:pt x="1129" y="1129"/>
                    </a:cubicBezTo>
                    <a:lnTo>
                      <a:pt x="1129" y="1129"/>
                    </a:lnTo>
                    <a:cubicBezTo>
                      <a:pt x="2634" y="-376"/>
                      <a:pt x="4891" y="-376"/>
                      <a:pt x="6396" y="1129"/>
                    </a:cubicBezTo>
                    <a:lnTo>
                      <a:pt x="20442" y="15175"/>
                    </a:lnTo>
                    <a:cubicBezTo>
                      <a:pt x="21947" y="16680"/>
                      <a:pt x="21947" y="18937"/>
                      <a:pt x="20442" y="20442"/>
                    </a:cubicBezTo>
                    <a:lnTo>
                      <a:pt x="20442" y="20442"/>
                    </a:lnTo>
                    <a:cubicBezTo>
                      <a:pt x="18937" y="21696"/>
                      <a:pt x="16429" y="21696"/>
                      <a:pt x="14924" y="20191"/>
                    </a:cubicBezTo>
                    <a:close/>
                  </a:path>
                </a:pathLst>
              </a:custGeom>
              <a:solidFill>
                <a:srgbClr val="00A9F4"/>
              </a:solidFill>
              <a:ln w="2497" cap="flat">
                <a:noFill/>
                <a:prstDash val="solid"/>
                <a:miter/>
              </a:ln>
            </p:spPr>
            <p:txBody>
              <a:bodyPr/>
              <a:lstStyle/>
              <a:p>
                <a:endParaRPr lang="es-ES"/>
              </a:p>
            </p:txBody>
          </p:sp>
          <p:sp>
            <p:nvSpPr>
              <p:cNvPr id="136" name="Freeform: Shape 135">
                <a:extLst>
                  <a:ext uri="{FF2B5EF4-FFF2-40B4-BE49-F238E27FC236}">
                    <a16:creationId xmlns:a16="http://schemas.microsoft.com/office/drawing/2014/main" id="{06349933-3AFD-BF7A-5BEC-EB60AE7884C7}"/>
                  </a:ext>
                </a:extLst>
              </p:cNvPr>
              <p:cNvSpPr/>
              <p:nvPr/>
            </p:nvSpPr>
            <p:spPr>
              <a:xfrm>
                <a:off x="477154" y="1903978"/>
                <a:ext cx="21570" cy="21570"/>
              </a:xfrm>
              <a:custGeom>
                <a:avLst/>
                <a:gdLst>
                  <a:gd name="csX0" fmla="*/ 20442 w 21570"/>
                  <a:gd name="csY0" fmla="*/ 6396 h 21570"/>
                  <a:gd name="csX1" fmla="*/ 6396 w 21570"/>
                  <a:gd name="csY1" fmla="*/ 20442 h 21570"/>
                  <a:gd name="csX2" fmla="*/ 1129 w 21570"/>
                  <a:gd name="csY2" fmla="*/ 20442 h 21570"/>
                  <a:gd name="csX3" fmla="*/ 1129 w 21570"/>
                  <a:gd name="csY3" fmla="*/ 20442 h 21570"/>
                  <a:gd name="csX4" fmla="*/ 1129 w 21570"/>
                  <a:gd name="csY4" fmla="*/ 15175 h 21570"/>
                  <a:gd name="csX5" fmla="*/ 15175 w 21570"/>
                  <a:gd name="csY5" fmla="*/ 1129 h 21570"/>
                  <a:gd name="csX6" fmla="*/ 20442 w 21570"/>
                  <a:gd name="csY6" fmla="*/ 1129 h 21570"/>
                  <a:gd name="csX7" fmla="*/ 20442 w 21570"/>
                  <a:gd name="csY7" fmla="*/ 1129 h 21570"/>
                  <a:gd name="csX8" fmla="*/ 20442 w 21570"/>
                  <a:gd name="csY8" fmla="*/ 6396 h 21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570" h="21570">
                    <a:moveTo>
                      <a:pt x="20442" y="6396"/>
                    </a:moveTo>
                    <a:lnTo>
                      <a:pt x="6396" y="20442"/>
                    </a:lnTo>
                    <a:cubicBezTo>
                      <a:pt x="4891" y="21947"/>
                      <a:pt x="2634" y="21947"/>
                      <a:pt x="1129" y="20442"/>
                    </a:cubicBezTo>
                    <a:lnTo>
                      <a:pt x="1129" y="20442"/>
                    </a:lnTo>
                    <a:cubicBezTo>
                      <a:pt x="-376" y="18937"/>
                      <a:pt x="-376" y="16680"/>
                      <a:pt x="1129" y="15175"/>
                    </a:cubicBezTo>
                    <a:lnTo>
                      <a:pt x="15175" y="1129"/>
                    </a:lnTo>
                    <a:cubicBezTo>
                      <a:pt x="16680" y="-376"/>
                      <a:pt x="18937" y="-376"/>
                      <a:pt x="20442" y="1129"/>
                    </a:cubicBezTo>
                    <a:lnTo>
                      <a:pt x="20442" y="1129"/>
                    </a:lnTo>
                    <a:cubicBezTo>
                      <a:pt x="21947" y="2383"/>
                      <a:pt x="21947" y="4891"/>
                      <a:pt x="20442" y="6396"/>
                    </a:cubicBezTo>
                    <a:close/>
                  </a:path>
                </a:pathLst>
              </a:custGeom>
              <a:solidFill>
                <a:srgbClr val="00A9F4"/>
              </a:solidFill>
              <a:ln w="2497" cap="flat">
                <a:noFill/>
                <a:prstDash val="solid"/>
                <a:miter/>
              </a:ln>
            </p:spPr>
            <p:txBody>
              <a:bodyPr/>
              <a:lstStyle/>
              <a:p>
                <a:endParaRPr lang="es-ES"/>
              </a:p>
            </p:txBody>
          </p:sp>
          <p:sp>
            <p:nvSpPr>
              <p:cNvPr id="137" name="Freeform: Shape 136">
                <a:extLst>
                  <a:ext uri="{FF2B5EF4-FFF2-40B4-BE49-F238E27FC236}">
                    <a16:creationId xmlns:a16="http://schemas.microsoft.com/office/drawing/2014/main" id="{5E0A5058-6B9F-BDEF-59B1-254196E7836E}"/>
                  </a:ext>
                </a:extLst>
              </p:cNvPr>
              <p:cNvSpPr/>
              <p:nvPr/>
            </p:nvSpPr>
            <p:spPr>
              <a:xfrm>
                <a:off x="503490" y="1877642"/>
                <a:ext cx="21570" cy="21570"/>
              </a:xfrm>
              <a:custGeom>
                <a:avLst/>
                <a:gdLst>
                  <a:gd name="csX0" fmla="*/ 20442 w 21570"/>
                  <a:gd name="csY0" fmla="*/ 6396 h 21570"/>
                  <a:gd name="csX1" fmla="*/ 6396 w 21570"/>
                  <a:gd name="csY1" fmla="*/ 20442 h 21570"/>
                  <a:gd name="csX2" fmla="*/ 1129 w 21570"/>
                  <a:gd name="csY2" fmla="*/ 20442 h 21570"/>
                  <a:gd name="csX3" fmla="*/ 1129 w 21570"/>
                  <a:gd name="csY3" fmla="*/ 20442 h 21570"/>
                  <a:gd name="csX4" fmla="*/ 1129 w 21570"/>
                  <a:gd name="csY4" fmla="*/ 15175 h 21570"/>
                  <a:gd name="csX5" fmla="*/ 15175 w 21570"/>
                  <a:gd name="csY5" fmla="*/ 1129 h 21570"/>
                  <a:gd name="csX6" fmla="*/ 20442 w 21570"/>
                  <a:gd name="csY6" fmla="*/ 1129 h 21570"/>
                  <a:gd name="csX7" fmla="*/ 20442 w 21570"/>
                  <a:gd name="csY7" fmla="*/ 1129 h 21570"/>
                  <a:gd name="csX8" fmla="*/ 20442 w 21570"/>
                  <a:gd name="csY8" fmla="*/ 6396 h 21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570" h="21570">
                    <a:moveTo>
                      <a:pt x="20442" y="6396"/>
                    </a:moveTo>
                    <a:lnTo>
                      <a:pt x="6396" y="20442"/>
                    </a:lnTo>
                    <a:cubicBezTo>
                      <a:pt x="4891" y="21947"/>
                      <a:pt x="2634" y="21947"/>
                      <a:pt x="1129" y="20442"/>
                    </a:cubicBezTo>
                    <a:lnTo>
                      <a:pt x="1129" y="20442"/>
                    </a:lnTo>
                    <a:cubicBezTo>
                      <a:pt x="-376" y="18937"/>
                      <a:pt x="-376" y="16680"/>
                      <a:pt x="1129" y="15175"/>
                    </a:cubicBezTo>
                    <a:lnTo>
                      <a:pt x="15175" y="1129"/>
                    </a:lnTo>
                    <a:cubicBezTo>
                      <a:pt x="16680" y="-376"/>
                      <a:pt x="18937" y="-376"/>
                      <a:pt x="20442" y="1129"/>
                    </a:cubicBezTo>
                    <a:lnTo>
                      <a:pt x="20442" y="1129"/>
                    </a:lnTo>
                    <a:cubicBezTo>
                      <a:pt x="21947" y="2634"/>
                      <a:pt x="21947" y="4891"/>
                      <a:pt x="20442" y="6396"/>
                    </a:cubicBezTo>
                    <a:close/>
                  </a:path>
                </a:pathLst>
              </a:custGeom>
              <a:solidFill>
                <a:srgbClr val="00A9F4"/>
              </a:solidFill>
              <a:ln w="2497" cap="flat">
                <a:noFill/>
                <a:prstDash val="solid"/>
                <a:miter/>
              </a:ln>
            </p:spPr>
            <p:txBody>
              <a:bodyPr/>
              <a:lstStyle/>
              <a:p>
                <a:endParaRPr lang="es-ES"/>
              </a:p>
            </p:txBody>
          </p:sp>
        </p:grpSp>
        <p:grpSp>
          <p:nvGrpSpPr>
            <p:cNvPr id="117" name="Graphic 520">
              <a:extLst>
                <a:ext uri="{FF2B5EF4-FFF2-40B4-BE49-F238E27FC236}">
                  <a16:creationId xmlns:a16="http://schemas.microsoft.com/office/drawing/2014/main" id="{F0A4DEF5-D715-F250-D898-C026FB33159A}"/>
                </a:ext>
              </a:extLst>
            </p:cNvPr>
            <p:cNvGrpSpPr/>
            <p:nvPr/>
          </p:nvGrpSpPr>
          <p:grpSpPr>
            <a:xfrm>
              <a:off x="604697" y="1941978"/>
              <a:ext cx="33359" cy="33359"/>
              <a:chOff x="604697" y="1941978"/>
              <a:chExt cx="33359" cy="33359"/>
            </a:xfrm>
            <a:solidFill>
              <a:srgbClr val="00A9F4"/>
            </a:solidFill>
          </p:grpSpPr>
          <p:sp>
            <p:nvSpPr>
              <p:cNvPr id="130" name="Freeform: Shape 129">
                <a:extLst>
                  <a:ext uri="{FF2B5EF4-FFF2-40B4-BE49-F238E27FC236}">
                    <a16:creationId xmlns:a16="http://schemas.microsoft.com/office/drawing/2014/main" id="{D102F37B-BDA6-985F-5164-175310FF4C31}"/>
                  </a:ext>
                </a:extLst>
              </p:cNvPr>
              <p:cNvSpPr/>
              <p:nvPr/>
            </p:nvSpPr>
            <p:spPr>
              <a:xfrm>
                <a:off x="604697" y="1941978"/>
                <a:ext cx="15049" cy="15237"/>
              </a:xfrm>
              <a:custGeom>
                <a:avLst/>
                <a:gdLst>
                  <a:gd name="csX0" fmla="*/ 10535 w 15049"/>
                  <a:gd name="csY0" fmla="*/ 14297 h 15237"/>
                  <a:gd name="csX1" fmla="*/ 753 w 15049"/>
                  <a:gd name="csY1" fmla="*/ 4515 h 15237"/>
                  <a:gd name="csX2" fmla="*/ 753 w 15049"/>
                  <a:gd name="csY2" fmla="*/ 752 h 15237"/>
                  <a:gd name="csX3" fmla="*/ 753 w 15049"/>
                  <a:gd name="csY3" fmla="*/ 752 h 15237"/>
                  <a:gd name="csX4" fmla="*/ 4515 w 15049"/>
                  <a:gd name="csY4" fmla="*/ 752 h 15237"/>
                  <a:gd name="csX5" fmla="*/ 14297 w 15049"/>
                  <a:gd name="csY5" fmla="*/ 10535 h 15237"/>
                  <a:gd name="csX6" fmla="*/ 14297 w 15049"/>
                  <a:gd name="csY6" fmla="*/ 14297 h 15237"/>
                  <a:gd name="csX7" fmla="*/ 14297 w 15049"/>
                  <a:gd name="csY7" fmla="*/ 14297 h 15237"/>
                  <a:gd name="csX8" fmla="*/ 10535 w 15049"/>
                  <a:gd name="csY8" fmla="*/ 14297 h 152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049" h="15237">
                    <a:moveTo>
                      <a:pt x="10535" y="14297"/>
                    </a:moveTo>
                    <a:lnTo>
                      <a:pt x="753" y="4515"/>
                    </a:lnTo>
                    <a:cubicBezTo>
                      <a:pt x="-251" y="3512"/>
                      <a:pt x="-251" y="1756"/>
                      <a:pt x="753" y="752"/>
                    </a:cubicBezTo>
                    <a:lnTo>
                      <a:pt x="753" y="752"/>
                    </a:lnTo>
                    <a:cubicBezTo>
                      <a:pt x="1756" y="-251"/>
                      <a:pt x="3512" y="-251"/>
                      <a:pt x="4515" y="752"/>
                    </a:cubicBezTo>
                    <a:lnTo>
                      <a:pt x="14297" y="10535"/>
                    </a:lnTo>
                    <a:cubicBezTo>
                      <a:pt x="15300" y="11538"/>
                      <a:pt x="15300" y="13294"/>
                      <a:pt x="14297" y="14297"/>
                    </a:cubicBezTo>
                    <a:lnTo>
                      <a:pt x="14297" y="14297"/>
                    </a:lnTo>
                    <a:cubicBezTo>
                      <a:pt x="13294" y="15551"/>
                      <a:pt x="11538" y="15551"/>
                      <a:pt x="10535" y="14297"/>
                    </a:cubicBezTo>
                    <a:close/>
                  </a:path>
                </a:pathLst>
              </a:custGeom>
              <a:solidFill>
                <a:srgbClr val="00A9F4"/>
              </a:solidFill>
              <a:ln w="2497" cap="flat">
                <a:noFill/>
                <a:prstDash val="solid"/>
                <a:miter/>
              </a:ln>
            </p:spPr>
            <p:txBody>
              <a:bodyPr/>
              <a:lstStyle/>
              <a:p>
                <a:endParaRPr lang="es-ES"/>
              </a:p>
            </p:txBody>
          </p:sp>
          <p:sp>
            <p:nvSpPr>
              <p:cNvPr id="131" name="Freeform: Shape 130">
                <a:extLst>
                  <a:ext uri="{FF2B5EF4-FFF2-40B4-BE49-F238E27FC236}">
                    <a16:creationId xmlns:a16="http://schemas.microsoft.com/office/drawing/2014/main" id="{49D6E237-4FF1-3AC6-F7F4-B755FDA69CAB}"/>
                  </a:ext>
                </a:extLst>
              </p:cNvPr>
              <p:cNvSpPr/>
              <p:nvPr/>
            </p:nvSpPr>
            <p:spPr>
              <a:xfrm>
                <a:off x="623007" y="1960288"/>
                <a:ext cx="15049" cy="15049"/>
              </a:xfrm>
              <a:custGeom>
                <a:avLst/>
                <a:gdLst>
                  <a:gd name="csX0" fmla="*/ 10535 w 15049"/>
                  <a:gd name="csY0" fmla="*/ 14297 h 15049"/>
                  <a:gd name="csX1" fmla="*/ 752 w 15049"/>
                  <a:gd name="csY1" fmla="*/ 4515 h 15049"/>
                  <a:gd name="csX2" fmla="*/ 752 w 15049"/>
                  <a:gd name="csY2" fmla="*/ 752 h 15049"/>
                  <a:gd name="csX3" fmla="*/ 752 w 15049"/>
                  <a:gd name="csY3" fmla="*/ 752 h 15049"/>
                  <a:gd name="csX4" fmla="*/ 4515 w 15049"/>
                  <a:gd name="csY4" fmla="*/ 752 h 15049"/>
                  <a:gd name="csX5" fmla="*/ 14297 w 15049"/>
                  <a:gd name="csY5" fmla="*/ 10535 h 15049"/>
                  <a:gd name="csX6" fmla="*/ 14297 w 15049"/>
                  <a:gd name="csY6" fmla="*/ 14297 h 15049"/>
                  <a:gd name="csX7" fmla="*/ 14297 w 15049"/>
                  <a:gd name="csY7" fmla="*/ 14297 h 15049"/>
                  <a:gd name="csX8" fmla="*/ 10535 w 15049"/>
                  <a:gd name="csY8" fmla="*/ 14297 h 150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049" h="15049">
                    <a:moveTo>
                      <a:pt x="10535" y="14297"/>
                    </a:moveTo>
                    <a:lnTo>
                      <a:pt x="752" y="4515"/>
                    </a:lnTo>
                    <a:cubicBezTo>
                      <a:pt x="-251" y="3512"/>
                      <a:pt x="-251" y="1756"/>
                      <a:pt x="752" y="752"/>
                    </a:cubicBezTo>
                    <a:lnTo>
                      <a:pt x="752" y="752"/>
                    </a:lnTo>
                    <a:cubicBezTo>
                      <a:pt x="1756" y="-251"/>
                      <a:pt x="3512" y="-251"/>
                      <a:pt x="4515" y="752"/>
                    </a:cubicBezTo>
                    <a:lnTo>
                      <a:pt x="14297" y="10535"/>
                    </a:lnTo>
                    <a:cubicBezTo>
                      <a:pt x="15300" y="11538"/>
                      <a:pt x="15300" y="13294"/>
                      <a:pt x="14297" y="14297"/>
                    </a:cubicBezTo>
                    <a:lnTo>
                      <a:pt x="14297" y="14297"/>
                    </a:lnTo>
                    <a:cubicBezTo>
                      <a:pt x="13043" y="15300"/>
                      <a:pt x="11538" y="15300"/>
                      <a:pt x="10535" y="14297"/>
                    </a:cubicBezTo>
                    <a:close/>
                  </a:path>
                </a:pathLst>
              </a:custGeom>
              <a:solidFill>
                <a:srgbClr val="00A9F4"/>
              </a:solidFill>
              <a:ln w="2497" cap="flat">
                <a:noFill/>
                <a:prstDash val="solid"/>
                <a:miter/>
              </a:ln>
            </p:spPr>
            <p:txBody>
              <a:bodyPr/>
              <a:lstStyle/>
              <a:p>
                <a:endParaRPr lang="es-ES"/>
              </a:p>
            </p:txBody>
          </p:sp>
          <p:sp>
            <p:nvSpPr>
              <p:cNvPr id="132" name="Freeform: Shape 131">
                <a:extLst>
                  <a:ext uri="{FF2B5EF4-FFF2-40B4-BE49-F238E27FC236}">
                    <a16:creationId xmlns:a16="http://schemas.microsoft.com/office/drawing/2014/main" id="{32B18F35-761E-D0C6-8080-924537A4EB87}"/>
                  </a:ext>
                </a:extLst>
              </p:cNvPr>
              <p:cNvSpPr/>
              <p:nvPr/>
            </p:nvSpPr>
            <p:spPr>
              <a:xfrm>
                <a:off x="604697" y="1960288"/>
                <a:ext cx="15049" cy="15049"/>
              </a:xfrm>
              <a:custGeom>
                <a:avLst/>
                <a:gdLst>
                  <a:gd name="csX0" fmla="*/ 14297 w 15049"/>
                  <a:gd name="csY0" fmla="*/ 4515 h 15049"/>
                  <a:gd name="csX1" fmla="*/ 4515 w 15049"/>
                  <a:gd name="csY1" fmla="*/ 14297 h 15049"/>
                  <a:gd name="csX2" fmla="*/ 753 w 15049"/>
                  <a:gd name="csY2" fmla="*/ 14297 h 15049"/>
                  <a:gd name="csX3" fmla="*/ 753 w 15049"/>
                  <a:gd name="csY3" fmla="*/ 14297 h 15049"/>
                  <a:gd name="csX4" fmla="*/ 753 w 15049"/>
                  <a:gd name="csY4" fmla="*/ 10535 h 15049"/>
                  <a:gd name="csX5" fmla="*/ 10535 w 15049"/>
                  <a:gd name="csY5" fmla="*/ 752 h 15049"/>
                  <a:gd name="csX6" fmla="*/ 14297 w 15049"/>
                  <a:gd name="csY6" fmla="*/ 752 h 15049"/>
                  <a:gd name="csX7" fmla="*/ 14297 w 15049"/>
                  <a:gd name="csY7" fmla="*/ 752 h 15049"/>
                  <a:gd name="csX8" fmla="*/ 14297 w 15049"/>
                  <a:gd name="csY8" fmla="*/ 4515 h 150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049" h="15049">
                    <a:moveTo>
                      <a:pt x="14297" y="4515"/>
                    </a:moveTo>
                    <a:lnTo>
                      <a:pt x="4515" y="14297"/>
                    </a:lnTo>
                    <a:cubicBezTo>
                      <a:pt x="3512" y="15300"/>
                      <a:pt x="1756" y="15300"/>
                      <a:pt x="753" y="14297"/>
                    </a:cubicBezTo>
                    <a:lnTo>
                      <a:pt x="753" y="14297"/>
                    </a:lnTo>
                    <a:cubicBezTo>
                      <a:pt x="-251" y="13294"/>
                      <a:pt x="-251" y="11538"/>
                      <a:pt x="753" y="10535"/>
                    </a:cubicBezTo>
                    <a:lnTo>
                      <a:pt x="10535" y="752"/>
                    </a:lnTo>
                    <a:cubicBezTo>
                      <a:pt x="11538" y="-251"/>
                      <a:pt x="13294" y="-251"/>
                      <a:pt x="14297" y="752"/>
                    </a:cubicBezTo>
                    <a:lnTo>
                      <a:pt x="14297" y="752"/>
                    </a:lnTo>
                    <a:cubicBezTo>
                      <a:pt x="15300" y="2007"/>
                      <a:pt x="15300" y="3512"/>
                      <a:pt x="14297" y="4515"/>
                    </a:cubicBezTo>
                    <a:close/>
                  </a:path>
                </a:pathLst>
              </a:custGeom>
              <a:solidFill>
                <a:srgbClr val="00A9F4"/>
              </a:solidFill>
              <a:ln w="2497" cap="flat">
                <a:noFill/>
                <a:prstDash val="solid"/>
                <a:miter/>
              </a:ln>
            </p:spPr>
            <p:txBody>
              <a:bodyPr/>
              <a:lstStyle/>
              <a:p>
                <a:endParaRPr lang="es-ES"/>
              </a:p>
            </p:txBody>
          </p:sp>
          <p:sp>
            <p:nvSpPr>
              <p:cNvPr id="133" name="Freeform: Shape 132">
                <a:extLst>
                  <a:ext uri="{FF2B5EF4-FFF2-40B4-BE49-F238E27FC236}">
                    <a16:creationId xmlns:a16="http://schemas.microsoft.com/office/drawing/2014/main" id="{C251B87C-DC53-EC89-7EBF-ECEFBD1A9B42}"/>
                  </a:ext>
                </a:extLst>
              </p:cNvPr>
              <p:cNvSpPr/>
              <p:nvPr/>
            </p:nvSpPr>
            <p:spPr>
              <a:xfrm>
                <a:off x="622756" y="1942229"/>
                <a:ext cx="15237" cy="15049"/>
              </a:xfrm>
              <a:custGeom>
                <a:avLst/>
                <a:gdLst>
                  <a:gd name="csX0" fmla="*/ 14297 w 15237"/>
                  <a:gd name="csY0" fmla="*/ 4515 h 15049"/>
                  <a:gd name="csX1" fmla="*/ 4515 w 15237"/>
                  <a:gd name="csY1" fmla="*/ 14297 h 15049"/>
                  <a:gd name="csX2" fmla="*/ 752 w 15237"/>
                  <a:gd name="csY2" fmla="*/ 14297 h 15049"/>
                  <a:gd name="csX3" fmla="*/ 752 w 15237"/>
                  <a:gd name="csY3" fmla="*/ 14297 h 15049"/>
                  <a:gd name="csX4" fmla="*/ 752 w 15237"/>
                  <a:gd name="csY4" fmla="*/ 10535 h 15049"/>
                  <a:gd name="csX5" fmla="*/ 10535 w 15237"/>
                  <a:gd name="csY5" fmla="*/ 752 h 15049"/>
                  <a:gd name="csX6" fmla="*/ 14297 w 15237"/>
                  <a:gd name="csY6" fmla="*/ 752 h 15049"/>
                  <a:gd name="csX7" fmla="*/ 14297 w 15237"/>
                  <a:gd name="csY7" fmla="*/ 752 h 15049"/>
                  <a:gd name="csX8" fmla="*/ 14297 w 15237"/>
                  <a:gd name="csY8" fmla="*/ 4515 h 1504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237" h="15049">
                    <a:moveTo>
                      <a:pt x="14297" y="4515"/>
                    </a:moveTo>
                    <a:lnTo>
                      <a:pt x="4515" y="14297"/>
                    </a:lnTo>
                    <a:cubicBezTo>
                      <a:pt x="3512" y="15300"/>
                      <a:pt x="1756" y="15300"/>
                      <a:pt x="752" y="14297"/>
                    </a:cubicBezTo>
                    <a:lnTo>
                      <a:pt x="752" y="14297"/>
                    </a:lnTo>
                    <a:cubicBezTo>
                      <a:pt x="-251" y="13294"/>
                      <a:pt x="-251" y="11538"/>
                      <a:pt x="752" y="10535"/>
                    </a:cubicBezTo>
                    <a:lnTo>
                      <a:pt x="10535" y="752"/>
                    </a:lnTo>
                    <a:cubicBezTo>
                      <a:pt x="11538" y="-251"/>
                      <a:pt x="13294" y="-251"/>
                      <a:pt x="14297" y="752"/>
                    </a:cubicBezTo>
                    <a:lnTo>
                      <a:pt x="14297" y="752"/>
                    </a:lnTo>
                    <a:cubicBezTo>
                      <a:pt x="15551" y="1756"/>
                      <a:pt x="15551" y="3512"/>
                      <a:pt x="14297" y="4515"/>
                    </a:cubicBezTo>
                    <a:close/>
                  </a:path>
                </a:pathLst>
              </a:custGeom>
              <a:solidFill>
                <a:srgbClr val="00A9F4"/>
              </a:solidFill>
              <a:ln w="2497" cap="flat">
                <a:noFill/>
                <a:prstDash val="solid"/>
                <a:miter/>
              </a:ln>
            </p:spPr>
            <p:txBody>
              <a:bodyPr/>
              <a:lstStyle/>
              <a:p>
                <a:endParaRPr lang="es-ES"/>
              </a:p>
            </p:txBody>
          </p:sp>
        </p:grpSp>
        <p:grpSp>
          <p:nvGrpSpPr>
            <p:cNvPr id="118" name="Graphic 520">
              <a:extLst>
                <a:ext uri="{FF2B5EF4-FFF2-40B4-BE49-F238E27FC236}">
                  <a16:creationId xmlns:a16="http://schemas.microsoft.com/office/drawing/2014/main" id="{703123EE-2778-5D6D-7E6A-5D58A0FC9863}"/>
                </a:ext>
              </a:extLst>
            </p:cNvPr>
            <p:cNvGrpSpPr/>
            <p:nvPr/>
          </p:nvGrpSpPr>
          <p:grpSpPr>
            <a:xfrm>
              <a:off x="150833" y="2316331"/>
              <a:ext cx="47906" cy="47907"/>
              <a:chOff x="150833" y="2316331"/>
              <a:chExt cx="47906" cy="47907"/>
            </a:xfrm>
            <a:solidFill>
              <a:srgbClr val="00A9F4"/>
            </a:solidFill>
          </p:grpSpPr>
          <p:sp>
            <p:nvSpPr>
              <p:cNvPr id="124" name="Freeform: Shape 123">
                <a:extLst>
                  <a:ext uri="{FF2B5EF4-FFF2-40B4-BE49-F238E27FC236}">
                    <a16:creationId xmlns:a16="http://schemas.microsoft.com/office/drawing/2014/main" id="{41A71515-6918-42B4-351D-00F6A4BE671C}"/>
                  </a:ext>
                </a:extLst>
              </p:cNvPr>
              <p:cNvSpPr/>
              <p:nvPr/>
            </p:nvSpPr>
            <p:spPr>
              <a:xfrm>
                <a:off x="150833" y="2316331"/>
                <a:ext cx="21570" cy="21570"/>
              </a:xfrm>
              <a:custGeom>
                <a:avLst/>
                <a:gdLst>
                  <a:gd name="csX0" fmla="*/ 15175 w 21570"/>
                  <a:gd name="csY0" fmla="*/ 20442 h 21570"/>
                  <a:gd name="csX1" fmla="*/ 1129 w 21570"/>
                  <a:gd name="csY1" fmla="*/ 6396 h 21570"/>
                  <a:gd name="csX2" fmla="*/ 1129 w 21570"/>
                  <a:gd name="csY2" fmla="*/ 1129 h 21570"/>
                  <a:gd name="csX3" fmla="*/ 1129 w 21570"/>
                  <a:gd name="csY3" fmla="*/ 1129 h 21570"/>
                  <a:gd name="csX4" fmla="*/ 6396 w 21570"/>
                  <a:gd name="csY4" fmla="*/ 1129 h 21570"/>
                  <a:gd name="csX5" fmla="*/ 20442 w 21570"/>
                  <a:gd name="csY5" fmla="*/ 15175 h 21570"/>
                  <a:gd name="csX6" fmla="*/ 20442 w 21570"/>
                  <a:gd name="csY6" fmla="*/ 20442 h 21570"/>
                  <a:gd name="csX7" fmla="*/ 20442 w 21570"/>
                  <a:gd name="csY7" fmla="*/ 20442 h 21570"/>
                  <a:gd name="csX8" fmla="*/ 15175 w 21570"/>
                  <a:gd name="csY8" fmla="*/ 20442 h 21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570" h="21570">
                    <a:moveTo>
                      <a:pt x="15175" y="20442"/>
                    </a:moveTo>
                    <a:lnTo>
                      <a:pt x="1129" y="6396"/>
                    </a:lnTo>
                    <a:cubicBezTo>
                      <a:pt x="-376" y="4891"/>
                      <a:pt x="-376" y="2634"/>
                      <a:pt x="1129" y="1129"/>
                    </a:cubicBezTo>
                    <a:lnTo>
                      <a:pt x="1129" y="1129"/>
                    </a:lnTo>
                    <a:cubicBezTo>
                      <a:pt x="2634" y="-376"/>
                      <a:pt x="4891" y="-376"/>
                      <a:pt x="6396" y="1129"/>
                    </a:cubicBezTo>
                    <a:lnTo>
                      <a:pt x="20442" y="15175"/>
                    </a:lnTo>
                    <a:cubicBezTo>
                      <a:pt x="21947" y="16680"/>
                      <a:pt x="21947" y="18937"/>
                      <a:pt x="20442" y="20442"/>
                    </a:cubicBezTo>
                    <a:lnTo>
                      <a:pt x="20442" y="20442"/>
                    </a:lnTo>
                    <a:cubicBezTo>
                      <a:pt x="19188" y="21947"/>
                      <a:pt x="16680" y="21947"/>
                      <a:pt x="15175" y="20442"/>
                    </a:cubicBezTo>
                    <a:close/>
                  </a:path>
                </a:pathLst>
              </a:custGeom>
              <a:solidFill>
                <a:srgbClr val="00A9F4"/>
              </a:solidFill>
              <a:ln w="2497" cap="flat">
                <a:noFill/>
                <a:prstDash val="solid"/>
                <a:miter/>
              </a:ln>
            </p:spPr>
            <p:txBody>
              <a:bodyPr/>
              <a:lstStyle/>
              <a:p>
                <a:endParaRPr lang="es-ES"/>
              </a:p>
            </p:txBody>
          </p:sp>
          <p:sp>
            <p:nvSpPr>
              <p:cNvPr id="125" name="Freeform: Shape 124">
                <a:extLst>
                  <a:ext uri="{FF2B5EF4-FFF2-40B4-BE49-F238E27FC236}">
                    <a16:creationId xmlns:a16="http://schemas.microsoft.com/office/drawing/2014/main" id="{1BCD69F5-C66D-CCDF-9819-E8EC34DB49A8}"/>
                  </a:ext>
                </a:extLst>
              </p:cNvPr>
              <p:cNvSpPr/>
              <p:nvPr/>
            </p:nvSpPr>
            <p:spPr>
              <a:xfrm>
                <a:off x="177169" y="2342417"/>
                <a:ext cx="21570" cy="21570"/>
              </a:xfrm>
              <a:custGeom>
                <a:avLst/>
                <a:gdLst>
                  <a:gd name="csX0" fmla="*/ 15175 w 21570"/>
                  <a:gd name="csY0" fmla="*/ 20442 h 21570"/>
                  <a:gd name="csX1" fmla="*/ 1129 w 21570"/>
                  <a:gd name="csY1" fmla="*/ 6396 h 21570"/>
                  <a:gd name="csX2" fmla="*/ 1129 w 21570"/>
                  <a:gd name="csY2" fmla="*/ 1129 h 21570"/>
                  <a:gd name="csX3" fmla="*/ 1129 w 21570"/>
                  <a:gd name="csY3" fmla="*/ 1129 h 21570"/>
                  <a:gd name="csX4" fmla="*/ 6396 w 21570"/>
                  <a:gd name="csY4" fmla="*/ 1129 h 21570"/>
                  <a:gd name="csX5" fmla="*/ 20442 w 21570"/>
                  <a:gd name="csY5" fmla="*/ 15175 h 21570"/>
                  <a:gd name="csX6" fmla="*/ 20442 w 21570"/>
                  <a:gd name="csY6" fmla="*/ 20442 h 21570"/>
                  <a:gd name="csX7" fmla="*/ 20442 w 21570"/>
                  <a:gd name="csY7" fmla="*/ 20442 h 21570"/>
                  <a:gd name="csX8" fmla="*/ 15175 w 21570"/>
                  <a:gd name="csY8" fmla="*/ 20442 h 21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570" h="21570">
                    <a:moveTo>
                      <a:pt x="15175" y="20442"/>
                    </a:moveTo>
                    <a:lnTo>
                      <a:pt x="1129" y="6396"/>
                    </a:lnTo>
                    <a:cubicBezTo>
                      <a:pt x="-376" y="4891"/>
                      <a:pt x="-376" y="2634"/>
                      <a:pt x="1129" y="1129"/>
                    </a:cubicBezTo>
                    <a:lnTo>
                      <a:pt x="1129" y="1129"/>
                    </a:lnTo>
                    <a:cubicBezTo>
                      <a:pt x="2634" y="-376"/>
                      <a:pt x="4891" y="-376"/>
                      <a:pt x="6396" y="1129"/>
                    </a:cubicBezTo>
                    <a:lnTo>
                      <a:pt x="20442" y="15175"/>
                    </a:lnTo>
                    <a:cubicBezTo>
                      <a:pt x="21947" y="16680"/>
                      <a:pt x="21947" y="18937"/>
                      <a:pt x="20442" y="20442"/>
                    </a:cubicBezTo>
                    <a:lnTo>
                      <a:pt x="20442" y="20442"/>
                    </a:lnTo>
                    <a:cubicBezTo>
                      <a:pt x="18937" y="21947"/>
                      <a:pt x="16680" y="21947"/>
                      <a:pt x="15175" y="20442"/>
                    </a:cubicBezTo>
                    <a:close/>
                  </a:path>
                </a:pathLst>
              </a:custGeom>
              <a:solidFill>
                <a:srgbClr val="00A9F4"/>
              </a:solidFill>
              <a:ln w="2497" cap="flat">
                <a:noFill/>
                <a:prstDash val="solid"/>
                <a:miter/>
              </a:ln>
            </p:spPr>
            <p:txBody>
              <a:bodyPr/>
              <a:lstStyle/>
              <a:p>
                <a:endParaRPr lang="es-ES"/>
              </a:p>
            </p:txBody>
          </p:sp>
          <p:sp>
            <p:nvSpPr>
              <p:cNvPr id="126" name="Freeform: Shape 125">
                <a:extLst>
                  <a:ext uri="{FF2B5EF4-FFF2-40B4-BE49-F238E27FC236}">
                    <a16:creationId xmlns:a16="http://schemas.microsoft.com/office/drawing/2014/main" id="{1B852F8E-77ED-1CE3-6E01-311B3B39E08E}"/>
                  </a:ext>
                </a:extLst>
              </p:cNvPr>
              <p:cNvSpPr/>
              <p:nvPr/>
            </p:nvSpPr>
            <p:spPr>
              <a:xfrm>
                <a:off x="151084" y="2342668"/>
                <a:ext cx="21382" cy="21570"/>
              </a:xfrm>
              <a:custGeom>
                <a:avLst/>
                <a:gdLst>
                  <a:gd name="csX0" fmla="*/ 20442 w 21382"/>
                  <a:gd name="csY0" fmla="*/ 6396 h 21570"/>
                  <a:gd name="csX1" fmla="*/ 6396 w 21382"/>
                  <a:gd name="csY1" fmla="*/ 20442 h 21570"/>
                  <a:gd name="csX2" fmla="*/ 1129 w 21382"/>
                  <a:gd name="csY2" fmla="*/ 20442 h 21570"/>
                  <a:gd name="csX3" fmla="*/ 1129 w 21382"/>
                  <a:gd name="csY3" fmla="*/ 20442 h 21570"/>
                  <a:gd name="csX4" fmla="*/ 1129 w 21382"/>
                  <a:gd name="csY4" fmla="*/ 15175 h 21570"/>
                  <a:gd name="csX5" fmla="*/ 15175 w 21382"/>
                  <a:gd name="csY5" fmla="*/ 1129 h 21570"/>
                  <a:gd name="csX6" fmla="*/ 20442 w 21382"/>
                  <a:gd name="csY6" fmla="*/ 1129 h 21570"/>
                  <a:gd name="csX7" fmla="*/ 20442 w 21382"/>
                  <a:gd name="csY7" fmla="*/ 1129 h 21570"/>
                  <a:gd name="csX8" fmla="*/ 20442 w 21382"/>
                  <a:gd name="csY8" fmla="*/ 6396 h 21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382" h="21570">
                    <a:moveTo>
                      <a:pt x="20442" y="6396"/>
                    </a:moveTo>
                    <a:lnTo>
                      <a:pt x="6396" y="20442"/>
                    </a:lnTo>
                    <a:cubicBezTo>
                      <a:pt x="4891" y="21947"/>
                      <a:pt x="2634" y="21947"/>
                      <a:pt x="1129" y="20442"/>
                    </a:cubicBezTo>
                    <a:lnTo>
                      <a:pt x="1129" y="20442"/>
                    </a:lnTo>
                    <a:cubicBezTo>
                      <a:pt x="-376" y="18937"/>
                      <a:pt x="-376" y="16680"/>
                      <a:pt x="1129" y="15175"/>
                    </a:cubicBezTo>
                    <a:lnTo>
                      <a:pt x="15175" y="1129"/>
                    </a:lnTo>
                    <a:cubicBezTo>
                      <a:pt x="16680" y="-376"/>
                      <a:pt x="18937" y="-376"/>
                      <a:pt x="20442" y="1129"/>
                    </a:cubicBezTo>
                    <a:lnTo>
                      <a:pt x="20442" y="1129"/>
                    </a:lnTo>
                    <a:cubicBezTo>
                      <a:pt x="21696" y="2383"/>
                      <a:pt x="21696" y="4891"/>
                      <a:pt x="20442" y="6396"/>
                    </a:cubicBezTo>
                    <a:close/>
                  </a:path>
                </a:pathLst>
              </a:custGeom>
              <a:solidFill>
                <a:srgbClr val="00A9F4"/>
              </a:solidFill>
              <a:ln w="2497" cap="flat">
                <a:noFill/>
                <a:prstDash val="solid"/>
                <a:miter/>
              </a:ln>
            </p:spPr>
            <p:txBody>
              <a:bodyPr/>
              <a:lstStyle/>
              <a:p>
                <a:endParaRPr lang="es-ES"/>
              </a:p>
            </p:txBody>
          </p:sp>
          <p:sp>
            <p:nvSpPr>
              <p:cNvPr id="129" name="Freeform: Shape 128">
                <a:extLst>
                  <a:ext uri="{FF2B5EF4-FFF2-40B4-BE49-F238E27FC236}">
                    <a16:creationId xmlns:a16="http://schemas.microsoft.com/office/drawing/2014/main" id="{3DABACE0-502B-2E79-3FBF-64863FF1310A}"/>
                  </a:ext>
                </a:extLst>
              </p:cNvPr>
              <p:cNvSpPr/>
              <p:nvPr/>
            </p:nvSpPr>
            <p:spPr>
              <a:xfrm>
                <a:off x="177169" y="2316331"/>
                <a:ext cx="21570" cy="21570"/>
              </a:xfrm>
              <a:custGeom>
                <a:avLst/>
                <a:gdLst>
                  <a:gd name="csX0" fmla="*/ 20442 w 21570"/>
                  <a:gd name="csY0" fmla="*/ 6396 h 21570"/>
                  <a:gd name="csX1" fmla="*/ 6396 w 21570"/>
                  <a:gd name="csY1" fmla="*/ 20442 h 21570"/>
                  <a:gd name="csX2" fmla="*/ 1129 w 21570"/>
                  <a:gd name="csY2" fmla="*/ 20442 h 21570"/>
                  <a:gd name="csX3" fmla="*/ 1129 w 21570"/>
                  <a:gd name="csY3" fmla="*/ 20442 h 21570"/>
                  <a:gd name="csX4" fmla="*/ 1129 w 21570"/>
                  <a:gd name="csY4" fmla="*/ 15175 h 21570"/>
                  <a:gd name="csX5" fmla="*/ 15175 w 21570"/>
                  <a:gd name="csY5" fmla="*/ 1129 h 21570"/>
                  <a:gd name="csX6" fmla="*/ 20442 w 21570"/>
                  <a:gd name="csY6" fmla="*/ 1129 h 21570"/>
                  <a:gd name="csX7" fmla="*/ 20442 w 21570"/>
                  <a:gd name="csY7" fmla="*/ 1129 h 21570"/>
                  <a:gd name="csX8" fmla="*/ 20442 w 21570"/>
                  <a:gd name="csY8" fmla="*/ 6396 h 2157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1570" h="21570">
                    <a:moveTo>
                      <a:pt x="20442" y="6396"/>
                    </a:moveTo>
                    <a:lnTo>
                      <a:pt x="6396" y="20442"/>
                    </a:lnTo>
                    <a:cubicBezTo>
                      <a:pt x="4891" y="21947"/>
                      <a:pt x="2634" y="21947"/>
                      <a:pt x="1129" y="20442"/>
                    </a:cubicBezTo>
                    <a:lnTo>
                      <a:pt x="1129" y="20442"/>
                    </a:lnTo>
                    <a:cubicBezTo>
                      <a:pt x="-376" y="18937"/>
                      <a:pt x="-376" y="16680"/>
                      <a:pt x="1129" y="15175"/>
                    </a:cubicBezTo>
                    <a:lnTo>
                      <a:pt x="15175" y="1129"/>
                    </a:lnTo>
                    <a:cubicBezTo>
                      <a:pt x="16680" y="-376"/>
                      <a:pt x="18937" y="-376"/>
                      <a:pt x="20442" y="1129"/>
                    </a:cubicBezTo>
                    <a:lnTo>
                      <a:pt x="20442" y="1129"/>
                    </a:lnTo>
                    <a:cubicBezTo>
                      <a:pt x="21947" y="2634"/>
                      <a:pt x="21947" y="4891"/>
                      <a:pt x="20442" y="6396"/>
                    </a:cubicBezTo>
                    <a:close/>
                  </a:path>
                </a:pathLst>
              </a:custGeom>
              <a:solidFill>
                <a:srgbClr val="00A9F4"/>
              </a:solidFill>
              <a:ln w="2497" cap="flat">
                <a:noFill/>
                <a:prstDash val="solid"/>
                <a:miter/>
              </a:ln>
            </p:spPr>
            <p:txBody>
              <a:bodyPr/>
              <a:lstStyle/>
              <a:p>
                <a:endParaRPr lang="es-ES"/>
              </a:p>
            </p:txBody>
          </p:sp>
        </p:grpSp>
        <p:grpSp>
          <p:nvGrpSpPr>
            <p:cNvPr id="119" name="Graphic 520">
              <a:extLst>
                <a:ext uri="{FF2B5EF4-FFF2-40B4-BE49-F238E27FC236}">
                  <a16:creationId xmlns:a16="http://schemas.microsoft.com/office/drawing/2014/main" id="{6CDC4CAB-CF64-1702-83F8-7839CB6F4880}"/>
                </a:ext>
              </a:extLst>
            </p:cNvPr>
            <p:cNvGrpSpPr/>
            <p:nvPr/>
          </p:nvGrpSpPr>
          <p:grpSpPr>
            <a:xfrm>
              <a:off x="1002001" y="2453657"/>
              <a:ext cx="32857" cy="33108"/>
              <a:chOff x="1002001" y="2453657"/>
              <a:chExt cx="32857" cy="33108"/>
            </a:xfrm>
            <a:solidFill>
              <a:srgbClr val="00A9F4"/>
            </a:solidFill>
          </p:grpSpPr>
          <p:sp>
            <p:nvSpPr>
              <p:cNvPr id="120" name="Freeform: Shape 119">
                <a:extLst>
                  <a:ext uri="{FF2B5EF4-FFF2-40B4-BE49-F238E27FC236}">
                    <a16:creationId xmlns:a16="http://schemas.microsoft.com/office/drawing/2014/main" id="{A1083BCD-567B-A117-B2A1-9A7CDB45377D}"/>
                  </a:ext>
                </a:extLst>
              </p:cNvPr>
              <p:cNvSpPr/>
              <p:nvPr/>
            </p:nvSpPr>
            <p:spPr>
              <a:xfrm>
                <a:off x="1002001" y="2453908"/>
                <a:ext cx="14798" cy="14798"/>
              </a:xfrm>
              <a:custGeom>
                <a:avLst/>
                <a:gdLst>
                  <a:gd name="csX0" fmla="*/ 10284 w 14798"/>
                  <a:gd name="csY0" fmla="*/ 14046 h 14798"/>
                  <a:gd name="csX1" fmla="*/ 752 w 14798"/>
                  <a:gd name="csY1" fmla="*/ 4515 h 14798"/>
                  <a:gd name="csX2" fmla="*/ 752 w 14798"/>
                  <a:gd name="csY2" fmla="*/ 752 h 14798"/>
                  <a:gd name="csX3" fmla="*/ 752 w 14798"/>
                  <a:gd name="csY3" fmla="*/ 752 h 14798"/>
                  <a:gd name="csX4" fmla="*/ 4515 w 14798"/>
                  <a:gd name="csY4" fmla="*/ 752 h 14798"/>
                  <a:gd name="csX5" fmla="*/ 14046 w 14798"/>
                  <a:gd name="csY5" fmla="*/ 10284 h 14798"/>
                  <a:gd name="csX6" fmla="*/ 14046 w 14798"/>
                  <a:gd name="csY6" fmla="*/ 14046 h 14798"/>
                  <a:gd name="csX7" fmla="*/ 14046 w 14798"/>
                  <a:gd name="csY7" fmla="*/ 14046 h 14798"/>
                  <a:gd name="csX8" fmla="*/ 10284 w 14798"/>
                  <a:gd name="csY8" fmla="*/ 14046 h 1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798" h="14798">
                    <a:moveTo>
                      <a:pt x="10284" y="14046"/>
                    </a:moveTo>
                    <a:lnTo>
                      <a:pt x="752" y="4515"/>
                    </a:lnTo>
                    <a:cubicBezTo>
                      <a:pt x="-251" y="3512"/>
                      <a:pt x="-251" y="1756"/>
                      <a:pt x="752" y="752"/>
                    </a:cubicBezTo>
                    <a:lnTo>
                      <a:pt x="752" y="752"/>
                    </a:lnTo>
                    <a:cubicBezTo>
                      <a:pt x="1756" y="-251"/>
                      <a:pt x="3512" y="-251"/>
                      <a:pt x="4515" y="752"/>
                    </a:cubicBezTo>
                    <a:lnTo>
                      <a:pt x="14046" y="10284"/>
                    </a:lnTo>
                    <a:cubicBezTo>
                      <a:pt x="15049" y="11287"/>
                      <a:pt x="15049" y="13043"/>
                      <a:pt x="14046" y="14046"/>
                    </a:cubicBezTo>
                    <a:lnTo>
                      <a:pt x="14046" y="14046"/>
                    </a:lnTo>
                    <a:cubicBezTo>
                      <a:pt x="13043" y="15049"/>
                      <a:pt x="11287" y="15049"/>
                      <a:pt x="10284" y="14046"/>
                    </a:cubicBezTo>
                    <a:close/>
                  </a:path>
                </a:pathLst>
              </a:custGeom>
              <a:solidFill>
                <a:srgbClr val="00A9F4"/>
              </a:solidFill>
              <a:ln w="2497" cap="flat">
                <a:noFill/>
                <a:prstDash val="solid"/>
                <a:miter/>
              </a:ln>
            </p:spPr>
            <p:txBody>
              <a:bodyPr/>
              <a:lstStyle/>
              <a:p>
                <a:endParaRPr lang="es-ES"/>
              </a:p>
            </p:txBody>
          </p:sp>
          <p:sp>
            <p:nvSpPr>
              <p:cNvPr id="121" name="Freeform: Shape 120">
                <a:extLst>
                  <a:ext uri="{FF2B5EF4-FFF2-40B4-BE49-F238E27FC236}">
                    <a16:creationId xmlns:a16="http://schemas.microsoft.com/office/drawing/2014/main" id="{42CCF134-B75C-64C6-82FD-65C29E3C11C4}"/>
                  </a:ext>
                </a:extLst>
              </p:cNvPr>
              <p:cNvSpPr/>
              <p:nvPr/>
            </p:nvSpPr>
            <p:spPr>
              <a:xfrm>
                <a:off x="1020060" y="2471967"/>
                <a:ext cx="14798" cy="14798"/>
              </a:xfrm>
              <a:custGeom>
                <a:avLst/>
                <a:gdLst>
                  <a:gd name="csX0" fmla="*/ 10284 w 14798"/>
                  <a:gd name="csY0" fmla="*/ 14046 h 14798"/>
                  <a:gd name="csX1" fmla="*/ 752 w 14798"/>
                  <a:gd name="csY1" fmla="*/ 4515 h 14798"/>
                  <a:gd name="csX2" fmla="*/ 752 w 14798"/>
                  <a:gd name="csY2" fmla="*/ 753 h 14798"/>
                  <a:gd name="csX3" fmla="*/ 752 w 14798"/>
                  <a:gd name="csY3" fmla="*/ 753 h 14798"/>
                  <a:gd name="csX4" fmla="*/ 4515 w 14798"/>
                  <a:gd name="csY4" fmla="*/ 753 h 14798"/>
                  <a:gd name="csX5" fmla="*/ 14046 w 14798"/>
                  <a:gd name="csY5" fmla="*/ 10284 h 14798"/>
                  <a:gd name="csX6" fmla="*/ 14046 w 14798"/>
                  <a:gd name="csY6" fmla="*/ 14046 h 14798"/>
                  <a:gd name="csX7" fmla="*/ 14046 w 14798"/>
                  <a:gd name="csY7" fmla="*/ 14046 h 14798"/>
                  <a:gd name="csX8" fmla="*/ 10284 w 14798"/>
                  <a:gd name="csY8" fmla="*/ 14046 h 1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798" h="14798">
                    <a:moveTo>
                      <a:pt x="10284" y="14046"/>
                    </a:moveTo>
                    <a:lnTo>
                      <a:pt x="752" y="4515"/>
                    </a:lnTo>
                    <a:cubicBezTo>
                      <a:pt x="-251" y="3512"/>
                      <a:pt x="-251" y="1756"/>
                      <a:pt x="752" y="753"/>
                    </a:cubicBezTo>
                    <a:lnTo>
                      <a:pt x="752" y="753"/>
                    </a:lnTo>
                    <a:cubicBezTo>
                      <a:pt x="1756" y="-251"/>
                      <a:pt x="3512" y="-251"/>
                      <a:pt x="4515" y="753"/>
                    </a:cubicBezTo>
                    <a:lnTo>
                      <a:pt x="14046" y="10284"/>
                    </a:lnTo>
                    <a:cubicBezTo>
                      <a:pt x="15049" y="11287"/>
                      <a:pt x="15049" y="13043"/>
                      <a:pt x="14046" y="14046"/>
                    </a:cubicBezTo>
                    <a:lnTo>
                      <a:pt x="14046" y="14046"/>
                    </a:lnTo>
                    <a:cubicBezTo>
                      <a:pt x="13043" y="15049"/>
                      <a:pt x="11287" y="15049"/>
                      <a:pt x="10284" y="14046"/>
                    </a:cubicBezTo>
                    <a:close/>
                  </a:path>
                </a:pathLst>
              </a:custGeom>
              <a:solidFill>
                <a:srgbClr val="00A9F4"/>
              </a:solidFill>
              <a:ln w="2497" cap="flat">
                <a:noFill/>
                <a:prstDash val="solid"/>
                <a:miter/>
              </a:ln>
            </p:spPr>
            <p:txBody>
              <a:bodyPr/>
              <a:lstStyle/>
              <a:p>
                <a:endParaRPr lang="es-ES"/>
              </a:p>
            </p:txBody>
          </p:sp>
          <p:sp>
            <p:nvSpPr>
              <p:cNvPr id="122" name="Freeform: Shape 121">
                <a:extLst>
                  <a:ext uri="{FF2B5EF4-FFF2-40B4-BE49-F238E27FC236}">
                    <a16:creationId xmlns:a16="http://schemas.microsoft.com/office/drawing/2014/main" id="{0CCED473-5BCB-3ABC-8724-92394A95E6CF}"/>
                  </a:ext>
                </a:extLst>
              </p:cNvPr>
              <p:cNvSpPr/>
              <p:nvPr/>
            </p:nvSpPr>
            <p:spPr>
              <a:xfrm>
                <a:off x="1002001" y="2471716"/>
                <a:ext cx="14798" cy="14798"/>
              </a:xfrm>
              <a:custGeom>
                <a:avLst/>
                <a:gdLst>
                  <a:gd name="csX0" fmla="*/ 14046 w 14798"/>
                  <a:gd name="csY0" fmla="*/ 4515 h 14798"/>
                  <a:gd name="csX1" fmla="*/ 4515 w 14798"/>
                  <a:gd name="csY1" fmla="*/ 14046 h 14798"/>
                  <a:gd name="csX2" fmla="*/ 752 w 14798"/>
                  <a:gd name="csY2" fmla="*/ 14046 h 14798"/>
                  <a:gd name="csX3" fmla="*/ 752 w 14798"/>
                  <a:gd name="csY3" fmla="*/ 14046 h 14798"/>
                  <a:gd name="csX4" fmla="*/ 752 w 14798"/>
                  <a:gd name="csY4" fmla="*/ 10284 h 14798"/>
                  <a:gd name="csX5" fmla="*/ 10284 w 14798"/>
                  <a:gd name="csY5" fmla="*/ 752 h 14798"/>
                  <a:gd name="csX6" fmla="*/ 14046 w 14798"/>
                  <a:gd name="csY6" fmla="*/ 752 h 14798"/>
                  <a:gd name="csX7" fmla="*/ 14046 w 14798"/>
                  <a:gd name="csY7" fmla="*/ 752 h 14798"/>
                  <a:gd name="csX8" fmla="*/ 14046 w 14798"/>
                  <a:gd name="csY8" fmla="*/ 4515 h 1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798" h="14798">
                    <a:moveTo>
                      <a:pt x="14046" y="4515"/>
                    </a:moveTo>
                    <a:lnTo>
                      <a:pt x="4515" y="14046"/>
                    </a:lnTo>
                    <a:cubicBezTo>
                      <a:pt x="3512" y="15049"/>
                      <a:pt x="1756" y="15049"/>
                      <a:pt x="752" y="14046"/>
                    </a:cubicBezTo>
                    <a:lnTo>
                      <a:pt x="752" y="14046"/>
                    </a:lnTo>
                    <a:cubicBezTo>
                      <a:pt x="-251" y="13043"/>
                      <a:pt x="-251" y="11287"/>
                      <a:pt x="752" y="10284"/>
                    </a:cubicBezTo>
                    <a:lnTo>
                      <a:pt x="10284" y="752"/>
                    </a:lnTo>
                    <a:cubicBezTo>
                      <a:pt x="11287" y="-251"/>
                      <a:pt x="13043" y="-251"/>
                      <a:pt x="14046" y="752"/>
                    </a:cubicBezTo>
                    <a:lnTo>
                      <a:pt x="14046" y="752"/>
                    </a:lnTo>
                    <a:cubicBezTo>
                      <a:pt x="15049" y="2007"/>
                      <a:pt x="15049" y="3512"/>
                      <a:pt x="14046" y="4515"/>
                    </a:cubicBezTo>
                    <a:close/>
                  </a:path>
                </a:pathLst>
              </a:custGeom>
              <a:solidFill>
                <a:srgbClr val="00A9F4"/>
              </a:solidFill>
              <a:ln w="2497" cap="flat">
                <a:noFill/>
                <a:prstDash val="solid"/>
                <a:miter/>
              </a:ln>
            </p:spPr>
            <p:txBody>
              <a:bodyPr/>
              <a:lstStyle/>
              <a:p>
                <a:endParaRPr lang="es-ES"/>
              </a:p>
            </p:txBody>
          </p:sp>
          <p:sp>
            <p:nvSpPr>
              <p:cNvPr id="123" name="Freeform: Shape 122">
                <a:extLst>
                  <a:ext uri="{FF2B5EF4-FFF2-40B4-BE49-F238E27FC236}">
                    <a16:creationId xmlns:a16="http://schemas.microsoft.com/office/drawing/2014/main" id="{5FB650D8-D31E-31BF-08FC-0E7A132A27C3}"/>
                  </a:ext>
                </a:extLst>
              </p:cNvPr>
              <p:cNvSpPr/>
              <p:nvPr/>
            </p:nvSpPr>
            <p:spPr>
              <a:xfrm>
                <a:off x="1020060" y="2453657"/>
                <a:ext cx="14798" cy="14798"/>
              </a:xfrm>
              <a:custGeom>
                <a:avLst/>
                <a:gdLst>
                  <a:gd name="csX0" fmla="*/ 14046 w 14798"/>
                  <a:gd name="csY0" fmla="*/ 4515 h 14798"/>
                  <a:gd name="csX1" fmla="*/ 4515 w 14798"/>
                  <a:gd name="csY1" fmla="*/ 14046 h 14798"/>
                  <a:gd name="csX2" fmla="*/ 752 w 14798"/>
                  <a:gd name="csY2" fmla="*/ 14046 h 14798"/>
                  <a:gd name="csX3" fmla="*/ 752 w 14798"/>
                  <a:gd name="csY3" fmla="*/ 14046 h 14798"/>
                  <a:gd name="csX4" fmla="*/ 752 w 14798"/>
                  <a:gd name="csY4" fmla="*/ 10284 h 14798"/>
                  <a:gd name="csX5" fmla="*/ 10284 w 14798"/>
                  <a:gd name="csY5" fmla="*/ 752 h 14798"/>
                  <a:gd name="csX6" fmla="*/ 14046 w 14798"/>
                  <a:gd name="csY6" fmla="*/ 752 h 14798"/>
                  <a:gd name="csX7" fmla="*/ 14046 w 14798"/>
                  <a:gd name="csY7" fmla="*/ 752 h 14798"/>
                  <a:gd name="csX8" fmla="*/ 14046 w 14798"/>
                  <a:gd name="csY8" fmla="*/ 4515 h 1479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4798" h="14798">
                    <a:moveTo>
                      <a:pt x="14046" y="4515"/>
                    </a:moveTo>
                    <a:lnTo>
                      <a:pt x="4515" y="14046"/>
                    </a:lnTo>
                    <a:cubicBezTo>
                      <a:pt x="3512" y="15049"/>
                      <a:pt x="1756" y="15049"/>
                      <a:pt x="752" y="14046"/>
                    </a:cubicBezTo>
                    <a:lnTo>
                      <a:pt x="752" y="14046"/>
                    </a:lnTo>
                    <a:cubicBezTo>
                      <a:pt x="-251" y="13043"/>
                      <a:pt x="-251" y="11287"/>
                      <a:pt x="752" y="10284"/>
                    </a:cubicBezTo>
                    <a:lnTo>
                      <a:pt x="10284" y="752"/>
                    </a:lnTo>
                    <a:cubicBezTo>
                      <a:pt x="11287" y="-251"/>
                      <a:pt x="13043" y="-251"/>
                      <a:pt x="14046" y="752"/>
                    </a:cubicBezTo>
                    <a:lnTo>
                      <a:pt x="14046" y="752"/>
                    </a:lnTo>
                    <a:cubicBezTo>
                      <a:pt x="15049" y="2007"/>
                      <a:pt x="15049" y="3512"/>
                      <a:pt x="14046" y="4515"/>
                    </a:cubicBezTo>
                    <a:close/>
                  </a:path>
                </a:pathLst>
              </a:custGeom>
              <a:solidFill>
                <a:srgbClr val="00A9F4"/>
              </a:solidFill>
              <a:ln w="2497" cap="flat">
                <a:noFill/>
                <a:prstDash val="solid"/>
                <a:miter/>
              </a:ln>
            </p:spPr>
            <p:txBody>
              <a:bodyPr/>
              <a:lstStyle/>
              <a:p>
                <a:endParaRPr lang="es-ES"/>
              </a:p>
            </p:txBody>
          </p:sp>
        </p:grpSp>
      </p:grpSp>
      <p:sp>
        <p:nvSpPr>
          <p:cNvPr id="138" name="Rectangle 137">
            <a:extLst>
              <a:ext uri="{FF2B5EF4-FFF2-40B4-BE49-F238E27FC236}">
                <a16:creationId xmlns:a16="http://schemas.microsoft.com/office/drawing/2014/main" id="{50CCCFD2-D0F4-F21E-FBEC-AACE0C9DFFBA}"/>
              </a:ext>
            </a:extLst>
          </p:cNvPr>
          <p:cNvSpPr/>
          <p:nvPr/>
        </p:nvSpPr>
        <p:spPr>
          <a:xfrm>
            <a:off x="758973" y="3356231"/>
            <a:ext cx="1126660" cy="18863"/>
          </a:xfrm>
          <a:prstGeom prst="rect">
            <a:avLst/>
          </a:prstGeom>
          <a:solidFill>
            <a:srgbClr val="333333"/>
          </a:solidFill>
          <a:ln w="2497" cap="flat">
            <a:noFill/>
            <a:prstDash val="solid"/>
            <a:miter/>
          </a:ln>
        </p:spPr>
        <p:txBody>
          <a:bodyPr/>
          <a:lstStyle/>
          <a:p>
            <a:endParaRPr lang="es-ES"/>
          </a:p>
        </p:txBody>
      </p:sp>
      <p:sp>
        <p:nvSpPr>
          <p:cNvPr id="139" name="Rectangle 138">
            <a:extLst>
              <a:ext uri="{FF2B5EF4-FFF2-40B4-BE49-F238E27FC236}">
                <a16:creationId xmlns:a16="http://schemas.microsoft.com/office/drawing/2014/main" id="{A2A1018B-91F5-E5D6-6B12-CEC79522FAF8}"/>
              </a:ext>
            </a:extLst>
          </p:cNvPr>
          <p:cNvSpPr/>
          <p:nvPr/>
        </p:nvSpPr>
        <p:spPr>
          <a:xfrm>
            <a:off x="677940" y="3377091"/>
            <a:ext cx="752094" cy="488335"/>
          </a:xfrm>
          <a:prstGeom prst="rect">
            <a:avLst/>
          </a:prstGeom>
          <a:solidFill>
            <a:srgbClr val="FFFFFF"/>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s-ES" sz="1600" err="1">
              <a:solidFill>
                <a:schemeClr val="bg1"/>
              </a:solidFill>
            </a:endParaRPr>
          </a:p>
        </p:txBody>
      </p:sp>
      <p:sp>
        <p:nvSpPr>
          <p:cNvPr id="140" name="TextBox 139">
            <a:extLst>
              <a:ext uri="{FF2B5EF4-FFF2-40B4-BE49-F238E27FC236}">
                <a16:creationId xmlns:a16="http://schemas.microsoft.com/office/drawing/2014/main" id="{24818098-43A1-7F24-95EE-F21A9F8C6EF2}"/>
              </a:ext>
            </a:extLst>
          </p:cNvPr>
          <p:cNvSpPr txBox="1">
            <a:spLocks/>
          </p:cNvSpPr>
          <p:nvPr/>
        </p:nvSpPr>
        <p:spPr>
          <a:xfrm>
            <a:off x="677940" y="3497907"/>
            <a:ext cx="1437928" cy="430887"/>
          </a:xfrm>
          <a:prstGeom prst="rect">
            <a:avLst/>
          </a:prstGeom>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de-DE"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Ongoing open order tracking</a:t>
            </a:r>
          </a:p>
        </p:txBody>
      </p:sp>
      <p:grpSp>
        <p:nvGrpSpPr>
          <p:cNvPr id="141" name="Group 140">
            <a:extLst>
              <a:ext uri="{FF2B5EF4-FFF2-40B4-BE49-F238E27FC236}">
                <a16:creationId xmlns:a16="http://schemas.microsoft.com/office/drawing/2014/main" id="{2C90FDFF-92DC-A7BC-11A4-4E96C02D76B3}"/>
              </a:ext>
            </a:extLst>
          </p:cNvPr>
          <p:cNvGrpSpPr/>
          <p:nvPr/>
        </p:nvGrpSpPr>
        <p:grpSpPr>
          <a:xfrm>
            <a:off x="589879" y="2582854"/>
            <a:ext cx="864608" cy="878624"/>
            <a:chOff x="6657314" y="2423008"/>
            <a:chExt cx="864608" cy="878624"/>
          </a:xfrm>
        </p:grpSpPr>
        <p:sp>
          <p:nvSpPr>
            <p:cNvPr id="142" name="Freeform: Shape 141">
              <a:extLst>
                <a:ext uri="{FF2B5EF4-FFF2-40B4-BE49-F238E27FC236}">
                  <a16:creationId xmlns:a16="http://schemas.microsoft.com/office/drawing/2014/main" id="{712EBCBD-858B-CA0E-4C84-C8EB5D189A5E}"/>
                </a:ext>
              </a:extLst>
            </p:cNvPr>
            <p:cNvSpPr/>
            <p:nvPr/>
          </p:nvSpPr>
          <p:spPr>
            <a:xfrm flipH="1">
              <a:off x="7387390" y="2423008"/>
              <a:ext cx="99784" cy="10683"/>
            </a:xfrm>
            <a:custGeom>
              <a:avLst/>
              <a:gdLst>
                <a:gd name="csX0" fmla="*/ 575297 w 608611"/>
                <a:gd name="csY0" fmla="*/ 64743 h 65159"/>
                <a:gd name="csX1" fmla="*/ 31845 w 608611"/>
                <a:gd name="csY1" fmla="*/ 64743 h 65159"/>
                <a:gd name="csX2" fmla="*/ -734 w 608611"/>
                <a:gd name="csY2" fmla="*/ 32163 h 65159"/>
                <a:gd name="csX3" fmla="*/ 31845 w 608611"/>
                <a:gd name="csY3" fmla="*/ -416 h 65159"/>
                <a:gd name="csX4" fmla="*/ 575297 w 608611"/>
                <a:gd name="csY4" fmla="*/ -416 h 65159"/>
                <a:gd name="csX5" fmla="*/ 607877 w 608611"/>
                <a:gd name="csY5" fmla="*/ 32163 h 65159"/>
                <a:gd name="csX6" fmla="*/ 575297 w 608611"/>
                <a:gd name="csY6" fmla="*/ 64743 h 651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08611" h="65159">
                  <a:moveTo>
                    <a:pt x="575297" y="64743"/>
                  </a:moveTo>
                  <a:lnTo>
                    <a:pt x="31845" y="64743"/>
                  </a:lnTo>
                  <a:cubicBezTo>
                    <a:pt x="13853" y="64743"/>
                    <a:pt x="-734" y="50155"/>
                    <a:pt x="-734" y="32163"/>
                  </a:cubicBezTo>
                  <a:cubicBezTo>
                    <a:pt x="-734" y="14171"/>
                    <a:pt x="13853" y="-416"/>
                    <a:pt x="31845" y="-416"/>
                  </a:cubicBezTo>
                  <a:lnTo>
                    <a:pt x="575297" y="-416"/>
                  </a:lnTo>
                  <a:cubicBezTo>
                    <a:pt x="593298" y="-416"/>
                    <a:pt x="607877" y="14171"/>
                    <a:pt x="607877" y="32163"/>
                  </a:cubicBezTo>
                  <a:cubicBezTo>
                    <a:pt x="607877" y="50155"/>
                    <a:pt x="593298" y="64743"/>
                    <a:pt x="575297" y="64743"/>
                  </a:cubicBezTo>
                  <a:close/>
                </a:path>
              </a:pathLst>
            </a:custGeom>
            <a:solidFill>
              <a:schemeClr val="accent2"/>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3" name="Freeform: Shape 142">
              <a:extLst>
                <a:ext uri="{FF2B5EF4-FFF2-40B4-BE49-F238E27FC236}">
                  <a16:creationId xmlns:a16="http://schemas.microsoft.com/office/drawing/2014/main" id="{0C22402E-01AF-A445-68C3-F5F1329818BE}"/>
                </a:ext>
              </a:extLst>
            </p:cNvPr>
            <p:cNvSpPr/>
            <p:nvPr/>
          </p:nvSpPr>
          <p:spPr>
            <a:xfrm flipH="1">
              <a:off x="7387390" y="2446409"/>
              <a:ext cx="99784" cy="10683"/>
            </a:xfrm>
            <a:custGeom>
              <a:avLst/>
              <a:gdLst>
                <a:gd name="csX0" fmla="*/ 575297 w 608611"/>
                <a:gd name="csY0" fmla="*/ 64743 h 65159"/>
                <a:gd name="csX1" fmla="*/ 31845 w 608611"/>
                <a:gd name="csY1" fmla="*/ 64743 h 65159"/>
                <a:gd name="csX2" fmla="*/ -734 w 608611"/>
                <a:gd name="csY2" fmla="*/ 32163 h 65159"/>
                <a:gd name="csX3" fmla="*/ 31845 w 608611"/>
                <a:gd name="csY3" fmla="*/ -416 h 65159"/>
                <a:gd name="csX4" fmla="*/ 575297 w 608611"/>
                <a:gd name="csY4" fmla="*/ -416 h 65159"/>
                <a:gd name="csX5" fmla="*/ 607877 w 608611"/>
                <a:gd name="csY5" fmla="*/ 32163 h 65159"/>
                <a:gd name="csX6" fmla="*/ 575297 w 608611"/>
                <a:gd name="csY6" fmla="*/ 64743 h 651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608611" h="65159">
                  <a:moveTo>
                    <a:pt x="575297" y="64743"/>
                  </a:moveTo>
                  <a:lnTo>
                    <a:pt x="31845" y="64743"/>
                  </a:lnTo>
                  <a:cubicBezTo>
                    <a:pt x="13853" y="64743"/>
                    <a:pt x="-734" y="50155"/>
                    <a:pt x="-734" y="32163"/>
                  </a:cubicBezTo>
                  <a:cubicBezTo>
                    <a:pt x="-734" y="14171"/>
                    <a:pt x="13853" y="-416"/>
                    <a:pt x="31845" y="-416"/>
                  </a:cubicBezTo>
                  <a:lnTo>
                    <a:pt x="575297" y="-416"/>
                  </a:lnTo>
                  <a:cubicBezTo>
                    <a:pt x="593298" y="-416"/>
                    <a:pt x="607877" y="14171"/>
                    <a:pt x="607877" y="32163"/>
                  </a:cubicBezTo>
                  <a:cubicBezTo>
                    <a:pt x="607877" y="50155"/>
                    <a:pt x="593298" y="64743"/>
                    <a:pt x="575297" y="64743"/>
                  </a:cubicBezTo>
                  <a:close/>
                </a:path>
              </a:pathLst>
            </a:custGeom>
            <a:solidFill>
              <a:schemeClr val="accent2"/>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4" name="Freeform: Shape 143">
              <a:extLst>
                <a:ext uri="{FF2B5EF4-FFF2-40B4-BE49-F238E27FC236}">
                  <a16:creationId xmlns:a16="http://schemas.microsoft.com/office/drawing/2014/main" id="{3BC30263-1DE7-123D-7DD1-AC6773ED7176}"/>
                </a:ext>
              </a:extLst>
            </p:cNvPr>
            <p:cNvSpPr/>
            <p:nvPr/>
          </p:nvSpPr>
          <p:spPr>
            <a:xfrm flipH="1">
              <a:off x="7191445" y="2718698"/>
              <a:ext cx="262640" cy="220273"/>
            </a:xfrm>
            <a:custGeom>
              <a:avLst/>
              <a:gdLst>
                <a:gd name="csX0" fmla="*/ 1039735 w 1601929"/>
                <a:gd name="csY0" fmla="*/ 1343098 h 1343514"/>
                <a:gd name="csX1" fmla="*/ 978730 w 1601929"/>
                <a:gd name="csY1" fmla="*/ 1341127 h 1343514"/>
                <a:gd name="csX2" fmla="*/ 369817 w 1601929"/>
                <a:gd name="csY2" fmla="*/ 991173 h 1343514"/>
                <a:gd name="csX3" fmla="*/ 414 w 1601929"/>
                <a:gd name="csY3" fmla="*/ 40721 h 1343514"/>
                <a:gd name="csX4" fmla="*/ 23309 w 1601929"/>
                <a:gd name="csY4" fmla="*/ 738 h 1343514"/>
                <a:gd name="csX5" fmla="*/ 63293 w 1601929"/>
                <a:gd name="csY5" fmla="*/ 23617 h 1343514"/>
                <a:gd name="csX6" fmla="*/ 424877 w 1601929"/>
                <a:gd name="csY6" fmla="*/ 956313 h 1343514"/>
                <a:gd name="csX7" fmla="*/ 982965 w 1601929"/>
                <a:gd name="csY7" fmla="*/ 1276106 h 1343514"/>
                <a:gd name="csX8" fmla="*/ 1543578 w 1601929"/>
                <a:gd name="csY8" fmla="*/ 1099842 h 1343514"/>
                <a:gd name="csX9" fmla="*/ 1589516 w 1601929"/>
                <a:gd name="csY9" fmla="*/ 1095680 h 1343514"/>
                <a:gd name="csX10" fmla="*/ 1593670 w 1601929"/>
                <a:gd name="csY10" fmla="*/ 1141569 h 1343514"/>
                <a:gd name="csX11" fmla="*/ 1039735 w 1601929"/>
                <a:gd name="csY11" fmla="*/ 1343098 h 13435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601929" h="1343514">
                  <a:moveTo>
                    <a:pt x="1039735" y="1343098"/>
                  </a:moveTo>
                  <a:cubicBezTo>
                    <a:pt x="1019373" y="1343098"/>
                    <a:pt x="999011" y="1342454"/>
                    <a:pt x="978730" y="1341127"/>
                  </a:cubicBezTo>
                  <a:cubicBezTo>
                    <a:pt x="718174" y="1324104"/>
                    <a:pt x="501928" y="1199829"/>
                    <a:pt x="369817" y="991173"/>
                  </a:cubicBezTo>
                  <a:cubicBezTo>
                    <a:pt x="177793" y="687939"/>
                    <a:pt x="7573" y="67013"/>
                    <a:pt x="414" y="40721"/>
                  </a:cubicBezTo>
                  <a:cubicBezTo>
                    <a:pt x="-4302" y="23365"/>
                    <a:pt x="5936" y="5462"/>
                    <a:pt x="23309" y="738"/>
                  </a:cubicBezTo>
                  <a:cubicBezTo>
                    <a:pt x="40658" y="-3994"/>
                    <a:pt x="58569" y="6252"/>
                    <a:pt x="63293" y="23617"/>
                  </a:cubicBezTo>
                  <a:cubicBezTo>
                    <a:pt x="65019" y="29962"/>
                    <a:pt x="238107" y="661394"/>
                    <a:pt x="424877" y="956313"/>
                  </a:cubicBezTo>
                  <a:cubicBezTo>
                    <a:pt x="579549" y="1200594"/>
                    <a:pt x="813796" y="1265053"/>
                    <a:pt x="982965" y="1276106"/>
                  </a:cubicBezTo>
                  <a:cubicBezTo>
                    <a:pt x="1237819" y="1292770"/>
                    <a:pt x="1461966" y="1197720"/>
                    <a:pt x="1543578" y="1099842"/>
                  </a:cubicBezTo>
                  <a:cubicBezTo>
                    <a:pt x="1555144" y="1086021"/>
                    <a:pt x="1575669" y="1084163"/>
                    <a:pt x="1589516" y="1095680"/>
                  </a:cubicBezTo>
                  <a:cubicBezTo>
                    <a:pt x="1603280" y="1107206"/>
                    <a:pt x="1605153" y="1127747"/>
                    <a:pt x="1593670" y="1141569"/>
                  </a:cubicBezTo>
                  <a:cubicBezTo>
                    <a:pt x="1492836" y="1262463"/>
                    <a:pt x="1266734" y="1343098"/>
                    <a:pt x="1039735" y="1343098"/>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5" name="Freeform: Shape 144">
              <a:extLst>
                <a:ext uri="{FF2B5EF4-FFF2-40B4-BE49-F238E27FC236}">
                  <a16:creationId xmlns:a16="http://schemas.microsoft.com/office/drawing/2014/main" id="{E66DFA4E-9AAA-F3BB-ECDF-6267F9A1B6C1}"/>
                </a:ext>
              </a:extLst>
            </p:cNvPr>
            <p:cNvSpPr/>
            <p:nvPr/>
          </p:nvSpPr>
          <p:spPr>
            <a:xfrm flipH="1">
              <a:off x="7114139" y="2799696"/>
              <a:ext cx="98175" cy="107969"/>
            </a:xfrm>
            <a:custGeom>
              <a:avLst/>
              <a:gdLst>
                <a:gd name="csX0" fmla="*/ 547042 w 598805"/>
                <a:gd name="csY0" fmla="*/ 50842 h 658538"/>
                <a:gd name="csX1" fmla="*/ 92719 w 598805"/>
                <a:gd name="csY1" fmla="*/ 159559 h 658538"/>
                <a:gd name="csX2" fmla="*/ 94023 w 598805"/>
                <a:gd name="csY2" fmla="*/ 626677 h 658538"/>
                <a:gd name="csX3" fmla="*/ 416642 w 598805"/>
                <a:gd name="csY3" fmla="*/ 414380 h 658538"/>
                <a:gd name="csX4" fmla="*/ 547042 w 598805"/>
                <a:gd name="csY4" fmla="*/ 50842 h 658538"/>
              </a:gdLst>
              <a:ahLst/>
              <a:cxnLst>
                <a:cxn ang="0">
                  <a:pos x="csX0" y="csY0"/>
                </a:cxn>
                <a:cxn ang="0">
                  <a:pos x="csX1" y="csY1"/>
                </a:cxn>
                <a:cxn ang="0">
                  <a:pos x="csX2" y="csY2"/>
                </a:cxn>
                <a:cxn ang="0">
                  <a:pos x="csX3" y="csY3"/>
                </a:cxn>
                <a:cxn ang="0">
                  <a:pos x="csX4" y="csY4"/>
                </a:cxn>
              </a:cxnLst>
              <a:rect l="l" t="t" r="r" b="b"/>
              <a:pathLst>
                <a:path w="598805" h="658538">
                  <a:moveTo>
                    <a:pt x="547042" y="50842"/>
                  </a:moveTo>
                  <a:cubicBezTo>
                    <a:pt x="421285" y="-48127"/>
                    <a:pt x="217826" y="547"/>
                    <a:pt x="92719" y="159559"/>
                  </a:cubicBezTo>
                  <a:cubicBezTo>
                    <a:pt x="-32386" y="318572"/>
                    <a:pt x="-31815" y="527709"/>
                    <a:pt x="94023" y="626677"/>
                  </a:cubicBezTo>
                  <a:cubicBezTo>
                    <a:pt x="219780" y="725646"/>
                    <a:pt x="291536" y="573393"/>
                    <a:pt x="416642" y="414380"/>
                  </a:cubicBezTo>
                  <a:cubicBezTo>
                    <a:pt x="541747" y="255368"/>
                    <a:pt x="672799" y="149810"/>
                    <a:pt x="547042" y="50842"/>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7" name="Freeform: Shape 146">
              <a:extLst>
                <a:ext uri="{FF2B5EF4-FFF2-40B4-BE49-F238E27FC236}">
                  <a16:creationId xmlns:a16="http://schemas.microsoft.com/office/drawing/2014/main" id="{9582C154-5B54-0244-4B5C-45EE9E51ACF0}"/>
                </a:ext>
              </a:extLst>
            </p:cNvPr>
            <p:cNvSpPr/>
            <p:nvPr/>
          </p:nvSpPr>
          <p:spPr>
            <a:xfrm flipH="1">
              <a:off x="7429996" y="2719751"/>
              <a:ext cx="35587" cy="23501"/>
            </a:xfrm>
            <a:custGeom>
              <a:avLst/>
              <a:gdLst>
                <a:gd name="csX0" fmla="*/ -734 w 217053"/>
                <a:gd name="csY0" fmla="*/ 64352 h 143341"/>
                <a:gd name="csX1" fmla="*/ 137753 w 217053"/>
                <a:gd name="csY1" fmla="*/ 138063 h 143341"/>
                <a:gd name="csX2" fmla="*/ 211457 w 217053"/>
                <a:gd name="csY2" fmla="*/ -416 h 143341"/>
                <a:gd name="csX3" fmla="*/ -734 w 217053"/>
                <a:gd name="csY3" fmla="*/ 64352 h 143341"/>
              </a:gdLst>
              <a:ahLst/>
              <a:cxnLst>
                <a:cxn ang="0">
                  <a:pos x="csX0" y="csY0"/>
                </a:cxn>
                <a:cxn ang="0">
                  <a:pos x="csX1" y="csY1"/>
                </a:cxn>
                <a:cxn ang="0">
                  <a:pos x="csX2" y="csY2"/>
                </a:cxn>
                <a:cxn ang="0">
                  <a:pos x="csX3" y="csY3"/>
                </a:cxn>
              </a:cxnLst>
              <a:rect l="l" t="t" r="r" b="b"/>
              <a:pathLst>
                <a:path w="217053" h="143341">
                  <a:moveTo>
                    <a:pt x="-734" y="64352"/>
                  </a:moveTo>
                  <a:cubicBezTo>
                    <a:pt x="17160" y="122946"/>
                    <a:pt x="79159" y="155949"/>
                    <a:pt x="137753" y="138063"/>
                  </a:cubicBezTo>
                  <a:cubicBezTo>
                    <a:pt x="196348" y="120177"/>
                    <a:pt x="229343" y="58178"/>
                    <a:pt x="211457" y="-416"/>
                  </a:cubicBezTo>
                  <a:lnTo>
                    <a:pt x="-734" y="64352"/>
                  </a:ln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8" name="Freeform: Shape 147">
              <a:extLst>
                <a:ext uri="{FF2B5EF4-FFF2-40B4-BE49-F238E27FC236}">
                  <a16:creationId xmlns:a16="http://schemas.microsoft.com/office/drawing/2014/main" id="{FC917188-9A89-2267-790F-BCC837B00837}"/>
                </a:ext>
              </a:extLst>
            </p:cNvPr>
            <p:cNvSpPr/>
            <p:nvPr/>
          </p:nvSpPr>
          <p:spPr>
            <a:xfrm flipH="1">
              <a:off x="7352808" y="2834044"/>
              <a:ext cx="72020" cy="72018"/>
            </a:xfrm>
            <a:custGeom>
              <a:avLst/>
              <a:gdLst>
                <a:gd name="csX0" fmla="*/ 380565 w 439270"/>
                <a:gd name="csY0" fmla="*/ 70555 h 439262"/>
                <a:gd name="csX1" fmla="*/ 367534 w 439270"/>
                <a:gd name="csY1" fmla="*/ 380891 h 439262"/>
                <a:gd name="csX2" fmla="*/ 57221 w 439270"/>
                <a:gd name="csY2" fmla="*/ 367868 h 439262"/>
                <a:gd name="csX3" fmla="*/ 70244 w 439270"/>
                <a:gd name="csY3" fmla="*/ 57539 h 439262"/>
                <a:gd name="csX4" fmla="*/ 380565 w 439270"/>
                <a:gd name="csY4" fmla="*/ 70555 h 439262"/>
              </a:gdLst>
              <a:ahLst/>
              <a:cxnLst>
                <a:cxn ang="0">
                  <a:pos x="csX0" y="csY0"/>
                </a:cxn>
                <a:cxn ang="0">
                  <a:pos x="csX1" y="csY1"/>
                </a:cxn>
                <a:cxn ang="0">
                  <a:pos x="csX2" y="csY2"/>
                </a:cxn>
                <a:cxn ang="0">
                  <a:pos x="csX3" y="csY3"/>
                </a:cxn>
                <a:cxn ang="0">
                  <a:pos x="csX4" y="csY4"/>
                </a:cxn>
              </a:cxnLst>
              <a:rect l="l" t="t" r="r" b="b"/>
              <a:pathLst>
                <a:path w="439270" h="439262">
                  <a:moveTo>
                    <a:pt x="380565" y="70555"/>
                  </a:moveTo>
                  <a:cubicBezTo>
                    <a:pt x="462665" y="159847"/>
                    <a:pt x="456883" y="298791"/>
                    <a:pt x="367534" y="380891"/>
                  </a:cubicBezTo>
                  <a:cubicBezTo>
                    <a:pt x="278265" y="462992"/>
                    <a:pt x="139314" y="457160"/>
                    <a:pt x="57221" y="367868"/>
                  </a:cubicBezTo>
                  <a:cubicBezTo>
                    <a:pt x="-24880" y="278583"/>
                    <a:pt x="-19048" y="139640"/>
                    <a:pt x="70244" y="57539"/>
                  </a:cubicBezTo>
                  <a:cubicBezTo>
                    <a:pt x="159513" y="-24561"/>
                    <a:pt x="298465" y="-18729"/>
                    <a:pt x="380565" y="70555"/>
                  </a:cubicBezTo>
                  <a:close/>
                </a:path>
              </a:pathLst>
            </a:custGeom>
            <a:solidFill>
              <a:srgbClr val="B8D4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49" name="Freeform: Shape 148">
              <a:extLst>
                <a:ext uri="{FF2B5EF4-FFF2-40B4-BE49-F238E27FC236}">
                  <a16:creationId xmlns:a16="http://schemas.microsoft.com/office/drawing/2014/main" id="{32EAD46D-BFE1-AE21-EFDB-6A5BB86C0930}"/>
                </a:ext>
              </a:extLst>
            </p:cNvPr>
            <p:cNvSpPr/>
            <p:nvPr/>
          </p:nvSpPr>
          <p:spPr>
            <a:xfrm flipH="1">
              <a:off x="7408853" y="2618974"/>
              <a:ext cx="113069" cy="113986"/>
            </a:xfrm>
            <a:custGeom>
              <a:avLst/>
              <a:gdLst>
                <a:gd name="csX0" fmla="*/ 615223 w 689648"/>
                <a:gd name="csY0" fmla="*/ 83826 h 695239"/>
                <a:gd name="csX1" fmla="*/ 596360 w 689648"/>
                <a:gd name="csY1" fmla="*/ 30949 h 695239"/>
                <a:gd name="csX2" fmla="*/ 587482 w 689648"/>
                <a:gd name="csY2" fmla="*/ -416 h 695239"/>
                <a:gd name="csX3" fmla="*/ 399449 w 689648"/>
                <a:gd name="csY3" fmla="*/ 52900 h 695239"/>
                <a:gd name="csX4" fmla="*/ 408327 w 689648"/>
                <a:gd name="csY4" fmla="*/ 84274 h 695239"/>
                <a:gd name="csX5" fmla="*/ 434570 w 689648"/>
                <a:gd name="csY5" fmla="*/ 158727 h 695239"/>
                <a:gd name="csX6" fmla="*/ 482486 w 689648"/>
                <a:gd name="csY6" fmla="*/ 440865 h 695239"/>
                <a:gd name="csX7" fmla="*/ 409060 w 689648"/>
                <a:gd name="csY7" fmla="*/ 490500 h 695239"/>
                <a:gd name="csX8" fmla="*/ 308421 w 689648"/>
                <a:gd name="csY8" fmla="*/ 487446 h 695239"/>
                <a:gd name="csX9" fmla="*/ 213354 w 689648"/>
                <a:gd name="csY9" fmla="*/ 232731 h 695239"/>
                <a:gd name="csX10" fmla="*/ 196112 w 689648"/>
                <a:gd name="csY10" fmla="*/ 144530 h 695239"/>
                <a:gd name="csX11" fmla="*/ 187201 w 689648"/>
                <a:gd name="csY11" fmla="*/ 113229 h 695239"/>
                <a:gd name="csX12" fmla="*/ -734 w 689648"/>
                <a:gd name="csY12" fmla="*/ 166554 h 695239"/>
                <a:gd name="csX13" fmla="*/ 8046 w 689648"/>
                <a:gd name="csY13" fmla="*/ 197854 h 695239"/>
                <a:gd name="csX14" fmla="*/ 20394 w 689648"/>
                <a:gd name="csY14" fmla="*/ 264032 h 695239"/>
                <a:gd name="csX15" fmla="*/ 203426 w 689648"/>
                <a:gd name="csY15" fmla="*/ 652380 h 695239"/>
                <a:gd name="csX16" fmla="*/ 353602 w 689648"/>
                <a:gd name="csY16" fmla="*/ 694823 h 695239"/>
                <a:gd name="csX17" fmla="*/ 462376 w 689648"/>
                <a:gd name="csY17" fmla="*/ 678533 h 695239"/>
                <a:gd name="csX18" fmla="*/ 657153 w 689648"/>
                <a:gd name="csY18" fmla="*/ 528619 h 695239"/>
                <a:gd name="csX19" fmla="*/ 615223 w 689648"/>
                <a:gd name="csY19" fmla="*/ 83826 h 6952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689648" h="695239">
                  <a:moveTo>
                    <a:pt x="615223" y="83826"/>
                  </a:moveTo>
                  <a:cubicBezTo>
                    <a:pt x="607242" y="62893"/>
                    <a:pt x="600335" y="44885"/>
                    <a:pt x="596360" y="30949"/>
                  </a:cubicBezTo>
                  <a:lnTo>
                    <a:pt x="587482" y="-416"/>
                  </a:lnTo>
                  <a:lnTo>
                    <a:pt x="399449" y="52900"/>
                  </a:lnTo>
                  <a:lnTo>
                    <a:pt x="408327" y="84274"/>
                  </a:lnTo>
                  <a:cubicBezTo>
                    <a:pt x="413800" y="103553"/>
                    <a:pt x="423313" y="129071"/>
                    <a:pt x="434570" y="158727"/>
                  </a:cubicBezTo>
                  <a:cubicBezTo>
                    <a:pt x="463109" y="233749"/>
                    <a:pt x="516304" y="373417"/>
                    <a:pt x="482486" y="440865"/>
                  </a:cubicBezTo>
                  <a:cubicBezTo>
                    <a:pt x="471067" y="463460"/>
                    <a:pt x="447048" y="479749"/>
                    <a:pt x="409060" y="490500"/>
                  </a:cubicBezTo>
                  <a:cubicBezTo>
                    <a:pt x="364417" y="503100"/>
                    <a:pt x="331455" y="502082"/>
                    <a:pt x="308421" y="487446"/>
                  </a:cubicBezTo>
                  <a:cubicBezTo>
                    <a:pt x="248222" y="449140"/>
                    <a:pt x="226403" y="313732"/>
                    <a:pt x="213354" y="232731"/>
                  </a:cubicBezTo>
                  <a:cubicBezTo>
                    <a:pt x="207816" y="198490"/>
                    <a:pt x="203018" y="168908"/>
                    <a:pt x="196112" y="144530"/>
                  </a:cubicBezTo>
                  <a:lnTo>
                    <a:pt x="187201" y="113229"/>
                  </a:lnTo>
                  <a:lnTo>
                    <a:pt x="-734" y="166554"/>
                  </a:lnTo>
                  <a:lnTo>
                    <a:pt x="8046" y="197854"/>
                  </a:lnTo>
                  <a:cubicBezTo>
                    <a:pt x="12118" y="212304"/>
                    <a:pt x="16093" y="237439"/>
                    <a:pt x="20394" y="264032"/>
                  </a:cubicBezTo>
                  <a:cubicBezTo>
                    <a:pt x="39860" y="384617"/>
                    <a:pt x="69296" y="566924"/>
                    <a:pt x="203426" y="652380"/>
                  </a:cubicBezTo>
                  <a:cubicBezTo>
                    <a:pt x="247872" y="680635"/>
                    <a:pt x="298110" y="694823"/>
                    <a:pt x="353602" y="694823"/>
                  </a:cubicBezTo>
                  <a:cubicBezTo>
                    <a:pt x="387900" y="694823"/>
                    <a:pt x="424201" y="689415"/>
                    <a:pt x="462376" y="678533"/>
                  </a:cubicBezTo>
                  <a:cubicBezTo>
                    <a:pt x="554837" y="652315"/>
                    <a:pt x="620347" y="601857"/>
                    <a:pt x="657153" y="528619"/>
                  </a:cubicBezTo>
                  <a:cubicBezTo>
                    <a:pt x="729496" y="384299"/>
                    <a:pt x="662024" y="206830"/>
                    <a:pt x="615223" y="83826"/>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0" name="Freeform: Shape 149">
              <a:extLst>
                <a:ext uri="{FF2B5EF4-FFF2-40B4-BE49-F238E27FC236}">
                  <a16:creationId xmlns:a16="http://schemas.microsoft.com/office/drawing/2014/main" id="{C1EA8780-243C-0C7D-00E2-E35B1C37DBE4}"/>
                </a:ext>
              </a:extLst>
            </p:cNvPr>
            <p:cNvSpPr/>
            <p:nvPr/>
          </p:nvSpPr>
          <p:spPr>
            <a:xfrm flipH="1">
              <a:off x="6807130" y="2802486"/>
              <a:ext cx="370653" cy="395267"/>
            </a:xfrm>
            <a:custGeom>
              <a:avLst/>
              <a:gdLst>
                <a:gd name="csX0" fmla="*/ 1143662 w 2260735"/>
                <a:gd name="csY0" fmla="*/ 2410448 h 2410864"/>
                <a:gd name="csX1" fmla="*/ 17061 w 2260735"/>
                <a:gd name="csY1" fmla="*/ 1010259 h 2410864"/>
                <a:gd name="csX2" fmla="*/ 9323 w 2260735"/>
                <a:gd name="csY2" fmla="*/ 650931 h 2410864"/>
                <a:gd name="csX3" fmla="*/ 1128106 w 2260735"/>
                <a:gd name="csY3" fmla="*/ -416 h 2410864"/>
                <a:gd name="csX4" fmla="*/ 2260002 w 2260735"/>
                <a:gd name="csY4" fmla="*/ 852582 h 2410864"/>
                <a:gd name="csX5" fmla="*/ 1143662 w 2260735"/>
                <a:gd name="csY5" fmla="*/ 2410448 h 2410864"/>
              </a:gdLst>
              <a:ahLst/>
              <a:cxnLst>
                <a:cxn ang="0">
                  <a:pos x="csX0" y="csY0"/>
                </a:cxn>
                <a:cxn ang="0">
                  <a:pos x="csX1" y="csY1"/>
                </a:cxn>
                <a:cxn ang="0">
                  <a:pos x="csX2" y="csY2"/>
                </a:cxn>
                <a:cxn ang="0">
                  <a:pos x="csX3" y="csY3"/>
                </a:cxn>
                <a:cxn ang="0">
                  <a:pos x="csX4" y="csY4"/>
                </a:cxn>
                <a:cxn ang="0">
                  <a:pos x="csX5" y="csY5"/>
                </a:cxn>
              </a:cxnLst>
              <a:rect l="l" t="t" r="r" b="b"/>
              <a:pathLst>
                <a:path w="2260735" h="2410864">
                  <a:moveTo>
                    <a:pt x="1143662" y="2410448"/>
                  </a:moveTo>
                  <a:cubicBezTo>
                    <a:pt x="325508" y="2410448"/>
                    <a:pt x="81487" y="1406101"/>
                    <a:pt x="17061" y="1010259"/>
                  </a:cubicBezTo>
                  <a:cubicBezTo>
                    <a:pt x="-2242" y="891409"/>
                    <a:pt x="-7374" y="770180"/>
                    <a:pt x="9323" y="650931"/>
                  </a:cubicBezTo>
                  <a:cubicBezTo>
                    <a:pt x="92320" y="58113"/>
                    <a:pt x="561628" y="-416"/>
                    <a:pt x="1128106" y="-416"/>
                  </a:cubicBezTo>
                  <a:cubicBezTo>
                    <a:pt x="1753227" y="-416"/>
                    <a:pt x="2260002" y="19588"/>
                    <a:pt x="2260002" y="852582"/>
                  </a:cubicBezTo>
                  <a:cubicBezTo>
                    <a:pt x="2260002" y="852582"/>
                    <a:pt x="2260002" y="2410448"/>
                    <a:pt x="1143662" y="2410448"/>
                  </a:cubicBezTo>
                  <a:close/>
                </a:path>
              </a:pathLst>
            </a:custGeom>
            <a:solidFill>
              <a:srgbClr val="B8D4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1" name="Freeform: Shape 150">
              <a:extLst>
                <a:ext uri="{FF2B5EF4-FFF2-40B4-BE49-F238E27FC236}">
                  <a16:creationId xmlns:a16="http://schemas.microsoft.com/office/drawing/2014/main" id="{A8AAF4AE-448F-FF06-302B-ECFCA1016FA4}"/>
                </a:ext>
              </a:extLst>
            </p:cNvPr>
            <p:cNvSpPr/>
            <p:nvPr/>
          </p:nvSpPr>
          <p:spPr>
            <a:xfrm flipH="1">
              <a:off x="6902054" y="2809819"/>
              <a:ext cx="201239" cy="99768"/>
            </a:xfrm>
            <a:custGeom>
              <a:avLst/>
              <a:gdLst>
                <a:gd name="csX0" fmla="*/ 843264 w 1227423"/>
                <a:gd name="csY0" fmla="*/ 608102 h 608518"/>
                <a:gd name="csX1" fmla="*/ 266444 w 1227423"/>
                <a:gd name="csY1" fmla="*/ 608102 h 608518"/>
                <a:gd name="csX2" fmla="*/ 120650 w 1227423"/>
                <a:gd name="csY2" fmla="*/ 500019 h 608518"/>
                <a:gd name="csX3" fmla="*/ 676 w 1227423"/>
                <a:gd name="csY3" fmla="*/ 104837 h 608518"/>
                <a:gd name="csX4" fmla="*/ 22340 w 1227423"/>
                <a:gd name="csY4" fmla="*/ 64202 h 608518"/>
                <a:gd name="csX5" fmla="*/ 62983 w 1227423"/>
                <a:gd name="csY5" fmla="*/ 85900 h 608518"/>
                <a:gd name="csX6" fmla="*/ 183040 w 1227423"/>
                <a:gd name="csY6" fmla="*/ 481082 h 608518"/>
                <a:gd name="csX7" fmla="*/ 266444 w 1227423"/>
                <a:gd name="csY7" fmla="*/ 542943 h 608518"/>
                <a:gd name="csX8" fmla="*/ 843264 w 1227423"/>
                <a:gd name="csY8" fmla="*/ 542943 h 608518"/>
                <a:gd name="csX9" fmla="*/ 920886 w 1227423"/>
                <a:gd name="csY9" fmla="*/ 495417 h 608518"/>
                <a:gd name="csX10" fmla="*/ 1165069 w 1227423"/>
                <a:gd name="csY10" fmla="*/ 17353 h 608518"/>
                <a:gd name="csX11" fmla="*/ 1208889 w 1227423"/>
                <a:gd name="csY11" fmla="*/ 3164 h 608518"/>
                <a:gd name="csX12" fmla="*/ 1223142 w 1227423"/>
                <a:gd name="csY12" fmla="*/ 46992 h 608518"/>
                <a:gd name="csX13" fmla="*/ 978877 w 1227423"/>
                <a:gd name="csY13" fmla="*/ 525057 h 608518"/>
                <a:gd name="csX14" fmla="*/ 843264 w 1227423"/>
                <a:gd name="csY14" fmla="*/ 608102 h 60851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1227423" h="608518">
                  <a:moveTo>
                    <a:pt x="843264" y="608102"/>
                  </a:moveTo>
                  <a:lnTo>
                    <a:pt x="266444" y="608102"/>
                  </a:lnTo>
                  <a:cubicBezTo>
                    <a:pt x="198922" y="608102"/>
                    <a:pt x="140279" y="564665"/>
                    <a:pt x="120650" y="500019"/>
                  </a:cubicBezTo>
                  <a:lnTo>
                    <a:pt x="676" y="104837"/>
                  </a:lnTo>
                  <a:cubicBezTo>
                    <a:pt x="-4537" y="87627"/>
                    <a:pt x="5155" y="69423"/>
                    <a:pt x="22340" y="64202"/>
                  </a:cubicBezTo>
                  <a:cubicBezTo>
                    <a:pt x="39607" y="58965"/>
                    <a:pt x="57771" y="68690"/>
                    <a:pt x="62983" y="85900"/>
                  </a:cubicBezTo>
                  <a:lnTo>
                    <a:pt x="183040" y="481082"/>
                  </a:lnTo>
                  <a:cubicBezTo>
                    <a:pt x="194280" y="518084"/>
                    <a:pt x="227755" y="542943"/>
                    <a:pt x="266444" y="542943"/>
                  </a:cubicBezTo>
                  <a:lnTo>
                    <a:pt x="843264" y="542943"/>
                  </a:lnTo>
                  <a:cubicBezTo>
                    <a:pt x="876170" y="542943"/>
                    <a:pt x="905899" y="524731"/>
                    <a:pt x="920886" y="495417"/>
                  </a:cubicBezTo>
                  <a:lnTo>
                    <a:pt x="1165069" y="17353"/>
                  </a:lnTo>
                  <a:cubicBezTo>
                    <a:pt x="1173296" y="1332"/>
                    <a:pt x="1192925" y="-5038"/>
                    <a:pt x="1208889" y="3164"/>
                  </a:cubicBezTo>
                  <a:cubicBezTo>
                    <a:pt x="1224934" y="11342"/>
                    <a:pt x="1231287" y="30971"/>
                    <a:pt x="1223142" y="46992"/>
                  </a:cubicBezTo>
                  <a:lnTo>
                    <a:pt x="978877" y="525057"/>
                  </a:lnTo>
                  <a:cubicBezTo>
                    <a:pt x="952732" y="576280"/>
                    <a:pt x="900768" y="608102"/>
                    <a:pt x="843264" y="608102"/>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2" name="Freeform: Shape 151">
              <a:extLst>
                <a:ext uri="{FF2B5EF4-FFF2-40B4-BE49-F238E27FC236}">
                  <a16:creationId xmlns:a16="http://schemas.microsoft.com/office/drawing/2014/main" id="{FC7FA8B4-CF13-425C-B84C-D05D31F46F3F}"/>
                </a:ext>
              </a:extLst>
            </p:cNvPr>
            <p:cNvSpPr/>
            <p:nvPr/>
          </p:nvSpPr>
          <p:spPr>
            <a:xfrm flipH="1">
              <a:off x="6988827" y="2898905"/>
              <a:ext cx="39871" cy="293546"/>
            </a:xfrm>
            <a:custGeom>
              <a:avLst/>
              <a:gdLst>
                <a:gd name="csX0" fmla="*/ 209910 w 243184"/>
                <a:gd name="csY0" fmla="*/ 1790022 h 1790438"/>
                <a:gd name="csX1" fmla="*/ 179693 w 243184"/>
                <a:gd name="csY1" fmla="*/ 1769660 h 1790438"/>
                <a:gd name="csX2" fmla="*/ 18669 w 243184"/>
                <a:gd name="csY2" fmla="*/ 29219 h 1790438"/>
                <a:gd name="csX3" fmla="*/ 54017 w 243184"/>
                <a:gd name="csY3" fmla="*/ -282 h 1790438"/>
                <a:gd name="csX4" fmla="*/ 83583 w 243184"/>
                <a:gd name="csY4" fmla="*/ 35092 h 1790438"/>
                <a:gd name="csX5" fmla="*/ 240047 w 243184"/>
                <a:gd name="csY5" fmla="*/ 1745225 h 1790438"/>
                <a:gd name="csX6" fmla="*/ 222128 w 243184"/>
                <a:gd name="csY6" fmla="*/ 1787661 h 1790438"/>
                <a:gd name="csX7" fmla="*/ 209910 w 243184"/>
                <a:gd name="csY7" fmla="*/ 1790022 h 179043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43184" h="1790438">
                  <a:moveTo>
                    <a:pt x="209910" y="1790022"/>
                  </a:moveTo>
                  <a:cubicBezTo>
                    <a:pt x="197042" y="1790022"/>
                    <a:pt x="184825" y="1782367"/>
                    <a:pt x="179693" y="1769660"/>
                  </a:cubicBezTo>
                  <a:cubicBezTo>
                    <a:pt x="-77767" y="1134196"/>
                    <a:pt x="14596" y="74040"/>
                    <a:pt x="18669" y="29219"/>
                  </a:cubicBezTo>
                  <a:cubicBezTo>
                    <a:pt x="20298" y="11300"/>
                    <a:pt x="36180" y="-1903"/>
                    <a:pt x="54017" y="-282"/>
                  </a:cubicBezTo>
                  <a:cubicBezTo>
                    <a:pt x="71936" y="1331"/>
                    <a:pt x="85131" y="17173"/>
                    <a:pt x="83583" y="35092"/>
                  </a:cubicBezTo>
                  <a:cubicBezTo>
                    <a:pt x="82606" y="45916"/>
                    <a:pt x="-11386" y="1124422"/>
                    <a:pt x="240047" y="1745225"/>
                  </a:cubicBezTo>
                  <a:cubicBezTo>
                    <a:pt x="246807" y="1761841"/>
                    <a:pt x="238825" y="1780900"/>
                    <a:pt x="222128" y="1787661"/>
                  </a:cubicBezTo>
                  <a:cubicBezTo>
                    <a:pt x="218137" y="1789290"/>
                    <a:pt x="213983" y="1790022"/>
                    <a:pt x="209910" y="1790022"/>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3" name="Freeform: Shape 152">
              <a:extLst>
                <a:ext uri="{FF2B5EF4-FFF2-40B4-BE49-F238E27FC236}">
                  <a16:creationId xmlns:a16="http://schemas.microsoft.com/office/drawing/2014/main" id="{BB550699-FD93-0D25-2333-B45781ACDC66}"/>
                </a:ext>
              </a:extLst>
            </p:cNvPr>
            <p:cNvSpPr/>
            <p:nvPr/>
          </p:nvSpPr>
          <p:spPr>
            <a:xfrm flipH="1">
              <a:off x="6678454" y="2897167"/>
              <a:ext cx="117611" cy="301467"/>
            </a:xfrm>
            <a:custGeom>
              <a:avLst/>
              <a:gdLst>
                <a:gd name="csX0" fmla="*/ 519436 w 717348"/>
                <a:gd name="csY0" fmla="*/ 1838332 h 1838748"/>
                <a:gd name="csX1" fmla="*/ 505100 w 717348"/>
                <a:gd name="csY1" fmla="*/ 1834993 h 1838748"/>
                <a:gd name="csX2" fmla="*/ 490195 w 717348"/>
                <a:gd name="csY2" fmla="*/ 1791417 h 1838748"/>
                <a:gd name="csX3" fmla="*/ 617174 w 717348"/>
                <a:gd name="csY3" fmla="*/ 757749 h 1838748"/>
                <a:gd name="csX4" fmla="*/ 15266 w 717348"/>
                <a:gd name="csY4" fmla="*/ 60221 h 1838748"/>
                <a:gd name="csX5" fmla="*/ 3782 w 717348"/>
                <a:gd name="csY5" fmla="*/ 15603 h 1838748"/>
                <a:gd name="csX6" fmla="*/ 48416 w 717348"/>
                <a:gd name="csY6" fmla="*/ 4110 h 1838748"/>
                <a:gd name="csX7" fmla="*/ 680216 w 717348"/>
                <a:gd name="csY7" fmla="*/ 741215 h 1838748"/>
                <a:gd name="csX8" fmla="*/ 548675 w 717348"/>
                <a:gd name="csY8" fmla="*/ 1820169 h 1838748"/>
                <a:gd name="csX9" fmla="*/ 519436 w 717348"/>
                <a:gd name="csY9" fmla="*/ 1838332 h 183874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17348" h="1838748">
                  <a:moveTo>
                    <a:pt x="519436" y="1838332"/>
                  </a:moveTo>
                  <a:cubicBezTo>
                    <a:pt x="514629" y="1838332"/>
                    <a:pt x="509743" y="1837273"/>
                    <a:pt x="505100" y="1834993"/>
                  </a:cubicBezTo>
                  <a:cubicBezTo>
                    <a:pt x="488974" y="1827092"/>
                    <a:pt x="482294" y="1807545"/>
                    <a:pt x="490195" y="1791417"/>
                  </a:cubicBezTo>
                  <a:cubicBezTo>
                    <a:pt x="545010" y="1679914"/>
                    <a:pt x="727130" y="1177700"/>
                    <a:pt x="617174" y="757749"/>
                  </a:cubicBezTo>
                  <a:cubicBezTo>
                    <a:pt x="512512" y="357965"/>
                    <a:pt x="20235" y="63153"/>
                    <a:pt x="15266" y="60221"/>
                  </a:cubicBezTo>
                  <a:cubicBezTo>
                    <a:pt x="-209" y="51065"/>
                    <a:pt x="-5340" y="31094"/>
                    <a:pt x="3782" y="15603"/>
                  </a:cubicBezTo>
                  <a:cubicBezTo>
                    <a:pt x="12904" y="119"/>
                    <a:pt x="32860" y="-5037"/>
                    <a:pt x="48416" y="4110"/>
                  </a:cubicBezTo>
                  <a:cubicBezTo>
                    <a:pt x="69592" y="16613"/>
                    <a:pt x="568712" y="315269"/>
                    <a:pt x="680216" y="741215"/>
                  </a:cubicBezTo>
                  <a:cubicBezTo>
                    <a:pt x="795303" y="1180713"/>
                    <a:pt x="605771" y="1704022"/>
                    <a:pt x="548675" y="1820169"/>
                  </a:cubicBezTo>
                  <a:cubicBezTo>
                    <a:pt x="543055" y="1831653"/>
                    <a:pt x="531490" y="1838332"/>
                    <a:pt x="519436" y="1838332"/>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4" name="Freeform: Shape 153">
              <a:extLst>
                <a:ext uri="{FF2B5EF4-FFF2-40B4-BE49-F238E27FC236}">
                  <a16:creationId xmlns:a16="http://schemas.microsoft.com/office/drawing/2014/main" id="{6B61A3AD-B5E9-5AAA-BACE-500D2E25C17F}"/>
                </a:ext>
              </a:extLst>
            </p:cNvPr>
            <p:cNvSpPr/>
            <p:nvPr/>
          </p:nvSpPr>
          <p:spPr>
            <a:xfrm flipH="1">
              <a:off x="6775195" y="2799696"/>
              <a:ext cx="98175" cy="107969"/>
            </a:xfrm>
            <a:custGeom>
              <a:avLst/>
              <a:gdLst>
                <a:gd name="csX0" fmla="*/ 50295 w 598804"/>
                <a:gd name="csY0" fmla="*/ 50842 h 658538"/>
                <a:gd name="csX1" fmla="*/ 504617 w 598804"/>
                <a:gd name="csY1" fmla="*/ 159559 h 658538"/>
                <a:gd name="csX2" fmla="*/ 503314 w 598804"/>
                <a:gd name="csY2" fmla="*/ 626677 h 658538"/>
                <a:gd name="csX3" fmla="*/ 180694 w 598804"/>
                <a:gd name="csY3" fmla="*/ 414380 h 658538"/>
                <a:gd name="csX4" fmla="*/ 50295 w 598804"/>
                <a:gd name="csY4" fmla="*/ 50842 h 658538"/>
              </a:gdLst>
              <a:ahLst/>
              <a:cxnLst>
                <a:cxn ang="0">
                  <a:pos x="csX0" y="csY0"/>
                </a:cxn>
                <a:cxn ang="0">
                  <a:pos x="csX1" y="csY1"/>
                </a:cxn>
                <a:cxn ang="0">
                  <a:pos x="csX2" y="csY2"/>
                </a:cxn>
                <a:cxn ang="0">
                  <a:pos x="csX3" y="csY3"/>
                </a:cxn>
                <a:cxn ang="0">
                  <a:pos x="csX4" y="csY4"/>
                </a:cxn>
              </a:cxnLst>
              <a:rect l="l" t="t" r="r" b="b"/>
              <a:pathLst>
                <a:path w="598804" h="658538">
                  <a:moveTo>
                    <a:pt x="50295" y="50842"/>
                  </a:moveTo>
                  <a:cubicBezTo>
                    <a:pt x="176052" y="-48127"/>
                    <a:pt x="379511" y="547"/>
                    <a:pt x="504617" y="159559"/>
                  </a:cubicBezTo>
                  <a:cubicBezTo>
                    <a:pt x="629722" y="318572"/>
                    <a:pt x="629153" y="527709"/>
                    <a:pt x="503314" y="626677"/>
                  </a:cubicBezTo>
                  <a:cubicBezTo>
                    <a:pt x="377557" y="725646"/>
                    <a:pt x="305801" y="573393"/>
                    <a:pt x="180694" y="414380"/>
                  </a:cubicBezTo>
                  <a:cubicBezTo>
                    <a:pt x="55589" y="255368"/>
                    <a:pt x="-75462" y="149810"/>
                    <a:pt x="50295" y="50842"/>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5" name="Freeform: Shape 154">
              <a:extLst>
                <a:ext uri="{FF2B5EF4-FFF2-40B4-BE49-F238E27FC236}">
                  <a16:creationId xmlns:a16="http://schemas.microsoft.com/office/drawing/2014/main" id="{81263D0B-BD8B-35FC-404D-F854BF8F85E9}"/>
                </a:ext>
              </a:extLst>
            </p:cNvPr>
            <p:cNvSpPr/>
            <p:nvPr/>
          </p:nvSpPr>
          <p:spPr>
            <a:xfrm flipH="1">
              <a:off x="6692406" y="3174425"/>
              <a:ext cx="34894" cy="25371"/>
            </a:xfrm>
            <a:custGeom>
              <a:avLst/>
              <a:gdLst>
                <a:gd name="csX0" fmla="*/ 203050 w 212832"/>
                <a:gd name="csY0" fmla="*/ 154330 h 154746"/>
                <a:gd name="csX1" fmla="*/ 144977 w 212832"/>
                <a:gd name="csY1" fmla="*/ 8619 h 154746"/>
                <a:gd name="csX2" fmla="*/ -734 w 212832"/>
                <a:gd name="csY2" fmla="*/ 66772 h 154746"/>
                <a:gd name="csX3" fmla="*/ 203050 w 212832"/>
                <a:gd name="csY3" fmla="*/ 154330 h 154746"/>
              </a:gdLst>
              <a:ahLst/>
              <a:cxnLst>
                <a:cxn ang="0">
                  <a:pos x="csX0" y="csY0"/>
                </a:cxn>
                <a:cxn ang="0">
                  <a:pos x="csX1" y="csY1"/>
                </a:cxn>
                <a:cxn ang="0">
                  <a:pos x="csX2" y="csY2"/>
                </a:cxn>
                <a:cxn ang="0">
                  <a:pos x="csX3" y="csY3"/>
                </a:cxn>
              </a:cxnLst>
              <a:rect l="l" t="t" r="r" b="b"/>
              <a:pathLst>
                <a:path w="212832" h="154746">
                  <a:moveTo>
                    <a:pt x="203050" y="154330"/>
                  </a:moveTo>
                  <a:cubicBezTo>
                    <a:pt x="227241" y="98049"/>
                    <a:pt x="201259" y="32809"/>
                    <a:pt x="144977" y="8619"/>
                  </a:cubicBezTo>
                  <a:cubicBezTo>
                    <a:pt x="88697" y="-15572"/>
                    <a:pt x="23456" y="10492"/>
                    <a:pt x="-734" y="66772"/>
                  </a:cubicBezTo>
                  <a:lnTo>
                    <a:pt x="203050" y="154330"/>
                  </a:ln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6" name="Freeform: Shape 155">
              <a:extLst>
                <a:ext uri="{FF2B5EF4-FFF2-40B4-BE49-F238E27FC236}">
                  <a16:creationId xmlns:a16="http://schemas.microsoft.com/office/drawing/2014/main" id="{1093D672-053D-C4EE-90EE-DD6D22ED030B}"/>
                </a:ext>
              </a:extLst>
            </p:cNvPr>
            <p:cNvSpPr/>
            <p:nvPr/>
          </p:nvSpPr>
          <p:spPr>
            <a:xfrm flipH="1">
              <a:off x="6657314" y="2975881"/>
              <a:ext cx="72017" cy="72017"/>
            </a:xfrm>
            <a:custGeom>
              <a:avLst/>
              <a:gdLst>
                <a:gd name="csX0" fmla="*/ -734 w 439253"/>
                <a:gd name="csY0" fmla="*/ 219251 h 439253"/>
                <a:gd name="csX1" fmla="*/ 218852 w 439253"/>
                <a:gd name="csY1" fmla="*/ -416 h 439253"/>
                <a:gd name="csX2" fmla="*/ 438519 w 439253"/>
                <a:gd name="csY2" fmla="*/ 219251 h 439253"/>
                <a:gd name="csX3" fmla="*/ 218852 w 439253"/>
                <a:gd name="csY3" fmla="*/ 438837 h 439253"/>
                <a:gd name="csX4" fmla="*/ -734 w 439253"/>
                <a:gd name="csY4" fmla="*/ 219251 h 439253"/>
              </a:gdLst>
              <a:ahLst/>
              <a:cxnLst>
                <a:cxn ang="0">
                  <a:pos x="csX0" y="csY0"/>
                </a:cxn>
                <a:cxn ang="0">
                  <a:pos x="csX1" y="csY1"/>
                </a:cxn>
                <a:cxn ang="0">
                  <a:pos x="csX2" y="csY2"/>
                </a:cxn>
                <a:cxn ang="0">
                  <a:pos x="csX3" y="csY3"/>
                </a:cxn>
                <a:cxn ang="0">
                  <a:pos x="csX4" y="csY4"/>
                </a:cxn>
              </a:cxnLst>
              <a:rect l="l" t="t" r="r" b="b"/>
              <a:pathLst>
                <a:path w="439253" h="439253">
                  <a:moveTo>
                    <a:pt x="-734" y="219251"/>
                  </a:moveTo>
                  <a:cubicBezTo>
                    <a:pt x="-734" y="97973"/>
                    <a:pt x="97574" y="-416"/>
                    <a:pt x="218852" y="-416"/>
                  </a:cubicBezTo>
                  <a:cubicBezTo>
                    <a:pt x="340129" y="-416"/>
                    <a:pt x="438519" y="97973"/>
                    <a:pt x="438519" y="219251"/>
                  </a:cubicBezTo>
                  <a:cubicBezTo>
                    <a:pt x="438519" y="340529"/>
                    <a:pt x="340129" y="438837"/>
                    <a:pt x="218852" y="438837"/>
                  </a:cubicBezTo>
                  <a:cubicBezTo>
                    <a:pt x="97574" y="438837"/>
                    <a:pt x="-734" y="340529"/>
                    <a:pt x="-734" y="219251"/>
                  </a:cubicBezTo>
                  <a:close/>
                </a:path>
              </a:pathLst>
            </a:custGeom>
            <a:solidFill>
              <a:srgbClr val="B8D4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7" name="Freeform: Shape 156">
              <a:extLst>
                <a:ext uri="{FF2B5EF4-FFF2-40B4-BE49-F238E27FC236}">
                  <a16:creationId xmlns:a16="http://schemas.microsoft.com/office/drawing/2014/main" id="{F2110CCF-D22E-3B15-8123-CCDAC9E867A9}"/>
                </a:ext>
              </a:extLst>
            </p:cNvPr>
            <p:cNvSpPr/>
            <p:nvPr/>
          </p:nvSpPr>
          <p:spPr>
            <a:xfrm flipH="1">
              <a:off x="6677376" y="3182750"/>
              <a:ext cx="119631" cy="118882"/>
            </a:xfrm>
            <a:custGeom>
              <a:avLst/>
              <a:gdLst>
                <a:gd name="csX0" fmla="*/ 717320 w 729670"/>
                <a:gd name="csY0" fmla="*/ 223933 h 725097"/>
                <a:gd name="csX1" fmla="*/ 539028 w 729670"/>
                <a:gd name="csY1" fmla="*/ 34401 h 725097"/>
                <a:gd name="csX2" fmla="*/ 293622 w 729670"/>
                <a:gd name="csY2" fmla="*/ 19985 h 725097"/>
                <a:gd name="csX3" fmla="*/ 33963 w 729670"/>
                <a:gd name="csY3" fmla="*/ 382189 h 725097"/>
                <a:gd name="csX4" fmla="*/ 13193 w 729670"/>
                <a:gd name="csY4" fmla="*/ 435456 h 725097"/>
                <a:gd name="csX5" fmla="*/ -734 w 729670"/>
                <a:gd name="csY5" fmla="*/ 465022 h 725097"/>
                <a:gd name="csX6" fmla="*/ 176336 w 729670"/>
                <a:gd name="csY6" fmla="*/ 548019 h 725097"/>
                <a:gd name="csX7" fmla="*/ 190183 w 729670"/>
                <a:gd name="csY7" fmla="*/ 518534 h 725097"/>
                <a:gd name="csX8" fmla="*/ 219096 w 729670"/>
                <a:gd name="csY8" fmla="*/ 445149 h 725097"/>
                <a:gd name="csX9" fmla="*/ 367985 w 729670"/>
                <a:gd name="csY9" fmla="*/ 200720 h 725097"/>
                <a:gd name="csX10" fmla="*/ 455951 w 729670"/>
                <a:gd name="csY10" fmla="*/ 211390 h 725097"/>
                <a:gd name="csX11" fmla="*/ 529987 w 729670"/>
                <a:gd name="csY11" fmla="*/ 279644 h 725097"/>
                <a:gd name="csX12" fmla="*/ 434773 w 729670"/>
                <a:gd name="csY12" fmla="*/ 534253 h 725097"/>
                <a:gd name="csX13" fmla="*/ 389895 w 729670"/>
                <a:gd name="csY13" fmla="*/ 612201 h 725097"/>
                <a:gd name="csX14" fmla="*/ 376049 w 729670"/>
                <a:gd name="csY14" fmla="*/ 641603 h 725097"/>
                <a:gd name="csX15" fmla="*/ 552956 w 729670"/>
                <a:gd name="csY15" fmla="*/ 724681 h 725097"/>
                <a:gd name="csX16" fmla="*/ 566802 w 729670"/>
                <a:gd name="csY16" fmla="*/ 695197 h 725097"/>
                <a:gd name="csX17" fmla="*/ 600929 w 729670"/>
                <a:gd name="csY17" fmla="*/ 637123 h 725097"/>
                <a:gd name="csX18" fmla="*/ 717320 w 729670"/>
                <a:gd name="csY18" fmla="*/ 223933 h 7250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729670" h="725097">
                  <a:moveTo>
                    <a:pt x="717320" y="223933"/>
                  </a:moveTo>
                  <a:cubicBezTo>
                    <a:pt x="693048" y="142240"/>
                    <a:pt x="633020" y="78465"/>
                    <a:pt x="539028" y="34401"/>
                  </a:cubicBezTo>
                  <a:cubicBezTo>
                    <a:pt x="452040" y="-6486"/>
                    <a:pt x="369452" y="-11455"/>
                    <a:pt x="293622" y="19985"/>
                  </a:cubicBezTo>
                  <a:cubicBezTo>
                    <a:pt x="144408" y="81316"/>
                    <a:pt x="79005" y="259608"/>
                    <a:pt x="33963" y="382189"/>
                  </a:cubicBezTo>
                  <a:cubicBezTo>
                    <a:pt x="26144" y="403691"/>
                    <a:pt x="19465" y="422180"/>
                    <a:pt x="13193" y="435456"/>
                  </a:cubicBezTo>
                  <a:lnTo>
                    <a:pt x="-734" y="465022"/>
                  </a:lnTo>
                  <a:lnTo>
                    <a:pt x="176336" y="548019"/>
                  </a:lnTo>
                  <a:lnTo>
                    <a:pt x="190183" y="518534"/>
                  </a:lnTo>
                  <a:cubicBezTo>
                    <a:pt x="198653" y="500290"/>
                    <a:pt x="208183" y="474878"/>
                    <a:pt x="219096" y="445149"/>
                  </a:cubicBezTo>
                  <a:cubicBezTo>
                    <a:pt x="246789" y="369727"/>
                    <a:pt x="298184" y="229391"/>
                    <a:pt x="367985" y="200720"/>
                  </a:cubicBezTo>
                  <a:cubicBezTo>
                    <a:pt x="391443" y="191027"/>
                    <a:pt x="420194" y="194530"/>
                    <a:pt x="455951" y="211390"/>
                  </a:cubicBezTo>
                  <a:cubicBezTo>
                    <a:pt x="497977" y="231101"/>
                    <a:pt x="522169" y="253418"/>
                    <a:pt x="529987" y="279644"/>
                  </a:cubicBezTo>
                  <a:cubicBezTo>
                    <a:pt x="550268" y="347898"/>
                    <a:pt x="477941" y="464452"/>
                    <a:pt x="434773" y="534253"/>
                  </a:cubicBezTo>
                  <a:cubicBezTo>
                    <a:pt x="417262" y="562272"/>
                    <a:pt x="400809" y="588743"/>
                    <a:pt x="389895" y="612201"/>
                  </a:cubicBezTo>
                  <a:lnTo>
                    <a:pt x="376049" y="641603"/>
                  </a:lnTo>
                  <a:lnTo>
                    <a:pt x="552956" y="724681"/>
                  </a:lnTo>
                  <a:lnTo>
                    <a:pt x="566802" y="695197"/>
                  </a:lnTo>
                  <a:cubicBezTo>
                    <a:pt x="573074" y="681920"/>
                    <a:pt x="586187" y="660907"/>
                    <a:pt x="600929" y="637123"/>
                  </a:cubicBezTo>
                  <a:cubicBezTo>
                    <a:pt x="665274" y="533276"/>
                    <a:pt x="762605" y="376324"/>
                    <a:pt x="717320" y="223933"/>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8" name="Freeform: Shape 157">
              <a:extLst>
                <a:ext uri="{FF2B5EF4-FFF2-40B4-BE49-F238E27FC236}">
                  <a16:creationId xmlns:a16="http://schemas.microsoft.com/office/drawing/2014/main" id="{D03E76E8-70EC-320C-E57A-DD71B37C120B}"/>
                </a:ext>
              </a:extLst>
            </p:cNvPr>
            <p:cNvSpPr/>
            <p:nvPr/>
          </p:nvSpPr>
          <p:spPr>
            <a:xfrm flipH="1">
              <a:off x="6724416" y="2453025"/>
              <a:ext cx="331414" cy="332562"/>
            </a:xfrm>
            <a:custGeom>
              <a:avLst/>
              <a:gdLst>
                <a:gd name="csX0" fmla="*/ 1264738 w 2021399"/>
                <a:gd name="csY0" fmla="*/ 2027988 h 2028404"/>
                <a:gd name="csX1" fmla="*/ -734 w 2021399"/>
                <a:gd name="csY1" fmla="*/ 2027988 h 2028404"/>
                <a:gd name="csX2" fmla="*/ -734 w 2021399"/>
                <a:gd name="csY2" fmla="*/ 1962828 h 2028404"/>
                <a:gd name="csX3" fmla="*/ 1264738 w 2021399"/>
                <a:gd name="csY3" fmla="*/ 1962828 h 2028404"/>
                <a:gd name="csX4" fmla="*/ 1955506 w 2021399"/>
                <a:gd name="csY4" fmla="*/ 1233697 h 2028404"/>
                <a:gd name="csX5" fmla="*/ 1955506 w 2021399"/>
                <a:gd name="csY5" fmla="*/ 793873 h 2028404"/>
                <a:gd name="csX6" fmla="*/ 1264738 w 2021399"/>
                <a:gd name="csY6" fmla="*/ 64743 h 2028404"/>
                <a:gd name="csX7" fmla="*/ -734 w 2021399"/>
                <a:gd name="csY7" fmla="*/ 64743 h 2028404"/>
                <a:gd name="csX8" fmla="*/ -734 w 2021399"/>
                <a:gd name="csY8" fmla="*/ -416 h 2028404"/>
                <a:gd name="csX9" fmla="*/ 1264738 w 2021399"/>
                <a:gd name="csY9" fmla="*/ -416 h 2028404"/>
                <a:gd name="csX10" fmla="*/ 2020665 w 2021399"/>
                <a:gd name="csY10" fmla="*/ 793873 h 2028404"/>
                <a:gd name="csX11" fmla="*/ 2020665 w 2021399"/>
                <a:gd name="csY11" fmla="*/ 1233697 h 2028404"/>
                <a:gd name="csX12" fmla="*/ 1264738 w 2021399"/>
                <a:gd name="csY12" fmla="*/ 2027988 h 202840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021399" h="2028404">
                  <a:moveTo>
                    <a:pt x="1264738" y="2027988"/>
                  </a:moveTo>
                  <a:lnTo>
                    <a:pt x="-734" y="2027988"/>
                  </a:lnTo>
                  <a:lnTo>
                    <a:pt x="-734" y="1962828"/>
                  </a:lnTo>
                  <a:lnTo>
                    <a:pt x="1264738" y="1962828"/>
                  </a:lnTo>
                  <a:cubicBezTo>
                    <a:pt x="1645593" y="1962828"/>
                    <a:pt x="1955506" y="1635738"/>
                    <a:pt x="1955506" y="1233697"/>
                  </a:cubicBezTo>
                  <a:lnTo>
                    <a:pt x="1955506" y="793873"/>
                  </a:lnTo>
                  <a:cubicBezTo>
                    <a:pt x="1955506" y="391833"/>
                    <a:pt x="1645593" y="64743"/>
                    <a:pt x="1264738" y="64743"/>
                  </a:cubicBezTo>
                  <a:lnTo>
                    <a:pt x="-734" y="64743"/>
                  </a:lnTo>
                  <a:lnTo>
                    <a:pt x="-734" y="-416"/>
                  </a:lnTo>
                  <a:lnTo>
                    <a:pt x="1264738" y="-416"/>
                  </a:lnTo>
                  <a:cubicBezTo>
                    <a:pt x="1681511" y="-416"/>
                    <a:pt x="2020665" y="355898"/>
                    <a:pt x="2020665" y="793873"/>
                  </a:cubicBezTo>
                  <a:lnTo>
                    <a:pt x="2020665" y="1233697"/>
                  </a:lnTo>
                  <a:cubicBezTo>
                    <a:pt x="2020665" y="1671673"/>
                    <a:pt x="1681511" y="2027988"/>
                    <a:pt x="1264738" y="2027988"/>
                  </a:cubicBez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59" name="Freeform: Shape 158">
              <a:extLst>
                <a:ext uri="{FF2B5EF4-FFF2-40B4-BE49-F238E27FC236}">
                  <a16:creationId xmlns:a16="http://schemas.microsoft.com/office/drawing/2014/main" id="{4F48943E-E799-D340-783C-E2BE3C31EAB9}"/>
                </a:ext>
              </a:extLst>
            </p:cNvPr>
            <p:cNvSpPr/>
            <p:nvPr/>
          </p:nvSpPr>
          <p:spPr>
            <a:xfrm flipH="1">
              <a:off x="6729104" y="2544530"/>
              <a:ext cx="61600" cy="129920"/>
            </a:xfrm>
            <a:custGeom>
              <a:avLst/>
              <a:gdLst>
                <a:gd name="csX0" fmla="*/ 374990 w 375723"/>
                <a:gd name="csY0" fmla="*/ 792008 h 792424"/>
                <a:gd name="csX1" fmla="*/ 219016 w 375723"/>
                <a:gd name="csY1" fmla="*/ 792008 h 792424"/>
                <a:gd name="csX2" fmla="*/ -734 w 375723"/>
                <a:gd name="csY2" fmla="*/ 395792 h 792424"/>
                <a:gd name="csX3" fmla="*/ 219016 w 375723"/>
                <a:gd name="csY3" fmla="*/ -416 h 792424"/>
                <a:gd name="csX4" fmla="*/ 374990 w 375723"/>
                <a:gd name="csY4" fmla="*/ -416 h 792424"/>
                <a:gd name="csX5" fmla="*/ 374990 w 375723"/>
                <a:gd name="csY5" fmla="*/ 64743 h 792424"/>
                <a:gd name="csX6" fmla="*/ 219016 w 375723"/>
                <a:gd name="csY6" fmla="*/ 64743 h 792424"/>
                <a:gd name="csX7" fmla="*/ 64425 w 375723"/>
                <a:gd name="csY7" fmla="*/ 395792 h 792424"/>
                <a:gd name="csX8" fmla="*/ 219016 w 375723"/>
                <a:gd name="csY8" fmla="*/ 726849 h 792424"/>
                <a:gd name="csX9" fmla="*/ 374990 w 375723"/>
                <a:gd name="csY9" fmla="*/ 726849 h 792424"/>
                <a:gd name="csX10" fmla="*/ 374990 w 375723"/>
                <a:gd name="csY10" fmla="*/ 792008 h 7924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375723" h="792424">
                  <a:moveTo>
                    <a:pt x="374990" y="792008"/>
                  </a:moveTo>
                  <a:lnTo>
                    <a:pt x="219016" y="792008"/>
                  </a:lnTo>
                  <a:cubicBezTo>
                    <a:pt x="95784" y="792008"/>
                    <a:pt x="-734" y="617968"/>
                    <a:pt x="-734" y="395792"/>
                  </a:cubicBezTo>
                  <a:cubicBezTo>
                    <a:pt x="-734" y="173623"/>
                    <a:pt x="95784" y="-416"/>
                    <a:pt x="219016" y="-416"/>
                  </a:cubicBezTo>
                  <a:lnTo>
                    <a:pt x="374990" y="-416"/>
                  </a:lnTo>
                  <a:lnTo>
                    <a:pt x="374990" y="64743"/>
                  </a:lnTo>
                  <a:lnTo>
                    <a:pt x="219016" y="64743"/>
                  </a:lnTo>
                  <a:cubicBezTo>
                    <a:pt x="145874" y="64743"/>
                    <a:pt x="64425" y="200705"/>
                    <a:pt x="64425" y="395792"/>
                  </a:cubicBezTo>
                  <a:cubicBezTo>
                    <a:pt x="64425" y="590895"/>
                    <a:pt x="145874" y="726849"/>
                    <a:pt x="219016" y="726849"/>
                  </a:cubicBezTo>
                  <a:lnTo>
                    <a:pt x="374990" y="726849"/>
                  </a:lnTo>
                  <a:lnTo>
                    <a:pt x="374990" y="792008"/>
                  </a:ln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0" name="Freeform: Shape 159">
              <a:extLst>
                <a:ext uri="{FF2B5EF4-FFF2-40B4-BE49-F238E27FC236}">
                  <a16:creationId xmlns:a16="http://schemas.microsoft.com/office/drawing/2014/main" id="{A6B5CA97-18DE-1531-C9CF-FC1B7314266C}"/>
                </a:ext>
              </a:extLst>
            </p:cNvPr>
            <p:cNvSpPr/>
            <p:nvPr/>
          </p:nvSpPr>
          <p:spPr>
            <a:xfrm flipH="1">
              <a:off x="6799625" y="2453021"/>
              <a:ext cx="455350" cy="332572"/>
            </a:xfrm>
            <a:custGeom>
              <a:avLst/>
              <a:gdLst>
                <a:gd name="csX0" fmla="*/ 2020665 w 2777327"/>
                <a:gd name="csY0" fmla="*/ -416 h 2028461"/>
                <a:gd name="csX1" fmla="*/ 755193 w 2777327"/>
                <a:gd name="csY1" fmla="*/ -416 h 2028461"/>
                <a:gd name="csX2" fmla="*/ -734 w 2777327"/>
                <a:gd name="csY2" fmla="*/ 793906 h 2028461"/>
                <a:gd name="csX3" fmla="*/ -734 w 2777327"/>
                <a:gd name="csY3" fmla="*/ 1233731 h 2028461"/>
                <a:gd name="csX4" fmla="*/ 755193 w 2777327"/>
                <a:gd name="csY4" fmla="*/ 2028045 h 2028461"/>
                <a:gd name="csX5" fmla="*/ 2020665 w 2777327"/>
                <a:gd name="csY5" fmla="*/ 2028045 h 2028461"/>
                <a:gd name="csX6" fmla="*/ 2776593 w 2777327"/>
                <a:gd name="csY6" fmla="*/ 1233731 h 2028461"/>
                <a:gd name="csX7" fmla="*/ 2776593 w 2777327"/>
                <a:gd name="csY7" fmla="*/ 793906 h 2028461"/>
                <a:gd name="csX8" fmla="*/ 2020665 w 2777327"/>
                <a:gd name="csY8" fmla="*/ -416 h 20284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777327" h="2028461">
                  <a:moveTo>
                    <a:pt x="2020665" y="-416"/>
                  </a:moveTo>
                  <a:lnTo>
                    <a:pt x="755193" y="-416"/>
                  </a:lnTo>
                  <a:cubicBezTo>
                    <a:pt x="338419" y="-416"/>
                    <a:pt x="-734" y="355923"/>
                    <a:pt x="-734" y="793906"/>
                  </a:cubicBezTo>
                  <a:lnTo>
                    <a:pt x="-734" y="1233731"/>
                  </a:lnTo>
                  <a:cubicBezTo>
                    <a:pt x="-734" y="1671706"/>
                    <a:pt x="338419" y="2028045"/>
                    <a:pt x="755193" y="2028045"/>
                  </a:cubicBezTo>
                  <a:lnTo>
                    <a:pt x="2020665" y="2028045"/>
                  </a:lnTo>
                  <a:cubicBezTo>
                    <a:pt x="2437521" y="2028045"/>
                    <a:pt x="2776593" y="1671706"/>
                    <a:pt x="2776593" y="1233731"/>
                  </a:cubicBezTo>
                  <a:lnTo>
                    <a:pt x="2776593" y="793906"/>
                  </a:lnTo>
                  <a:cubicBezTo>
                    <a:pt x="2776593" y="355923"/>
                    <a:pt x="2437521" y="-416"/>
                    <a:pt x="2020665" y="-416"/>
                  </a:cubicBezTo>
                  <a:close/>
                </a:path>
              </a:pathLst>
            </a:custGeom>
            <a:solidFill>
              <a:srgbClr val="B8D4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1" name="Freeform: Shape 160">
              <a:extLst>
                <a:ext uri="{FF2B5EF4-FFF2-40B4-BE49-F238E27FC236}">
                  <a16:creationId xmlns:a16="http://schemas.microsoft.com/office/drawing/2014/main" id="{4DE41A1B-ED64-2324-487A-0D037F1C65F6}"/>
                </a:ext>
              </a:extLst>
            </p:cNvPr>
            <p:cNvSpPr/>
            <p:nvPr/>
          </p:nvSpPr>
          <p:spPr>
            <a:xfrm flipH="1">
              <a:off x="6855684" y="2511780"/>
              <a:ext cx="343218" cy="215053"/>
            </a:xfrm>
            <a:custGeom>
              <a:avLst/>
              <a:gdLst>
                <a:gd name="csX0" fmla="*/ 413189 w 2093400"/>
                <a:gd name="csY0" fmla="*/ 1311262 h 1311678"/>
                <a:gd name="csX1" fmla="*/ -734 w 2093400"/>
                <a:gd name="csY1" fmla="*/ 875347 h 1311678"/>
                <a:gd name="csX2" fmla="*/ -734 w 2093400"/>
                <a:gd name="csY2" fmla="*/ 435523 h 1311678"/>
                <a:gd name="csX3" fmla="*/ 413189 w 2093400"/>
                <a:gd name="csY3" fmla="*/ -416 h 1311678"/>
                <a:gd name="csX4" fmla="*/ 1678661 w 2093400"/>
                <a:gd name="csY4" fmla="*/ -416 h 1311678"/>
                <a:gd name="csX5" fmla="*/ 2092667 w 2093400"/>
                <a:gd name="csY5" fmla="*/ 435523 h 1311678"/>
                <a:gd name="csX6" fmla="*/ 2092667 w 2093400"/>
                <a:gd name="csY6" fmla="*/ 875347 h 1311678"/>
                <a:gd name="csX7" fmla="*/ 1678661 w 2093400"/>
                <a:gd name="csY7" fmla="*/ 1311262 h 1311678"/>
                <a:gd name="csX8" fmla="*/ 413189 w 2093400"/>
                <a:gd name="csY8" fmla="*/ 1311262 h 13116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093400" h="1311678">
                  <a:moveTo>
                    <a:pt x="413189" y="1311262"/>
                  </a:moveTo>
                  <a:cubicBezTo>
                    <a:pt x="184969" y="1311262"/>
                    <a:pt x="-734" y="1115719"/>
                    <a:pt x="-734" y="875347"/>
                  </a:cubicBezTo>
                  <a:lnTo>
                    <a:pt x="-734" y="435523"/>
                  </a:lnTo>
                  <a:cubicBezTo>
                    <a:pt x="-734" y="195150"/>
                    <a:pt x="184969" y="-416"/>
                    <a:pt x="413189" y="-416"/>
                  </a:cubicBezTo>
                  <a:lnTo>
                    <a:pt x="1678661" y="-416"/>
                  </a:lnTo>
                  <a:cubicBezTo>
                    <a:pt x="1906963" y="-416"/>
                    <a:pt x="2092667" y="195150"/>
                    <a:pt x="2092667" y="435523"/>
                  </a:cubicBezTo>
                  <a:lnTo>
                    <a:pt x="2092667" y="875347"/>
                  </a:lnTo>
                  <a:cubicBezTo>
                    <a:pt x="2092667" y="1115719"/>
                    <a:pt x="1906963" y="1311262"/>
                    <a:pt x="1678661" y="1311262"/>
                  </a:cubicBezTo>
                  <a:lnTo>
                    <a:pt x="413189" y="1311262"/>
                  </a:lnTo>
                  <a:close/>
                </a:path>
              </a:pathLst>
            </a:custGeom>
            <a:solidFill>
              <a:srgbClr val="002163"/>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2" name="Freeform: Shape 161">
              <a:extLst>
                <a:ext uri="{FF2B5EF4-FFF2-40B4-BE49-F238E27FC236}">
                  <a16:creationId xmlns:a16="http://schemas.microsoft.com/office/drawing/2014/main" id="{997BE25D-D923-C93C-2F6A-F4B5E54C35B7}"/>
                </a:ext>
              </a:extLst>
            </p:cNvPr>
            <p:cNvSpPr/>
            <p:nvPr/>
          </p:nvSpPr>
          <p:spPr>
            <a:xfrm flipH="1">
              <a:off x="7095397" y="2600771"/>
              <a:ext cx="37070" cy="37070"/>
            </a:xfrm>
            <a:custGeom>
              <a:avLst/>
              <a:gdLst>
                <a:gd name="csX0" fmla="*/ 225368 w 226102"/>
                <a:gd name="csY0" fmla="*/ 112635 h 226102"/>
                <a:gd name="csX1" fmla="*/ 112317 w 226102"/>
                <a:gd name="csY1" fmla="*/ 225686 h 226102"/>
                <a:gd name="csX2" fmla="*/ -734 w 226102"/>
                <a:gd name="csY2" fmla="*/ 112635 h 226102"/>
                <a:gd name="csX3" fmla="*/ 112317 w 226102"/>
                <a:gd name="csY3" fmla="*/ -416 h 226102"/>
                <a:gd name="csX4" fmla="*/ 225368 w 226102"/>
                <a:gd name="csY4" fmla="*/ 112635 h 226102"/>
              </a:gdLst>
              <a:ahLst/>
              <a:cxnLst>
                <a:cxn ang="0">
                  <a:pos x="csX0" y="csY0"/>
                </a:cxn>
                <a:cxn ang="0">
                  <a:pos x="csX1" y="csY1"/>
                </a:cxn>
                <a:cxn ang="0">
                  <a:pos x="csX2" y="csY2"/>
                </a:cxn>
                <a:cxn ang="0">
                  <a:pos x="csX3" y="csY3"/>
                </a:cxn>
                <a:cxn ang="0">
                  <a:pos x="csX4" y="csY4"/>
                </a:cxn>
              </a:cxnLst>
              <a:rect l="l" t="t" r="r" b="b"/>
              <a:pathLst>
                <a:path w="226102" h="226102">
                  <a:moveTo>
                    <a:pt x="225368" y="112635"/>
                  </a:moveTo>
                  <a:cubicBezTo>
                    <a:pt x="225368" y="175074"/>
                    <a:pt x="174788" y="225686"/>
                    <a:pt x="112317" y="225686"/>
                  </a:cubicBezTo>
                  <a:cubicBezTo>
                    <a:pt x="49927" y="225686"/>
                    <a:pt x="-734" y="175074"/>
                    <a:pt x="-734" y="112635"/>
                  </a:cubicBezTo>
                  <a:cubicBezTo>
                    <a:pt x="-734" y="50204"/>
                    <a:pt x="49927" y="-416"/>
                    <a:pt x="112317" y="-416"/>
                  </a:cubicBezTo>
                  <a:cubicBezTo>
                    <a:pt x="174788" y="-416"/>
                    <a:pt x="225368" y="50204"/>
                    <a:pt x="225368" y="112635"/>
                  </a:cubicBezTo>
                  <a:close/>
                </a:path>
              </a:pathLst>
            </a:custGeom>
            <a:solidFill>
              <a:srgbClr val="FFFF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3" name="Freeform: Shape 162">
              <a:extLst>
                <a:ext uri="{FF2B5EF4-FFF2-40B4-BE49-F238E27FC236}">
                  <a16:creationId xmlns:a16="http://schemas.microsoft.com/office/drawing/2014/main" id="{5B4B81AD-3A3F-9101-24E1-5ACD8F047E4C}"/>
                </a:ext>
              </a:extLst>
            </p:cNvPr>
            <p:cNvSpPr/>
            <p:nvPr/>
          </p:nvSpPr>
          <p:spPr>
            <a:xfrm flipH="1">
              <a:off x="6929290" y="2600771"/>
              <a:ext cx="37070" cy="37070"/>
            </a:xfrm>
            <a:custGeom>
              <a:avLst/>
              <a:gdLst>
                <a:gd name="csX0" fmla="*/ 225368 w 226102"/>
                <a:gd name="csY0" fmla="*/ 112635 h 226102"/>
                <a:gd name="csX1" fmla="*/ 112317 w 226102"/>
                <a:gd name="csY1" fmla="*/ 225686 h 226102"/>
                <a:gd name="csX2" fmla="*/ -734 w 226102"/>
                <a:gd name="csY2" fmla="*/ 112635 h 226102"/>
                <a:gd name="csX3" fmla="*/ 112317 w 226102"/>
                <a:gd name="csY3" fmla="*/ -416 h 226102"/>
                <a:gd name="csX4" fmla="*/ 225368 w 226102"/>
                <a:gd name="csY4" fmla="*/ 112635 h 226102"/>
              </a:gdLst>
              <a:ahLst/>
              <a:cxnLst>
                <a:cxn ang="0">
                  <a:pos x="csX0" y="csY0"/>
                </a:cxn>
                <a:cxn ang="0">
                  <a:pos x="csX1" y="csY1"/>
                </a:cxn>
                <a:cxn ang="0">
                  <a:pos x="csX2" y="csY2"/>
                </a:cxn>
                <a:cxn ang="0">
                  <a:pos x="csX3" y="csY3"/>
                </a:cxn>
                <a:cxn ang="0">
                  <a:pos x="csX4" y="csY4"/>
                </a:cxn>
              </a:cxnLst>
              <a:rect l="l" t="t" r="r" b="b"/>
              <a:pathLst>
                <a:path w="226102" h="226102">
                  <a:moveTo>
                    <a:pt x="225368" y="112635"/>
                  </a:moveTo>
                  <a:cubicBezTo>
                    <a:pt x="225368" y="175074"/>
                    <a:pt x="174788" y="225686"/>
                    <a:pt x="112317" y="225686"/>
                  </a:cubicBezTo>
                  <a:cubicBezTo>
                    <a:pt x="49845" y="225686"/>
                    <a:pt x="-734" y="175074"/>
                    <a:pt x="-734" y="112635"/>
                  </a:cubicBezTo>
                  <a:cubicBezTo>
                    <a:pt x="-734" y="50204"/>
                    <a:pt x="49845" y="-416"/>
                    <a:pt x="112317" y="-416"/>
                  </a:cubicBezTo>
                  <a:cubicBezTo>
                    <a:pt x="174788" y="-416"/>
                    <a:pt x="225368" y="50204"/>
                    <a:pt x="225368" y="112635"/>
                  </a:cubicBezTo>
                  <a:close/>
                </a:path>
              </a:pathLst>
            </a:custGeom>
            <a:solidFill>
              <a:srgbClr val="FFFF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sp>
          <p:nvSpPr>
            <p:cNvPr id="164" name="Freeform: Shape 163">
              <a:extLst>
                <a:ext uri="{FF2B5EF4-FFF2-40B4-BE49-F238E27FC236}">
                  <a16:creationId xmlns:a16="http://schemas.microsoft.com/office/drawing/2014/main" id="{2DE53BB1-F5CD-6644-B91C-AF9C5EFDAAA1}"/>
                </a:ext>
              </a:extLst>
            </p:cNvPr>
            <p:cNvSpPr/>
            <p:nvPr/>
          </p:nvSpPr>
          <p:spPr>
            <a:xfrm flipH="1">
              <a:off x="6693088" y="2544526"/>
              <a:ext cx="72043" cy="129926"/>
            </a:xfrm>
            <a:custGeom>
              <a:avLst/>
              <a:gdLst>
                <a:gd name="csX0" fmla="*/ 219015 w 439417"/>
                <a:gd name="csY0" fmla="*/ -416 h 792465"/>
                <a:gd name="csX1" fmla="*/ -734 w 439417"/>
                <a:gd name="csY1" fmla="*/ 395816 h 792465"/>
                <a:gd name="csX2" fmla="*/ 219015 w 439417"/>
                <a:gd name="csY2" fmla="*/ 792049 h 792465"/>
                <a:gd name="csX3" fmla="*/ 438683 w 439417"/>
                <a:gd name="csY3" fmla="*/ 395816 h 792465"/>
                <a:gd name="csX4" fmla="*/ 219015 w 439417"/>
                <a:gd name="csY4" fmla="*/ -416 h 792465"/>
              </a:gdLst>
              <a:ahLst/>
              <a:cxnLst>
                <a:cxn ang="0">
                  <a:pos x="csX0" y="csY0"/>
                </a:cxn>
                <a:cxn ang="0">
                  <a:pos x="csX1" y="csY1"/>
                </a:cxn>
                <a:cxn ang="0">
                  <a:pos x="csX2" y="csY2"/>
                </a:cxn>
                <a:cxn ang="0">
                  <a:pos x="csX3" y="csY3"/>
                </a:cxn>
                <a:cxn ang="0">
                  <a:pos x="csX4" y="csY4"/>
                </a:cxn>
              </a:cxnLst>
              <a:rect l="l" t="t" r="r" b="b"/>
              <a:pathLst>
                <a:path w="439417" h="792465">
                  <a:moveTo>
                    <a:pt x="219015" y="-416"/>
                  </a:moveTo>
                  <a:cubicBezTo>
                    <a:pt x="95783" y="-416"/>
                    <a:pt x="-734" y="173615"/>
                    <a:pt x="-734" y="395816"/>
                  </a:cubicBezTo>
                  <a:cubicBezTo>
                    <a:pt x="-734" y="618017"/>
                    <a:pt x="95783" y="792049"/>
                    <a:pt x="219015" y="792049"/>
                  </a:cubicBezTo>
                  <a:cubicBezTo>
                    <a:pt x="342247" y="792049"/>
                    <a:pt x="438683" y="618017"/>
                    <a:pt x="438683" y="395816"/>
                  </a:cubicBezTo>
                  <a:cubicBezTo>
                    <a:pt x="438683" y="173615"/>
                    <a:pt x="342247" y="-416"/>
                    <a:pt x="219015" y="-416"/>
                  </a:cubicBezTo>
                  <a:close/>
                </a:path>
              </a:pathLst>
            </a:custGeom>
            <a:solidFill>
              <a:srgbClr val="2060FF"/>
            </a:solidFill>
            <a:ln w="8140" cap="flat">
              <a:noFill/>
              <a:prstDash val="solid"/>
              <a:round/>
            </a:ln>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a:p>
          </p:txBody>
        </p:sp>
      </p:grpSp>
      <p:sp>
        <p:nvSpPr>
          <p:cNvPr id="166" name="Rectangle 165">
            <a:extLst>
              <a:ext uri="{FF2B5EF4-FFF2-40B4-BE49-F238E27FC236}">
                <a16:creationId xmlns:a16="http://schemas.microsoft.com/office/drawing/2014/main" id="{93DE2989-9CFE-DFAC-1D75-FE1F861ACBA7}"/>
              </a:ext>
            </a:extLst>
          </p:cNvPr>
          <p:cNvSpPr/>
          <p:nvPr/>
        </p:nvSpPr>
        <p:spPr>
          <a:xfrm>
            <a:off x="2188041" y="5000906"/>
            <a:ext cx="8983634" cy="269564"/>
          </a:xfrm>
          <a:prstGeom prst="rect">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IN" sz="1600" b="0" i="0" u="none" strike="noStrike" kern="0" cap="none" spc="0" normalizeH="0" baseline="0" noProof="0" err="1">
              <a:ln>
                <a:noFill/>
              </a:ln>
              <a:solidFill>
                <a:srgbClr val="FFFFFF"/>
              </a:solidFill>
              <a:effectLst/>
              <a:uLnTx/>
              <a:uFillTx/>
              <a:latin typeface="Segoe UI"/>
              <a:ea typeface="+mn-ea"/>
              <a:cs typeface="+mn-cs"/>
            </a:endParaRPr>
          </a:p>
        </p:txBody>
      </p:sp>
      <p:sp>
        <p:nvSpPr>
          <p:cNvPr id="167" name="Arrow: Chevron 166">
            <a:extLst>
              <a:ext uri="{FF2B5EF4-FFF2-40B4-BE49-F238E27FC236}">
                <a16:creationId xmlns:a16="http://schemas.microsoft.com/office/drawing/2014/main" id="{55E2B7C7-40A7-C183-EDDC-FDAC23DBCD9D}"/>
              </a:ext>
            </a:extLst>
          </p:cNvPr>
          <p:cNvSpPr/>
          <p:nvPr/>
        </p:nvSpPr>
        <p:spPr>
          <a:xfrm>
            <a:off x="10913688" y="4999882"/>
            <a:ext cx="721100" cy="271612"/>
          </a:xfrm>
          <a:prstGeom prst="chevron">
            <a:avLst/>
          </a:prstGeom>
          <a:solidFill>
            <a:schemeClr val="accent1"/>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IN" sz="1600" b="0" i="0" u="none" strike="noStrike" kern="0" cap="none" spc="0" normalizeH="0" baseline="0" noProof="0" err="1">
              <a:ln>
                <a:noFill/>
              </a:ln>
              <a:solidFill>
                <a:srgbClr val="FFFFFF"/>
              </a:solidFill>
              <a:effectLst/>
              <a:uLnTx/>
              <a:uFillTx/>
              <a:latin typeface="Segoe UI"/>
              <a:ea typeface="+mn-ea"/>
              <a:cs typeface="+mn-cs"/>
            </a:endParaRPr>
          </a:p>
        </p:txBody>
      </p:sp>
      <p:sp>
        <p:nvSpPr>
          <p:cNvPr id="168" name="Arrow: Chevron 167">
            <a:extLst>
              <a:ext uri="{FF2B5EF4-FFF2-40B4-BE49-F238E27FC236}">
                <a16:creationId xmlns:a16="http://schemas.microsoft.com/office/drawing/2014/main" id="{9357B51D-BCE5-4AE3-E6CA-02FEEFAF5EDB}"/>
              </a:ext>
            </a:extLst>
          </p:cNvPr>
          <p:cNvSpPr/>
          <p:nvPr/>
        </p:nvSpPr>
        <p:spPr>
          <a:xfrm>
            <a:off x="8308662" y="4929737"/>
            <a:ext cx="333237" cy="411901"/>
          </a:xfrm>
          <a:prstGeom prst="chevron">
            <a:avLst/>
          </a:prstGeom>
          <a:solidFill>
            <a:srgbClr val="FFFFFF"/>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IN" sz="1600" b="0" i="0" u="none" strike="noStrike" kern="0" cap="none" spc="0" normalizeH="0" baseline="0" noProof="0" err="1">
              <a:ln>
                <a:noFill/>
              </a:ln>
              <a:solidFill>
                <a:srgbClr val="FFFFFF"/>
              </a:solidFill>
              <a:effectLst/>
              <a:uLnTx/>
              <a:uFillTx/>
              <a:latin typeface="Segoe UI"/>
              <a:ea typeface="+mn-ea"/>
              <a:cs typeface="+mn-cs"/>
            </a:endParaRPr>
          </a:p>
        </p:txBody>
      </p:sp>
      <p:grpSp>
        <p:nvGrpSpPr>
          <p:cNvPr id="185" name="Group 184">
            <a:extLst>
              <a:ext uri="{FF2B5EF4-FFF2-40B4-BE49-F238E27FC236}">
                <a16:creationId xmlns:a16="http://schemas.microsoft.com/office/drawing/2014/main" id="{DAF0BCF0-2B86-DDC3-B942-C276C2E73CE5}"/>
              </a:ext>
            </a:extLst>
          </p:cNvPr>
          <p:cNvGrpSpPr/>
          <p:nvPr/>
        </p:nvGrpSpPr>
        <p:grpSpPr>
          <a:xfrm>
            <a:off x="1986609" y="4845805"/>
            <a:ext cx="576072" cy="579766"/>
            <a:chOff x="1986609" y="5187709"/>
            <a:chExt cx="576072" cy="579766"/>
          </a:xfrm>
        </p:grpSpPr>
        <p:grpSp>
          <p:nvGrpSpPr>
            <p:cNvPr id="169" name="Group 168">
              <a:extLst>
                <a:ext uri="{FF2B5EF4-FFF2-40B4-BE49-F238E27FC236}">
                  <a16:creationId xmlns:a16="http://schemas.microsoft.com/office/drawing/2014/main" id="{A0F78772-A2F8-6D21-4456-2E50A66E3E79}"/>
                </a:ext>
              </a:extLst>
            </p:cNvPr>
            <p:cNvGrpSpPr/>
            <p:nvPr/>
          </p:nvGrpSpPr>
          <p:grpSpPr>
            <a:xfrm>
              <a:off x="1986609" y="5187709"/>
              <a:ext cx="576072" cy="579766"/>
              <a:chOff x="556441" y="3828636"/>
              <a:chExt cx="654482" cy="654482"/>
            </a:xfrm>
          </p:grpSpPr>
          <p:sp>
            <p:nvSpPr>
              <p:cNvPr id="175" name="Freeform: Shape 174">
                <a:extLst>
                  <a:ext uri="{FF2B5EF4-FFF2-40B4-BE49-F238E27FC236}">
                    <a16:creationId xmlns:a16="http://schemas.microsoft.com/office/drawing/2014/main" id="{E399FB41-1BBC-5AD5-D736-1CFEE4C93443}"/>
                  </a:ext>
                </a:extLst>
              </p:cNvPr>
              <p:cNvSpPr/>
              <p:nvPr/>
            </p:nvSpPr>
            <p:spPr>
              <a:xfrm rot="10800000">
                <a:off x="556441" y="3828636"/>
                <a:ext cx="654482" cy="654482"/>
              </a:xfrm>
              <a:custGeom>
                <a:avLst/>
                <a:gdLst>
                  <a:gd name="connsiteX0" fmla="*/ 654483 w 654482"/>
                  <a:gd name="connsiteY0" fmla="*/ 327241 h 654482"/>
                  <a:gd name="connsiteX1" fmla="*/ 327242 w 654482"/>
                  <a:gd name="connsiteY1" fmla="*/ 654482 h 654482"/>
                  <a:gd name="connsiteX2" fmla="*/ 0 w 654482"/>
                  <a:gd name="connsiteY2" fmla="*/ 327241 h 654482"/>
                  <a:gd name="connsiteX3" fmla="*/ 327242 w 654482"/>
                  <a:gd name="connsiteY3" fmla="*/ 0 h 654482"/>
                  <a:gd name="connsiteX4" fmla="*/ 654483 w 654482"/>
                  <a:gd name="connsiteY4" fmla="*/ 327241 h 65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482" h="654482">
                    <a:moveTo>
                      <a:pt x="654483" y="327241"/>
                    </a:moveTo>
                    <a:cubicBezTo>
                      <a:pt x="654483" y="507972"/>
                      <a:pt x="507972" y="654482"/>
                      <a:pt x="327242" y="654482"/>
                    </a:cubicBezTo>
                    <a:cubicBezTo>
                      <a:pt x="146511" y="654482"/>
                      <a:pt x="0" y="507972"/>
                      <a:pt x="0" y="327241"/>
                    </a:cubicBezTo>
                    <a:cubicBezTo>
                      <a:pt x="0" y="146511"/>
                      <a:pt x="146511" y="0"/>
                      <a:pt x="327242" y="0"/>
                    </a:cubicBezTo>
                    <a:cubicBezTo>
                      <a:pt x="507972" y="0"/>
                      <a:pt x="654483" y="146511"/>
                      <a:pt x="654483" y="327241"/>
                    </a:cubicBezTo>
                    <a:close/>
                  </a:path>
                </a:pathLst>
              </a:custGeom>
              <a:solidFill>
                <a:srgbClr val="0054A6"/>
              </a:solidFill>
              <a:ln w="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UI"/>
                </a:endParaRPr>
              </a:p>
            </p:txBody>
          </p:sp>
          <p:sp>
            <p:nvSpPr>
              <p:cNvPr id="176" name="Freeform: Shape 175">
                <a:extLst>
                  <a:ext uri="{FF2B5EF4-FFF2-40B4-BE49-F238E27FC236}">
                    <a16:creationId xmlns:a16="http://schemas.microsoft.com/office/drawing/2014/main" id="{96954B4F-FB50-B9FF-5C46-919D0E7450D3}"/>
                  </a:ext>
                </a:extLst>
              </p:cNvPr>
              <p:cNvSpPr/>
              <p:nvPr/>
            </p:nvSpPr>
            <p:spPr>
              <a:xfrm rot="10800000">
                <a:off x="630009" y="3902205"/>
                <a:ext cx="507346" cy="507346"/>
              </a:xfrm>
              <a:custGeom>
                <a:avLst/>
                <a:gdLst>
                  <a:gd name="connsiteX0" fmla="*/ 507347 w 507346"/>
                  <a:gd name="connsiteY0" fmla="*/ 253673 h 507346"/>
                  <a:gd name="connsiteX1" fmla="*/ 253674 w 507346"/>
                  <a:gd name="connsiteY1" fmla="*/ 507346 h 507346"/>
                  <a:gd name="connsiteX2" fmla="*/ 0 w 507346"/>
                  <a:gd name="connsiteY2" fmla="*/ 253673 h 507346"/>
                  <a:gd name="connsiteX3" fmla="*/ 253674 w 507346"/>
                  <a:gd name="connsiteY3" fmla="*/ 0 h 507346"/>
                  <a:gd name="connsiteX4" fmla="*/ 507347 w 507346"/>
                  <a:gd name="connsiteY4" fmla="*/ 253673 h 507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346" h="507346">
                    <a:moveTo>
                      <a:pt x="507347" y="253673"/>
                    </a:moveTo>
                    <a:cubicBezTo>
                      <a:pt x="507347" y="393773"/>
                      <a:pt x="393773" y="507346"/>
                      <a:pt x="253674" y="507346"/>
                    </a:cubicBezTo>
                    <a:cubicBezTo>
                      <a:pt x="113574" y="507346"/>
                      <a:pt x="0" y="393773"/>
                      <a:pt x="0" y="253673"/>
                    </a:cubicBezTo>
                    <a:cubicBezTo>
                      <a:pt x="0" y="113573"/>
                      <a:pt x="113574" y="0"/>
                      <a:pt x="253674" y="0"/>
                    </a:cubicBezTo>
                    <a:cubicBezTo>
                      <a:pt x="393773" y="0"/>
                      <a:pt x="507347" y="113573"/>
                      <a:pt x="507347" y="253673"/>
                    </a:cubicBezTo>
                    <a:close/>
                  </a:path>
                </a:pathLst>
              </a:custGeom>
              <a:solidFill>
                <a:srgbClr val="FFFFFF"/>
              </a:solidFill>
              <a:ln w="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UI"/>
                </a:endParaRPr>
              </a:p>
            </p:txBody>
          </p:sp>
        </p:grpSp>
        <p:sp>
          <p:nvSpPr>
            <p:cNvPr id="170" name="TextBox 169">
              <a:extLst>
                <a:ext uri="{FF2B5EF4-FFF2-40B4-BE49-F238E27FC236}">
                  <a16:creationId xmlns:a16="http://schemas.microsoft.com/office/drawing/2014/main" id="{D5BB267B-E917-18A3-7E08-BB3E2D01E301}"/>
                </a:ext>
              </a:extLst>
            </p:cNvPr>
            <p:cNvSpPr txBox="1">
              <a:spLocks/>
            </p:cNvSpPr>
            <p:nvPr/>
          </p:nvSpPr>
          <p:spPr>
            <a:xfrm>
              <a:off x="2162838" y="5254958"/>
              <a:ext cx="200376" cy="430887"/>
            </a:xfrm>
            <a:prstGeom prst="rect">
              <a:avLst/>
            </a:prstGeom>
          </p:spPr>
          <p:txBody>
            <a:bodyPr vert="horz" wrap="non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de-DE" sz="2800" b="1">
                  <a:solidFill>
                    <a:schemeClr val="accent5"/>
                  </a:solidFill>
                  <a:latin typeface="Arial"/>
                </a:rPr>
                <a:t>1</a:t>
              </a:r>
              <a:endParaRPr kumimoji="0" lang="de-DE" sz="2800" b="1" i="0" u="none" strike="noStrike" kern="1200" cap="none" spc="0" normalizeH="0" baseline="0" noProof="0">
                <a:ln>
                  <a:noFill/>
                </a:ln>
                <a:solidFill>
                  <a:schemeClr val="accent5"/>
                </a:solidFill>
                <a:effectLst/>
                <a:uLnTx/>
                <a:uFillTx/>
                <a:latin typeface="Arial"/>
                <a:ea typeface="+mn-ea"/>
                <a:cs typeface="Arial" panose="020B0604020202020204" pitchFamily="34" charset="0"/>
              </a:endParaRPr>
            </a:p>
          </p:txBody>
        </p:sp>
      </p:grpSp>
      <p:grpSp>
        <p:nvGrpSpPr>
          <p:cNvPr id="187" name="Group 186">
            <a:extLst>
              <a:ext uri="{FF2B5EF4-FFF2-40B4-BE49-F238E27FC236}">
                <a16:creationId xmlns:a16="http://schemas.microsoft.com/office/drawing/2014/main" id="{7E4D1164-8E31-6A93-1964-91574B835F5A}"/>
              </a:ext>
            </a:extLst>
          </p:cNvPr>
          <p:cNvGrpSpPr/>
          <p:nvPr/>
        </p:nvGrpSpPr>
        <p:grpSpPr>
          <a:xfrm>
            <a:off x="5933236" y="4845805"/>
            <a:ext cx="576072" cy="579766"/>
            <a:chOff x="7346005" y="5187709"/>
            <a:chExt cx="576072" cy="579766"/>
          </a:xfrm>
        </p:grpSpPr>
        <p:grpSp>
          <p:nvGrpSpPr>
            <p:cNvPr id="171" name="Group 170">
              <a:extLst>
                <a:ext uri="{FF2B5EF4-FFF2-40B4-BE49-F238E27FC236}">
                  <a16:creationId xmlns:a16="http://schemas.microsoft.com/office/drawing/2014/main" id="{BF374EC0-4AA0-BA0E-9C34-BC603A70D6FD}"/>
                </a:ext>
              </a:extLst>
            </p:cNvPr>
            <p:cNvGrpSpPr/>
            <p:nvPr/>
          </p:nvGrpSpPr>
          <p:grpSpPr>
            <a:xfrm>
              <a:off x="7346005" y="5187709"/>
              <a:ext cx="576072" cy="579766"/>
              <a:chOff x="556441" y="3828636"/>
              <a:chExt cx="654482" cy="654482"/>
            </a:xfrm>
          </p:grpSpPr>
          <p:sp>
            <p:nvSpPr>
              <p:cNvPr id="173" name="Freeform: Shape 172">
                <a:extLst>
                  <a:ext uri="{FF2B5EF4-FFF2-40B4-BE49-F238E27FC236}">
                    <a16:creationId xmlns:a16="http://schemas.microsoft.com/office/drawing/2014/main" id="{00C8114F-81BB-A92C-A3D7-91BD6EA9D57D}"/>
                  </a:ext>
                </a:extLst>
              </p:cNvPr>
              <p:cNvSpPr/>
              <p:nvPr/>
            </p:nvSpPr>
            <p:spPr>
              <a:xfrm rot="10800000">
                <a:off x="556441" y="3828636"/>
                <a:ext cx="654482" cy="654482"/>
              </a:xfrm>
              <a:custGeom>
                <a:avLst/>
                <a:gdLst>
                  <a:gd name="connsiteX0" fmla="*/ 654483 w 654482"/>
                  <a:gd name="connsiteY0" fmla="*/ 327241 h 654482"/>
                  <a:gd name="connsiteX1" fmla="*/ 327242 w 654482"/>
                  <a:gd name="connsiteY1" fmla="*/ 654482 h 654482"/>
                  <a:gd name="connsiteX2" fmla="*/ 0 w 654482"/>
                  <a:gd name="connsiteY2" fmla="*/ 327241 h 654482"/>
                  <a:gd name="connsiteX3" fmla="*/ 327242 w 654482"/>
                  <a:gd name="connsiteY3" fmla="*/ 0 h 654482"/>
                  <a:gd name="connsiteX4" fmla="*/ 654483 w 654482"/>
                  <a:gd name="connsiteY4" fmla="*/ 327241 h 65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482" h="654482">
                    <a:moveTo>
                      <a:pt x="654483" y="327241"/>
                    </a:moveTo>
                    <a:cubicBezTo>
                      <a:pt x="654483" y="507972"/>
                      <a:pt x="507972" y="654482"/>
                      <a:pt x="327242" y="654482"/>
                    </a:cubicBezTo>
                    <a:cubicBezTo>
                      <a:pt x="146511" y="654482"/>
                      <a:pt x="0" y="507972"/>
                      <a:pt x="0" y="327241"/>
                    </a:cubicBezTo>
                    <a:cubicBezTo>
                      <a:pt x="0" y="146511"/>
                      <a:pt x="146511" y="0"/>
                      <a:pt x="327242" y="0"/>
                    </a:cubicBezTo>
                    <a:cubicBezTo>
                      <a:pt x="507972" y="0"/>
                      <a:pt x="654483" y="146511"/>
                      <a:pt x="654483" y="327241"/>
                    </a:cubicBezTo>
                    <a:close/>
                  </a:path>
                </a:pathLst>
              </a:custGeom>
              <a:solidFill>
                <a:srgbClr val="0054A6"/>
              </a:solidFill>
              <a:ln w="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UI"/>
                </a:endParaRPr>
              </a:p>
            </p:txBody>
          </p:sp>
          <p:sp>
            <p:nvSpPr>
              <p:cNvPr id="174" name="Freeform: Shape 173">
                <a:extLst>
                  <a:ext uri="{FF2B5EF4-FFF2-40B4-BE49-F238E27FC236}">
                    <a16:creationId xmlns:a16="http://schemas.microsoft.com/office/drawing/2014/main" id="{002AD050-EB2B-1F53-9E24-6561338EB853}"/>
                  </a:ext>
                </a:extLst>
              </p:cNvPr>
              <p:cNvSpPr/>
              <p:nvPr/>
            </p:nvSpPr>
            <p:spPr>
              <a:xfrm rot="10800000">
                <a:off x="630009" y="3902205"/>
                <a:ext cx="507346" cy="507346"/>
              </a:xfrm>
              <a:custGeom>
                <a:avLst/>
                <a:gdLst>
                  <a:gd name="connsiteX0" fmla="*/ 507347 w 507346"/>
                  <a:gd name="connsiteY0" fmla="*/ 253673 h 507346"/>
                  <a:gd name="connsiteX1" fmla="*/ 253674 w 507346"/>
                  <a:gd name="connsiteY1" fmla="*/ 507346 h 507346"/>
                  <a:gd name="connsiteX2" fmla="*/ 0 w 507346"/>
                  <a:gd name="connsiteY2" fmla="*/ 253673 h 507346"/>
                  <a:gd name="connsiteX3" fmla="*/ 253674 w 507346"/>
                  <a:gd name="connsiteY3" fmla="*/ 0 h 507346"/>
                  <a:gd name="connsiteX4" fmla="*/ 507347 w 507346"/>
                  <a:gd name="connsiteY4" fmla="*/ 253673 h 507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346" h="507346">
                    <a:moveTo>
                      <a:pt x="507347" y="253673"/>
                    </a:moveTo>
                    <a:cubicBezTo>
                      <a:pt x="507347" y="393773"/>
                      <a:pt x="393773" y="507346"/>
                      <a:pt x="253674" y="507346"/>
                    </a:cubicBezTo>
                    <a:cubicBezTo>
                      <a:pt x="113574" y="507346"/>
                      <a:pt x="0" y="393773"/>
                      <a:pt x="0" y="253673"/>
                    </a:cubicBezTo>
                    <a:cubicBezTo>
                      <a:pt x="0" y="113573"/>
                      <a:pt x="113574" y="0"/>
                      <a:pt x="253674" y="0"/>
                    </a:cubicBezTo>
                    <a:cubicBezTo>
                      <a:pt x="393773" y="0"/>
                      <a:pt x="507347" y="113573"/>
                      <a:pt x="507347" y="253673"/>
                    </a:cubicBezTo>
                    <a:close/>
                  </a:path>
                </a:pathLst>
              </a:custGeom>
              <a:solidFill>
                <a:srgbClr val="FFFFFF"/>
              </a:solidFill>
              <a:ln w="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UI"/>
                </a:endParaRPr>
              </a:p>
            </p:txBody>
          </p:sp>
        </p:grpSp>
        <p:sp>
          <p:nvSpPr>
            <p:cNvPr id="172" name="TextBox 171">
              <a:extLst>
                <a:ext uri="{FF2B5EF4-FFF2-40B4-BE49-F238E27FC236}">
                  <a16:creationId xmlns:a16="http://schemas.microsoft.com/office/drawing/2014/main" id="{ED966700-2BA0-D558-8014-D8A843E429DF}"/>
                </a:ext>
              </a:extLst>
            </p:cNvPr>
            <p:cNvSpPr txBox="1">
              <a:spLocks/>
            </p:cNvSpPr>
            <p:nvPr/>
          </p:nvSpPr>
          <p:spPr>
            <a:xfrm>
              <a:off x="7507593" y="5252105"/>
              <a:ext cx="265572" cy="430887"/>
            </a:xfrm>
            <a:prstGeom prst="rect">
              <a:avLst/>
            </a:prstGeom>
          </p:spPr>
          <p:txBody>
            <a:bodyPr vert="horz" wrap="non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de-DE" sz="2800" b="1">
                  <a:solidFill>
                    <a:schemeClr val="accent5"/>
                  </a:solidFill>
                  <a:latin typeface="Arial"/>
                </a:rPr>
                <a:t>3</a:t>
              </a:r>
              <a:endParaRPr kumimoji="0" lang="de-DE" sz="2800" b="1" i="0" u="none" strike="noStrike" kern="1200" cap="none" spc="0" normalizeH="0" baseline="0" noProof="0">
                <a:ln>
                  <a:noFill/>
                </a:ln>
                <a:solidFill>
                  <a:schemeClr val="accent5"/>
                </a:solidFill>
                <a:effectLst/>
                <a:uLnTx/>
                <a:uFillTx/>
                <a:latin typeface="Arial"/>
                <a:ea typeface="+mn-ea"/>
                <a:cs typeface="Arial" panose="020B0604020202020204" pitchFamily="34" charset="0"/>
              </a:endParaRPr>
            </a:p>
          </p:txBody>
        </p:sp>
      </p:grpSp>
      <p:grpSp>
        <p:nvGrpSpPr>
          <p:cNvPr id="188" name="Group 187">
            <a:extLst>
              <a:ext uri="{FF2B5EF4-FFF2-40B4-BE49-F238E27FC236}">
                <a16:creationId xmlns:a16="http://schemas.microsoft.com/office/drawing/2014/main" id="{0AB5EEB7-97E8-8778-5669-01107FEC1499}"/>
              </a:ext>
            </a:extLst>
          </p:cNvPr>
          <p:cNvGrpSpPr/>
          <p:nvPr/>
        </p:nvGrpSpPr>
        <p:grpSpPr>
          <a:xfrm>
            <a:off x="8883921" y="4845805"/>
            <a:ext cx="576072" cy="579766"/>
            <a:chOff x="10003959" y="5187709"/>
            <a:chExt cx="576072" cy="579766"/>
          </a:xfrm>
        </p:grpSpPr>
        <p:grpSp>
          <p:nvGrpSpPr>
            <p:cNvPr id="177" name="Group 176">
              <a:extLst>
                <a:ext uri="{FF2B5EF4-FFF2-40B4-BE49-F238E27FC236}">
                  <a16:creationId xmlns:a16="http://schemas.microsoft.com/office/drawing/2014/main" id="{D704C6D9-9245-E009-98B4-918663F77720}"/>
                </a:ext>
              </a:extLst>
            </p:cNvPr>
            <p:cNvGrpSpPr/>
            <p:nvPr/>
          </p:nvGrpSpPr>
          <p:grpSpPr>
            <a:xfrm>
              <a:off x="10003959" y="5187709"/>
              <a:ext cx="576072" cy="579766"/>
              <a:chOff x="556441" y="3828636"/>
              <a:chExt cx="654482" cy="654482"/>
            </a:xfrm>
          </p:grpSpPr>
          <p:sp>
            <p:nvSpPr>
              <p:cNvPr id="178" name="Freeform: Shape 177">
                <a:extLst>
                  <a:ext uri="{FF2B5EF4-FFF2-40B4-BE49-F238E27FC236}">
                    <a16:creationId xmlns:a16="http://schemas.microsoft.com/office/drawing/2014/main" id="{44C6888F-414A-C6CE-79D4-BC5B9EC1FC20}"/>
                  </a:ext>
                </a:extLst>
              </p:cNvPr>
              <p:cNvSpPr/>
              <p:nvPr/>
            </p:nvSpPr>
            <p:spPr>
              <a:xfrm rot="10800000">
                <a:off x="556441" y="3828636"/>
                <a:ext cx="654482" cy="654482"/>
              </a:xfrm>
              <a:custGeom>
                <a:avLst/>
                <a:gdLst>
                  <a:gd name="connsiteX0" fmla="*/ 654483 w 654482"/>
                  <a:gd name="connsiteY0" fmla="*/ 327241 h 654482"/>
                  <a:gd name="connsiteX1" fmla="*/ 327242 w 654482"/>
                  <a:gd name="connsiteY1" fmla="*/ 654482 h 654482"/>
                  <a:gd name="connsiteX2" fmla="*/ 0 w 654482"/>
                  <a:gd name="connsiteY2" fmla="*/ 327241 h 654482"/>
                  <a:gd name="connsiteX3" fmla="*/ 327242 w 654482"/>
                  <a:gd name="connsiteY3" fmla="*/ 0 h 654482"/>
                  <a:gd name="connsiteX4" fmla="*/ 654483 w 654482"/>
                  <a:gd name="connsiteY4" fmla="*/ 327241 h 65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482" h="654482">
                    <a:moveTo>
                      <a:pt x="654483" y="327241"/>
                    </a:moveTo>
                    <a:cubicBezTo>
                      <a:pt x="654483" y="507972"/>
                      <a:pt x="507972" y="654482"/>
                      <a:pt x="327242" y="654482"/>
                    </a:cubicBezTo>
                    <a:cubicBezTo>
                      <a:pt x="146511" y="654482"/>
                      <a:pt x="0" y="507972"/>
                      <a:pt x="0" y="327241"/>
                    </a:cubicBezTo>
                    <a:cubicBezTo>
                      <a:pt x="0" y="146511"/>
                      <a:pt x="146511" y="0"/>
                      <a:pt x="327242" y="0"/>
                    </a:cubicBezTo>
                    <a:cubicBezTo>
                      <a:pt x="507972" y="0"/>
                      <a:pt x="654483" y="146511"/>
                      <a:pt x="654483" y="327241"/>
                    </a:cubicBezTo>
                    <a:close/>
                  </a:path>
                </a:pathLst>
              </a:custGeom>
              <a:solidFill>
                <a:srgbClr val="0054A6"/>
              </a:solidFill>
              <a:ln w="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UI"/>
                </a:endParaRPr>
              </a:p>
            </p:txBody>
          </p:sp>
          <p:sp>
            <p:nvSpPr>
              <p:cNvPr id="179" name="Freeform: Shape 178">
                <a:extLst>
                  <a:ext uri="{FF2B5EF4-FFF2-40B4-BE49-F238E27FC236}">
                    <a16:creationId xmlns:a16="http://schemas.microsoft.com/office/drawing/2014/main" id="{93BDC8E3-F940-C593-8D4D-989501EF0728}"/>
                  </a:ext>
                </a:extLst>
              </p:cNvPr>
              <p:cNvSpPr/>
              <p:nvPr/>
            </p:nvSpPr>
            <p:spPr>
              <a:xfrm rot="10800000">
                <a:off x="630009" y="3902205"/>
                <a:ext cx="507346" cy="507346"/>
              </a:xfrm>
              <a:custGeom>
                <a:avLst/>
                <a:gdLst>
                  <a:gd name="connsiteX0" fmla="*/ 507347 w 507346"/>
                  <a:gd name="connsiteY0" fmla="*/ 253673 h 507346"/>
                  <a:gd name="connsiteX1" fmla="*/ 253674 w 507346"/>
                  <a:gd name="connsiteY1" fmla="*/ 507346 h 507346"/>
                  <a:gd name="connsiteX2" fmla="*/ 0 w 507346"/>
                  <a:gd name="connsiteY2" fmla="*/ 253673 h 507346"/>
                  <a:gd name="connsiteX3" fmla="*/ 253674 w 507346"/>
                  <a:gd name="connsiteY3" fmla="*/ 0 h 507346"/>
                  <a:gd name="connsiteX4" fmla="*/ 507347 w 507346"/>
                  <a:gd name="connsiteY4" fmla="*/ 253673 h 507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346" h="507346">
                    <a:moveTo>
                      <a:pt x="507347" y="253673"/>
                    </a:moveTo>
                    <a:cubicBezTo>
                      <a:pt x="507347" y="393773"/>
                      <a:pt x="393773" y="507346"/>
                      <a:pt x="253674" y="507346"/>
                    </a:cubicBezTo>
                    <a:cubicBezTo>
                      <a:pt x="113574" y="507346"/>
                      <a:pt x="0" y="393773"/>
                      <a:pt x="0" y="253673"/>
                    </a:cubicBezTo>
                    <a:cubicBezTo>
                      <a:pt x="0" y="113573"/>
                      <a:pt x="113574" y="0"/>
                      <a:pt x="253674" y="0"/>
                    </a:cubicBezTo>
                    <a:cubicBezTo>
                      <a:pt x="393773" y="0"/>
                      <a:pt x="507347" y="113573"/>
                      <a:pt x="507347" y="253673"/>
                    </a:cubicBezTo>
                    <a:close/>
                  </a:path>
                </a:pathLst>
              </a:custGeom>
              <a:solidFill>
                <a:srgbClr val="FFFFFF"/>
              </a:solidFill>
              <a:ln w="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UI"/>
                </a:endParaRPr>
              </a:p>
            </p:txBody>
          </p:sp>
        </p:grpSp>
        <p:sp>
          <p:nvSpPr>
            <p:cNvPr id="180" name="TextBox 179">
              <a:extLst>
                <a:ext uri="{FF2B5EF4-FFF2-40B4-BE49-F238E27FC236}">
                  <a16:creationId xmlns:a16="http://schemas.microsoft.com/office/drawing/2014/main" id="{7A23C09B-56BD-C51D-93E5-034A05BFEFBB}"/>
                </a:ext>
              </a:extLst>
            </p:cNvPr>
            <p:cNvSpPr txBox="1">
              <a:spLocks/>
            </p:cNvSpPr>
            <p:nvPr/>
          </p:nvSpPr>
          <p:spPr>
            <a:xfrm>
              <a:off x="10165547" y="5252105"/>
              <a:ext cx="200376" cy="430887"/>
            </a:xfrm>
            <a:prstGeom prst="rect">
              <a:avLst/>
            </a:prstGeom>
          </p:spPr>
          <p:txBody>
            <a:bodyPr vert="horz" wrap="non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de-DE" sz="2800" b="1">
                  <a:solidFill>
                    <a:schemeClr val="accent5"/>
                  </a:solidFill>
                  <a:latin typeface="Arial"/>
                </a:rPr>
                <a:t>4</a:t>
              </a:r>
              <a:endParaRPr kumimoji="0" lang="de-DE" sz="2800" b="1" i="0" u="none" strike="noStrike" kern="1200" cap="none" spc="0" normalizeH="0" baseline="0" noProof="0">
                <a:ln>
                  <a:noFill/>
                </a:ln>
                <a:solidFill>
                  <a:schemeClr val="accent5"/>
                </a:solidFill>
                <a:effectLst/>
                <a:uLnTx/>
                <a:uFillTx/>
                <a:latin typeface="Arial"/>
                <a:ea typeface="+mn-ea"/>
                <a:cs typeface="Arial" panose="020B0604020202020204" pitchFamily="34" charset="0"/>
              </a:endParaRPr>
            </a:p>
          </p:txBody>
        </p:sp>
      </p:grpSp>
      <p:grpSp>
        <p:nvGrpSpPr>
          <p:cNvPr id="186" name="Group 185">
            <a:extLst>
              <a:ext uri="{FF2B5EF4-FFF2-40B4-BE49-F238E27FC236}">
                <a16:creationId xmlns:a16="http://schemas.microsoft.com/office/drawing/2014/main" id="{F42D0A4B-7F07-ECE3-CC4F-BB46480194A1}"/>
              </a:ext>
            </a:extLst>
          </p:cNvPr>
          <p:cNvGrpSpPr/>
          <p:nvPr/>
        </p:nvGrpSpPr>
        <p:grpSpPr>
          <a:xfrm>
            <a:off x="4048775" y="4845805"/>
            <a:ext cx="576072" cy="579766"/>
            <a:chOff x="4066294" y="5187709"/>
            <a:chExt cx="576072" cy="579766"/>
          </a:xfrm>
        </p:grpSpPr>
        <p:grpSp>
          <p:nvGrpSpPr>
            <p:cNvPr id="181" name="Group 180">
              <a:extLst>
                <a:ext uri="{FF2B5EF4-FFF2-40B4-BE49-F238E27FC236}">
                  <a16:creationId xmlns:a16="http://schemas.microsoft.com/office/drawing/2014/main" id="{A5BAFD31-FDDD-8B9B-2C9E-BE87DA3AAF71}"/>
                </a:ext>
              </a:extLst>
            </p:cNvPr>
            <p:cNvGrpSpPr/>
            <p:nvPr/>
          </p:nvGrpSpPr>
          <p:grpSpPr>
            <a:xfrm>
              <a:off x="4066294" y="5187709"/>
              <a:ext cx="576072" cy="579766"/>
              <a:chOff x="556441" y="3828636"/>
              <a:chExt cx="654482" cy="654482"/>
            </a:xfrm>
          </p:grpSpPr>
          <p:sp>
            <p:nvSpPr>
              <p:cNvPr id="182" name="Freeform: Shape 181">
                <a:extLst>
                  <a:ext uri="{FF2B5EF4-FFF2-40B4-BE49-F238E27FC236}">
                    <a16:creationId xmlns:a16="http://schemas.microsoft.com/office/drawing/2014/main" id="{5B0D5E5E-E933-C3BD-63B5-C8D29ACE38DF}"/>
                  </a:ext>
                </a:extLst>
              </p:cNvPr>
              <p:cNvSpPr/>
              <p:nvPr/>
            </p:nvSpPr>
            <p:spPr>
              <a:xfrm rot="10800000">
                <a:off x="556441" y="3828636"/>
                <a:ext cx="654482" cy="654482"/>
              </a:xfrm>
              <a:custGeom>
                <a:avLst/>
                <a:gdLst>
                  <a:gd name="connsiteX0" fmla="*/ 654483 w 654482"/>
                  <a:gd name="connsiteY0" fmla="*/ 327241 h 654482"/>
                  <a:gd name="connsiteX1" fmla="*/ 327242 w 654482"/>
                  <a:gd name="connsiteY1" fmla="*/ 654482 h 654482"/>
                  <a:gd name="connsiteX2" fmla="*/ 0 w 654482"/>
                  <a:gd name="connsiteY2" fmla="*/ 327241 h 654482"/>
                  <a:gd name="connsiteX3" fmla="*/ 327242 w 654482"/>
                  <a:gd name="connsiteY3" fmla="*/ 0 h 654482"/>
                  <a:gd name="connsiteX4" fmla="*/ 654483 w 654482"/>
                  <a:gd name="connsiteY4" fmla="*/ 327241 h 65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4482" h="654482">
                    <a:moveTo>
                      <a:pt x="654483" y="327241"/>
                    </a:moveTo>
                    <a:cubicBezTo>
                      <a:pt x="654483" y="507972"/>
                      <a:pt x="507972" y="654482"/>
                      <a:pt x="327242" y="654482"/>
                    </a:cubicBezTo>
                    <a:cubicBezTo>
                      <a:pt x="146511" y="654482"/>
                      <a:pt x="0" y="507972"/>
                      <a:pt x="0" y="327241"/>
                    </a:cubicBezTo>
                    <a:cubicBezTo>
                      <a:pt x="0" y="146511"/>
                      <a:pt x="146511" y="0"/>
                      <a:pt x="327242" y="0"/>
                    </a:cubicBezTo>
                    <a:cubicBezTo>
                      <a:pt x="507972" y="0"/>
                      <a:pt x="654483" y="146511"/>
                      <a:pt x="654483" y="327241"/>
                    </a:cubicBezTo>
                    <a:close/>
                  </a:path>
                </a:pathLst>
              </a:custGeom>
              <a:solidFill>
                <a:srgbClr val="0054A6"/>
              </a:solidFill>
              <a:ln w="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UI"/>
                </a:endParaRPr>
              </a:p>
            </p:txBody>
          </p:sp>
          <p:sp>
            <p:nvSpPr>
              <p:cNvPr id="183" name="Freeform: Shape 182">
                <a:extLst>
                  <a:ext uri="{FF2B5EF4-FFF2-40B4-BE49-F238E27FC236}">
                    <a16:creationId xmlns:a16="http://schemas.microsoft.com/office/drawing/2014/main" id="{AEA8EEBF-1710-233E-D8A3-E3915BFDE51E}"/>
                  </a:ext>
                </a:extLst>
              </p:cNvPr>
              <p:cNvSpPr/>
              <p:nvPr/>
            </p:nvSpPr>
            <p:spPr>
              <a:xfrm rot="10800000">
                <a:off x="630009" y="3902205"/>
                <a:ext cx="507346" cy="507346"/>
              </a:xfrm>
              <a:custGeom>
                <a:avLst/>
                <a:gdLst>
                  <a:gd name="connsiteX0" fmla="*/ 507347 w 507346"/>
                  <a:gd name="connsiteY0" fmla="*/ 253673 h 507346"/>
                  <a:gd name="connsiteX1" fmla="*/ 253674 w 507346"/>
                  <a:gd name="connsiteY1" fmla="*/ 507346 h 507346"/>
                  <a:gd name="connsiteX2" fmla="*/ 0 w 507346"/>
                  <a:gd name="connsiteY2" fmla="*/ 253673 h 507346"/>
                  <a:gd name="connsiteX3" fmla="*/ 253674 w 507346"/>
                  <a:gd name="connsiteY3" fmla="*/ 0 h 507346"/>
                  <a:gd name="connsiteX4" fmla="*/ 507347 w 507346"/>
                  <a:gd name="connsiteY4" fmla="*/ 253673 h 50734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7346" h="507346">
                    <a:moveTo>
                      <a:pt x="507347" y="253673"/>
                    </a:moveTo>
                    <a:cubicBezTo>
                      <a:pt x="507347" y="393773"/>
                      <a:pt x="393773" y="507346"/>
                      <a:pt x="253674" y="507346"/>
                    </a:cubicBezTo>
                    <a:cubicBezTo>
                      <a:pt x="113574" y="507346"/>
                      <a:pt x="0" y="393773"/>
                      <a:pt x="0" y="253673"/>
                    </a:cubicBezTo>
                    <a:cubicBezTo>
                      <a:pt x="0" y="113573"/>
                      <a:pt x="113574" y="0"/>
                      <a:pt x="253674" y="0"/>
                    </a:cubicBezTo>
                    <a:cubicBezTo>
                      <a:pt x="393773" y="0"/>
                      <a:pt x="507347" y="113573"/>
                      <a:pt x="507347" y="253673"/>
                    </a:cubicBezTo>
                    <a:close/>
                  </a:path>
                </a:pathLst>
              </a:custGeom>
              <a:solidFill>
                <a:srgbClr val="FFFFFF"/>
              </a:solidFill>
              <a:ln w="0" cap="flat">
                <a:noFill/>
                <a:prstDash val="solid"/>
                <a:miter/>
              </a:ln>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000000"/>
                  </a:solidFill>
                  <a:effectLst/>
                  <a:uLnTx/>
                  <a:uFillTx/>
                  <a:latin typeface="Segoe UI"/>
                </a:endParaRPr>
              </a:p>
            </p:txBody>
          </p:sp>
        </p:grpSp>
        <p:sp>
          <p:nvSpPr>
            <p:cNvPr id="184" name="TextBox 183">
              <a:extLst>
                <a:ext uri="{FF2B5EF4-FFF2-40B4-BE49-F238E27FC236}">
                  <a16:creationId xmlns:a16="http://schemas.microsoft.com/office/drawing/2014/main" id="{FD358B7C-7090-33DB-94C9-E0581B34A141}"/>
                </a:ext>
              </a:extLst>
            </p:cNvPr>
            <p:cNvSpPr txBox="1">
              <a:spLocks/>
            </p:cNvSpPr>
            <p:nvPr/>
          </p:nvSpPr>
          <p:spPr>
            <a:xfrm>
              <a:off x="4242523" y="5254958"/>
              <a:ext cx="265572" cy="430887"/>
            </a:xfrm>
            <a:prstGeom prst="rect">
              <a:avLst/>
            </a:prstGeom>
          </p:spPr>
          <p:txBody>
            <a:bodyPr vert="horz" wrap="none" lIns="0" tIns="0" rIns="0" bIns="0" rtlCol="0" anchor="ctr" anchorCtr="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lang="de-DE" sz="2800" b="1">
                  <a:solidFill>
                    <a:schemeClr val="accent5"/>
                  </a:solidFill>
                  <a:latin typeface="Arial"/>
                </a:rPr>
                <a:t>2</a:t>
              </a:r>
              <a:endParaRPr kumimoji="0" lang="de-DE" sz="2800" b="1" i="0" u="none" strike="noStrike" kern="1200" cap="none" spc="0" normalizeH="0" baseline="0" noProof="0">
                <a:ln>
                  <a:noFill/>
                </a:ln>
                <a:solidFill>
                  <a:schemeClr val="accent5"/>
                </a:solidFill>
                <a:effectLst/>
                <a:uLnTx/>
                <a:uFillTx/>
                <a:latin typeface="Arial"/>
                <a:ea typeface="+mn-ea"/>
                <a:cs typeface="Arial" panose="020B0604020202020204" pitchFamily="34" charset="0"/>
              </a:endParaRPr>
            </a:p>
          </p:txBody>
        </p:sp>
      </p:grpSp>
      <p:sp>
        <p:nvSpPr>
          <p:cNvPr id="189" name="Arrow: Chevron 188">
            <a:extLst>
              <a:ext uri="{FF2B5EF4-FFF2-40B4-BE49-F238E27FC236}">
                <a16:creationId xmlns:a16="http://schemas.microsoft.com/office/drawing/2014/main" id="{AC7A82D3-3670-1AE7-6BDD-BEC995209ECA}"/>
              </a:ext>
            </a:extLst>
          </p:cNvPr>
          <p:cNvSpPr/>
          <p:nvPr/>
        </p:nvSpPr>
        <p:spPr>
          <a:xfrm>
            <a:off x="5287165" y="4929737"/>
            <a:ext cx="333237" cy="411901"/>
          </a:xfrm>
          <a:prstGeom prst="chevron">
            <a:avLst/>
          </a:prstGeom>
          <a:solidFill>
            <a:srgbClr val="FFFFFF"/>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IN" sz="1600" b="0" i="0" u="none" strike="noStrike" kern="0" cap="none" spc="0" normalizeH="0" baseline="0" noProof="0" err="1">
              <a:ln>
                <a:noFill/>
              </a:ln>
              <a:solidFill>
                <a:srgbClr val="FFFFFF"/>
              </a:solidFill>
              <a:effectLst/>
              <a:uLnTx/>
              <a:uFillTx/>
              <a:latin typeface="Segoe UI"/>
              <a:ea typeface="+mn-ea"/>
              <a:cs typeface="+mn-cs"/>
            </a:endParaRPr>
          </a:p>
        </p:txBody>
      </p:sp>
      <p:sp>
        <p:nvSpPr>
          <p:cNvPr id="190" name="Arrow: Chevron 189">
            <a:extLst>
              <a:ext uri="{FF2B5EF4-FFF2-40B4-BE49-F238E27FC236}">
                <a16:creationId xmlns:a16="http://schemas.microsoft.com/office/drawing/2014/main" id="{3CA762A0-DAF4-B627-1635-EF7779ADD8A0}"/>
              </a:ext>
            </a:extLst>
          </p:cNvPr>
          <p:cNvSpPr/>
          <p:nvPr/>
        </p:nvSpPr>
        <p:spPr>
          <a:xfrm>
            <a:off x="3476126" y="4929737"/>
            <a:ext cx="333237" cy="411901"/>
          </a:xfrm>
          <a:prstGeom prst="chevron">
            <a:avLst/>
          </a:prstGeom>
          <a:solidFill>
            <a:srgbClr val="FFFFFF"/>
          </a:solidFill>
          <a:ln w="6350" cap="sq"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300"/>
              </a:spcBef>
              <a:spcAft>
                <a:spcPts val="300"/>
              </a:spcAft>
              <a:buClrTx/>
              <a:buSzTx/>
              <a:buFontTx/>
              <a:buNone/>
              <a:tabLst/>
              <a:defRPr/>
            </a:pPr>
            <a:endParaRPr kumimoji="0" lang="en-IN" sz="1600" b="0" i="0" u="none" strike="noStrike" kern="0" cap="none" spc="0" normalizeH="0" baseline="0" noProof="0" err="1">
              <a:ln>
                <a:noFill/>
              </a:ln>
              <a:solidFill>
                <a:srgbClr val="FFFFFF"/>
              </a:solidFill>
              <a:effectLst/>
              <a:uLnTx/>
              <a:uFillTx/>
              <a:latin typeface="Segoe UI"/>
              <a:ea typeface="+mn-ea"/>
              <a:cs typeface="+mn-cs"/>
            </a:endParaRPr>
          </a:p>
        </p:txBody>
      </p:sp>
      <p:cxnSp>
        <p:nvCxnSpPr>
          <p:cNvPr id="200" name="Connector: Elbow 199">
            <a:extLst>
              <a:ext uri="{FF2B5EF4-FFF2-40B4-BE49-F238E27FC236}">
                <a16:creationId xmlns:a16="http://schemas.microsoft.com/office/drawing/2014/main" id="{932B6E8A-9783-40F1-D4D7-56B5D1D11A3C}"/>
              </a:ext>
            </a:extLst>
          </p:cNvPr>
          <p:cNvCxnSpPr>
            <a:cxnSpLocks/>
            <a:stCxn id="178" idx="3"/>
            <a:endCxn id="173" idx="3"/>
          </p:cNvCxnSpPr>
          <p:nvPr/>
        </p:nvCxnSpPr>
        <p:spPr>
          <a:xfrm rot="10800000">
            <a:off x="6221272" y="5425571"/>
            <a:ext cx="2950685" cy="12700"/>
          </a:xfrm>
          <a:prstGeom prst="bentConnector5">
            <a:avLst>
              <a:gd name="adj1" fmla="val 87"/>
              <a:gd name="adj2" fmla="val -3584354"/>
              <a:gd name="adj3" fmla="val 99932"/>
            </a:avLst>
          </a:prstGeom>
          <a:ln w="19050" cap="flat">
            <a:solidFill>
              <a:schemeClr val="accent1"/>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sp>
        <p:nvSpPr>
          <p:cNvPr id="213" name="TextBox 212">
            <a:extLst>
              <a:ext uri="{FF2B5EF4-FFF2-40B4-BE49-F238E27FC236}">
                <a16:creationId xmlns:a16="http://schemas.microsoft.com/office/drawing/2014/main" id="{2AF8D3A5-1451-DBE5-E145-5B5C01CE002A}"/>
              </a:ext>
            </a:extLst>
          </p:cNvPr>
          <p:cNvSpPr txBox="1"/>
          <p:nvPr/>
        </p:nvSpPr>
        <p:spPr>
          <a:xfrm>
            <a:off x="6297586" y="5692190"/>
            <a:ext cx="2586335" cy="1538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s-ES" sz="1000" i="1" err="1"/>
              <a:t>Reduction</a:t>
            </a:r>
            <a:r>
              <a:rPr lang="es-ES" sz="1000" i="1"/>
              <a:t> in </a:t>
            </a:r>
            <a:r>
              <a:rPr lang="es-ES" sz="1000" i="1" err="1"/>
              <a:t>volume</a:t>
            </a:r>
            <a:r>
              <a:rPr lang="es-ES" sz="1000" i="1"/>
              <a:t> </a:t>
            </a:r>
            <a:r>
              <a:rPr lang="es-ES" sz="1000" i="1" err="1"/>
              <a:t>of</a:t>
            </a:r>
            <a:r>
              <a:rPr lang="es-ES" sz="1000" i="1"/>
              <a:t> </a:t>
            </a:r>
            <a:r>
              <a:rPr lang="es-ES" sz="1000" i="1" err="1"/>
              <a:t>orders</a:t>
            </a:r>
            <a:r>
              <a:rPr lang="es-ES" sz="1000" i="1"/>
              <a:t> </a:t>
            </a:r>
            <a:r>
              <a:rPr lang="es-ES" sz="1000" i="1" err="1"/>
              <a:t>with</a:t>
            </a:r>
            <a:r>
              <a:rPr lang="es-ES" sz="1000" i="1"/>
              <a:t> </a:t>
            </a:r>
            <a:r>
              <a:rPr lang="es-ES" sz="1000" i="1" err="1"/>
              <a:t>issues</a:t>
            </a:r>
            <a:endParaRPr lang="es-ES" sz="1000" i="1"/>
          </a:p>
        </p:txBody>
      </p:sp>
      <p:sp>
        <p:nvSpPr>
          <p:cNvPr id="215" name="Rectangle 214">
            <a:extLst>
              <a:ext uri="{FF2B5EF4-FFF2-40B4-BE49-F238E27FC236}">
                <a16:creationId xmlns:a16="http://schemas.microsoft.com/office/drawing/2014/main" id="{168F02E8-D47D-80A0-AF7A-D98CB1034513}"/>
              </a:ext>
            </a:extLst>
          </p:cNvPr>
          <p:cNvSpPr/>
          <p:nvPr/>
        </p:nvSpPr>
        <p:spPr>
          <a:xfrm>
            <a:off x="554736" y="6075127"/>
            <a:ext cx="11079904" cy="239141"/>
          </a:xfrm>
          <a:prstGeom prst="rect">
            <a:avLst/>
          </a:prstGeom>
          <a:solidFill>
            <a:schemeClr val="bg1">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ES" sz="1200" b="1" err="1">
                <a:solidFill>
                  <a:schemeClr val="tx1"/>
                </a:solidFill>
              </a:rPr>
              <a:t>Customers</a:t>
            </a:r>
            <a:r>
              <a:rPr lang="es-ES" sz="1200" b="1">
                <a:solidFill>
                  <a:schemeClr val="tx1"/>
                </a:solidFill>
              </a:rPr>
              <a:t>/</a:t>
            </a:r>
            <a:r>
              <a:rPr lang="es-ES" sz="1200" b="1" err="1">
                <a:solidFill>
                  <a:schemeClr val="tx1"/>
                </a:solidFill>
              </a:rPr>
              <a:t>FSPs</a:t>
            </a:r>
            <a:r>
              <a:rPr lang="es-ES" sz="1200" b="1">
                <a:solidFill>
                  <a:schemeClr val="tx1"/>
                </a:solidFill>
              </a:rPr>
              <a:t> </a:t>
            </a:r>
            <a:r>
              <a:rPr lang="es-ES" sz="1200" b="1" err="1">
                <a:solidFill>
                  <a:schemeClr val="tx1"/>
                </a:solidFill>
              </a:rPr>
              <a:t>access</a:t>
            </a:r>
            <a:r>
              <a:rPr lang="es-ES" sz="1200" b="1">
                <a:solidFill>
                  <a:schemeClr val="tx1"/>
                </a:solidFill>
              </a:rPr>
              <a:t> </a:t>
            </a:r>
            <a:r>
              <a:rPr lang="es-ES" sz="1200" b="1" err="1">
                <a:solidFill>
                  <a:schemeClr val="tx1"/>
                </a:solidFill>
              </a:rPr>
              <a:t>order</a:t>
            </a:r>
            <a:r>
              <a:rPr lang="es-ES" sz="1200" b="1">
                <a:solidFill>
                  <a:schemeClr val="tx1"/>
                </a:solidFill>
              </a:rPr>
              <a:t> status </a:t>
            </a:r>
            <a:r>
              <a:rPr lang="es-ES" sz="1200" b="1" err="1">
                <a:solidFill>
                  <a:schemeClr val="tx1"/>
                </a:solidFill>
              </a:rPr>
              <a:t>through</a:t>
            </a:r>
            <a:r>
              <a:rPr lang="es-ES" sz="1200" b="1">
                <a:solidFill>
                  <a:schemeClr val="tx1"/>
                </a:solidFill>
              </a:rPr>
              <a:t> a </a:t>
            </a:r>
            <a:r>
              <a:rPr lang="es-ES" sz="1200" b="1" err="1">
                <a:solidFill>
                  <a:schemeClr val="tx1"/>
                </a:solidFill>
              </a:rPr>
              <a:t>self</a:t>
            </a:r>
            <a:r>
              <a:rPr lang="es-ES" sz="1200" b="1">
                <a:solidFill>
                  <a:schemeClr val="tx1"/>
                </a:solidFill>
              </a:rPr>
              <a:t>-serve portal </a:t>
            </a:r>
          </a:p>
        </p:txBody>
      </p:sp>
      <p:sp>
        <p:nvSpPr>
          <p:cNvPr id="4" name="4. Footnote">
            <a:extLst>
              <a:ext uri="{FF2B5EF4-FFF2-40B4-BE49-F238E27FC236}">
                <a16:creationId xmlns:a16="http://schemas.microsoft.com/office/drawing/2014/main" id="{C511F474-A3CC-C47B-9468-E7B160AF0313}"/>
              </a:ext>
            </a:extLst>
          </p:cNvPr>
          <p:cNvSpPr txBox="1"/>
          <p:nvPr>
            <p:custDataLst>
              <p:tags r:id="rId5"/>
            </p:custDataLst>
          </p:nvPr>
        </p:nvSpPr>
        <p:spPr>
          <a:xfrm>
            <a:off x="553972" y="6509616"/>
            <a:ext cx="7278624" cy="123111"/>
          </a:xfrm>
          <a:prstGeom prst="rect">
            <a:avLst/>
          </a:prstGeom>
          <a:noFill/>
        </p:spPr>
        <p:txBody>
          <a:bodyPr wrap="square" lIns="0" tIns="0" rIns="0" bIns="0" rtlCol="0" anchor="b">
            <a:spAutoFit/>
          </a:bodyPr>
          <a:lstStyle/>
          <a:p>
            <a:pPr marL="203200" marR="0" lvl="0" indent="-212725"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1.	Particularly for sensitive or judgment-based cases (e.g., pricing adjustments, safety concerns, warranty/policy exceptions)</a:t>
            </a:r>
          </a:p>
        </p:txBody>
      </p:sp>
      <p:grpSp>
        <p:nvGrpSpPr>
          <p:cNvPr id="5" name="sticker">
            <a:extLst>
              <a:ext uri="{FF2B5EF4-FFF2-40B4-BE49-F238E27FC236}">
                <a16:creationId xmlns:a16="http://schemas.microsoft.com/office/drawing/2014/main" id="{6C4A88A9-59B9-D526-87EF-262BD8967880}"/>
              </a:ext>
            </a:extLst>
          </p:cNvPr>
          <p:cNvGrpSpPr/>
          <p:nvPr/>
        </p:nvGrpSpPr>
        <p:grpSpPr>
          <a:xfrm>
            <a:off x="558192" y="1153531"/>
            <a:ext cx="698909" cy="156966"/>
            <a:chOff x="558192" y="1289273"/>
            <a:chExt cx="698909" cy="156966"/>
          </a:xfrm>
        </p:grpSpPr>
        <p:sp>
          <p:nvSpPr>
            <p:cNvPr id="7" name="StickerRectangle">
              <a:extLst>
                <a:ext uri="{FF2B5EF4-FFF2-40B4-BE49-F238E27FC236}">
                  <a16:creationId xmlns:a16="http://schemas.microsoft.com/office/drawing/2014/main" id="{531E504D-3DFF-79FD-86A3-EC79733163A4}"/>
                </a:ext>
              </a:extLst>
            </p:cNvPr>
            <p:cNvSpPr>
              <a:spLocks noChangeArrowheads="1"/>
            </p:cNvSpPr>
            <p:nvPr userDrawn="1"/>
          </p:nvSpPr>
          <p:spPr bwMode="gray">
            <a:xfrm>
              <a:off x="558192" y="1289273"/>
              <a:ext cx="69890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Preliminary</a:t>
              </a:r>
              <a:endParaRPr lang="en-US" sz="800" baseline="0">
                <a:solidFill>
                  <a:schemeClr val="tx1"/>
                </a:solidFill>
                <a:latin typeface="+mn-lt"/>
                <a:ea typeface="+mn-ea"/>
              </a:endParaRPr>
            </a:p>
          </p:txBody>
        </p:sp>
        <p:cxnSp>
          <p:nvCxnSpPr>
            <p:cNvPr id="8" name="StickerUnderline">
              <a:extLst>
                <a:ext uri="{FF2B5EF4-FFF2-40B4-BE49-F238E27FC236}">
                  <a16:creationId xmlns:a16="http://schemas.microsoft.com/office/drawing/2014/main" id="{3A291DA2-C087-94C7-F35A-D83051FCE451}"/>
                </a:ext>
              </a:extLst>
            </p:cNvPr>
            <p:cNvCxnSpPr>
              <a:cxnSpLocks noChangeShapeType="1"/>
              <a:stCxn id="7" idx="4"/>
              <a:endCxn id="7" idx="6"/>
            </p:cNvCxnSpPr>
            <p:nvPr/>
          </p:nvCxnSpPr>
          <p:spPr bwMode="gray">
            <a:xfrm>
              <a:off x="558192" y="1446239"/>
              <a:ext cx="69890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Tree>
    <p:custDataLst>
      <p:tags r:id="rId1"/>
    </p:custDataLst>
    <p:extLst>
      <p:ext uri="{BB962C8B-B14F-4D97-AF65-F5344CB8AC3E}">
        <p14:creationId xmlns:p14="http://schemas.microsoft.com/office/powerpoint/2010/main" val="37540608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AFDCE-3C64-CBD9-F5AC-4CE32CC4A582}"/>
            </a:ext>
          </a:extLst>
        </p:cNvPr>
        <p:cNvGrpSpPr/>
        <p:nvPr/>
      </p:nvGrpSpPr>
      <p:grpSpPr>
        <a:xfrm>
          <a:off x="0" y="0"/>
          <a:ext cx="0" cy="0"/>
          <a:chOff x="0" y="0"/>
          <a:chExt cx="0" cy="0"/>
        </a:xfrm>
      </p:grpSpPr>
      <p:graphicFrame>
        <p:nvGraphicFramePr>
          <p:cNvPr id="38" name="Object 2" hidden="1">
            <a:extLst>
              <a:ext uri="{FF2B5EF4-FFF2-40B4-BE49-F238E27FC236}">
                <a16:creationId xmlns:a16="http://schemas.microsoft.com/office/drawing/2014/main" id="{1E8609A6-E118-8E1C-F8DB-578AB13F1958}"/>
              </a:ext>
            </a:extLst>
          </p:cNvPr>
          <p:cNvGraphicFramePr>
            <a:graphicFrameLocks noChangeAspect="1"/>
          </p:cNvGraphicFramePr>
          <p:nvPr>
            <p:custDataLst>
              <p:tags r:id="rId1"/>
            </p:custDataLst>
            <p:extLst>
              <p:ext uri="{D42A27DB-BD31-4B8C-83A1-F6EECF244321}">
                <p14:modId xmlns:p14="http://schemas.microsoft.com/office/powerpoint/2010/main" val="326334780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0" imgW="395" imgH="396" progId="TCLayout.ActiveDocument.1">
                  <p:embed/>
                </p:oleObj>
              </mc:Choice>
              <mc:Fallback>
                <p:oleObj name="think-cell Slide" r:id="rId30" imgW="395" imgH="396" progId="TCLayout.ActiveDocument.1">
                  <p:embed/>
                  <p:pic>
                    <p:nvPicPr>
                      <p:cNvPr id="38" name="Object 2" hidden="1">
                        <a:extLst>
                          <a:ext uri="{FF2B5EF4-FFF2-40B4-BE49-F238E27FC236}">
                            <a16:creationId xmlns:a16="http://schemas.microsoft.com/office/drawing/2014/main" id="{1E8609A6-E118-8E1C-F8DB-578AB13F1958}"/>
                          </a:ext>
                        </a:extLst>
                      </p:cNvPr>
                      <p:cNvPicPr/>
                      <p:nvPr/>
                    </p:nvPicPr>
                    <p:blipFill>
                      <a:blip r:embed="rId31"/>
                      <a:stretch>
                        <a:fillRect/>
                      </a:stretch>
                    </p:blipFill>
                    <p:spPr>
                      <a:xfrm>
                        <a:off x="1588" y="1588"/>
                        <a:ext cx="1588" cy="1588"/>
                      </a:xfrm>
                      <a:prstGeom prst="rect">
                        <a:avLst/>
                      </a:prstGeom>
                    </p:spPr>
                  </p:pic>
                </p:oleObj>
              </mc:Fallback>
            </mc:AlternateContent>
          </a:graphicData>
        </a:graphic>
      </p:graphicFrame>
      <p:sp>
        <p:nvSpPr>
          <p:cNvPr id="81" name="Rectangle 80">
            <a:extLst>
              <a:ext uri="{FF2B5EF4-FFF2-40B4-BE49-F238E27FC236}">
                <a16:creationId xmlns:a16="http://schemas.microsoft.com/office/drawing/2014/main" id="{94BE3B7C-F33D-489E-6F51-A980CACD69CE}"/>
              </a:ext>
            </a:extLst>
          </p:cNvPr>
          <p:cNvSpPr/>
          <p:nvPr/>
        </p:nvSpPr>
        <p:spPr>
          <a:xfrm>
            <a:off x="1751770" y="2030844"/>
            <a:ext cx="2763331" cy="1657863"/>
          </a:xfrm>
          <a:prstGeom prst="rect">
            <a:avLst/>
          </a:prstGeom>
          <a:solidFill>
            <a:schemeClr val="tx2">
              <a:lumMod val="95000"/>
            </a:schemeClr>
          </a:solidFill>
          <a:ln w="6350" cap="sq">
            <a:noFill/>
            <a:miter lim="800000"/>
          </a:ln>
          <a:effectLst>
            <a:outerShdw blurRad="50800" dist="38100" dir="2700000" algn="tl" rotWithShape="0">
              <a:prstClr val="black">
                <a:alpha val="4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2" name="2. Slide Title">
            <a:extLst>
              <a:ext uri="{FF2B5EF4-FFF2-40B4-BE49-F238E27FC236}">
                <a16:creationId xmlns:a16="http://schemas.microsoft.com/office/drawing/2014/main" id="{9C8A9F73-7A7D-80AA-A00C-7F43809CAC26}"/>
              </a:ext>
            </a:extLst>
          </p:cNvPr>
          <p:cNvSpPr>
            <a:spLocks noGrp="1"/>
          </p:cNvSpPr>
          <p:nvPr>
            <p:ph type="title"/>
            <p:custDataLst>
              <p:tags r:id="rId2"/>
            </p:custDataLst>
          </p:nvPr>
        </p:nvSpPr>
        <p:spPr>
          <a:xfrm>
            <a:off x="565668" y="111551"/>
            <a:ext cx="10523275" cy="562681"/>
          </a:xfrm>
        </p:spPr>
        <p:txBody>
          <a:bodyPr vert="horz"/>
          <a:lstStyle/>
          <a:p>
            <a:r>
              <a:rPr lang="en-US" dirty="0"/>
              <a:t>E. </a:t>
            </a:r>
            <a:r>
              <a:rPr lang="en-US" i="1" dirty="0"/>
              <a:t>Order tracking &amp; visibility: </a:t>
            </a:r>
            <a:r>
              <a:rPr lang="en-US" dirty="0"/>
              <a:t>Horizons to achieve ‘bold vision’</a:t>
            </a:r>
          </a:p>
        </p:txBody>
      </p:sp>
      <p:sp>
        <p:nvSpPr>
          <p:cNvPr id="24" name="4. Footnote">
            <a:extLst>
              <a:ext uri="{FF2B5EF4-FFF2-40B4-BE49-F238E27FC236}">
                <a16:creationId xmlns:a16="http://schemas.microsoft.com/office/drawing/2014/main" id="{A33205D0-D7C9-BD90-EEA4-502DD168392C}"/>
              </a:ext>
            </a:extLst>
          </p:cNvPr>
          <p:cNvSpPr txBox="1"/>
          <p:nvPr>
            <p:custDataLst>
              <p:tags r:id="rId3"/>
            </p:custDataLst>
          </p:nvPr>
        </p:nvSpPr>
        <p:spPr>
          <a:xfrm>
            <a:off x="553972" y="6530895"/>
            <a:ext cx="7278624" cy="246221"/>
          </a:xfrm>
          <a:prstGeom prst="rect">
            <a:avLst/>
          </a:prstGeom>
          <a:noFill/>
        </p:spPr>
        <p:txBody>
          <a:bodyPr wrap="square" lIns="0" tIns="0" rIns="0" bIns="0" rtlCol="0" anchor="b">
            <a:spAutoFit/>
          </a:bodyPr>
          <a:lstStyle/>
          <a:p>
            <a:pPr marL="203200" lvl="0" indent="-212725">
              <a:defRPr/>
            </a:pPr>
            <a:r>
              <a:rPr lang="en-US" sz="800" kern="1200">
                <a:latin typeface="+mn-lt"/>
                <a:ea typeface="+mn-ea"/>
                <a:cs typeface="Arial" panose="020B0604020202020204" pitchFamily="34" charset="0"/>
              </a:rPr>
              <a:t>1.	Indicative only; timeline will depend materially on the maturity of the existing technology stack and system architecture</a:t>
            </a:r>
          </a:p>
          <a:p>
            <a:pPr marL="203200" lvl="0" indent="-212725">
              <a:defRPr/>
            </a:pPr>
            <a:r>
              <a:rPr lang="en-US" sz="800" kern="1200">
                <a:latin typeface="+mn-lt"/>
                <a:ea typeface="+mn-ea"/>
                <a:cs typeface="Arial" panose="020B0604020202020204" pitchFamily="34" charset="0"/>
              </a:rPr>
              <a:t>2.	Impact calculated based on </a:t>
            </a:r>
            <a:r>
              <a:rPr lang="en-US" sz="800">
                <a:cs typeface="Arial" panose="020B0604020202020204" pitchFamily="34" charset="0"/>
              </a:rPr>
              <a:t>order tracking &amp; visibility </a:t>
            </a:r>
            <a:r>
              <a:rPr lang="en-US" sz="800" kern="1200">
                <a:latin typeface="+mn-lt"/>
                <a:ea typeface="+mn-ea"/>
                <a:cs typeface="Arial" panose="020B0604020202020204" pitchFamily="34" charset="0"/>
              </a:rPr>
              <a:t>process baseline</a:t>
            </a:r>
          </a:p>
        </p:txBody>
      </p:sp>
      <p:sp>
        <p:nvSpPr>
          <p:cNvPr id="57" name="Oval 56">
            <a:extLst>
              <a:ext uri="{FF2B5EF4-FFF2-40B4-BE49-F238E27FC236}">
                <a16:creationId xmlns:a16="http://schemas.microsoft.com/office/drawing/2014/main" id="{6009CEC8-A965-2BCD-7191-91328708D893}"/>
              </a:ext>
            </a:extLst>
          </p:cNvPr>
          <p:cNvSpPr/>
          <p:nvPr/>
        </p:nvSpPr>
        <p:spPr>
          <a:xfrm>
            <a:off x="9101085" y="872576"/>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58" name="Oval 57">
            <a:extLst>
              <a:ext uri="{FF2B5EF4-FFF2-40B4-BE49-F238E27FC236}">
                <a16:creationId xmlns:a16="http://schemas.microsoft.com/office/drawing/2014/main" id="{2FA2633B-6AFA-CD4A-2CD6-347429AE6735}"/>
              </a:ext>
            </a:extLst>
          </p:cNvPr>
          <p:cNvSpPr/>
          <p:nvPr/>
        </p:nvSpPr>
        <p:spPr>
          <a:xfrm>
            <a:off x="10392064" y="872576"/>
            <a:ext cx="126269" cy="125122"/>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61" name="TextBox 60">
            <a:extLst>
              <a:ext uri="{FF2B5EF4-FFF2-40B4-BE49-F238E27FC236}">
                <a16:creationId xmlns:a16="http://schemas.microsoft.com/office/drawing/2014/main" id="{393DD617-92E0-AEFB-3A7B-90793C8CE33C}"/>
              </a:ext>
            </a:extLst>
          </p:cNvPr>
          <p:cNvSpPr txBox="1"/>
          <p:nvPr/>
        </p:nvSpPr>
        <p:spPr>
          <a:xfrm>
            <a:off x="9276696" y="853033"/>
            <a:ext cx="1289033"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t>Tech improvement</a:t>
            </a:r>
          </a:p>
        </p:txBody>
      </p:sp>
      <p:sp>
        <p:nvSpPr>
          <p:cNvPr id="62" name="TextBox 61">
            <a:extLst>
              <a:ext uri="{FF2B5EF4-FFF2-40B4-BE49-F238E27FC236}">
                <a16:creationId xmlns:a16="http://schemas.microsoft.com/office/drawing/2014/main" id="{80F2BCEC-5584-8EF0-45A4-1AA81D1172DD}"/>
              </a:ext>
            </a:extLst>
          </p:cNvPr>
          <p:cNvSpPr txBox="1"/>
          <p:nvPr/>
        </p:nvSpPr>
        <p:spPr>
          <a:xfrm>
            <a:off x="10576646" y="853033"/>
            <a:ext cx="1289033"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t>Process improvement</a:t>
            </a:r>
          </a:p>
        </p:txBody>
      </p:sp>
      <p:sp>
        <p:nvSpPr>
          <p:cNvPr id="65" name="Rectangle 64">
            <a:extLst>
              <a:ext uri="{FF2B5EF4-FFF2-40B4-BE49-F238E27FC236}">
                <a16:creationId xmlns:a16="http://schemas.microsoft.com/office/drawing/2014/main" id="{8639FE0E-3850-1628-F500-2D6C4E81A247}"/>
              </a:ext>
            </a:extLst>
          </p:cNvPr>
          <p:cNvSpPr/>
          <p:nvPr/>
        </p:nvSpPr>
        <p:spPr>
          <a:xfrm>
            <a:off x="6956153" y="837986"/>
            <a:ext cx="265857" cy="171556"/>
          </a:xfrm>
          <a:prstGeom prst="rect">
            <a:avLst/>
          </a:prstGeom>
          <a:solidFill>
            <a:schemeClr val="tx2">
              <a:lumMod val="95000"/>
            </a:schemeClr>
          </a:solidFill>
          <a:ln w="6350" cap="sq">
            <a:noFill/>
            <a:miter lim="800000"/>
          </a:ln>
          <a:effectLst>
            <a:outerShdw blurRad="50800" dist="38100" dir="2700000" algn="tl" rotWithShape="0">
              <a:prstClr val="black">
                <a:alpha val="40000"/>
              </a:prstClr>
            </a:out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66" name="TextBox 65">
            <a:extLst>
              <a:ext uri="{FF2B5EF4-FFF2-40B4-BE49-F238E27FC236}">
                <a16:creationId xmlns:a16="http://schemas.microsoft.com/office/drawing/2014/main" id="{F48375FF-4CE7-799F-E253-984E44AFED6C}"/>
              </a:ext>
            </a:extLst>
          </p:cNvPr>
          <p:cNvSpPr txBox="1"/>
          <p:nvPr/>
        </p:nvSpPr>
        <p:spPr>
          <a:xfrm>
            <a:off x="7305392" y="852802"/>
            <a:ext cx="1737380"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900"/>
              <a:t>Initiative in-flight / partially exists</a:t>
            </a:r>
          </a:p>
        </p:txBody>
      </p:sp>
      <p:cxnSp>
        <p:nvCxnSpPr>
          <p:cNvPr id="30" name="LineBasicDefault 25">
            <a:extLst>
              <a:ext uri="{FF2B5EF4-FFF2-40B4-BE49-F238E27FC236}">
                <a16:creationId xmlns:a16="http://schemas.microsoft.com/office/drawing/2014/main" id="{7CAAA550-33F4-BD23-3B7F-39EA27021535}"/>
              </a:ext>
            </a:extLst>
          </p:cNvPr>
          <p:cNvCxnSpPr>
            <a:cxnSpLocks/>
          </p:cNvCxnSpPr>
          <p:nvPr>
            <p:custDataLst>
              <p:tags r:id="rId4"/>
            </p:custDataLst>
          </p:nvPr>
        </p:nvCxnSpPr>
        <p:spPr>
          <a:xfrm>
            <a:off x="587367" y="4221262"/>
            <a:ext cx="11080052"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1" name="LineBasicDefault 25">
            <a:extLst>
              <a:ext uri="{FF2B5EF4-FFF2-40B4-BE49-F238E27FC236}">
                <a16:creationId xmlns:a16="http://schemas.microsoft.com/office/drawing/2014/main" id="{6736DB6F-2444-611D-66A7-88E9FD04F499}"/>
              </a:ext>
            </a:extLst>
          </p:cNvPr>
          <p:cNvCxnSpPr>
            <a:cxnSpLocks/>
          </p:cNvCxnSpPr>
          <p:nvPr>
            <p:custDataLst>
              <p:tags r:id="rId5"/>
            </p:custDataLst>
          </p:nvPr>
        </p:nvCxnSpPr>
        <p:spPr>
          <a:xfrm>
            <a:off x="554736" y="5780110"/>
            <a:ext cx="11080052"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3" name="LineBasicDefault 25">
            <a:extLst>
              <a:ext uri="{FF2B5EF4-FFF2-40B4-BE49-F238E27FC236}">
                <a16:creationId xmlns:a16="http://schemas.microsoft.com/office/drawing/2014/main" id="{2D1A17CD-A1A1-81E0-20E9-2722D68FE947}"/>
              </a:ext>
            </a:extLst>
          </p:cNvPr>
          <p:cNvCxnSpPr>
            <a:cxnSpLocks/>
          </p:cNvCxnSpPr>
          <p:nvPr>
            <p:custDataLst>
              <p:tags r:id="rId6"/>
            </p:custDataLst>
          </p:nvPr>
        </p:nvCxnSpPr>
        <p:spPr>
          <a:xfrm>
            <a:off x="554736" y="1984224"/>
            <a:ext cx="11080052"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46" name="LineBasicDefault 25">
            <a:extLst>
              <a:ext uri="{FF2B5EF4-FFF2-40B4-BE49-F238E27FC236}">
                <a16:creationId xmlns:a16="http://schemas.microsoft.com/office/drawing/2014/main" id="{7750A023-01E8-B532-5382-0D1BCFA226CB}"/>
              </a:ext>
            </a:extLst>
          </p:cNvPr>
          <p:cNvCxnSpPr>
            <a:cxnSpLocks/>
          </p:cNvCxnSpPr>
          <p:nvPr>
            <p:custDataLst>
              <p:tags r:id="rId7"/>
            </p:custDataLst>
          </p:nvPr>
        </p:nvCxnSpPr>
        <p:spPr>
          <a:xfrm>
            <a:off x="554736" y="5262719"/>
            <a:ext cx="11080052"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83090DA9-2412-E107-257C-EFA4AB8DDE02}"/>
              </a:ext>
            </a:extLst>
          </p:cNvPr>
          <p:cNvSpPr txBox="1"/>
          <p:nvPr/>
        </p:nvSpPr>
        <p:spPr>
          <a:xfrm>
            <a:off x="585537" y="1586323"/>
            <a:ext cx="1245725"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Aspiration</a:t>
            </a:r>
          </a:p>
        </p:txBody>
      </p:sp>
      <p:sp>
        <p:nvSpPr>
          <p:cNvPr id="22" name="TextBox 21">
            <a:extLst>
              <a:ext uri="{FF2B5EF4-FFF2-40B4-BE49-F238E27FC236}">
                <a16:creationId xmlns:a16="http://schemas.microsoft.com/office/drawing/2014/main" id="{4B9E179C-E686-85AC-404D-43CD2A9EA930}"/>
              </a:ext>
            </a:extLst>
          </p:cNvPr>
          <p:cNvSpPr txBox="1"/>
          <p:nvPr/>
        </p:nvSpPr>
        <p:spPr>
          <a:xfrm>
            <a:off x="585537" y="4267509"/>
            <a:ext cx="1245725"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How it works</a:t>
            </a:r>
          </a:p>
        </p:txBody>
      </p:sp>
      <p:sp>
        <p:nvSpPr>
          <p:cNvPr id="90" name="TextBox 89">
            <a:extLst>
              <a:ext uri="{FF2B5EF4-FFF2-40B4-BE49-F238E27FC236}">
                <a16:creationId xmlns:a16="http://schemas.microsoft.com/office/drawing/2014/main" id="{C0A10509-AA0A-0BB8-9770-486D0B6FDB4D}"/>
              </a:ext>
            </a:extLst>
          </p:cNvPr>
          <p:cNvSpPr txBox="1"/>
          <p:nvPr/>
        </p:nvSpPr>
        <p:spPr>
          <a:xfrm>
            <a:off x="585537" y="5843524"/>
            <a:ext cx="1245725"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Horizon impact</a:t>
            </a:r>
            <a:r>
              <a:rPr kumimoji="0" lang="en-US" sz="1400" b="1" i="0" u="none" strike="noStrike" kern="1200" cap="none" spc="0" normalizeH="0" baseline="30000" noProof="0">
                <a:ln>
                  <a:noFill/>
                </a:ln>
                <a:solidFill>
                  <a:srgbClr val="000000"/>
                </a:solidFill>
                <a:effectLst/>
                <a:uLnTx/>
                <a:uFillTx/>
                <a:latin typeface="Arial"/>
                <a:ea typeface="+mn-ea"/>
                <a:cs typeface="Arial" panose="020B0604020202020204" pitchFamily="34" charset="0"/>
              </a:rPr>
              <a:t>2</a:t>
            </a:r>
            <a:r>
              <a:rPr kumimoji="0" lang="en-US" sz="1400" b="1" i="0" u="none" strike="noStrike" kern="1200" cap="none" spc="0" normalizeH="0" noProof="0">
                <a:ln>
                  <a:noFill/>
                </a:ln>
                <a:solidFill>
                  <a:srgbClr val="000000"/>
                </a:solidFill>
                <a:effectLst/>
                <a:uLnTx/>
                <a:uFillTx/>
                <a:latin typeface="Arial"/>
                <a:ea typeface="+mn-ea"/>
                <a:cs typeface="Arial" panose="020B0604020202020204" pitchFamily="34" charset="0"/>
              </a:rPr>
              <a:t> </a:t>
            </a:r>
          </a:p>
        </p:txBody>
      </p:sp>
      <p:sp>
        <p:nvSpPr>
          <p:cNvPr id="4" name="TextBox 3">
            <a:extLst>
              <a:ext uri="{FF2B5EF4-FFF2-40B4-BE49-F238E27FC236}">
                <a16:creationId xmlns:a16="http://schemas.microsoft.com/office/drawing/2014/main" id="{D1748749-855E-F501-B191-BC260751BA33}"/>
              </a:ext>
            </a:extLst>
          </p:cNvPr>
          <p:cNvSpPr txBox="1"/>
          <p:nvPr/>
        </p:nvSpPr>
        <p:spPr>
          <a:xfrm>
            <a:off x="585537" y="2047638"/>
            <a:ext cx="1245725" cy="21544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Value levers</a:t>
            </a:r>
          </a:p>
        </p:txBody>
      </p:sp>
      <p:sp>
        <p:nvSpPr>
          <p:cNvPr id="45" name="TextBox 44">
            <a:extLst>
              <a:ext uri="{FF2B5EF4-FFF2-40B4-BE49-F238E27FC236}">
                <a16:creationId xmlns:a16="http://schemas.microsoft.com/office/drawing/2014/main" id="{0BDCE034-189D-035A-5BAA-F9D7718EA44E}"/>
              </a:ext>
            </a:extLst>
          </p:cNvPr>
          <p:cNvSpPr txBox="1"/>
          <p:nvPr/>
        </p:nvSpPr>
        <p:spPr>
          <a:xfrm>
            <a:off x="585537" y="5265732"/>
            <a:ext cx="1245725" cy="43088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Pain points addressed</a:t>
            </a:r>
          </a:p>
        </p:txBody>
      </p:sp>
      <p:cxnSp>
        <p:nvCxnSpPr>
          <p:cNvPr id="63" name="Straight Arrow Connector 62">
            <a:extLst>
              <a:ext uri="{FF2B5EF4-FFF2-40B4-BE49-F238E27FC236}">
                <a16:creationId xmlns:a16="http://schemas.microsoft.com/office/drawing/2014/main" id="{75245762-1DF4-7835-80FB-1EE3E77BA5CE}"/>
              </a:ext>
            </a:extLst>
          </p:cNvPr>
          <p:cNvCxnSpPr>
            <a:cxnSpLocks/>
          </p:cNvCxnSpPr>
          <p:nvPr/>
        </p:nvCxnSpPr>
        <p:spPr>
          <a:xfrm>
            <a:off x="8347079" y="5607176"/>
            <a:ext cx="3287708" cy="0"/>
          </a:xfrm>
          <a:prstGeom prst="straightConnector1">
            <a:avLst/>
          </a:prstGeom>
          <a:ln w="6350" cap="flat">
            <a:solidFill>
              <a:schemeClr val="tx1">
                <a:lumMod val="50000"/>
                <a:lumOff val="5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294BE34-96D0-0832-0425-F7051213A40C}"/>
              </a:ext>
            </a:extLst>
          </p:cNvPr>
          <p:cNvCxnSpPr>
            <a:cxnSpLocks/>
          </p:cNvCxnSpPr>
          <p:nvPr/>
        </p:nvCxnSpPr>
        <p:spPr>
          <a:xfrm>
            <a:off x="2062567" y="5486501"/>
            <a:ext cx="9572221" cy="0"/>
          </a:xfrm>
          <a:prstGeom prst="straightConnector1">
            <a:avLst/>
          </a:prstGeom>
          <a:ln w="6350" cap="flat">
            <a:solidFill>
              <a:schemeClr val="tx1">
                <a:lumMod val="50000"/>
                <a:lumOff val="5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Arrow: Chevron 24">
            <a:extLst>
              <a:ext uri="{FF2B5EF4-FFF2-40B4-BE49-F238E27FC236}">
                <a16:creationId xmlns:a16="http://schemas.microsoft.com/office/drawing/2014/main" id="{08FC6F04-076A-594B-28DB-0E63B54897C8}"/>
              </a:ext>
            </a:extLst>
          </p:cNvPr>
          <p:cNvSpPr>
            <a:spLocks/>
          </p:cNvSpPr>
          <p:nvPr/>
        </p:nvSpPr>
        <p:spPr>
          <a:xfrm>
            <a:off x="1765022" y="1125023"/>
            <a:ext cx="2953715" cy="384474"/>
          </a:xfrm>
          <a:prstGeom prst="chevron">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100" b="1" i="0" u="none" strike="noStrike" kern="1200" cap="none" spc="0" normalizeH="0" baseline="0" noProof="0">
                <a:ln>
                  <a:noFill/>
                </a:ln>
                <a:solidFill>
                  <a:srgbClr val="000000"/>
                </a:solidFill>
                <a:effectLst/>
                <a:uLnTx/>
                <a:uFillTx/>
                <a:latin typeface="Arial"/>
                <a:ea typeface="+mn-ea"/>
                <a:cs typeface="+mn-cs"/>
              </a:rPr>
              <a:t>Horizon 1: </a:t>
            </a:r>
            <a:r>
              <a:rPr kumimoji="0" lang="en-US" sz="1100" b="0" i="0" u="none" strike="noStrike" kern="1200" cap="none" spc="0" normalizeH="0" baseline="0" noProof="0">
                <a:ln>
                  <a:noFill/>
                </a:ln>
                <a:solidFill>
                  <a:srgbClr val="000000"/>
                </a:solidFill>
                <a:effectLst/>
                <a:uLnTx/>
                <a:uFillTx/>
                <a:latin typeface="Arial"/>
                <a:ea typeface="+mn-ea"/>
                <a:cs typeface="+mn-cs"/>
              </a:rPr>
              <a:t>Quick Wins (by June 2026)</a:t>
            </a:r>
            <a:r>
              <a:rPr kumimoji="0" lang="en-US" sz="1100" b="0" i="0" u="none" strike="noStrike" kern="1200" cap="none" spc="0" normalizeH="0" baseline="30000" noProof="0">
                <a:ln>
                  <a:noFill/>
                </a:ln>
                <a:solidFill>
                  <a:srgbClr val="000000"/>
                </a:solidFill>
                <a:effectLst/>
                <a:uLnTx/>
                <a:uFillTx/>
                <a:latin typeface="Arial"/>
                <a:ea typeface="+mn-ea"/>
                <a:cs typeface="+mn-cs"/>
              </a:rPr>
              <a:t>1</a:t>
            </a:r>
            <a:r>
              <a:rPr kumimoji="0" lang="en-US" sz="1100" b="0" i="0" u="none" strike="noStrike" kern="1200" cap="none" spc="0" normalizeH="0" noProof="0">
                <a:ln>
                  <a:noFill/>
                </a:ln>
                <a:solidFill>
                  <a:srgbClr val="000000"/>
                </a:solidFill>
                <a:effectLst/>
                <a:uLnTx/>
                <a:uFillTx/>
                <a:latin typeface="Arial"/>
                <a:ea typeface="+mn-ea"/>
                <a:cs typeface="+mn-cs"/>
              </a:rPr>
              <a:t> </a:t>
            </a:r>
          </a:p>
        </p:txBody>
      </p:sp>
      <p:sp>
        <p:nvSpPr>
          <p:cNvPr id="26" name="Arrow: Chevron 25">
            <a:extLst>
              <a:ext uri="{FF2B5EF4-FFF2-40B4-BE49-F238E27FC236}">
                <a16:creationId xmlns:a16="http://schemas.microsoft.com/office/drawing/2014/main" id="{DFBCD6C3-CAC2-BC16-E6B3-E5A0755493D6}"/>
              </a:ext>
            </a:extLst>
          </p:cNvPr>
          <p:cNvSpPr>
            <a:spLocks/>
          </p:cNvSpPr>
          <p:nvPr/>
        </p:nvSpPr>
        <p:spPr>
          <a:xfrm>
            <a:off x="4574972" y="1125023"/>
            <a:ext cx="4279668" cy="384474"/>
          </a:xfrm>
          <a:prstGeom prst="chevron">
            <a:avLst/>
          </a:prstGeom>
          <a:solidFill>
            <a:schemeClr val="accent3">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defRPr/>
            </a:pPr>
            <a:r>
              <a:rPr kumimoji="0" lang="en-US" sz="1100" b="1" i="0" u="none" strike="noStrike" kern="1200" cap="none" spc="0" normalizeH="0" baseline="0" noProof="0">
                <a:ln>
                  <a:noFill/>
                </a:ln>
                <a:solidFill>
                  <a:srgbClr val="000000"/>
                </a:solidFill>
                <a:effectLst/>
                <a:uLnTx/>
                <a:uFillTx/>
                <a:latin typeface="Arial"/>
                <a:ea typeface="+mn-ea"/>
                <a:cs typeface="+mn-cs"/>
              </a:rPr>
              <a:t>Horizon 2: </a:t>
            </a:r>
            <a:r>
              <a:rPr kumimoji="0" lang="en-US" sz="1100" b="0" i="0" u="none" strike="noStrike" kern="1200" cap="none" spc="0" normalizeH="0" baseline="0" noProof="0">
                <a:ln>
                  <a:noFill/>
                </a:ln>
                <a:solidFill>
                  <a:srgbClr val="000000"/>
                </a:solidFill>
                <a:effectLst/>
                <a:uLnTx/>
                <a:uFillTx/>
                <a:latin typeface="Arial"/>
                <a:ea typeface="+mn-ea"/>
                <a:cs typeface="+mn-cs"/>
              </a:rPr>
              <a:t>mid-term initiatives (by end-2026)</a:t>
            </a:r>
            <a:r>
              <a:rPr lang="en-US" sz="1100" baseline="30000">
                <a:solidFill>
                  <a:srgbClr val="000000"/>
                </a:solidFill>
              </a:rPr>
              <a:t>1</a:t>
            </a:r>
            <a:endParaRPr kumimoji="0" lang="en-US" sz="1100" b="0" i="0" u="none" strike="noStrike" kern="1200" cap="none" spc="0" normalizeH="0" baseline="0" noProof="0">
              <a:ln>
                <a:noFill/>
              </a:ln>
              <a:solidFill>
                <a:srgbClr val="000000"/>
              </a:solidFill>
              <a:effectLst/>
              <a:uLnTx/>
              <a:uFillTx/>
              <a:latin typeface="Arial"/>
              <a:ea typeface="+mn-ea"/>
              <a:cs typeface="+mn-cs"/>
            </a:endParaRPr>
          </a:p>
        </p:txBody>
      </p:sp>
      <p:sp>
        <p:nvSpPr>
          <p:cNvPr id="31" name="TextBox 30">
            <a:extLst>
              <a:ext uri="{FF2B5EF4-FFF2-40B4-BE49-F238E27FC236}">
                <a16:creationId xmlns:a16="http://schemas.microsoft.com/office/drawing/2014/main" id="{2D62D8F2-9918-F41B-82C0-6A4D79B0F6A9}"/>
              </a:ext>
            </a:extLst>
          </p:cNvPr>
          <p:cNvSpPr txBox="1">
            <a:spLocks/>
          </p:cNvSpPr>
          <p:nvPr/>
        </p:nvSpPr>
        <p:spPr>
          <a:xfrm>
            <a:off x="2062568" y="4267509"/>
            <a:ext cx="2479672" cy="59297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100"/>
              <a:t>Unified tracker view and stronger vendor/decorator compliance increase the share of orders with complete status signals, reducing time spent navigating systems to answer a status inquiry</a:t>
            </a:r>
            <a:endParaRPr lang="en-US" sz="1100">
              <a:solidFill>
                <a:srgbClr val="000000"/>
              </a:solidFill>
            </a:endParaRPr>
          </a:p>
        </p:txBody>
      </p:sp>
      <p:sp>
        <p:nvSpPr>
          <p:cNvPr id="5" name="TextBox 4">
            <a:extLst>
              <a:ext uri="{FF2B5EF4-FFF2-40B4-BE49-F238E27FC236}">
                <a16:creationId xmlns:a16="http://schemas.microsoft.com/office/drawing/2014/main" id="{12AA40B1-5870-FB92-072B-122B6A2347C0}"/>
              </a:ext>
            </a:extLst>
          </p:cNvPr>
          <p:cNvSpPr txBox="1">
            <a:spLocks/>
          </p:cNvSpPr>
          <p:nvPr/>
        </p:nvSpPr>
        <p:spPr>
          <a:xfrm>
            <a:off x="4891032" y="4267510"/>
            <a:ext cx="3517170" cy="261492"/>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100"/>
              <a:t>Tracking agent fills in signal gaps and proactively updates customer, reducing inbound request volume; next best action guidance recommends and drafts next steps for delayed orders</a:t>
            </a:r>
          </a:p>
        </p:txBody>
      </p:sp>
      <p:sp>
        <p:nvSpPr>
          <p:cNvPr id="7" name="TextBox 6">
            <a:extLst>
              <a:ext uri="{FF2B5EF4-FFF2-40B4-BE49-F238E27FC236}">
                <a16:creationId xmlns:a16="http://schemas.microsoft.com/office/drawing/2014/main" id="{0D80A733-E848-1F94-18C5-397212E2A0A1}"/>
              </a:ext>
            </a:extLst>
          </p:cNvPr>
          <p:cNvSpPr txBox="1">
            <a:spLocks/>
          </p:cNvSpPr>
          <p:nvPr/>
        </p:nvSpPr>
        <p:spPr>
          <a:xfrm>
            <a:off x="8252476" y="4544293"/>
            <a:ext cx="3126948" cy="76944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defRPr/>
            </a:pPr>
            <a:endParaRPr lang="en-US" sz="1000"/>
          </a:p>
        </p:txBody>
      </p:sp>
      <p:sp>
        <p:nvSpPr>
          <p:cNvPr id="92" name="TextBox 91">
            <a:extLst>
              <a:ext uri="{FF2B5EF4-FFF2-40B4-BE49-F238E27FC236}">
                <a16:creationId xmlns:a16="http://schemas.microsoft.com/office/drawing/2014/main" id="{BA4BE842-C8F9-D16E-5D81-383D6C8B25B4}"/>
              </a:ext>
            </a:extLst>
          </p:cNvPr>
          <p:cNvSpPr txBox="1">
            <a:spLocks/>
          </p:cNvSpPr>
          <p:nvPr>
            <p:custDataLst>
              <p:tags r:id="rId8"/>
            </p:custDataLst>
          </p:nvPr>
        </p:nvSpPr>
        <p:spPr>
          <a:xfrm>
            <a:off x="2495754" y="5867968"/>
            <a:ext cx="1713880" cy="178603"/>
          </a:xfrm>
          <a:prstGeom prst="rect">
            <a:avLst/>
          </a:prstGeom>
          <a:solidFill>
            <a:srgbClr val="FEFFFF"/>
          </a:solid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10-20% productivity gain</a:t>
            </a:r>
          </a:p>
        </p:txBody>
      </p:sp>
      <p:sp>
        <p:nvSpPr>
          <p:cNvPr id="93" name="TextBox 92">
            <a:extLst>
              <a:ext uri="{FF2B5EF4-FFF2-40B4-BE49-F238E27FC236}">
                <a16:creationId xmlns:a16="http://schemas.microsoft.com/office/drawing/2014/main" id="{A371BBDA-5F6B-929C-E6BA-CB149139D8E3}"/>
              </a:ext>
            </a:extLst>
          </p:cNvPr>
          <p:cNvSpPr txBox="1">
            <a:spLocks/>
          </p:cNvSpPr>
          <p:nvPr>
            <p:custDataLst>
              <p:tags r:id="rId9"/>
            </p:custDataLst>
          </p:nvPr>
        </p:nvSpPr>
        <p:spPr>
          <a:xfrm>
            <a:off x="4891032" y="5844453"/>
            <a:ext cx="268074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30-45% productivity gain</a:t>
            </a:r>
          </a:p>
        </p:txBody>
      </p:sp>
      <p:sp>
        <p:nvSpPr>
          <p:cNvPr id="94" name="TextBox 93">
            <a:extLst>
              <a:ext uri="{FF2B5EF4-FFF2-40B4-BE49-F238E27FC236}">
                <a16:creationId xmlns:a16="http://schemas.microsoft.com/office/drawing/2014/main" id="{65E2B60F-CD9D-88A3-7E28-20FC9A866F18}"/>
              </a:ext>
            </a:extLst>
          </p:cNvPr>
          <p:cNvSpPr txBox="1">
            <a:spLocks/>
          </p:cNvSpPr>
          <p:nvPr>
            <p:custDataLst>
              <p:tags r:id="rId10"/>
            </p:custDataLst>
          </p:nvPr>
        </p:nvSpPr>
        <p:spPr>
          <a:xfrm>
            <a:off x="8954045" y="5844453"/>
            <a:ext cx="268074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a:t>60-80% productivity gain</a:t>
            </a:r>
          </a:p>
        </p:txBody>
      </p:sp>
      <p:sp>
        <p:nvSpPr>
          <p:cNvPr id="59" name="TextBox 58">
            <a:extLst>
              <a:ext uri="{FF2B5EF4-FFF2-40B4-BE49-F238E27FC236}">
                <a16:creationId xmlns:a16="http://schemas.microsoft.com/office/drawing/2014/main" id="{E14DF535-D2A3-2E53-4CD5-27C5543317AF}"/>
              </a:ext>
            </a:extLst>
          </p:cNvPr>
          <p:cNvSpPr txBox="1">
            <a:spLocks/>
          </p:cNvSpPr>
          <p:nvPr>
            <p:custDataLst>
              <p:tags r:id="rId11"/>
            </p:custDataLst>
          </p:nvPr>
        </p:nvSpPr>
        <p:spPr>
          <a:xfrm>
            <a:off x="4718735" y="2069858"/>
            <a:ext cx="3800429"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b="1"/>
              <a:t>Expand tracker data foundation</a:t>
            </a:r>
            <a:r>
              <a:rPr lang="en-US" sz="1100"/>
              <a:t>, define the full set of E2E data sources by stage and build API/EDI connectors where feasible</a:t>
            </a:r>
          </a:p>
          <a:p>
            <a:pPr marL="171450" indent="-171450">
              <a:buFont typeface="Arial" panose="020B0604020202020204" pitchFamily="34" charset="0"/>
              <a:buChar char="•"/>
            </a:pPr>
            <a:r>
              <a:rPr lang="en-US" sz="1100" b="1"/>
              <a:t>Deploy proactive tracking agent </a:t>
            </a:r>
            <a:r>
              <a:rPr lang="en-US" sz="1100"/>
              <a:t>to continuously monitor open orders, close missing milestones via vendor/decorator follow-ups (where tracker is incomplete), tag root cause, predict emerging delays, and proactively push customer/FSP updates</a:t>
            </a:r>
          </a:p>
          <a:p>
            <a:pPr marL="171450" indent="-171450">
              <a:buFont typeface="Arial" panose="020B0604020202020204" pitchFamily="34" charset="0"/>
              <a:buChar char="•"/>
            </a:pPr>
            <a:r>
              <a:rPr lang="en-US" sz="1100" b="1"/>
              <a:t>Embed diagnostic and next-step guidance </a:t>
            </a:r>
            <a:r>
              <a:rPr lang="en-US" sz="1100"/>
              <a:t>to guide reps through investigation of delayed orders, recommend follow-ups and drafts outreach</a:t>
            </a:r>
          </a:p>
        </p:txBody>
      </p:sp>
      <p:sp>
        <p:nvSpPr>
          <p:cNvPr id="6" name="TextBox 5">
            <a:extLst>
              <a:ext uri="{FF2B5EF4-FFF2-40B4-BE49-F238E27FC236}">
                <a16:creationId xmlns:a16="http://schemas.microsoft.com/office/drawing/2014/main" id="{4B4D472B-0609-9B35-D147-1BF207828A06}"/>
              </a:ext>
            </a:extLst>
          </p:cNvPr>
          <p:cNvSpPr txBox="1">
            <a:spLocks/>
          </p:cNvSpPr>
          <p:nvPr/>
        </p:nvSpPr>
        <p:spPr>
          <a:xfrm>
            <a:off x="1822795" y="2039177"/>
            <a:ext cx="2692306" cy="196901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lvl="1"/>
            <a:r>
              <a:rPr lang="en-US" sz="1100" b="1"/>
              <a:t>Launch order status tracker</a:t>
            </a:r>
            <a:r>
              <a:rPr lang="en-US" sz="1100"/>
              <a:t> consolidating SAP milestones and carrier last-status into one unified view</a:t>
            </a:r>
            <a:br>
              <a:rPr lang="en-US" sz="1100"/>
            </a:br>
            <a:endParaRPr lang="en-US" sz="1100"/>
          </a:p>
          <a:p>
            <a:pPr lvl="1"/>
            <a:r>
              <a:rPr lang="en-US" sz="1100" b="1"/>
              <a:t>Strengthen vendor and decorator compliance,</a:t>
            </a:r>
            <a:r>
              <a:rPr lang="en-US" sz="1100"/>
              <a:t> improving milestone reporting and increasing orders with complete status updates in core systems</a:t>
            </a:r>
            <a:endParaRPr lang="en-US" sz="1100" b="1"/>
          </a:p>
        </p:txBody>
      </p:sp>
      <p:sp>
        <p:nvSpPr>
          <p:cNvPr id="14" name="TextBox 13">
            <a:extLst>
              <a:ext uri="{FF2B5EF4-FFF2-40B4-BE49-F238E27FC236}">
                <a16:creationId xmlns:a16="http://schemas.microsoft.com/office/drawing/2014/main" id="{38362007-F3BA-1065-6DB6-E6E74744FA6D}"/>
              </a:ext>
            </a:extLst>
          </p:cNvPr>
          <p:cNvSpPr txBox="1">
            <a:spLocks/>
          </p:cNvSpPr>
          <p:nvPr/>
        </p:nvSpPr>
        <p:spPr>
          <a:xfrm>
            <a:off x="8754606" y="2027430"/>
            <a:ext cx="2880181" cy="281593"/>
          </a:xfrm>
          <a:prstGeom prst="rect">
            <a:avLst/>
          </a:prstGeom>
        </p:spPr>
        <p:txBody>
          <a:bodyPr vert="horz" wrap="square" lIns="0" tIns="0" rIns="0" bIns="0" rtlCol="0" anchor="t">
            <a:no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1000" b="1" i="0" u="none" strike="noStrike" cap="none" spc="0" normalizeH="0" baseline="0">
                <a:ln>
                  <a:noFill/>
                </a:ln>
                <a:solidFill>
                  <a:srgbClr val="000000"/>
                </a:solidFill>
                <a:effectLst/>
                <a:uLnTx/>
                <a:uFillTx/>
                <a:latin typeface="Arial"/>
                <a:cs typeface="Arial" panose="020B0604020202020204" pitchFamily="34" charset="0"/>
              </a:defRPr>
            </a:lvl1pPr>
            <a:lvl2pPr marL="228600" marR="0" lvl="1" indent="-225425" fontAlgn="auto">
              <a:lnSpc>
                <a:spcPct val="100000"/>
              </a:lnSpc>
              <a:spcBef>
                <a:spcPts val="0"/>
              </a:spcBef>
              <a:spcAft>
                <a:spcPts val="300"/>
              </a:spcAft>
              <a:buClrTx/>
              <a:buSzTx/>
              <a:buFont typeface="Wingdings" panose="05000000000000000000" pitchFamily="2" charset="2"/>
              <a:buChar char=""/>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indent="-171450">
              <a:buFont typeface="Arial" panose="020B0604020202020204" pitchFamily="34" charset="0"/>
              <a:buChar char="•"/>
            </a:pPr>
            <a:r>
              <a:rPr lang="en-US" sz="1100"/>
              <a:t>Launch customer and FSP self-serve portal, </a:t>
            </a:r>
            <a:r>
              <a:rPr lang="en-US" sz="1100" b="0"/>
              <a:t>shift status inquiries to a unified portal with real-time tracker visibility and exception escalation when needed</a:t>
            </a:r>
          </a:p>
          <a:p>
            <a:pPr marL="171450" indent="-171450">
              <a:buFont typeface="Arial" panose="020B0604020202020204" pitchFamily="34" charset="0"/>
              <a:buChar char="•"/>
            </a:pPr>
            <a:r>
              <a:rPr lang="en-US" sz="1100"/>
              <a:t>Extend</a:t>
            </a:r>
            <a:r>
              <a:rPr lang="en-US" sz="1100" b="0"/>
              <a:t> </a:t>
            </a:r>
            <a:r>
              <a:rPr lang="en-US" sz="1100"/>
              <a:t>tracking agent ability to diagnose and resolve </a:t>
            </a:r>
            <a:r>
              <a:rPr lang="en-US" sz="1100" b="0"/>
              <a:t>delayed orders</a:t>
            </a:r>
          </a:p>
          <a:p>
            <a:pPr marL="171450" indent="-171450">
              <a:buFont typeface="Arial" panose="020B0604020202020204" pitchFamily="34" charset="0"/>
              <a:buChar char="•"/>
            </a:pPr>
            <a:r>
              <a:rPr lang="en-US" sz="1100"/>
              <a:t>Establish vendor/decorator performance intelligence platform </a:t>
            </a:r>
            <a:r>
              <a:rPr lang="en-US" sz="1100" b="0"/>
              <a:t>to identify repeat issues and recurring failure patterns, informing contract renegotiation and supply chain redesign</a:t>
            </a:r>
          </a:p>
          <a:p>
            <a:pPr marL="171450" indent="-171450">
              <a:buFont typeface="Arial" panose="020B0604020202020204" pitchFamily="34" charset="0"/>
              <a:buChar char="•"/>
            </a:pPr>
            <a:endParaRPr lang="en-US" sz="1100" b="0"/>
          </a:p>
          <a:p>
            <a:pPr>
              <a:buNone/>
            </a:pPr>
            <a:r>
              <a:rPr lang="en-US" sz="1100" b="0"/>
              <a:t> </a:t>
            </a:r>
          </a:p>
        </p:txBody>
      </p:sp>
      <p:sp>
        <p:nvSpPr>
          <p:cNvPr id="16" name="TextBox 15">
            <a:extLst>
              <a:ext uri="{FF2B5EF4-FFF2-40B4-BE49-F238E27FC236}">
                <a16:creationId xmlns:a16="http://schemas.microsoft.com/office/drawing/2014/main" id="{5EE8174F-2DCE-4120-8FB5-773A064141FE}"/>
              </a:ext>
            </a:extLst>
          </p:cNvPr>
          <p:cNvSpPr txBox="1">
            <a:spLocks/>
          </p:cNvSpPr>
          <p:nvPr/>
        </p:nvSpPr>
        <p:spPr>
          <a:xfrm>
            <a:off x="8408202" y="3287904"/>
            <a:ext cx="2680742" cy="374758"/>
          </a:xfrm>
          <a:prstGeom prst="rect">
            <a:avLst/>
          </a:prstGeom>
        </p:spPr>
        <p:txBody>
          <a:bodyPr vert="horz" wrap="square" lIns="0" tIns="0" rIns="0" bIns="0" rtlCol="0" anchor="t">
            <a:no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1000" b="1" i="0" u="none" strike="noStrike" cap="none" spc="0" normalizeH="0" baseline="0">
                <a:ln>
                  <a:noFill/>
                </a:ln>
                <a:solidFill>
                  <a:srgbClr val="000000"/>
                </a:solidFill>
                <a:effectLst/>
                <a:uLnTx/>
                <a:uFillTx/>
                <a:latin typeface="Arial"/>
                <a:cs typeface="Arial" panose="020B0604020202020204" pitchFamily="34" charset="0"/>
              </a:defRPr>
            </a:lvl1pPr>
            <a:lvl2pPr marL="228600" marR="0" lvl="1" indent="-225425" fontAlgn="auto">
              <a:lnSpc>
                <a:spcPct val="100000"/>
              </a:lnSpc>
              <a:spcBef>
                <a:spcPts val="0"/>
              </a:spcBef>
              <a:spcAft>
                <a:spcPts val="300"/>
              </a:spcAft>
              <a:buClrTx/>
              <a:buSzTx/>
              <a:buFont typeface="Wingdings" panose="05000000000000000000" pitchFamily="2" charset="2"/>
              <a:buChar char=""/>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endParaRPr lang="en-US"/>
          </a:p>
        </p:txBody>
      </p:sp>
      <p:sp>
        <p:nvSpPr>
          <p:cNvPr id="27" name="TextBox 26">
            <a:extLst>
              <a:ext uri="{FF2B5EF4-FFF2-40B4-BE49-F238E27FC236}">
                <a16:creationId xmlns:a16="http://schemas.microsoft.com/office/drawing/2014/main" id="{1A9DD291-35A3-F7A3-CA0E-87BDB56B5FDA}"/>
              </a:ext>
            </a:extLst>
          </p:cNvPr>
          <p:cNvSpPr txBox="1">
            <a:spLocks/>
          </p:cNvSpPr>
          <p:nvPr>
            <p:custDataLst>
              <p:tags r:id="rId12"/>
            </p:custDataLst>
          </p:nvPr>
        </p:nvSpPr>
        <p:spPr>
          <a:xfrm>
            <a:off x="2112574" y="2807963"/>
            <a:ext cx="268074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endParaRPr lang="en-US" sz="1000"/>
          </a:p>
        </p:txBody>
      </p:sp>
      <p:sp>
        <p:nvSpPr>
          <p:cNvPr id="21" name="TextBox 20">
            <a:extLst>
              <a:ext uri="{FF2B5EF4-FFF2-40B4-BE49-F238E27FC236}">
                <a16:creationId xmlns:a16="http://schemas.microsoft.com/office/drawing/2014/main" id="{5C60A6C8-A747-7122-8B12-D8A65634549D}"/>
              </a:ext>
            </a:extLst>
          </p:cNvPr>
          <p:cNvSpPr txBox="1">
            <a:spLocks/>
          </p:cNvSpPr>
          <p:nvPr/>
        </p:nvSpPr>
        <p:spPr>
          <a:xfrm>
            <a:off x="5297272" y="3287904"/>
            <a:ext cx="2680742" cy="374758"/>
          </a:xfrm>
          <a:prstGeom prst="rect">
            <a:avLst/>
          </a:prstGeom>
        </p:spPr>
        <p:txBody>
          <a:bodyPr vert="horz" wrap="square" lIns="0" tIns="0" rIns="0" bIns="0" rtlCol="0" anchor="t">
            <a:noAutofit/>
          </a:bodyPr>
          <a:lstStyle>
            <a:defPPr>
              <a:defRPr lang="en-US"/>
            </a:defPPr>
            <a:lvl1pPr marR="0" lvl="0" indent="0" fontAlgn="auto">
              <a:lnSpc>
                <a:spcPct val="100000"/>
              </a:lnSpc>
              <a:spcBef>
                <a:spcPts val="300"/>
              </a:spcBef>
              <a:spcAft>
                <a:spcPts val="300"/>
              </a:spcAft>
              <a:buClrTx/>
              <a:buSzTx/>
              <a:buFont typeface="Segoe UI" panose="020B0502040204020203" pitchFamily="34" charset="0"/>
              <a:buChar char="​"/>
              <a:tabLst/>
              <a:defRPr kumimoji="0" sz="1000" b="1" i="0" u="none" strike="noStrike" cap="none" spc="0" normalizeH="0" baseline="0">
                <a:ln>
                  <a:noFill/>
                </a:ln>
                <a:solidFill>
                  <a:srgbClr val="000000"/>
                </a:solidFill>
                <a:effectLst/>
                <a:uLnTx/>
                <a:uFillTx/>
                <a:latin typeface="Arial"/>
                <a:cs typeface="Arial" panose="020B0604020202020204" pitchFamily="34" charset="0"/>
              </a:defRPr>
            </a:lvl1pPr>
            <a:lvl2pPr marL="228600" marR="0" lvl="1" indent="-225425" fontAlgn="auto">
              <a:lnSpc>
                <a:spcPct val="100000"/>
              </a:lnSpc>
              <a:spcBef>
                <a:spcPts val="0"/>
              </a:spcBef>
              <a:spcAft>
                <a:spcPts val="300"/>
              </a:spcAft>
              <a:buClrTx/>
              <a:buSzTx/>
              <a:buFont typeface="Wingdings" panose="05000000000000000000" pitchFamily="2" charset="2"/>
              <a:buChar char=""/>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pPr>
            <a:endParaRPr lang="en-US"/>
          </a:p>
        </p:txBody>
      </p:sp>
      <p:sp>
        <p:nvSpPr>
          <p:cNvPr id="28" name="TextBox 27">
            <a:extLst>
              <a:ext uri="{FF2B5EF4-FFF2-40B4-BE49-F238E27FC236}">
                <a16:creationId xmlns:a16="http://schemas.microsoft.com/office/drawing/2014/main" id="{95A2D9C8-E9EB-479A-5F4B-7413E04C6D9D}"/>
              </a:ext>
            </a:extLst>
          </p:cNvPr>
          <p:cNvSpPr txBox="1">
            <a:spLocks/>
          </p:cNvSpPr>
          <p:nvPr>
            <p:custDataLst>
              <p:tags r:id="rId13"/>
            </p:custDataLst>
          </p:nvPr>
        </p:nvSpPr>
        <p:spPr>
          <a:xfrm>
            <a:off x="5141547" y="2704596"/>
            <a:ext cx="2680742"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endParaRPr lang="en-US" sz="1000"/>
          </a:p>
        </p:txBody>
      </p:sp>
      <p:sp>
        <p:nvSpPr>
          <p:cNvPr id="41" name="TextBox 40">
            <a:extLst>
              <a:ext uri="{FF2B5EF4-FFF2-40B4-BE49-F238E27FC236}">
                <a16:creationId xmlns:a16="http://schemas.microsoft.com/office/drawing/2014/main" id="{2F13F755-E41F-8BB8-FE2E-4154386D82D8}"/>
              </a:ext>
            </a:extLst>
          </p:cNvPr>
          <p:cNvSpPr txBox="1">
            <a:spLocks/>
          </p:cNvSpPr>
          <p:nvPr>
            <p:custDataLst>
              <p:tags r:id="rId14"/>
            </p:custDataLst>
          </p:nvPr>
        </p:nvSpPr>
        <p:spPr>
          <a:xfrm>
            <a:off x="8252476" y="3449229"/>
            <a:ext cx="2836468" cy="261492"/>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endParaRPr lang="en-US" sz="1000"/>
          </a:p>
        </p:txBody>
      </p:sp>
      <p:sp>
        <p:nvSpPr>
          <p:cNvPr id="17" name="TextBox 16">
            <a:extLst>
              <a:ext uri="{FF2B5EF4-FFF2-40B4-BE49-F238E27FC236}">
                <a16:creationId xmlns:a16="http://schemas.microsoft.com/office/drawing/2014/main" id="{A93923D0-D15B-6F6B-60C5-4114628F0B89}"/>
              </a:ext>
            </a:extLst>
          </p:cNvPr>
          <p:cNvSpPr txBox="1"/>
          <p:nvPr/>
        </p:nvSpPr>
        <p:spPr>
          <a:xfrm>
            <a:off x="9812035" y="1082002"/>
            <a:ext cx="990676"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200" b="1" i="1">
                <a:solidFill>
                  <a:schemeClr val="bg1"/>
                </a:solidFill>
              </a:rPr>
              <a:t>3-6 months</a:t>
            </a:r>
            <a:r>
              <a:rPr lang="en-US" sz="1200" b="1" i="1" baseline="30000">
                <a:solidFill>
                  <a:schemeClr val="bg1"/>
                </a:solidFill>
              </a:rPr>
              <a:t>1</a:t>
            </a:r>
            <a:endParaRPr lang="en-US" sz="1200" b="1" i="1">
              <a:solidFill>
                <a:schemeClr val="bg1"/>
              </a:solidFill>
            </a:endParaRPr>
          </a:p>
        </p:txBody>
      </p:sp>
      <p:sp>
        <p:nvSpPr>
          <p:cNvPr id="19" name="TextBox 18">
            <a:extLst>
              <a:ext uri="{FF2B5EF4-FFF2-40B4-BE49-F238E27FC236}">
                <a16:creationId xmlns:a16="http://schemas.microsoft.com/office/drawing/2014/main" id="{5CCCDDFE-6BC0-C31C-FF98-C36C01746461}"/>
              </a:ext>
            </a:extLst>
          </p:cNvPr>
          <p:cNvSpPr txBox="1">
            <a:spLocks/>
          </p:cNvSpPr>
          <p:nvPr/>
        </p:nvSpPr>
        <p:spPr>
          <a:xfrm>
            <a:off x="8899193" y="4267509"/>
            <a:ext cx="2735594" cy="92538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lvl="1" indent="0">
              <a:buNone/>
              <a:defRPr/>
            </a:pPr>
            <a:r>
              <a:rPr lang="en-US" sz="1100"/>
              <a:t>Self-serve portal for customers and FSPs, with real-time tracker visibility; partner performance intelligence surfaces repeat issues to drive preventative actions</a:t>
            </a:r>
            <a:endParaRPr lang="en-US" sz="1100">
              <a:solidFill>
                <a:srgbClr val="000000"/>
              </a:solidFill>
            </a:endParaRPr>
          </a:p>
        </p:txBody>
      </p:sp>
      <p:sp>
        <p:nvSpPr>
          <p:cNvPr id="37" name="Arrow: Chevron 36">
            <a:extLst>
              <a:ext uri="{FF2B5EF4-FFF2-40B4-BE49-F238E27FC236}">
                <a16:creationId xmlns:a16="http://schemas.microsoft.com/office/drawing/2014/main" id="{7A21B152-F16E-0DFB-C209-462E6EF137A3}"/>
              </a:ext>
            </a:extLst>
          </p:cNvPr>
          <p:cNvSpPr>
            <a:spLocks/>
          </p:cNvSpPr>
          <p:nvPr/>
        </p:nvSpPr>
        <p:spPr>
          <a:xfrm>
            <a:off x="8706678" y="1125023"/>
            <a:ext cx="3001654" cy="384474"/>
          </a:xfrm>
          <a:prstGeom prst="chevron">
            <a:avLst/>
          </a:prstGeom>
          <a:solidFill>
            <a:schemeClr val="accent3">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lvl="0">
              <a:spcBef>
                <a:spcPts val="300"/>
              </a:spcBef>
              <a:spcAft>
                <a:spcPts val="300"/>
              </a:spcAft>
              <a:defRPr/>
            </a:pPr>
            <a:r>
              <a:rPr kumimoji="0" lang="en-US" sz="1100" b="1" i="0" u="none" strike="noStrike" kern="1200" cap="none" spc="0" normalizeH="0" baseline="0" noProof="0">
                <a:ln>
                  <a:noFill/>
                </a:ln>
                <a:solidFill>
                  <a:schemeClr val="bg2"/>
                </a:solidFill>
                <a:effectLst/>
                <a:uLnTx/>
                <a:uFillTx/>
                <a:latin typeface="Arial"/>
                <a:ea typeface="+mn-ea"/>
                <a:cs typeface="+mn-cs"/>
              </a:rPr>
              <a:t>Horizon 3:</a:t>
            </a:r>
            <a:r>
              <a:rPr kumimoji="0" lang="en-US" sz="1100" i="0" u="none" strike="noStrike" kern="1200" cap="none" spc="0" normalizeH="0" baseline="0" noProof="0">
                <a:ln>
                  <a:noFill/>
                </a:ln>
                <a:solidFill>
                  <a:schemeClr val="bg2"/>
                </a:solidFill>
                <a:effectLst/>
                <a:uLnTx/>
                <a:uFillTx/>
                <a:latin typeface="Arial"/>
                <a:ea typeface="+mn-ea"/>
                <a:cs typeface="+mn-cs"/>
              </a:rPr>
              <a:t> Bold vision </a:t>
            </a:r>
            <a:r>
              <a:rPr lang="en-US" sz="1100">
                <a:solidFill>
                  <a:schemeClr val="bg2"/>
                </a:solidFill>
              </a:rPr>
              <a:t>(by June 2027)</a:t>
            </a:r>
            <a:r>
              <a:rPr lang="en-US" sz="1100" baseline="30000">
                <a:solidFill>
                  <a:schemeClr val="bg1"/>
                </a:solidFill>
              </a:rPr>
              <a:t>1</a:t>
            </a:r>
            <a:endParaRPr kumimoji="0" lang="en-US" sz="1100" i="0" u="none" strike="noStrike" kern="1200" cap="none" spc="0" normalizeH="0" baseline="0" noProof="0">
              <a:ln>
                <a:noFill/>
              </a:ln>
              <a:solidFill>
                <a:schemeClr val="bg1"/>
              </a:solidFill>
              <a:effectLst/>
              <a:uLnTx/>
              <a:uFillTx/>
              <a:latin typeface="Arial"/>
              <a:ea typeface="+mn-ea"/>
              <a:cs typeface="+mn-cs"/>
            </a:endParaRPr>
          </a:p>
        </p:txBody>
      </p:sp>
      <p:sp>
        <p:nvSpPr>
          <p:cNvPr id="40" name="TextBox 39">
            <a:extLst>
              <a:ext uri="{FF2B5EF4-FFF2-40B4-BE49-F238E27FC236}">
                <a16:creationId xmlns:a16="http://schemas.microsoft.com/office/drawing/2014/main" id="{44FF8C24-929B-ED85-8DF8-E8E19ED85993}"/>
              </a:ext>
            </a:extLst>
          </p:cNvPr>
          <p:cNvSpPr txBox="1">
            <a:spLocks/>
          </p:cNvSpPr>
          <p:nvPr/>
        </p:nvSpPr>
        <p:spPr>
          <a:xfrm>
            <a:off x="1822795" y="1617496"/>
            <a:ext cx="2692306" cy="16158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i="1">
                <a:solidFill>
                  <a:srgbClr val="7A97FF"/>
                </a:solidFill>
              </a:rPr>
              <a:t>Unified tracker view and improved data availability</a:t>
            </a:r>
          </a:p>
        </p:txBody>
      </p:sp>
      <p:sp>
        <p:nvSpPr>
          <p:cNvPr id="43" name="TextBox 42">
            <a:extLst>
              <a:ext uri="{FF2B5EF4-FFF2-40B4-BE49-F238E27FC236}">
                <a16:creationId xmlns:a16="http://schemas.microsoft.com/office/drawing/2014/main" id="{A6BB7848-7C18-2A53-F3DF-FF3CBE044120}"/>
              </a:ext>
            </a:extLst>
          </p:cNvPr>
          <p:cNvSpPr txBox="1"/>
          <p:nvPr/>
        </p:nvSpPr>
        <p:spPr>
          <a:xfrm>
            <a:off x="4726404" y="1617496"/>
            <a:ext cx="3808201" cy="338554"/>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i="1">
                <a:solidFill>
                  <a:srgbClr val="7A97FF"/>
                </a:solidFill>
              </a:rPr>
              <a:t>Agentified tracker capabilities with next best action guidance for complex cases </a:t>
            </a:r>
          </a:p>
        </p:txBody>
      </p:sp>
      <p:sp>
        <p:nvSpPr>
          <p:cNvPr id="44" name="TextBox 43">
            <a:extLst>
              <a:ext uri="{FF2B5EF4-FFF2-40B4-BE49-F238E27FC236}">
                <a16:creationId xmlns:a16="http://schemas.microsoft.com/office/drawing/2014/main" id="{0D1A91B2-1465-C6EB-AF09-162D23481A48}"/>
              </a:ext>
            </a:extLst>
          </p:cNvPr>
          <p:cNvSpPr txBox="1">
            <a:spLocks/>
          </p:cNvSpPr>
          <p:nvPr/>
        </p:nvSpPr>
        <p:spPr>
          <a:xfrm>
            <a:off x="8693774" y="1617497"/>
            <a:ext cx="2956916" cy="154306"/>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1100" b="1" i="1">
                <a:solidFill>
                  <a:srgbClr val="002ED9"/>
                </a:solidFill>
              </a:rPr>
              <a:t>Self-service portal with preventative business intelligence</a:t>
            </a:r>
          </a:p>
        </p:txBody>
      </p:sp>
      <p:sp>
        <p:nvSpPr>
          <p:cNvPr id="52" name="TrackerNumBlue 9">
            <a:extLst>
              <a:ext uri="{FF2B5EF4-FFF2-40B4-BE49-F238E27FC236}">
                <a16:creationId xmlns:a16="http://schemas.microsoft.com/office/drawing/2014/main" id="{D5C3F5FA-3119-3C4D-7F2D-AB20E2BCF39D}"/>
              </a:ext>
            </a:extLst>
          </p:cNvPr>
          <p:cNvSpPr/>
          <p:nvPr>
            <p:custDataLst>
              <p:tags r:id="rId15"/>
            </p:custDataLst>
          </p:nvPr>
        </p:nvSpPr>
        <p:spPr>
          <a:xfrm>
            <a:off x="5854002" y="5388391"/>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1</a:t>
            </a:r>
          </a:p>
        </p:txBody>
      </p:sp>
      <p:sp>
        <p:nvSpPr>
          <p:cNvPr id="54" name="TrackerNumBlue 9">
            <a:extLst>
              <a:ext uri="{FF2B5EF4-FFF2-40B4-BE49-F238E27FC236}">
                <a16:creationId xmlns:a16="http://schemas.microsoft.com/office/drawing/2014/main" id="{2B2DD7B3-A866-1D25-70AB-2832F5742211}"/>
              </a:ext>
            </a:extLst>
          </p:cNvPr>
          <p:cNvSpPr/>
          <p:nvPr>
            <p:custDataLst>
              <p:tags r:id="rId16"/>
            </p:custDataLst>
          </p:nvPr>
        </p:nvSpPr>
        <p:spPr>
          <a:xfrm>
            <a:off x="6193689" y="5388391"/>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2</a:t>
            </a:r>
          </a:p>
        </p:txBody>
      </p:sp>
      <p:sp>
        <p:nvSpPr>
          <p:cNvPr id="50" name="TrackerNumBlue 9">
            <a:extLst>
              <a:ext uri="{FF2B5EF4-FFF2-40B4-BE49-F238E27FC236}">
                <a16:creationId xmlns:a16="http://schemas.microsoft.com/office/drawing/2014/main" id="{0B5CAC4B-2FB6-2A51-249A-4630AE651503}"/>
              </a:ext>
            </a:extLst>
          </p:cNvPr>
          <p:cNvSpPr/>
          <p:nvPr>
            <p:custDataLst>
              <p:tags r:id="rId17"/>
            </p:custDataLst>
          </p:nvPr>
        </p:nvSpPr>
        <p:spPr>
          <a:xfrm>
            <a:off x="9911648" y="5519233"/>
            <a:ext cx="230523" cy="215771"/>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algn="ctr">
              <a:spcBef>
                <a:spcPts val="300"/>
              </a:spcBef>
              <a:spcAft>
                <a:spcPts val="300"/>
              </a:spcAft>
            </a:pPr>
            <a:r>
              <a:rPr lang="en-US" sz="1200">
                <a:solidFill>
                  <a:schemeClr val="bg1"/>
                </a:solidFill>
              </a:rPr>
              <a:t>3</a:t>
            </a:r>
          </a:p>
        </p:txBody>
      </p:sp>
      <p:grpSp>
        <p:nvGrpSpPr>
          <p:cNvPr id="18" name="Group 17">
            <a:extLst>
              <a:ext uri="{FF2B5EF4-FFF2-40B4-BE49-F238E27FC236}">
                <a16:creationId xmlns:a16="http://schemas.microsoft.com/office/drawing/2014/main" id="{FF79A2BC-1AC3-D2A6-E638-2FECE2858F15}"/>
              </a:ext>
            </a:extLst>
          </p:cNvPr>
          <p:cNvGrpSpPr/>
          <p:nvPr/>
        </p:nvGrpSpPr>
        <p:grpSpPr>
          <a:xfrm>
            <a:off x="4657451" y="2662697"/>
            <a:ext cx="126269" cy="125122"/>
            <a:chOff x="7753066" y="2806327"/>
            <a:chExt cx="126269" cy="125122"/>
          </a:xfrm>
        </p:grpSpPr>
        <p:sp>
          <p:nvSpPr>
            <p:cNvPr id="20" name="Oval 19">
              <a:extLst>
                <a:ext uri="{FF2B5EF4-FFF2-40B4-BE49-F238E27FC236}">
                  <a16:creationId xmlns:a16="http://schemas.microsoft.com/office/drawing/2014/main" id="{B93B7B19-B5E5-5D80-DDE2-73CF3B0B4E90}"/>
                </a:ext>
              </a:extLst>
            </p:cNvPr>
            <p:cNvSpPr/>
            <p:nvPr>
              <p:custDataLst>
                <p:tags r:id="rId26"/>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23" name="Arc 22">
              <a:extLst>
                <a:ext uri="{FF2B5EF4-FFF2-40B4-BE49-F238E27FC236}">
                  <a16:creationId xmlns:a16="http://schemas.microsoft.com/office/drawing/2014/main" id="{06EEF055-B3D4-4AD8-6A15-CFD65F0CF211}"/>
                </a:ext>
              </a:extLst>
            </p:cNvPr>
            <p:cNvSpPr/>
            <p:nvPr>
              <p:custDataLst>
                <p:tags r:id="rId27"/>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35" name="Oval 34">
            <a:extLst>
              <a:ext uri="{FF2B5EF4-FFF2-40B4-BE49-F238E27FC236}">
                <a16:creationId xmlns:a16="http://schemas.microsoft.com/office/drawing/2014/main" id="{AAAB337C-D1A7-F642-C29C-8FA90189F4E7}"/>
              </a:ext>
            </a:extLst>
          </p:cNvPr>
          <p:cNvSpPr/>
          <p:nvPr/>
        </p:nvSpPr>
        <p:spPr>
          <a:xfrm>
            <a:off x="4657452" y="2079265"/>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3" name="Oval 12">
            <a:extLst>
              <a:ext uri="{FF2B5EF4-FFF2-40B4-BE49-F238E27FC236}">
                <a16:creationId xmlns:a16="http://schemas.microsoft.com/office/drawing/2014/main" id="{EACBFFD3-C41C-A636-850A-80DC696BCB49}"/>
              </a:ext>
            </a:extLst>
          </p:cNvPr>
          <p:cNvSpPr/>
          <p:nvPr/>
        </p:nvSpPr>
        <p:spPr>
          <a:xfrm>
            <a:off x="1785708" y="2055155"/>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sp>
        <p:nvSpPr>
          <p:cNvPr id="15" name="Oval 14">
            <a:extLst>
              <a:ext uri="{FF2B5EF4-FFF2-40B4-BE49-F238E27FC236}">
                <a16:creationId xmlns:a16="http://schemas.microsoft.com/office/drawing/2014/main" id="{6F449ABB-473E-1CD2-4610-B93EDD26DF99}"/>
              </a:ext>
            </a:extLst>
          </p:cNvPr>
          <p:cNvSpPr>
            <a:spLocks/>
          </p:cNvSpPr>
          <p:nvPr/>
        </p:nvSpPr>
        <p:spPr>
          <a:xfrm>
            <a:off x="1790498" y="2766494"/>
            <a:ext cx="126269" cy="125122"/>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a:solidFill>
                <a:schemeClr val="bg1"/>
              </a:solidFill>
            </a:endParaRPr>
          </a:p>
        </p:txBody>
      </p:sp>
      <p:grpSp>
        <p:nvGrpSpPr>
          <p:cNvPr id="39" name="Group 38">
            <a:extLst>
              <a:ext uri="{FF2B5EF4-FFF2-40B4-BE49-F238E27FC236}">
                <a16:creationId xmlns:a16="http://schemas.microsoft.com/office/drawing/2014/main" id="{E92CBFE5-F895-3CB2-2E64-CFBC1571700C}"/>
              </a:ext>
            </a:extLst>
          </p:cNvPr>
          <p:cNvGrpSpPr/>
          <p:nvPr/>
        </p:nvGrpSpPr>
        <p:grpSpPr>
          <a:xfrm>
            <a:off x="8728371" y="2047767"/>
            <a:ext cx="126269" cy="125122"/>
            <a:chOff x="7753066" y="2806327"/>
            <a:chExt cx="126269" cy="125122"/>
          </a:xfrm>
        </p:grpSpPr>
        <p:sp>
          <p:nvSpPr>
            <p:cNvPr id="47" name="Oval 46">
              <a:extLst>
                <a:ext uri="{FF2B5EF4-FFF2-40B4-BE49-F238E27FC236}">
                  <a16:creationId xmlns:a16="http://schemas.microsoft.com/office/drawing/2014/main" id="{D471F7ED-D81F-9E67-E056-4257FBE82291}"/>
                </a:ext>
              </a:extLst>
            </p:cNvPr>
            <p:cNvSpPr/>
            <p:nvPr>
              <p:custDataLst>
                <p:tags r:id="rId24"/>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48" name="Arc 47">
              <a:extLst>
                <a:ext uri="{FF2B5EF4-FFF2-40B4-BE49-F238E27FC236}">
                  <a16:creationId xmlns:a16="http://schemas.microsoft.com/office/drawing/2014/main" id="{EB8AEE7C-BED2-29F3-2F9C-8C3A7DDDBDD4}"/>
                </a:ext>
              </a:extLst>
            </p:cNvPr>
            <p:cNvSpPr/>
            <p:nvPr>
              <p:custDataLst>
                <p:tags r:id="rId25"/>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49" name="Group 48">
            <a:extLst>
              <a:ext uri="{FF2B5EF4-FFF2-40B4-BE49-F238E27FC236}">
                <a16:creationId xmlns:a16="http://schemas.microsoft.com/office/drawing/2014/main" id="{834D31F1-917B-B24F-BB12-DA144AAC70FB}"/>
              </a:ext>
            </a:extLst>
          </p:cNvPr>
          <p:cNvGrpSpPr/>
          <p:nvPr/>
        </p:nvGrpSpPr>
        <p:grpSpPr>
          <a:xfrm>
            <a:off x="8728371" y="2797830"/>
            <a:ext cx="126269" cy="125122"/>
            <a:chOff x="7753066" y="2806327"/>
            <a:chExt cx="126269" cy="125122"/>
          </a:xfrm>
        </p:grpSpPr>
        <p:sp>
          <p:nvSpPr>
            <p:cNvPr id="51" name="Oval 50">
              <a:extLst>
                <a:ext uri="{FF2B5EF4-FFF2-40B4-BE49-F238E27FC236}">
                  <a16:creationId xmlns:a16="http://schemas.microsoft.com/office/drawing/2014/main" id="{D9DDD3A3-0D7A-3D79-1AF0-4F93F0411638}"/>
                </a:ext>
              </a:extLst>
            </p:cNvPr>
            <p:cNvSpPr/>
            <p:nvPr>
              <p:custDataLst>
                <p:tags r:id="rId22"/>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53" name="Arc 52">
              <a:extLst>
                <a:ext uri="{FF2B5EF4-FFF2-40B4-BE49-F238E27FC236}">
                  <a16:creationId xmlns:a16="http://schemas.microsoft.com/office/drawing/2014/main" id="{0A4E8D11-23EA-B961-933D-B8B5C59D82A7}"/>
                </a:ext>
              </a:extLst>
            </p:cNvPr>
            <p:cNvSpPr/>
            <p:nvPr>
              <p:custDataLst>
                <p:tags r:id="rId23"/>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99" name="TextBox 98">
            <a:extLst>
              <a:ext uri="{FF2B5EF4-FFF2-40B4-BE49-F238E27FC236}">
                <a16:creationId xmlns:a16="http://schemas.microsoft.com/office/drawing/2014/main" id="{0151FB69-E474-4ABF-E913-4FEDDE1A8566}"/>
              </a:ext>
            </a:extLst>
          </p:cNvPr>
          <p:cNvSpPr txBox="1"/>
          <p:nvPr/>
        </p:nvSpPr>
        <p:spPr>
          <a:xfrm>
            <a:off x="2112574" y="6173459"/>
            <a:ext cx="9493889"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a:buNone/>
            </a:pPr>
            <a:r>
              <a:rPr lang="en-US" sz="900" i="1"/>
              <a:t>(SSR spends ~40% of time working open orders, ~30% on order status requests; CC rep spends ~40% of time on order status requests)</a:t>
            </a:r>
          </a:p>
        </p:txBody>
      </p:sp>
      <p:grpSp>
        <p:nvGrpSpPr>
          <p:cNvPr id="3" name="sticker">
            <a:extLst>
              <a:ext uri="{FF2B5EF4-FFF2-40B4-BE49-F238E27FC236}">
                <a16:creationId xmlns:a16="http://schemas.microsoft.com/office/drawing/2014/main" id="{1FEE9E52-0766-7101-5331-8F10BD2D8489}"/>
              </a:ext>
            </a:extLst>
          </p:cNvPr>
          <p:cNvGrpSpPr/>
          <p:nvPr/>
        </p:nvGrpSpPr>
        <p:grpSpPr>
          <a:xfrm>
            <a:off x="558192" y="947174"/>
            <a:ext cx="698909" cy="156966"/>
            <a:chOff x="558192" y="1289273"/>
            <a:chExt cx="698909" cy="156966"/>
          </a:xfrm>
        </p:grpSpPr>
        <p:sp>
          <p:nvSpPr>
            <p:cNvPr id="12" name="StickerRectangle">
              <a:extLst>
                <a:ext uri="{FF2B5EF4-FFF2-40B4-BE49-F238E27FC236}">
                  <a16:creationId xmlns:a16="http://schemas.microsoft.com/office/drawing/2014/main" id="{59334280-5E7B-5FBA-F98B-D81D41184FDA}"/>
                </a:ext>
              </a:extLst>
            </p:cNvPr>
            <p:cNvSpPr>
              <a:spLocks noChangeArrowheads="1"/>
            </p:cNvSpPr>
            <p:nvPr userDrawn="1"/>
          </p:nvSpPr>
          <p:spPr bwMode="gray">
            <a:xfrm>
              <a:off x="558192" y="1289273"/>
              <a:ext cx="698909"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Preliminary</a:t>
              </a:r>
              <a:endParaRPr lang="en-US" sz="800" baseline="0">
                <a:solidFill>
                  <a:schemeClr val="tx1"/>
                </a:solidFill>
                <a:latin typeface="+mn-lt"/>
                <a:ea typeface="+mn-ea"/>
              </a:endParaRPr>
            </a:p>
          </p:txBody>
        </p:sp>
        <p:cxnSp>
          <p:nvCxnSpPr>
            <p:cNvPr id="29" name="StickerUnderline">
              <a:extLst>
                <a:ext uri="{FF2B5EF4-FFF2-40B4-BE49-F238E27FC236}">
                  <a16:creationId xmlns:a16="http://schemas.microsoft.com/office/drawing/2014/main" id="{CA4435A4-494A-6A02-50EE-68BC65C696C3}"/>
                </a:ext>
              </a:extLst>
            </p:cNvPr>
            <p:cNvCxnSpPr>
              <a:cxnSpLocks noChangeShapeType="1"/>
              <a:stCxn id="12" idx="4"/>
              <a:endCxn id="12" idx="6"/>
            </p:cNvCxnSpPr>
            <p:nvPr/>
          </p:nvCxnSpPr>
          <p:spPr bwMode="gray">
            <a:xfrm>
              <a:off x="558192" y="1446239"/>
              <a:ext cx="698909"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55" name="Group 54">
            <a:extLst>
              <a:ext uri="{FF2B5EF4-FFF2-40B4-BE49-F238E27FC236}">
                <a16:creationId xmlns:a16="http://schemas.microsoft.com/office/drawing/2014/main" id="{F583D17E-450B-33F5-7A48-F3D4FD2402CC}"/>
              </a:ext>
            </a:extLst>
          </p:cNvPr>
          <p:cNvGrpSpPr/>
          <p:nvPr/>
        </p:nvGrpSpPr>
        <p:grpSpPr>
          <a:xfrm>
            <a:off x="4657451" y="3582750"/>
            <a:ext cx="126269" cy="125122"/>
            <a:chOff x="7753066" y="2806327"/>
            <a:chExt cx="126269" cy="125122"/>
          </a:xfrm>
        </p:grpSpPr>
        <p:sp>
          <p:nvSpPr>
            <p:cNvPr id="56" name="Oval 55">
              <a:extLst>
                <a:ext uri="{FF2B5EF4-FFF2-40B4-BE49-F238E27FC236}">
                  <a16:creationId xmlns:a16="http://schemas.microsoft.com/office/drawing/2014/main" id="{A6C992BA-A6FE-CF42-4F7E-002E9F3E1DCF}"/>
                </a:ext>
              </a:extLst>
            </p:cNvPr>
            <p:cNvSpPr/>
            <p:nvPr>
              <p:custDataLst>
                <p:tags r:id="rId20"/>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64" name="Arc 63">
              <a:extLst>
                <a:ext uri="{FF2B5EF4-FFF2-40B4-BE49-F238E27FC236}">
                  <a16:creationId xmlns:a16="http://schemas.microsoft.com/office/drawing/2014/main" id="{9A37B049-E9F2-2145-EDEC-97FFC24BFA1E}"/>
                </a:ext>
              </a:extLst>
            </p:cNvPr>
            <p:cNvSpPr/>
            <p:nvPr>
              <p:custDataLst>
                <p:tags r:id="rId21"/>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68" name="Group 67">
            <a:extLst>
              <a:ext uri="{FF2B5EF4-FFF2-40B4-BE49-F238E27FC236}">
                <a16:creationId xmlns:a16="http://schemas.microsoft.com/office/drawing/2014/main" id="{27FEDEC0-2AAE-DAD4-DFCA-B9730A4959A8}"/>
              </a:ext>
            </a:extLst>
          </p:cNvPr>
          <p:cNvGrpSpPr/>
          <p:nvPr/>
        </p:nvGrpSpPr>
        <p:grpSpPr>
          <a:xfrm>
            <a:off x="8728371" y="3222331"/>
            <a:ext cx="126269" cy="125122"/>
            <a:chOff x="7753066" y="2806327"/>
            <a:chExt cx="126269" cy="125122"/>
          </a:xfrm>
        </p:grpSpPr>
        <p:sp>
          <p:nvSpPr>
            <p:cNvPr id="69" name="Oval 68">
              <a:extLst>
                <a:ext uri="{FF2B5EF4-FFF2-40B4-BE49-F238E27FC236}">
                  <a16:creationId xmlns:a16="http://schemas.microsoft.com/office/drawing/2014/main" id="{33AD4983-8CA4-6C6B-1F42-41C858048ABA}"/>
                </a:ext>
              </a:extLst>
            </p:cNvPr>
            <p:cNvSpPr/>
            <p:nvPr>
              <p:custDataLst>
                <p:tags r:id="rId18"/>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spcBef>
                  <a:spcPts val="300"/>
                </a:spcBef>
                <a:spcAft>
                  <a:spcPts val="300"/>
                </a:spcAft>
              </a:pPr>
              <a:endParaRPr lang="en-US" sz="1600" err="1">
                <a:solidFill>
                  <a:schemeClr val="bg1"/>
                </a:solidFill>
              </a:endParaRPr>
            </a:p>
          </p:txBody>
        </p:sp>
        <p:sp>
          <p:nvSpPr>
            <p:cNvPr id="70" name="Arc 69">
              <a:extLst>
                <a:ext uri="{FF2B5EF4-FFF2-40B4-BE49-F238E27FC236}">
                  <a16:creationId xmlns:a16="http://schemas.microsoft.com/office/drawing/2014/main" id="{22B071FC-806B-8CBF-8D1C-023F78BD7115}"/>
                </a:ext>
              </a:extLst>
            </p:cNvPr>
            <p:cNvSpPr/>
            <p:nvPr>
              <p:custDataLst>
                <p:tags r:id="rId19"/>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0677378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3D6C1-7D01-15B8-7C89-7BA447C8040E}"/>
            </a:ext>
          </a:extLst>
        </p:cNvPr>
        <p:cNvGrpSpPr/>
        <p:nvPr/>
      </p:nvGrpSpPr>
      <p:grpSpPr>
        <a:xfrm>
          <a:off x="0" y="0"/>
          <a:ext cx="0" cy="0"/>
          <a:chOff x="0" y="0"/>
          <a:chExt cx="0" cy="0"/>
        </a:xfrm>
      </p:grpSpPr>
      <p:graphicFrame>
        <p:nvGraphicFramePr>
          <p:cNvPr id="629" name="Object 2" hidden="1">
            <a:extLst>
              <a:ext uri="{FF2B5EF4-FFF2-40B4-BE49-F238E27FC236}">
                <a16:creationId xmlns:a16="http://schemas.microsoft.com/office/drawing/2014/main" id="{69F7184F-EEDB-E5B3-EE0D-A0813E6F9DB5}"/>
              </a:ext>
            </a:extLst>
          </p:cNvPr>
          <p:cNvGraphicFramePr>
            <a:graphicFrameLocks noChangeAspect="1"/>
          </p:cNvGraphicFramePr>
          <p:nvPr>
            <p:custDataLst>
              <p:tags r:id="rId1"/>
            </p:custDataLst>
            <p:extLst>
              <p:ext uri="{D42A27DB-BD31-4B8C-83A1-F6EECF244321}">
                <p14:modId xmlns:p14="http://schemas.microsoft.com/office/powerpoint/2010/main" val="121392162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9" imgW="395" imgH="394" progId="TCLayout.ActiveDocument.1">
                  <p:embed/>
                </p:oleObj>
              </mc:Choice>
              <mc:Fallback>
                <p:oleObj name="think-cell Slide" r:id="rId49" imgW="395" imgH="394" progId="TCLayout.ActiveDocument.1">
                  <p:embed/>
                  <p:pic>
                    <p:nvPicPr>
                      <p:cNvPr id="629" name="Object 2" hidden="1">
                        <a:extLst>
                          <a:ext uri="{FF2B5EF4-FFF2-40B4-BE49-F238E27FC236}">
                            <a16:creationId xmlns:a16="http://schemas.microsoft.com/office/drawing/2014/main" id="{69F7184F-EEDB-E5B3-EE0D-A0813E6F9DB5}"/>
                          </a:ext>
                        </a:extLst>
                      </p:cNvPr>
                      <p:cNvPicPr/>
                      <p:nvPr/>
                    </p:nvPicPr>
                    <p:blipFill>
                      <a:blip r:embed="rId50"/>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31E18A74-23DC-40EF-D0E8-92E116DCE6B0}"/>
              </a:ext>
            </a:extLst>
          </p:cNvPr>
          <p:cNvSpPr>
            <a:spLocks noGrp="1"/>
          </p:cNvSpPr>
          <p:nvPr>
            <p:ph type="title"/>
            <p:custDataLst>
              <p:tags r:id="rId2"/>
            </p:custDataLst>
          </p:nvPr>
        </p:nvSpPr>
        <p:spPr>
          <a:xfrm>
            <a:off x="446860" y="246930"/>
            <a:ext cx="11576830" cy="357790"/>
          </a:xfrm>
          <a:noFill/>
          <a:ln/>
          <a:extLst>
            <a:ext uri="{909E8E84-426E-40DD-AFC4-6F175D3DCCD1}">
              <a14:hiddenFill xmlns:a14="http://schemas.microsoft.com/office/drawing/2010/main">
                <a:solidFill>
                  <a:srgbClr val="FFFFFF"/>
                </a:solidFill>
              </a14:hiddenFill>
            </a:ext>
          </a:extLst>
        </p:spPr>
        <p:txBody>
          <a:bodyPr vert="horz" wrap="square" anchor="b" anchorCtr="0">
            <a:spAutoFit/>
          </a:bodyPr>
          <a:lstStyle/>
          <a:p>
            <a:r>
              <a:rPr lang="en-US" dirty="0"/>
              <a:t>Summary: Value levers by process to achieve BSN Sports bold vision</a:t>
            </a:r>
          </a:p>
        </p:txBody>
      </p:sp>
      <p:sp>
        <p:nvSpPr>
          <p:cNvPr id="662" name="Oval 661">
            <a:extLst>
              <a:ext uri="{FF2B5EF4-FFF2-40B4-BE49-F238E27FC236}">
                <a16:creationId xmlns:a16="http://schemas.microsoft.com/office/drawing/2014/main" id="{3142DD7A-1AFD-5B83-77F5-AD55411079A8}"/>
              </a:ext>
            </a:extLst>
          </p:cNvPr>
          <p:cNvSpPr/>
          <p:nvPr/>
        </p:nvSpPr>
        <p:spPr>
          <a:xfrm>
            <a:off x="9059502" y="812562"/>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63" name="Oval 662">
            <a:extLst>
              <a:ext uri="{FF2B5EF4-FFF2-40B4-BE49-F238E27FC236}">
                <a16:creationId xmlns:a16="http://schemas.microsoft.com/office/drawing/2014/main" id="{ABA3B611-4CCE-ECC3-776E-E6AE3BD82D0A}"/>
              </a:ext>
            </a:extLst>
          </p:cNvPr>
          <p:cNvSpPr/>
          <p:nvPr/>
        </p:nvSpPr>
        <p:spPr>
          <a:xfrm>
            <a:off x="10323049" y="812562"/>
            <a:ext cx="126269" cy="125122"/>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64" name="TextBox 663">
            <a:extLst>
              <a:ext uri="{FF2B5EF4-FFF2-40B4-BE49-F238E27FC236}">
                <a16:creationId xmlns:a16="http://schemas.microsoft.com/office/drawing/2014/main" id="{7D656E3B-00E0-CFC9-DBAF-61F1B3A03AFD}"/>
              </a:ext>
            </a:extLst>
          </p:cNvPr>
          <p:cNvSpPr txBox="1"/>
          <p:nvPr/>
        </p:nvSpPr>
        <p:spPr>
          <a:xfrm>
            <a:off x="9235113" y="793019"/>
            <a:ext cx="1289033"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Tech improvement</a:t>
            </a:r>
          </a:p>
        </p:txBody>
      </p:sp>
      <p:sp>
        <p:nvSpPr>
          <p:cNvPr id="665" name="TextBox 664">
            <a:extLst>
              <a:ext uri="{FF2B5EF4-FFF2-40B4-BE49-F238E27FC236}">
                <a16:creationId xmlns:a16="http://schemas.microsoft.com/office/drawing/2014/main" id="{F839B7C9-EA5D-975A-B8B7-9E273DF218A7}"/>
              </a:ext>
            </a:extLst>
          </p:cNvPr>
          <p:cNvSpPr txBox="1"/>
          <p:nvPr/>
        </p:nvSpPr>
        <p:spPr>
          <a:xfrm>
            <a:off x="10507631" y="793019"/>
            <a:ext cx="1289033"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Process improvement</a:t>
            </a:r>
          </a:p>
        </p:txBody>
      </p:sp>
      <p:sp>
        <p:nvSpPr>
          <p:cNvPr id="782" name="Oval 781">
            <a:extLst>
              <a:ext uri="{FF2B5EF4-FFF2-40B4-BE49-F238E27FC236}">
                <a16:creationId xmlns:a16="http://schemas.microsoft.com/office/drawing/2014/main" id="{80198EDD-56B6-E071-5931-46B7FA4803C3}"/>
              </a:ext>
            </a:extLst>
          </p:cNvPr>
          <p:cNvSpPr/>
          <p:nvPr/>
        </p:nvSpPr>
        <p:spPr>
          <a:xfrm>
            <a:off x="7667293" y="812562"/>
            <a:ext cx="126269" cy="125122"/>
          </a:xfrm>
          <a:prstGeom prst="ellipse">
            <a:avLst/>
          </a:prstGeom>
          <a:solidFill>
            <a:schemeClr val="accent6">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83" name="TextBox 782">
            <a:extLst>
              <a:ext uri="{FF2B5EF4-FFF2-40B4-BE49-F238E27FC236}">
                <a16:creationId xmlns:a16="http://schemas.microsoft.com/office/drawing/2014/main" id="{5538DAC8-E1C2-62A9-BF6F-11F9EEC78D24}"/>
              </a:ext>
            </a:extLst>
          </p:cNvPr>
          <p:cNvSpPr txBox="1"/>
          <p:nvPr/>
        </p:nvSpPr>
        <p:spPr>
          <a:xfrm>
            <a:off x="7842904" y="793019"/>
            <a:ext cx="1289033"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People improvement</a:t>
            </a:r>
          </a:p>
        </p:txBody>
      </p:sp>
      <p:sp>
        <p:nvSpPr>
          <p:cNvPr id="12" name="TextBox 11">
            <a:extLst>
              <a:ext uri="{FF2B5EF4-FFF2-40B4-BE49-F238E27FC236}">
                <a16:creationId xmlns:a16="http://schemas.microsoft.com/office/drawing/2014/main" id="{9534E07B-4F83-DE24-9101-1CB8AB48475B}"/>
              </a:ext>
            </a:extLst>
          </p:cNvPr>
          <p:cNvSpPr txBox="1">
            <a:spLocks/>
          </p:cNvSpPr>
          <p:nvPr/>
        </p:nvSpPr>
        <p:spPr>
          <a:xfrm>
            <a:off x="446860" y="1232211"/>
            <a:ext cx="1272748" cy="245298"/>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Process</a:t>
            </a:r>
          </a:p>
        </p:txBody>
      </p:sp>
      <p:grpSp>
        <p:nvGrpSpPr>
          <p:cNvPr id="580" name="Group 579">
            <a:extLst>
              <a:ext uri="{FF2B5EF4-FFF2-40B4-BE49-F238E27FC236}">
                <a16:creationId xmlns:a16="http://schemas.microsoft.com/office/drawing/2014/main" id="{E6F29ADD-26F8-AD66-2393-B8E84BF89DEE}"/>
              </a:ext>
            </a:extLst>
          </p:cNvPr>
          <p:cNvGrpSpPr/>
          <p:nvPr/>
        </p:nvGrpSpPr>
        <p:grpSpPr>
          <a:xfrm>
            <a:off x="2091179" y="1049845"/>
            <a:ext cx="9587059" cy="418291"/>
            <a:chOff x="2360441" y="1344190"/>
            <a:chExt cx="7652087" cy="472176"/>
          </a:xfrm>
        </p:grpSpPr>
        <p:sp>
          <p:nvSpPr>
            <p:cNvPr id="13" name="Arrow: Chevron 12">
              <a:extLst>
                <a:ext uri="{FF2B5EF4-FFF2-40B4-BE49-F238E27FC236}">
                  <a16:creationId xmlns:a16="http://schemas.microsoft.com/office/drawing/2014/main" id="{51C0763D-1F4D-47A3-4291-965D7F84259B}"/>
                </a:ext>
              </a:extLst>
            </p:cNvPr>
            <p:cNvSpPr>
              <a:spLocks/>
            </p:cNvSpPr>
            <p:nvPr/>
          </p:nvSpPr>
          <p:spPr>
            <a:xfrm>
              <a:off x="2360441" y="1344190"/>
              <a:ext cx="2638260" cy="472176"/>
            </a:xfrm>
            <a:prstGeom prst="chevron">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Horizon 1: </a:t>
              </a:r>
              <a:r>
                <a:rPr kumimoji="0" lang="en-US" sz="1200" b="0" i="0" u="none" strike="noStrike" kern="1200" cap="none" spc="0" normalizeH="0" baseline="0" noProof="0">
                  <a:ln>
                    <a:noFill/>
                  </a:ln>
                  <a:solidFill>
                    <a:srgbClr val="000000"/>
                  </a:solidFill>
                  <a:effectLst/>
                  <a:uLnTx/>
                  <a:uFillTx/>
                  <a:latin typeface="Arial"/>
                  <a:ea typeface="+mn-ea"/>
                  <a:cs typeface="+mn-cs"/>
                </a:rPr>
                <a:t>Quick wins (by June 2026) </a:t>
              </a:r>
            </a:p>
          </p:txBody>
        </p:sp>
        <p:sp>
          <p:nvSpPr>
            <p:cNvPr id="14" name="Arrow: Chevron 13">
              <a:extLst>
                <a:ext uri="{FF2B5EF4-FFF2-40B4-BE49-F238E27FC236}">
                  <a16:creationId xmlns:a16="http://schemas.microsoft.com/office/drawing/2014/main" id="{0150FFE4-EEBB-E90C-94C5-51B8F12754C1}"/>
                </a:ext>
              </a:extLst>
            </p:cNvPr>
            <p:cNvSpPr>
              <a:spLocks/>
            </p:cNvSpPr>
            <p:nvPr/>
          </p:nvSpPr>
          <p:spPr>
            <a:xfrm>
              <a:off x="4867357" y="1344190"/>
              <a:ext cx="2638260" cy="472176"/>
            </a:xfrm>
            <a:prstGeom prst="chevron">
              <a:avLst/>
            </a:prstGeom>
            <a:solidFill>
              <a:schemeClr val="accent3">
                <a:lumMod val="60000"/>
                <a:lumOff val="4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Horizon 2: </a:t>
              </a:r>
              <a:r>
                <a:rPr kumimoji="0" lang="en-US" sz="1200" b="0" i="0" u="none" strike="noStrike" kern="1200" cap="none" spc="0" normalizeH="0" baseline="0" noProof="0">
                  <a:ln>
                    <a:noFill/>
                  </a:ln>
                  <a:solidFill>
                    <a:srgbClr val="FFFFFF"/>
                  </a:solidFill>
                  <a:effectLst/>
                  <a:uLnTx/>
                  <a:uFillTx/>
                  <a:latin typeface="Arial"/>
                  <a:ea typeface="+mn-ea"/>
                  <a:cs typeface="+mn-cs"/>
                </a:rPr>
                <a:t>Mid-term goals (by end ‘26)</a:t>
              </a:r>
            </a:p>
          </p:txBody>
        </p:sp>
        <p:sp>
          <p:nvSpPr>
            <p:cNvPr id="15" name="Arrow: Chevron 14">
              <a:extLst>
                <a:ext uri="{FF2B5EF4-FFF2-40B4-BE49-F238E27FC236}">
                  <a16:creationId xmlns:a16="http://schemas.microsoft.com/office/drawing/2014/main" id="{E1170441-7009-D662-0128-F69D93C42806}"/>
                </a:ext>
              </a:extLst>
            </p:cNvPr>
            <p:cNvSpPr>
              <a:spLocks/>
            </p:cNvSpPr>
            <p:nvPr/>
          </p:nvSpPr>
          <p:spPr>
            <a:xfrm>
              <a:off x="7374268" y="1344190"/>
              <a:ext cx="2638260" cy="472176"/>
            </a:xfrm>
            <a:prstGeom prst="chevron">
              <a:avLst/>
            </a:prstGeom>
            <a:solidFill>
              <a:schemeClr val="accent3">
                <a:lumMod val="7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6200" tIns="76200" rIns="76200" bIns="7620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kumimoji="0" lang="en-US" sz="1200" b="1" i="0" u="none" strike="noStrike" kern="1200" cap="none" spc="0" normalizeH="0" baseline="0" noProof="0">
                  <a:ln>
                    <a:noFill/>
                  </a:ln>
                  <a:solidFill>
                    <a:srgbClr val="FFFFFF"/>
                  </a:solidFill>
                  <a:effectLst/>
                  <a:uLnTx/>
                  <a:uFillTx/>
                  <a:latin typeface="Arial"/>
                  <a:ea typeface="+mn-ea"/>
                  <a:cs typeface="+mn-cs"/>
                </a:rPr>
                <a:t>Horizon 3:</a:t>
              </a:r>
              <a:r>
                <a:rPr kumimoji="0" lang="en-US" sz="1200" b="0" i="0" u="none" strike="noStrike" kern="1200" cap="none" spc="0" normalizeH="0" baseline="0" noProof="0">
                  <a:ln>
                    <a:noFill/>
                  </a:ln>
                  <a:solidFill>
                    <a:srgbClr val="FFFFFF"/>
                  </a:solidFill>
                  <a:effectLst/>
                  <a:uLnTx/>
                  <a:uFillTx/>
                  <a:latin typeface="Arial"/>
                  <a:ea typeface="+mn-ea"/>
                  <a:cs typeface="+mn-cs"/>
                </a:rPr>
                <a:t> Bold vision (by June 2027)</a:t>
              </a:r>
            </a:p>
          </p:txBody>
        </p:sp>
      </p:grpSp>
      <p:sp>
        <p:nvSpPr>
          <p:cNvPr id="11" name="TextBox 10">
            <a:extLst>
              <a:ext uri="{FF2B5EF4-FFF2-40B4-BE49-F238E27FC236}">
                <a16:creationId xmlns:a16="http://schemas.microsoft.com/office/drawing/2014/main" id="{B7994226-B9C4-2DA5-5202-9A9CDDB7596E}"/>
              </a:ext>
            </a:extLst>
          </p:cNvPr>
          <p:cNvSpPr txBox="1">
            <a:spLocks/>
          </p:cNvSpPr>
          <p:nvPr/>
        </p:nvSpPr>
        <p:spPr>
          <a:xfrm>
            <a:off x="788972" y="1574865"/>
            <a:ext cx="1187343" cy="49059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intake &amp; creation</a:t>
            </a:r>
          </a:p>
        </p:txBody>
      </p:sp>
      <p:sp>
        <p:nvSpPr>
          <p:cNvPr id="42" name="Oval 41">
            <a:extLst>
              <a:ext uri="{FF2B5EF4-FFF2-40B4-BE49-F238E27FC236}">
                <a16:creationId xmlns:a16="http://schemas.microsoft.com/office/drawing/2014/main" id="{75218A74-C53D-2482-A157-E2BA9FB7E45F}"/>
              </a:ext>
            </a:extLst>
          </p:cNvPr>
          <p:cNvSpPr>
            <a:spLocks/>
          </p:cNvSpPr>
          <p:nvPr/>
        </p:nvSpPr>
        <p:spPr>
          <a:xfrm>
            <a:off x="433397" y="1600958"/>
            <a:ext cx="296190" cy="306904"/>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A</a:t>
            </a:r>
          </a:p>
        </p:txBody>
      </p:sp>
      <p:sp>
        <p:nvSpPr>
          <p:cNvPr id="16" name="TextBox 15">
            <a:extLst>
              <a:ext uri="{FF2B5EF4-FFF2-40B4-BE49-F238E27FC236}">
                <a16:creationId xmlns:a16="http://schemas.microsoft.com/office/drawing/2014/main" id="{280EC406-4FBD-5CC7-78CF-9C7196402C55}"/>
              </a:ext>
            </a:extLst>
          </p:cNvPr>
          <p:cNvSpPr txBox="1">
            <a:spLocks/>
          </p:cNvSpPr>
          <p:nvPr/>
        </p:nvSpPr>
        <p:spPr>
          <a:xfrm>
            <a:off x="788972" y="2546830"/>
            <a:ext cx="1187343" cy="49059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MTS</a:t>
            </a:r>
          </a:p>
        </p:txBody>
      </p:sp>
      <p:sp>
        <p:nvSpPr>
          <p:cNvPr id="43" name="Oval 42">
            <a:extLst>
              <a:ext uri="{FF2B5EF4-FFF2-40B4-BE49-F238E27FC236}">
                <a16:creationId xmlns:a16="http://schemas.microsoft.com/office/drawing/2014/main" id="{08150296-D61E-D683-25B6-EE9E0D0268CE}"/>
              </a:ext>
            </a:extLst>
          </p:cNvPr>
          <p:cNvSpPr>
            <a:spLocks/>
          </p:cNvSpPr>
          <p:nvPr/>
        </p:nvSpPr>
        <p:spPr>
          <a:xfrm>
            <a:off x="433397" y="2493846"/>
            <a:ext cx="296190" cy="306904"/>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B</a:t>
            </a:r>
          </a:p>
        </p:txBody>
      </p:sp>
      <p:sp>
        <p:nvSpPr>
          <p:cNvPr id="26" name="TextBox 25">
            <a:extLst>
              <a:ext uri="{FF2B5EF4-FFF2-40B4-BE49-F238E27FC236}">
                <a16:creationId xmlns:a16="http://schemas.microsoft.com/office/drawing/2014/main" id="{F5EFA57B-8F91-BBEE-46BC-64A85BF24960}"/>
              </a:ext>
            </a:extLst>
          </p:cNvPr>
          <p:cNvSpPr txBox="1">
            <a:spLocks/>
          </p:cNvSpPr>
          <p:nvPr/>
        </p:nvSpPr>
        <p:spPr>
          <a:xfrm>
            <a:off x="788972" y="3436018"/>
            <a:ext cx="1187343" cy="490594"/>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NSP Handling</a:t>
            </a:r>
          </a:p>
        </p:txBody>
      </p:sp>
      <p:sp>
        <p:nvSpPr>
          <p:cNvPr id="44" name="Oval 43">
            <a:extLst>
              <a:ext uri="{FF2B5EF4-FFF2-40B4-BE49-F238E27FC236}">
                <a16:creationId xmlns:a16="http://schemas.microsoft.com/office/drawing/2014/main" id="{F4F88EA4-9773-7A24-E944-CB590A8B562F}"/>
              </a:ext>
            </a:extLst>
          </p:cNvPr>
          <p:cNvSpPr>
            <a:spLocks/>
          </p:cNvSpPr>
          <p:nvPr/>
        </p:nvSpPr>
        <p:spPr>
          <a:xfrm>
            <a:off x="433397" y="3408822"/>
            <a:ext cx="296190" cy="306903"/>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C</a:t>
            </a:r>
          </a:p>
        </p:txBody>
      </p:sp>
      <p:sp>
        <p:nvSpPr>
          <p:cNvPr id="33" name="TextBox 32">
            <a:extLst>
              <a:ext uri="{FF2B5EF4-FFF2-40B4-BE49-F238E27FC236}">
                <a16:creationId xmlns:a16="http://schemas.microsoft.com/office/drawing/2014/main" id="{FA6B763F-EC55-9D38-8F85-7EBFA99A9C12}"/>
              </a:ext>
            </a:extLst>
          </p:cNvPr>
          <p:cNvSpPr txBox="1">
            <a:spLocks/>
          </p:cNvSpPr>
          <p:nvPr/>
        </p:nvSpPr>
        <p:spPr>
          <a:xfrm>
            <a:off x="788972" y="4359427"/>
            <a:ext cx="1187343" cy="49059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Returns &amp; replacements</a:t>
            </a:r>
          </a:p>
        </p:txBody>
      </p:sp>
      <p:sp>
        <p:nvSpPr>
          <p:cNvPr id="45" name="Oval 44">
            <a:extLst>
              <a:ext uri="{FF2B5EF4-FFF2-40B4-BE49-F238E27FC236}">
                <a16:creationId xmlns:a16="http://schemas.microsoft.com/office/drawing/2014/main" id="{1A4E7255-FE77-7FCE-91EE-2029E63968F1}"/>
              </a:ext>
            </a:extLst>
          </p:cNvPr>
          <p:cNvSpPr>
            <a:spLocks/>
          </p:cNvSpPr>
          <p:nvPr/>
        </p:nvSpPr>
        <p:spPr>
          <a:xfrm>
            <a:off x="433397" y="4372466"/>
            <a:ext cx="296190" cy="306904"/>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D</a:t>
            </a:r>
          </a:p>
        </p:txBody>
      </p:sp>
      <p:sp>
        <p:nvSpPr>
          <p:cNvPr id="38" name="TextBox 37">
            <a:extLst>
              <a:ext uri="{FF2B5EF4-FFF2-40B4-BE49-F238E27FC236}">
                <a16:creationId xmlns:a16="http://schemas.microsoft.com/office/drawing/2014/main" id="{C51B311A-9408-7F89-22BC-BD07DD2291DC}"/>
              </a:ext>
            </a:extLst>
          </p:cNvPr>
          <p:cNvSpPr txBox="1">
            <a:spLocks/>
          </p:cNvSpPr>
          <p:nvPr/>
        </p:nvSpPr>
        <p:spPr>
          <a:xfrm>
            <a:off x="788972" y="5333575"/>
            <a:ext cx="1187343" cy="490595"/>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visibility &amp; tracking</a:t>
            </a:r>
          </a:p>
        </p:txBody>
      </p:sp>
      <p:sp>
        <p:nvSpPr>
          <p:cNvPr id="46" name="Oval 45">
            <a:extLst>
              <a:ext uri="{FF2B5EF4-FFF2-40B4-BE49-F238E27FC236}">
                <a16:creationId xmlns:a16="http://schemas.microsoft.com/office/drawing/2014/main" id="{FEB3F98C-7BAB-2F4A-CF46-7D85F6CEE3BB}"/>
              </a:ext>
            </a:extLst>
          </p:cNvPr>
          <p:cNvSpPr>
            <a:spLocks/>
          </p:cNvSpPr>
          <p:nvPr/>
        </p:nvSpPr>
        <p:spPr>
          <a:xfrm>
            <a:off x="433397" y="5336544"/>
            <a:ext cx="296190" cy="306904"/>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E</a:t>
            </a:r>
          </a:p>
        </p:txBody>
      </p:sp>
      <p:sp>
        <p:nvSpPr>
          <p:cNvPr id="599" name="TextBox 598">
            <a:extLst>
              <a:ext uri="{FF2B5EF4-FFF2-40B4-BE49-F238E27FC236}">
                <a16:creationId xmlns:a16="http://schemas.microsoft.com/office/drawing/2014/main" id="{01F552D6-A216-5676-910F-58C2F99CDAB7}"/>
              </a:ext>
            </a:extLst>
          </p:cNvPr>
          <p:cNvSpPr txBox="1">
            <a:spLocks/>
          </p:cNvSpPr>
          <p:nvPr>
            <p:custDataLst>
              <p:tags r:id="rId3"/>
            </p:custDataLst>
          </p:nvPr>
        </p:nvSpPr>
        <p:spPr>
          <a:xfrm>
            <a:off x="2093852" y="1560769"/>
            <a:ext cx="3082397" cy="827488"/>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Structured intake with standardized, required fields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(email-embedded agent)</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Rule-based freight shipping estimates integrated into QOE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to minimize value leakage</a:t>
            </a:r>
          </a:p>
        </p:txBody>
      </p:sp>
      <p:cxnSp>
        <p:nvCxnSpPr>
          <p:cNvPr id="637" name="LineBasicDefault 637">
            <a:extLst>
              <a:ext uri="{FF2B5EF4-FFF2-40B4-BE49-F238E27FC236}">
                <a16:creationId xmlns:a16="http://schemas.microsoft.com/office/drawing/2014/main" id="{8747B349-09D7-6535-5911-1326253485B8}"/>
              </a:ext>
            </a:extLst>
          </p:cNvPr>
          <p:cNvCxnSpPr>
            <a:cxnSpLocks/>
          </p:cNvCxnSpPr>
          <p:nvPr>
            <p:custDataLst>
              <p:tags r:id="rId4"/>
            </p:custDataLst>
          </p:nvPr>
        </p:nvCxnSpPr>
        <p:spPr>
          <a:xfrm>
            <a:off x="446860" y="2435599"/>
            <a:ext cx="11231379"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47" name="TextBox 646">
            <a:extLst>
              <a:ext uri="{FF2B5EF4-FFF2-40B4-BE49-F238E27FC236}">
                <a16:creationId xmlns:a16="http://schemas.microsoft.com/office/drawing/2014/main" id="{4C071554-038A-E269-0675-BF659617BE19}"/>
              </a:ext>
            </a:extLst>
          </p:cNvPr>
          <p:cNvSpPr txBox="1">
            <a:spLocks/>
          </p:cNvSpPr>
          <p:nvPr>
            <p:custDataLst>
              <p:tags r:id="rId5"/>
            </p:custDataLst>
          </p:nvPr>
        </p:nvSpPr>
        <p:spPr>
          <a:xfrm>
            <a:off x="2093852" y="2492981"/>
            <a:ext cx="3082397" cy="827488"/>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Standardized intake and lead qualification </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Shop templates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by school, season, and sport </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Guided shop build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via co-pilot-assisted workflows</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Analyzer agent </a:t>
            </a: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optimizing shop layout</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648" name="LineBasicDefault 637">
            <a:extLst>
              <a:ext uri="{FF2B5EF4-FFF2-40B4-BE49-F238E27FC236}">
                <a16:creationId xmlns:a16="http://schemas.microsoft.com/office/drawing/2014/main" id="{9FED95F0-46C9-7315-C743-2DEA763B7CC9}"/>
              </a:ext>
            </a:extLst>
          </p:cNvPr>
          <p:cNvCxnSpPr>
            <a:cxnSpLocks/>
          </p:cNvCxnSpPr>
          <p:nvPr>
            <p:custDataLst>
              <p:tags r:id="rId6"/>
            </p:custDataLst>
          </p:nvPr>
        </p:nvCxnSpPr>
        <p:spPr>
          <a:xfrm>
            <a:off x="446860" y="3339357"/>
            <a:ext cx="11231379"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49" name="TextBox 648">
            <a:extLst>
              <a:ext uri="{FF2B5EF4-FFF2-40B4-BE49-F238E27FC236}">
                <a16:creationId xmlns:a16="http://schemas.microsoft.com/office/drawing/2014/main" id="{F5CDABDE-835F-F417-BCEC-DAE9E005D752}"/>
              </a:ext>
            </a:extLst>
          </p:cNvPr>
          <p:cNvSpPr txBox="1">
            <a:spLocks/>
          </p:cNvSpPr>
          <p:nvPr>
            <p:custDataLst>
              <p:tags r:id="rId7"/>
            </p:custDataLst>
          </p:nvPr>
        </p:nvSpPr>
        <p:spPr>
          <a:xfrm>
            <a:off x="2093852" y="3415764"/>
            <a:ext cx="3082397" cy="783523"/>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Ensure intake information is complete</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prior to NSP creation (extraction agent in QOE)</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TM-only NSP creation in QOE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(system controls)</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Fix straightforward SAP</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processing issues</a:t>
            </a:r>
          </a:p>
        </p:txBody>
      </p:sp>
      <p:cxnSp>
        <p:nvCxnSpPr>
          <p:cNvPr id="650" name="LineBasicDefault 637">
            <a:extLst>
              <a:ext uri="{FF2B5EF4-FFF2-40B4-BE49-F238E27FC236}">
                <a16:creationId xmlns:a16="http://schemas.microsoft.com/office/drawing/2014/main" id="{AEE9871D-82C8-3609-E532-AC7B7F05AF42}"/>
              </a:ext>
            </a:extLst>
          </p:cNvPr>
          <p:cNvCxnSpPr>
            <a:cxnSpLocks/>
          </p:cNvCxnSpPr>
          <p:nvPr>
            <p:custDataLst>
              <p:tags r:id="rId8"/>
            </p:custDataLst>
          </p:nvPr>
        </p:nvCxnSpPr>
        <p:spPr>
          <a:xfrm>
            <a:off x="446860" y="4272355"/>
            <a:ext cx="11231379"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55" name="TextBox 654">
            <a:extLst>
              <a:ext uri="{FF2B5EF4-FFF2-40B4-BE49-F238E27FC236}">
                <a16:creationId xmlns:a16="http://schemas.microsoft.com/office/drawing/2014/main" id="{93C6C6A1-5E1E-08B6-F3B1-763A54EA5507}"/>
              </a:ext>
            </a:extLst>
          </p:cNvPr>
          <p:cNvSpPr txBox="1">
            <a:spLocks/>
          </p:cNvSpPr>
          <p:nvPr>
            <p:custDataLst>
              <p:tags r:id="rId9"/>
            </p:custDataLst>
          </p:nvPr>
        </p:nvSpPr>
        <p:spPr>
          <a:xfrm>
            <a:off x="2093852" y="4361289"/>
            <a:ext cx="3082397" cy="560745"/>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Structured case intake with auto-validation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(email-embedded agent for case intake)</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Codified resolution approach by issue type</a:t>
            </a:r>
          </a:p>
        </p:txBody>
      </p:sp>
      <p:cxnSp>
        <p:nvCxnSpPr>
          <p:cNvPr id="656" name="LineBasicDefault 637">
            <a:extLst>
              <a:ext uri="{FF2B5EF4-FFF2-40B4-BE49-F238E27FC236}">
                <a16:creationId xmlns:a16="http://schemas.microsoft.com/office/drawing/2014/main" id="{05F352FB-E103-39CB-5D8F-F8CE4A19D8ED}"/>
              </a:ext>
            </a:extLst>
          </p:cNvPr>
          <p:cNvCxnSpPr>
            <a:cxnSpLocks/>
          </p:cNvCxnSpPr>
          <p:nvPr>
            <p:custDataLst>
              <p:tags r:id="rId10"/>
            </p:custDataLst>
          </p:nvPr>
        </p:nvCxnSpPr>
        <p:spPr>
          <a:xfrm>
            <a:off x="446860" y="5322752"/>
            <a:ext cx="11231379"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657" name="TextBox 656">
            <a:extLst>
              <a:ext uri="{FF2B5EF4-FFF2-40B4-BE49-F238E27FC236}">
                <a16:creationId xmlns:a16="http://schemas.microsoft.com/office/drawing/2014/main" id="{110307F4-A883-7F69-E5FD-8F66AC5A0238}"/>
              </a:ext>
            </a:extLst>
          </p:cNvPr>
          <p:cNvSpPr txBox="1">
            <a:spLocks/>
          </p:cNvSpPr>
          <p:nvPr>
            <p:custDataLst>
              <p:tags r:id="rId11"/>
            </p:custDataLst>
          </p:nvPr>
        </p:nvSpPr>
        <p:spPr>
          <a:xfrm>
            <a:off x="2093852" y="5337520"/>
            <a:ext cx="3082397" cy="67513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Unified tracker view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(data aggregation layer)</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Improved vendor and decorator milestone compliance</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(rules + governance)</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60" name="Oval 659">
            <a:extLst>
              <a:ext uri="{FF2B5EF4-FFF2-40B4-BE49-F238E27FC236}">
                <a16:creationId xmlns:a16="http://schemas.microsoft.com/office/drawing/2014/main" id="{60D2CB58-ABC9-B7BB-6017-C1999E89A675}"/>
              </a:ext>
            </a:extLst>
          </p:cNvPr>
          <p:cNvSpPr/>
          <p:nvPr/>
        </p:nvSpPr>
        <p:spPr>
          <a:xfrm>
            <a:off x="2061220" y="5381025"/>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61" name="Oval 660">
            <a:extLst>
              <a:ext uri="{FF2B5EF4-FFF2-40B4-BE49-F238E27FC236}">
                <a16:creationId xmlns:a16="http://schemas.microsoft.com/office/drawing/2014/main" id="{F0286AB2-27A0-31E2-D4BF-9F4A81D37330}"/>
              </a:ext>
            </a:extLst>
          </p:cNvPr>
          <p:cNvSpPr>
            <a:spLocks/>
          </p:cNvSpPr>
          <p:nvPr/>
        </p:nvSpPr>
        <p:spPr>
          <a:xfrm>
            <a:off x="2061220" y="5579659"/>
            <a:ext cx="138896" cy="142460"/>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66" name="Oval 665">
            <a:extLst>
              <a:ext uri="{FF2B5EF4-FFF2-40B4-BE49-F238E27FC236}">
                <a16:creationId xmlns:a16="http://schemas.microsoft.com/office/drawing/2014/main" id="{2C4DC020-7F57-075E-AB2F-B77D1192E68B}"/>
              </a:ext>
            </a:extLst>
          </p:cNvPr>
          <p:cNvSpPr>
            <a:spLocks/>
          </p:cNvSpPr>
          <p:nvPr/>
        </p:nvSpPr>
        <p:spPr>
          <a:xfrm>
            <a:off x="2061220" y="2717886"/>
            <a:ext cx="138896" cy="142460"/>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pSp>
        <p:nvGrpSpPr>
          <p:cNvPr id="667" name="Group 666">
            <a:extLst>
              <a:ext uri="{FF2B5EF4-FFF2-40B4-BE49-F238E27FC236}">
                <a16:creationId xmlns:a16="http://schemas.microsoft.com/office/drawing/2014/main" id="{ACA0FE7E-1046-3BF0-5E14-DE84654A064B}"/>
              </a:ext>
            </a:extLst>
          </p:cNvPr>
          <p:cNvGrpSpPr/>
          <p:nvPr/>
        </p:nvGrpSpPr>
        <p:grpSpPr>
          <a:xfrm>
            <a:off x="2061220" y="2499120"/>
            <a:ext cx="138896" cy="142460"/>
            <a:chOff x="7753066" y="2806327"/>
            <a:chExt cx="126269" cy="125122"/>
          </a:xfrm>
        </p:grpSpPr>
        <p:sp>
          <p:nvSpPr>
            <p:cNvPr id="668" name="Oval 667">
              <a:extLst>
                <a:ext uri="{FF2B5EF4-FFF2-40B4-BE49-F238E27FC236}">
                  <a16:creationId xmlns:a16="http://schemas.microsoft.com/office/drawing/2014/main" id="{F717D2F4-FF15-29F3-A5DA-3B415DDF7650}"/>
                </a:ext>
              </a:extLst>
            </p:cNvPr>
            <p:cNvSpPr/>
            <p:nvPr>
              <p:custDataLst>
                <p:tags r:id="rId45"/>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69" name="Arc 668">
              <a:extLst>
                <a:ext uri="{FF2B5EF4-FFF2-40B4-BE49-F238E27FC236}">
                  <a16:creationId xmlns:a16="http://schemas.microsoft.com/office/drawing/2014/main" id="{0F2FDC02-737A-D305-9A9F-AFB8B707D9E0}"/>
                </a:ext>
              </a:extLst>
            </p:cNvPr>
            <p:cNvSpPr/>
            <p:nvPr>
              <p:custDataLst>
                <p:tags r:id="rId46"/>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670" name="Oval 669">
            <a:extLst>
              <a:ext uri="{FF2B5EF4-FFF2-40B4-BE49-F238E27FC236}">
                <a16:creationId xmlns:a16="http://schemas.microsoft.com/office/drawing/2014/main" id="{501F4A47-C2A7-3832-69CC-6727CF51D577}"/>
              </a:ext>
            </a:extLst>
          </p:cNvPr>
          <p:cNvSpPr/>
          <p:nvPr/>
        </p:nvSpPr>
        <p:spPr>
          <a:xfrm>
            <a:off x="2061220" y="2899547"/>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71" name="Oval 670">
            <a:extLst>
              <a:ext uri="{FF2B5EF4-FFF2-40B4-BE49-F238E27FC236}">
                <a16:creationId xmlns:a16="http://schemas.microsoft.com/office/drawing/2014/main" id="{ED5BAB09-F996-7FDB-84C9-F64097F3FFB3}"/>
              </a:ext>
            </a:extLst>
          </p:cNvPr>
          <p:cNvSpPr/>
          <p:nvPr/>
        </p:nvSpPr>
        <p:spPr>
          <a:xfrm>
            <a:off x="2061220" y="3450793"/>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72" name="Oval 671">
            <a:extLst>
              <a:ext uri="{FF2B5EF4-FFF2-40B4-BE49-F238E27FC236}">
                <a16:creationId xmlns:a16="http://schemas.microsoft.com/office/drawing/2014/main" id="{B7A8F402-914D-82BB-6AF4-1571842A00EF}"/>
              </a:ext>
            </a:extLst>
          </p:cNvPr>
          <p:cNvSpPr>
            <a:spLocks/>
          </p:cNvSpPr>
          <p:nvPr/>
        </p:nvSpPr>
        <p:spPr>
          <a:xfrm>
            <a:off x="2061220" y="3770287"/>
            <a:ext cx="138896" cy="142460"/>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73" name="Oval 672">
            <a:extLst>
              <a:ext uri="{FF2B5EF4-FFF2-40B4-BE49-F238E27FC236}">
                <a16:creationId xmlns:a16="http://schemas.microsoft.com/office/drawing/2014/main" id="{D5E30B2A-57E8-27DD-A52D-8C979C97B22D}"/>
              </a:ext>
            </a:extLst>
          </p:cNvPr>
          <p:cNvSpPr/>
          <p:nvPr/>
        </p:nvSpPr>
        <p:spPr>
          <a:xfrm>
            <a:off x="2061220" y="4372466"/>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74" name="Oval 673">
            <a:extLst>
              <a:ext uri="{FF2B5EF4-FFF2-40B4-BE49-F238E27FC236}">
                <a16:creationId xmlns:a16="http://schemas.microsoft.com/office/drawing/2014/main" id="{498B810C-21D2-2F5C-638D-ED186F9F0385}"/>
              </a:ext>
            </a:extLst>
          </p:cNvPr>
          <p:cNvSpPr>
            <a:spLocks/>
          </p:cNvSpPr>
          <p:nvPr/>
        </p:nvSpPr>
        <p:spPr>
          <a:xfrm>
            <a:off x="2061220" y="4745125"/>
            <a:ext cx="138896" cy="142460"/>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77" name="Oval 676">
            <a:extLst>
              <a:ext uri="{FF2B5EF4-FFF2-40B4-BE49-F238E27FC236}">
                <a16:creationId xmlns:a16="http://schemas.microsoft.com/office/drawing/2014/main" id="{C7AF20E9-3F01-724F-02CC-E7DBC1263765}"/>
              </a:ext>
            </a:extLst>
          </p:cNvPr>
          <p:cNvSpPr/>
          <p:nvPr/>
        </p:nvSpPr>
        <p:spPr>
          <a:xfrm>
            <a:off x="2061220" y="1944569"/>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80" name="TextBox 679">
            <a:extLst>
              <a:ext uri="{FF2B5EF4-FFF2-40B4-BE49-F238E27FC236}">
                <a16:creationId xmlns:a16="http://schemas.microsoft.com/office/drawing/2014/main" id="{C31E81F9-4378-5F59-902B-487E04A756E0}"/>
              </a:ext>
            </a:extLst>
          </p:cNvPr>
          <p:cNvSpPr txBox="1">
            <a:spLocks/>
          </p:cNvSpPr>
          <p:nvPr>
            <p:custDataLst>
              <p:tags r:id="rId12"/>
            </p:custDataLst>
          </p:nvPr>
        </p:nvSpPr>
        <p:spPr>
          <a:xfrm>
            <a:off x="5300875" y="1560770"/>
            <a:ext cx="3123925" cy="65503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Automated order configuration, pricing, and validation</a:t>
            </a:r>
            <a:r>
              <a:rPr kumimoji="0" lang="en-US" sz="10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 (conversational co-pilot in VOE/QOE)</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Cost sheet data table standardization</a:t>
            </a:r>
            <a:endParaRPr kumimoji="0" lang="en-US" sz="10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endParaRPr>
          </a:p>
        </p:txBody>
      </p:sp>
      <p:sp>
        <p:nvSpPr>
          <p:cNvPr id="683" name="Oval 682">
            <a:extLst>
              <a:ext uri="{FF2B5EF4-FFF2-40B4-BE49-F238E27FC236}">
                <a16:creationId xmlns:a16="http://schemas.microsoft.com/office/drawing/2014/main" id="{E1F611F1-3CCE-68E5-BB53-721E0DB6D1F3}"/>
              </a:ext>
            </a:extLst>
          </p:cNvPr>
          <p:cNvSpPr/>
          <p:nvPr/>
        </p:nvSpPr>
        <p:spPr>
          <a:xfrm>
            <a:off x="5277146" y="1579039"/>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85" name="Oval 684">
            <a:extLst>
              <a:ext uri="{FF2B5EF4-FFF2-40B4-BE49-F238E27FC236}">
                <a16:creationId xmlns:a16="http://schemas.microsoft.com/office/drawing/2014/main" id="{BF7D376D-6CDB-4F7D-333E-0F6E07610BE2}"/>
              </a:ext>
            </a:extLst>
          </p:cNvPr>
          <p:cNvSpPr/>
          <p:nvPr/>
        </p:nvSpPr>
        <p:spPr>
          <a:xfrm>
            <a:off x="5277146" y="1933282"/>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86" name="TextBox 685">
            <a:extLst>
              <a:ext uri="{FF2B5EF4-FFF2-40B4-BE49-F238E27FC236}">
                <a16:creationId xmlns:a16="http://schemas.microsoft.com/office/drawing/2014/main" id="{D3CAA5A7-77AE-24A7-8DE9-80DC08970870}"/>
              </a:ext>
            </a:extLst>
          </p:cNvPr>
          <p:cNvSpPr txBox="1">
            <a:spLocks/>
          </p:cNvSpPr>
          <p:nvPr>
            <p:custDataLst>
              <p:tags r:id="rId13"/>
            </p:custDataLst>
          </p:nvPr>
        </p:nvSpPr>
        <p:spPr>
          <a:xfrm>
            <a:off x="5346594" y="2492981"/>
            <a:ext cx="3004621" cy="827488"/>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E2E agent-enabled shop creation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with conversational interface where MTS reps can make updates based on customer feedback</a:t>
            </a:r>
          </a:p>
        </p:txBody>
      </p:sp>
      <p:sp>
        <p:nvSpPr>
          <p:cNvPr id="691" name="Oval 690">
            <a:extLst>
              <a:ext uri="{FF2B5EF4-FFF2-40B4-BE49-F238E27FC236}">
                <a16:creationId xmlns:a16="http://schemas.microsoft.com/office/drawing/2014/main" id="{047AD748-7A1F-FC85-B877-08242120E774}"/>
              </a:ext>
            </a:extLst>
          </p:cNvPr>
          <p:cNvSpPr/>
          <p:nvPr/>
        </p:nvSpPr>
        <p:spPr>
          <a:xfrm>
            <a:off x="5277146" y="2500910"/>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93" name="TextBox 692">
            <a:extLst>
              <a:ext uri="{FF2B5EF4-FFF2-40B4-BE49-F238E27FC236}">
                <a16:creationId xmlns:a16="http://schemas.microsoft.com/office/drawing/2014/main" id="{40FC58F2-FF2C-2FE4-E2D4-5E7C83772CD4}"/>
              </a:ext>
            </a:extLst>
          </p:cNvPr>
          <p:cNvSpPr txBox="1">
            <a:spLocks/>
          </p:cNvSpPr>
          <p:nvPr>
            <p:custDataLst>
              <p:tags r:id="rId14"/>
            </p:custDataLst>
          </p:nvPr>
        </p:nvSpPr>
        <p:spPr>
          <a:xfrm>
            <a:off x="5346594" y="3414032"/>
            <a:ext cx="3082397" cy="629430"/>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Agentic cost sheet data table product</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Automatically generate complete NSP quotes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using co-pilot and standardized data/rules</a:t>
            </a:r>
          </a:p>
        </p:txBody>
      </p:sp>
      <p:sp>
        <p:nvSpPr>
          <p:cNvPr id="698" name="Oval 697">
            <a:extLst>
              <a:ext uri="{FF2B5EF4-FFF2-40B4-BE49-F238E27FC236}">
                <a16:creationId xmlns:a16="http://schemas.microsoft.com/office/drawing/2014/main" id="{5B67712C-AC14-F5CC-5723-A027534A77AB}"/>
              </a:ext>
            </a:extLst>
          </p:cNvPr>
          <p:cNvSpPr/>
          <p:nvPr/>
        </p:nvSpPr>
        <p:spPr>
          <a:xfrm>
            <a:off x="5277146" y="3444095"/>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99" name="Oval 698">
            <a:extLst>
              <a:ext uri="{FF2B5EF4-FFF2-40B4-BE49-F238E27FC236}">
                <a16:creationId xmlns:a16="http://schemas.microsoft.com/office/drawing/2014/main" id="{D4E0B58E-C5A1-F4A5-C582-8B2919BBD0A6}"/>
              </a:ext>
            </a:extLst>
          </p:cNvPr>
          <p:cNvSpPr/>
          <p:nvPr/>
        </p:nvSpPr>
        <p:spPr>
          <a:xfrm>
            <a:off x="5277146" y="3691447"/>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00" name="TextBox 699">
            <a:extLst>
              <a:ext uri="{FF2B5EF4-FFF2-40B4-BE49-F238E27FC236}">
                <a16:creationId xmlns:a16="http://schemas.microsoft.com/office/drawing/2014/main" id="{B0A55BE6-A88C-9CCF-A3AA-9027EFC49E4F}"/>
              </a:ext>
            </a:extLst>
          </p:cNvPr>
          <p:cNvSpPr txBox="1">
            <a:spLocks/>
          </p:cNvSpPr>
          <p:nvPr>
            <p:custDataLst>
              <p:tags r:id="rId15"/>
            </p:custDataLst>
          </p:nvPr>
        </p:nvSpPr>
        <p:spPr>
          <a:xfrm>
            <a:off x="5346594" y="4372467"/>
            <a:ext cx="3082397" cy="942028"/>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Case handling guidance</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via co-pilot for reps</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Automation of repetitive workflows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(labels, credits, duplication) via workflow automation agents</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Merge R&amp;R &amp; CC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for back-office case processing</a:t>
            </a:r>
          </a:p>
        </p:txBody>
      </p:sp>
      <p:sp>
        <p:nvSpPr>
          <p:cNvPr id="703" name="Oval 702">
            <a:extLst>
              <a:ext uri="{FF2B5EF4-FFF2-40B4-BE49-F238E27FC236}">
                <a16:creationId xmlns:a16="http://schemas.microsoft.com/office/drawing/2014/main" id="{8C404433-28D1-5AC2-10B3-9F4E78FBD50D}"/>
              </a:ext>
            </a:extLst>
          </p:cNvPr>
          <p:cNvSpPr/>
          <p:nvPr/>
        </p:nvSpPr>
        <p:spPr>
          <a:xfrm>
            <a:off x="5277146" y="4391178"/>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04" name="Oval 703">
            <a:extLst>
              <a:ext uri="{FF2B5EF4-FFF2-40B4-BE49-F238E27FC236}">
                <a16:creationId xmlns:a16="http://schemas.microsoft.com/office/drawing/2014/main" id="{F3D5781C-60AE-9418-2BBC-20F1FDC3132C}"/>
              </a:ext>
            </a:extLst>
          </p:cNvPr>
          <p:cNvSpPr/>
          <p:nvPr/>
        </p:nvSpPr>
        <p:spPr>
          <a:xfrm>
            <a:off x="5277146" y="4652460"/>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05" name="TextBox 704">
            <a:extLst>
              <a:ext uri="{FF2B5EF4-FFF2-40B4-BE49-F238E27FC236}">
                <a16:creationId xmlns:a16="http://schemas.microsoft.com/office/drawing/2014/main" id="{940C7ED3-2FB3-C925-0142-79B013CBE862}"/>
              </a:ext>
            </a:extLst>
          </p:cNvPr>
          <p:cNvSpPr txBox="1">
            <a:spLocks/>
          </p:cNvSpPr>
          <p:nvPr>
            <p:custDataLst>
              <p:tags r:id="rId16"/>
            </p:custDataLst>
          </p:nvPr>
        </p:nvSpPr>
        <p:spPr>
          <a:xfrm>
            <a:off x="5346594" y="5332889"/>
            <a:ext cx="3082397" cy="769181"/>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Expanded tracker data capture</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using direct integrations or approved automated portal retrieval</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Proactive tracking agent that monitors orders; next-best-action guidance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recommends next steps for reps</a:t>
            </a: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 diagnosis/resolution of delays</a:t>
            </a:r>
          </a:p>
        </p:txBody>
      </p:sp>
      <p:sp>
        <p:nvSpPr>
          <p:cNvPr id="710" name="Oval 709">
            <a:extLst>
              <a:ext uri="{FF2B5EF4-FFF2-40B4-BE49-F238E27FC236}">
                <a16:creationId xmlns:a16="http://schemas.microsoft.com/office/drawing/2014/main" id="{5633E376-6A23-EA08-37A0-287B2F864CAD}"/>
              </a:ext>
            </a:extLst>
          </p:cNvPr>
          <p:cNvSpPr/>
          <p:nvPr/>
        </p:nvSpPr>
        <p:spPr>
          <a:xfrm>
            <a:off x="5277146" y="5371494"/>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13" name="TextBox 712">
            <a:extLst>
              <a:ext uri="{FF2B5EF4-FFF2-40B4-BE49-F238E27FC236}">
                <a16:creationId xmlns:a16="http://schemas.microsoft.com/office/drawing/2014/main" id="{2CFA9D88-55E5-46F9-B315-18F5CF14BDF5}"/>
              </a:ext>
            </a:extLst>
          </p:cNvPr>
          <p:cNvSpPr txBox="1">
            <a:spLocks/>
          </p:cNvSpPr>
          <p:nvPr>
            <p:custDataLst>
              <p:tags r:id="rId17"/>
            </p:custDataLst>
          </p:nvPr>
        </p:nvSpPr>
        <p:spPr>
          <a:xfrm>
            <a:off x="8554213" y="5332888"/>
            <a:ext cx="3082397" cy="47011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Self-serve tracking portal for FSPs/customers with agentified issue diagnosis and resolution</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14" name="TextBox 713">
            <a:extLst>
              <a:ext uri="{FF2B5EF4-FFF2-40B4-BE49-F238E27FC236}">
                <a16:creationId xmlns:a16="http://schemas.microsoft.com/office/drawing/2014/main" id="{E0B676E5-1AE7-78EE-54EB-F62F42CAA582}"/>
              </a:ext>
            </a:extLst>
          </p:cNvPr>
          <p:cNvSpPr txBox="1">
            <a:spLocks/>
          </p:cNvSpPr>
          <p:nvPr>
            <p:custDataLst>
              <p:tags r:id="rId18"/>
            </p:custDataLst>
          </p:nvPr>
        </p:nvSpPr>
        <p:spPr>
          <a:xfrm>
            <a:off x="8588757" y="4368268"/>
            <a:ext cx="3205042" cy="873220"/>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Automated resolution of Tier 1&amp;2 cases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via agent</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Allow agent to proactively detect issues and enable outreach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based on root-cause signals</a:t>
            </a:r>
          </a:p>
        </p:txBody>
      </p:sp>
      <p:sp>
        <p:nvSpPr>
          <p:cNvPr id="715" name="TextBox 714">
            <a:extLst>
              <a:ext uri="{FF2B5EF4-FFF2-40B4-BE49-F238E27FC236}">
                <a16:creationId xmlns:a16="http://schemas.microsoft.com/office/drawing/2014/main" id="{3B784F2F-3176-5B12-B004-088953BFDE8D}"/>
              </a:ext>
            </a:extLst>
          </p:cNvPr>
          <p:cNvSpPr txBox="1">
            <a:spLocks/>
          </p:cNvSpPr>
          <p:nvPr>
            <p:custDataLst>
              <p:tags r:id="rId19"/>
            </p:custDataLst>
          </p:nvPr>
        </p:nvSpPr>
        <p:spPr>
          <a:xfrm>
            <a:off x="8588757" y="3431138"/>
            <a:ext cx="3078336" cy="783524"/>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 configures, prices, validates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NSPs E2E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Agents predict &amp; pre-draft NSPs </a:t>
            </a:r>
            <a:r>
              <a:rPr kumimoji="0" lang="en-US" sz="10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based on past orders (intake to cost validation w/ human approval)</a:t>
            </a:r>
            <a:endParaRPr kumimoji="0" lang="en-US" sz="10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Agent generates POs, finds invoice errors, establishes feedback loop </a:t>
            </a:r>
            <a:r>
              <a:rPr kumimoji="0" lang="en-US" sz="10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b/w Purch. &amp; Merch.</a:t>
            </a:r>
          </a:p>
        </p:txBody>
      </p:sp>
      <p:sp>
        <p:nvSpPr>
          <p:cNvPr id="716" name="TextBox 715">
            <a:extLst>
              <a:ext uri="{FF2B5EF4-FFF2-40B4-BE49-F238E27FC236}">
                <a16:creationId xmlns:a16="http://schemas.microsoft.com/office/drawing/2014/main" id="{49297B10-8724-262E-528C-EB8EFA278BAA}"/>
              </a:ext>
            </a:extLst>
          </p:cNvPr>
          <p:cNvSpPr txBox="1">
            <a:spLocks/>
          </p:cNvSpPr>
          <p:nvPr>
            <p:custDataLst>
              <p:tags r:id="rId20"/>
            </p:custDataLst>
          </p:nvPr>
        </p:nvSpPr>
        <p:spPr>
          <a:xfrm>
            <a:off x="8584695" y="2498797"/>
            <a:ext cx="3082397" cy="51068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Launch guided self-serve shop creation</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on BSN website and </a:t>
            </a: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extend shop creation beyond BSN interface</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by opening backend commerce layer</a:t>
            </a:r>
          </a:p>
        </p:txBody>
      </p:sp>
      <p:sp>
        <p:nvSpPr>
          <p:cNvPr id="717" name="TextBox 716">
            <a:extLst>
              <a:ext uri="{FF2B5EF4-FFF2-40B4-BE49-F238E27FC236}">
                <a16:creationId xmlns:a16="http://schemas.microsoft.com/office/drawing/2014/main" id="{94600F5C-22CF-760F-1DC8-384E8B73CC3C}"/>
              </a:ext>
            </a:extLst>
          </p:cNvPr>
          <p:cNvSpPr txBox="1">
            <a:spLocks/>
          </p:cNvSpPr>
          <p:nvPr>
            <p:custDataLst>
              <p:tags r:id="rId21"/>
            </p:custDataLst>
          </p:nvPr>
        </p:nvSpPr>
        <p:spPr>
          <a:xfrm>
            <a:off x="8596256" y="1566512"/>
            <a:ext cx="3164387" cy="934397"/>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 configures, prices, quotes, validates order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 QOE/VOE to create quotes and orders</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Predictive recommendation agent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provides optimal product recommendations and demand planning</a:t>
            </a:r>
          </a:p>
          <a:p>
            <a:pPr marL="171450" marR="0" lvl="0" indent="-171450" algn="l" defTabSz="91440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Self-serve &amp; FSP-assisted</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order intake channels</a:t>
            </a:r>
          </a:p>
        </p:txBody>
      </p:sp>
      <p:grpSp>
        <p:nvGrpSpPr>
          <p:cNvPr id="720" name="Group 719">
            <a:extLst>
              <a:ext uri="{FF2B5EF4-FFF2-40B4-BE49-F238E27FC236}">
                <a16:creationId xmlns:a16="http://schemas.microsoft.com/office/drawing/2014/main" id="{C72D37F7-5EA7-EFE4-BADD-06BED58FDA01}"/>
              </a:ext>
            </a:extLst>
          </p:cNvPr>
          <p:cNvGrpSpPr/>
          <p:nvPr/>
        </p:nvGrpSpPr>
        <p:grpSpPr>
          <a:xfrm>
            <a:off x="5277146" y="5740328"/>
            <a:ext cx="138896" cy="142460"/>
            <a:chOff x="7753066" y="2806327"/>
            <a:chExt cx="126269" cy="125122"/>
          </a:xfrm>
        </p:grpSpPr>
        <p:sp>
          <p:nvSpPr>
            <p:cNvPr id="721" name="Oval 720">
              <a:extLst>
                <a:ext uri="{FF2B5EF4-FFF2-40B4-BE49-F238E27FC236}">
                  <a16:creationId xmlns:a16="http://schemas.microsoft.com/office/drawing/2014/main" id="{992DC116-FE00-3921-EC8D-F72C9E74FC96}"/>
                </a:ext>
              </a:extLst>
            </p:cNvPr>
            <p:cNvSpPr/>
            <p:nvPr>
              <p:custDataLst>
                <p:tags r:id="rId43"/>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22" name="Arc 721">
              <a:extLst>
                <a:ext uri="{FF2B5EF4-FFF2-40B4-BE49-F238E27FC236}">
                  <a16:creationId xmlns:a16="http://schemas.microsoft.com/office/drawing/2014/main" id="{636D7900-97ED-64DB-6A5A-337FEB933035}"/>
                </a:ext>
              </a:extLst>
            </p:cNvPr>
            <p:cNvSpPr/>
            <p:nvPr>
              <p:custDataLst>
                <p:tags r:id="rId44"/>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723" name="Group 722">
            <a:extLst>
              <a:ext uri="{FF2B5EF4-FFF2-40B4-BE49-F238E27FC236}">
                <a16:creationId xmlns:a16="http://schemas.microsoft.com/office/drawing/2014/main" id="{DE677EF6-2C0D-C6AE-F3CF-32BB8B16D2B5}"/>
              </a:ext>
            </a:extLst>
          </p:cNvPr>
          <p:cNvGrpSpPr/>
          <p:nvPr/>
        </p:nvGrpSpPr>
        <p:grpSpPr>
          <a:xfrm>
            <a:off x="8553922" y="5371494"/>
            <a:ext cx="138896" cy="142460"/>
            <a:chOff x="7753066" y="2806327"/>
            <a:chExt cx="126269" cy="125122"/>
          </a:xfrm>
        </p:grpSpPr>
        <p:sp>
          <p:nvSpPr>
            <p:cNvPr id="724" name="Oval 723">
              <a:extLst>
                <a:ext uri="{FF2B5EF4-FFF2-40B4-BE49-F238E27FC236}">
                  <a16:creationId xmlns:a16="http://schemas.microsoft.com/office/drawing/2014/main" id="{4D681333-1D11-E55D-38D4-05B3840D88B0}"/>
                </a:ext>
              </a:extLst>
            </p:cNvPr>
            <p:cNvSpPr/>
            <p:nvPr>
              <p:custDataLst>
                <p:tags r:id="rId41"/>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25" name="Arc 724">
              <a:extLst>
                <a:ext uri="{FF2B5EF4-FFF2-40B4-BE49-F238E27FC236}">
                  <a16:creationId xmlns:a16="http://schemas.microsoft.com/office/drawing/2014/main" id="{8FAB602C-096E-4B22-9B1C-6CE51C773160}"/>
                </a:ext>
              </a:extLst>
            </p:cNvPr>
            <p:cNvSpPr/>
            <p:nvPr>
              <p:custDataLst>
                <p:tags r:id="rId42"/>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731" name="Group 730">
            <a:extLst>
              <a:ext uri="{FF2B5EF4-FFF2-40B4-BE49-F238E27FC236}">
                <a16:creationId xmlns:a16="http://schemas.microsoft.com/office/drawing/2014/main" id="{496AFC70-E2FE-0B18-2621-5DE9A9FC4D5E}"/>
              </a:ext>
            </a:extLst>
          </p:cNvPr>
          <p:cNvGrpSpPr/>
          <p:nvPr/>
        </p:nvGrpSpPr>
        <p:grpSpPr>
          <a:xfrm>
            <a:off x="8553922" y="4384573"/>
            <a:ext cx="138896" cy="142460"/>
            <a:chOff x="7753066" y="2806327"/>
            <a:chExt cx="126269" cy="125122"/>
          </a:xfrm>
        </p:grpSpPr>
        <p:sp>
          <p:nvSpPr>
            <p:cNvPr id="732" name="Oval 731">
              <a:extLst>
                <a:ext uri="{FF2B5EF4-FFF2-40B4-BE49-F238E27FC236}">
                  <a16:creationId xmlns:a16="http://schemas.microsoft.com/office/drawing/2014/main" id="{0E1C144B-0DCA-93DC-EE2B-BB1EBFEA7EB0}"/>
                </a:ext>
              </a:extLst>
            </p:cNvPr>
            <p:cNvSpPr/>
            <p:nvPr>
              <p:custDataLst>
                <p:tags r:id="rId39"/>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33" name="Arc 732">
              <a:extLst>
                <a:ext uri="{FF2B5EF4-FFF2-40B4-BE49-F238E27FC236}">
                  <a16:creationId xmlns:a16="http://schemas.microsoft.com/office/drawing/2014/main" id="{5A3B80D7-C383-9312-5F94-92ED196B22DC}"/>
                </a:ext>
              </a:extLst>
            </p:cNvPr>
            <p:cNvSpPr/>
            <p:nvPr>
              <p:custDataLst>
                <p:tags r:id="rId40"/>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734" name="Group 733">
            <a:extLst>
              <a:ext uri="{FF2B5EF4-FFF2-40B4-BE49-F238E27FC236}">
                <a16:creationId xmlns:a16="http://schemas.microsoft.com/office/drawing/2014/main" id="{7A07FC20-BCAF-E9EF-286A-A5C55B623DF8}"/>
              </a:ext>
            </a:extLst>
          </p:cNvPr>
          <p:cNvGrpSpPr/>
          <p:nvPr/>
        </p:nvGrpSpPr>
        <p:grpSpPr>
          <a:xfrm>
            <a:off x="8553922" y="4647450"/>
            <a:ext cx="138896" cy="142460"/>
            <a:chOff x="7753066" y="2806327"/>
            <a:chExt cx="126269" cy="125122"/>
          </a:xfrm>
        </p:grpSpPr>
        <p:sp>
          <p:nvSpPr>
            <p:cNvPr id="735" name="Oval 734">
              <a:extLst>
                <a:ext uri="{FF2B5EF4-FFF2-40B4-BE49-F238E27FC236}">
                  <a16:creationId xmlns:a16="http://schemas.microsoft.com/office/drawing/2014/main" id="{3AE01F58-267E-6565-EB2D-FFC31AB71290}"/>
                </a:ext>
              </a:extLst>
            </p:cNvPr>
            <p:cNvSpPr/>
            <p:nvPr>
              <p:custDataLst>
                <p:tags r:id="rId37"/>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36" name="Arc 735">
              <a:extLst>
                <a:ext uri="{FF2B5EF4-FFF2-40B4-BE49-F238E27FC236}">
                  <a16:creationId xmlns:a16="http://schemas.microsoft.com/office/drawing/2014/main" id="{431BA145-96AE-5DF2-425B-F50226801032}"/>
                </a:ext>
              </a:extLst>
            </p:cNvPr>
            <p:cNvSpPr/>
            <p:nvPr>
              <p:custDataLst>
                <p:tags r:id="rId38"/>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737" name="Oval 736">
            <a:extLst>
              <a:ext uri="{FF2B5EF4-FFF2-40B4-BE49-F238E27FC236}">
                <a16:creationId xmlns:a16="http://schemas.microsoft.com/office/drawing/2014/main" id="{EB91DF7F-ED1F-4D92-1C88-B956F672811D}"/>
              </a:ext>
            </a:extLst>
          </p:cNvPr>
          <p:cNvSpPr>
            <a:spLocks/>
          </p:cNvSpPr>
          <p:nvPr/>
        </p:nvSpPr>
        <p:spPr>
          <a:xfrm>
            <a:off x="5271547" y="4986221"/>
            <a:ext cx="138896" cy="142460"/>
          </a:xfrm>
          <a:prstGeom prst="ellipse">
            <a:avLst/>
          </a:prstGeom>
          <a:solidFill>
            <a:schemeClr val="accent6">
              <a:lumMod val="5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pSp>
        <p:nvGrpSpPr>
          <p:cNvPr id="746" name="Group 745">
            <a:extLst>
              <a:ext uri="{FF2B5EF4-FFF2-40B4-BE49-F238E27FC236}">
                <a16:creationId xmlns:a16="http://schemas.microsoft.com/office/drawing/2014/main" id="{69D7DAC6-BF55-C75B-1DC8-AC999A8CBDBE}"/>
              </a:ext>
            </a:extLst>
          </p:cNvPr>
          <p:cNvGrpSpPr/>
          <p:nvPr/>
        </p:nvGrpSpPr>
        <p:grpSpPr>
          <a:xfrm>
            <a:off x="8553922" y="3599647"/>
            <a:ext cx="138896" cy="142460"/>
            <a:chOff x="7753066" y="2806327"/>
            <a:chExt cx="126269" cy="125122"/>
          </a:xfrm>
        </p:grpSpPr>
        <p:sp>
          <p:nvSpPr>
            <p:cNvPr id="747" name="Oval 746">
              <a:extLst>
                <a:ext uri="{FF2B5EF4-FFF2-40B4-BE49-F238E27FC236}">
                  <a16:creationId xmlns:a16="http://schemas.microsoft.com/office/drawing/2014/main" id="{09999380-51BE-C0C4-0D98-13D8D2845FC0}"/>
                </a:ext>
              </a:extLst>
            </p:cNvPr>
            <p:cNvSpPr/>
            <p:nvPr>
              <p:custDataLst>
                <p:tags r:id="rId35"/>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48" name="Arc 747">
              <a:extLst>
                <a:ext uri="{FF2B5EF4-FFF2-40B4-BE49-F238E27FC236}">
                  <a16:creationId xmlns:a16="http://schemas.microsoft.com/office/drawing/2014/main" id="{7674FAD1-176A-6DE3-C04B-B5155A576E60}"/>
                </a:ext>
              </a:extLst>
            </p:cNvPr>
            <p:cNvSpPr/>
            <p:nvPr>
              <p:custDataLst>
                <p:tags r:id="rId36"/>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749" name="Oval 748">
            <a:extLst>
              <a:ext uri="{FF2B5EF4-FFF2-40B4-BE49-F238E27FC236}">
                <a16:creationId xmlns:a16="http://schemas.microsoft.com/office/drawing/2014/main" id="{131402CA-DD6F-245C-4717-38FF55145D06}"/>
              </a:ext>
            </a:extLst>
          </p:cNvPr>
          <p:cNvSpPr/>
          <p:nvPr/>
        </p:nvSpPr>
        <p:spPr>
          <a:xfrm>
            <a:off x="8557570" y="3899978"/>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pSp>
        <p:nvGrpSpPr>
          <p:cNvPr id="754" name="Group 753">
            <a:extLst>
              <a:ext uri="{FF2B5EF4-FFF2-40B4-BE49-F238E27FC236}">
                <a16:creationId xmlns:a16="http://schemas.microsoft.com/office/drawing/2014/main" id="{C1CF8EF2-3279-0B11-30EC-6DDE86E960E7}"/>
              </a:ext>
            </a:extLst>
          </p:cNvPr>
          <p:cNvGrpSpPr/>
          <p:nvPr/>
        </p:nvGrpSpPr>
        <p:grpSpPr>
          <a:xfrm>
            <a:off x="8553922" y="1574865"/>
            <a:ext cx="138896" cy="142460"/>
            <a:chOff x="7753066" y="2806327"/>
            <a:chExt cx="126269" cy="125122"/>
          </a:xfrm>
        </p:grpSpPr>
        <p:sp>
          <p:nvSpPr>
            <p:cNvPr id="755" name="Oval 754">
              <a:extLst>
                <a:ext uri="{FF2B5EF4-FFF2-40B4-BE49-F238E27FC236}">
                  <a16:creationId xmlns:a16="http://schemas.microsoft.com/office/drawing/2014/main" id="{608410EA-E554-4D7E-8A1C-41644004C96E}"/>
                </a:ext>
              </a:extLst>
            </p:cNvPr>
            <p:cNvSpPr/>
            <p:nvPr>
              <p:custDataLst>
                <p:tags r:id="rId33"/>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56" name="Arc 755">
              <a:extLst>
                <a:ext uri="{FF2B5EF4-FFF2-40B4-BE49-F238E27FC236}">
                  <a16:creationId xmlns:a16="http://schemas.microsoft.com/office/drawing/2014/main" id="{5B279496-5AB3-175D-6CD1-7493789E89B9}"/>
                </a:ext>
              </a:extLst>
            </p:cNvPr>
            <p:cNvSpPr/>
            <p:nvPr>
              <p:custDataLst>
                <p:tags r:id="rId34"/>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762" name="Group 761">
            <a:extLst>
              <a:ext uri="{FF2B5EF4-FFF2-40B4-BE49-F238E27FC236}">
                <a16:creationId xmlns:a16="http://schemas.microsoft.com/office/drawing/2014/main" id="{A02DE500-E08A-3462-5B33-625D447707D1}"/>
              </a:ext>
            </a:extLst>
          </p:cNvPr>
          <p:cNvGrpSpPr/>
          <p:nvPr/>
        </p:nvGrpSpPr>
        <p:grpSpPr>
          <a:xfrm>
            <a:off x="8553922" y="1924858"/>
            <a:ext cx="138896" cy="142460"/>
            <a:chOff x="7753066" y="2806327"/>
            <a:chExt cx="126269" cy="125122"/>
          </a:xfrm>
        </p:grpSpPr>
        <p:sp>
          <p:nvSpPr>
            <p:cNvPr id="763" name="Oval 762">
              <a:extLst>
                <a:ext uri="{FF2B5EF4-FFF2-40B4-BE49-F238E27FC236}">
                  <a16:creationId xmlns:a16="http://schemas.microsoft.com/office/drawing/2014/main" id="{4A9C7320-AD2C-71D5-A420-BEF07C88A4A5}"/>
                </a:ext>
              </a:extLst>
            </p:cNvPr>
            <p:cNvSpPr/>
            <p:nvPr>
              <p:custDataLst>
                <p:tags r:id="rId31"/>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64" name="Arc 763">
              <a:extLst>
                <a:ext uri="{FF2B5EF4-FFF2-40B4-BE49-F238E27FC236}">
                  <a16:creationId xmlns:a16="http://schemas.microsoft.com/office/drawing/2014/main" id="{23CD8357-9ABF-627C-3F2C-BF97A392E3C0}"/>
                </a:ext>
              </a:extLst>
            </p:cNvPr>
            <p:cNvSpPr/>
            <p:nvPr>
              <p:custDataLst>
                <p:tags r:id="rId32"/>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765" name="Group 764">
            <a:extLst>
              <a:ext uri="{FF2B5EF4-FFF2-40B4-BE49-F238E27FC236}">
                <a16:creationId xmlns:a16="http://schemas.microsoft.com/office/drawing/2014/main" id="{C020DC37-2D09-666F-2734-F62EA5C67387}"/>
              </a:ext>
            </a:extLst>
          </p:cNvPr>
          <p:cNvGrpSpPr/>
          <p:nvPr/>
        </p:nvGrpSpPr>
        <p:grpSpPr>
          <a:xfrm>
            <a:off x="8553922" y="2520109"/>
            <a:ext cx="138896" cy="142460"/>
            <a:chOff x="7753066" y="2806327"/>
            <a:chExt cx="126269" cy="125122"/>
          </a:xfrm>
        </p:grpSpPr>
        <p:sp>
          <p:nvSpPr>
            <p:cNvPr id="766" name="Oval 765">
              <a:extLst>
                <a:ext uri="{FF2B5EF4-FFF2-40B4-BE49-F238E27FC236}">
                  <a16:creationId xmlns:a16="http://schemas.microsoft.com/office/drawing/2014/main" id="{A8C05947-A5A8-6B9E-3339-5CC80A6659F2}"/>
                </a:ext>
              </a:extLst>
            </p:cNvPr>
            <p:cNvSpPr/>
            <p:nvPr>
              <p:custDataLst>
                <p:tags r:id="rId29"/>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67" name="Arc 766">
              <a:extLst>
                <a:ext uri="{FF2B5EF4-FFF2-40B4-BE49-F238E27FC236}">
                  <a16:creationId xmlns:a16="http://schemas.microsoft.com/office/drawing/2014/main" id="{D637C412-C10D-73EB-BACE-CB8F5307D489}"/>
                </a:ext>
              </a:extLst>
            </p:cNvPr>
            <p:cNvSpPr/>
            <p:nvPr>
              <p:custDataLst>
                <p:tags r:id="rId30"/>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6" name="Oval 5">
            <a:extLst>
              <a:ext uri="{FF2B5EF4-FFF2-40B4-BE49-F238E27FC236}">
                <a16:creationId xmlns:a16="http://schemas.microsoft.com/office/drawing/2014/main" id="{8A575F47-0C3B-B4E2-4BD6-CEF59FAFD5C7}"/>
              </a:ext>
            </a:extLst>
          </p:cNvPr>
          <p:cNvSpPr/>
          <p:nvPr/>
        </p:nvSpPr>
        <p:spPr>
          <a:xfrm>
            <a:off x="2061220" y="3104712"/>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25" name="TextBox 24">
            <a:extLst>
              <a:ext uri="{FF2B5EF4-FFF2-40B4-BE49-F238E27FC236}">
                <a16:creationId xmlns:a16="http://schemas.microsoft.com/office/drawing/2014/main" id="{8E823B0B-C97E-795E-5BDB-A7D8BD190371}"/>
              </a:ext>
            </a:extLst>
          </p:cNvPr>
          <p:cNvSpPr txBox="1">
            <a:spLocks/>
          </p:cNvSpPr>
          <p:nvPr>
            <p:custDataLst>
              <p:tags r:id="rId22"/>
            </p:custDataLst>
          </p:nvPr>
        </p:nvSpPr>
        <p:spPr>
          <a:xfrm>
            <a:off x="8554213" y="5769319"/>
            <a:ext cx="3082397" cy="470116"/>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Vendor/decorator performance intelligence platform </a:t>
            </a: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to identify repeat issues and inform contract renegotiation / supply chain re-design</a:t>
            </a:r>
          </a:p>
        </p:txBody>
      </p:sp>
      <p:grpSp>
        <p:nvGrpSpPr>
          <p:cNvPr id="27" name="Group 26">
            <a:extLst>
              <a:ext uri="{FF2B5EF4-FFF2-40B4-BE49-F238E27FC236}">
                <a16:creationId xmlns:a16="http://schemas.microsoft.com/office/drawing/2014/main" id="{C20AABAE-BF23-603C-6205-A1CF02EDDA0A}"/>
              </a:ext>
            </a:extLst>
          </p:cNvPr>
          <p:cNvGrpSpPr/>
          <p:nvPr/>
        </p:nvGrpSpPr>
        <p:grpSpPr>
          <a:xfrm>
            <a:off x="8553922" y="5807924"/>
            <a:ext cx="138896" cy="142460"/>
            <a:chOff x="7753066" y="2806327"/>
            <a:chExt cx="126269" cy="125122"/>
          </a:xfrm>
        </p:grpSpPr>
        <p:sp>
          <p:nvSpPr>
            <p:cNvPr id="28" name="Oval 27">
              <a:extLst>
                <a:ext uri="{FF2B5EF4-FFF2-40B4-BE49-F238E27FC236}">
                  <a16:creationId xmlns:a16="http://schemas.microsoft.com/office/drawing/2014/main" id="{F85E1147-E0AB-98A4-C035-73B9E323DCFD}"/>
                </a:ext>
              </a:extLst>
            </p:cNvPr>
            <p:cNvSpPr/>
            <p:nvPr>
              <p:custDataLst>
                <p:tags r:id="rId27"/>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29" name="Arc 28">
              <a:extLst>
                <a:ext uri="{FF2B5EF4-FFF2-40B4-BE49-F238E27FC236}">
                  <a16:creationId xmlns:a16="http://schemas.microsoft.com/office/drawing/2014/main" id="{4D7A2200-EAC1-471F-C7D3-5FE5D8A0343E}"/>
                </a:ext>
              </a:extLst>
            </p:cNvPr>
            <p:cNvSpPr/>
            <p:nvPr>
              <p:custDataLst>
                <p:tags r:id="rId28"/>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8" name="Oval 17">
            <a:extLst>
              <a:ext uri="{FF2B5EF4-FFF2-40B4-BE49-F238E27FC236}">
                <a16:creationId xmlns:a16="http://schemas.microsoft.com/office/drawing/2014/main" id="{72D7F1B9-C962-E726-185D-8079193D8BD8}"/>
              </a:ext>
            </a:extLst>
          </p:cNvPr>
          <p:cNvSpPr/>
          <p:nvPr/>
        </p:nvSpPr>
        <p:spPr>
          <a:xfrm>
            <a:off x="2061219" y="3963989"/>
            <a:ext cx="138896" cy="142460"/>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pSp>
        <p:nvGrpSpPr>
          <p:cNvPr id="19" name="Group 18">
            <a:extLst>
              <a:ext uri="{FF2B5EF4-FFF2-40B4-BE49-F238E27FC236}">
                <a16:creationId xmlns:a16="http://schemas.microsoft.com/office/drawing/2014/main" id="{754BCCAD-05F1-26B3-4D7C-43DA5B085E7B}"/>
              </a:ext>
            </a:extLst>
          </p:cNvPr>
          <p:cNvGrpSpPr/>
          <p:nvPr/>
        </p:nvGrpSpPr>
        <p:grpSpPr>
          <a:xfrm>
            <a:off x="2066725" y="1574865"/>
            <a:ext cx="138896" cy="142460"/>
            <a:chOff x="7753066" y="2806327"/>
            <a:chExt cx="126269" cy="125122"/>
          </a:xfrm>
        </p:grpSpPr>
        <p:sp>
          <p:nvSpPr>
            <p:cNvPr id="20" name="Oval 19">
              <a:extLst>
                <a:ext uri="{FF2B5EF4-FFF2-40B4-BE49-F238E27FC236}">
                  <a16:creationId xmlns:a16="http://schemas.microsoft.com/office/drawing/2014/main" id="{BF4053FA-EAAE-D338-93C1-2E8DC02E92E9}"/>
                </a:ext>
              </a:extLst>
            </p:cNvPr>
            <p:cNvSpPr/>
            <p:nvPr>
              <p:custDataLst>
                <p:tags r:id="rId25"/>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22" name="Arc 21">
              <a:extLst>
                <a:ext uri="{FF2B5EF4-FFF2-40B4-BE49-F238E27FC236}">
                  <a16:creationId xmlns:a16="http://schemas.microsoft.com/office/drawing/2014/main" id="{7A045F75-28A3-4879-EF5E-82335B04969E}"/>
                </a:ext>
              </a:extLst>
            </p:cNvPr>
            <p:cNvSpPr/>
            <p:nvPr>
              <p:custDataLst>
                <p:tags r:id="rId26"/>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23" name="Oval 22">
            <a:extLst>
              <a:ext uri="{FF2B5EF4-FFF2-40B4-BE49-F238E27FC236}">
                <a16:creationId xmlns:a16="http://schemas.microsoft.com/office/drawing/2014/main" id="{400CE2C6-13D3-B8B1-A9EE-9EA823E78814}"/>
              </a:ext>
            </a:extLst>
          </p:cNvPr>
          <p:cNvSpPr>
            <a:spLocks/>
          </p:cNvSpPr>
          <p:nvPr/>
        </p:nvSpPr>
        <p:spPr>
          <a:xfrm>
            <a:off x="8554213" y="2248735"/>
            <a:ext cx="138896" cy="142460"/>
          </a:xfrm>
          <a:prstGeom prst="ellipse">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pSp>
        <p:nvGrpSpPr>
          <p:cNvPr id="21" name="Group 20">
            <a:extLst>
              <a:ext uri="{FF2B5EF4-FFF2-40B4-BE49-F238E27FC236}">
                <a16:creationId xmlns:a16="http://schemas.microsoft.com/office/drawing/2014/main" id="{4264BA84-DA33-7AE8-3CA8-A339A2E468FE}"/>
              </a:ext>
            </a:extLst>
          </p:cNvPr>
          <p:cNvGrpSpPr/>
          <p:nvPr/>
        </p:nvGrpSpPr>
        <p:grpSpPr>
          <a:xfrm>
            <a:off x="8554213" y="3427039"/>
            <a:ext cx="138896" cy="142460"/>
            <a:chOff x="7753066" y="2806327"/>
            <a:chExt cx="126269" cy="125122"/>
          </a:xfrm>
        </p:grpSpPr>
        <p:sp>
          <p:nvSpPr>
            <p:cNvPr id="24" name="Oval 23">
              <a:extLst>
                <a:ext uri="{FF2B5EF4-FFF2-40B4-BE49-F238E27FC236}">
                  <a16:creationId xmlns:a16="http://schemas.microsoft.com/office/drawing/2014/main" id="{8F51B379-A71B-C5B8-6DA6-8FC6C165E776}"/>
                </a:ext>
              </a:extLst>
            </p:cNvPr>
            <p:cNvSpPr/>
            <p:nvPr>
              <p:custDataLst>
                <p:tags r:id="rId23"/>
              </p:custDataLst>
            </p:nvPr>
          </p:nvSpPr>
          <p:spPr>
            <a:xfrm>
              <a:off x="7753066" y="2806327"/>
              <a:ext cx="126269" cy="125122"/>
            </a:xfrm>
            <a:prstGeom prst="ellipse">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30" name="Arc 29">
              <a:extLst>
                <a:ext uri="{FF2B5EF4-FFF2-40B4-BE49-F238E27FC236}">
                  <a16:creationId xmlns:a16="http://schemas.microsoft.com/office/drawing/2014/main" id="{7E329CA4-A988-59DD-1CF5-30F04A55C4B5}"/>
                </a:ext>
              </a:extLst>
            </p:cNvPr>
            <p:cNvSpPr/>
            <p:nvPr>
              <p:custDataLst>
                <p:tags r:id="rId24"/>
              </p:custDataLst>
            </p:nvPr>
          </p:nvSpPr>
          <p:spPr>
            <a:xfrm>
              <a:off x="7753066" y="2806327"/>
              <a:ext cx="126269" cy="125122"/>
            </a:xfrm>
            <a:prstGeom prst="arc">
              <a:avLst>
                <a:gd name="adj1" fmla="val 16200000"/>
                <a:gd name="adj2" fmla="val 5400000"/>
              </a:avLst>
            </a:prstGeom>
            <a:solidFill>
              <a:schemeClr val="accent2"/>
            </a:solidFill>
            <a:ln w="6350" cap="flat" cmpd="sng" algn="ctr">
              <a:noFill/>
              <a:prstDash val="solid"/>
              <a:miter lim="800000"/>
              <a:tailEnd type="none"/>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Tree>
    <p:extLst>
      <p:ext uri="{BB962C8B-B14F-4D97-AF65-F5344CB8AC3E}">
        <p14:creationId xmlns:p14="http://schemas.microsoft.com/office/powerpoint/2010/main" val="22262566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BFBE25-9322-ABE1-C4A7-1034CA117314}"/>
            </a:ext>
          </a:extLst>
        </p:cNvPr>
        <p:cNvGrpSpPr/>
        <p:nvPr/>
      </p:nvGrpSpPr>
      <p:grpSpPr>
        <a:xfrm>
          <a:off x="0" y="0"/>
          <a:ext cx="0" cy="0"/>
          <a:chOff x="0" y="0"/>
          <a:chExt cx="0" cy="0"/>
        </a:xfrm>
      </p:grpSpPr>
      <p:graphicFrame>
        <p:nvGraphicFramePr>
          <p:cNvPr id="69" name="Object 2" hidden="1">
            <a:extLst>
              <a:ext uri="{FF2B5EF4-FFF2-40B4-BE49-F238E27FC236}">
                <a16:creationId xmlns:a16="http://schemas.microsoft.com/office/drawing/2014/main" id="{0E52412E-5DC8-D089-4AB1-E31F615B8502}"/>
              </a:ext>
            </a:extLst>
          </p:cNvPr>
          <p:cNvGraphicFramePr>
            <a:graphicFrameLocks noChangeAspect="1"/>
          </p:cNvGraphicFramePr>
          <p:nvPr>
            <p:custDataLst>
              <p:tags r:id="rId1"/>
            </p:custDataLst>
            <p:extLst>
              <p:ext uri="{D42A27DB-BD31-4B8C-83A1-F6EECF244321}">
                <p14:modId xmlns:p14="http://schemas.microsoft.com/office/powerpoint/2010/main" val="5319856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5" imgW="404" imgH="405" progId="TCLayout.ActiveDocument.1">
                  <p:embed/>
                </p:oleObj>
              </mc:Choice>
              <mc:Fallback>
                <p:oleObj name="think-cell Slide" r:id="rId65" imgW="404" imgH="405" progId="TCLayout.ActiveDocument.1">
                  <p:embed/>
                  <p:pic>
                    <p:nvPicPr>
                      <p:cNvPr id="69" name="Object 2" hidden="1">
                        <a:extLst>
                          <a:ext uri="{FF2B5EF4-FFF2-40B4-BE49-F238E27FC236}">
                            <a16:creationId xmlns:a16="http://schemas.microsoft.com/office/drawing/2014/main" id="{0E52412E-5DC8-D089-4AB1-E31F615B8502}"/>
                          </a:ext>
                        </a:extLst>
                      </p:cNvPr>
                      <p:cNvPicPr/>
                      <p:nvPr/>
                    </p:nvPicPr>
                    <p:blipFill>
                      <a:blip r:embed="rId66"/>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1724F2B9-3533-4FD6-B283-ABBB396D3DDE}"/>
              </a:ext>
            </a:extLst>
          </p:cNvPr>
          <p:cNvSpPr>
            <a:spLocks noGrp="1"/>
          </p:cNvSpPr>
          <p:nvPr>
            <p:ph type="title"/>
            <p:custDataLst>
              <p:tags r:id="rId2"/>
            </p:custDataLst>
          </p:nvPr>
        </p:nvSpPr>
        <p:spPr>
          <a:xfrm>
            <a:off x="554736" y="182372"/>
            <a:ext cx="11082528" cy="731520"/>
          </a:xfrm>
        </p:spPr>
        <p:txBody>
          <a:bodyPr vert="horz">
            <a:noAutofit/>
          </a:bodyPr>
          <a:lstStyle/>
          <a:p>
            <a:r>
              <a:rPr lang="en-US" dirty="0"/>
              <a:t>Achieving Horizon 3 ‘bold vision’ could drive ~65% increase in overall sale support productivity</a:t>
            </a:r>
          </a:p>
        </p:txBody>
      </p:sp>
      <p:sp>
        <p:nvSpPr>
          <p:cNvPr id="164" name="Subtitle 163">
            <a:extLst>
              <a:ext uri="{FF2B5EF4-FFF2-40B4-BE49-F238E27FC236}">
                <a16:creationId xmlns:a16="http://schemas.microsoft.com/office/drawing/2014/main" id="{2942DBE8-7BA5-4731-4327-0736D74A8F03}"/>
              </a:ext>
            </a:extLst>
          </p:cNvPr>
          <p:cNvSpPr>
            <a:spLocks noGrp="1"/>
          </p:cNvSpPr>
          <p:nvPr>
            <p:ph type="subTitle" idx="1"/>
          </p:nvPr>
        </p:nvSpPr>
        <p:spPr>
          <a:xfrm>
            <a:off x="908050" y="5380678"/>
            <a:ext cx="2039938" cy="217643"/>
          </a:xfrm>
        </p:spPr>
        <p:txBody>
          <a:bodyPr>
            <a:noAutofit/>
          </a:bodyPr>
          <a:lstStyle/>
          <a:p>
            <a:r>
              <a:rPr lang="en-US" sz="1200" b="1"/>
              <a:t>Productivity vs baseline, </a:t>
            </a:r>
            <a:r>
              <a:rPr lang="en-US" sz="1200"/>
              <a:t>%</a:t>
            </a:r>
          </a:p>
        </p:txBody>
      </p:sp>
      <p:cxnSp>
        <p:nvCxnSpPr>
          <p:cNvPr id="261" name="LineBasicDefault 167">
            <a:extLst>
              <a:ext uri="{FF2B5EF4-FFF2-40B4-BE49-F238E27FC236}">
                <a16:creationId xmlns:a16="http://schemas.microsoft.com/office/drawing/2014/main" id="{1E05B34D-A00F-46C1-AF99-2B06F3DF3767}"/>
              </a:ext>
            </a:extLst>
          </p:cNvPr>
          <p:cNvCxnSpPr>
            <a:cxnSpLocks/>
          </p:cNvCxnSpPr>
          <p:nvPr>
            <p:custDataLst>
              <p:tags r:id="rId3"/>
            </p:custDataLst>
          </p:nvPr>
        </p:nvCxnSpPr>
        <p:spPr>
          <a:xfrm>
            <a:off x="554736" y="1492474"/>
            <a:ext cx="11082528"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09" name="TrackerNumBlue 109">
            <a:extLst>
              <a:ext uri="{FF2B5EF4-FFF2-40B4-BE49-F238E27FC236}">
                <a16:creationId xmlns:a16="http://schemas.microsoft.com/office/drawing/2014/main" id="{0163D040-12A3-3FEE-4E7F-055447868638}"/>
              </a:ext>
            </a:extLst>
          </p:cNvPr>
          <p:cNvSpPr/>
          <p:nvPr>
            <p:custDataLst>
              <p:tags r:id="rId4"/>
            </p:custDataLst>
          </p:nvPr>
        </p:nvSpPr>
        <p:spPr>
          <a:xfrm>
            <a:off x="554038" y="2348553"/>
            <a:ext cx="274638" cy="274320"/>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A</a:t>
            </a:r>
          </a:p>
        </p:txBody>
      </p:sp>
      <p:sp>
        <p:nvSpPr>
          <p:cNvPr id="112" name="TrackerNumBlue 109">
            <a:extLst>
              <a:ext uri="{FF2B5EF4-FFF2-40B4-BE49-F238E27FC236}">
                <a16:creationId xmlns:a16="http://schemas.microsoft.com/office/drawing/2014/main" id="{7DE14693-48F3-9A18-0D77-0CEE9C09DE1C}"/>
              </a:ext>
            </a:extLst>
          </p:cNvPr>
          <p:cNvSpPr/>
          <p:nvPr>
            <p:custDataLst>
              <p:tags r:id="rId5"/>
            </p:custDataLst>
          </p:nvPr>
        </p:nvSpPr>
        <p:spPr>
          <a:xfrm>
            <a:off x="554038" y="2869314"/>
            <a:ext cx="274638" cy="274320"/>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B</a:t>
            </a:r>
          </a:p>
        </p:txBody>
      </p:sp>
      <p:sp>
        <p:nvSpPr>
          <p:cNvPr id="113" name="TrackerNumBlue 109">
            <a:extLst>
              <a:ext uri="{FF2B5EF4-FFF2-40B4-BE49-F238E27FC236}">
                <a16:creationId xmlns:a16="http://schemas.microsoft.com/office/drawing/2014/main" id="{6375B64F-E0E6-FB33-BA1D-B3A8FBAC9BFF}"/>
              </a:ext>
            </a:extLst>
          </p:cNvPr>
          <p:cNvSpPr/>
          <p:nvPr>
            <p:custDataLst>
              <p:tags r:id="rId6"/>
            </p:custDataLst>
          </p:nvPr>
        </p:nvSpPr>
        <p:spPr>
          <a:xfrm>
            <a:off x="554038" y="3327700"/>
            <a:ext cx="274638" cy="274320"/>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C</a:t>
            </a:r>
          </a:p>
        </p:txBody>
      </p:sp>
      <p:sp>
        <p:nvSpPr>
          <p:cNvPr id="116" name="TrackerNumBlue 109">
            <a:extLst>
              <a:ext uri="{FF2B5EF4-FFF2-40B4-BE49-F238E27FC236}">
                <a16:creationId xmlns:a16="http://schemas.microsoft.com/office/drawing/2014/main" id="{139806CF-BC12-BFC8-6A01-494497CE56EB}"/>
              </a:ext>
            </a:extLst>
          </p:cNvPr>
          <p:cNvSpPr/>
          <p:nvPr>
            <p:custDataLst>
              <p:tags r:id="rId7"/>
            </p:custDataLst>
          </p:nvPr>
        </p:nvSpPr>
        <p:spPr>
          <a:xfrm>
            <a:off x="554038" y="3832369"/>
            <a:ext cx="274638" cy="274320"/>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D</a:t>
            </a:r>
          </a:p>
        </p:txBody>
      </p:sp>
      <p:sp>
        <p:nvSpPr>
          <p:cNvPr id="118" name="TrackerNumBlue 109">
            <a:extLst>
              <a:ext uri="{FF2B5EF4-FFF2-40B4-BE49-F238E27FC236}">
                <a16:creationId xmlns:a16="http://schemas.microsoft.com/office/drawing/2014/main" id="{6B1D3030-ED91-2630-B214-F196989162ED}"/>
              </a:ext>
            </a:extLst>
          </p:cNvPr>
          <p:cNvSpPr/>
          <p:nvPr>
            <p:custDataLst>
              <p:tags r:id="rId8"/>
            </p:custDataLst>
          </p:nvPr>
        </p:nvSpPr>
        <p:spPr>
          <a:xfrm>
            <a:off x="554038" y="4273878"/>
            <a:ext cx="274638" cy="274320"/>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0" i="0" u="none" strike="noStrike" kern="1200" cap="none" spc="0" normalizeH="0" baseline="0" noProof="0">
                <a:ln>
                  <a:noFill/>
                </a:ln>
                <a:solidFill>
                  <a:srgbClr val="FFFFFF"/>
                </a:solidFill>
                <a:effectLst/>
                <a:uLnTx/>
                <a:uFillTx/>
                <a:latin typeface="Arial"/>
                <a:ea typeface="+mn-ea"/>
                <a:cs typeface="+mn-cs"/>
              </a:rPr>
              <a:t>E</a:t>
            </a:r>
          </a:p>
        </p:txBody>
      </p:sp>
      <p:cxnSp>
        <p:nvCxnSpPr>
          <p:cNvPr id="187" name="Straight Connector 186">
            <a:extLst>
              <a:ext uri="{FF2B5EF4-FFF2-40B4-BE49-F238E27FC236}">
                <a16:creationId xmlns:a16="http://schemas.microsoft.com/office/drawing/2014/main" id="{72DEE0D4-E383-51D3-5B48-D759E781F5A7}"/>
              </a:ext>
            </a:extLst>
          </p:cNvPr>
          <p:cNvCxnSpPr/>
          <p:nvPr>
            <p:custDataLst>
              <p:tags r:id="rId9"/>
            </p:custDataLst>
          </p:nvPr>
        </p:nvCxnSpPr>
        <p:spPr bwMode="gray">
          <a:xfrm>
            <a:off x="4913313" y="2205038"/>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0" name="Straight Connector 79">
            <a:extLst>
              <a:ext uri="{FF2B5EF4-FFF2-40B4-BE49-F238E27FC236}">
                <a16:creationId xmlns:a16="http://schemas.microsoft.com/office/drawing/2014/main" id="{859065C9-0E08-DC6A-CF68-B103A00D55E4}"/>
              </a:ext>
            </a:extLst>
          </p:cNvPr>
          <p:cNvCxnSpPr/>
          <p:nvPr>
            <p:custDataLst>
              <p:tags r:id="rId10"/>
            </p:custDataLst>
          </p:nvPr>
        </p:nvCxnSpPr>
        <p:spPr bwMode="gray">
          <a:xfrm>
            <a:off x="4870450" y="2689225"/>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0" name="Straight Connector 69">
            <a:extLst>
              <a:ext uri="{FF2B5EF4-FFF2-40B4-BE49-F238E27FC236}">
                <a16:creationId xmlns:a16="http://schemas.microsoft.com/office/drawing/2014/main" id="{3E041C57-00AA-6ACB-4611-01192535F839}"/>
              </a:ext>
            </a:extLst>
          </p:cNvPr>
          <p:cNvCxnSpPr/>
          <p:nvPr>
            <p:custDataLst>
              <p:tags r:id="rId11"/>
            </p:custDataLst>
          </p:nvPr>
        </p:nvCxnSpPr>
        <p:spPr bwMode="gray">
          <a:xfrm>
            <a:off x="4795838" y="3173413"/>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4" name="Straight Connector 83">
            <a:extLst>
              <a:ext uri="{FF2B5EF4-FFF2-40B4-BE49-F238E27FC236}">
                <a16:creationId xmlns:a16="http://schemas.microsoft.com/office/drawing/2014/main" id="{FFA3AADA-FF82-26C9-2126-775F6F03FD1A}"/>
              </a:ext>
            </a:extLst>
          </p:cNvPr>
          <p:cNvCxnSpPr/>
          <p:nvPr>
            <p:custDataLst>
              <p:tags r:id="rId12"/>
            </p:custDataLst>
          </p:nvPr>
        </p:nvCxnSpPr>
        <p:spPr bwMode="gray">
          <a:xfrm>
            <a:off x="4673600" y="3657600"/>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07" name="Straight Connector 106">
            <a:extLst>
              <a:ext uri="{FF2B5EF4-FFF2-40B4-BE49-F238E27FC236}">
                <a16:creationId xmlns:a16="http://schemas.microsoft.com/office/drawing/2014/main" id="{655F9F30-0D83-D2EF-F4C6-E8262AFC530F}"/>
              </a:ext>
            </a:extLst>
          </p:cNvPr>
          <p:cNvCxnSpPr/>
          <p:nvPr>
            <p:custDataLst>
              <p:tags r:id="rId13"/>
            </p:custDataLst>
          </p:nvPr>
        </p:nvCxnSpPr>
        <p:spPr bwMode="gray">
          <a:xfrm>
            <a:off x="4637088" y="4141788"/>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30" name="Straight Connector 129">
            <a:extLst>
              <a:ext uri="{FF2B5EF4-FFF2-40B4-BE49-F238E27FC236}">
                <a16:creationId xmlns:a16="http://schemas.microsoft.com/office/drawing/2014/main" id="{1445BAE7-116B-CDAB-70D2-E0CD2C58D138}"/>
              </a:ext>
            </a:extLst>
          </p:cNvPr>
          <p:cNvCxnSpPr/>
          <p:nvPr>
            <p:custDataLst>
              <p:tags r:id="rId14"/>
            </p:custDataLst>
          </p:nvPr>
        </p:nvCxnSpPr>
        <p:spPr bwMode="gray">
          <a:xfrm>
            <a:off x="4594225" y="4625975"/>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9" name="Chart 8">
            <a:extLst>
              <a:ext uri="{FF2B5EF4-FFF2-40B4-BE49-F238E27FC236}">
                <a16:creationId xmlns:a16="http://schemas.microsoft.com/office/drawing/2014/main" id="{1EE30C36-1D08-78CF-B2EF-962160E27EB4}"/>
              </a:ext>
            </a:extLst>
          </p:cNvPr>
          <p:cNvGraphicFramePr/>
          <p:nvPr>
            <p:custDataLst>
              <p:tags r:id="rId15"/>
            </p:custDataLst>
          </p:nvPr>
        </p:nvGraphicFramePr>
        <p:xfrm>
          <a:off x="3043238" y="1524000"/>
          <a:ext cx="2560637" cy="3922713"/>
        </p:xfrm>
        <a:graphic>
          <a:graphicData uri="http://schemas.openxmlformats.org/drawingml/2006/chart">
            <c:chart xmlns:c="http://schemas.openxmlformats.org/drawingml/2006/chart" xmlns:r="http://schemas.openxmlformats.org/officeDocument/2006/relationships" r:id="rId67"/>
          </a:graphicData>
        </a:graphic>
      </p:graphicFrame>
      <p:sp>
        <p:nvSpPr>
          <p:cNvPr id="297" name="Text Placeholder 2">
            <a:extLst>
              <a:ext uri="{FF2B5EF4-FFF2-40B4-BE49-F238E27FC236}">
                <a16:creationId xmlns:a16="http://schemas.microsoft.com/office/drawing/2014/main" id="{192DB789-515B-4504-BE53-6445F2427687}"/>
              </a:ext>
            </a:extLst>
          </p:cNvPr>
          <p:cNvSpPr>
            <a:spLocks noGrp="1"/>
          </p:cNvSpPr>
          <p:nvPr>
            <p:custDataLst>
              <p:tags r:id="rId16"/>
            </p:custDataLst>
          </p:nvPr>
        </p:nvSpPr>
        <p:spPr bwMode="gray">
          <a:xfrm>
            <a:off x="3849688" y="1941513"/>
            <a:ext cx="3397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2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29.1</a:t>
            </a:r>
            <a:endParaRPr kumimoji="0" lang="en-US" sz="1200" b="1"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199" name="Text Placeholder 2">
            <a:extLst>
              <a:ext uri="{FF2B5EF4-FFF2-40B4-BE49-F238E27FC236}">
                <a16:creationId xmlns:a16="http://schemas.microsoft.com/office/drawing/2014/main" id="{630FCDFC-FDBF-9D92-C63F-BFC54824498E}"/>
              </a:ext>
            </a:extLst>
          </p:cNvPr>
          <p:cNvSpPr>
            <a:spLocks noGrp="1"/>
          </p:cNvSpPr>
          <p:nvPr>
            <p:custDataLst>
              <p:tags r:id="rId17"/>
            </p:custDataLst>
          </p:nvPr>
        </p:nvSpPr>
        <p:spPr bwMode="auto">
          <a:xfrm>
            <a:off x="908050" y="1941513"/>
            <a:ext cx="211613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support baseline cost</a:t>
            </a:r>
            <a:r>
              <a:rPr kumimoji="0" lang="en-US" altLang="en-US" sz="1200" b="1" i="0" u="none" strike="noStrike" kern="1200" cap="none" spc="0" normalizeH="0" baseline="30000" noProof="0">
                <a:ln>
                  <a:noFill/>
                </a:ln>
                <a:solidFill>
                  <a:srgbClr val="000000"/>
                </a:solidFill>
                <a:effectLst/>
                <a:uLnTx/>
                <a:uFillTx/>
                <a:latin typeface="Arial"/>
                <a:ea typeface="+mn-ea"/>
                <a:cs typeface="Arial" panose="020B0604020202020204" pitchFamily="34" charset="0"/>
              </a:rPr>
              <a:t>1</a:t>
            </a:r>
            <a:r>
              <a:rPr kumimoji="0" lang="en-US" alt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endPar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87" name="Text Placeholder 2">
            <a:extLst>
              <a:ext uri="{FF2B5EF4-FFF2-40B4-BE49-F238E27FC236}">
                <a16:creationId xmlns:a16="http://schemas.microsoft.com/office/drawing/2014/main" id="{192DB789-515B-4504-BE53-6445F2427687}"/>
              </a:ext>
            </a:extLst>
          </p:cNvPr>
          <p:cNvSpPr>
            <a:spLocks noGrp="1"/>
          </p:cNvSpPr>
          <p:nvPr>
            <p:custDataLst>
              <p:tags r:id="rId18"/>
            </p:custDataLst>
          </p:nvPr>
        </p:nvSpPr>
        <p:spPr bwMode="gray">
          <a:xfrm>
            <a:off x="4764088" y="2425700"/>
            <a:ext cx="255588" cy="182563"/>
          </a:xfrm>
          <a:prstGeom prst="rect">
            <a:avLst/>
          </a:prstGeom>
          <a:solidFill>
            <a:srgbClr val="99C4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8B4CD1E-42F3-4677-9D0C-C8C8F6041ED6}" type="datetime'''''''0''''''''''''''''''''''''''''''''.''''''''''''7'''">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0.7</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1" name="Text Placeholder 2">
            <a:extLst>
              <a:ext uri="{FF2B5EF4-FFF2-40B4-BE49-F238E27FC236}">
                <a16:creationId xmlns:a16="http://schemas.microsoft.com/office/drawing/2014/main" id="{60019055-5166-AAC3-03D6-9A1E6A487065}"/>
              </a:ext>
            </a:extLst>
          </p:cNvPr>
          <p:cNvSpPr>
            <a:spLocks noGrp="1"/>
          </p:cNvSpPr>
          <p:nvPr>
            <p:custDataLst>
              <p:tags r:id="rId19"/>
            </p:custDataLst>
          </p:nvPr>
        </p:nvSpPr>
        <p:spPr bwMode="auto">
          <a:xfrm>
            <a:off x="908050" y="2425700"/>
            <a:ext cx="1563688"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8DDDF3E2-3CFE-40AA-8B91-B205F6A2DFAA}" type="datetime'Order'' in''''''take ''&amp; cr''''''''''''eatio''''''n'''''''''">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Order intake &amp; creation</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76" name="Text Placeholder 2">
            <a:extLst>
              <a:ext uri="{FF2B5EF4-FFF2-40B4-BE49-F238E27FC236}">
                <a16:creationId xmlns:a16="http://schemas.microsoft.com/office/drawing/2014/main" id="{192DB789-515B-4504-BE53-6445F2427687}"/>
              </a:ext>
            </a:extLst>
          </p:cNvPr>
          <p:cNvSpPr>
            <a:spLocks noGrp="1"/>
          </p:cNvSpPr>
          <p:nvPr>
            <p:custDataLst>
              <p:tags r:id="rId20"/>
            </p:custDataLst>
          </p:nvPr>
        </p:nvSpPr>
        <p:spPr bwMode="gray">
          <a:xfrm>
            <a:off x="4705350" y="2909888"/>
            <a:ext cx="255588" cy="182563"/>
          </a:xfrm>
          <a:prstGeom prst="rect">
            <a:avLst/>
          </a:prstGeom>
          <a:solidFill>
            <a:srgbClr val="99C4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A60D1CB8-78CC-48A3-8066-F3B055361BA3}" type="datetime'''''''''''''''''''1.''''''''''''''''''''''''''2'">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1.2</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2" name="Text Placeholder 2">
            <a:extLst>
              <a:ext uri="{FF2B5EF4-FFF2-40B4-BE49-F238E27FC236}">
                <a16:creationId xmlns:a16="http://schemas.microsoft.com/office/drawing/2014/main" id="{D666C630-8994-42F2-EA30-BDEBDA3204DA}"/>
              </a:ext>
            </a:extLst>
          </p:cNvPr>
          <p:cNvSpPr>
            <a:spLocks noGrp="1"/>
          </p:cNvSpPr>
          <p:nvPr>
            <p:custDataLst>
              <p:tags r:id="rId21"/>
            </p:custDataLst>
          </p:nvPr>
        </p:nvSpPr>
        <p:spPr bwMode="auto">
          <a:xfrm>
            <a:off x="908050" y="2909888"/>
            <a:ext cx="147955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E9017D73-1E65-4F7C-8C6F-693FF945D299}" type="datetime'M''''''''y ''T''eam'' S''hop ''''''(''M''''''''TS'')'">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My Team Shop (MTS)</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65" name="Text Placeholder 2">
            <a:extLst>
              <a:ext uri="{FF2B5EF4-FFF2-40B4-BE49-F238E27FC236}">
                <a16:creationId xmlns:a16="http://schemas.microsoft.com/office/drawing/2014/main" id="{192DB789-515B-4504-BE53-6445F2427687}"/>
              </a:ext>
            </a:extLst>
          </p:cNvPr>
          <p:cNvSpPr>
            <a:spLocks noGrp="1"/>
          </p:cNvSpPr>
          <p:nvPr>
            <p:custDataLst>
              <p:tags r:id="rId22"/>
            </p:custDataLst>
          </p:nvPr>
        </p:nvSpPr>
        <p:spPr bwMode="gray">
          <a:xfrm>
            <a:off x="4606925" y="3394075"/>
            <a:ext cx="255588" cy="182563"/>
          </a:xfrm>
          <a:prstGeom prst="rect">
            <a:avLst/>
          </a:prstGeom>
          <a:solidFill>
            <a:srgbClr val="99C4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DEEF8F8-1797-479A-A9DA-CB4EAE091019}" type="datetime'''''''2''''.''''''''''''''''''''''0'''''''''''''''''''''">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2.0</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3" name="Text Placeholder 2">
            <a:extLst>
              <a:ext uri="{FF2B5EF4-FFF2-40B4-BE49-F238E27FC236}">
                <a16:creationId xmlns:a16="http://schemas.microsoft.com/office/drawing/2014/main" id="{A53F03D6-02D9-767B-0388-5BD87B198B1E}"/>
              </a:ext>
            </a:extLst>
          </p:cNvPr>
          <p:cNvSpPr>
            <a:spLocks noGrp="1"/>
          </p:cNvSpPr>
          <p:nvPr>
            <p:custDataLst>
              <p:tags r:id="rId23"/>
            </p:custDataLst>
          </p:nvPr>
        </p:nvSpPr>
        <p:spPr bwMode="auto">
          <a:xfrm>
            <a:off x="908050" y="3394075"/>
            <a:ext cx="9239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501689E3-ABE2-45C8-B48A-99789990B18B}" type="datetime'''''''''''''''''NS''P'''' ''h''''''''''''''''an''''d''l''ing'">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NSP handling</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53" name="Text Placeholder 2">
            <a:extLst>
              <a:ext uri="{FF2B5EF4-FFF2-40B4-BE49-F238E27FC236}">
                <a16:creationId xmlns:a16="http://schemas.microsoft.com/office/drawing/2014/main" id="{192DB789-515B-4504-BE53-6445F2427687}"/>
              </a:ext>
            </a:extLst>
          </p:cNvPr>
          <p:cNvSpPr>
            <a:spLocks noGrp="1"/>
          </p:cNvSpPr>
          <p:nvPr>
            <p:custDataLst>
              <p:tags r:id="rId24"/>
            </p:custDataLst>
          </p:nvPr>
        </p:nvSpPr>
        <p:spPr bwMode="gray">
          <a:xfrm>
            <a:off x="4527550" y="3878263"/>
            <a:ext cx="255588" cy="182563"/>
          </a:xfrm>
          <a:prstGeom prst="rect">
            <a:avLst/>
          </a:prstGeom>
          <a:solidFill>
            <a:srgbClr val="99C4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E34CECDA-1068-4C22-B6F5-23B82E56C34F}" type="datetime'''''''''0''''''''''''''''''''''''''.''''''''''''''''6'">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0.6</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4" name="Text Placeholder 2">
            <a:extLst>
              <a:ext uri="{FF2B5EF4-FFF2-40B4-BE49-F238E27FC236}">
                <a16:creationId xmlns:a16="http://schemas.microsoft.com/office/drawing/2014/main" id="{35D85616-D053-447B-16D4-2FF246593AEC}"/>
              </a:ext>
            </a:extLst>
          </p:cNvPr>
          <p:cNvSpPr>
            <a:spLocks noGrp="1"/>
          </p:cNvSpPr>
          <p:nvPr>
            <p:custDataLst>
              <p:tags r:id="rId25"/>
            </p:custDataLst>
          </p:nvPr>
        </p:nvSpPr>
        <p:spPr bwMode="auto">
          <a:xfrm>
            <a:off x="908050" y="3878263"/>
            <a:ext cx="1612900"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8007B27-A14E-4698-BB97-DFD2DAB63139}" type="datetime'R''''e''tu''rn ''&amp; R''epl''ac''em''e''''n''''''''''t''''s'''">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Return &amp; Replacements</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42" name="Text Placeholder 2">
            <a:extLst>
              <a:ext uri="{FF2B5EF4-FFF2-40B4-BE49-F238E27FC236}">
                <a16:creationId xmlns:a16="http://schemas.microsoft.com/office/drawing/2014/main" id="{192DB789-515B-4504-BE53-6445F2427687}"/>
              </a:ext>
            </a:extLst>
          </p:cNvPr>
          <p:cNvSpPr>
            <a:spLocks noGrp="1"/>
          </p:cNvSpPr>
          <p:nvPr>
            <p:custDataLst>
              <p:tags r:id="rId26"/>
            </p:custDataLst>
          </p:nvPr>
        </p:nvSpPr>
        <p:spPr bwMode="gray">
          <a:xfrm>
            <a:off x="4487863" y="4362450"/>
            <a:ext cx="255588" cy="182563"/>
          </a:xfrm>
          <a:prstGeom prst="rect">
            <a:avLst/>
          </a:prstGeom>
          <a:solidFill>
            <a:srgbClr val="99C4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6F0C2995-EA2D-45D4-B85D-A3ED111150DA}" type="datetime'''''''''0''''''''''''''''''''.''''''''''''''''''7'''''">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0.7</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5" name="Text Placeholder 2">
            <a:extLst>
              <a:ext uri="{FF2B5EF4-FFF2-40B4-BE49-F238E27FC236}">
                <a16:creationId xmlns:a16="http://schemas.microsoft.com/office/drawing/2014/main" id="{8C4E7FE3-74BE-BBA6-248A-EFDD7A3AA4A5}"/>
              </a:ext>
            </a:extLst>
          </p:cNvPr>
          <p:cNvSpPr>
            <a:spLocks noGrp="1"/>
          </p:cNvSpPr>
          <p:nvPr>
            <p:custDataLst>
              <p:tags r:id="rId27"/>
            </p:custDataLst>
          </p:nvPr>
        </p:nvSpPr>
        <p:spPr bwMode="auto">
          <a:xfrm>
            <a:off x="908050" y="4362450"/>
            <a:ext cx="16732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AD5191F8-1F3C-4747-9FD4-A2834C7E8DB6}" type="datetime'Or''''de''''r ''visi''''bili''''''''ty &amp; tr''ack''''i''''''ng'">
              <a:rPr kumimoji="0" lang="en-US" altLang="en-US" sz="12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Order visibility &amp; tracking</a:t>
            </a:fld>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6" name="Text Placeholder 2">
            <a:extLst>
              <a:ext uri="{FF2B5EF4-FFF2-40B4-BE49-F238E27FC236}">
                <a16:creationId xmlns:a16="http://schemas.microsoft.com/office/drawing/2014/main" id="{38A134A6-2433-6FF9-42A7-E2DA3CEF6002}"/>
              </a:ext>
            </a:extLst>
          </p:cNvPr>
          <p:cNvSpPr>
            <a:spLocks noGrp="1"/>
          </p:cNvSpPr>
          <p:nvPr>
            <p:custDataLst>
              <p:tags r:id="rId28"/>
            </p:custDataLst>
          </p:nvPr>
        </p:nvSpPr>
        <p:spPr bwMode="auto">
          <a:xfrm>
            <a:off x="908050" y="4754563"/>
            <a:ext cx="1703388" cy="36512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Resulting baseline cost</a:t>
            </a:r>
          </a:p>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by horizon</a:t>
            </a:r>
          </a:p>
        </p:txBody>
      </p:sp>
      <p:cxnSp>
        <p:nvCxnSpPr>
          <p:cNvPr id="12" name="GreyLineSeparatorStrong 15">
            <a:extLst>
              <a:ext uri="{FF2B5EF4-FFF2-40B4-BE49-F238E27FC236}">
                <a16:creationId xmlns:a16="http://schemas.microsoft.com/office/drawing/2014/main" id="{D2F9B1CE-20D9-DDCC-9F3B-F09AE7B9A055}"/>
              </a:ext>
            </a:extLst>
          </p:cNvPr>
          <p:cNvCxnSpPr>
            <a:cxnSpLocks/>
          </p:cNvCxnSpPr>
          <p:nvPr>
            <p:custDataLst>
              <p:tags r:id="rId29"/>
            </p:custDataLst>
          </p:nvPr>
        </p:nvCxnSpPr>
        <p:spPr>
          <a:xfrm>
            <a:off x="576263" y="2252447"/>
            <a:ext cx="11082338"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GreyLineSeparatorStrong 15">
            <a:extLst>
              <a:ext uri="{FF2B5EF4-FFF2-40B4-BE49-F238E27FC236}">
                <a16:creationId xmlns:a16="http://schemas.microsoft.com/office/drawing/2014/main" id="{AC7431EA-FBF4-2040-6F54-E71B57D61768}"/>
              </a:ext>
            </a:extLst>
          </p:cNvPr>
          <p:cNvCxnSpPr>
            <a:cxnSpLocks/>
          </p:cNvCxnSpPr>
          <p:nvPr>
            <p:custDataLst>
              <p:tags r:id="rId30"/>
            </p:custDataLst>
          </p:nvPr>
        </p:nvCxnSpPr>
        <p:spPr>
          <a:xfrm>
            <a:off x="576263" y="2682524"/>
            <a:ext cx="11082338"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GreyLineSeparatorStrong 15">
            <a:extLst>
              <a:ext uri="{FF2B5EF4-FFF2-40B4-BE49-F238E27FC236}">
                <a16:creationId xmlns:a16="http://schemas.microsoft.com/office/drawing/2014/main" id="{92F55757-AC78-096F-5964-561B2FF68036}"/>
              </a:ext>
            </a:extLst>
          </p:cNvPr>
          <p:cNvCxnSpPr>
            <a:cxnSpLocks/>
          </p:cNvCxnSpPr>
          <p:nvPr>
            <p:custDataLst>
              <p:tags r:id="rId31"/>
            </p:custDataLst>
          </p:nvPr>
        </p:nvCxnSpPr>
        <p:spPr>
          <a:xfrm>
            <a:off x="576263" y="3211193"/>
            <a:ext cx="11082338"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7" name="GreyLineSeparatorStrong 15">
            <a:extLst>
              <a:ext uri="{FF2B5EF4-FFF2-40B4-BE49-F238E27FC236}">
                <a16:creationId xmlns:a16="http://schemas.microsoft.com/office/drawing/2014/main" id="{82378C6E-FBF8-A148-D434-FFBA9524F15B}"/>
              </a:ext>
            </a:extLst>
          </p:cNvPr>
          <p:cNvCxnSpPr>
            <a:cxnSpLocks/>
          </p:cNvCxnSpPr>
          <p:nvPr>
            <p:custDataLst>
              <p:tags r:id="rId32"/>
            </p:custDataLst>
          </p:nvPr>
        </p:nvCxnSpPr>
        <p:spPr>
          <a:xfrm>
            <a:off x="576263" y="3692015"/>
            <a:ext cx="11082338"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9" name="GreyLineSeparatorStrong 15">
            <a:extLst>
              <a:ext uri="{FF2B5EF4-FFF2-40B4-BE49-F238E27FC236}">
                <a16:creationId xmlns:a16="http://schemas.microsoft.com/office/drawing/2014/main" id="{CD60B1C7-18CD-A1D2-7069-91D909CDE1BB}"/>
              </a:ext>
            </a:extLst>
          </p:cNvPr>
          <p:cNvCxnSpPr>
            <a:cxnSpLocks/>
          </p:cNvCxnSpPr>
          <p:nvPr>
            <p:custDataLst>
              <p:tags r:id="rId33"/>
            </p:custDataLst>
          </p:nvPr>
        </p:nvCxnSpPr>
        <p:spPr>
          <a:xfrm>
            <a:off x="576263" y="4186747"/>
            <a:ext cx="11082338"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0" name="GreyLineSeparatorStrong 15">
            <a:extLst>
              <a:ext uri="{FF2B5EF4-FFF2-40B4-BE49-F238E27FC236}">
                <a16:creationId xmlns:a16="http://schemas.microsoft.com/office/drawing/2014/main" id="{851E651D-C74E-EE3E-3E79-76350F6E8277}"/>
              </a:ext>
            </a:extLst>
          </p:cNvPr>
          <p:cNvCxnSpPr>
            <a:cxnSpLocks/>
          </p:cNvCxnSpPr>
          <p:nvPr>
            <p:custDataLst>
              <p:tags r:id="rId34"/>
            </p:custDataLst>
          </p:nvPr>
        </p:nvCxnSpPr>
        <p:spPr>
          <a:xfrm>
            <a:off x="576263" y="4681711"/>
            <a:ext cx="11082338"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4" name="4. Footnote">
            <a:extLst>
              <a:ext uri="{FF2B5EF4-FFF2-40B4-BE49-F238E27FC236}">
                <a16:creationId xmlns:a16="http://schemas.microsoft.com/office/drawing/2014/main" id="{9192D88A-F463-93C1-0BE0-B72F6E57A51A}"/>
              </a:ext>
            </a:extLst>
          </p:cNvPr>
          <p:cNvSpPr txBox="1"/>
          <p:nvPr>
            <p:custDataLst>
              <p:tags r:id="rId35"/>
            </p:custDataLst>
          </p:nvPr>
        </p:nvSpPr>
        <p:spPr>
          <a:xfrm>
            <a:off x="553972" y="6478383"/>
            <a:ext cx="8050548" cy="246221"/>
          </a:xfrm>
          <a:prstGeom prst="rect">
            <a:avLst/>
          </a:prstGeom>
          <a:noFill/>
        </p:spPr>
        <p:txBody>
          <a:bodyPr wrap="square" lIns="0" tIns="0" rIns="0" bIns="0" rtlCol="0" anchor="b">
            <a:spAutoFit/>
          </a:bodyPr>
          <a:lstStyle/>
          <a:p>
            <a:pPr marL="203200" marR="0" lvl="0" indent="-212725"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	Baseline cost (fully loaded) inclusive of sales support functions’ 559 FTEs (i.e., TMs, SSRs, MTS pod, R&amp;R, CC, Purchasing, Financial Services, and Comp Goods); estimates do not include indirect costs (e.g., real estate, laptops), implementation costs, and recurring fees (e.g., software licenses)</a:t>
            </a:r>
          </a:p>
        </p:txBody>
      </p:sp>
      <p:sp>
        <p:nvSpPr>
          <p:cNvPr id="510" name="TextBox 509">
            <a:extLst>
              <a:ext uri="{FF2B5EF4-FFF2-40B4-BE49-F238E27FC236}">
                <a16:creationId xmlns:a16="http://schemas.microsoft.com/office/drawing/2014/main" id="{41E4C654-52D6-2D59-D06D-6E790F7074D1}"/>
              </a:ext>
            </a:extLst>
          </p:cNvPr>
          <p:cNvSpPr txBox="1">
            <a:spLocks/>
          </p:cNvSpPr>
          <p:nvPr/>
        </p:nvSpPr>
        <p:spPr>
          <a:xfrm>
            <a:off x="3094038" y="5907094"/>
            <a:ext cx="1744663" cy="21764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800" b="1" i="0" u="none" strike="noStrike" kern="1200" cap="none" spc="0" normalizeH="0" baseline="0" noProof="0">
                <a:ln>
                  <a:noFill/>
                </a:ln>
                <a:solidFill>
                  <a:srgbClr val="5E9DFF"/>
                </a:solidFill>
                <a:effectLst/>
                <a:uLnTx/>
                <a:uFillTx/>
                <a:latin typeface="Georgia"/>
                <a:ea typeface="+mn-ea"/>
                <a:cs typeface="Arial" panose="020B0604020202020204" pitchFamily="34" charset="0"/>
              </a:rPr>
              <a:t>$2.5– 5.1M</a:t>
            </a:r>
            <a:endParaRPr kumimoji="0" lang="en-US" sz="1800" b="0" i="0" u="none" strike="noStrike" kern="1200" cap="none" spc="0" normalizeH="0" baseline="0" noProof="0">
              <a:ln>
                <a:noFill/>
              </a:ln>
              <a:solidFill>
                <a:srgbClr val="5E9DFF"/>
              </a:solidFill>
              <a:effectLst/>
              <a:uLnTx/>
              <a:uFillTx/>
              <a:latin typeface="Arial"/>
              <a:ea typeface="+mn-ea"/>
              <a:cs typeface="Arial" panose="020B0604020202020204" pitchFamily="34" charset="0"/>
            </a:endParaRPr>
          </a:p>
        </p:txBody>
      </p:sp>
      <p:sp>
        <p:nvSpPr>
          <p:cNvPr id="545" name="Rectangle: Rounded Corners 544">
            <a:extLst>
              <a:ext uri="{FF2B5EF4-FFF2-40B4-BE49-F238E27FC236}">
                <a16:creationId xmlns:a16="http://schemas.microsoft.com/office/drawing/2014/main" id="{E791D0C2-E82B-6A00-E47B-62066199D804}"/>
              </a:ext>
            </a:extLst>
          </p:cNvPr>
          <p:cNvSpPr>
            <a:spLocks/>
          </p:cNvSpPr>
          <p:nvPr>
            <p:custDataLst>
              <p:tags r:id="rId36"/>
            </p:custDataLst>
          </p:nvPr>
        </p:nvSpPr>
        <p:spPr>
          <a:xfrm>
            <a:off x="3094038" y="5371308"/>
            <a:ext cx="1744663" cy="307187"/>
          </a:xfrm>
          <a:prstGeom prst="roundRect">
            <a:avLst/>
          </a:prstGeom>
          <a:solidFill>
            <a:schemeClr val="bg1"/>
          </a:solidFill>
          <a:ln w="6350" cap="sq">
            <a:solidFill>
              <a:srgbClr val="99C4FF"/>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a:ln>
                  <a:noFill/>
                </a:ln>
                <a:solidFill>
                  <a:srgbClr val="99C4FF"/>
                </a:solidFill>
                <a:effectLst/>
                <a:uLnTx/>
                <a:uFillTx/>
                <a:latin typeface="Arial"/>
                <a:ea typeface="+mn-ea"/>
                <a:cs typeface="+mn-cs"/>
              </a:rPr>
              <a:t>18%</a:t>
            </a:r>
          </a:p>
        </p:txBody>
      </p:sp>
      <p:sp>
        <p:nvSpPr>
          <p:cNvPr id="62" name="Rectangle: Rounded Corners 61">
            <a:extLst>
              <a:ext uri="{FF2B5EF4-FFF2-40B4-BE49-F238E27FC236}">
                <a16:creationId xmlns:a16="http://schemas.microsoft.com/office/drawing/2014/main" id="{89E7BE2A-AF19-A896-D9AB-4AD80492E102}"/>
              </a:ext>
            </a:extLst>
          </p:cNvPr>
          <p:cNvSpPr>
            <a:spLocks/>
          </p:cNvSpPr>
          <p:nvPr>
            <p:custDataLst>
              <p:tags r:id="rId37"/>
            </p:custDataLst>
          </p:nvPr>
        </p:nvSpPr>
        <p:spPr>
          <a:xfrm>
            <a:off x="9031288" y="5371308"/>
            <a:ext cx="1744663" cy="307187"/>
          </a:xfrm>
          <a:prstGeom prst="roundRect">
            <a:avLst/>
          </a:prstGeom>
          <a:solidFill>
            <a:schemeClr val="bg1"/>
          </a:solidFill>
          <a:ln w="6350" cap="sq">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a:ln>
                  <a:noFill/>
                </a:ln>
                <a:solidFill>
                  <a:srgbClr val="061F79"/>
                </a:solidFill>
                <a:effectLst/>
                <a:uLnTx/>
                <a:uFillTx/>
                <a:latin typeface="Arial"/>
                <a:ea typeface="+mn-ea"/>
                <a:cs typeface="+mn-cs"/>
              </a:rPr>
              <a:t>65%</a:t>
            </a:r>
          </a:p>
        </p:txBody>
      </p:sp>
      <p:sp>
        <p:nvSpPr>
          <p:cNvPr id="509" name="TextBox 508">
            <a:extLst>
              <a:ext uri="{FF2B5EF4-FFF2-40B4-BE49-F238E27FC236}">
                <a16:creationId xmlns:a16="http://schemas.microsoft.com/office/drawing/2014/main" id="{D53A0559-3E47-90DB-FB1F-8C0AA874D973}"/>
              </a:ext>
            </a:extLst>
          </p:cNvPr>
          <p:cNvSpPr txBox="1">
            <a:spLocks/>
          </p:cNvSpPr>
          <p:nvPr/>
        </p:nvSpPr>
        <p:spPr>
          <a:xfrm>
            <a:off x="9031288" y="5907094"/>
            <a:ext cx="1744663" cy="217643"/>
          </a:xfrm>
          <a:prstGeom prst="rect">
            <a:avLst/>
          </a:prstGeom>
        </p:spPr>
        <p:txBody>
          <a:bodyPr vert="horz"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800" b="1" i="0" u="none" strike="noStrike" kern="1200" cap="none" spc="0" normalizeH="0" baseline="0" noProof="0">
                <a:ln>
                  <a:noFill/>
                </a:ln>
                <a:solidFill>
                  <a:srgbClr val="061F79"/>
                </a:solidFill>
                <a:effectLst/>
                <a:uLnTx/>
                <a:uFillTx/>
                <a:latin typeface="Georgia"/>
                <a:ea typeface="+mn-ea"/>
                <a:cs typeface="Arial" panose="020B0604020202020204" pitchFamily="34" charset="0"/>
              </a:rPr>
              <a:t>$13.1 – 19.0M</a:t>
            </a:r>
            <a:endParaRPr kumimoji="0" lang="en-US" sz="1800" b="0" i="0" u="none" strike="noStrike" kern="1200" cap="none" spc="0" normalizeH="0" baseline="0" noProof="0">
              <a:ln>
                <a:noFill/>
              </a:ln>
              <a:solidFill>
                <a:srgbClr val="061F79"/>
              </a:solidFill>
              <a:effectLst/>
              <a:uLnTx/>
              <a:uFillTx/>
              <a:latin typeface="Arial"/>
              <a:ea typeface="+mn-ea"/>
              <a:cs typeface="Arial" panose="020B0604020202020204" pitchFamily="34" charset="0"/>
            </a:endParaRPr>
          </a:p>
        </p:txBody>
      </p:sp>
      <p:sp>
        <p:nvSpPr>
          <p:cNvPr id="511" name="TextBox 510">
            <a:extLst>
              <a:ext uri="{FF2B5EF4-FFF2-40B4-BE49-F238E27FC236}">
                <a16:creationId xmlns:a16="http://schemas.microsoft.com/office/drawing/2014/main" id="{18318BA7-AC81-42E5-02B9-BAA8296D242B}"/>
              </a:ext>
            </a:extLst>
          </p:cNvPr>
          <p:cNvSpPr txBox="1">
            <a:spLocks/>
          </p:cNvSpPr>
          <p:nvPr/>
        </p:nvSpPr>
        <p:spPr>
          <a:xfrm>
            <a:off x="6016625" y="5907094"/>
            <a:ext cx="1746250" cy="21764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800" b="1" i="0" u="none" strike="noStrike" kern="1200" cap="none" spc="0" normalizeH="0" baseline="0" noProof="0">
                <a:ln>
                  <a:noFill/>
                </a:ln>
                <a:solidFill>
                  <a:srgbClr val="2251FF"/>
                </a:solidFill>
                <a:effectLst/>
                <a:uLnTx/>
                <a:uFillTx/>
                <a:latin typeface="Georgia"/>
                <a:ea typeface="+mn-ea"/>
                <a:cs typeface="Arial" panose="020B0604020202020204" pitchFamily="34" charset="0"/>
              </a:rPr>
              <a:t>$6.8 – 10.9M</a:t>
            </a:r>
            <a:endParaRPr kumimoji="0" lang="en-US" sz="1800" b="0" i="0" u="none" strike="noStrike" kern="1200" cap="none" spc="0" normalizeH="0" baseline="0" noProof="0">
              <a:ln>
                <a:noFill/>
              </a:ln>
              <a:solidFill>
                <a:srgbClr val="2251FF"/>
              </a:solidFill>
              <a:effectLst/>
              <a:uLnTx/>
              <a:uFillTx/>
              <a:latin typeface="Arial"/>
              <a:ea typeface="+mn-ea"/>
              <a:cs typeface="Arial" panose="020B0604020202020204" pitchFamily="34" charset="0"/>
            </a:endParaRPr>
          </a:p>
        </p:txBody>
      </p:sp>
      <p:sp>
        <p:nvSpPr>
          <p:cNvPr id="546" name="Rectangle: Rounded Corners 545">
            <a:extLst>
              <a:ext uri="{FF2B5EF4-FFF2-40B4-BE49-F238E27FC236}">
                <a16:creationId xmlns:a16="http://schemas.microsoft.com/office/drawing/2014/main" id="{86DB247F-315B-B471-27B8-D0631D387F91}"/>
              </a:ext>
            </a:extLst>
          </p:cNvPr>
          <p:cNvSpPr>
            <a:spLocks/>
          </p:cNvSpPr>
          <p:nvPr>
            <p:custDataLst>
              <p:tags r:id="rId38"/>
            </p:custDataLst>
          </p:nvPr>
        </p:nvSpPr>
        <p:spPr>
          <a:xfrm>
            <a:off x="6016625" y="5371308"/>
            <a:ext cx="1746250" cy="307187"/>
          </a:xfrm>
          <a:prstGeom prst="roundRect">
            <a:avLst/>
          </a:prstGeom>
          <a:solidFill>
            <a:schemeClr val="bg1"/>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400" b="1" i="0" u="none" strike="noStrike" kern="1200" cap="none" spc="0" normalizeH="0" baseline="0" noProof="0">
                <a:ln>
                  <a:noFill/>
                </a:ln>
                <a:solidFill>
                  <a:srgbClr val="2251FF"/>
                </a:solidFill>
                <a:effectLst/>
                <a:uLnTx/>
                <a:uFillTx/>
                <a:latin typeface="Arial"/>
                <a:ea typeface="+mn-ea"/>
                <a:cs typeface="+mn-cs"/>
              </a:rPr>
              <a:t>38%</a:t>
            </a:r>
          </a:p>
        </p:txBody>
      </p:sp>
      <p:grpSp>
        <p:nvGrpSpPr>
          <p:cNvPr id="498" name="sticker">
            <a:extLst>
              <a:ext uri="{FF2B5EF4-FFF2-40B4-BE49-F238E27FC236}">
                <a16:creationId xmlns:a16="http://schemas.microsoft.com/office/drawing/2014/main" id="{960D6776-8890-AFA6-88BB-E19D94422B2B}"/>
              </a:ext>
            </a:extLst>
          </p:cNvPr>
          <p:cNvGrpSpPr/>
          <p:nvPr/>
        </p:nvGrpSpPr>
        <p:grpSpPr>
          <a:xfrm>
            <a:off x="554736" y="971151"/>
            <a:ext cx="1949252" cy="156966"/>
            <a:chOff x="558192" y="1289273"/>
            <a:chExt cx="1949252" cy="156966"/>
          </a:xfrm>
        </p:grpSpPr>
        <p:sp>
          <p:nvSpPr>
            <p:cNvPr id="499" name="StickerRectangle">
              <a:extLst>
                <a:ext uri="{FF2B5EF4-FFF2-40B4-BE49-F238E27FC236}">
                  <a16:creationId xmlns:a16="http://schemas.microsoft.com/office/drawing/2014/main" id="{B34D9B2B-BA70-C21A-A6A0-0940622EA2AD}"/>
                </a:ext>
              </a:extLst>
            </p:cNvPr>
            <p:cNvSpPr>
              <a:spLocks noChangeArrowheads="1"/>
            </p:cNvSpPr>
            <p:nvPr userDrawn="1"/>
          </p:nvSpPr>
          <p:spPr bwMode="gray">
            <a:xfrm>
              <a:off x="558192" y="1289273"/>
              <a:ext cx="1949252"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marL="0" marR="0" lvl="0" indent="0" algn="l" defTabSz="1193860" rtl="0" eaLnBrk="1" fontAlgn="auto" latinLnBrk="0" hangingPunct="1">
                <a:lnSpc>
                  <a:spcPct val="100000"/>
                </a:lnSpc>
                <a:spcBef>
                  <a:spcPts val="0"/>
                </a:spcBef>
                <a:spcAft>
                  <a:spcPts val="0"/>
                </a:spcAft>
                <a:buClr>
                  <a:srgbClr val="FFFFFF"/>
                </a:buClr>
                <a:buSzTx/>
                <a:buFontTx/>
                <a:buNone/>
                <a:tabLst/>
                <a:defRPr/>
              </a:pPr>
              <a:r>
                <a:rPr kumimoji="0" lang="en-US" sz="900" b="1" i="0" u="none" strike="noStrike" kern="1200" cap="none" spc="50" normalizeH="0" baseline="0" noProof="0">
                  <a:ln w="3175">
                    <a:noFill/>
                  </a:ln>
                  <a:solidFill>
                    <a:srgbClr val="000000"/>
                  </a:solidFill>
                  <a:effectLst/>
                  <a:uLnTx/>
                  <a:uFillTx/>
                  <a:latin typeface="Arial"/>
                  <a:ea typeface="+mn-ea"/>
                  <a:cs typeface="+mn-cs"/>
                </a:rPr>
                <a:t>Preliminary – as of Mar 25, 2026</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503" name="StickerUnderline">
              <a:extLst>
                <a:ext uri="{FF2B5EF4-FFF2-40B4-BE49-F238E27FC236}">
                  <a16:creationId xmlns:a16="http://schemas.microsoft.com/office/drawing/2014/main" id="{8927DF58-26F4-D143-FDD1-0B7C9707CE07}"/>
                </a:ext>
              </a:extLst>
            </p:cNvPr>
            <p:cNvCxnSpPr>
              <a:cxnSpLocks noChangeShapeType="1"/>
              <a:stCxn id="499" idx="4"/>
              <a:endCxn id="499" idx="6"/>
            </p:cNvCxnSpPr>
            <p:nvPr/>
          </p:nvCxnSpPr>
          <p:spPr bwMode="gray">
            <a:xfrm>
              <a:off x="558192" y="1446239"/>
              <a:ext cx="1949252"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cxnSp>
        <p:nvCxnSpPr>
          <p:cNvPr id="56" name="Straight Connector 55">
            <a:extLst>
              <a:ext uri="{FF2B5EF4-FFF2-40B4-BE49-F238E27FC236}">
                <a16:creationId xmlns:a16="http://schemas.microsoft.com/office/drawing/2014/main" id="{F3C93246-4FE1-6875-6A90-9A58919004E3}"/>
              </a:ext>
            </a:extLst>
          </p:cNvPr>
          <p:cNvCxnSpPr/>
          <p:nvPr>
            <p:custDataLst>
              <p:tags r:id="rId39"/>
            </p:custDataLst>
          </p:nvPr>
        </p:nvCxnSpPr>
        <p:spPr bwMode="gray">
          <a:xfrm>
            <a:off x="7856538" y="2205038"/>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912CB994-9CE1-7D4F-51D3-3E846ADB1140}"/>
              </a:ext>
            </a:extLst>
          </p:cNvPr>
          <p:cNvCxnSpPr/>
          <p:nvPr>
            <p:custDataLst>
              <p:tags r:id="rId40"/>
            </p:custDataLst>
          </p:nvPr>
        </p:nvCxnSpPr>
        <p:spPr bwMode="gray">
          <a:xfrm>
            <a:off x="7742238" y="2689225"/>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8" name="Straight Connector 57">
            <a:extLst>
              <a:ext uri="{FF2B5EF4-FFF2-40B4-BE49-F238E27FC236}">
                <a16:creationId xmlns:a16="http://schemas.microsoft.com/office/drawing/2014/main" id="{70327B62-EAC0-75E7-1B78-9160037C8976}"/>
              </a:ext>
            </a:extLst>
          </p:cNvPr>
          <p:cNvCxnSpPr/>
          <p:nvPr>
            <p:custDataLst>
              <p:tags r:id="rId41"/>
            </p:custDataLst>
          </p:nvPr>
        </p:nvCxnSpPr>
        <p:spPr bwMode="gray">
          <a:xfrm>
            <a:off x="7558088" y="3173413"/>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 name="Straight Connector 58">
            <a:extLst>
              <a:ext uri="{FF2B5EF4-FFF2-40B4-BE49-F238E27FC236}">
                <a16:creationId xmlns:a16="http://schemas.microsoft.com/office/drawing/2014/main" id="{99AB326B-59BC-528D-0B59-1C7F5BCF8FAD}"/>
              </a:ext>
            </a:extLst>
          </p:cNvPr>
          <p:cNvCxnSpPr/>
          <p:nvPr>
            <p:custDataLst>
              <p:tags r:id="rId42"/>
            </p:custDataLst>
          </p:nvPr>
        </p:nvCxnSpPr>
        <p:spPr bwMode="gray">
          <a:xfrm>
            <a:off x="7361238" y="3657600"/>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0" name="Straight Connector 59">
            <a:extLst>
              <a:ext uri="{FF2B5EF4-FFF2-40B4-BE49-F238E27FC236}">
                <a16:creationId xmlns:a16="http://schemas.microsoft.com/office/drawing/2014/main" id="{B3E20E72-6D42-7F43-EAD0-A5F23943E9D8}"/>
              </a:ext>
            </a:extLst>
          </p:cNvPr>
          <p:cNvCxnSpPr/>
          <p:nvPr>
            <p:custDataLst>
              <p:tags r:id="rId43"/>
            </p:custDataLst>
          </p:nvPr>
        </p:nvCxnSpPr>
        <p:spPr bwMode="gray">
          <a:xfrm>
            <a:off x="7259638" y="4141788"/>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7DE3ECFF-F866-E47A-1276-42F55DA8E578}"/>
              </a:ext>
            </a:extLst>
          </p:cNvPr>
          <p:cNvCxnSpPr/>
          <p:nvPr>
            <p:custDataLst>
              <p:tags r:id="rId44"/>
            </p:custDataLst>
          </p:nvPr>
        </p:nvCxnSpPr>
        <p:spPr bwMode="gray">
          <a:xfrm>
            <a:off x="7158038" y="4625975"/>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16" name="Chart 15">
            <a:extLst>
              <a:ext uri="{FF2B5EF4-FFF2-40B4-BE49-F238E27FC236}">
                <a16:creationId xmlns:a16="http://schemas.microsoft.com/office/drawing/2014/main" id="{AC4891A3-E32B-D287-C1AD-0CBE030039E2}"/>
              </a:ext>
            </a:extLst>
          </p:cNvPr>
          <p:cNvGraphicFramePr/>
          <p:nvPr>
            <p:custDataLst>
              <p:tags r:id="rId45"/>
            </p:custDataLst>
          </p:nvPr>
        </p:nvGraphicFramePr>
        <p:xfrm>
          <a:off x="5927725" y="1524000"/>
          <a:ext cx="2638425" cy="3922713"/>
        </p:xfrm>
        <a:graphic>
          <a:graphicData uri="http://schemas.openxmlformats.org/drawingml/2006/chart">
            <c:chart xmlns:c="http://schemas.openxmlformats.org/drawingml/2006/chart" xmlns:r="http://schemas.openxmlformats.org/officeDocument/2006/relationships" r:id="rId68"/>
          </a:graphicData>
        </a:graphic>
      </p:graphicFrame>
      <p:sp>
        <p:nvSpPr>
          <p:cNvPr id="181" name="Text Placeholder 2">
            <a:extLst>
              <a:ext uri="{FF2B5EF4-FFF2-40B4-BE49-F238E27FC236}">
                <a16:creationId xmlns:a16="http://schemas.microsoft.com/office/drawing/2014/main" id="{192DB789-515B-4504-BE53-6445F2427687}"/>
              </a:ext>
            </a:extLst>
          </p:cNvPr>
          <p:cNvSpPr>
            <a:spLocks noGrp="1"/>
          </p:cNvSpPr>
          <p:nvPr>
            <p:custDataLst>
              <p:tags r:id="rId46"/>
            </p:custDataLst>
          </p:nvPr>
        </p:nvSpPr>
        <p:spPr bwMode="gray">
          <a:xfrm>
            <a:off x="7672388" y="2425700"/>
            <a:ext cx="255588" cy="182563"/>
          </a:xfrm>
          <a:prstGeom prst="rect">
            <a:avLst/>
          </a:prstGeom>
          <a:solidFill>
            <a:srgbClr val="2251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DF9B436F-6318-42F5-9C17-1B1E49BC1E64}" type="datetime'1''''''''''''''''''''''.''''''''''''''''''''''8'''">
              <a:rPr kumimoji="0" lang="en-US" altLang="en-US" sz="12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1.8</a:t>
            </a:fld>
            <a:endParaRPr kumimoji="0" lang="en-US" sz="12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185" name="Text Placeholder 2">
            <a:extLst>
              <a:ext uri="{FF2B5EF4-FFF2-40B4-BE49-F238E27FC236}">
                <a16:creationId xmlns:a16="http://schemas.microsoft.com/office/drawing/2014/main" id="{192DB789-515B-4504-BE53-6445F2427687}"/>
              </a:ext>
            </a:extLst>
          </p:cNvPr>
          <p:cNvSpPr>
            <a:spLocks noGrp="1"/>
          </p:cNvSpPr>
          <p:nvPr>
            <p:custDataLst>
              <p:tags r:id="rId47"/>
            </p:custDataLst>
          </p:nvPr>
        </p:nvSpPr>
        <p:spPr bwMode="gray">
          <a:xfrm>
            <a:off x="7523163" y="2909888"/>
            <a:ext cx="255588" cy="182563"/>
          </a:xfrm>
          <a:prstGeom prst="rect">
            <a:avLst/>
          </a:prstGeom>
          <a:solidFill>
            <a:srgbClr val="2251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2EF7F47A-401D-441A-A59E-B4CA0311645D}" type="datetime'''2''''''''''''''''''''''''''''''''''''''.''''''9'">
              <a:rPr kumimoji="0" lang="en-US" altLang="en-US" sz="12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2.9</a:t>
            </a:fld>
            <a:endParaRPr kumimoji="0" lang="en-US" sz="12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194" name="Text Placeholder 2">
            <a:extLst>
              <a:ext uri="{FF2B5EF4-FFF2-40B4-BE49-F238E27FC236}">
                <a16:creationId xmlns:a16="http://schemas.microsoft.com/office/drawing/2014/main" id="{192DB789-515B-4504-BE53-6445F2427687}"/>
              </a:ext>
            </a:extLst>
          </p:cNvPr>
          <p:cNvSpPr>
            <a:spLocks noGrp="1"/>
          </p:cNvSpPr>
          <p:nvPr>
            <p:custDataLst>
              <p:tags r:id="rId48"/>
            </p:custDataLst>
          </p:nvPr>
        </p:nvSpPr>
        <p:spPr bwMode="gray">
          <a:xfrm>
            <a:off x="7332663" y="3394075"/>
            <a:ext cx="255588" cy="182563"/>
          </a:xfrm>
          <a:prstGeom prst="rect">
            <a:avLst/>
          </a:prstGeom>
          <a:solidFill>
            <a:srgbClr val="2251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395261D7-EC6E-4345-B63D-E8338E3525DF}" type="datetime'''''''''''''''''''3''''''''.1'''''''''''''''">
              <a:rPr kumimoji="0" lang="en-US" altLang="en-US" sz="12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3.1</a:t>
            </a:fld>
            <a:endParaRPr kumimoji="0" lang="en-US" sz="12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219" name="Text Placeholder 2">
            <a:extLst>
              <a:ext uri="{FF2B5EF4-FFF2-40B4-BE49-F238E27FC236}">
                <a16:creationId xmlns:a16="http://schemas.microsoft.com/office/drawing/2014/main" id="{192DB789-515B-4504-BE53-6445F2427687}"/>
              </a:ext>
            </a:extLst>
          </p:cNvPr>
          <p:cNvSpPr>
            <a:spLocks noGrp="1"/>
          </p:cNvSpPr>
          <p:nvPr>
            <p:custDataLst>
              <p:tags r:id="rId49"/>
            </p:custDataLst>
          </p:nvPr>
        </p:nvSpPr>
        <p:spPr bwMode="gray">
          <a:xfrm>
            <a:off x="7183438" y="3878263"/>
            <a:ext cx="255588" cy="182563"/>
          </a:xfrm>
          <a:prstGeom prst="rect">
            <a:avLst/>
          </a:prstGeom>
          <a:solidFill>
            <a:srgbClr val="2251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D2108032-6926-469D-96C7-AE62919BE73D}" type="datetime'''''''''''''''''''''''''''''''''''''''''1''''''.''''''6'">
              <a:rPr kumimoji="0" lang="en-US" altLang="en-US" sz="12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1.6</a:t>
            </a:fld>
            <a:endParaRPr kumimoji="0" lang="en-US" sz="12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212" name="Text Placeholder 2">
            <a:extLst>
              <a:ext uri="{FF2B5EF4-FFF2-40B4-BE49-F238E27FC236}">
                <a16:creationId xmlns:a16="http://schemas.microsoft.com/office/drawing/2014/main" id="{192DB789-515B-4504-BE53-6445F2427687}"/>
              </a:ext>
            </a:extLst>
          </p:cNvPr>
          <p:cNvSpPr>
            <a:spLocks noGrp="1"/>
          </p:cNvSpPr>
          <p:nvPr>
            <p:custDataLst>
              <p:tags r:id="rId50"/>
            </p:custDataLst>
          </p:nvPr>
        </p:nvSpPr>
        <p:spPr bwMode="gray">
          <a:xfrm>
            <a:off x="7081838" y="4362450"/>
            <a:ext cx="255588" cy="182563"/>
          </a:xfrm>
          <a:prstGeom prst="rect">
            <a:avLst/>
          </a:prstGeom>
          <a:solidFill>
            <a:srgbClr val="2251FF"/>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B6451BD6-111C-4190-BE70-FC232BFCBA39}" type="datetime'''''''''''''''''''''1''''.''''''''''''''''''''''''''6'''''">
              <a:rPr kumimoji="0" lang="en-US" altLang="en-US" sz="12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1.6</a:t>
            </a:fld>
            <a:endParaRPr kumimoji="0" lang="en-US" sz="12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cxnSp>
        <p:nvCxnSpPr>
          <p:cNvPr id="464" name="Straight Connector 463">
            <a:extLst>
              <a:ext uri="{FF2B5EF4-FFF2-40B4-BE49-F238E27FC236}">
                <a16:creationId xmlns:a16="http://schemas.microsoft.com/office/drawing/2014/main" id="{6ADB6651-1F14-BA44-BA5A-812BFC0B42F0}"/>
              </a:ext>
            </a:extLst>
          </p:cNvPr>
          <p:cNvCxnSpPr/>
          <p:nvPr>
            <p:custDataLst>
              <p:tags r:id="rId51"/>
            </p:custDataLst>
          </p:nvPr>
        </p:nvCxnSpPr>
        <p:spPr bwMode="gray">
          <a:xfrm>
            <a:off x="10963275" y="2205038"/>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65" name="Straight Connector 464">
            <a:extLst>
              <a:ext uri="{FF2B5EF4-FFF2-40B4-BE49-F238E27FC236}">
                <a16:creationId xmlns:a16="http://schemas.microsoft.com/office/drawing/2014/main" id="{3436F3A2-41DA-9214-A511-03F9DE1C4914}"/>
              </a:ext>
            </a:extLst>
          </p:cNvPr>
          <p:cNvCxnSpPr/>
          <p:nvPr>
            <p:custDataLst>
              <p:tags r:id="rId52"/>
            </p:custDataLst>
          </p:nvPr>
        </p:nvCxnSpPr>
        <p:spPr bwMode="gray">
          <a:xfrm>
            <a:off x="10741025" y="2689225"/>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66" name="Straight Connector 465">
            <a:extLst>
              <a:ext uri="{FF2B5EF4-FFF2-40B4-BE49-F238E27FC236}">
                <a16:creationId xmlns:a16="http://schemas.microsoft.com/office/drawing/2014/main" id="{344A3959-A20B-AB86-F07B-624E1F81F4CF}"/>
              </a:ext>
            </a:extLst>
          </p:cNvPr>
          <p:cNvCxnSpPr/>
          <p:nvPr>
            <p:custDataLst>
              <p:tags r:id="rId53"/>
            </p:custDataLst>
          </p:nvPr>
        </p:nvCxnSpPr>
        <p:spPr bwMode="gray">
          <a:xfrm>
            <a:off x="10525125" y="3173413"/>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67" name="Straight Connector 466">
            <a:extLst>
              <a:ext uri="{FF2B5EF4-FFF2-40B4-BE49-F238E27FC236}">
                <a16:creationId xmlns:a16="http://schemas.microsoft.com/office/drawing/2014/main" id="{26008B7B-3433-62B8-ABB3-60DC7760BBDC}"/>
              </a:ext>
            </a:extLst>
          </p:cNvPr>
          <p:cNvCxnSpPr/>
          <p:nvPr>
            <p:custDataLst>
              <p:tags r:id="rId54"/>
            </p:custDataLst>
          </p:nvPr>
        </p:nvCxnSpPr>
        <p:spPr bwMode="gray">
          <a:xfrm>
            <a:off x="10088563" y="3657600"/>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68" name="Straight Connector 467">
            <a:extLst>
              <a:ext uri="{FF2B5EF4-FFF2-40B4-BE49-F238E27FC236}">
                <a16:creationId xmlns:a16="http://schemas.microsoft.com/office/drawing/2014/main" id="{B1CE8D75-43B5-C819-2BD9-51BFAF24A114}"/>
              </a:ext>
            </a:extLst>
          </p:cNvPr>
          <p:cNvCxnSpPr/>
          <p:nvPr>
            <p:custDataLst>
              <p:tags r:id="rId55"/>
            </p:custDataLst>
          </p:nvPr>
        </p:nvCxnSpPr>
        <p:spPr bwMode="gray">
          <a:xfrm>
            <a:off x="9910763" y="4141788"/>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5" name="Straight Connector 84">
            <a:extLst>
              <a:ext uri="{FF2B5EF4-FFF2-40B4-BE49-F238E27FC236}">
                <a16:creationId xmlns:a16="http://schemas.microsoft.com/office/drawing/2014/main" id="{CBF867A6-7BCB-CC91-9C03-B8A093C500F6}"/>
              </a:ext>
            </a:extLst>
          </p:cNvPr>
          <p:cNvCxnSpPr/>
          <p:nvPr>
            <p:custDataLst>
              <p:tags r:id="rId56"/>
            </p:custDataLst>
          </p:nvPr>
        </p:nvCxnSpPr>
        <p:spPr bwMode="gray">
          <a:xfrm>
            <a:off x="9728200" y="4625975"/>
            <a:ext cx="0" cy="1381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34" name="Chart 33">
            <a:extLst>
              <a:ext uri="{FF2B5EF4-FFF2-40B4-BE49-F238E27FC236}">
                <a16:creationId xmlns:a16="http://schemas.microsoft.com/office/drawing/2014/main" id="{E7DC2222-C238-5FFD-2528-7CFB56B4D1BF}"/>
              </a:ext>
            </a:extLst>
          </p:cNvPr>
          <p:cNvGraphicFramePr/>
          <p:nvPr>
            <p:custDataLst>
              <p:tags r:id="rId57"/>
            </p:custDataLst>
          </p:nvPr>
        </p:nvGraphicFramePr>
        <p:xfrm>
          <a:off x="8978900" y="1524000"/>
          <a:ext cx="2714625" cy="3922713"/>
        </p:xfrm>
        <a:graphic>
          <a:graphicData uri="http://schemas.openxmlformats.org/drawingml/2006/chart">
            <c:chart xmlns:c="http://schemas.openxmlformats.org/drawingml/2006/chart" xmlns:r="http://schemas.openxmlformats.org/officeDocument/2006/relationships" r:id="rId69"/>
          </a:graphicData>
        </a:graphic>
      </p:graphicFrame>
      <p:sp>
        <p:nvSpPr>
          <p:cNvPr id="7" name="Text Placeholder 2">
            <a:extLst>
              <a:ext uri="{FF2B5EF4-FFF2-40B4-BE49-F238E27FC236}">
                <a16:creationId xmlns:a16="http://schemas.microsoft.com/office/drawing/2014/main" id="{192DB789-515B-4504-BE53-6445F2427687}"/>
              </a:ext>
            </a:extLst>
          </p:cNvPr>
          <p:cNvSpPr>
            <a:spLocks noGrp="1"/>
          </p:cNvSpPr>
          <p:nvPr>
            <p:custDataLst>
              <p:tags r:id="rId58"/>
            </p:custDataLst>
          </p:nvPr>
        </p:nvSpPr>
        <p:spPr bwMode="gray">
          <a:xfrm>
            <a:off x="9842500" y="1941513"/>
            <a:ext cx="339725" cy="182563"/>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None/>
              <a:tabLst/>
              <a:defRPr/>
            </a:pPr>
            <a:r>
              <a:rPr kumimoji="0" lang="en-US" sz="1200" b="1" i="0" u="none" strike="noStrike" kern="1200" cap="none" spc="0" normalizeH="0" baseline="0" noProof="0">
                <a:ln>
                  <a:noFill/>
                </a:ln>
                <a:solidFill>
                  <a:srgbClr val="FFFFFF"/>
                </a:solidFill>
                <a:effectLst/>
                <a:uLnTx/>
                <a:uFillTx/>
                <a:latin typeface="Arial"/>
                <a:ea typeface="+mn-ea"/>
                <a:cs typeface="Arial" panose="020B0604020202020204" pitchFamily="34" charset="0"/>
              </a:rPr>
              <a:t>29.1</a:t>
            </a:r>
          </a:p>
        </p:txBody>
      </p:sp>
      <p:sp>
        <p:nvSpPr>
          <p:cNvPr id="170" name="Text Placeholder 2">
            <a:extLst>
              <a:ext uri="{FF2B5EF4-FFF2-40B4-BE49-F238E27FC236}">
                <a16:creationId xmlns:a16="http://schemas.microsoft.com/office/drawing/2014/main" id="{192DB789-515B-4504-BE53-6445F2427687}"/>
              </a:ext>
            </a:extLst>
          </p:cNvPr>
          <p:cNvSpPr>
            <a:spLocks noGrp="1"/>
          </p:cNvSpPr>
          <p:nvPr>
            <p:custDataLst>
              <p:tags r:id="rId59"/>
            </p:custDataLst>
          </p:nvPr>
        </p:nvSpPr>
        <p:spPr bwMode="gray">
          <a:xfrm>
            <a:off x="9872663" y="3878263"/>
            <a:ext cx="255588" cy="182563"/>
          </a:xfrm>
          <a:prstGeom prst="rect">
            <a:avLst/>
          </a:prstGeom>
          <a:solidFill>
            <a:schemeClr val="accent1"/>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218E9A46-4918-4B82-AA13-073C14C70D4D}" type="datetime'''''''''''''''''''''''''''2.''''''''''''''''''''''''''''''''7'">
              <a:rPr kumimoji="0" lang="en-US" altLang="en-US" sz="12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2.7</a:t>
            </a:fld>
            <a:endParaRPr kumimoji="0" lang="en-US" sz="12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32" name="Text Placeholder 2">
            <a:extLst>
              <a:ext uri="{FF2B5EF4-FFF2-40B4-BE49-F238E27FC236}">
                <a16:creationId xmlns:a16="http://schemas.microsoft.com/office/drawing/2014/main" id="{192DB789-515B-4504-BE53-6445F2427687}"/>
              </a:ext>
            </a:extLst>
          </p:cNvPr>
          <p:cNvSpPr>
            <a:spLocks noGrp="1"/>
          </p:cNvSpPr>
          <p:nvPr>
            <p:custDataLst>
              <p:tags r:id="rId60"/>
            </p:custDataLst>
          </p:nvPr>
        </p:nvSpPr>
        <p:spPr bwMode="gray">
          <a:xfrm>
            <a:off x="9691688" y="4362450"/>
            <a:ext cx="255588" cy="182563"/>
          </a:xfrm>
          <a:prstGeom prst="rect">
            <a:avLst/>
          </a:prstGeom>
          <a:solidFill>
            <a:schemeClr val="accent1"/>
          </a:solidFill>
          <a:ln>
            <a:noFill/>
          </a:ln>
          <a:effectLst/>
        </p:spPr>
        <p:txBody>
          <a:bodyPr vert="horz" wrap="none" lIns="22225" tIns="0" rIns="22225"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DF5D4B7E-6B65-49A3-A91C-78A33AA81346}" type="datetime'''''''''''''''2''.''''''''''''''''''''8'''">
              <a:rPr kumimoji="0" lang="en-US" altLang="en-US" sz="12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2.8</a:t>
            </a:fld>
            <a:endParaRPr kumimoji="0" lang="en-US" sz="12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524" name="TextBox 523">
            <a:extLst>
              <a:ext uri="{FF2B5EF4-FFF2-40B4-BE49-F238E27FC236}">
                <a16:creationId xmlns:a16="http://schemas.microsoft.com/office/drawing/2014/main" id="{DB24552B-1C9B-CA67-E6B3-219438E8981A}"/>
              </a:ext>
            </a:extLst>
          </p:cNvPr>
          <p:cNvSpPr txBox="1"/>
          <p:nvPr/>
        </p:nvSpPr>
        <p:spPr>
          <a:xfrm>
            <a:off x="3094038" y="1593743"/>
            <a:ext cx="1141413"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1" u="none" strike="noStrike" kern="1200" cap="none" spc="0" normalizeH="0" baseline="0" noProof="0">
                <a:ln>
                  <a:noFill/>
                </a:ln>
                <a:solidFill>
                  <a:srgbClr val="000000"/>
                </a:solidFill>
                <a:effectLst/>
                <a:uLnTx/>
                <a:uFillTx/>
                <a:latin typeface="Arial"/>
                <a:ea typeface="+mn-ea"/>
                <a:cs typeface="Arial" panose="020B0604020202020204" pitchFamily="34" charset="0"/>
              </a:rPr>
              <a:t>Horizon 1</a:t>
            </a:r>
          </a:p>
        </p:txBody>
      </p:sp>
      <p:sp>
        <p:nvSpPr>
          <p:cNvPr id="525" name="TextBox 524">
            <a:extLst>
              <a:ext uri="{FF2B5EF4-FFF2-40B4-BE49-F238E27FC236}">
                <a16:creationId xmlns:a16="http://schemas.microsoft.com/office/drawing/2014/main" id="{EDF65437-CA15-E126-8B92-53A1171624C2}"/>
              </a:ext>
            </a:extLst>
          </p:cNvPr>
          <p:cNvSpPr txBox="1"/>
          <p:nvPr/>
        </p:nvSpPr>
        <p:spPr>
          <a:xfrm>
            <a:off x="6213475" y="1593743"/>
            <a:ext cx="1141413"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1" u="none" strike="noStrike" kern="1200" cap="none" spc="0" normalizeH="0" baseline="0" noProof="0">
                <a:ln>
                  <a:noFill/>
                </a:ln>
                <a:solidFill>
                  <a:srgbClr val="000000"/>
                </a:solidFill>
                <a:effectLst/>
                <a:uLnTx/>
                <a:uFillTx/>
                <a:latin typeface="Arial"/>
                <a:ea typeface="+mn-ea"/>
                <a:cs typeface="Arial" panose="020B0604020202020204" pitchFamily="34" charset="0"/>
              </a:rPr>
              <a:t>Horizon 2</a:t>
            </a:r>
          </a:p>
        </p:txBody>
      </p:sp>
      <p:sp>
        <p:nvSpPr>
          <p:cNvPr id="526" name="TextBox 525">
            <a:extLst>
              <a:ext uri="{FF2B5EF4-FFF2-40B4-BE49-F238E27FC236}">
                <a16:creationId xmlns:a16="http://schemas.microsoft.com/office/drawing/2014/main" id="{EC100CEE-40F3-FF13-69F7-8A46A1EC1DEB}"/>
              </a:ext>
            </a:extLst>
          </p:cNvPr>
          <p:cNvSpPr txBox="1"/>
          <p:nvPr/>
        </p:nvSpPr>
        <p:spPr>
          <a:xfrm>
            <a:off x="9302750" y="1593743"/>
            <a:ext cx="1139825" cy="184666"/>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1" u="none" strike="noStrike" kern="1200" cap="none" spc="0" normalizeH="0" baseline="0" noProof="0">
                <a:ln>
                  <a:noFill/>
                </a:ln>
                <a:solidFill>
                  <a:srgbClr val="000000"/>
                </a:solidFill>
                <a:effectLst/>
                <a:uLnTx/>
                <a:uFillTx/>
                <a:latin typeface="Arial"/>
                <a:ea typeface="+mn-ea"/>
                <a:cs typeface="Arial" panose="020B0604020202020204" pitchFamily="34" charset="0"/>
              </a:rPr>
              <a:t>Horizon 3</a:t>
            </a:r>
          </a:p>
        </p:txBody>
      </p:sp>
      <p:cxnSp>
        <p:nvCxnSpPr>
          <p:cNvPr id="527" name="GreyLineSeparatorStrong 15">
            <a:extLst>
              <a:ext uri="{FF2B5EF4-FFF2-40B4-BE49-F238E27FC236}">
                <a16:creationId xmlns:a16="http://schemas.microsoft.com/office/drawing/2014/main" id="{0C04F20C-8553-15AD-8D59-5FC3E476DFC3}"/>
              </a:ext>
            </a:extLst>
          </p:cNvPr>
          <p:cNvCxnSpPr>
            <a:cxnSpLocks/>
          </p:cNvCxnSpPr>
          <p:nvPr>
            <p:custDataLst>
              <p:tags r:id="rId61"/>
            </p:custDataLst>
          </p:nvPr>
        </p:nvCxnSpPr>
        <p:spPr>
          <a:xfrm>
            <a:off x="554038" y="5242870"/>
            <a:ext cx="11082338"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 name="GreyLineSeparatorStrong 15">
            <a:extLst>
              <a:ext uri="{FF2B5EF4-FFF2-40B4-BE49-F238E27FC236}">
                <a16:creationId xmlns:a16="http://schemas.microsoft.com/office/drawing/2014/main" id="{A55A1218-4CE6-029B-169D-41D2AE29C088}"/>
              </a:ext>
            </a:extLst>
          </p:cNvPr>
          <p:cNvCxnSpPr>
            <a:cxnSpLocks/>
          </p:cNvCxnSpPr>
          <p:nvPr>
            <p:custDataLst>
              <p:tags r:id="rId62"/>
            </p:custDataLst>
          </p:nvPr>
        </p:nvCxnSpPr>
        <p:spPr>
          <a:xfrm>
            <a:off x="554038" y="5792794"/>
            <a:ext cx="11082338"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8" name="Subtitle 163">
            <a:extLst>
              <a:ext uri="{FF2B5EF4-FFF2-40B4-BE49-F238E27FC236}">
                <a16:creationId xmlns:a16="http://schemas.microsoft.com/office/drawing/2014/main" id="{061B8D43-DE5C-501B-A60A-75E98ECD3D6B}"/>
              </a:ext>
            </a:extLst>
          </p:cNvPr>
          <p:cNvSpPr txBox="1">
            <a:spLocks/>
          </p:cNvSpPr>
          <p:nvPr/>
        </p:nvSpPr>
        <p:spPr>
          <a:xfrm>
            <a:off x="908050" y="5907094"/>
            <a:ext cx="2039938" cy="217643"/>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Productivity benefit</a:t>
            </a:r>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7" name="Subtitle 163">
            <a:extLst>
              <a:ext uri="{FF2B5EF4-FFF2-40B4-BE49-F238E27FC236}">
                <a16:creationId xmlns:a16="http://schemas.microsoft.com/office/drawing/2014/main" id="{3C8C23D7-7DAE-B0C9-504B-A70AD4DAB91B}"/>
              </a:ext>
            </a:extLst>
          </p:cNvPr>
          <p:cNvSpPr txBox="1">
            <a:spLocks/>
          </p:cNvSpPr>
          <p:nvPr/>
        </p:nvSpPr>
        <p:spPr>
          <a:xfrm>
            <a:off x="554736" y="1231083"/>
            <a:ext cx="11082528" cy="246221"/>
          </a:xfrm>
          <a:prstGeom prst="rect">
            <a:avLst/>
          </a:prstGeom>
        </p:spPr>
        <p:txBody>
          <a:bodyPr vert="horz" lIns="0" tIns="0" rIns="0" bIns="0" rtlCol="0" anchor="t" anchorCtr="0">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Impact of processes on total sales support costs by horizon</a:t>
            </a:r>
            <a:r>
              <a:rPr kumimoji="0" lang="en-US" sz="14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$M (high-boundary estimate)</a:t>
            </a:r>
          </a:p>
        </p:txBody>
      </p:sp>
    </p:spTree>
    <p:extLst>
      <p:ext uri="{BB962C8B-B14F-4D97-AF65-F5344CB8AC3E}">
        <p14:creationId xmlns:p14="http://schemas.microsoft.com/office/powerpoint/2010/main" val="33350111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5BD07-AFFD-00A9-F869-8CBA8E725BCD}"/>
            </a:ext>
          </a:extLst>
        </p:cNvPr>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3FDF23E5-806B-BBD9-FDC6-84BBE14E126D}"/>
              </a:ext>
            </a:extLst>
          </p:cNvPr>
          <p:cNvGraphicFramePr>
            <a:graphicFrameLocks noChangeAspect="1"/>
          </p:cNvGraphicFramePr>
          <p:nvPr>
            <p:custDataLst>
              <p:tags r:id="rId1"/>
            </p:custDataLst>
            <p:extLst>
              <p:ext uri="{D42A27DB-BD31-4B8C-83A1-F6EECF244321}">
                <p14:modId xmlns:p14="http://schemas.microsoft.com/office/powerpoint/2010/main" val="372046191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6" imgW="404" imgH="405" progId="TCLayout.ActiveDocument.1">
                  <p:embed/>
                </p:oleObj>
              </mc:Choice>
              <mc:Fallback>
                <p:oleObj name="think-cell Slide" r:id="rId46" imgW="404" imgH="405" progId="TCLayout.ActiveDocument.1">
                  <p:embed/>
                  <p:pic>
                    <p:nvPicPr>
                      <p:cNvPr id="6" name="Object 2" hidden="1">
                        <a:extLst>
                          <a:ext uri="{FF2B5EF4-FFF2-40B4-BE49-F238E27FC236}">
                            <a16:creationId xmlns:a16="http://schemas.microsoft.com/office/drawing/2014/main" id="{3FDF23E5-806B-BBD9-FDC6-84BBE14E126D}"/>
                          </a:ext>
                        </a:extLst>
                      </p:cNvPr>
                      <p:cNvPicPr/>
                      <p:nvPr/>
                    </p:nvPicPr>
                    <p:blipFill>
                      <a:blip r:embed="rId47"/>
                      <a:stretch>
                        <a:fillRect/>
                      </a:stretch>
                    </p:blipFill>
                    <p:spPr>
                      <a:xfrm>
                        <a:off x="1588" y="1588"/>
                        <a:ext cx="1588" cy="1588"/>
                      </a:xfrm>
                      <a:prstGeom prst="rect">
                        <a:avLst/>
                      </a:prstGeom>
                    </p:spPr>
                  </p:pic>
                </p:oleObj>
              </mc:Fallback>
            </mc:AlternateContent>
          </a:graphicData>
        </a:graphic>
      </p:graphicFrame>
      <p:sp>
        <p:nvSpPr>
          <p:cNvPr id="7" name="Rectangle: Rounded Corners 6">
            <a:extLst>
              <a:ext uri="{FF2B5EF4-FFF2-40B4-BE49-F238E27FC236}">
                <a16:creationId xmlns:a16="http://schemas.microsoft.com/office/drawing/2014/main" id="{CC975908-FEB1-9D11-B2FB-F6B56BB23079}"/>
              </a:ext>
            </a:extLst>
          </p:cNvPr>
          <p:cNvSpPr>
            <a:spLocks/>
          </p:cNvSpPr>
          <p:nvPr/>
        </p:nvSpPr>
        <p:spPr>
          <a:xfrm>
            <a:off x="755374" y="2107352"/>
            <a:ext cx="10941327" cy="2882278"/>
          </a:xfrm>
          <a:prstGeom prst="roundRect">
            <a:avLst>
              <a:gd name="adj" fmla="val 6092"/>
            </a:avLst>
          </a:prstGeom>
          <a:solidFill>
            <a:schemeClr val="accent3">
              <a:lumMod val="20000"/>
              <a:lumOff val="80000"/>
            </a:schemeClr>
          </a:solidFill>
          <a:ln w="1270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2" name="2. Slide Title">
            <a:extLst>
              <a:ext uri="{FF2B5EF4-FFF2-40B4-BE49-F238E27FC236}">
                <a16:creationId xmlns:a16="http://schemas.microsoft.com/office/drawing/2014/main" id="{B768E084-9056-06D7-1DB5-466518705685}"/>
              </a:ext>
            </a:extLst>
          </p:cNvPr>
          <p:cNvSpPr>
            <a:spLocks noGrp="1"/>
          </p:cNvSpPr>
          <p:nvPr>
            <p:ph type="title"/>
            <p:custDataLst>
              <p:tags r:id="rId2"/>
            </p:custDataLst>
          </p:nvPr>
        </p:nvSpPr>
        <p:spPr>
          <a:xfrm>
            <a:off x="554735" y="223305"/>
            <a:ext cx="11426733" cy="343492"/>
          </a:xfrm>
          <a:noFill/>
          <a:ln/>
          <a:extLst>
            <a:ext uri="{909E8E84-426E-40DD-AFC4-6F175D3DCCD1}">
              <a14:hiddenFill xmlns:a14="http://schemas.microsoft.com/office/drawing/2010/main">
                <a:solidFill>
                  <a:srgbClr val="FFFFFF"/>
                </a:solidFill>
              </a14:hiddenFill>
            </a:ext>
          </a:extLst>
        </p:spPr>
        <p:txBody>
          <a:bodyPr vert="horz" wrap="square">
            <a:spAutoFit/>
          </a:bodyPr>
          <a:lstStyle/>
          <a:p>
            <a:r>
              <a:rPr lang="en-US" sz="2400" dirty="0"/>
              <a:t>Process prioritization overview</a:t>
            </a:r>
          </a:p>
        </p:txBody>
      </p:sp>
      <p:sp>
        <p:nvSpPr>
          <p:cNvPr id="10" name="TextBox 9">
            <a:extLst>
              <a:ext uri="{FF2B5EF4-FFF2-40B4-BE49-F238E27FC236}">
                <a16:creationId xmlns:a16="http://schemas.microsoft.com/office/drawing/2014/main" id="{CE34A52A-4EE4-22F1-A59C-D422A9A501CA}"/>
              </a:ext>
            </a:extLst>
          </p:cNvPr>
          <p:cNvSpPr txBox="1">
            <a:spLocks/>
          </p:cNvSpPr>
          <p:nvPr/>
        </p:nvSpPr>
        <p:spPr>
          <a:xfrm>
            <a:off x="1143104" y="2183749"/>
            <a:ext cx="954661" cy="307777"/>
          </a:xfrm>
          <a:prstGeom prst="rect">
            <a:avLst/>
          </a:prstGeom>
          <a:ln w="6350">
            <a:noFill/>
            <a:miter lim="800000"/>
          </a:ln>
        </p:spPr>
        <p:txBody>
          <a:bodyPr vert="horz" wrap="squar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FFFFFF"/>
              </a:buClr>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Order intake &amp; creation</a:t>
            </a:r>
            <a:endParaRPr kumimoji="0" lang="en-US" sz="1000" b="0" i="1" u="none" strike="noStrike" kern="1200" cap="none" spc="0" normalizeH="0" baseline="0" noProof="0">
              <a:ln>
                <a:noFill/>
              </a:ln>
              <a:solidFill>
                <a:srgbClr val="000000"/>
              </a:solidFill>
              <a:effectLst/>
              <a:uLnTx/>
              <a:uFillTx/>
              <a:latin typeface="Arial"/>
              <a:ea typeface="+mn-ea"/>
              <a:cs typeface="+mn-cs"/>
            </a:endParaRPr>
          </a:p>
        </p:txBody>
      </p:sp>
      <p:sp>
        <p:nvSpPr>
          <p:cNvPr id="26" name="TextBox 25">
            <a:extLst>
              <a:ext uri="{FF2B5EF4-FFF2-40B4-BE49-F238E27FC236}">
                <a16:creationId xmlns:a16="http://schemas.microsoft.com/office/drawing/2014/main" id="{7F4B0CEC-60EE-9CB5-6210-B55A77823E33}"/>
              </a:ext>
            </a:extLst>
          </p:cNvPr>
          <p:cNvSpPr txBox="1">
            <a:spLocks/>
          </p:cNvSpPr>
          <p:nvPr>
            <p:custDataLst>
              <p:tags r:id="rId3"/>
            </p:custDataLst>
          </p:nvPr>
        </p:nvSpPr>
        <p:spPr>
          <a:xfrm>
            <a:off x="819987" y="1857944"/>
            <a:ext cx="1108289" cy="191138"/>
          </a:xfrm>
          <a:prstGeom prst="rect">
            <a:avLst/>
          </a:prstGeom>
        </p:spPr>
        <p:txBody>
          <a:bodyPr vert="horz" wrap="square" lIns="0" tIns="0" rIns="0" bIns="0" rtlCol="0" anchor="b">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
                <a:srgbClr val="FFFFFF"/>
              </a:buClr>
              <a:buSzPct val="100000"/>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Process</a:t>
            </a:r>
          </a:p>
        </p:txBody>
      </p:sp>
      <p:sp>
        <p:nvSpPr>
          <p:cNvPr id="132" name="TextBox 131">
            <a:extLst>
              <a:ext uri="{FF2B5EF4-FFF2-40B4-BE49-F238E27FC236}">
                <a16:creationId xmlns:a16="http://schemas.microsoft.com/office/drawing/2014/main" id="{09D01FC7-7E1E-1969-FD85-77CF8BD60096}"/>
              </a:ext>
            </a:extLst>
          </p:cNvPr>
          <p:cNvSpPr txBox="1">
            <a:spLocks/>
          </p:cNvSpPr>
          <p:nvPr>
            <p:custDataLst>
              <p:tags r:id="rId4"/>
            </p:custDataLst>
          </p:nvPr>
        </p:nvSpPr>
        <p:spPr>
          <a:xfrm>
            <a:off x="8091628" y="1225187"/>
            <a:ext cx="2599147" cy="215444"/>
          </a:xfrm>
          <a:prstGeom prst="rect">
            <a:avLst/>
          </a:prstGeom>
        </p:spPr>
        <p:txBody>
          <a:bodyPr vert="horz" wrap="square" lIns="0" tIns="0" rIns="0" bIns="0" rtlCol="0" anchor="b">
            <a:spAutoFit/>
          </a:bodyPr>
          <a:lstStyle>
            <a:lvl1pPr marL="0" lvl="0" indent="0" defTabSz="895350" eaLnBrk="1" latinLnBrk="0" hangingPunct="1">
              <a:buClr>
                <a:schemeClr val="tx2"/>
              </a:buClr>
              <a:buSzPct val="100000"/>
              <a:defRPr lang="en-CA" baseline="0" dirty="0">
                <a:latin typeface="+mn-lt"/>
              </a:defRPr>
            </a:lvl1pPr>
            <a:lvl2pPr marL="194400" lvl="1" indent="-190800" defTabSz="895350" eaLnBrk="1" latinLnBrk="0" hangingPunct="1">
              <a:buClr>
                <a:schemeClr val="tx2"/>
              </a:buClr>
              <a:buSzPct val="125000"/>
              <a:buFont typeface="Arial" charset="0"/>
              <a:buChar char="▪"/>
              <a:defRPr lang="en-CA" baseline="0" dirty="0">
                <a:latin typeface="+mn-lt"/>
              </a:defRPr>
            </a:lvl2pPr>
            <a:lvl3pPr marL="481012" lvl="2" indent="-285750" defTabSz="895350" eaLnBrk="1" latinLnBrk="0" hangingPunct="1">
              <a:buClr>
                <a:schemeClr val="tx2"/>
              </a:buClr>
              <a:buSzPct val="120000"/>
              <a:buFont typeface="Arial" charset="0"/>
              <a:buChar char="–"/>
              <a:defRPr lang="en-CA" baseline="0" dirty="0">
                <a:latin typeface="+mn-lt"/>
              </a:defRPr>
            </a:lvl3pPr>
            <a:lvl4pPr marL="615600" lvl="3" indent="-154800" defTabSz="895350" eaLnBrk="1" latinLnBrk="0" hangingPunct="1">
              <a:buClr>
                <a:schemeClr val="tx2"/>
              </a:buClr>
              <a:buSzPct val="120000"/>
              <a:buFont typeface="Arial" charset="0"/>
              <a:buChar char="▫"/>
              <a:defRPr lang="en-CA" baseline="0" dirty="0">
                <a:latin typeface="+mn-lt"/>
              </a:defRPr>
            </a:lvl4pPr>
            <a:lvl5pPr marL="748800" lvl="4" indent="-129600" defTabSz="895350" eaLnBrk="1" latinLnBrk="0" hangingPunct="1">
              <a:buClr>
                <a:schemeClr val="tx2"/>
              </a:buClr>
              <a:buSzPct val="89000"/>
              <a:buFont typeface="Arial" charset="0"/>
              <a:buChar char="-"/>
              <a:defRPr lang="en-CA" baseline="0" dirty="0">
                <a:latin typeface="+mn-lt"/>
              </a:defRPr>
            </a:lvl5pPr>
            <a:lvl6pPr marL="999794" indent="-173575" defTabSz="1193860" fontAlgn="base">
              <a:spcBef>
                <a:spcPct val="0"/>
              </a:spcBef>
              <a:spcAft>
                <a:spcPct val="0"/>
              </a:spcAft>
              <a:buClr>
                <a:schemeClr val="tx2"/>
              </a:buClr>
              <a:buSzPct val="89000"/>
              <a:buFont typeface="Arial" charset="0"/>
              <a:buChar char="-"/>
              <a:defRPr sz="2133" baseline="0">
                <a:latin typeface="+mn-lt"/>
              </a:defRPr>
            </a:lvl6pPr>
            <a:lvl7pPr marL="999794" indent="-173575" defTabSz="1193860" fontAlgn="base">
              <a:spcBef>
                <a:spcPct val="0"/>
              </a:spcBef>
              <a:spcAft>
                <a:spcPct val="0"/>
              </a:spcAft>
              <a:buClr>
                <a:schemeClr val="tx2"/>
              </a:buClr>
              <a:buSzPct val="89000"/>
              <a:buFont typeface="Arial" charset="0"/>
              <a:buChar char="-"/>
              <a:defRPr sz="2133" baseline="0">
                <a:latin typeface="+mn-lt"/>
              </a:defRPr>
            </a:lvl7pPr>
            <a:lvl8pPr marL="999794" indent="-173575" defTabSz="1193860" fontAlgn="base">
              <a:spcBef>
                <a:spcPct val="0"/>
              </a:spcBef>
              <a:spcAft>
                <a:spcPct val="0"/>
              </a:spcAft>
              <a:buClr>
                <a:schemeClr val="tx2"/>
              </a:buClr>
              <a:buSzPct val="89000"/>
              <a:buFont typeface="Arial" charset="0"/>
              <a:buChar char="-"/>
              <a:defRPr sz="2133" baseline="0">
                <a:latin typeface="+mn-lt"/>
              </a:defRPr>
            </a:lvl8pPr>
            <a:lvl9pPr marL="999794" indent="-173575" defTabSz="1193860" fontAlgn="base">
              <a:spcBef>
                <a:spcPct val="0"/>
              </a:spcBef>
              <a:spcAft>
                <a:spcPct val="0"/>
              </a:spcAft>
              <a:buClr>
                <a:schemeClr val="tx2"/>
              </a:buClr>
              <a:buSzPct val="89000"/>
              <a:buFont typeface="Arial" charset="0"/>
              <a:buChar char="-"/>
              <a:defRPr sz="2133" baseline="0">
                <a:latin typeface="+mn-lt"/>
              </a:defRPr>
            </a:lvl9pPr>
          </a:lstStyle>
          <a:p>
            <a:pPr marL="0" marR="0" lvl="0" indent="0" algn="l" defTabSz="913526" rtl="0" eaLnBrk="1" fontAlgn="base" latinLnBrk="0" hangingPunct="1">
              <a:lnSpc>
                <a:spcPct val="100000"/>
              </a:lnSpc>
              <a:spcBef>
                <a:spcPct val="0"/>
              </a:spcBef>
              <a:spcAft>
                <a:spcPct val="0"/>
              </a:spcAft>
              <a:buClr>
                <a:srgbClr val="002960"/>
              </a:buClr>
              <a:buSzPct val="100000"/>
              <a:buFontTx/>
              <a:buNone/>
              <a:tabLst/>
              <a:defRPr/>
            </a:pPr>
            <a:r>
              <a:rPr kumimoji="0" lang="en-US" sz="1400" b="1" i="0" u="none" strike="noStrike" kern="1200" cap="none" spc="0" normalizeH="0" baseline="0" noProof="0">
                <a:ln>
                  <a:noFill/>
                </a:ln>
                <a:solidFill>
                  <a:srgbClr val="000000"/>
                </a:solidFill>
                <a:effectLst/>
                <a:uLnTx/>
                <a:uFillTx/>
                <a:latin typeface="Arial"/>
                <a:ea typeface="+mn-ea"/>
                <a:cs typeface="+mn-cs"/>
              </a:rPr>
              <a:t>Actionability</a:t>
            </a: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sp>
        <p:nvSpPr>
          <p:cNvPr id="134" name="TextBox 133">
            <a:extLst>
              <a:ext uri="{FF2B5EF4-FFF2-40B4-BE49-F238E27FC236}">
                <a16:creationId xmlns:a16="http://schemas.microsoft.com/office/drawing/2014/main" id="{D910DB89-F4C8-BFBB-5F74-56B9639BB63B}"/>
              </a:ext>
            </a:extLst>
          </p:cNvPr>
          <p:cNvSpPr txBox="1">
            <a:spLocks/>
          </p:cNvSpPr>
          <p:nvPr>
            <p:custDataLst>
              <p:tags r:id="rId5"/>
            </p:custDataLst>
          </p:nvPr>
        </p:nvSpPr>
        <p:spPr>
          <a:xfrm>
            <a:off x="2280670" y="1225187"/>
            <a:ext cx="2599147" cy="215444"/>
          </a:xfrm>
          <a:prstGeom prst="rect">
            <a:avLst/>
          </a:prstGeom>
        </p:spPr>
        <p:txBody>
          <a:bodyPr vert="horz" wrap="square" lIns="0" tIns="0" rIns="0" bIns="0" rtlCol="0" anchor="b">
            <a:spAutoFit/>
          </a:bodyPr>
          <a:lstStyle>
            <a:lvl1pPr marL="0" lvl="0" indent="0" defTabSz="895350" eaLnBrk="1" latinLnBrk="0" hangingPunct="1">
              <a:buClr>
                <a:schemeClr val="tx2"/>
              </a:buClr>
              <a:buSzPct val="100000"/>
              <a:defRPr lang="en-CA" baseline="0" dirty="0">
                <a:latin typeface="+mn-lt"/>
              </a:defRPr>
            </a:lvl1pPr>
            <a:lvl2pPr marL="194400" lvl="1" indent="-190800" defTabSz="895350" eaLnBrk="1" latinLnBrk="0" hangingPunct="1">
              <a:buClr>
                <a:schemeClr val="tx2"/>
              </a:buClr>
              <a:buSzPct val="125000"/>
              <a:buFont typeface="Arial" charset="0"/>
              <a:buChar char="▪"/>
              <a:defRPr lang="en-CA" baseline="0" dirty="0">
                <a:latin typeface="+mn-lt"/>
              </a:defRPr>
            </a:lvl2pPr>
            <a:lvl3pPr marL="481012" lvl="2" indent="-285750" defTabSz="895350" eaLnBrk="1" latinLnBrk="0" hangingPunct="1">
              <a:buClr>
                <a:schemeClr val="tx2"/>
              </a:buClr>
              <a:buSzPct val="120000"/>
              <a:buFont typeface="Arial" charset="0"/>
              <a:buChar char="–"/>
              <a:defRPr lang="en-CA" baseline="0" dirty="0">
                <a:latin typeface="+mn-lt"/>
              </a:defRPr>
            </a:lvl3pPr>
            <a:lvl4pPr marL="615600" lvl="3" indent="-154800" defTabSz="895350" eaLnBrk="1" latinLnBrk="0" hangingPunct="1">
              <a:buClr>
                <a:schemeClr val="tx2"/>
              </a:buClr>
              <a:buSzPct val="120000"/>
              <a:buFont typeface="Arial" charset="0"/>
              <a:buChar char="▫"/>
              <a:defRPr lang="en-CA" baseline="0" dirty="0">
                <a:latin typeface="+mn-lt"/>
              </a:defRPr>
            </a:lvl4pPr>
            <a:lvl5pPr marL="748800" lvl="4" indent="-129600" defTabSz="895350" eaLnBrk="1" latinLnBrk="0" hangingPunct="1">
              <a:buClr>
                <a:schemeClr val="tx2"/>
              </a:buClr>
              <a:buSzPct val="89000"/>
              <a:buFont typeface="Arial" charset="0"/>
              <a:buChar char="-"/>
              <a:defRPr lang="en-CA" baseline="0" dirty="0">
                <a:latin typeface="+mn-lt"/>
              </a:defRPr>
            </a:lvl5pPr>
            <a:lvl6pPr marL="999794" indent="-173575" defTabSz="1193860" fontAlgn="base">
              <a:spcBef>
                <a:spcPct val="0"/>
              </a:spcBef>
              <a:spcAft>
                <a:spcPct val="0"/>
              </a:spcAft>
              <a:buClr>
                <a:schemeClr val="tx2"/>
              </a:buClr>
              <a:buSzPct val="89000"/>
              <a:buFont typeface="Arial" charset="0"/>
              <a:buChar char="-"/>
              <a:defRPr sz="2133" baseline="0">
                <a:latin typeface="+mn-lt"/>
              </a:defRPr>
            </a:lvl6pPr>
            <a:lvl7pPr marL="999794" indent="-173575" defTabSz="1193860" fontAlgn="base">
              <a:spcBef>
                <a:spcPct val="0"/>
              </a:spcBef>
              <a:spcAft>
                <a:spcPct val="0"/>
              </a:spcAft>
              <a:buClr>
                <a:schemeClr val="tx2"/>
              </a:buClr>
              <a:buSzPct val="89000"/>
              <a:buFont typeface="Arial" charset="0"/>
              <a:buChar char="-"/>
              <a:defRPr sz="2133" baseline="0">
                <a:latin typeface="+mn-lt"/>
              </a:defRPr>
            </a:lvl7pPr>
            <a:lvl8pPr marL="999794" indent="-173575" defTabSz="1193860" fontAlgn="base">
              <a:spcBef>
                <a:spcPct val="0"/>
              </a:spcBef>
              <a:spcAft>
                <a:spcPct val="0"/>
              </a:spcAft>
              <a:buClr>
                <a:schemeClr val="tx2"/>
              </a:buClr>
              <a:buSzPct val="89000"/>
              <a:buFont typeface="Arial" charset="0"/>
              <a:buChar char="-"/>
              <a:defRPr sz="2133" baseline="0">
                <a:latin typeface="+mn-lt"/>
              </a:defRPr>
            </a:lvl8pPr>
            <a:lvl9pPr marL="999794" indent="-173575" defTabSz="1193860" fontAlgn="base">
              <a:spcBef>
                <a:spcPct val="0"/>
              </a:spcBef>
              <a:spcAft>
                <a:spcPct val="0"/>
              </a:spcAft>
              <a:buClr>
                <a:schemeClr val="tx2"/>
              </a:buClr>
              <a:buSzPct val="89000"/>
              <a:buFont typeface="Arial" charset="0"/>
              <a:buChar char="-"/>
              <a:defRPr sz="2133" baseline="0">
                <a:latin typeface="+mn-lt"/>
              </a:defRPr>
            </a:lvl9pPr>
          </a:lstStyle>
          <a:p>
            <a:pPr marL="0" marR="0" lvl="0" indent="0" algn="l" defTabSz="913526" rtl="0" eaLnBrk="1" fontAlgn="base" latinLnBrk="0" hangingPunct="1">
              <a:lnSpc>
                <a:spcPct val="100000"/>
              </a:lnSpc>
              <a:spcBef>
                <a:spcPct val="0"/>
              </a:spcBef>
              <a:spcAft>
                <a:spcPct val="0"/>
              </a:spcAft>
              <a:buClr>
                <a:srgbClr val="002960"/>
              </a:buClr>
              <a:buSzPct val="100000"/>
              <a:buFontTx/>
              <a:buNone/>
              <a:tabLst/>
              <a:defRPr/>
            </a:pPr>
            <a:r>
              <a:rPr kumimoji="0" lang="en-US" sz="1400" b="1" i="0" u="none" strike="noStrike" kern="1200" cap="none" spc="0" normalizeH="0" baseline="0" noProof="0">
                <a:ln>
                  <a:noFill/>
                </a:ln>
                <a:solidFill>
                  <a:srgbClr val="000000"/>
                </a:solidFill>
                <a:effectLst/>
                <a:uLnTx/>
                <a:uFillTx/>
                <a:latin typeface="Arial"/>
                <a:ea typeface="+mn-ea"/>
                <a:cs typeface="+mn-cs"/>
              </a:rPr>
              <a:t>Impact</a:t>
            </a:r>
            <a:endParaRPr kumimoji="0" lang="en-US" sz="1400" b="0" i="0" u="none" strike="noStrike" kern="1200" cap="none" spc="0" normalizeH="0" baseline="0" noProof="0">
              <a:ln>
                <a:noFill/>
              </a:ln>
              <a:solidFill>
                <a:srgbClr val="000000"/>
              </a:solidFill>
              <a:effectLst/>
              <a:uLnTx/>
              <a:uFillTx/>
              <a:latin typeface="Arial"/>
              <a:ea typeface="+mn-ea"/>
              <a:cs typeface="+mn-cs"/>
            </a:endParaRPr>
          </a:p>
        </p:txBody>
      </p:sp>
      <p:cxnSp>
        <p:nvCxnSpPr>
          <p:cNvPr id="135" name="Straight Connector 134">
            <a:extLst>
              <a:ext uri="{FF2B5EF4-FFF2-40B4-BE49-F238E27FC236}">
                <a16:creationId xmlns:a16="http://schemas.microsoft.com/office/drawing/2014/main" id="{F3550D4B-2169-3EA2-D85A-6A4124C63F53}"/>
              </a:ext>
            </a:extLst>
          </p:cNvPr>
          <p:cNvCxnSpPr>
            <a:cxnSpLocks/>
          </p:cNvCxnSpPr>
          <p:nvPr/>
        </p:nvCxnSpPr>
        <p:spPr>
          <a:xfrm>
            <a:off x="2280670" y="1474843"/>
            <a:ext cx="5669530" cy="0"/>
          </a:xfrm>
          <a:prstGeom prst="line">
            <a:avLst/>
          </a:prstGeom>
          <a:ln w="12700">
            <a:solidFill>
              <a:srgbClr val="757575"/>
            </a:solidFill>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FF85ECA1-E636-0760-01F7-23AF0EB27089}"/>
              </a:ext>
            </a:extLst>
          </p:cNvPr>
          <p:cNvCxnSpPr>
            <a:cxnSpLocks/>
          </p:cNvCxnSpPr>
          <p:nvPr/>
        </p:nvCxnSpPr>
        <p:spPr>
          <a:xfrm>
            <a:off x="8091628" y="1474843"/>
            <a:ext cx="3544871" cy="0"/>
          </a:xfrm>
          <a:prstGeom prst="line">
            <a:avLst/>
          </a:prstGeom>
          <a:ln w="12700">
            <a:solidFill>
              <a:srgbClr val="757575"/>
            </a:solidFill>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904AAD55-37D7-5D37-6582-25232B80B57C}"/>
              </a:ext>
            </a:extLst>
          </p:cNvPr>
          <p:cNvSpPr txBox="1">
            <a:spLocks/>
          </p:cNvSpPr>
          <p:nvPr/>
        </p:nvSpPr>
        <p:spPr>
          <a:xfrm>
            <a:off x="5787943" y="1674230"/>
            <a:ext cx="1064983" cy="383303"/>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Potential Addl. benefits</a:t>
            </a:r>
            <a:r>
              <a:rPr kumimoji="0" lang="en-US" sz="1050" b="0" i="1" u="none" strike="noStrike" kern="1200" cap="none" spc="0" normalizeH="0" baseline="30000" noProof="0">
                <a:ln>
                  <a:noFill/>
                </a:ln>
                <a:solidFill>
                  <a:srgbClr val="000000"/>
                </a:solidFill>
                <a:effectLst/>
                <a:uLnTx/>
                <a:uFillTx/>
                <a:latin typeface="Arial"/>
                <a:ea typeface="+mn-ea"/>
                <a:cs typeface="Arial" panose="020B0604020202020204" pitchFamily="34" charset="0"/>
              </a:rPr>
              <a:t>2</a:t>
            </a:r>
            <a:endPar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37" name="TextBox 136">
            <a:extLst>
              <a:ext uri="{FF2B5EF4-FFF2-40B4-BE49-F238E27FC236}">
                <a16:creationId xmlns:a16="http://schemas.microsoft.com/office/drawing/2014/main" id="{508EFD2C-6A49-D250-A119-5FAEFAD084AD}"/>
              </a:ext>
            </a:extLst>
          </p:cNvPr>
          <p:cNvSpPr txBox="1">
            <a:spLocks/>
          </p:cNvSpPr>
          <p:nvPr/>
        </p:nvSpPr>
        <p:spPr>
          <a:xfrm>
            <a:off x="3429772" y="1884382"/>
            <a:ext cx="1155273" cy="164699"/>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Horizon 2 (year end-2026)</a:t>
            </a:r>
            <a:r>
              <a:rPr kumimoji="0" lang="en-US" sz="1050" b="0" i="1" u="none" strike="noStrike" kern="1200" cap="none" spc="0" normalizeH="0" baseline="30000" noProof="0">
                <a:ln>
                  <a:noFill/>
                </a:ln>
                <a:solidFill>
                  <a:srgbClr val="000000"/>
                </a:solidFill>
                <a:effectLst/>
                <a:uLnTx/>
                <a:uFillTx/>
                <a:latin typeface="Arial"/>
                <a:ea typeface="+mn-ea"/>
                <a:cs typeface="Arial" panose="020B0604020202020204" pitchFamily="34" charset="0"/>
              </a:rPr>
              <a:t>1</a:t>
            </a: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p>
        </p:txBody>
      </p:sp>
      <p:sp>
        <p:nvSpPr>
          <p:cNvPr id="139" name="TextBox 138">
            <a:extLst>
              <a:ext uri="{FF2B5EF4-FFF2-40B4-BE49-F238E27FC236}">
                <a16:creationId xmlns:a16="http://schemas.microsoft.com/office/drawing/2014/main" id="{644FF867-C19C-D060-B97F-1F45389CFFD1}"/>
              </a:ext>
            </a:extLst>
          </p:cNvPr>
          <p:cNvSpPr txBox="1">
            <a:spLocks/>
          </p:cNvSpPr>
          <p:nvPr/>
        </p:nvSpPr>
        <p:spPr>
          <a:xfrm>
            <a:off x="6880517" y="1834794"/>
            <a:ext cx="1107715" cy="184666"/>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Level of CX impact?</a:t>
            </a:r>
            <a:r>
              <a:rPr kumimoji="0" lang="en-US" sz="1050" b="0" i="1" u="none" strike="noStrike" kern="1200" cap="none" spc="0" normalizeH="0" baseline="30000" noProof="0">
                <a:ln>
                  <a:noFill/>
                </a:ln>
                <a:solidFill>
                  <a:srgbClr val="000000"/>
                </a:solidFill>
                <a:effectLst/>
                <a:uLnTx/>
                <a:uFillTx/>
                <a:latin typeface="Arial"/>
                <a:ea typeface="+mn-ea"/>
                <a:cs typeface="Arial" panose="020B0604020202020204" pitchFamily="34" charset="0"/>
              </a:rPr>
              <a:t>5</a:t>
            </a:r>
            <a:endPar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33" name="TextBox 132">
            <a:extLst>
              <a:ext uri="{FF2B5EF4-FFF2-40B4-BE49-F238E27FC236}">
                <a16:creationId xmlns:a16="http://schemas.microsoft.com/office/drawing/2014/main" id="{DFA5F7A1-7157-8CCC-3673-2FD91E78A1B9}"/>
              </a:ext>
            </a:extLst>
          </p:cNvPr>
          <p:cNvSpPr txBox="1">
            <a:spLocks/>
          </p:cNvSpPr>
          <p:nvPr/>
        </p:nvSpPr>
        <p:spPr>
          <a:xfrm>
            <a:off x="10495379" y="1678623"/>
            <a:ext cx="1107715" cy="369332"/>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Actionability in &lt;6 months?</a:t>
            </a:r>
            <a:r>
              <a:rPr kumimoji="0" lang="en-US" sz="1050" b="0" i="1" u="none" strike="noStrike" kern="1200" cap="none" spc="0" normalizeH="0" baseline="30000" noProof="0">
                <a:ln>
                  <a:noFill/>
                </a:ln>
                <a:solidFill>
                  <a:srgbClr val="000000"/>
                </a:solidFill>
                <a:effectLst/>
                <a:uLnTx/>
                <a:uFillTx/>
                <a:latin typeface="Arial"/>
                <a:ea typeface="+mn-ea"/>
                <a:cs typeface="Arial" panose="020B0604020202020204" pitchFamily="34" charset="0"/>
              </a:rPr>
              <a:t>8</a:t>
            </a:r>
            <a:endPar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40" name="TextBox 139">
            <a:extLst>
              <a:ext uri="{FF2B5EF4-FFF2-40B4-BE49-F238E27FC236}">
                <a16:creationId xmlns:a16="http://schemas.microsoft.com/office/drawing/2014/main" id="{ED8E44CC-CDDE-5BF3-1743-DC8AA1D0B98A}"/>
              </a:ext>
            </a:extLst>
          </p:cNvPr>
          <p:cNvSpPr txBox="1">
            <a:spLocks/>
          </p:cNvSpPr>
          <p:nvPr/>
        </p:nvSpPr>
        <p:spPr>
          <a:xfrm>
            <a:off x="8091628" y="1614146"/>
            <a:ext cx="1107715" cy="433809"/>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Overlap w/ in-flight initiatives?</a:t>
            </a:r>
            <a:r>
              <a:rPr kumimoji="0" lang="en-US" sz="1050" b="0" i="1" u="none" strike="noStrike" kern="1200" cap="none" spc="0" normalizeH="0" baseline="30000" noProof="0">
                <a:ln>
                  <a:noFill/>
                </a:ln>
                <a:solidFill>
                  <a:srgbClr val="000000"/>
                </a:solidFill>
                <a:effectLst/>
                <a:uLnTx/>
                <a:uFillTx/>
                <a:latin typeface="Arial"/>
                <a:ea typeface="+mn-ea"/>
                <a:cs typeface="Arial" panose="020B0604020202020204" pitchFamily="34" charset="0"/>
              </a:rPr>
              <a:t>6</a:t>
            </a:r>
            <a:endPar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41" name="TextBox 140">
            <a:extLst>
              <a:ext uri="{FF2B5EF4-FFF2-40B4-BE49-F238E27FC236}">
                <a16:creationId xmlns:a16="http://schemas.microsoft.com/office/drawing/2014/main" id="{C1609531-B451-B254-5B5C-A6307091A129}"/>
              </a:ext>
            </a:extLst>
          </p:cNvPr>
          <p:cNvSpPr txBox="1">
            <a:spLocks/>
          </p:cNvSpPr>
          <p:nvPr/>
        </p:nvSpPr>
        <p:spPr>
          <a:xfrm>
            <a:off x="9312454" y="1614147"/>
            <a:ext cx="1107715" cy="433808"/>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Tech/vendor dependency?</a:t>
            </a:r>
            <a:r>
              <a:rPr kumimoji="0" lang="en-US" sz="1050" b="0" i="1" u="none" strike="noStrike" kern="1200" cap="none" spc="0" normalizeH="0" baseline="30000" noProof="0">
                <a:ln>
                  <a:noFill/>
                </a:ln>
                <a:solidFill>
                  <a:srgbClr val="000000"/>
                </a:solidFill>
                <a:effectLst/>
                <a:uLnTx/>
                <a:uFillTx/>
                <a:latin typeface="Arial"/>
                <a:ea typeface="+mn-ea"/>
                <a:cs typeface="Arial" panose="020B0604020202020204" pitchFamily="34" charset="0"/>
              </a:rPr>
              <a:t>7</a:t>
            </a:r>
            <a:endPar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6" name="TextBox 15">
            <a:extLst>
              <a:ext uri="{FF2B5EF4-FFF2-40B4-BE49-F238E27FC236}">
                <a16:creationId xmlns:a16="http://schemas.microsoft.com/office/drawing/2014/main" id="{3B79D50E-4017-BD44-DD69-34F5736E99C1}"/>
              </a:ext>
            </a:extLst>
          </p:cNvPr>
          <p:cNvSpPr txBox="1">
            <a:spLocks/>
          </p:cNvSpPr>
          <p:nvPr/>
        </p:nvSpPr>
        <p:spPr>
          <a:xfrm>
            <a:off x="1143104" y="2987749"/>
            <a:ext cx="954661" cy="153888"/>
          </a:xfrm>
          <a:prstGeom prst="rect">
            <a:avLst/>
          </a:prstGeom>
          <a:ln w="6350">
            <a:noFill/>
            <a:miter lim="800000"/>
          </a:ln>
        </p:spPr>
        <p:txBody>
          <a:bodyPr vert="horz" wrap="squar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FFFFFF"/>
              </a:buClr>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MTS operations</a:t>
            </a:r>
          </a:p>
        </p:txBody>
      </p:sp>
      <p:sp>
        <p:nvSpPr>
          <p:cNvPr id="18" name="TextBox 17">
            <a:extLst>
              <a:ext uri="{FF2B5EF4-FFF2-40B4-BE49-F238E27FC236}">
                <a16:creationId xmlns:a16="http://schemas.microsoft.com/office/drawing/2014/main" id="{3E5AD2DF-9518-26D6-8C62-BAD5EFE1D742}"/>
              </a:ext>
            </a:extLst>
          </p:cNvPr>
          <p:cNvSpPr txBox="1">
            <a:spLocks/>
          </p:cNvSpPr>
          <p:nvPr/>
        </p:nvSpPr>
        <p:spPr>
          <a:xfrm>
            <a:off x="1143104" y="3783212"/>
            <a:ext cx="954661" cy="153888"/>
          </a:xfrm>
          <a:prstGeom prst="rect">
            <a:avLst/>
          </a:prstGeom>
          <a:ln w="6350">
            <a:noFill/>
            <a:miter lim="800000"/>
          </a:ln>
        </p:spPr>
        <p:txBody>
          <a:bodyPr vert="horz" wrap="squar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FFFFFF"/>
              </a:buClr>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NSP handling</a:t>
            </a:r>
          </a:p>
        </p:txBody>
      </p:sp>
      <p:cxnSp>
        <p:nvCxnSpPr>
          <p:cNvPr id="49" name="GreyLineSeparatorDefault 54">
            <a:extLst>
              <a:ext uri="{FF2B5EF4-FFF2-40B4-BE49-F238E27FC236}">
                <a16:creationId xmlns:a16="http://schemas.microsoft.com/office/drawing/2014/main" id="{DFFB35C4-2045-2A92-D75C-884908478020}"/>
              </a:ext>
            </a:extLst>
          </p:cNvPr>
          <p:cNvCxnSpPr/>
          <p:nvPr>
            <p:custDataLst>
              <p:tags r:id="rId6"/>
            </p:custDataLst>
          </p:nvPr>
        </p:nvCxnSpPr>
        <p:spPr>
          <a:xfrm>
            <a:off x="755376" y="2086098"/>
            <a:ext cx="10881891" cy="0"/>
          </a:xfrm>
          <a:prstGeom prst="straightConnector1">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8FCF2A72-33AB-8BED-44EA-FDD7390CED40}"/>
              </a:ext>
            </a:extLst>
          </p:cNvPr>
          <p:cNvCxnSpPr>
            <a:cxnSpLocks/>
          </p:cNvCxnSpPr>
          <p:nvPr>
            <p:custDataLst>
              <p:tags r:id="rId7"/>
            </p:custDataLst>
          </p:nvPr>
        </p:nvCxnSpPr>
        <p:spPr>
          <a:xfrm>
            <a:off x="827292" y="2843311"/>
            <a:ext cx="10881891"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CE17D77-BE5D-57AF-18F4-06C228E9D0B2}"/>
              </a:ext>
            </a:extLst>
          </p:cNvPr>
          <p:cNvCxnSpPr>
            <a:cxnSpLocks/>
          </p:cNvCxnSpPr>
          <p:nvPr>
            <p:custDataLst>
              <p:tags r:id="rId8"/>
            </p:custDataLst>
          </p:nvPr>
        </p:nvCxnSpPr>
        <p:spPr>
          <a:xfrm>
            <a:off x="796470" y="4307171"/>
            <a:ext cx="10881891"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BE38A7C-D158-886F-4DCB-A6A6AE2E9ECE}"/>
              </a:ext>
            </a:extLst>
          </p:cNvPr>
          <p:cNvCxnSpPr>
            <a:cxnSpLocks/>
          </p:cNvCxnSpPr>
          <p:nvPr>
            <p:custDataLst>
              <p:tags r:id="rId9"/>
            </p:custDataLst>
          </p:nvPr>
        </p:nvCxnSpPr>
        <p:spPr>
          <a:xfrm>
            <a:off x="755374" y="4991641"/>
            <a:ext cx="10881891"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031CAD9B-E251-405F-ACA4-4C5333C84D8F}"/>
              </a:ext>
            </a:extLst>
          </p:cNvPr>
          <p:cNvCxnSpPr>
            <a:cxnSpLocks/>
          </p:cNvCxnSpPr>
          <p:nvPr>
            <p:custDataLst>
              <p:tags r:id="rId10"/>
            </p:custDataLst>
          </p:nvPr>
        </p:nvCxnSpPr>
        <p:spPr>
          <a:xfrm>
            <a:off x="827292" y="3620551"/>
            <a:ext cx="10881891" cy="0"/>
          </a:xfrm>
          <a:prstGeom prst="line">
            <a:avLst/>
          </a:prstGeom>
          <a:ln w="63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ADD7260-2B62-1BA0-F75D-27FB1FEBC036}"/>
              </a:ext>
            </a:extLst>
          </p:cNvPr>
          <p:cNvCxnSpPr>
            <a:cxnSpLocks/>
          </p:cNvCxnSpPr>
          <p:nvPr>
            <p:custDataLst>
              <p:tags r:id="rId11"/>
            </p:custDataLst>
          </p:nvPr>
        </p:nvCxnSpPr>
        <p:spPr>
          <a:xfrm>
            <a:off x="755374" y="5744072"/>
            <a:ext cx="10881891" cy="0"/>
          </a:xfrm>
          <a:prstGeom prst="line">
            <a:avLst/>
          </a:prstGeom>
          <a:ln w="19050" cap="flat">
            <a:solidFill>
              <a:srgbClr val="757575"/>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54E35C63-E823-6E55-51F3-1CED1EEBDA29}"/>
              </a:ext>
            </a:extLst>
          </p:cNvPr>
          <p:cNvSpPr txBox="1">
            <a:spLocks/>
          </p:cNvSpPr>
          <p:nvPr>
            <p:custDataLst>
              <p:tags r:id="rId12"/>
            </p:custDataLst>
          </p:nvPr>
        </p:nvSpPr>
        <p:spPr>
          <a:xfrm>
            <a:off x="6880517" y="2183749"/>
            <a:ext cx="1107715" cy="319474"/>
          </a:xfrm>
          <a:prstGeom prst="rect">
            <a:avLst/>
          </a:prstGeom>
          <a:solidFill>
            <a:srgbClr val="FFC00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2" name="TextBox 41">
            <a:extLst>
              <a:ext uri="{FF2B5EF4-FFF2-40B4-BE49-F238E27FC236}">
                <a16:creationId xmlns:a16="http://schemas.microsoft.com/office/drawing/2014/main" id="{1172D060-C35D-4C6A-3228-3B899B1018A2}"/>
              </a:ext>
            </a:extLst>
          </p:cNvPr>
          <p:cNvSpPr txBox="1">
            <a:spLocks/>
          </p:cNvSpPr>
          <p:nvPr/>
        </p:nvSpPr>
        <p:spPr>
          <a:xfrm>
            <a:off x="3429773" y="2183749"/>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0.9-1.8</a:t>
            </a:r>
          </a:p>
        </p:txBody>
      </p:sp>
      <p:sp>
        <p:nvSpPr>
          <p:cNvPr id="48" name="TextBox 47">
            <a:extLst>
              <a:ext uri="{FF2B5EF4-FFF2-40B4-BE49-F238E27FC236}">
                <a16:creationId xmlns:a16="http://schemas.microsoft.com/office/drawing/2014/main" id="{677BFB73-C6A3-054B-CA4D-56E3C90C0463}"/>
              </a:ext>
            </a:extLst>
          </p:cNvPr>
          <p:cNvSpPr txBox="1">
            <a:spLocks/>
          </p:cNvSpPr>
          <p:nvPr/>
        </p:nvSpPr>
        <p:spPr>
          <a:xfrm>
            <a:off x="8091628" y="2183749"/>
            <a:ext cx="1107715" cy="30777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1" name="TextBox 50">
            <a:extLst>
              <a:ext uri="{FF2B5EF4-FFF2-40B4-BE49-F238E27FC236}">
                <a16:creationId xmlns:a16="http://schemas.microsoft.com/office/drawing/2014/main" id="{35EB7460-370D-4293-8D34-659B1660679D}"/>
              </a:ext>
            </a:extLst>
          </p:cNvPr>
          <p:cNvSpPr txBox="1">
            <a:spLocks/>
          </p:cNvSpPr>
          <p:nvPr/>
        </p:nvSpPr>
        <p:spPr>
          <a:xfrm>
            <a:off x="10495379" y="2183749"/>
            <a:ext cx="1107715" cy="30777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2" name="4. Footnote">
            <a:extLst>
              <a:ext uri="{FF2B5EF4-FFF2-40B4-BE49-F238E27FC236}">
                <a16:creationId xmlns:a16="http://schemas.microsoft.com/office/drawing/2014/main" id="{01D06442-31A1-F21A-3B47-2E3C44400555}"/>
              </a:ext>
            </a:extLst>
          </p:cNvPr>
          <p:cNvSpPr txBox="1"/>
          <p:nvPr>
            <p:custDataLst>
              <p:tags r:id="rId13"/>
            </p:custDataLst>
          </p:nvPr>
        </p:nvSpPr>
        <p:spPr>
          <a:xfrm>
            <a:off x="259778" y="6471959"/>
            <a:ext cx="9834512" cy="323165"/>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  Estimated, directional annual run-rate value;  2.  Additional benefits unlocked include (value leakage reduction, margin benefit, etc..); 3.  Productivity benefit is an estimate of hours saved by the sales support teams (TMs, SSRs, MTS pod, R&amp;R, CC, Fin services, Purchasing, comp goods) 4.  Baseline ~$29.1M which includes FTE fully loaded cost-- 559 FTE, 40 hours /  week, 52 weeks / year, $25/hour fully loaded coast (excl. indirect spend) 5.  Directional estimate based on diagnostic process  6. G</a:t>
            </a:r>
            <a:r>
              <a:rPr kumimoji="0" lang="en-US" sz="700" b="0"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reen</a:t>
            </a: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color represents no overlap  7.  Green colors represents limited dependency on vendors or tech; green color represents little to no dependencies 8. Ability to build and deploy and capture initial value</a:t>
            </a:r>
          </a:p>
        </p:txBody>
      </p:sp>
      <p:sp>
        <p:nvSpPr>
          <p:cNvPr id="123" name="TextBox 122">
            <a:extLst>
              <a:ext uri="{FF2B5EF4-FFF2-40B4-BE49-F238E27FC236}">
                <a16:creationId xmlns:a16="http://schemas.microsoft.com/office/drawing/2014/main" id="{B6412D29-E966-9DD3-54DC-F442CF024AEA}"/>
              </a:ext>
            </a:extLst>
          </p:cNvPr>
          <p:cNvSpPr txBox="1">
            <a:spLocks/>
          </p:cNvSpPr>
          <p:nvPr>
            <p:custDataLst>
              <p:tags r:id="rId14"/>
            </p:custDataLst>
          </p:nvPr>
        </p:nvSpPr>
        <p:spPr>
          <a:xfrm>
            <a:off x="6880517" y="2926789"/>
            <a:ext cx="1107715" cy="30777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30" name="TextBox 129">
            <a:extLst>
              <a:ext uri="{FF2B5EF4-FFF2-40B4-BE49-F238E27FC236}">
                <a16:creationId xmlns:a16="http://schemas.microsoft.com/office/drawing/2014/main" id="{2427B4F6-C5A5-7565-4509-9A0545027843}"/>
              </a:ext>
            </a:extLst>
          </p:cNvPr>
          <p:cNvSpPr txBox="1">
            <a:spLocks/>
          </p:cNvSpPr>
          <p:nvPr/>
        </p:nvSpPr>
        <p:spPr>
          <a:xfrm>
            <a:off x="8091628" y="2926789"/>
            <a:ext cx="1107715" cy="307777"/>
          </a:xfrm>
          <a:prstGeom prst="rect">
            <a:avLst/>
          </a:prstGeom>
          <a:solidFill>
            <a:srgbClr val="FFC000"/>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31" name="TextBox 130">
            <a:extLst>
              <a:ext uri="{FF2B5EF4-FFF2-40B4-BE49-F238E27FC236}">
                <a16:creationId xmlns:a16="http://schemas.microsoft.com/office/drawing/2014/main" id="{F2C17132-9CD5-0245-F8D9-52EFFAF3F89F}"/>
              </a:ext>
            </a:extLst>
          </p:cNvPr>
          <p:cNvSpPr txBox="1">
            <a:spLocks/>
          </p:cNvSpPr>
          <p:nvPr/>
        </p:nvSpPr>
        <p:spPr>
          <a:xfrm>
            <a:off x="9312454" y="2926789"/>
            <a:ext cx="1107715" cy="307777"/>
          </a:xfrm>
          <a:prstGeom prst="rect">
            <a:avLst/>
          </a:prstGeom>
          <a:solidFill>
            <a:srgbClr val="FFC000"/>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43" name="TextBox 142">
            <a:extLst>
              <a:ext uri="{FF2B5EF4-FFF2-40B4-BE49-F238E27FC236}">
                <a16:creationId xmlns:a16="http://schemas.microsoft.com/office/drawing/2014/main" id="{30F8AB06-AA0D-6C39-68E6-8A758D10F0B1}"/>
              </a:ext>
            </a:extLst>
          </p:cNvPr>
          <p:cNvSpPr txBox="1">
            <a:spLocks/>
          </p:cNvSpPr>
          <p:nvPr/>
        </p:nvSpPr>
        <p:spPr>
          <a:xfrm>
            <a:off x="10495379" y="2926789"/>
            <a:ext cx="1107715" cy="30777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57" name="TextBox 156">
            <a:extLst>
              <a:ext uri="{FF2B5EF4-FFF2-40B4-BE49-F238E27FC236}">
                <a16:creationId xmlns:a16="http://schemas.microsoft.com/office/drawing/2014/main" id="{E330CD5F-1093-38EC-275C-4672DEA58EA1}"/>
              </a:ext>
            </a:extLst>
          </p:cNvPr>
          <p:cNvSpPr txBox="1">
            <a:spLocks/>
          </p:cNvSpPr>
          <p:nvPr>
            <p:custDataLst>
              <p:tags r:id="rId15"/>
            </p:custDataLst>
          </p:nvPr>
        </p:nvSpPr>
        <p:spPr>
          <a:xfrm>
            <a:off x="6880517" y="3720319"/>
            <a:ext cx="1107715" cy="309970"/>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65" name="TextBox 164">
            <a:extLst>
              <a:ext uri="{FF2B5EF4-FFF2-40B4-BE49-F238E27FC236}">
                <a16:creationId xmlns:a16="http://schemas.microsoft.com/office/drawing/2014/main" id="{DB5AD1A6-E650-4827-41C1-7805A8704A0B}"/>
              </a:ext>
            </a:extLst>
          </p:cNvPr>
          <p:cNvSpPr txBox="1">
            <a:spLocks/>
          </p:cNvSpPr>
          <p:nvPr/>
        </p:nvSpPr>
        <p:spPr>
          <a:xfrm>
            <a:off x="8091628" y="3720318"/>
            <a:ext cx="1107715" cy="307777"/>
          </a:xfrm>
          <a:prstGeom prst="rect">
            <a:avLst/>
          </a:prstGeom>
          <a:solidFill>
            <a:srgbClr val="FFC00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15" name="TextBox 214">
            <a:extLst>
              <a:ext uri="{FF2B5EF4-FFF2-40B4-BE49-F238E27FC236}">
                <a16:creationId xmlns:a16="http://schemas.microsoft.com/office/drawing/2014/main" id="{6C210655-4321-E146-3940-22B79E61A71E}"/>
              </a:ext>
            </a:extLst>
          </p:cNvPr>
          <p:cNvSpPr txBox="1">
            <a:spLocks/>
          </p:cNvSpPr>
          <p:nvPr/>
        </p:nvSpPr>
        <p:spPr>
          <a:xfrm>
            <a:off x="10495379" y="3720318"/>
            <a:ext cx="1107715" cy="30777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3" name="TextBox 52">
            <a:extLst>
              <a:ext uri="{FF2B5EF4-FFF2-40B4-BE49-F238E27FC236}">
                <a16:creationId xmlns:a16="http://schemas.microsoft.com/office/drawing/2014/main" id="{8A7F3A99-82D9-CE1C-6482-EF548A108EFE}"/>
              </a:ext>
            </a:extLst>
          </p:cNvPr>
          <p:cNvSpPr txBox="1">
            <a:spLocks/>
          </p:cNvSpPr>
          <p:nvPr/>
        </p:nvSpPr>
        <p:spPr>
          <a:xfrm>
            <a:off x="2274500" y="2183749"/>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0.2– 0.7</a:t>
            </a:r>
          </a:p>
        </p:txBody>
      </p:sp>
      <p:sp>
        <p:nvSpPr>
          <p:cNvPr id="79" name="TextBox 78">
            <a:extLst>
              <a:ext uri="{FF2B5EF4-FFF2-40B4-BE49-F238E27FC236}">
                <a16:creationId xmlns:a16="http://schemas.microsoft.com/office/drawing/2014/main" id="{D4B1EF04-868F-84D8-B3FE-4DBFA94D1B13}"/>
              </a:ext>
            </a:extLst>
          </p:cNvPr>
          <p:cNvSpPr txBox="1">
            <a:spLocks/>
          </p:cNvSpPr>
          <p:nvPr/>
        </p:nvSpPr>
        <p:spPr>
          <a:xfrm>
            <a:off x="2274500" y="2926789"/>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0.7 – 1.2</a:t>
            </a:r>
          </a:p>
        </p:txBody>
      </p:sp>
      <p:sp>
        <p:nvSpPr>
          <p:cNvPr id="81" name="TextBox 80">
            <a:extLst>
              <a:ext uri="{FF2B5EF4-FFF2-40B4-BE49-F238E27FC236}">
                <a16:creationId xmlns:a16="http://schemas.microsoft.com/office/drawing/2014/main" id="{CBE49FF6-6CB6-607F-40CF-C9EC32D45570}"/>
              </a:ext>
            </a:extLst>
          </p:cNvPr>
          <p:cNvSpPr txBox="1">
            <a:spLocks/>
          </p:cNvSpPr>
          <p:nvPr/>
        </p:nvSpPr>
        <p:spPr>
          <a:xfrm>
            <a:off x="2274500" y="3720318"/>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lvl="0" indent="0" algn="ctr">
              <a:lnSpc>
                <a:spcPct val="100000"/>
              </a:lnSpc>
              <a:spcBef>
                <a:spcPts val="300"/>
              </a:spcBef>
              <a:spcAft>
                <a:spcPts val="300"/>
              </a:spcAft>
              <a:buFont typeface="Segoe UI" panose="020B0502040204020203" pitchFamily="34" charset="0"/>
              <a:buChar char="​"/>
              <a:defRPr sz="1000">
                <a:solidFill>
                  <a:srgbClr val="000000"/>
                </a:solidFil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1.0 – 2.0</a:t>
            </a:r>
          </a:p>
        </p:txBody>
      </p:sp>
      <p:sp>
        <p:nvSpPr>
          <p:cNvPr id="109" name="TextBox 108">
            <a:extLst>
              <a:ext uri="{FF2B5EF4-FFF2-40B4-BE49-F238E27FC236}">
                <a16:creationId xmlns:a16="http://schemas.microsoft.com/office/drawing/2014/main" id="{C714DB0A-00D9-18E8-9FE2-1D54C096D977}"/>
              </a:ext>
            </a:extLst>
          </p:cNvPr>
          <p:cNvSpPr txBox="1">
            <a:spLocks/>
          </p:cNvSpPr>
          <p:nvPr/>
        </p:nvSpPr>
        <p:spPr>
          <a:xfrm>
            <a:off x="2279592" y="1884382"/>
            <a:ext cx="1064982" cy="164699"/>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Horizon 1 (Peak Season 2026)</a:t>
            </a:r>
            <a:r>
              <a:rPr kumimoji="0" lang="en-US" sz="1050" b="0" i="1" u="none" strike="noStrike" kern="1200" cap="none" spc="0" normalizeH="0" baseline="30000" noProof="0">
                <a:ln>
                  <a:noFill/>
                </a:ln>
                <a:solidFill>
                  <a:srgbClr val="000000"/>
                </a:solidFill>
                <a:effectLst/>
                <a:uLnTx/>
                <a:uFillTx/>
                <a:latin typeface="Arial"/>
                <a:ea typeface="+mn-ea"/>
                <a:cs typeface="Arial" panose="020B0604020202020204" pitchFamily="34" charset="0"/>
              </a:rPr>
              <a:t>1</a:t>
            </a: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p>
        </p:txBody>
      </p:sp>
      <p:sp>
        <p:nvSpPr>
          <p:cNvPr id="121" name="TextBox 120">
            <a:extLst>
              <a:ext uri="{FF2B5EF4-FFF2-40B4-BE49-F238E27FC236}">
                <a16:creationId xmlns:a16="http://schemas.microsoft.com/office/drawing/2014/main" id="{7B6125D4-16C6-7B12-6D31-48AA5364DEFD}"/>
              </a:ext>
            </a:extLst>
          </p:cNvPr>
          <p:cNvSpPr txBox="1">
            <a:spLocks/>
          </p:cNvSpPr>
          <p:nvPr/>
        </p:nvSpPr>
        <p:spPr>
          <a:xfrm>
            <a:off x="3429773" y="2926789"/>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2.1 – 2.9</a:t>
            </a:r>
          </a:p>
        </p:txBody>
      </p:sp>
      <p:sp>
        <p:nvSpPr>
          <p:cNvPr id="126" name="TextBox 125">
            <a:extLst>
              <a:ext uri="{FF2B5EF4-FFF2-40B4-BE49-F238E27FC236}">
                <a16:creationId xmlns:a16="http://schemas.microsoft.com/office/drawing/2014/main" id="{89D83B07-9BDA-6701-588B-75AC53988E96}"/>
              </a:ext>
            </a:extLst>
          </p:cNvPr>
          <p:cNvSpPr txBox="1">
            <a:spLocks/>
          </p:cNvSpPr>
          <p:nvPr/>
        </p:nvSpPr>
        <p:spPr>
          <a:xfrm>
            <a:off x="3429773" y="3720318"/>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1.9 – 3.1</a:t>
            </a:r>
          </a:p>
        </p:txBody>
      </p:sp>
      <p:sp>
        <p:nvSpPr>
          <p:cNvPr id="180" name="TextBox 179">
            <a:extLst>
              <a:ext uri="{FF2B5EF4-FFF2-40B4-BE49-F238E27FC236}">
                <a16:creationId xmlns:a16="http://schemas.microsoft.com/office/drawing/2014/main" id="{3BD5E4EE-78F4-8B56-1C0B-F9C4AF9EE082}"/>
              </a:ext>
            </a:extLst>
          </p:cNvPr>
          <p:cNvSpPr txBox="1">
            <a:spLocks/>
          </p:cNvSpPr>
          <p:nvPr/>
        </p:nvSpPr>
        <p:spPr>
          <a:xfrm>
            <a:off x="8091628" y="3268116"/>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MTS shop build bot exists, but limited in scope</a:t>
            </a:r>
          </a:p>
        </p:txBody>
      </p:sp>
      <p:sp>
        <p:nvSpPr>
          <p:cNvPr id="181" name="TextBox 180">
            <a:extLst>
              <a:ext uri="{FF2B5EF4-FFF2-40B4-BE49-F238E27FC236}">
                <a16:creationId xmlns:a16="http://schemas.microsoft.com/office/drawing/2014/main" id="{3D1D3FF9-D8C5-41CA-3CAB-00277C06B544}"/>
              </a:ext>
            </a:extLst>
          </p:cNvPr>
          <p:cNvSpPr txBox="1">
            <a:spLocks/>
          </p:cNvSpPr>
          <p:nvPr/>
        </p:nvSpPr>
        <p:spPr>
          <a:xfrm>
            <a:off x="9312455" y="3268116"/>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QOE/VOE and SAP dependencies</a:t>
            </a:r>
          </a:p>
        </p:txBody>
      </p:sp>
      <p:sp>
        <p:nvSpPr>
          <p:cNvPr id="9" name="Subtitle 8">
            <a:extLst>
              <a:ext uri="{FF2B5EF4-FFF2-40B4-BE49-F238E27FC236}">
                <a16:creationId xmlns:a16="http://schemas.microsoft.com/office/drawing/2014/main" id="{E7C9AF2F-53BB-FCCB-A3CC-10F02DBF4A86}"/>
              </a:ext>
            </a:extLst>
          </p:cNvPr>
          <p:cNvSpPr>
            <a:spLocks noGrp="1"/>
          </p:cNvSpPr>
          <p:nvPr>
            <p:ph type="subTitle" idx="1"/>
          </p:nvPr>
        </p:nvSpPr>
        <p:spPr>
          <a:xfrm>
            <a:off x="553971" y="607075"/>
            <a:ext cx="11082528" cy="215444"/>
          </a:xfrm>
          <a:noFill/>
          <a:ln/>
          <a:extLst>
            <a:ext uri="{909E8E84-426E-40DD-AFC4-6F175D3DCCD1}">
              <a14:hiddenFill xmlns:a14="http://schemas.microsoft.com/office/drawing/2010/main">
                <a:solidFill>
                  <a:srgbClr val="FFFFFF"/>
                </a:solidFill>
              </a14:hiddenFill>
            </a:ext>
          </a:extLst>
        </p:spPr>
        <p:txBody>
          <a:bodyPr/>
          <a:lstStyle/>
          <a:p>
            <a:r>
              <a:rPr lang="en-US" sz="1400" b="1" i="1"/>
              <a:t>Estimates assume fully resourced team driving efforts and all enablers in place for launch; one-time/recurring expenses excluded </a:t>
            </a:r>
          </a:p>
        </p:txBody>
      </p:sp>
      <p:grpSp>
        <p:nvGrpSpPr>
          <p:cNvPr id="19" name="sticker">
            <a:extLst>
              <a:ext uri="{FF2B5EF4-FFF2-40B4-BE49-F238E27FC236}">
                <a16:creationId xmlns:a16="http://schemas.microsoft.com/office/drawing/2014/main" id="{1794C229-42CC-0727-6FE7-8972CB6D3C83}"/>
              </a:ext>
            </a:extLst>
          </p:cNvPr>
          <p:cNvGrpSpPr/>
          <p:nvPr/>
        </p:nvGrpSpPr>
        <p:grpSpPr>
          <a:xfrm>
            <a:off x="558192" y="926202"/>
            <a:ext cx="1949252" cy="156966"/>
            <a:chOff x="558192" y="1289273"/>
            <a:chExt cx="1949252" cy="156966"/>
          </a:xfrm>
        </p:grpSpPr>
        <p:sp>
          <p:nvSpPr>
            <p:cNvPr id="15" name="StickerRectangle">
              <a:extLst>
                <a:ext uri="{FF2B5EF4-FFF2-40B4-BE49-F238E27FC236}">
                  <a16:creationId xmlns:a16="http://schemas.microsoft.com/office/drawing/2014/main" id="{A2FEDAED-9209-5F09-B585-75D73795D658}"/>
                </a:ext>
              </a:extLst>
            </p:cNvPr>
            <p:cNvSpPr>
              <a:spLocks noChangeArrowheads="1"/>
            </p:cNvSpPr>
            <p:nvPr userDrawn="1"/>
          </p:nvSpPr>
          <p:spPr bwMode="gray">
            <a:xfrm>
              <a:off x="558192" y="1289273"/>
              <a:ext cx="1949252"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marL="0" marR="0" lvl="0" indent="0" algn="l" defTabSz="1193860" rtl="0" eaLnBrk="1" fontAlgn="auto" latinLnBrk="0" hangingPunct="1">
                <a:lnSpc>
                  <a:spcPct val="100000"/>
                </a:lnSpc>
                <a:spcBef>
                  <a:spcPts val="0"/>
                </a:spcBef>
                <a:spcAft>
                  <a:spcPts val="0"/>
                </a:spcAft>
                <a:buClr>
                  <a:srgbClr val="FFFFFF"/>
                </a:buClr>
                <a:buSzTx/>
                <a:buFontTx/>
                <a:buNone/>
                <a:tabLst/>
                <a:defRPr/>
              </a:pPr>
              <a:r>
                <a:rPr kumimoji="0" lang="en-US" sz="900" b="1" i="0" u="none" strike="noStrike" kern="1200" cap="none" spc="50" normalizeH="0" baseline="0" noProof="0">
                  <a:ln w="3175">
                    <a:noFill/>
                  </a:ln>
                  <a:solidFill>
                    <a:srgbClr val="000000"/>
                  </a:solidFill>
                  <a:effectLst/>
                  <a:uLnTx/>
                  <a:uFillTx/>
                  <a:latin typeface="Arial"/>
                  <a:ea typeface="+mn-ea"/>
                  <a:cs typeface="+mn-cs"/>
                </a:rPr>
                <a:t>Preliminary – as of Mar 25, 2026</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17" name="StickerUnderline">
              <a:extLst>
                <a:ext uri="{FF2B5EF4-FFF2-40B4-BE49-F238E27FC236}">
                  <a16:creationId xmlns:a16="http://schemas.microsoft.com/office/drawing/2014/main" id="{BB616E8D-964F-6445-DA2A-315EC641BF70}"/>
                </a:ext>
              </a:extLst>
            </p:cNvPr>
            <p:cNvCxnSpPr>
              <a:cxnSpLocks noChangeShapeType="1"/>
              <a:stCxn id="15" idx="4"/>
              <a:endCxn id="15" idx="6"/>
            </p:cNvCxnSpPr>
            <p:nvPr/>
          </p:nvCxnSpPr>
          <p:spPr bwMode="gray">
            <a:xfrm>
              <a:off x="558192" y="1446239"/>
              <a:ext cx="1949252"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8" name="TextBox 7">
            <a:extLst>
              <a:ext uri="{FF2B5EF4-FFF2-40B4-BE49-F238E27FC236}">
                <a16:creationId xmlns:a16="http://schemas.microsoft.com/office/drawing/2014/main" id="{014F2131-35ED-0420-49F8-39FB037B6EFD}"/>
              </a:ext>
            </a:extLst>
          </p:cNvPr>
          <p:cNvSpPr txBox="1">
            <a:spLocks/>
          </p:cNvSpPr>
          <p:nvPr/>
        </p:nvSpPr>
        <p:spPr>
          <a:xfrm>
            <a:off x="4587999" y="2183749"/>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2.6 - 3.4</a:t>
            </a:r>
          </a:p>
        </p:txBody>
      </p:sp>
      <p:sp>
        <p:nvSpPr>
          <p:cNvPr id="33" name="TextBox 32">
            <a:extLst>
              <a:ext uri="{FF2B5EF4-FFF2-40B4-BE49-F238E27FC236}">
                <a16:creationId xmlns:a16="http://schemas.microsoft.com/office/drawing/2014/main" id="{95C178ED-BD6B-2C35-F096-87C9A3E8787F}"/>
              </a:ext>
            </a:extLst>
          </p:cNvPr>
          <p:cNvSpPr txBox="1">
            <a:spLocks/>
          </p:cNvSpPr>
          <p:nvPr/>
        </p:nvSpPr>
        <p:spPr>
          <a:xfrm>
            <a:off x="4587999" y="2926789"/>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2.5 – 3.3</a:t>
            </a:r>
          </a:p>
        </p:txBody>
      </p:sp>
      <p:sp>
        <p:nvSpPr>
          <p:cNvPr id="34" name="TextBox 33">
            <a:extLst>
              <a:ext uri="{FF2B5EF4-FFF2-40B4-BE49-F238E27FC236}">
                <a16:creationId xmlns:a16="http://schemas.microsoft.com/office/drawing/2014/main" id="{9856A503-F3E0-524C-C55F-7961C2C5A0E5}"/>
              </a:ext>
            </a:extLst>
          </p:cNvPr>
          <p:cNvSpPr txBox="1">
            <a:spLocks/>
          </p:cNvSpPr>
          <p:nvPr/>
        </p:nvSpPr>
        <p:spPr>
          <a:xfrm>
            <a:off x="4587999" y="3720318"/>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4.1 – 6.7</a:t>
            </a:r>
          </a:p>
        </p:txBody>
      </p:sp>
      <p:sp>
        <p:nvSpPr>
          <p:cNvPr id="36" name="TextBox 35">
            <a:extLst>
              <a:ext uri="{FF2B5EF4-FFF2-40B4-BE49-F238E27FC236}">
                <a16:creationId xmlns:a16="http://schemas.microsoft.com/office/drawing/2014/main" id="{00EBCE71-787A-901C-EB3B-D3CA6CE375EE}"/>
              </a:ext>
            </a:extLst>
          </p:cNvPr>
          <p:cNvSpPr txBox="1">
            <a:spLocks/>
          </p:cNvSpPr>
          <p:nvPr/>
        </p:nvSpPr>
        <p:spPr>
          <a:xfrm>
            <a:off x="4599398" y="1884382"/>
            <a:ext cx="1155273" cy="164699"/>
          </a:xfrm>
          <a:prstGeom prst="rect">
            <a:avLst/>
          </a:prstGeom>
        </p:spPr>
        <p:txBody>
          <a:bodyPr vert="horz" wrap="square" lIns="0" tIns="0" rIns="0" bIns="0" rtlCol="0" anchor="b"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Horizon 3 (Peak season 2027)</a:t>
            </a:r>
            <a:r>
              <a:rPr kumimoji="0" lang="en-US" sz="1050" b="0" i="1" u="none" strike="noStrike" kern="1200" cap="none" spc="0" normalizeH="0" baseline="30000" noProof="0">
                <a:ln>
                  <a:noFill/>
                </a:ln>
                <a:solidFill>
                  <a:srgbClr val="000000"/>
                </a:solidFill>
                <a:effectLst/>
                <a:uLnTx/>
                <a:uFillTx/>
                <a:latin typeface="Arial"/>
                <a:ea typeface="+mn-ea"/>
                <a:cs typeface="Arial" panose="020B0604020202020204" pitchFamily="34" charset="0"/>
              </a:rPr>
              <a:t>1</a:t>
            </a:r>
            <a:endParaRPr kumimoji="0" lang="en-US" sz="1050" b="0" i="1"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9" name="Oval 38">
            <a:extLst>
              <a:ext uri="{FF2B5EF4-FFF2-40B4-BE49-F238E27FC236}">
                <a16:creationId xmlns:a16="http://schemas.microsoft.com/office/drawing/2014/main" id="{669BA9EF-B25B-9A3A-EEC8-3210FEDEF860}"/>
              </a:ext>
            </a:extLst>
          </p:cNvPr>
          <p:cNvSpPr>
            <a:spLocks/>
          </p:cNvSpPr>
          <p:nvPr/>
        </p:nvSpPr>
        <p:spPr>
          <a:xfrm>
            <a:off x="826284" y="2212875"/>
            <a:ext cx="269264" cy="269552"/>
          </a:xfrm>
          <a:prstGeom prst="ellipse">
            <a:avLst/>
          </a:prstGeom>
          <a:solidFill>
            <a:schemeClr val="accent1"/>
          </a:solidFill>
          <a:ln w="1270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A</a:t>
            </a:r>
          </a:p>
        </p:txBody>
      </p:sp>
      <p:sp>
        <p:nvSpPr>
          <p:cNvPr id="45" name="Oval 44">
            <a:extLst>
              <a:ext uri="{FF2B5EF4-FFF2-40B4-BE49-F238E27FC236}">
                <a16:creationId xmlns:a16="http://schemas.microsoft.com/office/drawing/2014/main" id="{8CFD8F63-A0B9-1B2A-C77F-C4505961FB94}"/>
              </a:ext>
            </a:extLst>
          </p:cNvPr>
          <p:cNvSpPr>
            <a:spLocks/>
          </p:cNvSpPr>
          <p:nvPr/>
        </p:nvSpPr>
        <p:spPr>
          <a:xfrm>
            <a:off x="826284" y="2982408"/>
            <a:ext cx="269264" cy="269552"/>
          </a:xfrm>
          <a:prstGeom prst="ellipse">
            <a:avLst/>
          </a:prstGeom>
          <a:solidFill>
            <a:schemeClr val="accent1"/>
          </a:solidFill>
          <a:ln w="1270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B</a:t>
            </a:r>
          </a:p>
        </p:txBody>
      </p:sp>
      <p:sp>
        <p:nvSpPr>
          <p:cNvPr id="46" name="Oval 45">
            <a:extLst>
              <a:ext uri="{FF2B5EF4-FFF2-40B4-BE49-F238E27FC236}">
                <a16:creationId xmlns:a16="http://schemas.microsoft.com/office/drawing/2014/main" id="{D409FEB0-9BA0-A0D7-EA32-ADFFB3B90E6E}"/>
              </a:ext>
            </a:extLst>
          </p:cNvPr>
          <p:cNvSpPr>
            <a:spLocks/>
          </p:cNvSpPr>
          <p:nvPr/>
        </p:nvSpPr>
        <p:spPr>
          <a:xfrm>
            <a:off x="826284" y="3720318"/>
            <a:ext cx="269264" cy="269552"/>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C</a:t>
            </a:r>
          </a:p>
        </p:txBody>
      </p:sp>
      <p:sp>
        <p:nvSpPr>
          <p:cNvPr id="55" name="TextBox 54">
            <a:extLst>
              <a:ext uri="{FF2B5EF4-FFF2-40B4-BE49-F238E27FC236}">
                <a16:creationId xmlns:a16="http://schemas.microsoft.com/office/drawing/2014/main" id="{30CA6213-A3A1-A495-9C14-A9604845B600}"/>
              </a:ext>
            </a:extLst>
          </p:cNvPr>
          <p:cNvSpPr txBox="1">
            <a:spLocks/>
          </p:cNvSpPr>
          <p:nvPr/>
        </p:nvSpPr>
        <p:spPr>
          <a:xfrm>
            <a:off x="1143104" y="4357974"/>
            <a:ext cx="954661" cy="307777"/>
          </a:xfrm>
          <a:prstGeom prst="rect">
            <a:avLst/>
          </a:prstGeom>
          <a:ln w="6350">
            <a:noFill/>
            <a:miter lim="800000"/>
          </a:ln>
        </p:spPr>
        <p:txBody>
          <a:bodyPr vert="horz" wrap="squar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FFFFFF"/>
              </a:buClr>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Returns &amp; Replacements</a:t>
            </a:r>
          </a:p>
        </p:txBody>
      </p:sp>
      <p:sp>
        <p:nvSpPr>
          <p:cNvPr id="57" name="TextBox 56">
            <a:extLst>
              <a:ext uri="{FF2B5EF4-FFF2-40B4-BE49-F238E27FC236}">
                <a16:creationId xmlns:a16="http://schemas.microsoft.com/office/drawing/2014/main" id="{8E04B9A6-2FDE-AB27-EE27-8C9C938DA7B8}"/>
              </a:ext>
            </a:extLst>
          </p:cNvPr>
          <p:cNvSpPr txBox="1">
            <a:spLocks/>
          </p:cNvSpPr>
          <p:nvPr>
            <p:custDataLst>
              <p:tags r:id="rId16"/>
            </p:custDataLst>
          </p:nvPr>
        </p:nvSpPr>
        <p:spPr>
          <a:xfrm>
            <a:off x="6880517" y="4372270"/>
            <a:ext cx="1107715" cy="30777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0" name="TextBox 59">
            <a:extLst>
              <a:ext uri="{FF2B5EF4-FFF2-40B4-BE49-F238E27FC236}">
                <a16:creationId xmlns:a16="http://schemas.microsoft.com/office/drawing/2014/main" id="{11DC1A6F-8038-7A2B-7713-3F94C27AAA90}"/>
              </a:ext>
            </a:extLst>
          </p:cNvPr>
          <p:cNvSpPr txBox="1">
            <a:spLocks/>
          </p:cNvSpPr>
          <p:nvPr/>
        </p:nvSpPr>
        <p:spPr>
          <a:xfrm>
            <a:off x="8091628" y="4372270"/>
            <a:ext cx="1107715" cy="30777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1" name="TextBox 60">
            <a:extLst>
              <a:ext uri="{FF2B5EF4-FFF2-40B4-BE49-F238E27FC236}">
                <a16:creationId xmlns:a16="http://schemas.microsoft.com/office/drawing/2014/main" id="{3C9E3FE6-AF41-BF87-1B24-EA83DC0D2A26}"/>
              </a:ext>
            </a:extLst>
          </p:cNvPr>
          <p:cNvSpPr txBox="1">
            <a:spLocks/>
          </p:cNvSpPr>
          <p:nvPr/>
        </p:nvSpPr>
        <p:spPr>
          <a:xfrm>
            <a:off x="9312454" y="4372270"/>
            <a:ext cx="1107715" cy="307777"/>
          </a:xfrm>
          <a:prstGeom prst="rect">
            <a:avLst/>
          </a:prstGeom>
          <a:solidFill>
            <a:srgbClr val="FFC000"/>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3" name="TextBox 62">
            <a:extLst>
              <a:ext uri="{FF2B5EF4-FFF2-40B4-BE49-F238E27FC236}">
                <a16:creationId xmlns:a16="http://schemas.microsoft.com/office/drawing/2014/main" id="{47582286-E872-E2EB-515B-DE8357EFC0CF}"/>
              </a:ext>
            </a:extLst>
          </p:cNvPr>
          <p:cNvSpPr txBox="1">
            <a:spLocks/>
          </p:cNvSpPr>
          <p:nvPr/>
        </p:nvSpPr>
        <p:spPr>
          <a:xfrm>
            <a:off x="10495379" y="4372270"/>
            <a:ext cx="1107715" cy="30777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4" name="TextBox 63">
            <a:extLst>
              <a:ext uri="{FF2B5EF4-FFF2-40B4-BE49-F238E27FC236}">
                <a16:creationId xmlns:a16="http://schemas.microsoft.com/office/drawing/2014/main" id="{6EB2618E-99EB-639E-896D-BF1F5E862A46}"/>
              </a:ext>
            </a:extLst>
          </p:cNvPr>
          <p:cNvSpPr txBox="1">
            <a:spLocks/>
          </p:cNvSpPr>
          <p:nvPr/>
        </p:nvSpPr>
        <p:spPr>
          <a:xfrm>
            <a:off x="2274500" y="4372270"/>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0.2 – 0.6</a:t>
            </a:r>
          </a:p>
        </p:txBody>
      </p:sp>
      <p:sp>
        <p:nvSpPr>
          <p:cNvPr id="65" name="TextBox 64">
            <a:extLst>
              <a:ext uri="{FF2B5EF4-FFF2-40B4-BE49-F238E27FC236}">
                <a16:creationId xmlns:a16="http://schemas.microsoft.com/office/drawing/2014/main" id="{BAF64256-4727-CBC9-4CB9-BA5DBE842DEE}"/>
              </a:ext>
            </a:extLst>
          </p:cNvPr>
          <p:cNvSpPr txBox="1">
            <a:spLocks/>
          </p:cNvSpPr>
          <p:nvPr/>
        </p:nvSpPr>
        <p:spPr>
          <a:xfrm>
            <a:off x="3429773" y="4372270"/>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0.9 – 1.6</a:t>
            </a:r>
          </a:p>
        </p:txBody>
      </p:sp>
      <p:sp>
        <p:nvSpPr>
          <p:cNvPr id="75" name="TextBox 74">
            <a:extLst>
              <a:ext uri="{FF2B5EF4-FFF2-40B4-BE49-F238E27FC236}">
                <a16:creationId xmlns:a16="http://schemas.microsoft.com/office/drawing/2014/main" id="{C043EAB7-96E1-F523-86C5-57DA46F85F3C}"/>
              </a:ext>
            </a:extLst>
          </p:cNvPr>
          <p:cNvSpPr txBox="1">
            <a:spLocks/>
          </p:cNvSpPr>
          <p:nvPr/>
        </p:nvSpPr>
        <p:spPr>
          <a:xfrm>
            <a:off x="8091628" y="4710102"/>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No major initiatives</a:t>
            </a:r>
          </a:p>
        </p:txBody>
      </p:sp>
      <p:sp>
        <p:nvSpPr>
          <p:cNvPr id="77" name="TextBox 76">
            <a:extLst>
              <a:ext uri="{FF2B5EF4-FFF2-40B4-BE49-F238E27FC236}">
                <a16:creationId xmlns:a16="http://schemas.microsoft.com/office/drawing/2014/main" id="{EAA14A2D-297E-6780-0AD6-1BFA0AB402E1}"/>
              </a:ext>
            </a:extLst>
          </p:cNvPr>
          <p:cNvSpPr txBox="1">
            <a:spLocks/>
          </p:cNvSpPr>
          <p:nvPr/>
        </p:nvSpPr>
        <p:spPr>
          <a:xfrm>
            <a:off x="4587999" y="4372270"/>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1.8 – 2.7</a:t>
            </a:r>
          </a:p>
        </p:txBody>
      </p:sp>
      <p:sp>
        <p:nvSpPr>
          <p:cNvPr id="78" name="Oval 77">
            <a:extLst>
              <a:ext uri="{FF2B5EF4-FFF2-40B4-BE49-F238E27FC236}">
                <a16:creationId xmlns:a16="http://schemas.microsoft.com/office/drawing/2014/main" id="{08D78B46-5825-7A34-94A2-A89F7597DC53}"/>
              </a:ext>
            </a:extLst>
          </p:cNvPr>
          <p:cNvSpPr>
            <a:spLocks/>
          </p:cNvSpPr>
          <p:nvPr/>
        </p:nvSpPr>
        <p:spPr>
          <a:xfrm>
            <a:off x="828094" y="4365421"/>
            <a:ext cx="269264" cy="269552"/>
          </a:xfrm>
          <a:prstGeom prst="ellipse">
            <a:avLst/>
          </a:prstGeom>
          <a:solidFill>
            <a:schemeClr val="accent1"/>
          </a:solidFill>
          <a:ln w="1270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D</a:t>
            </a:r>
          </a:p>
        </p:txBody>
      </p:sp>
      <p:sp>
        <p:nvSpPr>
          <p:cNvPr id="80" name="TextBox 79">
            <a:extLst>
              <a:ext uri="{FF2B5EF4-FFF2-40B4-BE49-F238E27FC236}">
                <a16:creationId xmlns:a16="http://schemas.microsoft.com/office/drawing/2014/main" id="{42F09C89-8D8B-4472-9FA9-50F445E5E540}"/>
              </a:ext>
            </a:extLst>
          </p:cNvPr>
          <p:cNvSpPr txBox="1">
            <a:spLocks/>
          </p:cNvSpPr>
          <p:nvPr/>
        </p:nvSpPr>
        <p:spPr>
          <a:xfrm>
            <a:off x="9312455" y="4710102"/>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QOE/VOE and SAP dependencies</a:t>
            </a:r>
          </a:p>
        </p:txBody>
      </p:sp>
      <p:sp>
        <p:nvSpPr>
          <p:cNvPr id="82" name="TextBox 81">
            <a:extLst>
              <a:ext uri="{FF2B5EF4-FFF2-40B4-BE49-F238E27FC236}">
                <a16:creationId xmlns:a16="http://schemas.microsoft.com/office/drawing/2014/main" id="{6019046A-1376-30B4-F74F-B441765446F1}"/>
              </a:ext>
            </a:extLst>
          </p:cNvPr>
          <p:cNvSpPr txBox="1">
            <a:spLocks/>
          </p:cNvSpPr>
          <p:nvPr/>
        </p:nvSpPr>
        <p:spPr>
          <a:xfrm>
            <a:off x="1143104" y="5074962"/>
            <a:ext cx="954661" cy="307777"/>
          </a:xfrm>
          <a:prstGeom prst="rect">
            <a:avLst/>
          </a:prstGeom>
          <a:ln w="6350">
            <a:noFill/>
            <a:miter lim="800000"/>
          </a:ln>
        </p:spPr>
        <p:txBody>
          <a:bodyPr vert="horz" wrap="square" lIns="0" tIns="0" rIns="0" bIns="0" rtlCol="0">
            <a:spAutoFit/>
          </a:bodyPr>
          <a:lstStyle/>
          <a:p>
            <a:pPr marL="0" marR="0" lvl="0" indent="0" algn="l" defTabSz="914400" rtl="0" eaLnBrk="1" fontAlgn="auto" latinLnBrk="0" hangingPunct="1">
              <a:lnSpc>
                <a:spcPct val="100000"/>
              </a:lnSpc>
              <a:spcBef>
                <a:spcPts val="300"/>
              </a:spcBef>
              <a:spcAft>
                <a:spcPts val="300"/>
              </a:spcAft>
              <a:buClr>
                <a:srgbClr val="FFFFFF"/>
              </a:buClr>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Order visibility &amp; tracking</a:t>
            </a:r>
            <a:endParaRPr kumimoji="0" lang="en-US" sz="1000" b="0" i="1" u="none" strike="noStrike" kern="1200" cap="none" spc="0" normalizeH="0" baseline="0" noProof="0">
              <a:ln>
                <a:noFill/>
              </a:ln>
              <a:solidFill>
                <a:srgbClr val="000000"/>
              </a:solidFill>
              <a:effectLst/>
              <a:uLnTx/>
              <a:uFillTx/>
              <a:latin typeface="Arial"/>
              <a:ea typeface="+mn-ea"/>
              <a:cs typeface="+mn-cs"/>
            </a:endParaRPr>
          </a:p>
        </p:txBody>
      </p:sp>
      <p:sp>
        <p:nvSpPr>
          <p:cNvPr id="83" name="TextBox 82">
            <a:extLst>
              <a:ext uri="{FF2B5EF4-FFF2-40B4-BE49-F238E27FC236}">
                <a16:creationId xmlns:a16="http://schemas.microsoft.com/office/drawing/2014/main" id="{0FDCEB9B-DE51-A2B0-5B83-432D1709D63F}"/>
              </a:ext>
            </a:extLst>
          </p:cNvPr>
          <p:cNvSpPr txBox="1">
            <a:spLocks/>
          </p:cNvSpPr>
          <p:nvPr>
            <p:custDataLst>
              <p:tags r:id="rId17"/>
            </p:custDataLst>
          </p:nvPr>
        </p:nvSpPr>
        <p:spPr>
          <a:xfrm>
            <a:off x="6880517" y="5055281"/>
            <a:ext cx="1107715" cy="30777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86" name="TextBox 85">
            <a:extLst>
              <a:ext uri="{FF2B5EF4-FFF2-40B4-BE49-F238E27FC236}">
                <a16:creationId xmlns:a16="http://schemas.microsoft.com/office/drawing/2014/main" id="{88359F9B-4D9F-621A-8DB2-CC323FA57B57}"/>
              </a:ext>
            </a:extLst>
          </p:cNvPr>
          <p:cNvSpPr txBox="1">
            <a:spLocks/>
          </p:cNvSpPr>
          <p:nvPr/>
        </p:nvSpPr>
        <p:spPr>
          <a:xfrm>
            <a:off x="8091628" y="5055281"/>
            <a:ext cx="1107715" cy="307777"/>
          </a:xfrm>
          <a:prstGeom prst="rect">
            <a:avLst/>
          </a:prstGeom>
          <a:solidFill>
            <a:srgbClr val="B82525"/>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87" name="TextBox 86">
            <a:extLst>
              <a:ext uri="{FF2B5EF4-FFF2-40B4-BE49-F238E27FC236}">
                <a16:creationId xmlns:a16="http://schemas.microsoft.com/office/drawing/2014/main" id="{EA94FFAA-4924-0091-9136-A3F14B3FCD82}"/>
              </a:ext>
            </a:extLst>
          </p:cNvPr>
          <p:cNvSpPr txBox="1">
            <a:spLocks/>
          </p:cNvSpPr>
          <p:nvPr/>
        </p:nvSpPr>
        <p:spPr>
          <a:xfrm>
            <a:off x="9312454" y="5055281"/>
            <a:ext cx="1107715" cy="307777"/>
          </a:xfrm>
          <a:prstGeom prst="rect">
            <a:avLst/>
          </a:prstGeom>
          <a:solidFill>
            <a:srgbClr val="B82525"/>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91" name="TextBox 90">
            <a:extLst>
              <a:ext uri="{FF2B5EF4-FFF2-40B4-BE49-F238E27FC236}">
                <a16:creationId xmlns:a16="http://schemas.microsoft.com/office/drawing/2014/main" id="{4C4214F4-5329-7948-2D05-2F9DEE28A16B}"/>
              </a:ext>
            </a:extLst>
          </p:cNvPr>
          <p:cNvSpPr txBox="1">
            <a:spLocks/>
          </p:cNvSpPr>
          <p:nvPr/>
        </p:nvSpPr>
        <p:spPr>
          <a:xfrm>
            <a:off x="2274500" y="5055281"/>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0.4 – 0.7</a:t>
            </a:r>
          </a:p>
        </p:txBody>
      </p:sp>
      <p:sp>
        <p:nvSpPr>
          <p:cNvPr id="92" name="TextBox 91">
            <a:extLst>
              <a:ext uri="{FF2B5EF4-FFF2-40B4-BE49-F238E27FC236}">
                <a16:creationId xmlns:a16="http://schemas.microsoft.com/office/drawing/2014/main" id="{63F2AB4C-AC02-DF89-6AFC-6BCEC0A085CE}"/>
              </a:ext>
            </a:extLst>
          </p:cNvPr>
          <p:cNvSpPr txBox="1">
            <a:spLocks/>
          </p:cNvSpPr>
          <p:nvPr/>
        </p:nvSpPr>
        <p:spPr>
          <a:xfrm>
            <a:off x="3429773" y="5055281"/>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1.1-1.6</a:t>
            </a:r>
          </a:p>
        </p:txBody>
      </p:sp>
      <p:sp>
        <p:nvSpPr>
          <p:cNvPr id="97" name="TextBox 96">
            <a:extLst>
              <a:ext uri="{FF2B5EF4-FFF2-40B4-BE49-F238E27FC236}">
                <a16:creationId xmlns:a16="http://schemas.microsoft.com/office/drawing/2014/main" id="{28CBA573-2520-5DDB-2B4B-E3C3CF51D39A}"/>
              </a:ext>
            </a:extLst>
          </p:cNvPr>
          <p:cNvSpPr txBox="1">
            <a:spLocks/>
          </p:cNvSpPr>
          <p:nvPr/>
        </p:nvSpPr>
        <p:spPr>
          <a:xfrm>
            <a:off x="8091630" y="5420424"/>
            <a:ext cx="1143351" cy="131171"/>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tracking tool, At-Risk Phase 2 underway</a:t>
            </a:r>
          </a:p>
        </p:txBody>
      </p:sp>
      <p:sp>
        <p:nvSpPr>
          <p:cNvPr id="98" name="TextBox 97">
            <a:extLst>
              <a:ext uri="{FF2B5EF4-FFF2-40B4-BE49-F238E27FC236}">
                <a16:creationId xmlns:a16="http://schemas.microsoft.com/office/drawing/2014/main" id="{6D794CEC-D7AE-6B99-C4A5-32C0187856FF}"/>
              </a:ext>
            </a:extLst>
          </p:cNvPr>
          <p:cNvSpPr txBox="1">
            <a:spLocks/>
          </p:cNvSpPr>
          <p:nvPr/>
        </p:nvSpPr>
        <p:spPr>
          <a:xfrm>
            <a:off x="9312455" y="5420424"/>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Extensive vendor/deco. data/compliance depend.</a:t>
            </a:r>
          </a:p>
        </p:txBody>
      </p:sp>
      <p:sp>
        <p:nvSpPr>
          <p:cNvPr id="100" name="TextBox 99">
            <a:extLst>
              <a:ext uri="{FF2B5EF4-FFF2-40B4-BE49-F238E27FC236}">
                <a16:creationId xmlns:a16="http://schemas.microsoft.com/office/drawing/2014/main" id="{9545D3C0-6F37-7279-26C9-4687C6259BBC}"/>
              </a:ext>
            </a:extLst>
          </p:cNvPr>
          <p:cNvSpPr txBox="1">
            <a:spLocks/>
          </p:cNvSpPr>
          <p:nvPr/>
        </p:nvSpPr>
        <p:spPr>
          <a:xfrm>
            <a:off x="4587999" y="5055281"/>
            <a:ext cx="1107716" cy="307777"/>
          </a:xfrm>
          <a:prstGeom prst="rect">
            <a:avLst/>
          </a:prstGeom>
          <a:solidFill>
            <a:schemeClr val="bg2">
              <a:lumMod val="85000"/>
            </a:schemeClr>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2.1 – 2.8</a:t>
            </a:r>
          </a:p>
        </p:txBody>
      </p:sp>
      <p:sp>
        <p:nvSpPr>
          <p:cNvPr id="103" name="Oval 102">
            <a:extLst>
              <a:ext uri="{FF2B5EF4-FFF2-40B4-BE49-F238E27FC236}">
                <a16:creationId xmlns:a16="http://schemas.microsoft.com/office/drawing/2014/main" id="{36C717B6-6D35-8019-B86A-B793B5D42337}"/>
              </a:ext>
            </a:extLst>
          </p:cNvPr>
          <p:cNvSpPr>
            <a:spLocks/>
          </p:cNvSpPr>
          <p:nvPr/>
        </p:nvSpPr>
        <p:spPr>
          <a:xfrm>
            <a:off x="826284" y="5113187"/>
            <a:ext cx="269264" cy="269552"/>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E</a:t>
            </a:r>
          </a:p>
        </p:txBody>
      </p:sp>
      <p:sp>
        <p:nvSpPr>
          <p:cNvPr id="5" name="TextBox 4">
            <a:extLst>
              <a:ext uri="{FF2B5EF4-FFF2-40B4-BE49-F238E27FC236}">
                <a16:creationId xmlns:a16="http://schemas.microsoft.com/office/drawing/2014/main" id="{7730DC98-52EA-2801-875A-DD1AB36FEDF1}"/>
              </a:ext>
            </a:extLst>
          </p:cNvPr>
          <p:cNvSpPr txBox="1">
            <a:spLocks/>
          </p:cNvSpPr>
          <p:nvPr/>
        </p:nvSpPr>
        <p:spPr>
          <a:xfrm>
            <a:off x="1299349" y="5810623"/>
            <a:ext cx="954661" cy="161583"/>
          </a:xfrm>
          <a:prstGeom prst="rect">
            <a:avLst/>
          </a:prstGeom>
          <a:ln w="6350">
            <a:noFill/>
            <a:miter lim="800000"/>
          </a:ln>
        </p:spPr>
        <p:txBody>
          <a:bodyPr vert="horz" wrap="square" lIns="0" tIns="0" rIns="0" bIns="0" rtlCol="0">
            <a:spAutoFit/>
          </a:bodyPr>
          <a:lstStyle/>
          <a:p>
            <a:pPr marL="0" marR="0" lvl="0" indent="0" algn="r" defTabSz="914400" rtl="0" eaLnBrk="1" fontAlgn="auto" latinLnBrk="0" hangingPunct="1">
              <a:lnSpc>
                <a:spcPct val="100000"/>
              </a:lnSpc>
              <a:spcBef>
                <a:spcPts val="300"/>
              </a:spcBef>
              <a:spcAft>
                <a:spcPts val="300"/>
              </a:spcAft>
              <a:buClr>
                <a:srgbClr val="FFFFFF"/>
              </a:buClr>
              <a:buSzTx/>
              <a:buFontTx/>
              <a:buNone/>
              <a:tabLst/>
              <a:defRPr/>
            </a:pPr>
            <a:r>
              <a:rPr kumimoji="0" lang="en-US" sz="1050" b="1" i="0" u="none" strike="noStrike" kern="1200" cap="none" spc="0" normalizeH="0" baseline="0" noProof="0">
                <a:ln>
                  <a:noFill/>
                </a:ln>
                <a:solidFill>
                  <a:srgbClr val="000000"/>
                </a:solidFill>
                <a:effectLst/>
                <a:uLnTx/>
                <a:uFillTx/>
                <a:latin typeface="Arial"/>
                <a:ea typeface="+mn-ea"/>
                <a:cs typeface="+mn-cs"/>
              </a:rPr>
              <a:t>TOTAL</a:t>
            </a:r>
            <a:endParaRPr kumimoji="0" lang="en-US" sz="1050" b="0" i="1" u="none" strike="noStrike" kern="1200" cap="none" spc="0" normalizeH="0" baseline="0" noProof="0">
              <a:ln>
                <a:noFill/>
              </a:ln>
              <a:solidFill>
                <a:srgbClr val="000000"/>
              </a:solidFill>
              <a:effectLst/>
              <a:uLnTx/>
              <a:uFillTx/>
              <a:latin typeface="Arial"/>
              <a:ea typeface="+mn-ea"/>
              <a:cs typeface="+mn-cs"/>
            </a:endParaRPr>
          </a:p>
        </p:txBody>
      </p:sp>
      <p:sp>
        <p:nvSpPr>
          <p:cNvPr id="25" name="TextBox 24">
            <a:extLst>
              <a:ext uri="{FF2B5EF4-FFF2-40B4-BE49-F238E27FC236}">
                <a16:creationId xmlns:a16="http://schemas.microsoft.com/office/drawing/2014/main" id="{D5E9E25D-B7D9-8653-F11E-09670A778D9F}"/>
              </a:ext>
            </a:extLst>
          </p:cNvPr>
          <p:cNvSpPr txBox="1">
            <a:spLocks/>
          </p:cNvSpPr>
          <p:nvPr/>
        </p:nvSpPr>
        <p:spPr>
          <a:xfrm>
            <a:off x="2274500" y="2513750"/>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1-2%</a:t>
            </a:r>
          </a:p>
        </p:txBody>
      </p:sp>
      <p:sp>
        <p:nvSpPr>
          <p:cNvPr id="73" name="Rectangle: Rounded Corners 72">
            <a:extLst>
              <a:ext uri="{FF2B5EF4-FFF2-40B4-BE49-F238E27FC236}">
                <a16:creationId xmlns:a16="http://schemas.microsoft.com/office/drawing/2014/main" id="{EC04CE4C-629D-2A9E-0EAC-580FFA5900A4}"/>
              </a:ext>
            </a:extLst>
          </p:cNvPr>
          <p:cNvSpPr>
            <a:spLocks/>
          </p:cNvSpPr>
          <p:nvPr/>
        </p:nvSpPr>
        <p:spPr>
          <a:xfrm>
            <a:off x="6689112" y="1085884"/>
            <a:ext cx="230909" cy="133910"/>
          </a:xfrm>
          <a:prstGeom prst="roundRect">
            <a:avLst/>
          </a:prstGeom>
          <a:solidFill>
            <a:schemeClr val="accent3">
              <a:lumMod val="20000"/>
              <a:lumOff val="80000"/>
            </a:schemeClr>
          </a:solidFill>
          <a:ln w="1270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4" name="TextBox 73">
            <a:extLst>
              <a:ext uri="{FF2B5EF4-FFF2-40B4-BE49-F238E27FC236}">
                <a16:creationId xmlns:a16="http://schemas.microsoft.com/office/drawing/2014/main" id="{49DCB3F7-F089-46CF-DF7F-BB7F584F959F}"/>
              </a:ext>
            </a:extLst>
          </p:cNvPr>
          <p:cNvSpPr txBox="1"/>
          <p:nvPr/>
        </p:nvSpPr>
        <p:spPr>
          <a:xfrm>
            <a:off x="6993614" y="1085884"/>
            <a:ext cx="2196027"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Hypothesized priority process for AI build</a:t>
            </a:r>
          </a:p>
        </p:txBody>
      </p:sp>
      <p:sp>
        <p:nvSpPr>
          <p:cNvPr id="90" name="TextBox 89">
            <a:extLst>
              <a:ext uri="{FF2B5EF4-FFF2-40B4-BE49-F238E27FC236}">
                <a16:creationId xmlns:a16="http://schemas.microsoft.com/office/drawing/2014/main" id="{D4940DC4-FE61-AB83-FF3C-852AA9CF5583}"/>
              </a:ext>
            </a:extLst>
          </p:cNvPr>
          <p:cNvSpPr txBox="1">
            <a:spLocks/>
          </p:cNvSpPr>
          <p:nvPr/>
        </p:nvSpPr>
        <p:spPr>
          <a:xfrm>
            <a:off x="1567444" y="2513750"/>
            <a:ext cx="70705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of baseline</a:t>
            </a:r>
            <a:r>
              <a:rPr kumimoji="0" lang="en-US" sz="800" b="0" i="1" u="none" strike="noStrike" kern="1200" cap="none" spc="0" normalizeH="0" baseline="30000" noProof="0">
                <a:ln>
                  <a:noFill/>
                </a:ln>
                <a:solidFill>
                  <a:srgbClr val="000000"/>
                </a:solidFill>
                <a:effectLst/>
                <a:uLnTx/>
                <a:uFillTx/>
                <a:latin typeface="Arial"/>
                <a:ea typeface="+mn-ea"/>
                <a:cs typeface="Arial" panose="020B0604020202020204" pitchFamily="34" charset="0"/>
              </a:rPr>
              <a:t>4</a:t>
            </a: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p>
        </p:txBody>
      </p:sp>
      <p:sp>
        <p:nvSpPr>
          <p:cNvPr id="93" name="TextBox 92">
            <a:extLst>
              <a:ext uri="{FF2B5EF4-FFF2-40B4-BE49-F238E27FC236}">
                <a16:creationId xmlns:a16="http://schemas.microsoft.com/office/drawing/2014/main" id="{6B659C21-6F0D-7BC7-926F-E2389B5D6EAC}"/>
              </a:ext>
            </a:extLst>
          </p:cNvPr>
          <p:cNvSpPr txBox="1">
            <a:spLocks/>
          </p:cNvSpPr>
          <p:nvPr/>
        </p:nvSpPr>
        <p:spPr>
          <a:xfrm>
            <a:off x="3429772" y="2513750"/>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3-6%</a:t>
            </a:r>
          </a:p>
        </p:txBody>
      </p:sp>
      <p:sp>
        <p:nvSpPr>
          <p:cNvPr id="94" name="TextBox 93">
            <a:extLst>
              <a:ext uri="{FF2B5EF4-FFF2-40B4-BE49-F238E27FC236}">
                <a16:creationId xmlns:a16="http://schemas.microsoft.com/office/drawing/2014/main" id="{5524AAD2-5266-D9FE-336E-E1CCCD9F851C}"/>
              </a:ext>
            </a:extLst>
          </p:cNvPr>
          <p:cNvSpPr txBox="1">
            <a:spLocks/>
          </p:cNvSpPr>
          <p:nvPr/>
        </p:nvSpPr>
        <p:spPr>
          <a:xfrm>
            <a:off x="4587999" y="2513750"/>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9-12%</a:t>
            </a:r>
          </a:p>
        </p:txBody>
      </p:sp>
      <p:sp>
        <p:nvSpPr>
          <p:cNvPr id="95" name="TextBox 94">
            <a:extLst>
              <a:ext uri="{FF2B5EF4-FFF2-40B4-BE49-F238E27FC236}">
                <a16:creationId xmlns:a16="http://schemas.microsoft.com/office/drawing/2014/main" id="{E169F052-BCE4-F014-537F-AFC65B1E7C83}"/>
              </a:ext>
            </a:extLst>
          </p:cNvPr>
          <p:cNvSpPr txBox="1">
            <a:spLocks/>
          </p:cNvSpPr>
          <p:nvPr/>
        </p:nvSpPr>
        <p:spPr>
          <a:xfrm>
            <a:off x="2187098" y="5449050"/>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1-2%</a:t>
            </a:r>
          </a:p>
        </p:txBody>
      </p:sp>
      <p:sp>
        <p:nvSpPr>
          <p:cNvPr id="96" name="TextBox 95">
            <a:extLst>
              <a:ext uri="{FF2B5EF4-FFF2-40B4-BE49-F238E27FC236}">
                <a16:creationId xmlns:a16="http://schemas.microsoft.com/office/drawing/2014/main" id="{5CB568E6-2697-1E24-8E72-EC28D235B378}"/>
              </a:ext>
            </a:extLst>
          </p:cNvPr>
          <p:cNvSpPr txBox="1">
            <a:spLocks/>
          </p:cNvSpPr>
          <p:nvPr/>
        </p:nvSpPr>
        <p:spPr>
          <a:xfrm>
            <a:off x="3366148" y="5449050"/>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4-5%</a:t>
            </a:r>
          </a:p>
        </p:txBody>
      </p:sp>
      <p:sp>
        <p:nvSpPr>
          <p:cNvPr id="101" name="TextBox 100">
            <a:extLst>
              <a:ext uri="{FF2B5EF4-FFF2-40B4-BE49-F238E27FC236}">
                <a16:creationId xmlns:a16="http://schemas.microsoft.com/office/drawing/2014/main" id="{C23E6619-E48A-CEAC-AF11-972A204E8D56}"/>
              </a:ext>
            </a:extLst>
          </p:cNvPr>
          <p:cNvSpPr txBox="1">
            <a:spLocks/>
          </p:cNvSpPr>
          <p:nvPr/>
        </p:nvSpPr>
        <p:spPr>
          <a:xfrm>
            <a:off x="4559553" y="5449050"/>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7-10%</a:t>
            </a:r>
          </a:p>
        </p:txBody>
      </p:sp>
      <p:sp>
        <p:nvSpPr>
          <p:cNvPr id="102" name="TextBox 101">
            <a:extLst>
              <a:ext uri="{FF2B5EF4-FFF2-40B4-BE49-F238E27FC236}">
                <a16:creationId xmlns:a16="http://schemas.microsoft.com/office/drawing/2014/main" id="{72DBF802-FD39-24BC-8B01-48EA559BABEE}"/>
              </a:ext>
            </a:extLst>
          </p:cNvPr>
          <p:cNvSpPr txBox="1">
            <a:spLocks/>
          </p:cNvSpPr>
          <p:nvPr/>
        </p:nvSpPr>
        <p:spPr>
          <a:xfrm>
            <a:off x="2194343" y="3281119"/>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2-4%</a:t>
            </a:r>
          </a:p>
        </p:txBody>
      </p:sp>
      <p:sp>
        <p:nvSpPr>
          <p:cNvPr id="104" name="TextBox 103">
            <a:extLst>
              <a:ext uri="{FF2B5EF4-FFF2-40B4-BE49-F238E27FC236}">
                <a16:creationId xmlns:a16="http://schemas.microsoft.com/office/drawing/2014/main" id="{7B4F4F50-A565-314F-9398-FF470F7472F0}"/>
              </a:ext>
            </a:extLst>
          </p:cNvPr>
          <p:cNvSpPr txBox="1">
            <a:spLocks/>
          </p:cNvSpPr>
          <p:nvPr/>
        </p:nvSpPr>
        <p:spPr>
          <a:xfrm>
            <a:off x="3429772" y="3281119"/>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7-10%</a:t>
            </a:r>
          </a:p>
        </p:txBody>
      </p:sp>
      <p:sp>
        <p:nvSpPr>
          <p:cNvPr id="105" name="TextBox 104">
            <a:extLst>
              <a:ext uri="{FF2B5EF4-FFF2-40B4-BE49-F238E27FC236}">
                <a16:creationId xmlns:a16="http://schemas.microsoft.com/office/drawing/2014/main" id="{80A8930C-AB56-F4C9-A330-0249670A546F}"/>
              </a:ext>
            </a:extLst>
          </p:cNvPr>
          <p:cNvSpPr txBox="1">
            <a:spLocks/>
          </p:cNvSpPr>
          <p:nvPr/>
        </p:nvSpPr>
        <p:spPr>
          <a:xfrm>
            <a:off x="4566798" y="3281119"/>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9-11%</a:t>
            </a:r>
          </a:p>
        </p:txBody>
      </p:sp>
      <p:sp>
        <p:nvSpPr>
          <p:cNvPr id="106" name="TextBox 105">
            <a:extLst>
              <a:ext uri="{FF2B5EF4-FFF2-40B4-BE49-F238E27FC236}">
                <a16:creationId xmlns:a16="http://schemas.microsoft.com/office/drawing/2014/main" id="{1F262020-5747-6B8E-9756-6178238817C0}"/>
              </a:ext>
            </a:extLst>
          </p:cNvPr>
          <p:cNvSpPr txBox="1">
            <a:spLocks/>
          </p:cNvSpPr>
          <p:nvPr/>
        </p:nvSpPr>
        <p:spPr>
          <a:xfrm>
            <a:off x="2161833" y="4685842"/>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1-2%</a:t>
            </a:r>
          </a:p>
        </p:txBody>
      </p:sp>
      <p:sp>
        <p:nvSpPr>
          <p:cNvPr id="107" name="TextBox 106">
            <a:extLst>
              <a:ext uri="{FF2B5EF4-FFF2-40B4-BE49-F238E27FC236}">
                <a16:creationId xmlns:a16="http://schemas.microsoft.com/office/drawing/2014/main" id="{F395AD99-9557-BC39-1EDE-F243952CA91E}"/>
              </a:ext>
            </a:extLst>
          </p:cNvPr>
          <p:cNvSpPr txBox="1">
            <a:spLocks/>
          </p:cNvSpPr>
          <p:nvPr/>
        </p:nvSpPr>
        <p:spPr>
          <a:xfrm>
            <a:off x="3340883" y="4685842"/>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3-6%</a:t>
            </a:r>
          </a:p>
        </p:txBody>
      </p:sp>
      <p:sp>
        <p:nvSpPr>
          <p:cNvPr id="108" name="TextBox 107">
            <a:extLst>
              <a:ext uri="{FF2B5EF4-FFF2-40B4-BE49-F238E27FC236}">
                <a16:creationId xmlns:a16="http://schemas.microsoft.com/office/drawing/2014/main" id="{2FDF315F-8B95-A3A7-1558-79DD01BE49AC}"/>
              </a:ext>
            </a:extLst>
          </p:cNvPr>
          <p:cNvSpPr txBox="1">
            <a:spLocks/>
          </p:cNvSpPr>
          <p:nvPr/>
        </p:nvSpPr>
        <p:spPr>
          <a:xfrm>
            <a:off x="4534288" y="4685842"/>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6-9%</a:t>
            </a:r>
          </a:p>
        </p:txBody>
      </p:sp>
      <p:sp>
        <p:nvSpPr>
          <p:cNvPr id="110" name="TextBox 109">
            <a:extLst>
              <a:ext uri="{FF2B5EF4-FFF2-40B4-BE49-F238E27FC236}">
                <a16:creationId xmlns:a16="http://schemas.microsoft.com/office/drawing/2014/main" id="{FC7FB7FD-8BBE-79FA-411F-87127F3DA6CA}"/>
              </a:ext>
            </a:extLst>
          </p:cNvPr>
          <p:cNvSpPr txBox="1">
            <a:spLocks/>
          </p:cNvSpPr>
          <p:nvPr/>
        </p:nvSpPr>
        <p:spPr>
          <a:xfrm>
            <a:off x="2131639" y="4032046"/>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3-7%</a:t>
            </a:r>
          </a:p>
        </p:txBody>
      </p:sp>
      <p:sp>
        <p:nvSpPr>
          <p:cNvPr id="111" name="TextBox 110">
            <a:extLst>
              <a:ext uri="{FF2B5EF4-FFF2-40B4-BE49-F238E27FC236}">
                <a16:creationId xmlns:a16="http://schemas.microsoft.com/office/drawing/2014/main" id="{E3D6A160-17C3-04F5-AC1E-38FF74B17BC0}"/>
              </a:ext>
            </a:extLst>
          </p:cNvPr>
          <p:cNvSpPr txBox="1">
            <a:spLocks/>
          </p:cNvSpPr>
          <p:nvPr/>
        </p:nvSpPr>
        <p:spPr>
          <a:xfrm>
            <a:off x="3310689" y="4032046"/>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7-11%</a:t>
            </a:r>
          </a:p>
        </p:txBody>
      </p:sp>
      <p:sp>
        <p:nvSpPr>
          <p:cNvPr id="112" name="TextBox 111">
            <a:extLst>
              <a:ext uri="{FF2B5EF4-FFF2-40B4-BE49-F238E27FC236}">
                <a16:creationId xmlns:a16="http://schemas.microsoft.com/office/drawing/2014/main" id="{2C7DB5AA-471E-76C2-076C-155D37CDD857}"/>
              </a:ext>
            </a:extLst>
          </p:cNvPr>
          <p:cNvSpPr txBox="1">
            <a:spLocks/>
          </p:cNvSpPr>
          <p:nvPr/>
        </p:nvSpPr>
        <p:spPr>
          <a:xfrm>
            <a:off x="4504094" y="4032046"/>
            <a:ext cx="110771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14-23%</a:t>
            </a:r>
          </a:p>
        </p:txBody>
      </p:sp>
      <p:cxnSp>
        <p:nvCxnSpPr>
          <p:cNvPr id="67" name="Straight Connector 66">
            <a:extLst>
              <a:ext uri="{FF2B5EF4-FFF2-40B4-BE49-F238E27FC236}">
                <a16:creationId xmlns:a16="http://schemas.microsoft.com/office/drawing/2014/main" id="{5654FE82-7F3C-B92A-7C99-B2FA3BB01AA9}"/>
              </a:ext>
            </a:extLst>
          </p:cNvPr>
          <p:cNvCxnSpPr>
            <a:cxnSpLocks/>
          </p:cNvCxnSpPr>
          <p:nvPr/>
        </p:nvCxnSpPr>
        <p:spPr>
          <a:xfrm>
            <a:off x="2280670" y="1709315"/>
            <a:ext cx="3372100" cy="0"/>
          </a:xfrm>
          <a:prstGeom prst="line">
            <a:avLst/>
          </a:prstGeom>
          <a:ln w="12700">
            <a:solidFill>
              <a:srgbClr val="757575"/>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D730271B-90C5-748B-6667-D82E9181523B}"/>
              </a:ext>
            </a:extLst>
          </p:cNvPr>
          <p:cNvSpPr txBox="1">
            <a:spLocks/>
          </p:cNvSpPr>
          <p:nvPr>
            <p:custDataLst>
              <p:tags r:id="rId18"/>
            </p:custDataLst>
          </p:nvPr>
        </p:nvSpPr>
        <p:spPr>
          <a:xfrm>
            <a:off x="2280670" y="1502072"/>
            <a:ext cx="2599147" cy="184666"/>
          </a:xfrm>
          <a:prstGeom prst="rect">
            <a:avLst/>
          </a:prstGeom>
        </p:spPr>
        <p:txBody>
          <a:bodyPr vert="horz" wrap="square" lIns="0" tIns="0" rIns="0" bIns="0" rtlCol="0" anchor="b">
            <a:spAutoFit/>
          </a:bodyPr>
          <a:lstStyle>
            <a:lvl1pPr marL="0" lvl="0" indent="0" defTabSz="895350" eaLnBrk="1" latinLnBrk="0" hangingPunct="1">
              <a:buClr>
                <a:schemeClr val="tx2"/>
              </a:buClr>
              <a:buSzPct val="100000"/>
              <a:defRPr lang="en-CA" baseline="0" dirty="0">
                <a:latin typeface="+mn-lt"/>
              </a:defRPr>
            </a:lvl1pPr>
            <a:lvl2pPr marL="194400" lvl="1" indent="-190800" defTabSz="895350" eaLnBrk="1" latinLnBrk="0" hangingPunct="1">
              <a:buClr>
                <a:schemeClr val="tx2"/>
              </a:buClr>
              <a:buSzPct val="125000"/>
              <a:buFont typeface="Arial" charset="0"/>
              <a:buChar char="▪"/>
              <a:defRPr lang="en-CA" baseline="0" dirty="0">
                <a:latin typeface="+mn-lt"/>
              </a:defRPr>
            </a:lvl2pPr>
            <a:lvl3pPr marL="481012" lvl="2" indent="-285750" defTabSz="895350" eaLnBrk="1" latinLnBrk="0" hangingPunct="1">
              <a:buClr>
                <a:schemeClr val="tx2"/>
              </a:buClr>
              <a:buSzPct val="120000"/>
              <a:buFont typeface="Arial" charset="0"/>
              <a:buChar char="–"/>
              <a:defRPr lang="en-CA" baseline="0" dirty="0">
                <a:latin typeface="+mn-lt"/>
              </a:defRPr>
            </a:lvl3pPr>
            <a:lvl4pPr marL="615600" lvl="3" indent="-154800" defTabSz="895350" eaLnBrk="1" latinLnBrk="0" hangingPunct="1">
              <a:buClr>
                <a:schemeClr val="tx2"/>
              </a:buClr>
              <a:buSzPct val="120000"/>
              <a:buFont typeface="Arial" charset="0"/>
              <a:buChar char="▫"/>
              <a:defRPr lang="en-CA" baseline="0" dirty="0">
                <a:latin typeface="+mn-lt"/>
              </a:defRPr>
            </a:lvl4pPr>
            <a:lvl5pPr marL="748800" lvl="4" indent="-129600" defTabSz="895350" eaLnBrk="1" latinLnBrk="0" hangingPunct="1">
              <a:buClr>
                <a:schemeClr val="tx2"/>
              </a:buClr>
              <a:buSzPct val="89000"/>
              <a:buFont typeface="Arial" charset="0"/>
              <a:buChar char="-"/>
              <a:defRPr lang="en-CA" baseline="0" dirty="0">
                <a:latin typeface="+mn-lt"/>
              </a:defRPr>
            </a:lvl5pPr>
            <a:lvl6pPr marL="999794" indent="-173575" defTabSz="1193860" fontAlgn="base">
              <a:spcBef>
                <a:spcPct val="0"/>
              </a:spcBef>
              <a:spcAft>
                <a:spcPct val="0"/>
              </a:spcAft>
              <a:buClr>
                <a:schemeClr val="tx2"/>
              </a:buClr>
              <a:buSzPct val="89000"/>
              <a:buFont typeface="Arial" charset="0"/>
              <a:buChar char="-"/>
              <a:defRPr sz="2133" baseline="0">
                <a:latin typeface="+mn-lt"/>
              </a:defRPr>
            </a:lvl6pPr>
            <a:lvl7pPr marL="999794" indent="-173575" defTabSz="1193860" fontAlgn="base">
              <a:spcBef>
                <a:spcPct val="0"/>
              </a:spcBef>
              <a:spcAft>
                <a:spcPct val="0"/>
              </a:spcAft>
              <a:buClr>
                <a:schemeClr val="tx2"/>
              </a:buClr>
              <a:buSzPct val="89000"/>
              <a:buFont typeface="Arial" charset="0"/>
              <a:buChar char="-"/>
              <a:defRPr sz="2133" baseline="0">
                <a:latin typeface="+mn-lt"/>
              </a:defRPr>
            </a:lvl7pPr>
            <a:lvl8pPr marL="999794" indent="-173575" defTabSz="1193860" fontAlgn="base">
              <a:spcBef>
                <a:spcPct val="0"/>
              </a:spcBef>
              <a:spcAft>
                <a:spcPct val="0"/>
              </a:spcAft>
              <a:buClr>
                <a:schemeClr val="tx2"/>
              </a:buClr>
              <a:buSzPct val="89000"/>
              <a:buFont typeface="Arial" charset="0"/>
              <a:buChar char="-"/>
              <a:defRPr sz="2133" baseline="0">
                <a:latin typeface="+mn-lt"/>
              </a:defRPr>
            </a:lvl8pPr>
            <a:lvl9pPr marL="999794" indent="-173575" defTabSz="1193860" fontAlgn="base">
              <a:spcBef>
                <a:spcPct val="0"/>
              </a:spcBef>
              <a:spcAft>
                <a:spcPct val="0"/>
              </a:spcAft>
              <a:buClr>
                <a:schemeClr val="tx2"/>
              </a:buClr>
              <a:buSzPct val="89000"/>
              <a:buFont typeface="Arial" charset="0"/>
              <a:buChar char="-"/>
              <a:defRPr sz="2133" baseline="0">
                <a:latin typeface="+mn-lt"/>
              </a:defRPr>
            </a:lvl9pPr>
          </a:lstStyle>
          <a:p>
            <a:pPr marL="0" marR="0" lvl="0" indent="0" algn="l" defTabSz="913526" rtl="0" eaLnBrk="1" fontAlgn="base" latinLnBrk="0" hangingPunct="1">
              <a:lnSpc>
                <a:spcPct val="100000"/>
              </a:lnSpc>
              <a:spcBef>
                <a:spcPct val="0"/>
              </a:spcBef>
              <a:spcAft>
                <a:spcPct val="0"/>
              </a:spcAft>
              <a:buClr>
                <a:srgbClr val="002960"/>
              </a:buClr>
              <a:buSzPct val="100000"/>
              <a:buFontTx/>
              <a:buNone/>
              <a:tabLst/>
              <a:defRPr/>
            </a:pPr>
            <a:r>
              <a:rPr kumimoji="0" lang="en-US" sz="1200" b="1" i="0" u="none" strike="noStrike" kern="1200" cap="none" spc="0" normalizeH="0" baseline="0" noProof="0">
                <a:ln>
                  <a:noFill/>
                </a:ln>
                <a:solidFill>
                  <a:srgbClr val="000000"/>
                </a:solidFill>
                <a:effectLst/>
                <a:uLnTx/>
                <a:uFillTx/>
                <a:latin typeface="Arial"/>
                <a:ea typeface="+mn-ea"/>
                <a:cs typeface="+mn-cs"/>
              </a:rPr>
              <a:t>Productivity benefit</a:t>
            </a:r>
            <a:r>
              <a:rPr kumimoji="0" lang="en-US" sz="1200" b="0" i="0" u="none" strike="noStrike" kern="1200" cap="none" spc="0" normalizeH="0" baseline="0" noProof="0">
                <a:ln>
                  <a:noFill/>
                </a:ln>
                <a:solidFill>
                  <a:srgbClr val="000000"/>
                </a:solidFill>
                <a:effectLst/>
                <a:uLnTx/>
                <a:uFillTx/>
                <a:latin typeface="Arial"/>
                <a:ea typeface="+mn-ea"/>
                <a:cs typeface="+mn-cs"/>
              </a:rPr>
              <a:t>, $M</a:t>
            </a:r>
            <a:r>
              <a:rPr kumimoji="0" lang="en-US" sz="1200" b="0" i="0" u="none" strike="noStrike" kern="1200" cap="none" spc="0" normalizeH="0" baseline="30000" noProof="0">
                <a:ln>
                  <a:noFill/>
                </a:ln>
                <a:solidFill>
                  <a:srgbClr val="000000"/>
                </a:solidFill>
                <a:effectLst/>
                <a:uLnTx/>
                <a:uFillTx/>
                <a:latin typeface="Arial"/>
                <a:ea typeface="+mn-ea"/>
                <a:cs typeface="+mn-cs"/>
              </a:rPr>
              <a:t>3</a:t>
            </a:r>
            <a:endParaRPr kumimoji="0" lang="en-US" sz="1200" b="0" i="0" u="none" strike="noStrike" kern="1200" cap="none" spc="0" normalizeH="0" baseline="0" noProof="0">
              <a:ln>
                <a:noFill/>
              </a:ln>
              <a:solidFill>
                <a:srgbClr val="000000"/>
              </a:solidFill>
              <a:effectLst/>
              <a:uLnTx/>
              <a:uFillTx/>
              <a:latin typeface="Arial"/>
              <a:ea typeface="+mn-ea"/>
              <a:cs typeface="+mn-cs"/>
            </a:endParaRPr>
          </a:p>
        </p:txBody>
      </p:sp>
      <p:sp>
        <p:nvSpPr>
          <p:cNvPr id="149" name="TextBox 148">
            <a:extLst>
              <a:ext uri="{FF2B5EF4-FFF2-40B4-BE49-F238E27FC236}">
                <a16:creationId xmlns:a16="http://schemas.microsoft.com/office/drawing/2014/main" id="{3A299A67-69BA-2C46-6A30-99A4BD16602D}"/>
              </a:ext>
            </a:extLst>
          </p:cNvPr>
          <p:cNvSpPr txBox="1"/>
          <p:nvPr>
            <p:custDataLst>
              <p:tags r:id="rId19"/>
            </p:custDataLst>
          </p:nvPr>
        </p:nvSpPr>
        <p:spPr>
          <a:xfrm>
            <a:off x="2274501" y="5771049"/>
            <a:ext cx="1107716"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
                <a:srgbClr val="FFFFFF"/>
              </a:buClr>
              <a:buSzPct val="100000"/>
              <a:buFont typeface="Segoe UI" panose="020B0502040204020203" pitchFamily="34" charset="0"/>
              <a:buNone/>
              <a:tabLst/>
              <a:defRPr/>
            </a:pPr>
            <a:r>
              <a:rPr kumimoji="0" lang="en-US" sz="1400" b="1" i="0" u="none" strike="noStrike" kern="1200" cap="none" spc="0" normalizeH="0" baseline="0" noProof="0">
                <a:ln>
                  <a:noFill/>
                </a:ln>
                <a:solidFill>
                  <a:srgbClr val="2251FF"/>
                </a:solidFill>
                <a:effectLst/>
                <a:uLnTx/>
                <a:uFillTx/>
                <a:latin typeface="Georgia"/>
                <a:ea typeface="+mn-ea"/>
                <a:cs typeface="Arial" panose="020B0604020202020204" pitchFamily="34" charset="0"/>
              </a:rPr>
              <a:t>2.5</a:t>
            </a:r>
            <a:r>
              <a:rPr kumimoji="0" lang="en-US" sz="1400" b="0" i="0" u="none" strike="noStrike" kern="1200" cap="none" spc="0" normalizeH="0" baseline="0" noProof="0">
                <a:ln>
                  <a:noFill/>
                </a:ln>
                <a:solidFill>
                  <a:srgbClr val="2251FF"/>
                </a:solidFill>
                <a:effectLst/>
                <a:uLnTx/>
                <a:uFillTx/>
                <a:latin typeface="Arial"/>
                <a:ea typeface="+mn-ea"/>
                <a:cs typeface="Arial" panose="020B0604020202020204" pitchFamily="34" charset="0"/>
              </a:rPr>
              <a:t> – </a:t>
            </a:r>
            <a:r>
              <a:rPr kumimoji="0" lang="en-US" sz="1400" b="1" i="0" u="none" strike="noStrike" kern="1200" cap="none" spc="0" normalizeH="0" baseline="0" noProof="0">
                <a:ln>
                  <a:noFill/>
                </a:ln>
                <a:solidFill>
                  <a:srgbClr val="2251FF"/>
                </a:solidFill>
                <a:effectLst/>
                <a:uLnTx/>
                <a:uFillTx/>
                <a:latin typeface="Georgia"/>
                <a:ea typeface="+mn-ea"/>
                <a:cs typeface="Arial" panose="020B0604020202020204" pitchFamily="34" charset="0"/>
              </a:rPr>
              <a:t>5.1</a:t>
            </a:r>
          </a:p>
        </p:txBody>
      </p:sp>
      <p:sp>
        <p:nvSpPr>
          <p:cNvPr id="150" name="TextBox 149">
            <a:extLst>
              <a:ext uri="{FF2B5EF4-FFF2-40B4-BE49-F238E27FC236}">
                <a16:creationId xmlns:a16="http://schemas.microsoft.com/office/drawing/2014/main" id="{26F0EB94-9F89-C14C-51EC-2FC722B90F59}"/>
              </a:ext>
            </a:extLst>
          </p:cNvPr>
          <p:cNvSpPr txBox="1"/>
          <p:nvPr>
            <p:custDataLst>
              <p:tags r:id="rId20"/>
            </p:custDataLst>
          </p:nvPr>
        </p:nvSpPr>
        <p:spPr>
          <a:xfrm>
            <a:off x="3429772" y="5771049"/>
            <a:ext cx="1107716"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
                <a:srgbClr val="FFFFFF"/>
              </a:buClr>
              <a:buSzPct val="100000"/>
              <a:buFont typeface="Segoe UI" panose="020B0502040204020203" pitchFamily="34" charset="0"/>
              <a:buNone/>
              <a:tabLst/>
              <a:defRPr/>
            </a:pPr>
            <a:r>
              <a:rPr kumimoji="0" lang="en-US" sz="1400" b="1" i="0" u="none" strike="noStrike" kern="1200" cap="none" spc="0" normalizeH="0" baseline="0" noProof="0">
                <a:ln>
                  <a:noFill/>
                </a:ln>
                <a:solidFill>
                  <a:srgbClr val="2251FF"/>
                </a:solidFill>
                <a:effectLst/>
                <a:uLnTx/>
                <a:uFillTx/>
                <a:latin typeface="Georgia"/>
                <a:ea typeface="+mn-ea"/>
                <a:cs typeface="Arial" panose="020B0604020202020204" pitchFamily="34" charset="0"/>
              </a:rPr>
              <a:t>6.8</a:t>
            </a:r>
            <a:r>
              <a:rPr kumimoji="0" lang="en-US" sz="1400" b="0" i="0" u="none" strike="noStrike" kern="1200" cap="none" spc="0" normalizeH="0" baseline="0" noProof="0">
                <a:ln>
                  <a:noFill/>
                </a:ln>
                <a:solidFill>
                  <a:srgbClr val="2251FF"/>
                </a:solidFill>
                <a:effectLst/>
                <a:uLnTx/>
                <a:uFillTx/>
                <a:latin typeface="Arial"/>
                <a:ea typeface="+mn-ea"/>
                <a:cs typeface="Arial" panose="020B0604020202020204" pitchFamily="34" charset="0"/>
              </a:rPr>
              <a:t> – </a:t>
            </a:r>
            <a:r>
              <a:rPr kumimoji="0" lang="en-US" sz="1400" b="1" i="0" u="none" strike="noStrike" kern="1200" cap="none" spc="0" normalizeH="0" baseline="0" noProof="0">
                <a:ln>
                  <a:noFill/>
                </a:ln>
                <a:solidFill>
                  <a:srgbClr val="2251FF"/>
                </a:solidFill>
                <a:effectLst/>
                <a:uLnTx/>
                <a:uFillTx/>
                <a:latin typeface="Georgia"/>
                <a:ea typeface="+mn-ea"/>
                <a:cs typeface="Arial" panose="020B0604020202020204" pitchFamily="34" charset="0"/>
              </a:rPr>
              <a:t>10.9</a:t>
            </a:r>
          </a:p>
        </p:txBody>
      </p:sp>
      <p:sp>
        <p:nvSpPr>
          <p:cNvPr id="151" name="TextBox 150">
            <a:extLst>
              <a:ext uri="{FF2B5EF4-FFF2-40B4-BE49-F238E27FC236}">
                <a16:creationId xmlns:a16="http://schemas.microsoft.com/office/drawing/2014/main" id="{0F666A62-81E8-AA4E-3C4F-ABDFC41D3B67}"/>
              </a:ext>
            </a:extLst>
          </p:cNvPr>
          <p:cNvSpPr txBox="1"/>
          <p:nvPr>
            <p:custDataLst>
              <p:tags r:id="rId21"/>
            </p:custDataLst>
          </p:nvPr>
        </p:nvSpPr>
        <p:spPr>
          <a:xfrm>
            <a:off x="4587999" y="5771049"/>
            <a:ext cx="1107716" cy="215444"/>
          </a:xfrm>
          <a:prstGeom prst="rect">
            <a:avLst/>
          </a:prstGeom>
        </p:spPr>
        <p:txBody>
          <a:bodyPr vert="horz" wrap="square" lIns="0" tIns="0" rIns="0" bIns="0" rtlCol="0" anchor="t">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sz="1600">
                <a:cs typeface="Arial" panose="020B0604020202020204" pitchFamily="34" charset="0"/>
              </a:defRPr>
            </a:lvl1pPr>
            <a:lvl2pPr marL="228600" lvl="1" indent="-228600">
              <a:lnSpc>
                <a:spcPct val="100000"/>
              </a:lnSpc>
              <a:spcBef>
                <a:spcPts val="0"/>
              </a:spcBef>
              <a:spcAft>
                <a:spcPts val="300"/>
              </a:spcAft>
              <a:buClr>
                <a:schemeClr val="tx1"/>
              </a:buClr>
              <a:buSzPct val="100000"/>
              <a:buFont typeface="Wingdings" panose="05000000000000000000" pitchFamily="2" charset="2"/>
              <a:buChar char=""/>
              <a:defRPr sz="1600">
                <a:cs typeface="Arial" panose="020B0604020202020204" pitchFamily="34" charset="0"/>
              </a:defRPr>
            </a:lvl2pPr>
            <a:lvl3pPr marL="512064" lvl="2" indent="-283464">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3pPr>
            <a:lvl4pPr marL="740664" lvl="3" indent="-18288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4pPr>
            <a:lvl5pPr marL="914400" lvl="4" indent="-137160">
              <a:lnSpc>
                <a:spcPct val="100000"/>
              </a:lnSpc>
              <a:spcBef>
                <a:spcPts val="0"/>
              </a:spcBef>
              <a:spcAft>
                <a:spcPts val="300"/>
              </a:spcAft>
              <a:buClr>
                <a:schemeClr val="tx1"/>
              </a:buClr>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0"/>
              </a:spcBef>
              <a:spcAft>
                <a:spcPts val="0"/>
              </a:spcAft>
              <a:buClr>
                <a:srgbClr val="FFFFFF"/>
              </a:buClr>
              <a:buSzPct val="100000"/>
              <a:buFont typeface="Segoe UI" panose="020B0502040204020203" pitchFamily="34" charset="0"/>
              <a:buNone/>
              <a:tabLst/>
              <a:defRPr/>
            </a:pPr>
            <a:r>
              <a:rPr kumimoji="0" lang="en-US" sz="1400" b="1" i="0" u="none" strike="noStrike" kern="1200" cap="none" spc="0" normalizeH="0" baseline="0" noProof="0">
                <a:ln>
                  <a:noFill/>
                </a:ln>
                <a:solidFill>
                  <a:srgbClr val="2251FF"/>
                </a:solidFill>
                <a:effectLst/>
                <a:uLnTx/>
                <a:uFillTx/>
                <a:latin typeface="Georgia"/>
                <a:ea typeface="+mn-ea"/>
                <a:cs typeface="Arial" panose="020B0604020202020204" pitchFamily="34" charset="0"/>
              </a:rPr>
              <a:t>13.1</a:t>
            </a:r>
            <a:r>
              <a:rPr kumimoji="0" lang="en-US" sz="1400" b="0" i="0" u="none" strike="noStrike" kern="1200" cap="none" spc="0" normalizeH="0" baseline="0" noProof="0">
                <a:ln>
                  <a:noFill/>
                </a:ln>
                <a:solidFill>
                  <a:srgbClr val="2251FF"/>
                </a:solidFill>
                <a:effectLst/>
                <a:uLnTx/>
                <a:uFillTx/>
                <a:latin typeface="Arial"/>
                <a:ea typeface="+mn-ea"/>
                <a:cs typeface="Arial" panose="020B0604020202020204" pitchFamily="34" charset="0"/>
              </a:rPr>
              <a:t> – </a:t>
            </a:r>
            <a:r>
              <a:rPr kumimoji="0" lang="en-US" sz="1400" b="1" i="0" u="none" strike="noStrike" kern="1200" cap="none" spc="0" normalizeH="0" baseline="0" noProof="0">
                <a:ln>
                  <a:noFill/>
                </a:ln>
                <a:solidFill>
                  <a:srgbClr val="2251FF"/>
                </a:solidFill>
                <a:effectLst/>
                <a:uLnTx/>
                <a:uFillTx/>
                <a:latin typeface="Georgia"/>
                <a:ea typeface="+mn-ea"/>
                <a:cs typeface="Arial" panose="020B0604020202020204" pitchFamily="34" charset="0"/>
              </a:rPr>
              <a:t>19.0</a:t>
            </a:r>
          </a:p>
        </p:txBody>
      </p:sp>
      <p:sp>
        <p:nvSpPr>
          <p:cNvPr id="153" name="TextBox 152">
            <a:extLst>
              <a:ext uri="{FF2B5EF4-FFF2-40B4-BE49-F238E27FC236}">
                <a16:creationId xmlns:a16="http://schemas.microsoft.com/office/drawing/2014/main" id="{2FE62F68-AFED-3541-D875-36D368F9CBC9}"/>
              </a:ext>
            </a:extLst>
          </p:cNvPr>
          <p:cNvSpPr txBox="1">
            <a:spLocks/>
          </p:cNvSpPr>
          <p:nvPr/>
        </p:nvSpPr>
        <p:spPr>
          <a:xfrm>
            <a:off x="1567444" y="3281119"/>
            <a:ext cx="70705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of baseline</a:t>
            </a:r>
          </a:p>
        </p:txBody>
      </p:sp>
      <p:sp>
        <p:nvSpPr>
          <p:cNvPr id="155" name="TextBox 154">
            <a:extLst>
              <a:ext uri="{FF2B5EF4-FFF2-40B4-BE49-F238E27FC236}">
                <a16:creationId xmlns:a16="http://schemas.microsoft.com/office/drawing/2014/main" id="{44C9F563-58F7-3482-2F2A-4198918DC1BC}"/>
              </a:ext>
            </a:extLst>
          </p:cNvPr>
          <p:cNvSpPr txBox="1">
            <a:spLocks/>
          </p:cNvSpPr>
          <p:nvPr/>
        </p:nvSpPr>
        <p:spPr>
          <a:xfrm>
            <a:off x="1567444" y="4032046"/>
            <a:ext cx="70705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of baseline</a:t>
            </a:r>
          </a:p>
        </p:txBody>
      </p:sp>
      <p:sp>
        <p:nvSpPr>
          <p:cNvPr id="158" name="TextBox 157">
            <a:extLst>
              <a:ext uri="{FF2B5EF4-FFF2-40B4-BE49-F238E27FC236}">
                <a16:creationId xmlns:a16="http://schemas.microsoft.com/office/drawing/2014/main" id="{56584DEE-2E4B-3D2F-7777-853716041D15}"/>
              </a:ext>
            </a:extLst>
          </p:cNvPr>
          <p:cNvSpPr txBox="1">
            <a:spLocks/>
          </p:cNvSpPr>
          <p:nvPr/>
        </p:nvSpPr>
        <p:spPr>
          <a:xfrm>
            <a:off x="1567444" y="4685842"/>
            <a:ext cx="70705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of baseline</a:t>
            </a:r>
          </a:p>
        </p:txBody>
      </p:sp>
      <p:sp>
        <p:nvSpPr>
          <p:cNvPr id="159" name="TextBox 158">
            <a:extLst>
              <a:ext uri="{FF2B5EF4-FFF2-40B4-BE49-F238E27FC236}">
                <a16:creationId xmlns:a16="http://schemas.microsoft.com/office/drawing/2014/main" id="{B36ABD40-3B62-28C8-B52C-B94F9A776397}"/>
              </a:ext>
            </a:extLst>
          </p:cNvPr>
          <p:cNvSpPr txBox="1">
            <a:spLocks/>
          </p:cNvSpPr>
          <p:nvPr/>
        </p:nvSpPr>
        <p:spPr>
          <a:xfrm>
            <a:off x="1567444" y="5449050"/>
            <a:ext cx="707056" cy="213169"/>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of baseline</a:t>
            </a:r>
          </a:p>
        </p:txBody>
      </p:sp>
      <p:sp>
        <p:nvSpPr>
          <p:cNvPr id="161" name="TextBox 160">
            <a:extLst>
              <a:ext uri="{FF2B5EF4-FFF2-40B4-BE49-F238E27FC236}">
                <a16:creationId xmlns:a16="http://schemas.microsoft.com/office/drawing/2014/main" id="{31B964D1-E9AF-C288-B0B8-A7C5FF11521B}"/>
              </a:ext>
            </a:extLst>
          </p:cNvPr>
          <p:cNvSpPr txBox="1">
            <a:spLocks/>
          </p:cNvSpPr>
          <p:nvPr/>
        </p:nvSpPr>
        <p:spPr>
          <a:xfrm>
            <a:off x="1567444" y="5994332"/>
            <a:ext cx="707056" cy="307777"/>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1" i="1" u="none" strike="noStrike" kern="1200" cap="none" spc="0" normalizeH="0" baseline="0" noProof="0">
                <a:ln>
                  <a:noFill/>
                </a:ln>
                <a:solidFill>
                  <a:srgbClr val="000000"/>
                </a:solidFill>
                <a:effectLst/>
                <a:uLnTx/>
                <a:uFillTx/>
                <a:latin typeface="Arial"/>
                <a:ea typeface="+mn-ea"/>
                <a:cs typeface="Arial" panose="020B0604020202020204" pitchFamily="34" charset="0"/>
              </a:rPr>
              <a:t>% of baseline</a:t>
            </a:r>
          </a:p>
        </p:txBody>
      </p:sp>
      <p:sp>
        <p:nvSpPr>
          <p:cNvPr id="162" name="TextBox 161">
            <a:extLst>
              <a:ext uri="{FF2B5EF4-FFF2-40B4-BE49-F238E27FC236}">
                <a16:creationId xmlns:a16="http://schemas.microsoft.com/office/drawing/2014/main" id="{5BE4140E-2A3C-6CF9-A9B0-588C31AA1F55}"/>
              </a:ext>
            </a:extLst>
          </p:cNvPr>
          <p:cNvSpPr txBox="1">
            <a:spLocks/>
          </p:cNvSpPr>
          <p:nvPr/>
        </p:nvSpPr>
        <p:spPr>
          <a:xfrm>
            <a:off x="2274500" y="5994332"/>
            <a:ext cx="1107716" cy="307777"/>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1" i="1" u="none" strike="noStrike" kern="1200" cap="none" spc="0" normalizeH="0" baseline="0" noProof="0">
                <a:ln>
                  <a:noFill/>
                </a:ln>
                <a:solidFill>
                  <a:srgbClr val="000000"/>
                </a:solidFill>
                <a:effectLst/>
                <a:uLnTx/>
                <a:uFillTx/>
                <a:latin typeface="Arial"/>
                <a:ea typeface="+mn-ea"/>
                <a:cs typeface="Arial" panose="020B0604020202020204" pitchFamily="34" charset="0"/>
              </a:rPr>
              <a:t>8-18%</a:t>
            </a:r>
          </a:p>
        </p:txBody>
      </p:sp>
      <p:sp>
        <p:nvSpPr>
          <p:cNvPr id="163" name="TextBox 162">
            <a:extLst>
              <a:ext uri="{FF2B5EF4-FFF2-40B4-BE49-F238E27FC236}">
                <a16:creationId xmlns:a16="http://schemas.microsoft.com/office/drawing/2014/main" id="{80D180FB-53DC-6A91-0599-4EC0CB0DC775}"/>
              </a:ext>
            </a:extLst>
          </p:cNvPr>
          <p:cNvSpPr txBox="1">
            <a:spLocks/>
          </p:cNvSpPr>
          <p:nvPr/>
        </p:nvSpPr>
        <p:spPr>
          <a:xfrm>
            <a:off x="3344574" y="5994332"/>
            <a:ext cx="1107716" cy="307777"/>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1" i="1" u="none" strike="noStrike" kern="1200" cap="none" spc="0" normalizeH="0" baseline="0" noProof="0">
                <a:ln>
                  <a:noFill/>
                </a:ln>
                <a:solidFill>
                  <a:srgbClr val="000000"/>
                </a:solidFill>
                <a:effectLst/>
                <a:uLnTx/>
                <a:uFillTx/>
                <a:latin typeface="Arial"/>
                <a:ea typeface="+mn-ea"/>
                <a:cs typeface="Arial" panose="020B0604020202020204" pitchFamily="34" charset="0"/>
              </a:rPr>
              <a:t>24-38%</a:t>
            </a:r>
          </a:p>
        </p:txBody>
      </p:sp>
      <p:sp>
        <p:nvSpPr>
          <p:cNvPr id="164" name="TextBox 163">
            <a:extLst>
              <a:ext uri="{FF2B5EF4-FFF2-40B4-BE49-F238E27FC236}">
                <a16:creationId xmlns:a16="http://schemas.microsoft.com/office/drawing/2014/main" id="{E492FEC7-54F3-A241-4515-BA62CFEBA4BD}"/>
              </a:ext>
            </a:extLst>
          </p:cNvPr>
          <p:cNvSpPr txBox="1">
            <a:spLocks/>
          </p:cNvSpPr>
          <p:nvPr/>
        </p:nvSpPr>
        <p:spPr>
          <a:xfrm>
            <a:off x="4566798" y="5994332"/>
            <a:ext cx="1107716" cy="307777"/>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1" i="1" u="none" strike="noStrike" kern="1200" cap="none" spc="0" normalizeH="0" baseline="0" noProof="0">
                <a:ln>
                  <a:noFill/>
                </a:ln>
                <a:solidFill>
                  <a:srgbClr val="000000"/>
                </a:solidFill>
                <a:effectLst/>
                <a:uLnTx/>
                <a:uFillTx/>
                <a:latin typeface="Arial"/>
                <a:ea typeface="+mn-ea"/>
                <a:cs typeface="Arial" panose="020B0604020202020204" pitchFamily="34" charset="0"/>
              </a:rPr>
              <a:t>45-65%</a:t>
            </a:r>
          </a:p>
        </p:txBody>
      </p:sp>
      <p:sp>
        <p:nvSpPr>
          <p:cNvPr id="3" name="TextBox 2">
            <a:extLst>
              <a:ext uri="{FF2B5EF4-FFF2-40B4-BE49-F238E27FC236}">
                <a16:creationId xmlns:a16="http://schemas.microsoft.com/office/drawing/2014/main" id="{DCAF3F3C-0123-C694-AE9E-72CFA546224A}"/>
              </a:ext>
            </a:extLst>
          </p:cNvPr>
          <p:cNvSpPr txBox="1">
            <a:spLocks/>
          </p:cNvSpPr>
          <p:nvPr/>
        </p:nvSpPr>
        <p:spPr>
          <a:xfrm>
            <a:off x="8091628" y="2547843"/>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No major initiatives</a:t>
            </a:r>
          </a:p>
        </p:txBody>
      </p:sp>
      <p:sp>
        <p:nvSpPr>
          <p:cNvPr id="4" name="TextBox 3">
            <a:extLst>
              <a:ext uri="{FF2B5EF4-FFF2-40B4-BE49-F238E27FC236}">
                <a16:creationId xmlns:a16="http://schemas.microsoft.com/office/drawing/2014/main" id="{388B418B-7EA8-26BA-2205-9199EE5EEB63}"/>
              </a:ext>
            </a:extLst>
          </p:cNvPr>
          <p:cNvSpPr txBox="1">
            <a:spLocks/>
          </p:cNvSpPr>
          <p:nvPr/>
        </p:nvSpPr>
        <p:spPr>
          <a:xfrm>
            <a:off x="6880517" y="2547843"/>
            <a:ext cx="1185710" cy="195056"/>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Improves speed to order, minor visibility gains</a:t>
            </a:r>
          </a:p>
        </p:txBody>
      </p:sp>
      <p:sp>
        <p:nvSpPr>
          <p:cNvPr id="11" name="TextBox 10">
            <a:extLst>
              <a:ext uri="{FF2B5EF4-FFF2-40B4-BE49-F238E27FC236}">
                <a16:creationId xmlns:a16="http://schemas.microsoft.com/office/drawing/2014/main" id="{9DE496F7-569C-C519-2E7F-F7D22390676D}"/>
              </a:ext>
            </a:extLst>
          </p:cNvPr>
          <p:cNvSpPr txBox="1">
            <a:spLocks/>
          </p:cNvSpPr>
          <p:nvPr/>
        </p:nvSpPr>
        <p:spPr>
          <a:xfrm>
            <a:off x="9312454" y="2547843"/>
            <a:ext cx="1107713" cy="26404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QOE/VOE and SAP dependencies</a:t>
            </a:r>
          </a:p>
        </p:txBody>
      </p:sp>
      <p:sp>
        <p:nvSpPr>
          <p:cNvPr id="12" name="TextBox 11">
            <a:extLst>
              <a:ext uri="{FF2B5EF4-FFF2-40B4-BE49-F238E27FC236}">
                <a16:creationId xmlns:a16="http://schemas.microsoft.com/office/drawing/2014/main" id="{46757572-8DAD-6E89-1CE8-7D6C7B906D39}"/>
              </a:ext>
            </a:extLst>
          </p:cNvPr>
          <p:cNvSpPr txBox="1">
            <a:spLocks/>
          </p:cNvSpPr>
          <p:nvPr/>
        </p:nvSpPr>
        <p:spPr>
          <a:xfrm>
            <a:off x="10495379" y="2547844"/>
            <a:ext cx="1174492" cy="15103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Process-led changes &amp; MVP AI implementation</a:t>
            </a:r>
          </a:p>
        </p:txBody>
      </p:sp>
      <p:sp>
        <p:nvSpPr>
          <p:cNvPr id="13" name="TextBox 12">
            <a:extLst>
              <a:ext uri="{FF2B5EF4-FFF2-40B4-BE49-F238E27FC236}">
                <a16:creationId xmlns:a16="http://schemas.microsoft.com/office/drawing/2014/main" id="{1C25070F-BA9F-2E8D-6D1F-03FAF3E3F6C1}"/>
              </a:ext>
            </a:extLst>
          </p:cNvPr>
          <p:cNvSpPr txBox="1">
            <a:spLocks/>
          </p:cNvSpPr>
          <p:nvPr/>
        </p:nvSpPr>
        <p:spPr>
          <a:xfrm>
            <a:off x="6880517" y="3268116"/>
            <a:ext cx="1107714"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Direct impact on fulfillment speed, UX, and product availability</a:t>
            </a:r>
          </a:p>
        </p:txBody>
      </p:sp>
      <p:sp>
        <p:nvSpPr>
          <p:cNvPr id="35" name="TextBox 34">
            <a:extLst>
              <a:ext uri="{FF2B5EF4-FFF2-40B4-BE49-F238E27FC236}">
                <a16:creationId xmlns:a16="http://schemas.microsoft.com/office/drawing/2014/main" id="{DE8B4346-7D8F-0C50-FA6A-25951D49CBAA}"/>
              </a:ext>
            </a:extLst>
          </p:cNvPr>
          <p:cNvSpPr txBox="1">
            <a:spLocks/>
          </p:cNvSpPr>
          <p:nvPr/>
        </p:nvSpPr>
        <p:spPr>
          <a:xfrm>
            <a:off x="10495379" y="3268116"/>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Automate manual process &amp; refine intake</a:t>
            </a:r>
          </a:p>
        </p:txBody>
      </p:sp>
      <p:sp>
        <p:nvSpPr>
          <p:cNvPr id="38" name="TextBox 37">
            <a:extLst>
              <a:ext uri="{FF2B5EF4-FFF2-40B4-BE49-F238E27FC236}">
                <a16:creationId xmlns:a16="http://schemas.microsoft.com/office/drawing/2014/main" id="{DA930160-1482-D89A-51B3-C50C99769BA2}"/>
              </a:ext>
            </a:extLst>
          </p:cNvPr>
          <p:cNvSpPr txBox="1">
            <a:spLocks/>
          </p:cNvSpPr>
          <p:nvPr/>
        </p:nvSpPr>
        <p:spPr>
          <a:xfrm>
            <a:off x="6880517" y="4071070"/>
            <a:ext cx="1107714"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Reduction in price errors, faster processing</a:t>
            </a:r>
          </a:p>
        </p:txBody>
      </p:sp>
      <p:sp>
        <p:nvSpPr>
          <p:cNvPr id="43" name="TextBox 42">
            <a:extLst>
              <a:ext uri="{FF2B5EF4-FFF2-40B4-BE49-F238E27FC236}">
                <a16:creationId xmlns:a16="http://schemas.microsoft.com/office/drawing/2014/main" id="{9ACFC037-650F-6A7A-CCBC-0221BA8C0E35}"/>
              </a:ext>
            </a:extLst>
          </p:cNvPr>
          <p:cNvSpPr txBox="1">
            <a:spLocks/>
          </p:cNvSpPr>
          <p:nvPr/>
        </p:nvSpPr>
        <p:spPr>
          <a:xfrm>
            <a:off x="8091628" y="4071070"/>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DSCO initiative, limited direct overlap</a:t>
            </a:r>
          </a:p>
        </p:txBody>
      </p:sp>
      <p:sp>
        <p:nvSpPr>
          <p:cNvPr id="54" name="TextBox 53">
            <a:extLst>
              <a:ext uri="{FF2B5EF4-FFF2-40B4-BE49-F238E27FC236}">
                <a16:creationId xmlns:a16="http://schemas.microsoft.com/office/drawing/2014/main" id="{30597DDC-DDAB-51F9-CD21-FC6517611C95}"/>
              </a:ext>
            </a:extLst>
          </p:cNvPr>
          <p:cNvSpPr txBox="1">
            <a:spLocks/>
          </p:cNvSpPr>
          <p:nvPr/>
        </p:nvSpPr>
        <p:spPr>
          <a:xfrm>
            <a:off x="9312455" y="4071070"/>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QOE/VOE and SAP dependencies</a:t>
            </a:r>
          </a:p>
        </p:txBody>
      </p:sp>
      <p:sp>
        <p:nvSpPr>
          <p:cNvPr id="56" name="TextBox 55">
            <a:extLst>
              <a:ext uri="{FF2B5EF4-FFF2-40B4-BE49-F238E27FC236}">
                <a16:creationId xmlns:a16="http://schemas.microsoft.com/office/drawing/2014/main" id="{D2C40534-90D7-E5E0-1B13-AE45054B92B8}"/>
              </a:ext>
            </a:extLst>
          </p:cNvPr>
          <p:cNvSpPr txBox="1">
            <a:spLocks/>
          </p:cNvSpPr>
          <p:nvPr/>
        </p:nvSpPr>
        <p:spPr>
          <a:xfrm>
            <a:off x="10495379" y="4071070"/>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Quick wins in process &amp; early agentification</a:t>
            </a:r>
          </a:p>
        </p:txBody>
      </p:sp>
      <p:sp>
        <p:nvSpPr>
          <p:cNvPr id="58" name="TextBox 57">
            <a:extLst>
              <a:ext uri="{FF2B5EF4-FFF2-40B4-BE49-F238E27FC236}">
                <a16:creationId xmlns:a16="http://schemas.microsoft.com/office/drawing/2014/main" id="{CC852514-9830-94C6-2FE1-4B0A3175106F}"/>
              </a:ext>
            </a:extLst>
          </p:cNvPr>
          <p:cNvSpPr txBox="1">
            <a:spLocks/>
          </p:cNvSpPr>
          <p:nvPr/>
        </p:nvSpPr>
        <p:spPr>
          <a:xfrm>
            <a:off x="6880517" y="4710102"/>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Quicker resolution and improved fulfillment</a:t>
            </a:r>
          </a:p>
        </p:txBody>
      </p:sp>
      <p:sp>
        <p:nvSpPr>
          <p:cNvPr id="66" name="TextBox 65">
            <a:extLst>
              <a:ext uri="{FF2B5EF4-FFF2-40B4-BE49-F238E27FC236}">
                <a16:creationId xmlns:a16="http://schemas.microsoft.com/office/drawing/2014/main" id="{AEB12C48-DBBD-A3D4-DC25-B02748730907}"/>
              </a:ext>
            </a:extLst>
          </p:cNvPr>
          <p:cNvSpPr txBox="1">
            <a:spLocks/>
          </p:cNvSpPr>
          <p:nvPr/>
        </p:nvSpPr>
        <p:spPr>
          <a:xfrm>
            <a:off x="10495379" y="4730493"/>
            <a:ext cx="1107713" cy="155007"/>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Automate manual process &amp; refine intake</a:t>
            </a:r>
          </a:p>
        </p:txBody>
      </p:sp>
      <p:sp>
        <p:nvSpPr>
          <p:cNvPr id="68" name="TextBox 67">
            <a:extLst>
              <a:ext uri="{FF2B5EF4-FFF2-40B4-BE49-F238E27FC236}">
                <a16:creationId xmlns:a16="http://schemas.microsoft.com/office/drawing/2014/main" id="{9582A77A-0DA3-D060-21F3-8902D8BBFACB}"/>
              </a:ext>
            </a:extLst>
          </p:cNvPr>
          <p:cNvSpPr txBox="1">
            <a:spLocks/>
          </p:cNvSpPr>
          <p:nvPr/>
        </p:nvSpPr>
        <p:spPr>
          <a:xfrm>
            <a:off x="6880517" y="5420424"/>
            <a:ext cx="1107713" cy="24117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Increased precision/speed of WISMO answers</a:t>
            </a:r>
          </a:p>
        </p:txBody>
      </p:sp>
      <p:sp>
        <p:nvSpPr>
          <p:cNvPr id="72" name="TextBox 71">
            <a:extLst>
              <a:ext uri="{FF2B5EF4-FFF2-40B4-BE49-F238E27FC236}">
                <a16:creationId xmlns:a16="http://schemas.microsoft.com/office/drawing/2014/main" id="{30CEC08F-93B6-8597-6555-430B45A73425}"/>
              </a:ext>
            </a:extLst>
          </p:cNvPr>
          <p:cNvSpPr txBox="1">
            <a:spLocks/>
          </p:cNvSpPr>
          <p:nvPr/>
        </p:nvSpPr>
        <p:spPr>
          <a:xfrm>
            <a:off x="10495379" y="5055281"/>
            <a:ext cx="1107715" cy="307777"/>
          </a:xfrm>
          <a:prstGeom prst="rect">
            <a:avLst/>
          </a:prstGeom>
          <a:solidFill>
            <a:srgbClr val="FFC000"/>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6" name="TextBox 75">
            <a:extLst>
              <a:ext uri="{FF2B5EF4-FFF2-40B4-BE49-F238E27FC236}">
                <a16:creationId xmlns:a16="http://schemas.microsoft.com/office/drawing/2014/main" id="{2128B6F7-9725-16DF-7A08-FC9759A1D64E}"/>
              </a:ext>
            </a:extLst>
          </p:cNvPr>
          <p:cNvSpPr txBox="1">
            <a:spLocks/>
          </p:cNvSpPr>
          <p:nvPr/>
        </p:nvSpPr>
        <p:spPr>
          <a:xfrm>
            <a:off x="10495379" y="5420424"/>
            <a:ext cx="1096643" cy="192499"/>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Deployment complexity potentially driving delays</a:t>
            </a:r>
          </a:p>
        </p:txBody>
      </p:sp>
      <p:cxnSp>
        <p:nvCxnSpPr>
          <p:cNvPr id="156" name="Connector: Elbow 155">
            <a:extLst>
              <a:ext uri="{FF2B5EF4-FFF2-40B4-BE49-F238E27FC236}">
                <a16:creationId xmlns:a16="http://schemas.microsoft.com/office/drawing/2014/main" id="{15EAED12-F3DE-482D-C265-74EE70697C49}"/>
              </a:ext>
            </a:extLst>
          </p:cNvPr>
          <p:cNvCxnSpPr>
            <a:cxnSpLocks/>
          </p:cNvCxnSpPr>
          <p:nvPr/>
        </p:nvCxnSpPr>
        <p:spPr>
          <a:xfrm rot="10800000" flipV="1">
            <a:off x="778576" y="2347650"/>
            <a:ext cx="12700" cy="1507443"/>
          </a:xfrm>
          <a:prstGeom prst="bentConnector3">
            <a:avLst>
              <a:gd name="adj1" fmla="val 1800000"/>
            </a:avLst>
          </a:prstGeom>
          <a:ln w="12700" cap="flat">
            <a:solidFill>
              <a:schemeClr val="accent1"/>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CBBE7B7D-8FAD-F01E-3B03-BD5FA9059CD8}"/>
              </a:ext>
            </a:extLst>
          </p:cNvPr>
          <p:cNvCxnSpPr>
            <a:cxnSpLocks/>
          </p:cNvCxnSpPr>
          <p:nvPr/>
        </p:nvCxnSpPr>
        <p:spPr>
          <a:xfrm flipH="1">
            <a:off x="403142" y="3064693"/>
            <a:ext cx="158415" cy="0"/>
          </a:xfrm>
          <a:prstGeom prst="line">
            <a:avLst/>
          </a:prstGeom>
          <a:ln w="12700" cap="flat">
            <a:solidFill>
              <a:schemeClr val="accent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70" name="TextBox 169">
            <a:extLst>
              <a:ext uri="{FF2B5EF4-FFF2-40B4-BE49-F238E27FC236}">
                <a16:creationId xmlns:a16="http://schemas.microsoft.com/office/drawing/2014/main" id="{D4FBABE6-3DBD-DA3E-DCAD-06D8BD0B96F2}"/>
              </a:ext>
            </a:extLst>
          </p:cNvPr>
          <p:cNvSpPr txBox="1">
            <a:spLocks/>
          </p:cNvSpPr>
          <p:nvPr/>
        </p:nvSpPr>
        <p:spPr>
          <a:xfrm rot="16200000">
            <a:off x="-226836" y="2960231"/>
            <a:ext cx="996997" cy="202204"/>
          </a:xfrm>
          <a:prstGeom prst="rect">
            <a:avLst/>
          </a:prstGeom>
          <a:noFill/>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1" u="none" strike="noStrike" kern="1200" cap="none" spc="0" normalizeH="0" baseline="0" noProof="0">
                <a:ln>
                  <a:noFill/>
                </a:ln>
                <a:solidFill>
                  <a:srgbClr val="061F79"/>
                </a:solidFill>
                <a:effectLst/>
                <a:uLnTx/>
                <a:uFillTx/>
                <a:latin typeface="Arial"/>
                <a:ea typeface="+mn-ea"/>
                <a:cs typeface="Arial" panose="020B0604020202020204" pitchFamily="34" charset="0"/>
              </a:rPr>
              <a:t>Process linkage with similar solution sets</a:t>
            </a:r>
          </a:p>
        </p:txBody>
      </p:sp>
      <p:sp>
        <p:nvSpPr>
          <p:cNvPr id="24" name="TextBox 23">
            <a:extLst>
              <a:ext uri="{FF2B5EF4-FFF2-40B4-BE49-F238E27FC236}">
                <a16:creationId xmlns:a16="http://schemas.microsoft.com/office/drawing/2014/main" id="{2D3DF382-F9BF-B1C9-8508-0E62FEF8FE90}"/>
              </a:ext>
            </a:extLst>
          </p:cNvPr>
          <p:cNvSpPr txBox="1">
            <a:spLocks/>
          </p:cNvSpPr>
          <p:nvPr/>
        </p:nvSpPr>
        <p:spPr>
          <a:xfrm>
            <a:off x="9312454" y="2183749"/>
            <a:ext cx="1107715" cy="307777"/>
          </a:xfrm>
          <a:prstGeom prst="rect">
            <a:avLst/>
          </a:prstGeom>
          <a:solidFill>
            <a:srgbClr val="FFC000"/>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7" name="TextBox 36">
            <a:extLst>
              <a:ext uri="{FF2B5EF4-FFF2-40B4-BE49-F238E27FC236}">
                <a16:creationId xmlns:a16="http://schemas.microsoft.com/office/drawing/2014/main" id="{3D934891-DC80-FC28-0AC2-F76CB802084E}"/>
              </a:ext>
            </a:extLst>
          </p:cNvPr>
          <p:cNvSpPr txBox="1">
            <a:spLocks/>
          </p:cNvSpPr>
          <p:nvPr/>
        </p:nvSpPr>
        <p:spPr>
          <a:xfrm>
            <a:off x="9312454" y="3720318"/>
            <a:ext cx="1107715" cy="307777"/>
          </a:xfrm>
          <a:prstGeom prst="rect">
            <a:avLst/>
          </a:prstGeom>
          <a:solidFill>
            <a:srgbClr val="FFC000"/>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160" name="MoonQuater 166">
            <a:extLst>
              <a:ext uri="{FF2B5EF4-FFF2-40B4-BE49-F238E27FC236}">
                <a16:creationId xmlns:a16="http://schemas.microsoft.com/office/drawing/2014/main" id="{7823FC29-40FC-9158-2F7F-631277219998}"/>
              </a:ext>
            </a:extLst>
          </p:cNvPr>
          <p:cNvGrpSpPr>
            <a:grpSpLocks noChangeAspect="1"/>
          </p:cNvGrpSpPr>
          <p:nvPr>
            <p:custDataLst>
              <p:tags r:id="rId22"/>
            </p:custDataLst>
          </p:nvPr>
        </p:nvGrpSpPr>
        <p:grpSpPr>
          <a:xfrm>
            <a:off x="6173434" y="2188436"/>
            <a:ext cx="329419" cy="329419"/>
            <a:chOff x="762000" y="1270000"/>
            <a:chExt cx="254000" cy="254000"/>
          </a:xfrm>
        </p:grpSpPr>
        <p:sp>
          <p:nvSpPr>
            <p:cNvPr id="147" name="Oval 146">
              <a:extLst>
                <a:ext uri="{FF2B5EF4-FFF2-40B4-BE49-F238E27FC236}">
                  <a16:creationId xmlns:a16="http://schemas.microsoft.com/office/drawing/2014/main" id="{5AB33BB2-FBA0-9FE5-8FF8-3277E16D9557}"/>
                </a:ext>
              </a:extLst>
            </p:cNvPr>
            <p:cNvSpPr/>
            <p:nvPr>
              <p:custDataLst>
                <p:tags r:id="rId42"/>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54" name="Arc 153">
              <a:extLst>
                <a:ext uri="{FF2B5EF4-FFF2-40B4-BE49-F238E27FC236}">
                  <a16:creationId xmlns:a16="http://schemas.microsoft.com/office/drawing/2014/main" id="{76D2ABFF-C907-B93F-937B-289FA1E9371F}"/>
                </a:ext>
              </a:extLst>
            </p:cNvPr>
            <p:cNvSpPr/>
            <p:nvPr>
              <p:custDataLst>
                <p:tags r:id="rId43"/>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69" name="MoonQuater 166">
            <a:extLst>
              <a:ext uri="{FF2B5EF4-FFF2-40B4-BE49-F238E27FC236}">
                <a16:creationId xmlns:a16="http://schemas.microsoft.com/office/drawing/2014/main" id="{679EA241-CB2D-E3DD-9920-8C2335279B45}"/>
              </a:ext>
            </a:extLst>
          </p:cNvPr>
          <p:cNvGrpSpPr>
            <a:grpSpLocks noChangeAspect="1"/>
          </p:cNvGrpSpPr>
          <p:nvPr>
            <p:custDataLst>
              <p:tags r:id="rId23"/>
            </p:custDataLst>
          </p:nvPr>
        </p:nvGrpSpPr>
        <p:grpSpPr>
          <a:xfrm>
            <a:off x="6173434" y="2907359"/>
            <a:ext cx="329419" cy="329419"/>
            <a:chOff x="762000" y="1270000"/>
            <a:chExt cx="254000" cy="254000"/>
          </a:xfrm>
        </p:grpSpPr>
        <p:sp>
          <p:nvSpPr>
            <p:cNvPr id="174" name="Oval 173">
              <a:extLst>
                <a:ext uri="{FF2B5EF4-FFF2-40B4-BE49-F238E27FC236}">
                  <a16:creationId xmlns:a16="http://schemas.microsoft.com/office/drawing/2014/main" id="{E7DA7ACD-5FDA-B7DE-568E-DD15868FF437}"/>
                </a:ext>
              </a:extLst>
            </p:cNvPr>
            <p:cNvSpPr/>
            <p:nvPr>
              <p:custDataLst>
                <p:tags r:id="rId40"/>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75" name="Arc 174">
              <a:extLst>
                <a:ext uri="{FF2B5EF4-FFF2-40B4-BE49-F238E27FC236}">
                  <a16:creationId xmlns:a16="http://schemas.microsoft.com/office/drawing/2014/main" id="{A7B95AAC-1117-E9CB-8927-E99A57A9014B}"/>
                </a:ext>
              </a:extLst>
            </p:cNvPr>
            <p:cNvSpPr/>
            <p:nvPr>
              <p:custDataLst>
                <p:tags r:id="rId41"/>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76" name="MoonQuater 166">
            <a:extLst>
              <a:ext uri="{FF2B5EF4-FFF2-40B4-BE49-F238E27FC236}">
                <a16:creationId xmlns:a16="http://schemas.microsoft.com/office/drawing/2014/main" id="{5ABCF68C-7D55-36E9-8FB5-3280899CDBB6}"/>
              </a:ext>
            </a:extLst>
          </p:cNvPr>
          <p:cNvGrpSpPr>
            <a:grpSpLocks noChangeAspect="1"/>
          </p:cNvGrpSpPr>
          <p:nvPr>
            <p:custDataLst>
              <p:tags r:id="rId24"/>
            </p:custDataLst>
          </p:nvPr>
        </p:nvGrpSpPr>
        <p:grpSpPr>
          <a:xfrm>
            <a:off x="6173434" y="3682141"/>
            <a:ext cx="329419" cy="329419"/>
            <a:chOff x="762000" y="1270000"/>
            <a:chExt cx="254000" cy="254000"/>
          </a:xfrm>
        </p:grpSpPr>
        <p:sp>
          <p:nvSpPr>
            <p:cNvPr id="177" name="Oval 176">
              <a:extLst>
                <a:ext uri="{FF2B5EF4-FFF2-40B4-BE49-F238E27FC236}">
                  <a16:creationId xmlns:a16="http://schemas.microsoft.com/office/drawing/2014/main" id="{1E5E8D7E-5538-4672-A285-12AF954218CC}"/>
                </a:ext>
              </a:extLst>
            </p:cNvPr>
            <p:cNvSpPr/>
            <p:nvPr>
              <p:custDataLst>
                <p:tags r:id="rId38"/>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78" name="Arc 177">
              <a:extLst>
                <a:ext uri="{FF2B5EF4-FFF2-40B4-BE49-F238E27FC236}">
                  <a16:creationId xmlns:a16="http://schemas.microsoft.com/office/drawing/2014/main" id="{C7AAA3CD-AAA8-F0D1-09F7-20739297AB8C}"/>
                </a:ext>
              </a:extLst>
            </p:cNvPr>
            <p:cNvSpPr/>
            <p:nvPr>
              <p:custDataLst>
                <p:tags r:id="rId39"/>
              </p:custDataLst>
            </p:nvPr>
          </p:nvSpPr>
          <p:spPr>
            <a:xfrm>
              <a:off x="762000" y="1270000"/>
              <a:ext cx="254000" cy="254000"/>
            </a:xfrm>
            <a:prstGeom prst="arc">
              <a:avLst>
                <a:gd name="adj1" fmla="val 16200000"/>
                <a:gd name="adj2" fmla="val 162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79" name="MoonQuater 166">
            <a:extLst>
              <a:ext uri="{FF2B5EF4-FFF2-40B4-BE49-F238E27FC236}">
                <a16:creationId xmlns:a16="http://schemas.microsoft.com/office/drawing/2014/main" id="{E3D943B5-1BB0-C4A0-F154-846FB7479CC2}"/>
              </a:ext>
            </a:extLst>
          </p:cNvPr>
          <p:cNvGrpSpPr>
            <a:grpSpLocks noChangeAspect="1"/>
          </p:cNvGrpSpPr>
          <p:nvPr>
            <p:custDataLst>
              <p:tags r:id="rId25"/>
            </p:custDataLst>
          </p:nvPr>
        </p:nvGrpSpPr>
        <p:grpSpPr>
          <a:xfrm>
            <a:off x="6173434" y="4372270"/>
            <a:ext cx="329419" cy="329419"/>
            <a:chOff x="762000" y="1270000"/>
            <a:chExt cx="254000" cy="254000"/>
          </a:xfrm>
        </p:grpSpPr>
        <p:sp>
          <p:nvSpPr>
            <p:cNvPr id="182" name="Oval 181">
              <a:extLst>
                <a:ext uri="{FF2B5EF4-FFF2-40B4-BE49-F238E27FC236}">
                  <a16:creationId xmlns:a16="http://schemas.microsoft.com/office/drawing/2014/main" id="{B29CB738-45A4-7D01-52E7-BC4CE523D345}"/>
                </a:ext>
              </a:extLst>
            </p:cNvPr>
            <p:cNvSpPr/>
            <p:nvPr>
              <p:custDataLst>
                <p:tags r:id="rId36"/>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83" name="Arc 182">
              <a:extLst>
                <a:ext uri="{FF2B5EF4-FFF2-40B4-BE49-F238E27FC236}">
                  <a16:creationId xmlns:a16="http://schemas.microsoft.com/office/drawing/2014/main" id="{7CC76D70-40AD-95BD-812C-76ECBA85493E}"/>
                </a:ext>
              </a:extLst>
            </p:cNvPr>
            <p:cNvSpPr/>
            <p:nvPr>
              <p:custDataLst>
                <p:tags r:id="rId37"/>
              </p:custDataLst>
            </p:nvPr>
          </p:nvSpPr>
          <p:spPr>
            <a:xfrm>
              <a:off x="762000" y="1270000"/>
              <a:ext cx="254000" cy="254000"/>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84" name="MoonQuater 166">
            <a:extLst>
              <a:ext uri="{FF2B5EF4-FFF2-40B4-BE49-F238E27FC236}">
                <a16:creationId xmlns:a16="http://schemas.microsoft.com/office/drawing/2014/main" id="{F9114A1B-9FAF-D38C-F5C8-66FFEF23B37F}"/>
              </a:ext>
            </a:extLst>
          </p:cNvPr>
          <p:cNvGrpSpPr>
            <a:grpSpLocks noChangeAspect="1"/>
          </p:cNvGrpSpPr>
          <p:nvPr>
            <p:custDataLst>
              <p:tags r:id="rId26"/>
            </p:custDataLst>
          </p:nvPr>
        </p:nvGrpSpPr>
        <p:grpSpPr>
          <a:xfrm>
            <a:off x="6173434" y="5038279"/>
            <a:ext cx="329419" cy="329419"/>
            <a:chOff x="762000" y="1270000"/>
            <a:chExt cx="254000" cy="254000"/>
          </a:xfrm>
        </p:grpSpPr>
        <p:sp>
          <p:nvSpPr>
            <p:cNvPr id="185" name="Oval 184">
              <a:extLst>
                <a:ext uri="{FF2B5EF4-FFF2-40B4-BE49-F238E27FC236}">
                  <a16:creationId xmlns:a16="http://schemas.microsoft.com/office/drawing/2014/main" id="{95BF859F-4243-71C4-0AE4-AB358BA43CCC}"/>
                </a:ext>
              </a:extLst>
            </p:cNvPr>
            <p:cNvSpPr/>
            <p:nvPr>
              <p:custDataLst>
                <p:tags r:id="rId34"/>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86" name="Arc 185">
              <a:extLst>
                <a:ext uri="{FF2B5EF4-FFF2-40B4-BE49-F238E27FC236}">
                  <a16:creationId xmlns:a16="http://schemas.microsoft.com/office/drawing/2014/main" id="{F7B364FD-1B74-877A-0DE3-0D7B7B9E9786}"/>
                </a:ext>
              </a:extLst>
            </p:cNvPr>
            <p:cNvSpPr/>
            <p:nvPr>
              <p:custDataLst>
                <p:tags r:id="rId35"/>
              </p:custDataLst>
            </p:nvPr>
          </p:nvSpPr>
          <p:spPr>
            <a:xfrm>
              <a:off x="762000" y="1270000"/>
              <a:ext cx="254000" cy="254000"/>
            </a:xfrm>
            <a:prstGeom prst="arc">
              <a:avLst>
                <a:gd name="adj1" fmla="val 16200000"/>
                <a:gd name="adj2" fmla="val 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87" name="MoonQuater 166">
            <a:extLst>
              <a:ext uri="{FF2B5EF4-FFF2-40B4-BE49-F238E27FC236}">
                <a16:creationId xmlns:a16="http://schemas.microsoft.com/office/drawing/2014/main" id="{AD11F71F-B77D-6328-C83A-C92772F6D024}"/>
              </a:ext>
            </a:extLst>
          </p:cNvPr>
          <p:cNvGrpSpPr>
            <a:grpSpLocks noChangeAspect="1"/>
          </p:cNvGrpSpPr>
          <p:nvPr>
            <p:custDataLst>
              <p:tags r:id="rId27"/>
            </p:custDataLst>
          </p:nvPr>
        </p:nvGrpSpPr>
        <p:grpSpPr>
          <a:xfrm>
            <a:off x="11151404" y="1042672"/>
            <a:ext cx="174843" cy="174843"/>
            <a:chOff x="762000" y="1270000"/>
            <a:chExt cx="254000" cy="254000"/>
          </a:xfrm>
        </p:grpSpPr>
        <p:sp>
          <p:nvSpPr>
            <p:cNvPr id="188" name="Oval 187">
              <a:extLst>
                <a:ext uri="{FF2B5EF4-FFF2-40B4-BE49-F238E27FC236}">
                  <a16:creationId xmlns:a16="http://schemas.microsoft.com/office/drawing/2014/main" id="{26FECBA3-7845-5A3A-03DB-F4E3AF7024FF}"/>
                </a:ext>
              </a:extLst>
            </p:cNvPr>
            <p:cNvSpPr/>
            <p:nvPr>
              <p:custDataLst>
                <p:tags r:id="rId32"/>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89" name="Arc 188" hidden="1">
              <a:extLst>
                <a:ext uri="{FF2B5EF4-FFF2-40B4-BE49-F238E27FC236}">
                  <a16:creationId xmlns:a16="http://schemas.microsoft.com/office/drawing/2014/main" id="{29831220-805B-8E90-DA74-1109521EB489}"/>
                </a:ext>
              </a:extLst>
            </p:cNvPr>
            <p:cNvSpPr/>
            <p:nvPr>
              <p:custDataLst>
                <p:tags r:id="rId33"/>
              </p:custDataLst>
            </p:nvPr>
          </p:nvSpPr>
          <p:spPr>
            <a:xfrm>
              <a:off x="762000" y="1270000"/>
              <a:ext cx="254000" cy="254000"/>
            </a:xfrm>
            <a:prstGeom prst="arc">
              <a:avLst>
                <a:gd name="adj1" fmla="val 16200000"/>
                <a:gd name="adj2" fmla="val 54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grpSp>
        <p:nvGrpSpPr>
          <p:cNvPr id="190" name="MoonQuater 166">
            <a:extLst>
              <a:ext uri="{FF2B5EF4-FFF2-40B4-BE49-F238E27FC236}">
                <a16:creationId xmlns:a16="http://schemas.microsoft.com/office/drawing/2014/main" id="{416DC567-C704-B97A-D1AE-5B0E37D0B761}"/>
              </a:ext>
            </a:extLst>
          </p:cNvPr>
          <p:cNvGrpSpPr>
            <a:grpSpLocks noChangeAspect="1"/>
          </p:cNvGrpSpPr>
          <p:nvPr>
            <p:custDataLst>
              <p:tags r:id="rId28"/>
            </p:custDataLst>
          </p:nvPr>
        </p:nvGrpSpPr>
        <p:grpSpPr>
          <a:xfrm>
            <a:off x="10510394" y="1042672"/>
            <a:ext cx="174843" cy="174843"/>
            <a:chOff x="762000" y="1270000"/>
            <a:chExt cx="254000" cy="254000"/>
          </a:xfrm>
        </p:grpSpPr>
        <p:sp>
          <p:nvSpPr>
            <p:cNvPr id="191" name="Oval 190">
              <a:extLst>
                <a:ext uri="{FF2B5EF4-FFF2-40B4-BE49-F238E27FC236}">
                  <a16:creationId xmlns:a16="http://schemas.microsoft.com/office/drawing/2014/main" id="{5DFCEF2C-5377-A915-4105-EC6B7C4D4EC4}"/>
                </a:ext>
              </a:extLst>
            </p:cNvPr>
            <p:cNvSpPr/>
            <p:nvPr>
              <p:custDataLst>
                <p:tags r:id="rId30"/>
              </p:custDataLst>
            </p:nvPr>
          </p:nvSpPr>
          <p:spPr>
            <a:xfrm>
              <a:off x="762000" y="1270000"/>
              <a:ext cx="254000" cy="254000"/>
            </a:xfrm>
            <a:prstGeom prst="ellipse">
              <a:avLst/>
            </a:prstGeom>
            <a:solidFill>
              <a:srgbClr val="CCCCCC"/>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92" name="Arc 191">
              <a:extLst>
                <a:ext uri="{FF2B5EF4-FFF2-40B4-BE49-F238E27FC236}">
                  <a16:creationId xmlns:a16="http://schemas.microsoft.com/office/drawing/2014/main" id="{CB3409A6-15CD-203E-5C7F-7DE9EDDB5580}"/>
                </a:ext>
              </a:extLst>
            </p:cNvPr>
            <p:cNvSpPr/>
            <p:nvPr>
              <p:custDataLst>
                <p:tags r:id="rId31"/>
              </p:custDataLst>
            </p:nvPr>
          </p:nvSpPr>
          <p:spPr>
            <a:xfrm>
              <a:off x="762000" y="1270000"/>
              <a:ext cx="254000" cy="254000"/>
            </a:xfrm>
            <a:prstGeom prst="arc">
              <a:avLst>
                <a:gd name="adj1" fmla="val 16200000"/>
                <a:gd name="adj2" fmla="val 16200000"/>
              </a:avLst>
            </a:prstGeom>
            <a:solidFill>
              <a:schemeClr val="accent1"/>
            </a:solidFill>
            <a:ln w="6350" cap="flat" cmpd="sng" algn="ctr">
              <a:noFill/>
              <a:prstDash val="solid"/>
              <a:miter lim="800000"/>
              <a:tailEnd type="none"/>
            </a:ln>
            <a:effectLst/>
            <a:extLst>
              <a:ext uri="{91240B29-F687-4F45-9708-019B960494DF}">
                <a14:hiddenLine xmlns:a14="http://schemas.microsoft.com/office/drawing/2010/main" w="6350" cap="flat" cmpd="sng" algn="ctr">
                  <a:solidFill>
                    <a:schemeClr val="accent1"/>
                  </a:solidFill>
                  <a:prstDash val="solid"/>
                  <a:miter lim="800000"/>
                  <a:tailEnd type="none"/>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a:ea typeface="+mn-ea"/>
                <a:cs typeface="+mn-cs"/>
              </a:endParaRPr>
            </a:p>
          </p:txBody>
        </p:sp>
      </p:grpSp>
      <p:sp>
        <p:nvSpPr>
          <p:cNvPr id="193" name="TextBox 192">
            <a:extLst>
              <a:ext uri="{FF2B5EF4-FFF2-40B4-BE49-F238E27FC236}">
                <a16:creationId xmlns:a16="http://schemas.microsoft.com/office/drawing/2014/main" id="{D5C94A32-55B8-F134-C507-9EDA38FACA11}"/>
              </a:ext>
            </a:extLst>
          </p:cNvPr>
          <p:cNvSpPr txBox="1"/>
          <p:nvPr/>
        </p:nvSpPr>
        <p:spPr>
          <a:xfrm>
            <a:off x="10740080" y="1042672"/>
            <a:ext cx="340991"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High</a:t>
            </a:r>
          </a:p>
        </p:txBody>
      </p:sp>
      <p:sp>
        <p:nvSpPr>
          <p:cNvPr id="194" name="TextBox 193">
            <a:extLst>
              <a:ext uri="{FF2B5EF4-FFF2-40B4-BE49-F238E27FC236}">
                <a16:creationId xmlns:a16="http://schemas.microsoft.com/office/drawing/2014/main" id="{D7BAEF0D-4FF4-A538-70AE-42A062365B90}"/>
              </a:ext>
            </a:extLst>
          </p:cNvPr>
          <p:cNvSpPr txBox="1"/>
          <p:nvPr/>
        </p:nvSpPr>
        <p:spPr>
          <a:xfrm>
            <a:off x="11381086" y="1042672"/>
            <a:ext cx="340991" cy="138499"/>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Low</a:t>
            </a:r>
          </a:p>
        </p:txBody>
      </p:sp>
      <p:sp>
        <p:nvSpPr>
          <p:cNvPr id="195" name="TextBox 194">
            <a:extLst>
              <a:ext uri="{FF2B5EF4-FFF2-40B4-BE49-F238E27FC236}">
                <a16:creationId xmlns:a16="http://schemas.microsoft.com/office/drawing/2014/main" id="{3CA0F671-AD8B-9FDC-4EF7-86A1D65A5ABB}"/>
              </a:ext>
            </a:extLst>
          </p:cNvPr>
          <p:cNvSpPr txBox="1">
            <a:spLocks/>
          </p:cNvSpPr>
          <p:nvPr/>
        </p:nvSpPr>
        <p:spPr>
          <a:xfrm>
            <a:off x="5929968" y="2547842"/>
            <a:ext cx="922958" cy="26236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Addl. rev. from self-serve customer orders</a:t>
            </a:r>
          </a:p>
        </p:txBody>
      </p:sp>
      <p:sp>
        <p:nvSpPr>
          <p:cNvPr id="196" name="TextBox 195">
            <a:extLst>
              <a:ext uri="{FF2B5EF4-FFF2-40B4-BE49-F238E27FC236}">
                <a16:creationId xmlns:a16="http://schemas.microsoft.com/office/drawing/2014/main" id="{6499B94D-8A24-EE7D-40E4-1DA2C8AE4D81}"/>
              </a:ext>
            </a:extLst>
          </p:cNvPr>
          <p:cNvSpPr txBox="1">
            <a:spLocks/>
          </p:cNvSpPr>
          <p:nvPr/>
        </p:nvSpPr>
        <p:spPr>
          <a:xfrm>
            <a:off x="5929968" y="3268116"/>
            <a:ext cx="922958" cy="26236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Incr. rev. from self-serve, margin uplift product optimization</a:t>
            </a:r>
          </a:p>
        </p:txBody>
      </p:sp>
      <p:sp>
        <p:nvSpPr>
          <p:cNvPr id="197" name="TextBox 196">
            <a:extLst>
              <a:ext uri="{FF2B5EF4-FFF2-40B4-BE49-F238E27FC236}">
                <a16:creationId xmlns:a16="http://schemas.microsoft.com/office/drawing/2014/main" id="{BDFBAB4A-F00B-76F1-3AA1-2BECBE379A7F}"/>
              </a:ext>
            </a:extLst>
          </p:cNvPr>
          <p:cNvSpPr txBox="1">
            <a:spLocks/>
          </p:cNvSpPr>
          <p:nvPr/>
        </p:nvSpPr>
        <p:spPr>
          <a:xfrm>
            <a:off x="5929968" y="4071070"/>
            <a:ext cx="922958" cy="26236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Reduction in margin leakage </a:t>
            </a:r>
          </a:p>
        </p:txBody>
      </p:sp>
      <p:sp>
        <p:nvSpPr>
          <p:cNvPr id="198" name="TextBox 197">
            <a:extLst>
              <a:ext uri="{FF2B5EF4-FFF2-40B4-BE49-F238E27FC236}">
                <a16:creationId xmlns:a16="http://schemas.microsoft.com/office/drawing/2014/main" id="{FE212440-FBCB-1A1D-AB36-86A58BE1BFC0}"/>
              </a:ext>
            </a:extLst>
          </p:cNvPr>
          <p:cNvSpPr txBox="1">
            <a:spLocks/>
          </p:cNvSpPr>
          <p:nvPr/>
        </p:nvSpPr>
        <p:spPr>
          <a:xfrm>
            <a:off x="5929968" y="4736360"/>
            <a:ext cx="922958" cy="26236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Cost optimization from refined refund rates</a:t>
            </a:r>
          </a:p>
        </p:txBody>
      </p:sp>
      <p:sp>
        <p:nvSpPr>
          <p:cNvPr id="47" name="TextBox 46">
            <a:extLst>
              <a:ext uri="{FF2B5EF4-FFF2-40B4-BE49-F238E27FC236}">
                <a16:creationId xmlns:a16="http://schemas.microsoft.com/office/drawing/2014/main" id="{CE8E68FE-7267-7B91-E448-7D18C85B10EA}"/>
              </a:ext>
            </a:extLst>
          </p:cNvPr>
          <p:cNvSpPr txBox="1">
            <a:spLocks/>
          </p:cNvSpPr>
          <p:nvPr/>
        </p:nvSpPr>
        <p:spPr>
          <a:xfrm>
            <a:off x="5929968" y="5398025"/>
            <a:ext cx="922958" cy="26236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7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Margin improvement with improved business intelligence</a:t>
            </a:r>
          </a:p>
        </p:txBody>
      </p:sp>
      <p:sp>
        <p:nvSpPr>
          <p:cNvPr id="32" name="TextBox 31">
            <a:extLst>
              <a:ext uri="{FF2B5EF4-FFF2-40B4-BE49-F238E27FC236}">
                <a16:creationId xmlns:a16="http://schemas.microsoft.com/office/drawing/2014/main" id="{641843B2-C98B-8A62-F53F-4333E51274E6}"/>
              </a:ext>
            </a:extLst>
          </p:cNvPr>
          <p:cNvSpPr txBox="1">
            <a:spLocks/>
          </p:cNvSpPr>
          <p:nvPr>
            <p:custDataLst>
              <p:tags r:id="rId29"/>
            </p:custDataLst>
          </p:nvPr>
        </p:nvSpPr>
        <p:spPr>
          <a:xfrm>
            <a:off x="9688181" y="1136110"/>
            <a:ext cx="313919" cy="97827"/>
          </a:xfrm>
          <a:prstGeom prst="rect">
            <a:avLst/>
          </a:prstGeom>
          <a:solidFill>
            <a:srgbClr val="FFC00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0" name="TextBox 39">
            <a:extLst>
              <a:ext uri="{FF2B5EF4-FFF2-40B4-BE49-F238E27FC236}">
                <a16:creationId xmlns:a16="http://schemas.microsoft.com/office/drawing/2014/main" id="{FB249226-FA03-B373-CA9C-25D10A726CCA}"/>
              </a:ext>
            </a:extLst>
          </p:cNvPr>
          <p:cNvSpPr txBox="1">
            <a:spLocks/>
          </p:cNvSpPr>
          <p:nvPr/>
        </p:nvSpPr>
        <p:spPr>
          <a:xfrm>
            <a:off x="9367659" y="1136111"/>
            <a:ext cx="313919" cy="97827"/>
          </a:xfrm>
          <a:prstGeom prst="rect">
            <a:avLst/>
          </a:prstGeom>
          <a:solidFill>
            <a:srgbClr val="92D050"/>
          </a:solidFill>
          <a:ln>
            <a:solidFill>
              <a:schemeClr val="tx2">
                <a:lumMod val="50000"/>
              </a:schemeClr>
            </a:solidFill>
          </a:ln>
        </p:spPr>
        <p:txBody>
          <a:bodyPr vert="horz" wrap="square" lIns="0" tIns="0" rIns="0" bIns="0" rtlCol="0" anchor="ctr" anchorCtr="0">
            <a:noAutofit/>
          </a:bodyPr>
          <a:lstStyle>
            <a:defPPr>
              <a:defRPr lang="en-US"/>
            </a:defPPr>
            <a:lvl1pPr marR="0" lvl="0" indent="0" algn="ctr" fontAlgn="auto">
              <a:lnSpc>
                <a:spcPct val="100000"/>
              </a:lnSpc>
              <a:spcBef>
                <a:spcPts val="300"/>
              </a:spcBef>
              <a:spcAft>
                <a:spcPts val="300"/>
              </a:spcAft>
              <a:buClrTx/>
              <a:buSzTx/>
              <a:buFont typeface="Segoe UI" panose="020B0502040204020203" pitchFamily="34" charset="0"/>
              <a:buNone/>
              <a:tabLst/>
              <a:defRPr kumimoji="0" sz="1000" b="0" i="0" u="none" strike="noStrike" cap="none" spc="0" normalizeH="0" baseline="0">
                <a:ln>
                  <a:noFill/>
                </a:ln>
                <a:solidFill>
                  <a:srgbClr val="000000"/>
                </a:solidFill>
                <a:effectLst/>
                <a:uLnTx/>
                <a:uFillTx/>
                <a:latin typeface="Arial"/>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4" name="TextBox 43">
            <a:extLst>
              <a:ext uri="{FF2B5EF4-FFF2-40B4-BE49-F238E27FC236}">
                <a16:creationId xmlns:a16="http://schemas.microsoft.com/office/drawing/2014/main" id="{31F7EB1B-63DE-A59A-8AB3-7524639E81AE}"/>
              </a:ext>
            </a:extLst>
          </p:cNvPr>
          <p:cNvSpPr txBox="1">
            <a:spLocks/>
          </p:cNvSpPr>
          <p:nvPr/>
        </p:nvSpPr>
        <p:spPr>
          <a:xfrm>
            <a:off x="10008703" y="1135459"/>
            <a:ext cx="313919" cy="97827"/>
          </a:xfrm>
          <a:prstGeom prst="rect">
            <a:avLst/>
          </a:prstGeom>
          <a:solidFill>
            <a:srgbClr val="B82525"/>
          </a:solidFill>
          <a:ln>
            <a:solidFill>
              <a:schemeClr val="tx2">
                <a:lumMod val="50000"/>
              </a:schemeClr>
            </a:solidFill>
          </a:ln>
        </p:spPr>
        <p:txBody>
          <a:bodyPr vert="horz" wrap="square" lIns="0" tIns="0" rIns="0" bIns="0" rtlCol="0" anchor="ctr" anchorCtr="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ctr"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endParaRPr kumimoji="0" lang="en-US" sz="10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120" name="TextBox 119">
            <a:extLst>
              <a:ext uri="{FF2B5EF4-FFF2-40B4-BE49-F238E27FC236}">
                <a16:creationId xmlns:a16="http://schemas.microsoft.com/office/drawing/2014/main" id="{183E2910-4CCC-C4B8-906F-9F92824C0E85}"/>
              </a:ext>
            </a:extLst>
          </p:cNvPr>
          <p:cNvSpPr txBox="1"/>
          <p:nvPr/>
        </p:nvSpPr>
        <p:spPr>
          <a:xfrm>
            <a:off x="9340957" y="849766"/>
            <a:ext cx="509156" cy="2406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Most favorable</a:t>
            </a:r>
          </a:p>
        </p:txBody>
      </p:sp>
      <p:cxnSp>
        <p:nvCxnSpPr>
          <p:cNvPr id="124" name="Straight Arrow Connector 123">
            <a:extLst>
              <a:ext uri="{FF2B5EF4-FFF2-40B4-BE49-F238E27FC236}">
                <a16:creationId xmlns:a16="http://schemas.microsoft.com/office/drawing/2014/main" id="{B263922F-27BC-48E7-16A5-3B68ACB44870}"/>
              </a:ext>
            </a:extLst>
          </p:cNvPr>
          <p:cNvCxnSpPr>
            <a:cxnSpLocks/>
          </p:cNvCxnSpPr>
          <p:nvPr/>
        </p:nvCxnSpPr>
        <p:spPr>
          <a:xfrm>
            <a:off x="9687560" y="933986"/>
            <a:ext cx="170930" cy="0"/>
          </a:xfrm>
          <a:prstGeom prst="straightConnector1">
            <a:avLst/>
          </a:prstGeom>
          <a:ln w="6350" cap="flat">
            <a:solidFill>
              <a:schemeClr val="tx1"/>
            </a:solidFill>
            <a:miter lim="800000"/>
            <a:tailEnd type="triangle"/>
          </a:ln>
        </p:spPr>
        <p:style>
          <a:lnRef idx="1">
            <a:schemeClr val="accent1"/>
          </a:lnRef>
          <a:fillRef idx="0">
            <a:schemeClr val="accent1"/>
          </a:fillRef>
          <a:effectRef idx="0">
            <a:schemeClr val="accent1"/>
          </a:effectRef>
          <a:fontRef idx="minor">
            <a:schemeClr val="tx1"/>
          </a:fontRef>
        </p:style>
      </p:cxnSp>
      <p:sp>
        <p:nvSpPr>
          <p:cNvPr id="127" name="TextBox 126">
            <a:extLst>
              <a:ext uri="{FF2B5EF4-FFF2-40B4-BE49-F238E27FC236}">
                <a16:creationId xmlns:a16="http://schemas.microsoft.com/office/drawing/2014/main" id="{9300E0F1-EB10-5C97-CE88-0216C987CBCC}"/>
              </a:ext>
            </a:extLst>
          </p:cNvPr>
          <p:cNvSpPr txBox="1"/>
          <p:nvPr/>
        </p:nvSpPr>
        <p:spPr>
          <a:xfrm>
            <a:off x="9924473" y="849766"/>
            <a:ext cx="509156" cy="24063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Least favorable</a:t>
            </a:r>
          </a:p>
        </p:txBody>
      </p:sp>
    </p:spTree>
    <p:extLst>
      <p:ext uri="{BB962C8B-B14F-4D97-AF65-F5344CB8AC3E}">
        <p14:creationId xmlns:p14="http://schemas.microsoft.com/office/powerpoint/2010/main" val="2547598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Object 2" hidden="1">
            <a:extLst>
              <a:ext uri="{FF2B5EF4-FFF2-40B4-BE49-F238E27FC236}">
                <a16:creationId xmlns:a16="http://schemas.microsoft.com/office/drawing/2014/main" id="{599F721F-BAF0-5B0B-E781-879A920BDF64}"/>
              </a:ext>
            </a:extLst>
          </p:cNvPr>
          <p:cNvGraphicFramePr>
            <a:graphicFrameLocks noChangeAspect="1"/>
          </p:cNvGraphicFramePr>
          <p:nvPr>
            <p:custDataLst>
              <p:tags r:id="rId1"/>
            </p:custDataLst>
            <p:extLst>
              <p:ext uri="{D42A27DB-BD31-4B8C-83A1-F6EECF244321}">
                <p14:modId xmlns:p14="http://schemas.microsoft.com/office/powerpoint/2010/main" val="57564353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3" imgW="404" imgH="405" progId="TCLayout.ActiveDocument.1">
                  <p:embed/>
                </p:oleObj>
              </mc:Choice>
              <mc:Fallback>
                <p:oleObj name="think-cell Slide" r:id="rId153" imgW="404" imgH="405" progId="TCLayout.ActiveDocument.1">
                  <p:embed/>
                  <p:pic>
                    <p:nvPicPr>
                      <p:cNvPr id="6" name="Object 2" hidden="1">
                        <a:extLst>
                          <a:ext uri="{FF2B5EF4-FFF2-40B4-BE49-F238E27FC236}">
                            <a16:creationId xmlns:a16="http://schemas.microsoft.com/office/drawing/2014/main" id="{599F721F-BAF0-5B0B-E781-879A920BDF64}"/>
                          </a:ext>
                        </a:extLst>
                      </p:cNvPr>
                      <p:cNvPicPr/>
                      <p:nvPr/>
                    </p:nvPicPr>
                    <p:blipFill>
                      <a:blip r:embed="rId154"/>
                      <a:stretch>
                        <a:fillRect/>
                      </a:stretch>
                    </p:blipFill>
                    <p:spPr>
                      <a:xfrm>
                        <a:off x="1588" y="1588"/>
                        <a:ext cx="1588" cy="1588"/>
                      </a:xfrm>
                      <a:prstGeom prst="rect">
                        <a:avLst/>
                      </a:prstGeom>
                    </p:spPr>
                  </p:pic>
                </p:oleObj>
              </mc:Fallback>
            </mc:AlternateContent>
          </a:graphicData>
        </a:graphic>
      </p:graphicFrame>
      <p:sp>
        <p:nvSpPr>
          <p:cNvPr id="74" name="Rectangle 73">
            <a:extLst>
              <a:ext uri="{FF2B5EF4-FFF2-40B4-BE49-F238E27FC236}">
                <a16:creationId xmlns:a16="http://schemas.microsoft.com/office/drawing/2014/main" id="{4D219DA9-E7E2-0A28-2CCE-04170E98A3DD}"/>
              </a:ext>
            </a:extLst>
          </p:cNvPr>
          <p:cNvSpPr/>
          <p:nvPr>
            <p:custDataLst>
              <p:tags r:id="rId2"/>
            </p:custDataLst>
          </p:nvPr>
        </p:nvSpPr>
        <p:spPr>
          <a:xfrm>
            <a:off x="2896072" y="4044950"/>
            <a:ext cx="1188720" cy="404813"/>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505" name="Rectangle 504">
            <a:extLst>
              <a:ext uri="{FF2B5EF4-FFF2-40B4-BE49-F238E27FC236}">
                <a16:creationId xmlns:a16="http://schemas.microsoft.com/office/drawing/2014/main" id="{920E43F6-5970-AAFE-27C8-5AD46D2102D0}"/>
              </a:ext>
            </a:extLst>
          </p:cNvPr>
          <p:cNvSpPr>
            <a:spLocks/>
          </p:cNvSpPr>
          <p:nvPr>
            <p:custDataLst>
              <p:tags r:id="rId3"/>
            </p:custDataLst>
          </p:nvPr>
        </p:nvSpPr>
        <p:spPr>
          <a:xfrm>
            <a:off x="2877904" y="2176235"/>
            <a:ext cx="1188720" cy="404813"/>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22" name="Rectangle 21">
            <a:extLst>
              <a:ext uri="{FF2B5EF4-FFF2-40B4-BE49-F238E27FC236}">
                <a16:creationId xmlns:a16="http://schemas.microsoft.com/office/drawing/2014/main" id="{729B14B5-45AC-2BFB-49E9-0CC264FFF35A}"/>
              </a:ext>
            </a:extLst>
          </p:cNvPr>
          <p:cNvSpPr>
            <a:spLocks/>
          </p:cNvSpPr>
          <p:nvPr>
            <p:custDataLst>
              <p:tags r:id="rId4"/>
            </p:custDataLst>
          </p:nvPr>
        </p:nvSpPr>
        <p:spPr>
          <a:xfrm>
            <a:off x="2875314" y="3109913"/>
            <a:ext cx="1188720" cy="404813"/>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678" name="Rectangle 677">
            <a:extLst>
              <a:ext uri="{FF2B5EF4-FFF2-40B4-BE49-F238E27FC236}">
                <a16:creationId xmlns:a16="http://schemas.microsoft.com/office/drawing/2014/main" id="{4C3CCF74-4F58-AA5E-5380-4717BF7596AC}"/>
              </a:ext>
            </a:extLst>
          </p:cNvPr>
          <p:cNvSpPr/>
          <p:nvPr>
            <p:custDataLst>
              <p:tags r:id="rId5"/>
            </p:custDataLst>
          </p:nvPr>
        </p:nvSpPr>
        <p:spPr>
          <a:xfrm>
            <a:off x="7038817" y="3107531"/>
            <a:ext cx="1005840" cy="422275"/>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676" name="Rectangle 675">
            <a:extLst>
              <a:ext uri="{FF2B5EF4-FFF2-40B4-BE49-F238E27FC236}">
                <a16:creationId xmlns:a16="http://schemas.microsoft.com/office/drawing/2014/main" id="{0DEFEE35-98AB-0881-55F5-CEE3C69284DF}"/>
              </a:ext>
            </a:extLst>
          </p:cNvPr>
          <p:cNvSpPr>
            <a:spLocks/>
          </p:cNvSpPr>
          <p:nvPr>
            <p:custDataLst>
              <p:tags r:id="rId6"/>
            </p:custDataLst>
          </p:nvPr>
        </p:nvSpPr>
        <p:spPr>
          <a:xfrm>
            <a:off x="1466850" y="3103563"/>
            <a:ext cx="1188720" cy="422275"/>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683" name="Rectangle 682">
            <a:extLst>
              <a:ext uri="{FF2B5EF4-FFF2-40B4-BE49-F238E27FC236}">
                <a16:creationId xmlns:a16="http://schemas.microsoft.com/office/drawing/2014/main" id="{DF4222B4-76B6-DF5E-658B-554D20577BB5}"/>
              </a:ext>
            </a:extLst>
          </p:cNvPr>
          <p:cNvSpPr/>
          <p:nvPr>
            <p:custDataLst>
              <p:tags r:id="rId7"/>
            </p:custDataLst>
          </p:nvPr>
        </p:nvSpPr>
        <p:spPr>
          <a:xfrm>
            <a:off x="8053388" y="2640013"/>
            <a:ext cx="1097280" cy="422275"/>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684" name="Rectangle 683">
            <a:extLst>
              <a:ext uri="{FF2B5EF4-FFF2-40B4-BE49-F238E27FC236}">
                <a16:creationId xmlns:a16="http://schemas.microsoft.com/office/drawing/2014/main" id="{86329C61-5972-08F6-6CCC-ACD603657AE9}"/>
              </a:ext>
            </a:extLst>
          </p:cNvPr>
          <p:cNvSpPr/>
          <p:nvPr>
            <p:custDataLst>
              <p:tags r:id="rId8"/>
            </p:custDataLst>
          </p:nvPr>
        </p:nvSpPr>
        <p:spPr>
          <a:xfrm>
            <a:off x="5616575" y="3541713"/>
            <a:ext cx="1254125" cy="422275"/>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685" name="Rectangle 684">
            <a:extLst>
              <a:ext uri="{FF2B5EF4-FFF2-40B4-BE49-F238E27FC236}">
                <a16:creationId xmlns:a16="http://schemas.microsoft.com/office/drawing/2014/main" id="{F184B386-8477-89DC-5F26-E47B31A37747}"/>
              </a:ext>
            </a:extLst>
          </p:cNvPr>
          <p:cNvSpPr/>
          <p:nvPr>
            <p:custDataLst>
              <p:tags r:id="rId9"/>
            </p:custDataLst>
          </p:nvPr>
        </p:nvSpPr>
        <p:spPr>
          <a:xfrm>
            <a:off x="4209482" y="3536950"/>
            <a:ext cx="1188720" cy="912813"/>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686" name="Rectangle 685">
            <a:extLst>
              <a:ext uri="{FF2B5EF4-FFF2-40B4-BE49-F238E27FC236}">
                <a16:creationId xmlns:a16="http://schemas.microsoft.com/office/drawing/2014/main" id="{DE96EF17-01B8-5E14-1B3D-B74C835277D6}"/>
              </a:ext>
            </a:extLst>
          </p:cNvPr>
          <p:cNvSpPr/>
          <p:nvPr>
            <p:custDataLst>
              <p:tags r:id="rId10"/>
            </p:custDataLst>
          </p:nvPr>
        </p:nvSpPr>
        <p:spPr>
          <a:xfrm>
            <a:off x="9345295" y="3111500"/>
            <a:ext cx="1254125" cy="404813"/>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35" name="Rectangle 34">
            <a:extLst>
              <a:ext uri="{FF2B5EF4-FFF2-40B4-BE49-F238E27FC236}">
                <a16:creationId xmlns:a16="http://schemas.microsoft.com/office/drawing/2014/main" id="{F06E4843-9689-9277-A378-514984D46507}"/>
              </a:ext>
            </a:extLst>
          </p:cNvPr>
          <p:cNvSpPr>
            <a:spLocks/>
          </p:cNvSpPr>
          <p:nvPr>
            <p:custDataLst>
              <p:tags r:id="rId11"/>
            </p:custDataLst>
          </p:nvPr>
        </p:nvSpPr>
        <p:spPr>
          <a:xfrm>
            <a:off x="1466850" y="2165350"/>
            <a:ext cx="1188720" cy="420688"/>
          </a:xfrm>
          <a:prstGeom prst="rect">
            <a:avLst/>
          </a:prstGeom>
          <a:solidFill>
            <a:schemeClr val="accent2">
              <a:lumMod val="20000"/>
              <a:lumOff val="80000"/>
            </a:schemeClr>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2" name="2. Slide Title">
            <a:extLst>
              <a:ext uri="{FF2B5EF4-FFF2-40B4-BE49-F238E27FC236}">
                <a16:creationId xmlns:a16="http://schemas.microsoft.com/office/drawing/2014/main" id="{CD6A475D-E3BA-CCE8-B18A-FF9E0C96F215}"/>
              </a:ext>
            </a:extLst>
          </p:cNvPr>
          <p:cNvSpPr>
            <a:spLocks noGrp="1"/>
          </p:cNvSpPr>
          <p:nvPr>
            <p:ph type="title"/>
            <p:custDataLst>
              <p:tags r:id="rId12"/>
            </p:custDataLst>
          </p:nvPr>
        </p:nvSpPr>
        <p:spPr>
          <a:xfrm>
            <a:off x="241023" y="-69850"/>
            <a:ext cx="11325665" cy="598489"/>
          </a:xfrm>
        </p:spPr>
        <p:txBody>
          <a:bodyPr vert="horz">
            <a:noAutofit/>
          </a:bodyPr>
          <a:lstStyle/>
          <a:p>
            <a:r>
              <a:rPr lang="en-US" sz="2400" dirty="0"/>
              <a:t>Productivity impact breakdown by Pod</a:t>
            </a:r>
          </a:p>
        </p:txBody>
      </p:sp>
      <p:cxnSp>
        <p:nvCxnSpPr>
          <p:cNvPr id="88" name="LineBasicDefault 97">
            <a:extLst>
              <a:ext uri="{FF2B5EF4-FFF2-40B4-BE49-F238E27FC236}">
                <a16:creationId xmlns:a16="http://schemas.microsoft.com/office/drawing/2014/main" id="{B160D0A2-57A8-E1FF-CDEE-935C829B87FC}"/>
              </a:ext>
            </a:extLst>
          </p:cNvPr>
          <p:cNvCxnSpPr>
            <a:cxnSpLocks/>
          </p:cNvCxnSpPr>
          <p:nvPr>
            <p:custDataLst>
              <p:tags r:id="rId13"/>
            </p:custDataLst>
          </p:nvPr>
        </p:nvCxnSpPr>
        <p:spPr>
          <a:xfrm>
            <a:off x="241024" y="1601788"/>
            <a:ext cx="11612880"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15" name="TextBox 214">
            <a:extLst>
              <a:ext uri="{FF2B5EF4-FFF2-40B4-BE49-F238E27FC236}">
                <a16:creationId xmlns:a16="http://schemas.microsoft.com/office/drawing/2014/main" id="{543D11BF-DA66-BBBB-A51F-E42267A34B30}"/>
              </a:ext>
            </a:extLst>
          </p:cNvPr>
          <p:cNvSpPr txBox="1">
            <a:spLocks/>
          </p:cNvSpPr>
          <p:nvPr/>
        </p:nvSpPr>
        <p:spPr>
          <a:xfrm>
            <a:off x="1455738" y="1404938"/>
            <a:ext cx="914400" cy="21431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TM</a:t>
            </a:r>
          </a:p>
        </p:txBody>
      </p:sp>
      <p:sp>
        <p:nvSpPr>
          <p:cNvPr id="216" name="TextBox 215">
            <a:extLst>
              <a:ext uri="{FF2B5EF4-FFF2-40B4-BE49-F238E27FC236}">
                <a16:creationId xmlns:a16="http://schemas.microsoft.com/office/drawing/2014/main" id="{4DBF63D4-D105-D965-C14C-1D61AD4356AE}"/>
              </a:ext>
            </a:extLst>
          </p:cNvPr>
          <p:cNvSpPr txBox="1">
            <a:spLocks/>
          </p:cNvSpPr>
          <p:nvPr/>
        </p:nvSpPr>
        <p:spPr>
          <a:xfrm>
            <a:off x="2746375" y="1404938"/>
            <a:ext cx="914400" cy="21431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SSR</a:t>
            </a:r>
          </a:p>
        </p:txBody>
      </p:sp>
      <p:sp>
        <p:nvSpPr>
          <p:cNvPr id="217" name="TextBox 216">
            <a:extLst>
              <a:ext uri="{FF2B5EF4-FFF2-40B4-BE49-F238E27FC236}">
                <a16:creationId xmlns:a16="http://schemas.microsoft.com/office/drawing/2014/main" id="{0D3ECA7F-7849-A9B6-1087-85DCBF39639E}"/>
              </a:ext>
            </a:extLst>
          </p:cNvPr>
          <p:cNvSpPr txBox="1">
            <a:spLocks/>
          </p:cNvSpPr>
          <p:nvPr/>
        </p:nvSpPr>
        <p:spPr>
          <a:xfrm>
            <a:off x="6922982" y="1236980"/>
            <a:ext cx="914400" cy="38100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Financial services</a:t>
            </a:r>
          </a:p>
        </p:txBody>
      </p:sp>
      <p:sp>
        <p:nvSpPr>
          <p:cNvPr id="220" name="TextBox 219">
            <a:extLst>
              <a:ext uri="{FF2B5EF4-FFF2-40B4-BE49-F238E27FC236}">
                <a16:creationId xmlns:a16="http://schemas.microsoft.com/office/drawing/2014/main" id="{C4FA9F4B-1CFB-A66F-FF3F-C0DF96B07F7A}"/>
              </a:ext>
            </a:extLst>
          </p:cNvPr>
          <p:cNvSpPr txBox="1">
            <a:spLocks/>
          </p:cNvSpPr>
          <p:nvPr/>
        </p:nvSpPr>
        <p:spPr>
          <a:xfrm>
            <a:off x="8066419" y="1404938"/>
            <a:ext cx="914400" cy="21431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MTS pod</a:t>
            </a:r>
          </a:p>
        </p:txBody>
      </p:sp>
      <p:sp>
        <p:nvSpPr>
          <p:cNvPr id="221" name="TextBox 220">
            <a:extLst>
              <a:ext uri="{FF2B5EF4-FFF2-40B4-BE49-F238E27FC236}">
                <a16:creationId xmlns:a16="http://schemas.microsoft.com/office/drawing/2014/main" id="{14E82C55-5622-3BA7-4D1E-12EC6030585F}"/>
              </a:ext>
            </a:extLst>
          </p:cNvPr>
          <p:cNvSpPr txBox="1">
            <a:spLocks/>
          </p:cNvSpPr>
          <p:nvPr/>
        </p:nvSpPr>
        <p:spPr>
          <a:xfrm>
            <a:off x="5540375" y="1404938"/>
            <a:ext cx="914400" cy="21431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R+R pod</a:t>
            </a:r>
          </a:p>
        </p:txBody>
      </p:sp>
      <p:sp>
        <p:nvSpPr>
          <p:cNvPr id="222" name="TextBox 221">
            <a:extLst>
              <a:ext uri="{FF2B5EF4-FFF2-40B4-BE49-F238E27FC236}">
                <a16:creationId xmlns:a16="http://schemas.microsoft.com/office/drawing/2014/main" id="{70A0F05A-C80C-33E9-E89E-082B2DEFE450}"/>
              </a:ext>
            </a:extLst>
          </p:cNvPr>
          <p:cNvSpPr txBox="1">
            <a:spLocks/>
          </p:cNvSpPr>
          <p:nvPr/>
        </p:nvSpPr>
        <p:spPr>
          <a:xfrm>
            <a:off x="4095270" y="1404938"/>
            <a:ext cx="914400" cy="18256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CC</a:t>
            </a:r>
          </a:p>
        </p:txBody>
      </p:sp>
      <p:sp>
        <p:nvSpPr>
          <p:cNvPr id="223" name="TextBox 222">
            <a:extLst>
              <a:ext uri="{FF2B5EF4-FFF2-40B4-BE49-F238E27FC236}">
                <a16:creationId xmlns:a16="http://schemas.microsoft.com/office/drawing/2014/main" id="{1AB9E789-AD8A-C607-E62E-B890BDBB7B0B}"/>
              </a:ext>
            </a:extLst>
          </p:cNvPr>
          <p:cNvSpPr txBox="1">
            <a:spLocks/>
          </p:cNvSpPr>
          <p:nvPr/>
        </p:nvSpPr>
        <p:spPr>
          <a:xfrm>
            <a:off x="9259570" y="1404938"/>
            <a:ext cx="914400" cy="214313"/>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Purchasing</a:t>
            </a:r>
          </a:p>
        </p:txBody>
      </p:sp>
      <p:sp>
        <p:nvSpPr>
          <p:cNvPr id="224" name="TextBox 223">
            <a:extLst>
              <a:ext uri="{FF2B5EF4-FFF2-40B4-BE49-F238E27FC236}">
                <a16:creationId xmlns:a16="http://schemas.microsoft.com/office/drawing/2014/main" id="{FA8DF732-FE5F-CCFD-C5D2-7AE3A0C0E003}"/>
              </a:ext>
            </a:extLst>
          </p:cNvPr>
          <p:cNvSpPr txBox="1">
            <a:spLocks/>
          </p:cNvSpPr>
          <p:nvPr/>
        </p:nvSpPr>
        <p:spPr>
          <a:xfrm>
            <a:off x="10755313" y="1206500"/>
            <a:ext cx="1174750" cy="381000"/>
          </a:xfrm>
          <a:prstGeom prst="rect">
            <a:avLst/>
          </a:prstGeom>
        </p:spPr>
        <p:txBody>
          <a:bodyPr vert="horz" wrap="square" lIns="0" tIns="0" rIns="0" bIns="0" rtlCol="0">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Comp goods </a:t>
            </a:r>
            <a:r>
              <a:rPr kumimoji="0" lang="en-US" sz="7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(directional estimates – not tested as part of Diagnostic)</a:t>
            </a:r>
          </a:p>
        </p:txBody>
      </p:sp>
      <p:sp>
        <p:nvSpPr>
          <p:cNvPr id="466" name="TextBox 465">
            <a:extLst>
              <a:ext uri="{FF2B5EF4-FFF2-40B4-BE49-F238E27FC236}">
                <a16:creationId xmlns:a16="http://schemas.microsoft.com/office/drawing/2014/main" id="{851EBF23-07FB-45C4-8612-330ABFB11AB1}"/>
              </a:ext>
            </a:extLst>
          </p:cNvPr>
          <p:cNvSpPr txBox="1"/>
          <p:nvPr/>
        </p:nvSpPr>
        <p:spPr>
          <a:xfrm>
            <a:off x="1309428" y="1016635"/>
            <a:ext cx="4786572" cy="16827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Productivity gain by pod in Horizon 3, </a:t>
            </a: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 (high-boundary estimate)</a:t>
            </a:r>
          </a:p>
        </p:txBody>
      </p:sp>
      <p:cxnSp>
        <p:nvCxnSpPr>
          <p:cNvPr id="482" name="LineBasicDefault 167">
            <a:extLst>
              <a:ext uri="{FF2B5EF4-FFF2-40B4-BE49-F238E27FC236}">
                <a16:creationId xmlns:a16="http://schemas.microsoft.com/office/drawing/2014/main" id="{7B84B55E-5848-7447-73C8-BB07FBBAD3AA}"/>
              </a:ext>
            </a:extLst>
          </p:cNvPr>
          <p:cNvCxnSpPr>
            <a:cxnSpLocks/>
          </p:cNvCxnSpPr>
          <p:nvPr>
            <p:custDataLst>
              <p:tags r:id="rId14"/>
            </p:custDataLst>
          </p:nvPr>
        </p:nvCxnSpPr>
        <p:spPr>
          <a:xfrm>
            <a:off x="1262237" y="1198563"/>
            <a:ext cx="10544476"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4BDC4B3-0614-00B6-98A5-7D750CF2980E}"/>
              </a:ext>
            </a:extLst>
          </p:cNvPr>
          <p:cNvCxnSpPr/>
          <p:nvPr>
            <p:custDataLst>
              <p:tags r:id="rId15"/>
            </p:custDataLst>
          </p:nvPr>
        </p:nvCxnSpPr>
        <p:spPr bwMode="gray">
          <a:xfrm>
            <a:off x="2135188" y="207168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BC8D6B35-AB6B-9995-3C33-3E472459E406}"/>
              </a:ext>
            </a:extLst>
          </p:cNvPr>
          <p:cNvCxnSpPr/>
          <p:nvPr>
            <p:custDataLst>
              <p:tags r:id="rId16"/>
            </p:custDataLst>
          </p:nvPr>
        </p:nvCxnSpPr>
        <p:spPr bwMode="gray">
          <a:xfrm>
            <a:off x="1952625" y="2540000"/>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 name="Straight Connector 19">
            <a:extLst>
              <a:ext uri="{FF2B5EF4-FFF2-40B4-BE49-F238E27FC236}">
                <a16:creationId xmlns:a16="http://schemas.microsoft.com/office/drawing/2014/main" id="{CB1EC365-8A1B-16DC-FC26-D5322A24A9C3}"/>
              </a:ext>
            </a:extLst>
          </p:cNvPr>
          <p:cNvCxnSpPr/>
          <p:nvPr>
            <p:custDataLst>
              <p:tags r:id="rId17"/>
            </p:custDataLst>
          </p:nvPr>
        </p:nvCxnSpPr>
        <p:spPr bwMode="gray">
          <a:xfrm>
            <a:off x="1952625" y="30083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E29FD47B-D953-D6D7-100B-6D30A5EFB210}"/>
              </a:ext>
            </a:extLst>
          </p:cNvPr>
          <p:cNvCxnSpPr/>
          <p:nvPr>
            <p:custDataLst>
              <p:tags r:id="rId18"/>
            </p:custDataLst>
          </p:nvPr>
        </p:nvCxnSpPr>
        <p:spPr bwMode="gray">
          <a:xfrm>
            <a:off x="1638300" y="34782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6" name="Straight Connector 205">
            <a:extLst>
              <a:ext uri="{FF2B5EF4-FFF2-40B4-BE49-F238E27FC236}">
                <a16:creationId xmlns:a16="http://schemas.microsoft.com/office/drawing/2014/main" id="{EF5F1773-D785-5F9D-4CEC-D46AD9DB1661}"/>
              </a:ext>
            </a:extLst>
          </p:cNvPr>
          <p:cNvCxnSpPr/>
          <p:nvPr>
            <p:custDataLst>
              <p:tags r:id="rId19"/>
            </p:custDataLst>
          </p:nvPr>
        </p:nvCxnSpPr>
        <p:spPr bwMode="gray">
          <a:xfrm>
            <a:off x="1633538" y="3946525"/>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9" name="Straight Connector 208">
            <a:extLst>
              <a:ext uri="{FF2B5EF4-FFF2-40B4-BE49-F238E27FC236}">
                <a16:creationId xmlns:a16="http://schemas.microsoft.com/office/drawing/2014/main" id="{B103B8DC-52EC-BD24-C1BB-81C325DCD7EA}"/>
              </a:ext>
            </a:extLst>
          </p:cNvPr>
          <p:cNvCxnSpPr/>
          <p:nvPr>
            <p:custDataLst>
              <p:tags r:id="rId20"/>
            </p:custDataLst>
          </p:nvPr>
        </p:nvCxnSpPr>
        <p:spPr bwMode="gray">
          <a:xfrm>
            <a:off x="1633538" y="44148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77" name="Rectangle 476">
            <a:extLst>
              <a:ext uri="{FF2B5EF4-FFF2-40B4-BE49-F238E27FC236}">
                <a16:creationId xmlns:a16="http://schemas.microsoft.com/office/drawing/2014/main" id="{5C8231F6-1581-904E-01C0-FD2C16BB1CB6}"/>
              </a:ext>
            </a:extLst>
          </p:cNvPr>
          <p:cNvSpPr/>
          <p:nvPr>
            <p:custDataLst>
              <p:tags r:id="rId21"/>
            </p:custDataLst>
          </p:nvPr>
        </p:nvSpPr>
        <p:spPr bwMode="auto">
          <a:xfrm>
            <a:off x="1949450" y="2673350"/>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555" name="Rectangle 554">
            <a:extLst>
              <a:ext uri="{FF2B5EF4-FFF2-40B4-BE49-F238E27FC236}">
                <a16:creationId xmlns:a16="http://schemas.microsoft.com/office/drawing/2014/main" id="{ADC9074A-E7EA-7624-EACE-2AF29345059B}"/>
              </a:ext>
            </a:extLst>
          </p:cNvPr>
          <p:cNvSpPr/>
          <p:nvPr>
            <p:custDataLst>
              <p:tags r:id="rId22"/>
            </p:custDataLst>
          </p:nvPr>
        </p:nvSpPr>
        <p:spPr bwMode="auto">
          <a:xfrm>
            <a:off x="1633538" y="3611563"/>
            <a:ext cx="4763"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205" name="Rectangle 204">
            <a:extLst>
              <a:ext uri="{FF2B5EF4-FFF2-40B4-BE49-F238E27FC236}">
                <a16:creationId xmlns:a16="http://schemas.microsoft.com/office/drawing/2014/main" id="{6149B1C2-C0AA-B66F-A301-30EFE5F4ABE3}"/>
              </a:ext>
            </a:extLst>
          </p:cNvPr>
          <p:cNvSpPr/>
          <p:nvPr>
            <p:custDataLst>
              <p:tags r:id="rId23"/>
            </p:custDataLst>
          </p:nvPr>
        </p:nvSpPr>
        <p:spPr bwMode="auto">
          <a:xfrm>
            <a:off x="1630363" y="4079875"/>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507" name="Chart 506">
            <a:extLst>
              <a:ext uri="{FF2B5EF4-FFF2-40B4-BE49-F238E27FC236}">
                <a16:creationId xmlns:a16="http://schemas.microsoft.com/office/drawing/2014/main" id="{9482194D-52EE-781B-DB84-D3B604E2971C}"/>
              </a:ext>
            </a:extLst>
          </p:cNvPr>
          <p:cNvGraphicFramePr/>
          <p:nvPr>
            <p:custDataLst>
              <p:tags r:id="rId24"/>
            </p:custDataLst>
          </p:nvPr>
        </p:nvGraphicFramePr>
        <p:xfrm>
          <a:off x="1101725" y="1444625"/>
          <a:ext cx="1611313" cy="3730625"/>
        </p:xfrm>
        <a:graphic>
          <a:graphicData uri="http://schemas.openxmlformats.org/drawingml/2006/chart">
            <c:chart xmlns:c="http://schemas.openxmlformats.org/drawingml/2006/chart" xmlns:r="http://schemas.openxmlformats.org/officeDocument/2006/relationships" r:id="rId155"/>
          </a:graphicData>
        </a:graphic>
      </p:graphicFrame>
      <p:sp>
        <p:nvSpPr>
          <p:cNvPr id="559" name="Text Placeholder 2">
            <a:extLst>
              <a:ext uri="{FF2B5EF4-FFF2-40B4-BE49-F238E27FC236}">
                <a16:creationId xmlns:a16="http://schemas.microsoft.com/office/drawing/2014/main" id="{192DB789-515B-4504-BE53-6445F2427687}"/>
              </a:ext>
            </a:extLst>
          </p:cNvPr>
          <p:cNvSpPr>
            <a:spLocks noGrp="1"/>
          </p:cNvSpPr>
          <p:nvPr>
            <p:custDataLst>
              <p:tags r:id="rId25"/>
            </p:custDataLst>
          </p:nvPr>
        </p:nvSpPr>
        <p:spPr bwMode="gray">
          <a:xfrm>
            <a:off x="1493838" y="3702050"/>
            <a:ext cx="284163"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&lt;</a:t>
            </a:r>
            <a:fld id="{54AB135F-2F78-40D9-B5E7-414C233B9726}" type="datetime'''''''''''''''''''''''''''''''''''''''''''''''''''''''0'">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a:t>
            </a:fld>
            <a:r>
              <a:rPr kumimoji="0" lang="en-US" alt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85" name="Text Placeholder 2">
            <a:extLst>
              <a:ext uri="{FF2B5EF4-FFF2-40B4-BE49-F238E27FC236}">
                <a16:creationId xmlns:a16="http://schemas.microsoft.com/office/drawing/2014/main" id="{192DB789-515B-4504-BE53-6445F2427687}"/>
              </a:ext>
            </a:extLst>
          </p:cNvPr>
          <p:cNvSpPr>
            <a:spLocks noGrp="1"/>
          </p:cNvSpPr>
          <p:nvPr>
            <p:custDataLst>
              <p:tags r:id="rId26"/>
            </p:custDataLst>
          </p:nvPr>
        </p:nvSpPr>
        <p:spPr bwMode="gray">
          <a:xfrm>
            <a:off x="2160588" y="1827213"/>
            <a:ext cx="20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5.7</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grpSp>
        <p:nvGrpSpPr>
          <p:cNvPr id="457" name="Group 456">
            <a:extLst>
              <a:ext uri="{FF2B5EF4-FFF2-40B4-BE49-F238E27FC236}">
                <a16:creationId xmlns:a16="http://schemas.microsoft.com/office/drawing/2014/main" id="{BB323346-7481-BA85-181B-73AC9A31D569}"/>
              </a:ext>
            </a:extLst>
          </p:cNvPr>
          <p:cNvGrpSpPr/>
          <p:nvPr/>
        </p:nvGrpSpPr>
        <p:grpSpPr>
          <a:xfrm>
            <a:off x="7335438" y="935038"/>
            <a:ext cx="1456738" cy="138113"/>
            <a:chOff x="8580595" y="817563"/>
            <a:chExt cx="1456738" cy="138113"/>
          </a:xfrm>
        </p:grpSpPr>
        <p:sp>
          <p:nvSpPr>
            <p:cNvPr id="3" name="Rectangle 2">
              <a:extLst>
                <a:ext uri="{FF2B5EF4-FFF2-40B4-BE49-F238E27FC236}">
                  <a16:creationId xmlns:a16="http://schemas.microsoft.com/office/drawing/2014/main" id="{8D89E1D6-30C7-E734-7C2D-06D42F5D1F04}"/>
                </a:ext>
              </a:extLst>
            </p:cNvPr>
            <p:cNvSpPr/>
            <p:nvPr/>
          </p:nvSpPr>
          <p:spPr>
            <a:xfrm>
              <a:off x="8580595" y="817563"/>
              <a:ext cx="137160" cy="136525"/>
            </a:xfrm>
            <a:prstGeom prst="rect">
              <a:avLst/>
            </a:prstGeom>
            <a:solidFill>
              <a:srgbClr val="B3B3B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12" name="TextBox 11">
              <a:extLst>
                <a:ext uri="{FF2B5EF4-FFF2-40B4-BE49-F238E27FC236}">
                  <a16:creationId xmlns:a16="http://schemas.microsoft.com/office/drawing/2014/main" id="{7121900C-A723-1A4A-F887-F4FC793C2851}"/>
                </a:ext>
              </a:extLst>
            </p:cNvPr>
            <p:cNvSpPr txBox="1"/>
            <p:nvPr/>
          </p:nvSpPr>
          <p:spPr>
            <a:xfrm>
              <a:off x="8810998" y="817563"/>
              <a:ext cx="1226335" cy="13811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Estimated impact</a:t>
              </a:r>
            </a:p>
          </p:txBody>
        </p:sp>
      </p:grpSp>
      <p:cxnSp>
        <p:nvCxnSpPr>
          <p:cNvPr id="253" name="Straight Connector 252">
            <a:extLst>
              <a:ext uri="{FF2B5EF4-FFF2-40B4-BE49-F238E27FC236}">
                <a16:creationId xmlns:a16="http://schemas.microsoft.com/office/drawing/2014/main" id="{025CBF61-2451-D398-4919-C455F63E49BB}"/>
              </a:ext>
            </a:extLst>
          </p:cNvPr>
          <p:cNvCxnSpPr/>
          <p:nvPr>
            <p:custDataLst>
              <p:tags r:id="rId27"/>
            </p:custDataLst>
          </p:nvPr>
        </p:nvCxnSpPr>
        <p:spPr bwMode="gray">
          <a:xfrm>
            <a:off x="3671888" y="207168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4" name="Straight Connector 253">
            <a:extLst>
              <a:ext uri="{FF2B5EF4-FFF2-40B4-BE49-F238E27FC236}">
                <a16:creationId xmlns:a16="http://schemas.microsoft.com/office/drawing/2014/main" id="{8A6F2B50-6EDC-1675-5D9C-2F45D46BCDD0}"/>
              </a:ext>
            </a:extLst>
          </p:cNvPr>
          <p:cNvCxnSpPr/>
          <p:nvPr>
            <p:custDataLst>
              <p:tags r:id="rId28"/>
            </p:custDataLst>
          </p:nvPr>
        </p:nvCxnSpPr>
        <p:spPr bwMode="gray">
          <a:xfrm>
            <a:off x="3490913" y="2540000"/>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5" name="Straight Connector 254">
            <a:extLst>
              <a:ext uri="{FF2B5EF4-FFF2-40B4-BE49-F238E27FC236}">
                <a16:creationId xmlns:a16="http://schemas.microsoft.com/office/drawing/2014/main" id="{A9EB0622-91D7-861B-22C3-581E7480A4CD}"/>
              </a:ext>
            </a:extLst>
          </p:cNvPr>
          <p:cNvCxnSpPr/>
          <p:nvPr>
            <p:custDataLst>
              <p:tags r:id="rId29"/>
            </p:custDataLst>
          </p:nvPr>
        </p:nvCxnSpPr>
        <p:spPr bwMode="gray">
          <a:xfrm>
            <a:off x="3424238" y="30083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6" name="Straight Connector 255">
            <a:extLst>
              <a:ext uri="{FF2B5EF4-FFF2-40B4-BE49-F238E27FC236}">
                <a16:creationId xmlns:a16="http://schemas.microsoft.com/office/drawing/2014/main" id="{C5118DE3-FC69-4B4C-26CE-E010F7AF0345}"/>
              </a:ext>
            </a:extLst>
          </p:cNvPr>
          <p:cNvCxnSpPr/>
          <p:nvPr>
            <p:custDataLst>
              <p:tags r:id="rId30"/>
            </p:custDataLst>
          </p:nvPr>
        </p:nvCxnSpPr>
        <p:spPr bwMode="gray">
          <a:xfrm>
            <a:off x="3260725" y="34782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59" name="Straight Connector 258">
            <a:extLst>
              <a:ext uri="{FF2B5EF4-FFF2-40B4-BE49-F238E27FC236}">
                <a16:creationId xmlns:a16="http://schemas.microsoft.com/office/drawing/2014/main" id="{E98ABCB0-F346-3716-F406-1AB9B2CEB810}"/>
              </a:ext>
            </a:extLst>
          </p:cNvPr>
          <p:cNvCxnSpPr/>
          <p:nvPr>
            <p:custDataLst>
              <p:tags r:id="rId31"/>
            </p:custDataLst>
          </p:nvPr>
        </p:nvCxnSpPr>
        <p:spPr bwMode="gray">
          <a:xfrm>
            <a:off x="3225800" y="3946525"/>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60" name="Straight Connector 259">
            <a:extLst>
              <a:ext uri="{FF2B5EF4-FFF2-40B4-BE49-F238E27FC236}">
                <a16:creationId xmlns:a16="http://schemas.microsoft.com/office/drawing/2014/main" id="{D92BA76C-122E-B2D3-3F6A-D4BAD738FD84}"/>
              </a:ext>
            </a:extLst>
          </p:cNvPr>
          <p:cNvCxnSpPr/>
          <p:nvPr>
            <p:custDataLst>
              <p:tags r:id="rId32"/>
            </p:custDataLst>
          </p:nvPr>
        </p:nvCxnSpPr>
        <p:spPr bwMode="gray">
          <a:xfrm>
            <a:off x="2981325" y="44148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72" name="Chart 71">
            <a:extLst>
              <a:ext uri="{FF2B5EF4-FFF2-40B4-BE49-F238E27FC236}">
                <a16:creationId xmlns:a16="http://schemas.microsoft.com/office/drawing/2014/main" id="{A8E62D54-5B7A-BF56-D043-43F3307F1B68}"/>
              </a:ext>
            </a:extLst>
          </p:cNvPr>
          <p:cNvGraphicFramePr/>
          <p:nvPr>
            <p:custDataLst>
              <p:tags r:id="rId33"/>
            </p:custDataLst>
          </p:nvPr>
        </p:nvGraphicFramePr>
        <p:xfrm>
          <a:off x="2403475" y="1444625"/>
          <a:ext cx="1611313" cy="3730625"/>
        </p:xfrm>
        <a:graphic>
          <a:graphicData uri="http://schemas.openxmlformats.org/drawingml/2006/chart">
            <c:chart xmlns:c="http://schemas.openxmlformats.org/drawingml/2006/chart" xmlns:r="http://schemas.openxmlformats.org/officeDocument/2006/relationships" r:id="rId156"/>
          </a:graphicData>
        </a:graphic>
      </p:graphicFrame>
      <p:sp>
        <p:nvSpPr>
          <p:cNvPr id="73" name="Text Placeholder 2">
            <a:extLst>
              <a:ext uri="{FF2B5EF4-FFF2-40B4-BE49-F238E27FC236}">
                <a16:creationId xmlns:a16="http://schemas.microsoft.com/office/drawing/2014/main" id="{192DB789-515B-4504-BE53-6445F2427687}"/>
              </a:ext>
            </a:extLst>
          </p:cNvPr>
          <p:cNvSpPr>
            <a:spLocks noGrp="1"/>
          </p:cNvSpPr>
          <p:nvPr>
            <p:custDataLst>
              <p:tags r:id="rId34"/>
            </p:custDataLst>
          </p:nvPr>
        </p:nvSpPr>
        <p:spPr bwMode="gray">
          <a:xfrm>
            <a:off x="3352800" y="2763838"/>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D2735EC5-04AD-482A-B610-10AC9C27C532}" type="datetime'''0''''''.''''''''''''''''''''''''''6'''''''''''">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0.6</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9" name="Text Placeholder 2">
            <a:extLst>
              <a:ext uri="{FF2B5EF4-FFF2-40B4-BE49-F238E27FC236}">
                <a16:creationId xmlns:a16="http://schemas.microsoft.com/office/drawing/2014/main" id="{192DB789-515B-4504-BE53-6445F2427687}"/>
              </a:ext>
            </a:extLst>
          </p:cNvPr>
          <p:cNvSpPr>
            <a:spLocks noGrp="1"/>
          </p:cNvSpPr>
          <p:nvPr>
            <p:custDataLst>
              <p:tags r:id="rId35"/>
            </p:custDataLst>
          </p:nvPr>
        </p:nvSpPr>
        <p:spPr bwMode="gray">
          <a:xfrm>
            <a:off x="3236913" y="3233738"/>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6426FC30-7E2B-43C7-A02C-8B246C24F71F}" type="datetime'''''''''''''1''''''''''''''''.''3'''''''''''''''''''''''''''">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1.3</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10" name="Text Placeholder 2">
            <a:extLst>
              <a:ext uri="{FF2B5EF4-FFF2-40B4-BE49-F238E27FC236}">
                <a16:creationId xmlns:a16="http://schemas.microsoft.com/office/drawing/2014/main" id="{192DB789-515B-4504-BE53-6445F2427687}"/>
              </a:ext>
            </a:extLst>
          </p:cNvPr>
          <p:cNvSpPr>
            <a:spLocks noGrp="1"/>
          </p:cNvSpPr>
          <p:nvPr>
            <p:custDataLst>
              <p:tags r:id="rId36"/>
            </p:custDataLst>
          </p:nvPr>
        </p:nvSpPr>
        <p:spPr bwMode="gray">
          <a:xfrm>
            <a:off x="3138488" y="3702050"/>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5F2C6CFD-9159-4A77-925F-6C92137CCEFB}" type="datetime'0''''''''''''''.''''''''''''''''''''''''3'''''''''''''''''''''">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0.3</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69" name="Text Placeholder 2">
            <a:extLst>
              <a:ext uri="{FF2B5EF4-FFF2-40B4-BE49-F238E27FC236}">
                <a16:creationId xmlns:a16="http://schemas.microsoft.com/office/drawing/2014/main" id="{DE38EE04-00DC-3845-D31C-5DF8680ACDB3}"/>
              </a:ext>
            </a:extLst>
          </p:cNvPr>
          <p:cNvSpPr>
            <a:spLocks noGrp="1"/>
          </p:cNvSpPr>
          <p:nvPr>
            <p:custDataLst>
              <p:tags r:id="rId37"/>
            </p:custDataLst>
          </p:nvPr>
        </p:nvSpPr>
        <p:spPr bwMode="gray">
          <a:xfrm>
            <a:off x="3697288" y="1827213"/>
            <a:ext cx="20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7.6</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274" name="Straight Connector 273">
            <a:extLst>
              <a:ext uri="{FF2B5EF4-FFF2-40B4-BE49-F238E27FC236}">
                <a16:creationId xmlns:a16="http://schemas.microsoft.com/office/drawing/2014/main" id="{4708BC3E-5863-5928-A96C-AE3E531DAA22}"/>
              </a:ext>
            </a:extLst>
          </p:cNvPr>
          <p:cNvCxnSpPr/>
          <p:nvPr>
            <p:custDataLst>
              <p:tags r:id="rId38"/>
            </p:custDataLst>
          </p:nvPr>
        </p:nvCxnSpPr>
        <p:spPr bwMode="gray">
          <a:xfrm>
            <a:off x="7475538" y="207168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7" name="Straight Connector 276">
            <a:extLst>
              <a:ext uri="{FF2B5EF4-FFF2-40B4-BE49-F238E27FC236}">
                <a16:creationId xmlns:a16="http://schemas.microsoft.com/office/drawing/2014/main" id="{36D13FBB-379B-A237-80A5-AFA00D6D369A}"/>
              </a:ext>
            </a:extLst>
          </p:cNvPr>
          <p:cNvCxnSpPr/>
          <p:nvPr>
            <p:custDataLst>
              <p:tags r:id="rId39"/>
            </p:custDataLst>
          </p:nvPr>
        </p:nvCxnSpPr>
        <p:spPr bwMode="gray">
          <a:xfrm>
            <a:off x="7475538" y="2540000"/>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8" name="Straight Connector 277">
            <a:extLst>
              <a:ext uri="{FF2B5EF4-FFF2-40B4-BE49-F238E27FC236}">
                <a16:creationId xmlns:a16="http://schemas.microsoft.com/office/drawing/2014/main" id="{E22D61F2-4471-5692-BC13-3175B227ACB3}"/>
              </a:ext>
            </a:extLst>
          </p:cNvPr>
          <p:cNvCxnSpPr/>
          <p:nvPr>
            <p:custDataLst>
              <p:tags r:id="rId40"/>
            </p:custDataLst>
          </p:nvPr>
        </p:nvCxnSpPr>
        <p:spPr bwMode="gray">
          <a:xfrm>
            <a:off x="7458075" y="30083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79" name="Straight Connector 278">
            <a:extLst>
              <a:ext uri="{FF2B5EF4-FFF2-40B4-BE49-F238E27FC236}">
                <a16:creationId xmlns:a16="http://schemas.microsoft.com/office/drawing/2014/main" id="{CC31EFA1-FB4E-718C-F414-449FFC6B5B6B}"/>
              </a:ext>
            </a:extLst>
          </p:cNvPr>
          <p:cNvCxnSpPr/>
          <p:nvPr>
            <p:custDataLst>
              <p:tags r:id="rId41"/>
            </p:custDataLst>
          </p:nvPr>
        </p:nvCxnSpPr>
        <p:spPr bwMode="gray">
          <a:xfrm>
            <a:off x="7288213" y="34782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0" name="Straight Connector 279">
            <a:extLst>
              <a:ext uri="{FF2B5EF4-FFF2-40B4-BE49-F238E27FC236}">
                <a16:creationId xmlns:a16="http://schemas.microsoft.com/office/drawing/2014/main" id="{ED3A84FC-3052-6D3C-448D-1EAB5885F01A}"/>
              </a:ext>
            </a:extLst>
          </p:cNvPr>
          <p:cNvCxnSpPr/>
          <p:nvPr>
            <p:custDataLst>
              <p:tags r:id="rId42"/>
            </p:custDataLst>
          </p:nvPr>
        </p:nvCxnSpPr>
        <p:spPr bwMode="gray">
          <a:xfrm>
            <a:off x="7270750" y="3946525"/>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81" name="Straight Connector 280">
            <a:extLst>
              <a:ext uri="{FF2B5EF4-FFF2-40B4-BE49-F238E27FC236}">
                <a16:creationId xmlns:a16="http://schemas.microsoft.com/office/drawing/2014/main" id="{F2395B5F-6C9E-93C3-D19D-3F1424D8683E}"/>
              </a:ext>
            </a:extLst>
          </p:cNvPr>
          <p:cNvCxnSpPr/>
          <p:nvPr>
            <p:custDataLst>
              <p:tags r:id="rId43"/>
            </p:custDataLst>
          </p:nvPr>
        </p:nvCxnSpPr>
        <p:spPr bwMode="gray">
          <a:xfrm>
            <a:off x="7270750" y="44148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80" name="Rectangle 579">
            <a:extLst>
              <a:ext uri="{FF2B5EF4-FFF2-40B4-BE49-F238E27FC236}">
                <a16:creationId xmlns:a16="http://schemas.microsoft.com/office/drawing/2014/main" id="{925C6BDA-A9CB-ED87-031E-9B361F67EF5F}"/>
              </a:ext>
            </a:extLst>
          </p:cNvPr>
          <p:cNvSpPr/>
          <p:nvPr>
            <p:custDataLst>
              <p:tags r:id="rId44"/>
            </p:custDataLst>
          </p:nvPr>
        </p:nvSpPr>
        <p:spPr bwMode="auto">
          <a:xfrm>
            <a:off x="7472363" y="2205038"/>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283" name="Rectangle 282">
            <a:extLst>
              <a:ext uri="{FF2B5EF4-FFF2-40B4-BE49-F238E27FC236}">
                <a16:creationId xmlns:a16="http://schemas.microsoft.com/office/drawing/2014/main" id="{963C1A7A-19F9-ED3E-F1F4-7A9C7E317EAD}"/>
              </a:ext>
            </a:extLst>
          </p:cNvPr>
          <p:cNvSpPr/>
          <p:nvPr>
            <p:custDataLst>
              <p:tags r:id="rId45"/>
            </p:custDataLst>
          </p:nvPr>
        </p:nvSpPr>
        <p:spPr bwMode="auto">
          <a:xfrm>
            <a:off x="7267575" y="4079875"/>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90" name="Chart 89">
            <a:extLst>
              <a:ext uri="{FF2B5EF4-FFF2-40B4-BE49-F238E27FC236}">
                <a16:creationId xmlns:a16="http://schemas.microsoft.com/office/drawing/2014/main" id="{8A2A5342-96CD-918B-F24B-0B8F91C542EC}"/>
              </a:ext>
            </a:extLst>
          </p:cNvPr>
          <p:cNvGraphicFramePr/>
          <p:nvPr>
            <p:custDataLst>
              <p:tags r:id="rId46"/>
            </p:custDataLst>
          </p:nvPr>
        </p:nvGraphicFramePr>
        <p:xfrm>
          <a:off x="6696075" y="1444625"/>
          <a:ext cx="1611313" cy="3730625"/>
        </p:xfrm>
        <a:graphic>
          <a:graphicData uri="http://schemas.openxmlformats.org/drawingml/2006/chart">
            <c:chart xmlns:c="http://schemas.openxmlformats.org/drawingml/2006/chart" xmlns:r="http://schemas.openxmlformats.org/officeDocument/2006/relationships" r:id="rId157"/>
          </a:graphicData>
        </a:graphic>
      </p:graphicFrame>
      <p:cxnSp>
        <p:nvCxnSpPr>
          <p:cNvPr id="583" name="Straight Connector 582">
            <a:extLst>
              <a:ext uri="{FF2B5EF4-FFF2-40B4-BE49-F238E27FC236}">
                <a16:creationId xmlns:a16="http://schemas.microsoft.com/office/drawing/2014/main" id="{8C6027DA-7086-84CD-AE18-7C84EFF63CE5}"/>
              </a:ext>
            </a:extLst>
          </p:cNvPr>
          <p:cNvCxnSpPr/>
          <p:nvPr>
            <p:custDataLst>
              <p:tags r:id="rId47"/>
            </p:custDataLst>
          </p:nvPr>
        </p:nvCxnSpPr>
        <p:spPr bwMode="auto">
          <a:xfrm flipH="1">
            <a:off x="7280275" y="3778250"/>
            <a:ext cx="33338"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492" name="Text Placeholder 2">
            <a:extLst>
              <a:ext uri="{FF2B5EF4-FFF2-40B4-BE49-F238E27FC236}">
                <a16:creationId xmlns:a16="http://schemas.microsoft.com/office/drawing/2014/main" id="{192DB789-515B-4504-BE53-6445F2427687}"/>
              </a:ext>
            </a:extLst>
          </p:cNvPr>
          <p:cNvSpPr>
            <a:spLocks noGrp="1"/>
          </p:cNvSpPr>
          <p:nvPr>
            <p:custDataLst>
              <p:tags r:id="rId48"/>
            </p:custDataLst>
          </p:nvPr>
        </p:nvSpPr>
        <p:spPr bwMode="gray">
          <a:xfrm>
            <a:off x="7361238" y="2763838"/>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752662B-2634-4AE9-B782-D3ADAD0A3806}" type="datetime'''''''0''''.''''''''''''''''1'''''''''''">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0.1</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84" name="Text Placeholder 2">
            <a:extLst>
              <a:ext uri="{FF2B5EF4-FFF2-40B4-BE49-F238E27FC236}">
                <a16:creationId xmlns:a16="http://schemas.microsoft.com/office/drawing/2014/main" id="{192DB789-515B-4504-BE53-6445F2427687}"/>
              </a:ext>
            </a:extLst>
          </p:cNvPr>
          <p:cNvSpPr>
            <a:spLocks noGrp="1"/>
          </p:cNvSpPr>
          <p:nvPr>
            <p:custDataLst>
              <p:tags r:id="rId49"/>
            </p:custDataLst>
          </p:nvPr>
        </p:nvSpPr>
        <p:spPr bwMode="gray">
          <a:xfrm>
            <a:off x="7267575" y="3233738"/>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5A49429-2504-4BFE-A28D-646732B1E104}" type="datetime'''''''''''1''.''''''''4'''''''''''''''''''''''''''''''''''''">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1.4</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90" name="Text Placeholder 2">
            <a:extLst>
              <a:ext uri="{FF2B5EF4-FFF2-40B4-BE49-F238E27FC236}">
                <a16:creationId xmlns:a16="http://schemas.microsoft.com/office/drawing/2014/main" id="{55D886DB-364E-84C6-7DFA-E152EEBED0FC}"/>
              </a:ext>
            </a:extLst>
          </p:cNvPr>
          <p:cNvSpPr>
            <a:spLocks noGrp="1"/>
          </p:cNvSpPr>
          <p:nvPr>
            <p:custDataLst>
              <p:tags r:id="rId50"/>
            </p:custDataLst>
          </p:nvPr>
        </p:nvSpPr>
        <p:spPr bwMode="gray">
          <a:xfrm>
            <a:off x="7500938" y="1827213"/>
            <a:ext cx="20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3.6</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309" name="Straight Connector 308">
            <a:extLst>
              <a:ext uri="{FF2B5EF4-FFF2-40B4-BE49-F238E27FC236}">
                <a16:creationId xmlns:a16="http://schemas.microsoft.com/office/drawing/2014/main" id="{2967DED4-C516-EC41-F47F-10187F6EDB35}"/>
              </a:ext>
            </a:extLst>
          </p:cNvPr>
          <p:cNvCxnSpPr/>
          <p:nvPr>
            <p:custDataLst>
              <p:tags r:id="rId51"/>
            </p:custDataLst>
          </p:nvPr>
        </p:nvCxnSpPr>
        <p:spPr bwMode="gray">
          <a:xfrm>
            <a:off x="8559800" y="20685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0" name="Straight Connector 309">
            <a:extLst>
              <a:ext uri="{FF2B5EF4-FFF2-40B4-BE49-F238E27FC236}">
                <a16:creationId xmlns:a16="http://schemas.microsoft.com/office/drawing/2014/main" id="{D1A914B8-817A-0EBE-EFB2-A3DF2EA58FB7}"/>
              </a:ext>
            </a:extLst>
          </p:cNvPr>
          <p:cNvCxnSpPr/>
          <p:nvPr>
            <p:custDataLst>
              <p:tags r:id="rId52"/>
            </p:custDataLst>
          </p:nvPr>
        </p:nvCxnSpPr>
        <p:spPr bwMode="gray">
          <a:xfrm>
            <a:off x="8559800" y="2536825"/>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1" name="Straight Connector 310">
            <a:extLst>
              <a:ext uri="{FF2B5EF4-FFF2-40B4-BE49-F238E27FC236}">
                <a16:creationId xmlns:a16="http://schemas.microsoft.com/office/drawing/2014/main" id="{4A27FAB5-3EC6-AA70-5BB9-00D495B7F44D}"/>
              </a:ext>
            </a:extLst>
          </p:cNvPr>
          <p:cNvCxnSpPr/>
          <p:nvPr>
            <p:custDataLst>
              <p:tags r:id="rId53"/>
            </p:custDataLst>
          </p:nvPr>
        </p:nvCxnSpPr>
        <p:spPr bwMode="gray">
          <a:xfrm>
            <a:off x="8250238" y="30051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2" name="Straight Connector 311">
            <a:extLst>
              <a:ext uri="{FF2B5EF4-FFF2-40B4-BE49-F238E27FC236}">
                <a16:creationId xmlns:a16="http://schemas.microsoft.com/office/drawing/2014/main" id="{93F366C5-85ED-248A-36F7-949A5446E070}"/>
              </a:ext>
            </a:extLst>
          </p:cNvPr>
          <p:cNvCxnSpPr/>
          <p:nvPr>
            <p:custDataLst>
              <p:tags r:id="rId54"/>
            </p:custDataLst>
          </p:nvPr>
        </p:nvCxnSpPr>
        <p:spPr bwMode="gray">
          <a:xfrm>
            <a:off x="8250238" y="34750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3" name="Straight Connector 312">
            <a:extLst>
              <a:ext uri="{FF2B5EF4-FFF2-40B4-BE49-F238E27FC236}">
                <a16:creationId xmlns:a16="http://schemas.microsoft.com/office/drawing/2014/main" id="{6C6F2930-FD94-5528-054A-D20C4DED19A4}"/>
              </a:ext>
            </a:extLst>
          </p:cNvPr>
          <p:cNvCxnSpPr/>
          <p:nvPr>
            <p:custDataLst>
              <p:tags r:id="rId55"/>
            </p:custDataLst>
          </p:nvPr>
        </p:nvCxnSpPr>
        <p:spPr bwMode="gray">
          <a:xfrm>
            <a:off x="8250238" y="3943350"/>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314" name="Straight Connector 313">
            <a:extLst>
              <a:ext uri="{FF2B5EF4-FFF2-40B4-BE49-F238E27FC236}">
                <a16:creationId xmlns:a16="http://schemas.microsoft.com/office/drawing/2014/main" id="{6E332CBC-A742-DD63-8F08-B554B5B08149}"/>
              </a:ext>
            </a:extLst>
          </p:cNvPr>
          <p:cNvCxnSpPr/>
          <p:nvPr>
            <p:custDataLst>
              <p:tags r:id="rId56"/>
            </p:custDataLst>
          </p:nvPr>
        </p:nvCxnSpPr>
        <p:spPr bwMode="gray">
          <a:xfrm>
            <a:off x="8250238" y="441166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72" name="Rectangle 571">
            <a:extLst>
              <a:ext uri="{FF2B5EF4-FFF2-40B4-BE49-F238E27FC236}">
                <a16:creationId xmlns:a16="http://schemas.microsoft.com/office/drawing/2014/main" id="{820C2196-3103-326C-F5C2-5A4016A924F1}"/>
              </a:ext>
            </a:extLst>
          </p:cNvPr>
          <p:cNvSpPr/>
          <p:nvPr>
            <p:custDataLst>
              <p:tags r:id="rId57"/>
            </p:custDataLst>
          </p:nvPr>
        </p:nvSpPr>
        <p:spPr bwMode="auto">
          <a:xfrm>
            <a:off x="8556625" y="2201863"/>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566" name="Rectangle 565">
            <a:extLst>
              <a:ext uri="{FF2B5EF4-FFF2-40B4-BE49-F238E27FC236}">
                <a16:creationId xmlns:a16="http://schemas.microsoft.com/office/drawing/2014/main" id="{30F9706F-0147-25D9-AACF-98AA496A3504}"/>
              </a:ext>
            </a:extLst>
          </p:cNvPr>
          <p:cNvSpPr/>
          <p:nvPr>
            <p:custDataLst>
              <p:tags r:id="rId58"/>
            </p:custDataLst>
          </p:nvPr>
        </p:nvSpPr>
        <p:spPr bwMode="auto">
          <a:xfrm>
            <a:off x="8247063" y="3138488"/>
            <a:ext cx="6350" cy="336550"/>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568" name="Rectangle 567">
            <a:extLst>
              <a:ext uri="{FF2B5EF4-FFF2-40B4-BE49-F238E27FC236}">
                <a16:creationId xmlns:a16="http://schemas.microsoft.com/office/drawing/2014/main" id="{B70B9B44-824A-2C9E-A8BB-641706C3E98E}"/>
              </a:ext>
            </a:extLst>
          </p:cNvPr>
          <p:cNvSpPr/>
          <p:nvPr>
            <p:custDataLst>
              <p:tags r:id="rId59"/>
            </p:custDataLst>
          </p:nvPr>
        </p:nvSpPr>
        <p:spPr bwMode="auto">
          <a:xfrm>
            <a:off x="8247063" y="3608388"/>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316" name="Rectangle 315">
            <a:extLst>
              <a:ext uri="{FF2B5EF4-FFF2-40B4-BE49-F238E27FC236}">
                <a16:creationId xmlns:a16="http://schemas.microsoft.com/office/drawing/2014/main" id="{F9675E37-D95E-56F0-24E2-EEF323B765A0}"/>
              </a:ext>
            </a:extLst>
          </p:cNvPr>
          <p:cNvSpPr/>
          <p:nvPr>
            <p:custDataLst>
              <p:tags r:id="rId60"/>
            </p:custDataLst>
          </p:nvPr>
        </p:nvSpPr>
        <p:spPr bwMode="auto">
          <a:xfrm>
            <a:off x="8247063" y="4076700"/>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102" name="Chart 101">
            <a:extLst>
              <a:ext uri="{FF2B5EF4-FFF2-40B4-BE49-F238E27FC236}">
                <a16:creationId xmlns:a16="http://schemas.microsoft.com/office/drawing/2014/main" id="{ED0C7C0A-08B2-059E-D417-20D1CA4AB899}"/>
              </a:ext>
            </a:extLst>
          </p:cNvPr>
          <p:cNvGraphicFramePr/>
          <p:nvPr>
            <p:custDataLst>
              <p:tags r:id="rId61"/>
            </p:custDataLst>
          </p:nvPr>
        </p:nvGraphicFramePr>
        <p:xfrm>
          <a:off x="7793038" y="1441450"/>
          <a:ext cx="1611312" cy="3730625"/>
        </p:xfrm>
        <a:graphic>
          <a:graphicData uri="http://schemas.openxmlformats.org/drawingml/2006/chart">
            <c:chart xmlns:c="http://schemas.openxmlformats.org/drawingml/2006/chart" xmlns:r="http://schemas.openxmlformats.org/officeDocument/2006/relationships" r:id="rId158"/>
          </a:graphicData>
        </a:graphic>
      </p:graphicFrame>
      <p:sp>
        <p:nvSpPr>
          <p:cNvPr id="515" name="Text Placeholder 2">
            <a:extLst>
              <a:ext uri="{FF2B5EF4-FFF2-40B4-BE49-F238E27FC236}">
                <a16:creationId xmlns:a16="http://schemas.microsoft.com/office/drawing/2014/main" id="{41E7A595-7761-A581-2405-F4436743A81C}"/>
              </a:ext>
            </a:extLst>
          </p:cNvPr>
          <p:cNvSpPr>
            <a:spLocks noGrp="1"/>
          </p:cNvSpPr>
          <p:nvPr>
            <p:custDataLst>
              <p:tags r:id="rId62"/>
            </p:custDataLst>
          </p:nvPr>
        </p:nvSpPr>
        <p:spPr bwMode="gray">
          <a:xfrm>
            <a:off x="8585200" y="1824038"/>
            <a:ext cx="20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3.5</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593" name="Straight Connector 592">
            <a:extLst>
              <a:ext uri="{FF2B5EF4-FFF2-40B4-BE49-F238E27FC236}">
                <a16:creationId xmlns:a16="http://schemas.microsoft.com/office/drawing/2014/main" id="{9C0CF2DF-AB35-919D-8CFD-F27B3206568F}"/>
              </a:ext>
            </a:extLst>
          </p:cNvPr>
          <p:cNvCxnSpPr/>
          <p:nvPr>
            <p:custDataLst>
              <p:tags r:id="rId63"/>
            </p:custDataLst>
          </p:nvPr>
        </p:nvCxnSpPr>
        <p:spPr bwMode="gray">
          <a:xfrm>
            <a:off x="5889625" y="207168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4" name="Straight Connector 593">
            <a:extLst>
              <a:ext uri="{FF2B5EF4-FFF2-40B4-BE49-F238E27FC236}">
                <a16:creationId xmlns:a16="http://schemas.microsoft.com/office/drawing/2014/main" id="{B3AD9AE3-FA6E-C701-6C86-640DE9637844}"/>
              </a:ext>
            </a:extLst>
          </p:cNvPr>
          <p:cNvCxnSpPr/>
          <p:nvPr>
            <p:custDataLst>
              <p:tags r:id="rId64"/>
            </p:custDataLst>
          </p:nvPr>
        </p:nvCxnSpPr>
        <p:spPr bwMode="gray">
          <a:xfrm>
            <a:off x="5889625" y="2540000"/>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5" name="Straight Connector 594">
            <a:extLst>
              <a:ext uri="{FF2B5EF4-FFF2-40B4-BE49-F238E27FC236}">
                <a16:creationId xmlns:a16="http://schemas.microsoft.com/office/drawing/2014/main" id="{1D0B01B4-1B24-E7EB-327D-F49C7DFC34AF}"/>
              </a:ext>
            </a:extLst>
          </p:cNvPr>
          <p:cNvCxnSpPr/>
          <p:nvPr>
            <p:custDataLst>
              <p:tags r:id="rId65"/>
            </p:custDataLst>
          </p:nvPr>
        </p:nvCxnSpPr>
        <p:spPr bwMode="gray">
          <a:xfrm>
            <a:off x="5889625" y="30083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6" name="Straight Connector 595">
            <a:extLst>
              <a:ext uri="{FF2B5EF4-FFF2-40B4-BE49-F238E27FC236}">
                <a16:creationId xmlns:a16="http://schemas.microsoft.com/office/drawing/2014/main" id="{01DE395A-6EFD-E52C-4D7D-D6D10DCAA822}"/>
              </a:ext>
            </a:extLst>
          </p:cNvPr>
          <p:cNvCxnSpPr/>
          <p:nvPr>
            <p:custDataLst>
              <p:tags r:id="rId66"/>
            </p:custDataLst>
          </p:nvPr>
        </p:nvCxnSpPr>
        <p:spPr bwMode="gray">
          <a:xfrm>
            <a:off x="5889625" y="34782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7" name="Straight Connector 596">
            <a:extLst>
              <a:ext uri="{FF2B5EF4-FFF2-40B4-BE49-F238E27FC236}">
                <a16:creationId xmlns:a16="http://schemas.microsoft.com/office/drawing/2014/main" id="{BF7EB30D-860E-9F08-3DA0-8918B2450103}"/>
              </a:ext>
            </a:extLst>
          </p:cNvPr>
          <p:cNvCxnSpPr/>
          <p:nvPr>
            <p:custDataLst>
              <p:tags r:id="rId67"/>
            </p:custDataLst>
          </p:nvPr>
        </p:nvCxnSpPr>
        <p:spPr bwMode="gray">
          <a:xfrm>
            <a:off x="5699125" y="3946525"/>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98" name="Straight Connector 597">
            <a:extLst>
              <a:ext uri="{FF2B5EF4-FFF2-40B4-BE49-F238E27FC236}">
                <a16:creationId xmlns:a16="http://schemas.microsoft.com/office/drawing/2014/main" id="{21786914-9663-C6D7-DF9F-C3AB4EA0FE2B}"/>
              </a:ext>
            </a:extLst>
          </p:cNvPr>
          <p:cNvCxnSpPr/>
          <p:nvPr>
            <p:custDataLst>
              <p:tags r:id="rId68"/>
            </p:custDataLst>
          </p:nvPr>
        </p:nvCxnSpPr>
        <p:spPr bwMode="gray">
          <a:xfrm>
            <a:off x="5699125" y="44148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02" name="Rectangle 601">
            <a:extLst>
              <a:ext uri="{FF2B5EF4-FFF2-40B4-BE49-F238E27FC236}">
                <a16:creationId xmlns:a16="http://schemas.microsoft.com/office/drawing/2014/main" id="{90B1541F-C9F3-3C97-1C01-FF05EA324300}"/>
              </a:ext>
            </a:extLst>
          </p:cNvPr>
          <p:cNvSpPr/>
          <p:nvPr>
            <p:custDataLst>
              <p:tags r:id="rId69"/>
            </p:custDataLst>
          </p:nvPr>
        </p:nvSpPr>
        <p:spPr bwMode="auto">
          <a:xfrm>
            <a:off x="5886450" y="2205038"/>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20" name="Rectangle 619">
            <a:extLst>
              <a:ext uri="{FF2B5EF4-FFF2-40B4-BE49-F238E27FC236}">
                <a16:creationId xmlns:a16="http://schemas.microsoft.com/office/drawing/2014/main" id="{27F624E3-7310-6E91-1FA5-34F06480EE0A}"/>
              </a:ext>
            </a:extLst>
          </p:cNvPr>
          <p:cNvSpPr/>
          <p:nvPr>
            <p:custDataLst>
              <p:tags r:id="rId70"/>
            </p:custDataLst>
          </p:nvPr>
        </p:nvSpPr>
        <p:spPr bwMode="auto">
          <a:xfrm>
            <a:off x="5886450" y="2673350"/>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00" name="Rectangle 599">
            <a:extLst>
              <a:ext uri="{FF2B5EF4-FFF2-40B4-BE49-F238E27FC236}">
                <a16:creationId xmlns:a16="http://schemas.microsoft.com/office/drawing/2014/main" id="{9BC32F95-83E9-E23C-3E73-A3D4BEDE4F33}"/>
              </a:ext>
            </a:extLst>
          </p:cNvPr>
          <p:cNvSpPr/>
          <p:nvPr>
            <p:custDataLst>
              <p:tags r:id="rId71"/>
            </p:custDataLst>
          </p:nvPr>
        </p:nvSpPr>
        <p:spPr bwMode="auto">
          <a:xfrm>
            <a:off x="5886450" y="3141663"/>
            <a:ext cx="6350" cy="336550"/>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599" name="Rectangle 598">
            <a:extLst>
              <a:ext uri="{FF2B5EF4-FFF2-40B4-BE49-F238E27FC236}">
                <a16:creationId xmlns:a16="http://schemas.microsoft.com/office/drawing/2014/main" id="{C4BEF8E8-A6A7-AB40-761D-89FA52701404}"/>
              </a:ext>
            </a:extLst>
          </p:cNvPr>
          <p:cNvSpPr/>
          <p:nvPr>
            <p:custDataLst>
              <p:tags r:id="rId72"/>
            </p:custDataLst>
          </p:nvPr>
        </p:nvSpPr>
        <p:spPr bwMode="auto">
          <a:xfrm>
            <a:off x="5695950" y="4079875"/>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89" name="Chart 88">
            <a:extLst>
              <a:ext uri="{FF2B5EF4-FFF2-40B4-BE49-F238E27FC236}">
                <a16:creationId xmlns:a16="http://schemas.microsoft.com/office/drawing/2014/main" id="{C79125A7-3011-17CC-8CDD-41D49DD62C1B}"/>
              </a:ext>
            </a:extLst>
          </p:cNvPr>
          <p:cNvGraphicFramePr/>
          <p:nvPr>
            <p:custDataLst>
              <p:tags r:id="rId73"/>
            </p:custDataLst>
          </p:nvPr>
        </p:nvGraphicFramePr>
        <p:xfrm>
          <a:off x="5264150" y="1444625"/>
          <a:ext cx="1611313" cy="3730625"/>
        </p:xfrm>
        <a:graphic>
          <a:graphicData uri="http://schemas.openxmlformats.org/drawingml/2006/chart">
            <c:chart xmlns:c="http://schemas.openxmlformats.org/drawingml/2006/chart" xmlns:r="http://schemas.openxmlformats.org/officeDocument/2006/relationships" r:id="rId159"/>
          </a:graphicData>
        </a:graphic>
      </p:graphicFrame>
      <p:sp>
        <p:nvSpPr>
          <p:cNvPr id="608" name="Text Placeholder 2">
            <a:extLst>
              <a:ext uri="{FF2B5EF4-FFF2-40B4-BE49-F238E27FC236}">
                <a16:creationId xmlns:a16="http://schemas.microsoft.com/office/drawing/2014/main" id="{3AA19A88-DB83-E88A-5422-7F7270B7ABE7}"/>
              </a:ext>
            </a:extLst>
          </p:cNvPr>
          <p:cNvSpPr>
            <a:spLocks noGrp="1"/>
          </p:cNvSpPr>
          <p:nvPr>
            <p:custDataLst>
              <p:tags r:id="rId74"/>
            </p:custDataLst>
          </p:nvPr>
        </p:nvSpPr>
        <p:spPr bwMode="gray">
          <a:xfrm>
            <a:off x="5915025" y="1827213"/>
            <a:ext cx="20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2.3</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622" name="Straight Connector 621">
            <a:extLst>
              <a:ext uri="{FF2B5EF4-FFF2-40B4-BE49-F238E27FC236}">
                <a16:creationId xmlns:a16="http://schemas.microsoft.com/office/drawing/2014/main" id="{1B70A6D7-B445-DF72-DCDB-B56033224E37}"/>
              </a:ext>
            </a:extLst>
          </p:cNvPr>
          <p:cNvCxnSpPr/>
          <p:nvPr>
            <p:custDataLst>
              <p:tags r:id="rId75"/>
            </p:custDataLst>
          </p:nvPr>
        </p:nvCxnSpPr>
        <p:spPr bwMode="gray">
          <a:xfrm>
            <a:off x="4456113" y="20939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23" name="Straight Connector 622">
            <a:extLst>
              <a:ext uri="{FF2B5EF4-FFF2-40B4-BE49-F238E27FC236}">
                <a16:creationId xmlns:a16="http://schemas.microsoft.com/office/drawing/2014/main" id="{47350F19-84EC-E2DC-D53C-19D11EE730FE}"/>
              </a:ext>
            </a:extLst>
          </p:cNvPr>
          <p:cNvCxnSpPr/>
          <p:nvPr>
            <p:custDataLst>
              <p:tags r:id="rId76"/>
            </p:custDataLst>
          </p:nvPr>
        </p:nvCxnSpPr>
        <p:spPr bwMode="gray">
          <a:xfrm>
            <a:off x="4456113" y="2562225"/>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24" name="Straight Connector 623">
            <a:extLst>
              <a:ext uri="{FF2B5EF4-FFF2-40B4-BE49-F238E27FC236}">
                <a16:creationId xmlns:a16="http://schemas.microsoft.com/office/drawing/2014/main" id="{6509752E-31A7-E802-2D54-CB222C78F69C}"/>
              </a:ext>
            </a:extLst>
          </p:cNvPr>
          <p:cNvCxnSpPr/>
          <p:nvPr>
            <p:custDataLst>
              <p:tags r:id="rId77"/>
            </p:custDataLst>
          </p:nvPr>
        </p:nvCxnSpPr>
        <p:spPr bwMode="gray">
          <a:xfrm>
            <a:off x="4452938" y="30305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25" name="Straight Connector 624">
            <a:extLst>
              <a:ext uri="{FF2B5EF4-FFF2-40B4-BE49-F238E27FC236}">
                <a16:creationId xmlns:a16="http://schemas.microsoft.com/office/drawing/2014/main" id="{333BA604-D0D1-FBFF-EFB6-D62E94B6A77B}"/>
              </a:ext>
            </a:extLst>
          </p:cNvPr>
          <p:cNvCxnSpPr/>
          <p:nvPr>
            <p:custDataLst>
              <p:tags r:id="rId78"/>
            </p:custDataLst>
          </p:nvPr>
        </p:nvCxnSpPr>
        <p:spPr bwMode="gray">
          <a:xfrm>
            <a:off x="4452938" y="35004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26" name="Straight Connector 625">
            <a:extLst>
              <a:ext uri="{FF2B5EF4-FFF2-40B4-BE49-F238E27FC236}">
                <a16:creationId xmlns:a16="http://schemas.microsoft.com/office/drawing/2014/main" id="{A420D7E2-EC2E-7BBC-4111-150E735F5EC4}"/>
              </a:ext>
            </a:extLst>
          </p:cNvPr>
          <p:cNvCxnSpPr/>
          <p:nvPr>
            <p:custDataLst>
              <p:tags r:id="rId79"/>
            </p:custDataLst>
          </p:nvPr>
        </p:nvCxnSpPr>
        <p:spPr bwMode="gray">
          <a:xfrm>
            <a:off x="4391025" y="3968750"/>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27" name="Straight Connector 626">
            <a:extLst>
              <a:ext uri="{FF2B5EF4-FFF2-40B4-BE49-F238E27FC236}">
                <a16:creationId xmlns:a16="http://schemas.microsoft.com/office/drawing/2014/main" id="{40BE91FD-BE5E-344C-5B1D-8033326815D2}"/>
              </a:ext>
            </a:extLst>
          </p:cNvPr>
          <p:cNvCxnSpPr/>
          <p:nvPr>
            <p:custDataLst>
              <p:tags r:id="rId80"/>
            </p:custDataLst>
          </p:nvPr>
        </p:nvCxnSpPr>
        <p:spPr bwMode="gray">
          <a:xfrm>
            <a:off x="4294188" y="443706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28" name="Rectangle 627">
            <a:extLst>
              <a:ext uri="{FF2B5EF4-FFF2-40B4-BE49-F238E27FC236}">
                <a16:creationId xmlns:a16="http://schemas.microsoft.com/office/drawing/2014/main" id="{1707B422-3E12-A1B0-A4C4-47CC28F05F22}"/>
              </a:ext>
            </a:extLst>
          </p:cNvPr>
          <p:cNvSpPr/>
          <p:nvPr>
            <p:custDataLst>
              <p:tags r:id="rId81"/>
            </p:custDataLst>
          </p:nvPr>
        </p:nvSpPr>
        <p:spPr bwMode="auto">
          <a:xfrm>
            <a:off x="4452938" y="2227263"/>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96" name="Rectangle 695">
            <a:extLst>
              <a:ext uri="{FF2B5EF4-FFF2-40B4-BE49-F238E27FC236}">
                <a16:creationId xmlns:a16="http://schemas.microsoft.com/office/drawing/2014/main" id="{F5CD5F13-439C-4BF7-36C1-D1C1E1B3939D}"/>
              </a:ext>
            </a:extLst>
          </p:cNvPr>
          <p:cNvSpPr/>
          <p:nvPr>
            <p:custDataLst>
              <p:tags r:id="rId82"/>
            </p:custDataLst>
          </p:nvPr>
        </p:nvSpPr>
        <p:spPr bwMode="auto">
          <a:xfrm>
            <a:off x="4452938" y="2695575"/>
            <a:ext cx="3175"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29" name="Rectangle 628">
            <a:extLst>
              <a:ext uri="{FF2B5EF4-FFF2-40B4-BE49-F238E27FC236}">
                <a16:creationId xmlns:a16="http://schemas.microsoft.com/office/drawing/2014/main" id="{0D79C7C5-DF9D-EA61-CA9B-CEAC14D189C2}"/>
              </a:ext>
            </a:extLst>
          </p:cNvPr>
          <p:cNvSpPr/>
          <p:nvPr>
            <p:custDataLst>
              <p:tags r:id="rId83"/>
            </p:custDataLst>
          </p:nvPr>
        </p:nvSpPr>
        <p:spPr bwMode="auto">
          <a:xfrm>
            <a:off x="4449763" y="3163888"/>
            <a:ext cx="6350" cy="336550"/>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472" name="Chart 471">
            <a:extLst>
              <a:ext uri="{FF2B5EF4-FFF2-40B4-BE49-F238E27FC236}">
                <a16:creationId xmlns:a16="http://schemas.microsoft.com/office/drawing/2014/main" id="{E63EDFE8-36DF-086B-6149-605D587B0F9F}"/>
              </a:ext>
            </a:extLst>
          </p:cNvPr>
          <p:cNvGraphicFramePr/>
          <p:nvPr>
            <p:custDataLst>
              <p:tags r:id="rId84"/>
            </p:custDataLst>
          </p:nvPr>
        </p:nvGraphicFramePr>
        <p:xfrm>
          <a:off x="3846513" y="1466850"/>
          <a:ext cx="1611312" cy="3730625"/>
        </p:xfrm>
        <a:graphic>
          <a:graphicData uri="http://schemas.openxmlformats.org/drawingml/2006/chart">
            <c:chart xmlns:c="http://schemas.openxmlformats.org/drawingml/2006/chart" xmlns:r="http://schemas.openxmlformats.org/officeDocument/2006/relationships" r:id="rId160"/>
          </a:graphicData>
        </a:graphic>
      </p:graphicFrame>
      <p:cxnSp>
        <p:nvCxnSpPr>
          <p:cNvPr id="636" name="Straight Connector 635">
            <a:extLst>
              <a:ext uri="{FF2B5EF4-FFF2-40B4-BE49-F238E27FC236}">
                <a16:creationId xmlns:a16="http://schemas.microsoft.com/office/drawing/2014/main" id="{F373D8F7-DF00-6F5E-74B7-35F4D276A754}"/>
              </a:ext>
            </a:extLst>
          </p:cNvPr>
          <p:cNvCxnSpPr/>
          <p:nvPr>
            <p:custDataLst>
              <p:tags r:id="rId85"/>
            </p:custDataLst>
          </p:nvPr>
        </p:nvCxnSpPr>
        <p:spPr bwMode="auto">
          <a:xfrm flipH="1">
            <a:off x="4454525" y="2862263"/>
            <a:ext cx="26988"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641" name="Text Placeholder 2">
            <a:extLst>
              <a:ext uri="{FF2B5EF4-FFF2-40B4-BE49-F238E27FC236}">
                <a16:creationId xmlns:a16="http://schemas.microsoft.com/office/drawing/2014/main" id="{CBD44306-BC08-D88E-C16E-67552B7B0DA1}"/>
              </a:ext>
            </a:extLst>
          </p:cNvPr>
          <p:cNvSpPr>
            <a:spLocks noGrp="1"/>
          </p:cNvSpPr>
          <p:nvPr>
            <p:custDataLst>
              <p:tags r:id="rId86"/>
            </p:custDataLst>
          </p:nvPr>
        </p:nvSpPr>
        <p:spPr bwMode="gray">
          <a:xfrm>
            <a:off x="4481513" y="2786063"/>
            <a:ext cx="2841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&lt;</a:t>
            </a:r>
            <a:fld id="{E928A835-357B-43CD-BB78-EC7813B5D139}" type="datetime'''0'''''''''''''''''''''''''''''''''''''''''''''''''''">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a:t>
            </a:fld>
            <a:r>
              <a:rPr kumimoji="0" lang="en-US" alt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.1</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58" name="Text Placeholder 2">
            <a:extLst>
              <a:ext uri="{FF2B5EF4-FFF2-40B4-BE49-F238E27FC236}">
                <a16:creationId xmlns:a16="http://schemas.microsoft.com/office/drawing/2014/main" id="{192DB789-515B-4504-BE53-6445F2427687}"/>
              </a:ext>
            </a:extLst>
          </p:cNvPr>
          <p:cNvSpPr>
            <a:spLocks noGrp="1"/>
          </p:cNvSpPr>
          <p:nvPr>
            <p:custDataLst>
              <p:tags r:id="rId87"/>
            </p:custDataLst>
          </p:nvPr>
        </p:nvSpPr>
        <p:spPr bwMode="gray">
          <a:xfrm>
            <a:off x="4316413" y="3724275"/>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5F0A6E53-1BA0-4054-AC73-B1DC596DF34B}" type="datetime'0''''''''''''''''''''''''''''''''''''''''.''''''''''''''''5'">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0.5</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470" name="Text Placeholder 2">
            <a:extLst>
              <a:ext uri="{FF2B5EF4-FFF2-40B4-BE49-F238E27FC236}">
                <a16:creationId xmlns:a16="http://schemas.microsoft.com/office/drawing/2014/main" id="{192DB789-515B-4504-BE53-6445F2427687}"/>
              </a:ext>
            </a:extLst>
          </p:cNvPr>
          <p:cNvSpPr>
            <a:spLocks noGrp="1"/>
          </p:cNvSpPr>
          <p:nvPr>
            <p:custDataLst>
              <p:tags r:id="rId88"/>
            </p:custDataLst>
          </p:nvPr>
        </p:nvSpPr>
        <p:spPr bwMode="gray">
          <a:xfrm>
            <a:off x="4237038" y="4192588"/>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9862D519-B8F5-44C7-A425-AAA5B8E42B3E}" type="datetime'''''0.''''''''''''''''''8'''''''''''''''''''''''''">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0.8</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40" name="Text Placeholder 2">
            <a:extLst>
              <a:ext uri="{FF2B5EF4-FFF2-40B4-BE49-F238E27FC236}">
                <a16:creationId xmlns:a16="http://schemas.microsoft.com/office/drawing/2014/main" id="{E05C0C1C-D703-BA54-2078-D9C1DA152FAF}"/>
              </a:ext>
            </a:extLst>
          </p:cNvPr>
          <p:cNvSpPr>
            <a:spLocks noGrp="1"/>
          </p:cNvSpPr>
          <p:nvPr>
            <p:custDataLst>
              <p:tags r:id="rId89"/>
            </p:custDataLst>
          </p:nvPr>
        </p:nvSpPr>
        <p:spPr bwMode="gray">
          <a:xfrm>
            <a:off x="4481513" y="1849438"/>
            <a:ext cx="20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2.2</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663" name="Straight Connector 662">
            <a:extLst>
              <a:ext uri="{FF2B5EF4-FFF2-40B4-BE49-F238E27FC236}">
                <a16:creationId xmlns:a16="http://schemas.microsoft.com/office/drawing/2014/main" id="{5C95FD1D-22E9-3B8B-3B68-CD5870EE79AD}"/>
              </a:ext>
            </a:extLst>
          </p:cNvPr>
          <p:cNvCxnSpPr/>
          <p:nvPr>
            <p:custDataLst>
              <p:tags r:id="rId90"/>
            </p:custDataLst>
          </p:nvPr>
        </p:nvCxnSpPr>
        <p:spPr bwMode="gray">
          <a:xfrm>
            <a:off x="9561513" y="207168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64" name="Straight Connector 663">
            <a:extLst>
              <a:ext uri="{FF2B5EF4-FFF2-40B4-BE49-F238E27FC236}">
                <a16:creationId xmlns:a16="http://schemas.microsoft.com/office/drawing/2014/main" id="{A23E5353-6554-E060-7CDC-B07E260C0566}"/>
              </a:ext>
            </a:extLst>
          </p:cNvPr>
          <p:cNvCxnSpPr/>
          <p:nvPr>
            <p:custDataLst>
              <p:tags r:id="rId91"/>
            </p:custDataLst>
          </p:nvPr>
        </p:nvCxnSpPr>
        <p:spPr bwMode="gray">
          <a:xfrm>
            <a:off x="9555163" y="2540000"/>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65" name="Straight Connector 664">
            <a:extLst>
              <a:ext uri="{FF2B5EF4-FFF2-40B4-BE49-F238E27FC236}">
                <a16:creationId xmlns:a16="http://schemas.microsoft.com/office/drawing/2014/main" id="{3DE78BBB-493C-BC6D-06DE-BD7A99BDDC8E}"/>
              </a:ext>
            </a:extLst>
          </p:cNvPr>
          <p:cNvCxnSpPr/>
          <p:nvPr>
            <p:custDataLst>
              <p:tags r:id="rId92"/>
            </p:custDataLst>
          </p:nvPr>
        </p:nvCxnSpPr>
        <p:spPr bwMode="gray">
          <a:xfrm>
            <a:off x="9555163" y="30083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66" name="Straight Connector 665">
            <a:extLst>
              <a:ext uri="{FF2B5EF4-FFF2-40B4-BE49-F238E27FC236}">
                <a16:creationId xmlns:a16="http://schemas.microsoft.com/office/drawing/2014/main" id="{5256F83F-40F6-132F-822C-9B4968C439B7}"/>
              </a:ext>
            </a:extLst>
          </p:cNvPr>
          <p:cNvCxnSpPr/>
          <p:nvPr>
            <p:custDataLst>
              <p:tags r:id="rId93"/>
            </p:custDataLst>
          </p:nvPr>
        </p:nvCxnSpPr>
        <p:spPr bwMode="gray">
          <a:xfrm>
            <a:off x="9385300" y="34782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67" name="Straight Connector 666">
            <a:extLst>
              <a:ext uri="{FF2B5EF4-FFF2-40B4-BE49-F238E27FC236}">
                <a16:creationId xmlns:a16="http://schemas.microsoft.com/office/drawing/2014/main" id="{E114E7BA-3AFA-B767-D9A6-84A637D4A7BA}"/>
              </a:ext>
            </a:extLst>
          </p:cNvPr>
          <p:cNvCxnSpPr/>
          <p:nvPr>
            <p:custDataLst>
              <p:tags r:id="rId94"/>
            </p:custDataLst>
          </p:nvPr>
        </p:nvCxnSpPr>
        <p:spPr bwMode="gray">
          <a:xfrm>
            <a:off x="9374188" y="3946525"/>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68" name="Straight Connector 667">
            <a:extLst>
              <a:ext uri="{FF2B5EF4-FFF2-40B4-BE49-F238E27FC236}">
                <a16:creationId xmlns:a16="http://schemas.microsoft.com/office/drawing/2014/main" id="{43227538-333F-24B6-C925-F9BB9C5EB178}"/>
              </a:ext>
            </a:extLst>
          </p:cNvPr>
          <p:cNvCxnSpPr/>
          <p:nvPr>
            <p:custDataLst>
              <p:tags r:id="rId95"/>
            </p:custDataLst>
          </p:nvPr>
        </p:nvCxnSpPr>
        <p:spPr bwMode="gray">
          <a:xfrm>
            <a:off x="9369425" y="44148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00" name="Rectangle 699">
            <a:extLst>
              <a:ext uri="{FF2B5EF4-FFF2-40B4-BE49-F238E27FC236}">
                <a16:creationId xmlns:a16="http://schemas.microsoft.com/office/drawing/2014/main" id="{5D202EFC-6597-2972-D661-045DACC6F008}"/>
              </a:ext>
            </a:extLst>
          </p:cNvPr>
          <p:cNvSpPr/>
          <p:nvPr>
            <p:custDataLst>
              <p:tags r:id="rId96"/>
            </p:custDataLst>
          </p:nvPr>
        </p:nvSpPr>
        <p:spPr bwMode="auto">
          <a:xfrm>
            <a:off x="9555162" y="2205038"/>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670" name="Rectangle 669">
            <a:extLst>
              <a:ext uri="{FF2B5EF4-FFF2-40B4-BE49-F238E27FC236}">
                <a16:creationId xmlns:a16="http://schemas.microsoft.com/office/drawing/2014/main" id="{BA2797A9-38DF-9701-DA28-90ECB9FDF71A}"/>
              </a:ext>
            </a:extLst>
          </p:cNvPr>
          <p:cNvSpPr/>
          <p:nvPr>
            <p:custDataLst>
              <p:tags r:id="rId97"/>
            </p:custDataLst>
          </p:nvPr>
        </p:nvSpPr>
        <p:spPr bwMode="auto">
          <a:xfrm>
            <a:off x="9551988" y="2673350"/>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02" name="Rectangle 701">
            <a:extLst>
              <a:ext uri="{FF2B5EF4-FFF2-40B4-BE49-F238E27FC236}">
                <a16:creationId xmlns:a16="http://schemas.microsoft.com/office/drawing/2014/main" id="{1F6298A0-8D65-967A-F769-BF9EF6E5E6A9}"/>
              </a:ext>
            </a:extLst>
          </p:cNvPr>
          <p:cNvSpPr/>
          <p:nvPr>
            <p:custDataLst>
              <p:tags r:id="rId98"/>
            </p:custDataLst>
          </p:nvPr>
        </p:nvSpPr>
        <p:spPr bwMode="auto">
          <a:xfrm>
            <a:off x="9369425" y="4079875"/>
            <a:ext cx="4763"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43" name="Rectangle 42">
            <a:extLst>
              <a:ext uri="{FF2B5EF4-FFF2-40B4-BE49-F238E27FC236}">
                <a16:creationId xmlns:a16="http://schemas.microsoft.com/office/drawing/2014/main" id="{77F316B1-8BB3-0A93-3E17-CADD38AC99A0}"/>
              </a:ext>
            </a:extLst>
          </p:cNvPr>
          <p:cNvSpPr/>
          <p:nvPr>
            <p:custDataLst>
              <p:tags r:id="rId99"/>
            </p:custDataLst>
          </p:nvPr>
        </p:nvSpPr>
        <p:spPr bwMode="auto">
          <a:xfrm>
            <a:off x="9374188" y="3611563"/>
            <a:ext cx="11112" cy="334962"/>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graphicFrame>
        <p:nvGraphicFramePr>
          <p:cNvPr id="50" name="Chart 49">
            <a:extLst>
              <a:ext uri="{FF2B5EF4-FFF2-40B4-BE49-F238E27FC236}">
                <a16:creationId xmlns:a16="http://schemas.microsoft.com/office/drawing/2014/main" id="{17083F72-B305-AF00-C0A0-B748200C1ECC}"/>
              </a:ext>
            </a:extLst>
          </p:cNvPr>
          <p:cNvGraphicFramePr/>
          <p:nvPr>
            <p:custDataLst>
              <p:tags r:id="rId100"/>
            </p:custDataLst>
          </p:nvPr>
        </p:nvGraphicFramePr>
        <p:xfrm>
          <a:off x="8928100" y="1444625"/>
          <a:ext cx="1611313" cy="3730625"/>
        </p:xfrm>
        <a:graphic>
          <a:graphicData uri="http://schemas.openxmlformats.org/drawingml/2006/chart">
            <c:chart xmlns:c="http://schemas.openxmlformats.org/drawingml/2006/chart" xmlns:r="http://schemas.openxmlformats.org/officeDocument/2006/relationships" r:id="rId161"/>
          </a:graphicData>
        </a:graphic>
      </p:graphicFrame>
      <p:cxnSp>
        <p:nvCxnSpPr>
          <p:cNvPr id="159" name="Straight Connector 158">
            <a:extLst>
              <a:ext uri="{FF2B5EF4-FFF2-40B4-BE49-F238E27FC236}">
                <a16:creationId xmlns:a16="http://schemas.microsoft.com/office/drawing/2014/main" id="{E577EAA7-FC53-EA27-5647-93B33D36930D}"/>
              </a:ext>
            </a:extLst>
          </p:cNvPr>
          <p:cNvCxnSpPr/>
          <p:nvPr>
            <p:custDataLst>
              <p:tags r:id="rId101"/>
            </p:custDataLst>
          </p:nvPr>
        </p:nvCxnSpPr>
        <p:spPr bwMode="auto">
          <a:xfrm flipH="1">
            <a:off x="9558338" y="2371725"/>
            <a:ext cx="28575"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55" name="Straight Connector 154">
            <a:extLst>
              <a:ext uri="{FF2B5EF4-FFF2-40B4-BE49-F238E27FC236}">
                <a16:creationId xmlns:a16="http://schemas.microsoft.com/office/drawing/2014/main" id="{60A5F0CB-42C7-8347-58CF-4E67BC024FDC}"/>
              </a:ext>
            </a:extLst>
          </p:cNvPr>
          <p:cNvCxnSpPr/>
          <p:nvPr>
            <p:custDataLst>
              <p:tags r:id="rId102"/>
            </p:custDataLst>
          </p:nvPr>
        </p:nvCxnSpPr>
        <p:spPr bwMode="auto">
          <a:xfrm flipH="1">
            <a:off x="9372600" y="4246563"/>
            <a:ext cx="26988"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8" name="Text Placeholder 2">
            <a:extLst>
              <a:ext uri="{FF2B5EF4-FFF2-40B4-BE49-F238E27FC236}">
                <a16:creationId xmlns:a16="http://schemas.microsoft.com/office/drawing/2014/main" id="{192DB789-515B-4504-BE53-6445F2427687}"/>
              </a:ext>
            </a:extLst>
          </p:cNvPr>
          <p:cNvSpPr>
            <a:spLocks noGrp="1"/>
          </p:cNvSpPr>
          <p:nvPr>
            <p:custDataLst>
              <p:tags r:id="rId103"/>
            </p:custDataLst>
          </p:nvPr>
        </p:nvSpPr>
        <p:spPr bwMode="gray">
          <a:xfrm>
            <a:off x="9586913" y="2295525"/>
            <a:ext cx="2841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&lt;0.1</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1" name="Text Placeholder 2">
            <a:extLst>
              <a:ext uri="{FF2B5EF4-FFF2-40B4-BE49-F238E27FC236}">
                <a16:creationId xmlns:a16="http://schemas.microsoft.com/office/drawing/2014/main" id="{192DB789-515B-4504-BE53-6445F2427687}"/>
              </a:ext>
            </a:extLst>
          </p:cNvPr>
          <p:cNvSpPr>
            <a:spLocks noGrp="1"/>
          </p:cNvSpPr>
          <p:nvPr>
            <p:custDataLst>
              <p:tags r:id="rId104"/>
            </p:custDataLst>
          </p:nvPr>
        </p:nvSpPr>
        <p:spPr bwMode="gray">
          <a:xfrm>
            <a:off x="9364663" y="3233738"/>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27FF985E-1B7B-4765-914D-64F0AADCB0E8}" type="datetime'''''''''''''''''''''''''''''''1''''''.4'''''''">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1.4</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38" name="Text Placeholder 2">
            <a:extLst>
              <a:ext uri="{FF2B5EF4-FFF2-40B4-BE49-F238E27FC236}">
                <a16:creationId xmlns:a16="http://schemas.microsoft.com/office/drawing/2014/main" id="{192DB789-515B-4504-BE53-6445F2427687}"/>
              </a:ext>
            </a:extLst>
          </p:cNvPr>
          <p:cNvSpPr>
            <a:spLocks noGrp="1"/>
          </p:cNvSpPr>
          <p:nvPr>
            <p:custDataLst>
              <p:tags r:id="rId105"/>
            </p:custDataLst>
          </p:nvPr>
        </p:nvSpPr>
        <p:spPr bwMode="gray">
          <a:xfrm>
            <a:off x="9274175" y="3702050"/>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63260417-6F22-4854-911A-C278EB4AA0EF}" type="datetime'0''''''''''''''''''''''''''''''''''''.''''''''1'''''''''''">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0.1</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54" name="Text Placeholder 2">
            <a:extLst>
              <a:ext uri="{FF2B5EF4-FFF2-40B4-BE49-F238E27FC236}">
                <a16:creationId xmlns:a16="http://schemas.microsoft.com/office/drawing/2014/main" id="{192DB789-515B-4504-BE53-6445F2427687}"/>
              </a:ext>
            </a:extLst>
          </p:cNvPr>
          <p:cNvSpPr>
            <a:spLocks noGrp="1"/>
          </p:cNvSpPr>
          <p:nvPr>
            <p:custDataLst>
              <p:tags r:id="rId106"/>
            </p:custDataLst>
          </p:nvPr>
        </p:nvSpPr>
        <p:spPr bwMode="gray">
          <a:xfrm>
            <a:off x="9399588" y="4170363"/>
            <a:ext cx="284163"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&lt;0.1</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82" name="Text Placeholder 2">
            <a:extLst>
              <a:ext uri="{FF2B5EF4-FFF2-40B4-BE49-F238E27FC236}">
                <a16:creationId xmlns:a16="http://schemas.microsoft.com/office/drawing/2014/main" id="{0427F0F8-B4FF-EF1E-8811-9B0215EC17BE}"/>
              </a:ext>
            </a:extLst>
          </p:cNvPr>
          <p:cNvSpPr>
            <a:spLocks noGrp="1"/>
          </p:cNvSpPr>
          <p:nvPr>
            <p:custDataLst>
              <p:tags r:id="rId107"/>
            </p:custDataLst>
          </p:nvPr>
        </p:nvSpPr>
        <p:spPr bwMode="gray">
          <a:xfrm>
            <a:off x="9586913" y="1827213"/>
            <a:ext cx="20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2.4</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709" name="Straight Connector 708">
            <a:extLst>
              <a:ext uri="{FF2B5EF4-FFF2-40B4-BE49-F238E27FC236}">
                <a16:creationId xmlns:a16="http://schemas.microsoft.com/office/drawing/2014/main" id="{55E11642-1026-8424-6395-0CE521897F7A}"/>
              </a:ext>
            </a:extLst>
          </p:cNvPr>
          <p:cNvCxnSpPr/>
          <p:nvPr>
            <p:custDataLst>
              <p:tags r:id="rId108"/>
            </p:custDataLst>
          </p:nvPr>
        </p:nvCxnSpPr>
        <p:spPr bwMode="gray">
          <a:xfrm>
            <a:off x="10942638" y="207168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0" name="Straight Connector 709">
            <a:extLst>
              <a:ext uri="{FF2B5EF4-FFF2-40B4-BE49-F238E27FC236}">
                <a16:creationId xmlns:a16="http://schemas.microsoft.com/office/drawing/2014/main" id="{AC0AAD98-FE1C-C585-9686-6150C667377A}"/>
              </a:ext>
            </a:extLst>
          </p:cNvPr>
          <p:cNvCxnSpPr/>
          <p:nvPr>
            <p:custDataLst>
              <p:tags r:id="rId109"/>
            </p:custDataLst>
          </p:nvPr>
        </p:nvCxnSpPr>
        <p:spPr bwMode="gray">
          <a:xfrm>
            <a:off x="10895013" y="2540000"/>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1" name="Straight Connector 710">
            <a:extLst>
              <a:ext uri="{FF2B5EF4-FFF2-40B4-BE49-F238E27FC236}">
                <a16:creationId xmlns:a16="http://schemas.microsoft.com/office/drawing/2014/main" id="{8F431411-6253-4798-9F51-0964F31881D0}"/>
              </a:ext>
            </a:extLst>
          </p:cNvPr>
          <p:cNvCxnSpPr/>
          <p:nvPr>
            <p:custDataLst>
              <p:tags r:id="rId110"/>
            </p:custDataLst>
          </p:nvPr>
        </p:nvCxnSpPr>
        <p:spPr bwMode="gray">
          <a:xfrm>
            <a:off x="10895013" y="30083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2" name="Straight Connector 711">
            <a:extLst>
              <a:ext uri="{FF2B5EF4-FFF2-40B4-BE49-F238E27FC236}">
                <a16:creationId xmlns:a16="http://schemas.microsoft.com/office/drawing/2014/main" id="{11C15CEA-DCC0-4391-C182-F898E0D22009}"/>
              </a:ext>
            </a:extLst>
          </p:cNvPr>
          <p:cNvCxnSpPr/>
          <p:nvPr>
            <p:custDataLst>
              <p:tags r:id="rId111"/>
            </p:custDataLst>
          </p:nvPr>
        </p:nvCxnSpPr>
        <p:spPr bwMode="gray">
          <a:xfrm>
            <a:off x="10895013" y="3478213"/>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3" name="Straight Connector 712">
            <a:extLst>
              <a:ext uri="{FF2B5EF4-FFF2-40B4-BE49-F238E27FC236}">
                <a16:creationId xmlns:a16="http://schemas.microsoft.com/office/drawing/2014/main" id="{7D3096A0-CAA9-DA6E-6D3A-1E9B25AED7DB}"/>
              </a:ext>
            </a:extLst>
          </p:cNvPr>
          <p:cNvCxnSpPr/>
          <p:nvPr>
            <p:custDataLst>
              <p:tags r:id="rId112"/>
            </p:custDataLst>
          </p:nvPr>
        </p:nvCxnSpPr>
        <p:spPr bwMode="gray">
          <a:xfrm>
            <a:off x="10882313" y="3946525"/>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4" name="Straight Connector 713">
            <a:extLst>
              <a:ext uri="{FF2B5EF4-FFF2-40B4-BE49-F238E27FC236}">
                <a16:creationId xmlns:a16="http://schemas.microsoft.com/office/drawing/2014/main" id="{1A016DFF-6629-2FBE-0343-041997CEA765}"/>
              </a:ext>
            </a:extLst>
          </p:cNvPr>
          <p:cNvCxnSpPr/>
          <p:nvPr>
            <p:custDataLst>
              <p:tags r:id="rId113"/>
            </p:custDataLst>
          </p:nvPr>
        </p:nvCxnSpPr>
        <p:spPr bwMode="gray">
          <a:xfrm>
            <a:off x="10882313" y="4414838"/>
            <a:ext cx="0" cy="1333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715" name="Rectangle 714">
            <a:extLst>
              <a:ext uri="{FF2B5EF4-FFF2-40B4-BE49-F238E27FC236}">
                <a16:creationId xmlns:a16="http://schemas.microsoft.com/office/drawing/2014/main" id="{CD0F4735-F87B-D26A-9C56-413ED17D26CF}"/>
              </a:ext>
            </a:extLst>
          </p:cNvPr>
          <p:cNvSpPr/>
          <p:nvPr>
            <p:custDataLst>
              <p:tags r:id="rId114"/>
            </p:custDataLst>
          </p:nvPr>
        </p:nvSpPr>
        <p:spPr bwMode="auto">
          <a:xfrm>
            <a:off x="10891838" y="2673350"/>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29" name="Rectangle 728">
            <a:extLst>
              <a:ext uri="{FF2B5EF4-FFF2-40B4-BE49-F238E27FC236}">
                <a16:creationId xmlns:a16="http://schemas.microsoft.com/office/drawing/2014/main" id="{FB218FF6-C447-CE32-BEC6-33A679D2DC0A}"/>
              </a:ext>
            </a:extLst>
          </p:cNvPr>
          <p:cNvSpPr/>
          <p:nvPr>
            <p:custDataLst>
              <p:tags r:id="rId115"/>
            </p:custDataLst>
          </p:nvPr>
        </p:nvSpPr>
        <p:spPr bwMode="auto">
          <a:xfrm>
            <a:off x="10891838" y="3141663"/>
            <a:ext cx="6350" cy="336550"/>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731" name="Rectangle 730">
            <a:extLst>
              <a:ext uri="{FF2B5EF4-FFF2-40B4-BE49-F238E27FC236}">
                <a16:creationId xmlns:a16="http://schemas.microsoft.com/office/drawing/2014/main" id="{F78BC21D-1255-D97A-BF87-BBBEA22C9209}"/>
              </a:ext>
            </a:extLst>
          </p:cNvPr>
          <p:cNvSpPr/>
          <p:nvPr>
            <p:custDataLst>
              <p:tags r:id="rId116"/>
            </p:custDataLst>
          </p:nvPr>
        </p:nvSpPr>
        <p:spPr bwMode="auto">
          <a:xfrm>
            <a:off x="10879138" y="4079875"/>
            <a:ext cx="6350" cy="334963"/>
          </a:xfrm>
          <a:prstGeom prst="rect">
            <a:avLst/>
          </a:prstGeom>
          <a:solidFill>
            <a:srgbClr val="B3B3B3"/>
          </a:solidFill>
          <a:ln w="635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graphicFrame>
        <p:nvGraphicFramePr>
          <p:cNvPr id="97" name="Chart 96">
            <a:extLst>
              <a:ext uri="{FF2B5EF4-FFF2-40B4-BE49-F238E27FC236}">
                <a16:creationId xmlns:a16="http://schemas.microsoft.com/office/drawing/2014/main" id="{BA866227-2B48-B1B6-C20F-562B4B5F38E6}"/>
              </a:ext>
            </a:extLst>
          </p:cNvPr>
          <p:cNvGraphicFramePr/>
          <p:nvPr>
            <p:custDataLst>
              <p:tags r:id="rId117"/>
            </p:custDataLst>
          </p:nvPr>
        </p:nvGraphicFramePr>
        <p:xfrm>
          <a:off x="10406063" y="1444625"/>
          <a:ext cx="1611312" cy="3730625"/>
        </p:xfrm>
        <a:graphic>
          <a:graphicData uri="http://schemas.openxmlformats.org/drawingml/2006/chart">
            <c:chart xmlns:c="http://schemas.openxmlformats.org/drawingml/2006/chart" xmlns:r="http://schemas.openxmlformats.org/officeDocument/2006/relationships" r:id="rId162"/>
          </a:graphicData>
        </a:graphic>
      </p:graphicFrame>
      <p:cxnSp>
        <p:nvCxnSpPr>
          <p:cNvPr id="263" name="Straight Connector 262">
            <a:extLst>
              <a:ext uri="{FF2B5EF4-FFF2-40B4-BE49-F238E27FC236}">
                <a16:creationId xmlns:a16="http://schemas.microsoft.com/office/drawing/2014/main" id="{77D43C4F-3B67-4189-CFAB-FC5DE48EE213}"/>
              </a:ext>
            </a:extLst>
          </p:cNvPr>
          <p:cNvCxnSpPr/>
          <p:nvPr>
            <p:custDataLst>
              <p:tags r:id="rId118"/>
            </p:custDataLst>
          </p:nvPr>
        </p:nvCxnSpPr>
        <p:spPr bwMode="auto">
          <a:xfrm flipH="1">
            <a:off x="10918825" y="2371725"/>
            <a:ext cx="49213"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582" name="Text Placeholder 2">
            <a:extLst>
              <a:ext uri="{FF2B5EF4-FFF2-40B4-BE49-F238E27FC236}">
                <a16:creationId xmlns:a16="http://schemas.microsoft.com/office/drawing/2014/main" id="{192DB789-515B-4504-BE53-6445F2427687}"/>
              </a:ext>
            </a:extLst>
          </p:cNvPr>
          <p:cNvSpPr>
            <a:spLocks noGrp="1"/>
          </p:cNvSpPr>
          <p:nvPr>
            <p:custDataLst>
              <p:tags r:id="rId119"/>
            </p:custDataLst>
          </p:nvPr>
        </p:nvSpPr>
        <p:spPr bwMode="gray">
          <a:xfrm>
            <a:off x="10783888" y="3702050"/>
            <a:ext cx="209550" cy="152400"/>
          </a:xfrm>
          <a:prstGeom prst="rect">
            <a:avLst/>
          </a:prstGeom>
          <a:solidFill>
            <a:srgbClr val="B3B3B3"/>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51509EEA-9CFA-4F64-8CA8-0AF81C7BE4CA}" type="datetime'''''0''''.''''''''''''''''''''''''1'''">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0.1</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23" name="Text Placeholder 2">
            <a:extLst>
              <a:ext uri="{FF2B5EF4-FFF2-40B4-BE49-F238E27FC236}">
                <a16:creationId xmlns:a16="http://schemas.microsoft.com/office/drawing/2014/main" id="{9F83D2F6-88FF-AE64-7144-EF909FEB8111}"/>
              </a:ext>
            </a:extLst>
          </p:cNvPr>
          <p:cNvSpPr>
            <a:spLocks noGrp="1"/>
          </p:cNvSpPr>
          <p:nvPr>
            <p:custDataLst>
              <p:tags r:id="rId120"/>
            </p:custDataLst>
          </p:nvPr>
        </p:nvSpPr>
        <p:spPr bwMode="gray">
          <a:xfrm>
            <a:off x="10968038" y="1827213"/>
            <a:ext cx="209550"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1.6</a:t>
            </a:r>
            <a:endPar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3" name="TextBox 22">
            <a:extLst>
              <a:ext uri="{FF2B5EF4-FFF2-40B4-BE49-F238E27FC236}">
                <a16:creationId xmlns:a16="http://schemas.microsoft.com/office/drawing/2014/main" id="{F0226994-6F0A-D829-3BA6-ED06BA691C02}"/>
              </a:ext>
            </a:extLst>
          </p:cNvPr>
          <p:cNvSpPr txBox="1"/>
          <p:nvPr/>
        </p:nvSpPr>
        <p:spPr>
          <a:xfrm>
            <a:off x="1409061" y="5074920"/>
            <a:ext cx="1308051" cy="4381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E2E </a:t>
            </a:r>
            <a:r>
              <a:rPr kumimoji="0" lang="en-US" sz="950" b="0" i="1" u="none" strike="noStrike" kern="1200" cap="none" spc="0" normalizeH="0" baseline="0" noProof="0" err="1">
                <a:ln>
                  <a:noFill/>
                </a:ln>
                <a:solidFill>
                  <a:srgbClr val="000000"/>
                </a:solidFill>
                <a:effectLst/>
                <a:uLnTx/>
                <a:uFillTx/>
                <a:latin typeface="Arial"/>
                <a:ea typeface="+mn-ea"/>
                <a:cs typeface="Arial" panose="020B0604020202020204" pitchFamily="34" charset="0"/>
              </a:rPr>
              <a:t>agentified</a:t>
            </a: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NSP handling &amp; order intake driving ~70% savings</a:t>
            </a:r>
          </a:p>
        </p:txBody>
      </p:sp>
      <p:sp>
        <p:nvSpPr>
          <p:cNvPr id="26" name="TextBox 25">
            <a:extLst>
              <a:ext uri="{FF2B5EF4-FFF2-40B4-BE49-F238E27FC236}">
                <a16:creationId xmlns:a16="http://schemas.microsoft.com/office/drawing/2014/main" id="{AEB6E7D0-7F24-822D-CFF7-980E00744FDE}"/>
              </a:ext>
            </a:extLst>
          </p:cNvPr>
          <p:cNvSpPr txBox="1"/>
          <p:nvPr/>
        </p:nvSpPr>
        <p:spPr>
          <a:xfrm>
            <a:off x="2835532" y="5074920"/>
            <a:ext cx="1211637" cy="43858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50" b="0" i="1" u="none" strike="noStrike" kern="1200" cap="none" spc="0" normalizeH="0" baseline="0" noProof="0" err="1">
                <a:ln>
                  <a:noFill/>
                </a:ln>
                <a:solidFill>
                  <a:srgbClr val="000000"/>
                </a:solidFill>
                <a:effectLst/>
                <a:uLnTx/>
                <a:uFillTx/>
                <a:latin typeface="Arial"/>
                <a:ea typeface="+mn-ea"/>
                <a:cs typeface="Arial" panose="020B0604020202020204" pitchFamily="34" charset="0"/>
              </a:rPr>
              <a:t>Agentified</a:t>
            </a: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 self-serve order tracking portal saves ~30% capacity</a:t>
            </a:r>
          </a:p>
        </p:txBody>
      </p:sp>
      <p:sp>
        <p:nvSpPr>
          <p:cNvPr id="227" name="TextBox 226">
            <a:extLst>
              <a:ext uri="{FF2B5EF4-FFF2-40B4-BE49-F238E27FC236}">
                <a16:creationId xmlns:a16="http://schemas.microsoft.com/office/drawing/2014/main" id="{7BC5458E-4438-0D24-65D5-1D4DA9277436}"/>
              </a:ext>
            </a:extLst>
          </p:cNvPr>
          <p:cNvSpPr txBox="1"/>
          <p:nvPr>
            <p:custDataLst>
              <p:tags r:id="rId121"/>
            </p:custDataLst>
          </p:nvPr>
        </p:nvSpPr>
        <p:spPr>
          <a:xfrm>
            <a:off x="426090" y="1727200"/>
            <a:ext cx="972712" cy="30797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Sales support baseline</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28" name="TextBox 227">
            <a:extLst>
              <a:ext uri="{FF2B5EF4-FFF2-40B4-BE49-F238E27FC236}">
                <a16:creationId xmlns:a16="http://schemas.microsoft.com/office/drawing/2014/main" id="{F42459E7-8FAD-E4F3-73FE-3E936374AF7C}"/>
              </a:ext>
            </a:extLst>
          </p:cNvPr>
          <p:cNvSpPr txBox="1"/>
          <p:nvPr>
            <p:custDataLst>
              <p:tags r:id="rId122"/>
            </p:custDataLst>
          </p:nvPr>
        </p:nvSpPr>
        <p:spPr>
          <a:xfrm>
            <a:off x="557199" y="2219324"/>
            <a:ext cx="792176" cy="30797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intake &amp; creation</a:t>
            </a:r>
          </a:p>
        </p:txBody>
      </p:sp>
      <p:sp>
        <p:nvSpPr>
          <p:cNvPr id="229" name="TextBox 228">
            <a:extLst>
              <a:ext uri="{FF2B5EF4-FFF2-40B4-BE49-F238E27FC236}">
                <a16:creationId xmlns:a16="http://schemas.microsoft.com/office/drawing/2014/main" id="{1E8F580E-D29D-5E9B-4850-F37E7E483363}"/>
              </a:ext>
            </a:extLst>
          </p:cNvPr>
          <p:cNvSpPr txBox="1"/>
          <p:nvPr>
            <p:custDataLst>
              <p:tags r:id="rId123"/>
            </p:custDataLst>
          </p:nvPr>
        </p:nvSpPr>
        <p:spPr>
          <a:xfrm>
            <a:off x="557199" y="2706687"/>
            <a:ext cx="792176" cy="30797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My Team Shop (MTS)</a:t>
            </a:r>
          </a:p>
        </p:txBody>
      </p:sp>
      <p:sp>
        <p:nvSpPr>
          <p:cNvPr id="230" name="TextBox 229">
            <a:extLst>
              <a:ext uri="{FF2B5EF4-FFF2-40B4-BE49-F238E27FC236}">
                <a16:creationId xmlns:a16="http://schemas.microsoft.com/office/drawing/2014/main" id="{5D3F0B0D-6DA6-5A9E-2376-07ED3BCFF745}"/>
              </a:ext>
            </a:extLst>
          </p:cNvPr>
          <p:cNvSpPr txBox="1"/>
          <p:nvPr>
            <p:custDataLst>
              <p:tags r:id="rId124"/>
            </p:custDataLst>
          </p:nvPr>
        </p:nvSpPr>
        <p:spPr>
          <a:xfrm>
            <a:off x="549742" y="3216274"/>
            <a:ext cx="799633" cy="1539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NSP handling</a:t>
            </a:r>
          </a:p>
        </p:txBody>
      </p:sp>
      <p:sp>
        <p:nvSpPr>
          <p:cNvPr id="231" name="TextBox 230">
            <a:extLst>
              <a:ext uri="{FF2B5EF4-FFF2-40B4-BE49-F238E27FC236}">
                <a16:creationId xmlns:a16="http://schemas.microsoft.com/office/drawing/2014/main" id="{0250FBC2-048E-9330-5232-8CBEBF2E1068}"/>
              </a:ext>
            </a:extLst>
          </p:cNvPr>
          <p:cNvSpPr txBox="1"/>
          <p:nvPr>
            <p:custDataLst>
              <p:tags r:id="rId125"/>
            </p:custDataLst>
          </p:nvPr>
        </p:nvSpPr>
        <p:spPr>
          <a:xfrm>
            <a:off x="465091" y="3638550"/>
            <a:ext cx="884284" cy="30797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Return &amp; Replacement</a:t>
            </a:r>
          </a:p>
        </p:txBody>
      </p:sp>
      <p:sp>
        <p:nvSpPr>
          <p:cNvPr id="232" name="TextBox 231">
            <a:extLst>
              <a:ext uri="{FF2B5EF4-FFF2-40B4-BE49-F238E27FC236}">
                <a16:creationId xmlns:a16="http://schemas.microsoft.com/office/drawing/2014/main" id="{6BA93CE7-F070-EEC2-DFEE-F6B68169679B}"/>
              </a:ext>
            </a:extLst>
          </p:cNvPr>
          <p:cNvSpPr txBox="1"/>
          <p:nvPr>
            <p:custDataLst>
              <p:tags r:id="rId126"/>
            </p:custDataLst>
          </p:nvPr>
        </p:nvSpPr>
        <p:spPr>
          <a:xfrm>
            <a:off x="427495" y="4086224"/>
            <a:ext cx="921880" cy="30797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r"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visibility &amp; tracking</a:t>
            </a:r>
          </a:p>
        </p:txBody>
      </p:sp>
      <p:sp>
        <p:nvSpPr>
          <p:cNvPr id="233" name="TextBox 232">
            <a:extLst>
              <a:ext uri="{FF2B5EF4-FFF2-40B4-BE49-F238E27FC236}">
                <a16:creationId xmlns:a16="http://schemas.microsoft.com/office/drawing/2014/main" id="{FDFF6134-CEBF-D013-354F-6694013E869B}"/>
              </a:ext>
            </a:extLst>
          </p:cNvPr>
          <p:cNvSpPr txBox="1"/>
          <p:nvPr>
            <p:custDataLst>
              <p:tags r:id="rId127"/>
            </p:custDataLst>
          </p:nvPr>
        </p:nvSpPr>
        <p:spPr>
          <a:xfrm>
            <a:off x="426090" y="4562475"/>
            <a:ext cx="972712" cy="1539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Resulting cost</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 name="TrackerNumBlue 109">
            <a:extLst>
              <a:ext uri="{FF2B5EF4-FFF2-40B4-BE49-F238E27FC236}">
                <a16:creationId xmlns:a16="http://schemas.microsoft.com/office/drawing/2014/main" id="{E28024F7-ECB0-6A6F-223C-6539D3568E79}"/>
              </a:ext>
            </a:extLst>
          </p:cNvPr>
          <p:cNvSpPr>
            <a:spLocks/>
          </p:cNvSpPr>
          <p:nvPr>
            <p:custDataLst>
              <p:tags r:id="rId128"/>
            </p:custDataLst>
          </p:nvPr>
        </p:nvSpPr>
        <p:spPr>
          <a:xfrm>
            <a:off x="183083" y="2219324"/>
            <a:ext cx="191888" cy="19188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mn-cs"/>
              </a:rPr>
              <a:t>A</a:t>
            </a:r>
          </a:p>
        </p:txBody>
      </p:sp>
      <p:sp>
        <p:nvSpPr>
          <p:cNvPr id="7" name="TrackerNumBlue 109">
            <a:extLst>
              <a:ext uri="{FF2B5EF4-FFF2-40B4-BE49-F238E27FC236}">
                <a16:creationId xmlns:a16="http://schemas.microsoft.com/office/drawing/2014/main" id="{F3BABF83-5A76-2BED-FC6F-F69B59788E0B}"/>
              </a:ext>
            </a:extLst>
          </p:cNvPr>
          <p:cNvSpPr>
            <a:spLocks/>
          </p:cNvSpPr>
          <p:nvPr>
            <p:custDataLst>
              <p:tags r:id="rId129"/>
            </p:custDataLst>
          </p:nvPr>
        </p:nvSpPr>
        <p:spPr>
          <a:xfrm>
            <a:off x="183083" y="2706687"/>
            <a:ext cx="191888" cy="19188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mn-cs"/>
              </a:rPr>
              <a:t>B</a:t>
            </a:r>
          </a:p>
        </p:txBody>
      </p:sp>
      <p:sp>
        <p:nvSpPr>
          <p:cNvPr id="8" name="TrackerNumBlue 109">
            <a:extLst>
              <a:ext uri="{FF2B5EF4-FFF2-40B4-BE49-F238E27FC236}">
                <a16:creationId xmlns:a16="http://schemas.microsoft.com/office/drawing/2014/main" id="{E040C404-DD5D-069F-D850-6CE45ABBEA2A}"/>
              </a:ext>
            </a:extLst>
          </p:cNvPr>
          <p:cNvSpPr>
            <a:spLocks/>
          </p:cNvSpPr>
          <p:nvPr>
            <p:custDataLst>
              <p:tags r:id="rId130"/>
            </p:custDataLst>
          </p:nvPr>
        </p:nvSpPr>
        <p:spPr>
          <a:xfrm>
            <a:off x="183083" y="3216274"/>
            <a:ext cx="191888" cy="19188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mn-cs"/>
              </a:rPr>
              <a:t>C</a:t>
            </a:r>
          </a:p>
        </p:txBody>
      </p:sp>
      <p:sp>
        <p:nvSpPr>
          <p:cNvPr id="9" name="TrackerNumBlue 109">
            <a:extLst>
              <a:ext uri="{FF2B5EF4-FFF2-40B4-BE49-F238E27FC236}">
                <a16:creationId xmlns:a16="http://schemas.microsoft.com/office/drawing/2014/main" id="{80D33896-6BCB-511D-A212-F691ADAAEF25}"/>
              </a:ext>
            </a:extLst>
          </p:cNvPr>
          <p:cNvSpPr>
            <a:spLocks/>
          </p:cNvSpPr>
          <p:nvPr>
            <p:custDataLst>
              <p:tags r:id="rId131"/>
            </p:custDataLst>
          </p:nvPr>
        </p:nvSpPr>
        <p:spPr>
          <a:xfrm>
            <a:off x="183083" y="3638550"/>
            <a:ext cx="191888" cy="19188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mn-cs"/>
              </a:rPr>
              <a:t>D</a:t>
            </a:r>
          </a:p>
        </p:txBody>
      </p:sp>
      <p:sp>
        <p:nvSpPr>
          <p:cNvPr id="10" name="TrackerNumBlue 109">
            <a:extLst>
              <a:ext uri="{FF2B5EF4-FFF2-40B4-BE49-F238E27FC236}">
                <a16:creationId xmlns:a16="http://schemas.microsoft.com/office/drawing/2014/main" id="{93F7A83A-5306-8E63-C9EC-DCA553421BF9}"/>
              </a:ext>
            </a:extLst>
          </p:cNvPr>
          <p:cNvSpPr>
            <a:spLocks/>
          </p:cNvSpPr>
          <p:nvPr>
            <p:custDataLst>
              <p:tags r:id="rId132"/>
            </p:custDataLst>
          </p:nvPr>
        </p:nvSpPr>
        <p:spPr>
          <a:xfrm>
            <a:off x="183083" y="4086224"/>
            <a:ext cx="191888" cy="191888"/>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900" b="0" i="0" u="none" strike="noStrike" kern="1200" cap="none" spc="0" normalizeH="0" baseline="0" noProof="0">
                <a:ln>
                  <a:noFill/>
                </a:ln>
                <a:solidFill>
                  <a:srgbClr val="FFFFFF"/>
                </a:solidFill>
                <a:effectLst/>
                <a:uLnTx/>
                <a:uFillTx/>
                <a:latin typeface="Arial"/>
                <a:ea typeface="+mn-ea"/>
                <a:cs typeface="+mn-cs"/>
              </a:rPr>
              <a:t>E</a:t>
            </a:r>
          </a:p>
        </p:txBody>
      </p:sp>
      <p:cxnSp>
        <p:nvCxnSpPr>
          <p:cNvPr id="11" name="GreyLineSeparatorStrong 15">
            <a:extLst>
              <a:ext uri="{FF2B5EF4-FFF2-40B4-BE49-F238E27FC236}">
                <a16:creationId xmlns:a16="http://schemas.microsoft.com/office/drawing/2014/main" id="{3B7C0FF8-0BF2-B282-FFF5-B676A3F4A824}"/>
              </a:ext>
            </a:extLst>
          </p:cNvPr>
          <p:cNvCxnSpPr>
            <a:cxnSpLocks/>
          </p:cNvCxnSpPr>
          <p:nvPr>
            <p:custDataLst>
              <p:tags r:id="rId133"/>
            </p:custDataLst>
          </p:nvPr>
        </p:nvCxnSpPr>
        <p:spPr>
          <a:xfrm>
            <a:off x="214129" y="2127250"/>
            <a:ext cx="11639775"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GreyLineSeparatorStrong 15">
            <a:extLst>
              <a:ext uri="{FF2B5EF4-FFF2-40B4-BE49-F238E27FC236}">
                <a16:creationId xmlns:a16="http://schemas.microsoft.com/office/drawing/2014/main" id="{09F77410-5D1B-3B21-694D-2403F3E3F688}"/>
              </a:ext>
            </a:extLst>
          </p:cNvPr>
          <p:cNvCxnSpPr>
            <a:cxnSpLocks/>
          </p:cNvCxnSpPr>
          <p:nvPr>
            <p:custDataLst>
              <p:tags r:id="rId134"/>
            </p:custDataLst>
          </p:nvPr>
        </p:nvCxnSpPr>
        <p:spPr>
          <a:xfrm>
            <a:off x="214129" y="2609850"/>
            <a:ext cx="11639775"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4" name="GreyLineSeparatorStrong 15">
            <a:extLst>
              <a:ext uri="{FF2B5EF4-FFF2-40B4-BE49-F238E27FC236}">
                <a16:creationId xmlns:a16="http://schemas.microsoft.com/office/drawing/2014/main" id="{AFDF941A-8382-BDF0-429B-11F03A97B3F3}"/>
              </a:ext>
            </a:extLst>
          </p:cNvPr>
          <p:cNvCxnSpPr>
            <a:cxnSpLocks/>
          </p:cNvCxnSpPr>
          <p:nvPr>
            <p:custDataLst>
              <p:tags r:id="rId135"/>
            </p:custDataLst>
          </p:nvPr>
        </p:nvCxnSpPr>
        <p:spPr>
          <a:xfrm>
            <a:off x="214129" y="3101975"/>
            <a:ext cx="11639775"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GreyLineSeparatorStrong 15">
            <a:extLst>
              <a:ext uri="{FF2B5EF4-FFF2-40B4-BE49-F238E27FC236}">
                <a16:creationId xmlns:a16="http://schemas.microsoft.com/office/drawing/2014/main" id="{36E1A699-7CFD-14AC-114F-9105B842FB9A}"/>
              </a:ext>
            </a:extLst>
          </p:cNvPr>
          <p:cNvCxnSpPr>
            <a:cxnSpLocks/>
          </p:cNvCxnSpPr>
          <p:nvPr>
            <p:custDataLst>
              <p:tags r:id="rId136"/>
            </p:custDataLst>
          </p:nvPr>
        </p:nvCxnSpPr>
        <p:spPr>
          <a:xfrm>
            <a:off x="214129" y="3522663"/>
            <a:ext cx="11639775"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GreyLineSeparatorStrong 15">
            <a:extLst>
              <a:ext uri="{FF2B5EF4-FFF2-40B4-BE49-F238E27FC236}">
                <a16:creationId xmlns:a16="http://schemas.microsoft.com/office/drawing/2014/main" id="{19860FEE-555E-1A45-2E62-5BC5603C4859}"/>
              </a:ext>
            </a:extLst>
          </p:cNvPr>
          <p:cNvCxnSpPr>
            <a:cxnSpLocks/>
          </p:cNvCxnSpPr>
          <p:nvPr>
            <p:custDataLst>
              <p:tags r:id="rId137"/>
            </p:custDataLst>
          </p:nvPr>
        </p:nvCxnSpPr>
        <p:spPr>
          <a:xfrm>
            <a:off x="166938" y="4008120"/>
            <a:ext cx="11639775"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7" name="GreyLineSeparatorStrong 15">
            <a:extLst>
              <a:ext uri="{FF2B5EF4-FFF2-40B4-BE49-F238E27FC236}">
                <a16:creationId xmlns:a16="http://schemas.microsoft.com/office/drawing/2014/main" id="{8FD0D137-B672-9240-38AE-9572D7ABF7E3}"/>
              </a:ext>
            </a:extLst>
          </p:cNvPr>
          <p:cNvCxnSpPr>
            <a:cxnSpLocks/>
          </p:cNvCxnSpPr>
          <p:nvPr>
            <p:custDataLst>
              <p:tags r:id="rId138"/>
            </p:custDataLst>
          </p:nvPr>
        </p:nvCxnSpPr>
        <p:spPr>
          <a:xfrm>
            <a:off x="214129" y="4486593"/>
            <a:ext cx="11639775" cy="0"/>
          </a:xfrm>
          <a:prstGeom prst="straightConnector1">
            <a:avLst/>
          </a:prstGeom>
          <a:ln w="6350" cap="flat">
            <a:solidFill>
              <a:schemeClr val="bg1">
                <a:lumMod val="75000"/>
              </a:schemeClr>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02A9C762-3664-2339-C9DF-C5D1A5E096BE}"/>
              </a:ext>
            </a:extLst>
          </p:cNvPr>
          <p:cNvSpPr txBox="1"/>
          <p:nvPr/>
        </p:nvSpPr>
        <p:spPr>
          <a:xfrm>
            <a:off x="6849458" y="5074920"/>
            <a:ext cx="1091217" cy="58477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Agentic cost validation &amp; invoice resolution resulting in ~40% savings</a:t>
            </a:r>
          </a:p>
        </p:txBody>
      </p:sp>
      <p:sp>
        <p:nvSpPr>
          <p:cNvPr id="28" name="TextBox 27">
            <a:extLst>
              <a:ext uri="{FF2B5EF4-FFF2-40B4-BE49-F238E27FC236}">
                <a16:creationId xmlns:a16="http://schemas.microsoft.com/office/drawing/2014/main" id="{EF794D5E-3AC0-D648-E9BB-D0B2402A4EA4}"/>
              </a:ext>
            </a:extLst>
          </p:cNvPr>
          <p:cNvSpPr txBox="1"/>
          <p:nvPr/>
        </p:nvSpPr>
        <p:spPr>
          <a:xfrm>
            <a:off x="8066419" y="5074920"/>
            <a:ext cx="999490" cy="4381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Agent-led MTS shop builds driving ~75% savings</a:t>
            </a:r>
          </a:p>
        </p:txBody>
      </p:sp>
      <p:sp>
        <p:nvSpPr>
          <p:cNvPr id="29" name="TextBox 28">
            <a:extLst>
              <a:ext uri="{FF2B5EF4-FFF2-40B4-BE49-F238E27FC236}">
                <a16:creationId xmlns:a16="http://schemas.microsoft.com/office/drawing/2014/main" id="{99191DAE-331B-8565-F8D9-E3086D36EA91}"/>
              </a:ext>
            </a:extLst>
          </p:cNvPr>
          <p:cNvSpPr txBox="1"/>
          <p:nvPr/>
        </p:nvSpPr>
        <p:spPr>
          <a:xfrm>
            <a:off x="5540375" y="5074920"/>
            <a:ext cx="1198880" cy="58420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Proactive agent issue detection &amp; automated resolution saving 70% capacity </a:t>
            </a:r>
          </a:p>
        </p:txBody>
      </p:sp>
      <p:sp>
        <p:nvSpPr>
          <p:cNvPr id="30" name="TextBox 29">
            <a:extLst>
              <a:ext uri="{FF2B5EF4-FFF2-40B4-BE49-F238E27FC236}">
                <a16:creationId xmlns:a16="http://schemas.microsoft.com/office/drawing/2014/main" id="{D0AF6022-921C-6F93-9F89-1DD85E39F0A5}"/>
              </a:ext>
            </a:extLst>
          </p:cNvPr>
          <p:cNvSpPr txBox="1"/>
          <p:nvPr/>
        </p:nvSpPr>
        <p:spPr>
          <a:xfrm>
            <a:off x="4242118" y="5074920"/>
            <a:ext cx="1003517" cy="4381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Agentic order tracking to drive ~40% savings</a:t>
            </a:r>
          </a:p>
        </p:txBody>
      </p:sp>
      <p:sp>
        <p:nvSpPr>
          <p:cNvPr id="31" name="TextBox 30">
            <a:extLst>
              <a:ext uri="{FF2B5EF4-FFF2-40B4-BE49-F238E27FC236}">
                <a16:creationId xmlns:a16="http://schemas.microsoft.com/office/drawing/2014/main" id="{6FA14ADC-65FC-20AF-08E2-709831D7667D}"/>
              </a:ext>
            </a:extLst>
          </p:cNvPr>
          <p:cNvSpPr txBox="1"/>
          <p:nvPr/>
        </p:nvSpPr>
        <p:spPr>
          <a:xfrm>
            <a:off x="9259570" y="5074920"/>
            <a:ext cx="1417638" cy="58420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Automated NSP intake &amp; price validation / invoice fixes saving ~60% capacity</a:t>
            </a:r>
          </a:p>
        </p:txBody>
      </p:sp>
      <p:sp>
        <p:nvSpPr>
          <p:cNvPr id="33" name="TextBox 32">
            <a:extLst>
              <a:ext uri="{FF2B5EF4-FFF2-40B4-BE49-F238E27FC236}">
                <a16:creationId xmlns:a16="http://schemas.microsoft.com/office/drawing/2014/main" id="{8EF1AA6E-6740-11B0-688D-74979FB13C24}"/>
              </a:ext>
            </a:extLst>
          </p:cNvPr>
          <p:cNvSpPr txBox="1"/>
          <p:nvPr/>
        </p:nvSpPr>
        <p:spPr>
          <a:xfrm>
            <a:off x="10733088" y="5074920"/>
            <a:ext cx="1292225" cy="4381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Agentified E2E order intake driving 25% savings</a:t>
            </a:r>
          </a:p>
        </p:txBody>
      </p:sp>
      <p:sp>
        <p:nvSpPr>
          <p:cNvPr id="38" name="Rectangle: Rounded Corners 37">
            <a:extLst>
              <a:ext uri="{FF2B5EF4-FFF2-40B4-BE49-F238E27FC236}">
                <a16:creationId xmlns:a16="http://schemas.microsoft.com/office/drawing/2014/main" id="{4E0AD7BC-D104-6AE1-929B-78918EC841E0}"/>
              </a:ext>
            </a:extLst>
          </p:cNvPr>
          <p:cNvSpPr/>
          <p:nvPr>
            <p:custDataLst>
              <p:tags r:id="rId139"/>
            </p:custDataLst>
          </p:nvPr>
        </p:nvSpPr>
        <p:spPr>
          <a:xfrm>
            <a:off x="2053707" y="4603750"/>
            <a:ext cx="463830" cy="227013"/>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A9F4"/>
                </a:solidFill>
                <a:effectLst/>
                <a:uLnTx/>
                <a:uFillTx/>
                <a:latin typeface="Arial"/>
                <a:ea typeface="+mn-ea"/>
                <a:cs typeface="+mn-cs"/>
              </a:rPr>
              <a:t>71%</a:t>
            </a:r>
          </a:p>
        </p:txBody>
      </p:sp>
      <p:sp>
        <p:nvSpPr>
          <p:cNvPr id="53" name="Rectangle: Rounded Corners 52">
            <a:extLst>
              <a:ext uri="{FF2B5EF4-FFF2-40B4-BE49-F238E27FC236}">
                <a16:creationId xmlns:a16="http://schemas.microsoft.com/office/drawing/2014/main" id="{6012478E-AA8B-0981-26E7-469AA2FC36CB}"/>
              </a:ext>
            </a:extLst>
          </p:cNvPr>
          <p:cNvSpPr/>
          <p:nvPr>
            <p:custDataLst>
              <p:tags r:id="rId140"/>
            </p:custDataLst>
          </p:nvPr>
        </p:nvSpPr>
        <p:spPr>
          <a:xfrm>
            <a:off x="3431851" y="4603750"/>
            <a:ext cx="441763" cy="227013"/>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A9F4"/>
                </a:solidFill>
                <a:effectLst/>
                <a:uLnTx/>
                <a:uFillTx/>
                <a:latin typeface="Arial"/>
                <a:ea typeface="+mn-ea"/>
                <a:cs typeface="+mn-cs"/>
              </a:rPr>
              <a:t>75%</a:t>
            </a:r>
          </a:p>
        </p:txBody>
      </p:sp>
      <p:sp>
        <p:nvSpPr>
          <p:cNvPr id="60" name="Rectangle: Rounded Corners 59">
            <a:extLst>
              <a:ext uri="{FF2B5EF4-FFF2-40B4-BE49-F238E27FC236}">
                <a16:creationId xmlns:a16="http://schemas.microsoft.com/office/drawing/2014/main" id="{C6544AF9-FE1B-BB7D-1394-340A7B7F1EEE}"/>
              </a:ext>
            </a:extLst>
          </p:cNvPr>
          <p:cNvSpPr/>
          <p:nvPr>
            <p:custDataLst>
              <p:tags r:id="rId141"/>
            </p:custDataLst>
          </p:nvPr>
        </p:nvSpPr>
        <p:spPr>
          <a:xfrm>
            <a:off x="7571831" y="4603750"/>
            <a:ext cx="441763" cy="227013"/>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A9F4"/>
                </a:solidFill>
                <a:effectLst/>
                <a:uLnTx/>
                <a:uFillTx/>
                <a:latin typeface="Arial"/>
                <a:ea typeface="+mn-ea"/>
                <a:cs typeface="+mn-cs"/>
              </a:rPr>
              <a:t>46%</a:t>
            </a:r>
          </a:p>
        </p:txBody>
      </p:sp>
      <p:sp>
        <p:nvSpPr>
          <p:cNvPr id="61" name="Rectangle: Rounded Corners 60">
            <a:extLst>
              <a:ext uri="{FF2B5EF4-FFF2-40B4-BE49-F238E27FC236}">
                <a16:creationId xmlns:a16="http://schemas.microsoft.com/office/drawing/2014/main" id="{1C9708BF-77D3-0C56-5646-A7FE80596F62}"/>
              </a:ext>
            </a:extLst>
          </p:cNvPr>
          <p:cNvSpPr/>
          <p:nvPr>
            <p:custDataLst>
              <p:tags r:id="rId142"/>
            </p:custDataLst>
          </p:nvPr>
        </p:nvSpPr>
        <p:spPr>
          <a:xfrm>
            <a:off x="8587838" y="4603750"/>
            <a:ext cx="441763" cy="227013"/>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A9F4"/>
                </a:solidFill>
                <a:effectLst/>
                <a:uLnTx/>
                <a:uFillTx/>
                <a:latin typeface="Arial"/>
                <a:ea typeface="+mn-ea"/>
                <a:cs typeface="+mn-cs"/>
              </a:rPr>
              <a:t>74%</a:t>
            </a:r>
          </a:p>
        </p:txBody>
      </p:sp>
      <p:sp>
        <p:nvSpPr>
          <p:cNvPr id="62" name="Rectangle: Rounded Corners 61">
            <a:extLst>
              <a:ext uri="{FF2B5EF4-FFF2-40B4-BE49-F238E27FC236}">
                <a16:creationId xmlns:a16="http://schemas.microsoft.com/office/drawing/2014/main" id="{41CA7DD7-A363-10B2-78DB-6799BD275BBA}"/>
              </a:ext>
            </a:extLst>
          </p:cNvPr>
          <p:cNvSpPr/>
          <p:nvPr>
            <p:custDataLst>
              <p:tags r:id="rId143"/>
            </p:custDataLst>
          </p:nvPr>
        </p:nvSpPr>
        <p:spPr>
          <a:xfrm>
            <a:off x="6121400" y="4603750"/>
            <a:ext cx="441325" cy="227013"/>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A9F4"/>
                </a:solidFill>
                <a:effectLst/>
                <a:uLnTx/>
                <a:uFillTx/>
                <a:latin typeface="Arial"/>
                <a:ea typeface="+mn-ea"/>
                <a:cs typeface="+mn-cs"/>
              </a:rPr>
              <a:t>68%</a:t>
            </a:r>
          </a:p>
        </p:txBody>
      </p:sp>
      <p:sp>
        <p:nvSpPr>
          <p:cNvPr id="63" name="Rectangle: Rounded Corners 62">
            <a:extLst>
              <a:ext uri="{FF2B5EF4-FFF2-40B4-BE49-F238E27FC236}">
                <a16:creationId xmlns:a16="http://schemas.microsoft.com/office/drawing/2014/main" id="{BE0537AC-8E06-92E6-4EF2-C9C95A372326}"/>
              </a:ext>
            </a:extLst>
          </p:cNvPr>
          <p:cNvSpPr/>
          <p:nvPr>
            <p:custDataLst>
              <p:tags r:id="rId144"/>
            </p:custDataLst>
          </p:nvPr>
        </p:nvSpPr>
        <p:spPr>
          <a:xfrm>
            <a:off x="4814152" y="4603750"/>
            <a:ext cx="441763" cy="227013"/>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A9F4"/>
                </a:solidFill>
                <a:effectLst/>
                <a:uLnTx/>
                <a:uFillTx/>
                <a:latin typeface="Arial"/>
                <a:ea typeface="+mn-ea"/>
                <a:cs typeface="+mn-cs"/>
              </a:rPr>
              <a:t>60%</a:t>
            </a:r>
          </a:p>
        </p:txBody>
      </p:sp>
      <p:sp>
        <p:nvSpPr>
          <p:cNvPr id="448" name="Rectangle: Rounded Corners 447">
            <a:extLst>
              <a:ext uri="{FF2B5EF4-FFF2-40B4-BE49-F238E27FC236}">
                <a16:creationId xmlns:a16="http://schemas.microsoft.com/office/drawing/2014/main" id="{472566A5-79D9-C1CE-7B94-D56CA95D9EBB}"/>
              </a:ext>
            </a:extLst>
          </p:cNvPr>
          <p:cNvSpPr/>
          <p:nvPr>
            <p:custDataLst>
              <p:tags r:id="rId145"/>
            </p:custDataLst>
          </p:nvPr>
        </p:nvSpPr>
        <p:spPr>
          <a:xfrm>
            <a:off x="9761220" y="4603750"/>
            <a:ext cx="441325" cy="227013"/>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A9F4"/>
                </a:solidFill>
                <a:effectLst/>
                <a:uLnTx/>
                <a:uFillTx/>
                <a:latin typeface="Arial"/>
                <a:ea typeface="+mn-ea"/>
                <a:cs typeface="+mn-cs"/>
              </a:rPr>
              <a:t>66%</a:t>
            </a:r>
          </a:p>
        </p:txBody>
      </p:sp>
      <p:sp>
        <p:nvSpPr>
          <p:cNvPr id="449" name="Rectangle: Rounded Corners 448">
            <a:extLst>
              <a:ext uri="{FF2B5EF4-FFF2-40B4-BE49-F238E27FC236}">
                <a16:creationId xmlns:a16="http://schemas.microsoft.com/office/drawing/2014/main" id="{30104EA0-640E-0DD8-7697-9DCB98B779A7}"/>
              </a:ext>
            </a:extLst>
          </p:cNvPr>
          <p:cNvSpPr/>
          <p:nvPr>
            <p:custDataLst>
              <p:tags r:id="rId146"/>
            </p:custDataLst>
          </p:nvPr>
        </p:nvSpPr>
        <p:spPr>
          <a:xfrm>
            <a:off x="11256963" y="4603750"/>
            <a:ext cx="441325" cy="227013"/>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800" b="1" i="0" u="none" strike="noStrike" kern="1200" cap="none" spc="0" normalizeH="0" baseline="0" noProof="0">
                <a:ln>
                  <a:noFill/>
                </a:ln>
                <a:solidFill>
                  <a:srgbClr val="00A9F4"/>
                </a:solidFill>
                <a:effectLst/>
                <a:uLnTx/>
                <a:uFillTx/>
                <a:latin typeface="Arial"/>
                <a:ea typeface="+mn-ea"/>
                <a:cs typeface="+mn-cs"/>
              </a:rPr>
              <a:t>29%</a:t>
            </a:r>
          </a:p>
        </p:txBody>
      </p:sp>
      <p:sp>
        <p:nvSpPr>
          <p:cNvPr id="450" name="Rectangle: Rounded Corners 449">
            <a:extLst>
              <a:ext uri="{FF2B5EF4-FFF2-40B4-BE49-F238E27FC236}">
                <a16:creationId xmlns:a16="http://schemas.microsoft.com/office/drawing/2014/main" id="{3A06D137-9722-BD67-A3FB-03A53A96E15E}"/>
              </a:ext>
            </a:extLst>
          </p:cNvPr>
          <p:cNvSpPr/>
          <p:nvPr/>
        </p:nvSpPr>
        <p:spPr>
          <a:xfrm>
            <a:off x="9865927" y="904875"/>
            <a:ext cx="182880" cy="182563"/>
          </a:xfrm>
          <a:prstGeom prst="roundRect">
            <a:avLst/>
          </a:prstGeom>
          <a:solidFill>
            <a:schemeClr val="bg1"/>
          </a:solidFill>
          <a:ln w="6350" cap="sq">
            <a:solidFill>
              <a:schemeClr val="accent2"/>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900" b="0" i="0" u="none" strike="noStrike" kern="1200" cap="none" spc="0" normalizeH="0" baseline="0" noProof="0">
              <a:ln>
                <a:noFill/>
              </a:ln>
              <a:solidFill>
                <a:srgbClr val="061F79"/>
              </a:solidFill>
              <a:effectLst/>
              <a:uLnTx/>
              <a:uFillTx/>
              <a:latin typeface="Arial"/>
              <a:ea typeface="+mn-ea"/>
              <a:cs typeface="+mn-cs"/>
            </a:endParaRPr>
          </a:p>
        </p:txBody>
      </p:sp>
      <p:sp>
        <p:nvSpPr>
          <p:cNvPr id="451" name="TextBox 450">
            <a:extLst>
              <a:ext uri="{FF2B5EF4-FFF2-40B4-BE49-F238E27FC236}">
                <a16:creationId xmlns:a16="http://schemas.microsoft.com/office/drawing/2014/main" id="{991CB110-5EA3-6D8D-0976-9D07CD1F13F7}"/>
              </a:ext>
            </a:extLst>
          </p:cNvPr>
          <p:cNvSpPr txBox="1"/>
          <p:nvPr/>
        </p:nvSpPr>
        <p:spPr>
          <a:xfrm>
            <a:off x="10104800" y="935038"/>
            <a:ext cx="1859401" cy="13811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productivity gain vs pod baseline</a:t>
            </a:r>
          </a:p>
        </p:txBody>
      </p:sp>
      <p:sp>
        <p:nvSpPr>
          <p:cNvPr id="578" name="TextBox 577">
            <a:extLst>
              <a:ext uri="{FF2B5EF4-FFF2-40B4-BE49-F238E27FC236}">
                <a16:creationId xmlns:a16="http://schemas.microsoft.com/office/drawing/2014/main" id="{D8B608D8-C1E4-5C28-C3E3-F1EB76BCD0AB}"/>
              </a:ext>
            </a:extLst>
          </p:cNvPr>
          <p:cNvSpPr txBox="1"/>
          <p:nvPr>
            <p:custDataLst>
              <p:tags r:id="rId147"/>
            </p:custDataLst>
          </p:nvPr>
        </p:nvSpPr>
        <p:spPr>
          <a:xfrm>
            <a:off x="241024" y="5074920"/>
            <a:ext cx="1053656" cy="6159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Key productivity drivers </a:t>
            </a:r>
            <a:r>
              <a:rPr kumimoji="0" lang="en-US" sz="1000" b="0" i="1" u="none" strike="noStrike" kern="1200" cap="none" spc="0" normalizeH="0" baseline="0" noProof="0">
                <a:ln>
                  <a:noFill/>
                </a:ln>
                <a:solidFill>
                  <a:srgbClr val="000000"/>
                </a:solidFill>
                <a:effectLst/>
                <a:uLnTx/>
                <a:uFillTx/>
                <a:latin typeface="Arial"/>
                <a:ea typeface="+mn-ea"/>
                <a:cs typeface="Arial" panose="020B0604020202020204" pitchFamily="34" charset="0"/>
              </a:rPr>
              <a:t>(highlighted in light blue)</a:t>
            </a:r>
          </a:p>
        </p:txBody>
      </p:sp>
      <p:cxnSp>
        <p:nvCxnSpPr>
          <p:cNvPr id="581" name="LineBasicDefault 97">
            <a:extLst>
              <a:ext uri="{FF2B5EF4-FFF2-40B4-BE49-F238E27FC236}">
                <a16:creationId xmlns:a16="http://schemas.microsoft.com/office/drawing/2014/main" id="{44BDD402-DCE6-76CF-4429-F5FF57FBC92C}"/>
              </a:ext>
            </a:extLst>
          </p:cNvPr>
          <p:cNvCxnSpPr>
            <a:cxnSpLocks/>
          </p:cNvCxnSpPr>
          <p:nvPr>
            <p:custDataLst>
              <p:tags r:id="rId148"/>
            </p:custDataLst>
          </p:nvPr>
        </p:nvCxnSpPr>
        <p:spPr>
          <a:xfrm>
            <a:off x="241024" y="5014913"/>
            <a:ext cx="11612880"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584" name="LineBasicDefault 97">
            <a:extLst>
              <a:ext uri="{FF2B5EF4-FFF2-40B4-BE49-F238E27FC236}">
                <a16:creationId xmlns:a16="http://schemas.microsoft.com/office/drawing/2014/main" id="{160399BF-EBD1-4A52-7112-D0D9C661F129}"/>
              </a:ext>
            </a:extLst>
          </p:cNvPr>
          <p:cNvCxnSpPr>
            <a:cxnSpLocks/>
          </p:cNvCxnSpPr>
          <p:nvPr>
            <p:custDataLst>
              <p:tags r:id="rId149"/>
            </p:custDataLst>
          </p:nvPr>
        </p:nvCxnSpPr>
        <p:spPr>
          <a:xfrm>
            <a:off x="241024" y="5767388"/>
            <a:ext cx="11612880" cy="0"/>
          </a:xfrm>
          <a:prstGeom prst="straightConnector1">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586" name="TextBox 585">
            <a:extLst>
              <a:ext uri="{FF2B5EF4-FFF2-40B4-BE49-F238E27FC236}">
                <a16:creationId xmlns:a16="http://schemas.microsoft.com/office/drawing/2014/main" id="{9E6F9A47-3D98-2E98-14A5-BDFB0409A540}"/>
              </a:ext>
            </a:extLst>
          </p:cNvPr>
          <p:cNvSpPr txBox="1"/>
          <p:nvPr>
            <p:custDataLst>
              <p:tags r:id="rId150"/>
            </p:custDataLst>
          </p:nvPr>
        </p:nvSpPr>
        <p:spPr>
          <a:xfrm>
            <a:off x="241024" y="5835650"/>
            <a:ext cx="1053656" cy="307777"/>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Potential org levers</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603" name="TextBox 602">
            <a:extLst>
              <a:ext uri="{FF2B5EF4-FFF2-40B4-BE49-F238E27FC236}">
                <a16:creationId xmlns:a16="http://schemas.microsoft.com/office/drawing/2014/main" id="{44CB0FD6-57A7-EDDE-BE3E-9DD2CB1468B6}"/>
              </a:ext>
            </a:extLst>
          </p:cNvPr>
          <p:cNvSpPr txBox="1"/>
          <p:nvPr/>
        </p:nvSpPr>
        <p:spPr>
          <a:xfrm>
            <a:off x="10725150" y="5830888"/>
            <a:ext cx="1189038" cy="4381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TBC – not tested as part of Diagnostic phase</a:t>
            </a:r>
          </a:p>
        </p:txBody>
      </p:sp>
      <p:cxnSp>
        <p:nvCxnSpPr>
          <p:cNvPr id="37" name="Straight Arrow Connector 36">
            <a:extLst>
              <a:ext uri="{FF2B5EF4-FFF2-40B4-BE49-F238E27FC236}">
                <a16:creationId xmlns:a16="http://schemas.microsoft.com/office/drawing/2014/main" id="{C4796CCB-DA69-7334-C821-3E5A95DDC221}"/>
              </a:ext>
            </a:extLst>
          </p:cNvPr>
          <p:cNvCxnSpPr>
            <a:cxnSpLocks/>
          </p:cNvCxnSpPr>
          <p:nvPr/>
        </p:nvCxnSpPr>
        <p:spPr>
          <a:xfrm>
            <a:off x="1297776" y="6450013"/>
            <a:ext cx="4297680" cy="0"/>
          </a:xfrm>
          <a:prstGeom prst="straightConnector1">
            <a:avLst/>
          </a:prstGeom>
          <a:ln w="38100" cap="flat">
            <a:solidFill>
              <a:schemeClr val="accent3">
                <a:lumMod val="40000"/>
                <a:lumOff val="6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sp>
        <p:nvSpPr>
          <p:cNvPr id="25" name="Rectangle 24">
            <a:extLst>
              <a:ext uri="{FF2B5EF4-FFF2-40B4-BE49-F238E27FC236}">
                <a16:creationId xmlns:a16="http://schemas.microsoft.com/office/drawing/2014/main" id="{765E5E9E-89F6-F54D-10FE-F5E4F38D257F}"/>
              </a:ext>
            </a:extLst>
          </p:cNvPr>
          <p:cNvSpPr/>
          <p:nvPr/>
        </p:nvSpPr>
        <p:spPr>
          <a:xfrm>
            <a:off x="1466851" y="6299200"/>
            <a:ext cx="3931920" cy="290512"/>
          </a:xfrm>
          <a:prstGeom prst="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41" name="TextBox 40">
            <a:extLst>
              <a:ext uri="{FF2B5EF4-FFF2-40B4-BE49-F238E27FC236}">
                <a16:creationId xmlns:a16="http://schemas.microsoft.com/office/drawing/2014/main" id="{E7159A45-EDF0-0DA7-8A46-B2283F9761D9}"/>
              </a:ext>
            </a:extLst>
          </p:cNvPr>
          <p:cNvSpPr txBox="1"/>
          <p:nvPr/>
        </p:nvSpPr>
        <p:spPr>
          <a:xfrm>
            <a:off x="1880092" y="6350342"/>
            <a:ext cx="2840037" cy="16158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5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SSR consolidation and TM/CC role re-design</a:t>
            </a:r>
            <a:endPar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44" name="Straight Arrow Connector 43">
            <a:extLst>
              <a:ext uri="{FF2B5EF4-FFF2-40B4-BE49-F238E27FC236}">
                <a16:creationId xmlns:a16="http://schemas.microsoft.com/office/drawing/2014/main" id="{9E922FDF-D3D7-80D2-0767-86792CF67AC0}"/>
              </a:ext>
            </a:extLst>
          </p:cNvPr>
          <p:cNvCxnSpPr>
            <a:cxnSpLocks/>
          </p:cNvCxnSpPr>
          <p:nvPr/>
        </p:nvCxnSpPr>
        <p:spPr>
          <a:xfrm>
            <a:off x="4061296" y="6026443"/>
            <a:ext cx="2834640" cy="0"/>
          </a:xfrm>
          <a:prstGeom prst="straightConnector1">
            <a:avLst/>
          </a:prstGeom>
          <a:ln w="38100" cap="flat">
            <a:solidFill>
              <a:schemeClr val="accent3">
                <a:lumMod val="40000"/>
                <a:lumOff val="60000"/>
              </a:schemeClr>
            </a:solidFill>
            <a:miter lim="800000"/>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95" name="Group 94">
            <a:extLst>
              <a:ext uri="{FF2B5EF4-FFF2-40B4-BE49-F238E27FC236}">
                <a16:creationId xmlns:a16="http://schemas.microsoft.com/office/drawing/2014/main" id="{DB52550A-FD32-3F16-025E-7E0BBC1D2068}"/>
              </a:ext>
            </a:extLst>
          </p:cNvPr>
          <p:cNvGrpSpPr/>
          <p:nvPr/>
        </p:nvGrpSpPr>
        <p:grpSpPr>
          <a:xfrm>
            <a:off x="4231022" y="5831903"/>
            <a:ext cx="2467914" cy="422273"/>
            <a:chOff x="2968642" y="5831903"/>
            <a:chExt cx="2467914" cy="422273"/>
          </a:xfrm>
        </p:grpSpPr>
        <p:sp>
          <p:nvSpPr>
            <p:cNvPr id="45" name="Rectangle 44">
              <a:extLst>
                <a:ext uri="{FF2B5EF4-FFF2-40B4-BE49-F238E27FC236}">
                  <a16:creationId xmlns:a16="http://schemas.microsoft.com/office/drawing/2014/main" id="{778ABB73-FFA8-59A8-958F-CD236CDC464E}"/>
                </a:ext>
              </a:extLst>
            </p:cNvPr>
            <p:cNvSpPr/>
            <p:nvPr/>
          </p:nvSpPr>
          <p:spPr>
            <a:xfrm>
              <a:off x="2968642" y="5831903"/>
              <a:ext cx="2467914" cy="422273"/>
            </a:xfrm>
            <a:prstGeom prst="rect">
              <a:avLst/>
            </a:prstGeom>
            <a:solidFill>
              <a:schemeClr val="accent3">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Arial"/>
                <a:ea typeface="+mn-ea"/>
                <a:cs typeface="+mn-cs"/>
              </a:endParaRPr>
            </a:p>
          </p:txBody>
        </p:sp>
        <p:sp>
          <p:nvSpPr>
            <p:cNvPr id="55" name="TextBox 54">
              <a:extLst>
                <a:ext uri="{FF2B5EF4-FFF2-40B4-BE49-F238E27FC236}">
                  <a16:creationId xmlns:a16="http://schemas.microsoft.com/office/drawing/2014/main" id="{07695A44-B0C6-36E9-6345-9FC96D29258E}"/>
                </a:ext>
              </a:extLst>
            </p:cNvPr>
            <p:cNvSpPr txBox="1"/>
            <p:nvPr/>
          </p:nvSpPr>
          <p:spPr>
            <a:xfrm>
              <a:off x="3050964" y="5879527"/>
              <a:ext cx="2328255" cy="32316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5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Combining R&amp;R (B2B) and CC (B2C) </a:t>
              </a:r>
              <a:r>
                <a:rPr kumimoji="0" lang="en-US" sz="105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for back-end office case processing</a:t>
              </a:r>
            </a:p>
          </p:txBody>
        </p:sp>
      </p:grpSp>
      <p:grpSp>
        <p:nvGrpSpPr>
          <p:cNvPr id="456" name="Group 455">
            <a:extLst>
              <a:ext uri="{FF2B5EF4-FFF2-40B4-BE49-F238E27FC236}">
                <a16:creationId xmlns:a16="http://schemas.microsoft.com/office/drawing/2014/main" id="{018A5446-E5EA-E60E-521A-4762B615B438}"/>
              </a:ext>
            </a:extLst>
          </p:cNvPr>
          <p:cNvGrpSpPr/>
          <p:nvPr/>
        </p:nvGrpSpPr>
        <p:grpSpPr>
          <a:xfrm>
            <a:off x="8638346" y="935038"/>
            <a:ext cx="1456738" cy="138113"/>
            <a:chOff x="7196407" y="817563"/>
            <a:chExt cx="1456738" cy="138113"/>
          </a:xfrm>
        </p:grpSpPr>
        <p:sp>
          <p:nvSpPr>
            <p:cNvPr id="453" name="Rectangle 452">
              <a:extLst>
                <a:ext uri="{FF2B5EF4-FFF2-40B4-BE49-F238E27FC236}">
                  <a16:creationId xmlns:a16="http://schemas.microsoft.com/office/drawing/2014/main" id="{9EEDDEE7-312A-B22E-1031-00BC8FA17FF6}"/>
                </a:ext>
              </a:extLst>
            </p:cNvPr>
            <p:cNvSpPr/>
            <p:nvPr/>
          </p:nvSpPr>
          <p:spPr>
            <a:xfrm>
              <a:off x="7196407" y="817563"/>
              <a:ext cx="137160" cy="136525"/>
            </a:xfrm>
            <a:prstGeom prst="rect">
              <a:avLst/>
            </a:prstGeom>
            <a:solidFill>
              <a:srgbClr val="CAEFFF"/>
            </a:solidFill>
            <a:ln w="6350" cap="sq">
              <a:solidFill>
                <a:schemeClr val="accent3"/>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400" b="0" i="0" u="none" strike="noStrike" kern="1200" cap="none" spc="0" normalizeH="0" baseline="0" noProof="0">
                <a:ln>
                  <a:noFill/>
                </a:ln>
                <a:solidFill>
                  <a:srgbClr val="FFFFFF"/>
                </a:solidFill>
                <a:effectLst/>
                <a:uLnTx/>
                <a:uFillTx/>
                <a:latin typeface="Arial"/>
                <a:ea typeface="+mn-ea"/>
                <a:cs typeface="+mn-cs"/>
              </a:endParaRPr>
            </a:p>
          </p:txBody>
        </p:sp>
        <p:sp>
          <p:nvSpPr>
            <p:cNvPr id="454" name="TextBox 453">
              <a:extLst>
                <a:ext uri="{FF2B5EF4-FFF2-40B4-BE49-F238E27FC236}">
                  <a16:creationId xmlns:a16="http://schemas.microsoft.com/office/drawing/2014/main" id="{5E93333C-46D0-0E2D-B8E3-7B045173D4EA}"/>
                </a:ext>
              </a:extLst>
            </p:cNvPr>
            <p:cNvSpPr txBox="1"/>
            <p:nvPr/>
          </p:nvSpPr>
          <p:spPr>
            <a:xfrm>
              <a:off x="7426810" y="817563"/>
              <a:ext cx="1226335" cy="138113"/>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None/>
                <a:tabLst/>
                <a:defRPr/>
              </a:pPr>
              <a:r>
                <a:rPr kumimoji="0" lang="en-US" sz="9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Key impact driver</a:t>
              </a:r>
            </a:p>
          </p:txBody>
        </p:sp>
      </p:grpSp>
      <p:grpSp>
        <p:nvGrpSpPr>
          <p:cNvPr id="47" name="sticker">
            <a:extLst>
              <a:ext uri="{FF2B5EF4-FFF2-40B4-BE49-F238E27FC236}">
                <a16:creationId xmlns:a16="http://schemas.microsoft.com/office/drawing/2014/main" id="{F47052BB-9C69-4B59-ED2A-9194C6C832B5}"/>
              </a:ext>
            </a:extLst>
          </p:cNvPr>
          <p:cNvGrpSpPr/>
          <p:nvPr/>
        </p:nvGrpSpPr>
        <p:grpSpPr>
          <a:xfrm>
            <a:off x="241023" y="728663"/>
            <a:ext cx="1949252" cy="155575"/>
            <a:chOff x="558192" y="1289273"/>
            <a:chExt cx="1949252" cy="156966"/>
          </a:xfrm>
        </p:grpSpPr>
        <p:sp>
          <p:nvSpPr>
            <p:cNvPr id="48" name="StickerRectangle">
              <a:extLst>
                <a:ext uri="{FF2B5EF4-FFF2-40B4-BE49-F238E27FC236}">
                  <a16:creationId xmlns:a16="http://schemas.microsoft.com/office/drawing/2014/main" id="{FC28FD0B-E424-8E15-3894-75ABA94C1FFC}"/>
                </a:ext>
              </a:extLst>
            </p:cNvPr>
            <p:cNvSpPr>
              <a:spLocks noChangeArrowheads="1"/>
            </p:cNvSpPr>
            <p:nvPr userDrawn="1"/>
          </p:nvSpPr>
          <p:spPr bwMode="gray">
            <a:xfrm>
              <a:off x="558192" y="1289273"/>
              <a:ext cx="1949252"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marL="0" marR="0" lvl="0" indent="0" algn="l" defTabSz="1193860" rtl="0" eaLnBrk="1" fontAlgn="auto" latinLnBrk="0" hangingPunct="1">
                <a:lnSpc>
                  <a:spcPct val="100000"/>
                </a:lnSpc>
                <a:spcBef>
                  <a:spcPts val="0"/>
                </a:spcBef>
                <a:spcAft>
                  <a:spcPts val="0"/>
                </a:spcAft>
                <a:buClr>
                  <a:srgbClr val="FFFFFF"/>
                </a:buClr>
                <a:buSzTx/>
                <a:buFontTx/>
                <a:buNone/>
                <a:tabLst/>
                <a:defRPr/>
              </a:pPr>
              <a:r>
                <a:rPr kumimoji="0" lang="en-US" sz="900" b="1" i="0" u="none" strike="noStrike" kern="1200" cap="none" spc="50" normalizeH="0" baseline="0" noProof="0">
                  <a:ln w="3175">
                    <a:noFill/>
                  </a:ln>
                  <a:solidFill>
                    <a:srgbClr val="000000"/>
                  </a:solidFill>
                  <a:effectLst/>
                  <a:uLnTx/>
                  <a:uFillTx/>
                  <a:latin typeface="Arial"/>
                  <a:ea typeface="+mn-ea"/>
                  <a:cs typeface="+mn-cs"/>
                </a:rPr>
                <a:t>Preliminary – as of Mar 25, 2026</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49" name="StickerUnderline">
              <a:extLst>
                <a:ext uri="{FF2B5EF4-FFF2-40B4-BE49-F238E27FC236}">
                  <a16:creationId xmlns:a16="http://schemas.microsoft.com/office/drawing/2014/main" id="{875E6B68-49D7-CB7F-56D2-0FA6B5479E0D}"/>
                </a:ext>
              </a:extLst>
            </p:cNvPr>
            <p:cNvCxnSpPr>
              <a:cxnSpLocks noChangeShapeType="1"/>
              <a:stCxn id="48" idx="4"/>
              <a:endCxn id="48" idx="6"/>
            </p:cNvCxnSpPr>
            <p:nvPr/>
          </p:nvCxnSpPr>
          <p:spPr bwMode="gray">
            <a:xfrm>
              <a:off x="558192" y="1446239"/>
              <a:ext cx="1949252"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
        <p:nvSpPr>
          <p:cNvPr id="24" name="TextBox 23">
            <a:extLst>
              <a:ext uri="{FF2B5EF4-FFF2-40B4-BE49-F238E27FC236}">
                <a16:creationId xmlns:a16="http://schemas.microsoft.com/office/drawing/2014/main" id="{012176F0-8790-4E55-77CE-7F9A300BE02D}"/>
              </a:ext>
            </a:extLst>
          </p:cNvPr>
          <p:cNvSpPr txBox="1"/>
          <p:nvPr/>
        </p:nvSpPr>
        <p:spPr>
          <a:xfrm>
            <a:off x="7042498" y="5876925"/>
            <a:ext cx="1081034" cy="1460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N.A.</a:t>
            </a:r>
          </a:p>
        </p:txBody>
      </p:sp>
      <p:sp>
        <p:nvSpPr>
          <p:cNvPr id="40" name="TextBox 39">
            <a:extLst>
              <a:ext uri="{FF2B5EF4-FFF2-40B4-BE49-F238E27FC236}">
                <a16:creationId xmlns:a16="http://schemas.microsoft.com/office/drawing/2014/main" id="{2909D890-1B9F-3882-A611-208CE0A7A565}"/>
              </a:ext>
            </a:extLst>
          </p:cNvPr>
          <p:cNvSpPr txBox="1"/>
          <p:nvPr/>
        </p:nvSpPr>
        <p:spPr>
          <a:xfrm>
            <a:off x="8218819" y="5876925"/>
            <a:ext cx="1081034" cy="1460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N.A.</a:t>
            </a:r>
          </a:p>
        </p:txBody>
      </p:sp>
      <p:sp>
        <p:nvSpPr>
          <p:cNvPr id="56" name="TextBox 55">
            <a:extLst>
              <a:ext uri="{FF2B5EF4-FFF2-40B4-BE49-F238E27FC236}">
                <a16:creationId xmlns:a16="http://schemas.microsoft.com/office/drawing/2014/main" id="{4A2C8F6C-6127-1EAE-E128-48237E94F31F}"/>
              </a:ext>
            </a:extLst>
          </p:cNvPr>
          <p:cNvSpPr txBox="1"/>
          <p:nvPr/>
        </p:nvSpPr>
        <p:spPr>
          <a:xfrm>
            <a:off x="9416415" y="5876925"/>
            <a:ext cx="1081088" cy="146050"/>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3175" marR="0" lvl="1" indent="0" algn="l" defTabSz="914400" rtl="0" eaLnBrk="1" fontAlgn="auto" latinLnBrk="0" hangingPunct="1">
              <a:lnSpc>
                <a:spcPct val="100000"/>
              </a:lnSpc>
              <a:spcBef>
                <a:spcPts val="0"/>
              </a:spcBef>
              <a:spcAft>
                <a:spcPts val="300"/>
              </a:spcAft>
              <a:buClrTx/>
              <a:buSzTx/>
              <a:buFont typeface="Wingdings" panose="05000000000000000000" pitchFamily="2" charset="2"/>
              <a:buNone/>
              <a:tabLst/>
              <a:defRPr/>
            </a:pPr>
            <a:r>
              <a:rPr kumimoji="0" lang="en-US" sz="950" b="0" i="1" u="none" strike="noStrike" kern="1200" cap="none" spc="0" normalizeH="0" baseline="0" noProof="0">
                <a:ln>
                  <a:noFill/>
                </a:ln>
                <a:solidFill>
                  <a:srgbClr val="000000"/>
                </a:solidFill>
                <a:effectLst/>
                <a:uLnTx/>
                <a:uFillTx/>
                <a:latin typeface="Arial"/>
                <a:ea typeface="+mn-ea"/>
                <a:cs typeface="Arial" panose="020B0604020202020204" pitchFamily="34" charset="0"/>
              </a:rPr>
              <a:t>N.A.</a:t>
            </a:r>
          </a:p>
        </p:txBody>
      </p:sp>
    </p:spTree>
    <p:extLst>
      <p:ext uri="{BB962C8B-B14F-4D97-AF65-F5344CB8AC3E}">
        <p14:creationId xmlns:p14="http://schemas.microsoft.com/office/powerpoint/2010/main" val="37936310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 name="Object 2" hidden="1">
            <a:extLst>
              <a:ext uri="{FF2B5EF4-FFF2-40B4-BE49-F238E27FC236}">
                <a16:creationId xmlns:a16="http://schemas.microsoft.com/office/drawing/2014/main" id="{651AD33A-AD09-BE62-05F7-FEB908A78733}"/>
              </a:ext>
            </a:extLst>
          </p:cNvPr>
          <p:cNvGraphicFramePr>
            <a:graphicFrameLocks noChangeAspect="1"/>
          </p:cNvGraphicFramePr>
          <p:nvPr>
            <p:custDataLst>
              <p:tags r:id="rId1"/>
            </p:custDataLst>
            <p:extLst>
              <p:ext uri="{D42A27DB-BD31-4B8C-83A1-F6EECF244321}">
                <p14:modId xmlns:p14="http://schemas.microsoft.com/office/powerpoint/2010/main" val="35334073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8" imgW="606" imgH="608" progId="TCLayout.ActiveDocument.1">
                  <p:embed/>
                </p:oleObj>
              </mc:Choice>
              <mc:Fallback>
                <p:oleObj name="think-cell Slide" r:id="rId28" imgW="606" imgH="608" progId="TCLayout.ActiveDocument.1">
                  <p:embed/>
                  <p:pic>
                    <p:nvPicPr>
                      <p:cNvPr id="27" name="Object 2" hidden="1">
                        <a:extLst>
                          <a:ext uri="{FF2B5EF4-FFF2-40B4-BE49-F238E27FC236}">
                            <a16:creationId xmlns:a16="http://schemas.microsoft.com/office/drawing/2014/main" id="{651AD33A-AD09-BE62-05F7-FEB908A78733}"/>
                          </a:ext>
                        </a:extLst>
                      </p:cNvPr>
                      <p:cNvPicPr/>
                      <p:nvPr/>
                    </p:nvPicPr>
                    <p:blipFill>
                      <a:blip r:embed="rId29"/>
                      <a:stretch>
                        <a:fillRect/>
                      </a:stretch>
                    </p:blipFill>
                    <p:spPr>
                      <a:xfrm>
                        <a:off x="1588" y="1588"/>
                        <a:ext cx="1588" cy="1588"/>
                      </a:xfrm>
                      <a:prstGeom prst="rect">
                        <a:avLst/>
                      </a:prstGeom>
                    </p:spPr>
                  </p:pic>
                </p:oleObj>
              </mc:Fallback>
            </mc:AlternateContent>
          </a:graphicData>
        </a:graphic>
      </p:graphicFrame>
      <p:sp>
        <p:nvSpPr>
          <p:cNvPr id="25" name="Rectangle 24">
            <a:extLst>
              <a:ext uri="{FF2B5EF4-FFF2-40B4-BE49-F238E27FC236}">
                <a16:creationId xmlns:a16="http://schemas.microsoft.com/office/drawing/2014/main" id="{CD91CA9F-C60A-ED56-B81C-74B0DFD6100B}"/>
              </a:ext>
            </a:extLst>
          </p:cNvPr>
          <p:cNvSpPr/>
          <p:nvPr/>
        </p:nvSpPr>
        <p:spPr>
          <a:xfrm>
            <a:off x="2014654" y="1204332"/>
            <a:ext cx="4704682" cy="5245679"/>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33" name="Rectangle 32">
            <a:extLst>
              <a:ext uri="{FF2B5EF4-FFF2-40B4-BE49-F238E27FC236}">
                <a16:creationId xmlns:a16="http://schemas.microsoft.com/office/drawing/2014/main" id="{E6F30A82-550F-ABFF-8BBE-06FC8D788368}"/>
              </a:ext>
            </a:extLst>
          </p:cNvPr>
          <p:cNvSpPr/>
          <p:nvPr/>
        </p:nvSpPr>
        <p:spPr>
          <a:xfrm>
            <a:off x="571500" y="1575093"/>
            <a:ext cx="1437755" cy="4874919"/>
          </a:xfrm>
          <a:prstGeom prst="rect">
            <a:avLst/>
          </a:prstGeom>
          <a:solidFill>
            <a:schemeClr val="bg2">
              <a:lumMod val="85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2" name="2. Slide Title">
            <a:extLst>
              <a:ext uri="{FF2B5EF4-FFF2-40B4-BE49-F238E27FC236}">
                <a16:creationId xmlns:a16="http://schemas.microsoft.com/office/drawing/2014/main" id="{E9FC9400-E1F4-6D45-AD5C-5EBA9701E837}"/>
              </a:ext>
            </a:extLst>
          </p:cNvPr>
          <p:cNvSpPr>
            <a:spLocks noGrp="1"/>
          </p:cNvSpPr>
          <p:nvPr>
            <p:ph type="title"/>
            <p:custDataLst>
              <p:tags r:id="rId2"/>
            </p:custDataLst>
          </p:nvPr>
        </p:nvSpPr>
        <p:spPr>
          <a:xfrm>
            <a:off x="554736" y="182372"/>
            <a:ext cx="11082528" cy="461816"/>
          </a:xfrm>
        </p:spPr>
        <p:txBody>
          <a:bodyPr vert="horz"/>
          <a:lstStyle/>
          <a:p>
            <a:r>
              <a:rPr lang="en-NZ" dirty="0"/>
              <a:t>Key considerations for role consolidation</a:t>
            </a:r>
          </a:p>
        </p:txBody>
      </p:sp>
      <p:sp>
        <p:nvSpPr>
          <p:cNvPr id="7" name="TextBox 6">
            <a:extLst>
              <a:ext uri="{FF2B5EF4-FFF2-40B4-BE49-F238E27FC236}">
                <a16:creationId xmlns:a16="http://schemas.microsoft.com/office/drawing/2014/main" id="{6A9C1F5F-BE45-847E-B869-8CFFEBAA1BBA}"/>
              </a:ext>
            </a:extLst>
          </p:cNvPr>
          <p:cNvSpPr txBox="1"/>
          <p:nvPr>
            <p:custDataLst>
              <p:tags r:id="rId3"/>
            </p:custDataLst>
          </p:nvPr>
        </p:nvSpPr>
        <p:spPr>
          <a:xfrm>
            <a:off x="1099807" y="1628932"/>
            <a:ext cx="1015076" cy="862945"/>
          </a:xfrm>
          <a:prstGeom prst="rect">
            <a:avLst/>
          </a:prstGeom>
          <a:noFill/>
          <a:ln w="19050">
            <a:noFill/>
          </a:ln>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Problem statement</a:t>
            </a:r>
          </a:p>
        </p:txBody>
      </p:sp>
      <p:sp>
        <p:nvSpPr>
          <p:cNvPr id="8" name="TextBox 7">
            <a:extLst>
              <a:ext uri="{FF2B5EF4-FFF2-40B4-BE49-F238E27FC236}">
                <a16:creationId xmlns:a16="http://schemas.microsoft.com/office/drawing/2014/main" id="{C2ED6338-DC3D-A9E6-F93F-4D67C6089CBD}"/>
              </a:ext>
            </a:extLst>
          </p:cNvPr>
          <p:cNvSpPr txBox="1"/>
          <p:nvPr>
            <p:custDataLst>
              <p:tags r:id="rId4"/>
            </p:custDataLst>
          </p:nvPr>
        </p:nvSpPr>
        <p:spPr>
          <a:xfrm>
            <a:off x="1099807" y="2622167"/>
            <a:ext cx="1015076" cy="1324859"/>
          </a:xfrm>
          <a:prstGeom prst="rect">
            <a:avLst/>
          </a:prstGeom>
          <a:no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Proposed solution</a:t>
            </a:r>
          </a:p>
        </p:txBody>
      </p:sp>
      <p:sp>
        <p:nvSpPr>
          <p:cNvPr id="9" name="TextBox 8">
            <a:extLst>
              <a:ext uri="{FF2B5EF4-FFF2-40B4-BE49-F238E27FC236}">
                <a16:creationId xmlns:a16="http://schemas.microsoft.com/office/drawing/2014/main" id="{8FF8427D-6489-F1D1-50AC-BC6128257BE2}"/>
              </a:ext>
            </a:extLst>
          </p:cNvPr>
          <p:cNvSpPr txBox="1"/>
          <p:nvPr>
            <p:custDataLst>
              <p:tags r:id="rId5"/>
            </p:custDataLst>
          </p:nvPr>
        </p:nvSpPr>
        <p:spPr>
          <a:xfrm>
            <a:off x="1099807" y="3996013"/>
            <a:ext cx="1015076" cy="1307921"/>
          </a:xfrm>
          <a:prstGeom prst="rect">
            <a:avLst/>
          </a:prstGeom>
          <a:no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What you would have to believe</a:t>
            </a:r>
          </a:p>
        </p:txBody>
      </p:sp>
      <p:sp>
        <p:nvSpPr>
          <p:cNvPr id="10" name="TextBox 9">
            <a:extLst>
              <a:ext uri="{FF2B5EF4-FFF2-40B4-BE49-F238E27FC236}">
                <a16:creationId xmlns:a16="http://schemas.microsoft.com/office/drawing/2014/main" id="{9596F549-D0E9-864A-7610-29768E330C8C}"/>
              </a:ext>
            </a:extLst>
          </p:cNvPr>
          <p:cNvSpPr txBox="1"/>
          <p:nvPr>
            <p:custDataLst>
              <p:tags r:id="rId6"/>
            </p:custDataLst>
          </p:nvPr>
        </p:nvSpPr>
        <p:spPr>
          <a:xfrm>
            <a:off x="1099807" y="5449341"/>
            <a:ext cx="1015076" cy="1227382"/>
          </a:xfrm>
          <a:prstGeom prst="rect">
            <a:avLst/>
          </a:prstGeom>
          <a:noFill/>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Potential risks</a:t>
            </a:r>
          </a:p>
        </p:txBody>
      </p:sp>
      <p:sp>
        <p:nvSpPr>
          <p:cNvPr id="11" name="TextBox 10">
            <a:extLst>
              <a:ext uri="{FF2B5EF4-FFF2-40B4-BE49-F238E27FC236}">
                <a16:creationId xmlns:a16="http://schemas.microsoft.com/office/drawing/2014/main" id="{970ADF2C-FDBA-018F-AA78-4CA5F2E907DD}"/>
              </a:ext>
            </a:extLst>
          </p:cNvPr>
          <p:cNvSpPr txBox="1"/>
          <p:nvPr>
            <p:custDataLst>
              <p:tags r:id="rId7"/>
            </p:custDataLst>
          </p:nvPr>
        </p:nvSpPr>
        <p:spPr>
          <a:xfrm>
            <a:off x="2353537" y="1296149"/>
            <a:ext cx="4541771"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61F79"/>
                </a:solidFill>
                <a:effectLst/>
                <a:uLnTx/>
                <a:uFillTx/>
                <a:latin typeface="Arial"/>
                <a:ea typeface="+mn-ea"/>
                <a:cs typeface="Arial" panose="020B0604020202020204" pitchFamily="34" charset="0"/>
              </a:rPr>
              <a:t>SSR consolidation &amp; TM / CC coverage redesign</a:t>
            </a:r>
          </a:p>
        </p:txBody>
      </p:sp>
      <p:sp>
        <p:nvSpPr>
          <p:cNvPr id="12" name="TextBox 11">
            <a:extLst>
              <a:ext uri="{FF2B5EF4-FFF2-40B4-BE49-F238E27FC236}">
                <a16:creationId xmlns:a16="http://schemas.microsoft.com/office/drawing/2014/main" id="{6E685B14-192F-04D7-C150-4E005015A3FB}"/>
              </a:ext>
            </a:extLst>
          </p:cNvPr>
          <p:cNvSpPr txBox="1"/>
          <p:nvPr>
            <p:custDataLst>
              <p:tags r:id="rId8"/>
            </p:custDataLst>
          </p:nvPr>
        </p:nvSpPr>
        <p:spPr>
          <a:xfrm>
            <a:off x="2153753" y="1676378"/>
            <a:ext cx="4541771" cy="82938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Fragmented ownership drives</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unclear accountability, and excess handoffs</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Partial overlap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(TMs &amp; SSRs each spend ~30–45% on intake; 20–50% on NSP)</a:t>
            </a:r>
          </a:p>
        </p:txBody>
      </p:sp>
      <p:sp>
        <p:nvSpPr>
          <p:cNvPr id="13" name="TextBox 12">
            <a:extLst>
              <a:ext uri="{FF2B5EF4-FFF2-40B4-BE49-F238E27FC236}">
                <a16:creationId xmlns:a16="http://schemas.microsoft.com/office/drawing/2014/main" id="{30F0890D-DCCD-1D24-3DE8-47D9241E83AA}"/>
              </a:ext>
            </a:extLst>
          </p:cNvPr>
          <p:cNvSpPr txBox="1"/>
          <p:nvPr>
            <p:custDataLst>
              <p:tags r:id="rId9"/>
            </p:custDataLst>
          </p:nvPr>
        </p:nvSpPr>
        <p:spPr>
          <a:xfrm>
            <a:off x="2153753" y="2625084"/>
            <a:ext cx="4541771" cy="82938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Embed SSR scope into TM/CC</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Agentified</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workflows free up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55-65% of TM capacity and SSR tasks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(NSP handling, order intake) shift to TMs</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Customer Care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handles</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tracking and FSP response</a:t>
            </a:r>
          </a:p>
        </p:txBody>
      </p:sp>
      <p:sp>
        <p:nvSpPr>
          <p:cNvPr id="14" name="TextBox 13">
            <a:extLst>
              <a:ext uri="{FF2B5EF4-FFF2-40B4-BE49-F238E27FC236}">
                <a16:creationId xmlns:a16="http://schemas.microsoft.com/office/drawing/2014/main" id="{99C6EE3C-0F16-8FA9-90F4-8225CFDA9EC1}"/>
              </a:ext>
            </a:extLst>
          </p:cNvPr>
          <p:cNvSpPr txBox="1"/>
          <p:nvPr>
            <p:custDataLst>
              <p:tags r:id="rId10"/>
            </p:custDataLst>
          </p:nvPr>
        </p:nvSpPr>
        <p:spPr>
          <a:xfrm>
            <a:off x="2153753" y="4042576"/>
            <a:ext cx="4541771" cy="82938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Agentification</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unlocks capacity within TM and CC by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reducing manual work </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Single ownership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improves CX; fewer handoffs,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clearer accountability</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Elevated TM</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role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expands scope; absorb SSR work with targeted training</a:t>
            </a:r>
          </a:p>
        </p:txBody>
      </p:sp>
      <p:sp>
        <p:nvSpPr>
          <p:cNvPr id="15" name="TextBox 14">
            <a:extLst>
              <a:ext uri="{FF2B5EF4-FFF2-40B4-BE49-F238E27FC236}">
                <a16:creationId xmlns:a16="http://schemas.microsoft.com/office/drawing/2014/main" id="{6A3A3B4B-CC40-C43B-8FB5-6549A4F300CA}"/>
              </a:ext>
            </a:extLst>
          </p:cNvPr>
          <p:cNvSpPr txBox="1"/>
          <p:nvPr>
            <p:custDataLst>
              <p:tags r:id="rId11"/>
            </p:custDataLst>
          </p:nvPr>
        </p:nvSpPr>
        <p:spPr>
          <a:xfrm>
            <a:off x="2153753" y="5497727"/>
            <a:ext cx="4541771" cy="82938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TM expansion scope may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outpace capacity gains</a:t>
            </a:r>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Potential loss of specialized SSR</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expertise without upskilling</a:t>
            </a:r>
          </a:p>
        </p:txBody>
      </p:sp>
      <p:sp>
        <p:nvSpPr>
          <p:cNvPr id="16" name="TextBox 15">
            <a:extLst>
              <a:ext uri="{FF2B5EF4-FFF2-40B4-BE49-F238E27FC236}">
                <a16:creationId xmlns:a16="http://schemas.microsoft.com/office/drawing/2014/main" id="{C4B53759-368D-8210-4E30-B30D2BBE72D7}"/>
              </a:ext>
            </a:extLst>
          </p:cNvPr>
          <p:cNvSpPr txBox="1"/>
          <p:nvPr>
            <p:custDataLst>
              <p:tags r:id="rId12"/>
            </p:custDataLst>
          </p:nvPr>
        </p:nvSpPr>
        <p:spPr>
          <a:xfrm>
            <a:off x="7054005" y="1296149"/>
            <a:ext cx="4766279" cy="215444"/>
          </a:xfrm>
          <a:prstGeom prst="rect">
            <a:avLst/>
          </a:prstGeom>
        </p:spPr>
        <p:txBody>
          <a:bodyPr vert="horz" wrap="square" lIns="0" tIns="0" rIns="0" bIns="0" rtlCol="0" anchor="b">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400" b="1" i="0" u="none" strike="noStrike" kern="1200" cap="none" spc="0" normalizeH="0" baseline="0" noProof="0">
                <a:ln>
                  <a:noFill/>
                </a:ln>
                <a:solidFill>
                  <a:srgbClr val="061F79"/>
                </a:solidFill>
                <a:effectLst/>
                <a:uLnTx/>
                <a:uFillTx/>
                <a:latin typeface="Arial"/>
                <a:ea typeface="+mn-ea"/>
                <a:cs typeface="Arial" panose="020B0604020202020204" pitchFamily="34" charset="0"/>
              </a:rPr>
              <a:t>CC and Dep. R&amp;R back-end integration</a:t>
            </a:r>
          </a:p>
        </p:txBody>
      </p:sp>
      <p:sp>
        <p:nvSpPr>
          <p:cNvPr id="17" name="TextBox 16">
            <a:extLst>
              <a:ext uri="{FF2B5EF4-FFF2-40B4-BE49-F238E27FC236}">
                <a16:creationId xmlns:a16="http://schemas.microsoft.com/office/drawing/2014/main" id="{BDF0AAC9-7DD2-7F2B-7720-8A8E573C5179}"/>
              </a:ext>
            </a:extLst>
          </p:cNvPr>
          <p:cNvSpPr txBox="1"/>
          <p:nvPr>
            <p:custDataLst>
              <p:tags r:id="rId13"/>
            </p:custDataLst>
          </p:nvPr>
        </p:nvSpPr>
        <p:spPr>
          <a:xfrm>
            <a:off x="6854221" y="1676378"/>
            <a:ext cx="4766279" cy="82938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Overlapping execution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across CC (7–8 FTEs) and Dept. R&amp;R (~45 FTEs)</a:t>
            </a:r>
          </a:p>
          <a:p>
            <a:pPr marL="171450" marR="0" lvl="0" indent="-171450" algn="l" defTabSz="914400" rtl="0" eaLnBrk="1" fontAlgn="auto" latinLnBrk="0" hangingPunct="1">
              <a:lnSpc>
                <a:spcPct val="100000"/>
              </a:lnSpc>
              <a:spcBef>
                <a:spcPts val="300"/>
              </a:spcBef>
              <a:spcAft>
                <a:spcPts val="300"/>
              </a:spcAft>
              <a:buClrTx/>
              <a:buSzTx/>
              <a:buFont typeface="Arial" panose="020B0604020202020204" pitchFamily="34" charset="0"/>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Results in duplication, inconsistent routing, and limited flexibility</a:t>
            </a:r>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8" name="TextBox 17">
            <a:extLst>
              <a:ext uri="{FF2B5EF4-FFF2-40B4-BE49-F238E27FC236}">
                <a16:creationId xmlns:a16="http://schemas.microsoft.com/office/drawing/2014/main" id="{0DF350F4-F1AD-AC3E-2278-1DC06237B74C}"/>
              </a:ext>
            </a:extLst>
          </p:cNvPr>
          <p:cNvSpPr txBox="1"/>
          <p:nvPr>
            <p:custDataLst>
              <p:tags r:id="rId14"/>
            </p:custDataLst>
          </p:nvPr>
        </p:nvSpPr>
        <p:spPr>
          <a:xfrm>
            <a:off x="6854221" y="2625084"/>
            <a:ext cx="4766279" cy="82938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Centralize into single R&amp;R execution team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(shared queue, standard SOPs)</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Keep CC as front door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(intake + customer comms)</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Migrate overlapping work to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centralized</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execution</a:t>
            </a:r>
            <a:endPar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9" name="TextBox 18">
            <a:extLst>
              <a:ext uri="{FF2B5EF4-FFF2-40B4-BE49-F238E27FC236}">
                <a16:creationId xmlns:a16="http://schemas.microsoft.com/office/drawing/2014/main" id="{08573AFC-DD7D-7935-BE27-5F5B55470213}"/>
              </a:ext>
            </a:extLst>
          </p:cNvPr>
          <p:cNvSpPr txBox="1"/>
          <p:nvPr>
            <p:custDataLst>
              <p:tags r:id="rId15"/>
            </p:custDataLst>
          </p:nvPr>
        </p:nvSpPr>
        <p:spPr>
          <a:xfrm>
            <a:off x="6854221" y="4042576"/>
            <a:ext cx="4766279" cy="82938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Overlap enables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standardization</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Pooled capacity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improves flexibility and peak coverage</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Centralized execution drives </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consistency &amp; productivity</a:t>
            </a:r>
          </a:p>
        </p:txBody>
      </p:sp>
      <p:sp>
        <p:nvSpPr>
          <p:cNvPr id="20" name="TextBox 19">
            <a:extLst>
              <a:ext uri="{FF2B5EF4-FFF2-40B4-BE49-F238E27FC236}">
                <a16:creationId xmlns:a16="http://schemas.microsoft.com/office/drawing/2014/main" id="{D0B3F6F5-CFBE-843E-D2B1-6FF32A76DA5C}"/>
              </a:ext>
            </a:extLst>
          </p:cNvPr>
          <p:cNvSpPr txBox="1"/>
          <p:nvPr>
            <p:custDataLst>
              <p:tags r:id="rId16"/>
            </p:custDataLst>
          </p:nvPr>
        </p:nvSpPr>
        <p:spPr>
          <a:xfrm>
            <a:off x="6854221" y="5497727"/>
            <a:ext cx="4766279" cy="829389"/>
          </a:xfrm>
          <a:prstGeom prst="rect">
            <a:avLst/>
          </a:prstGeom>
        </p:spPr>
        <p:txBody>
          <a:bodyPr vert="horz" wrap="square" lIns="0" tIns="0" rIns="0" bIns="0" rtlCol="0" anchor="t">
            <a:no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Potential loss of</a:t>
            </a: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channel-specific expertise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(D2C vs. B2B)</a:t>
            </a:r>
          </a:p>
          <a:p>
            <a:pPr marL="228600" marR="0" lvl="1" indent="-225425" algn="l" defTabSz="914400" rtl="0" eaLnBrk="1" fontAlgn="auto" latinLnBrk="0" hangingPunct="1">
              <a:lnSpc>
                <a:spcPct val="100000"/>
              </a:lnSpc>
              <a:spcBef>
                <a:spcPts val="0"/>
              </a:spcBef>
              <a:spcAft>
                <a:spcPts val="300"/>
              </a:spcAft>
              <a:buClrTx/>
              <a:buSzTx/>
              <a:buFont typeface="Wingdings" panose="05000000000000000000" pitchFamily="2" charset="2"/>
              <a:buChar char=""/>
              <a:tabLst/>
              <a:defRPr/>
            </a:pPr>
            <a:r>
              <a:rPr kumimoji="0" lang="en-US" sz="12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Transition risk </a:t>
            </a:r>
            <a:r>
              <a:rPr kumimoji="0" lang="en-US" sz="12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during migration and retraining</a:t>
            </a:r>
          </a:p>
        </p:txBody>
      </p:sp>
      <p:cxnSp>
        <p:nvCxnSpPr>
          <p:cNvPr id="21" name="Straight Connector 20">
            <a:extLst>
              <a:ext uri="{FF2B5EF4-FFF2-40B4-BE49-F238E27FC236}">
                <a16:creationId xmlns:a16="http://schemas.microsoft.com/office/drawing/2014/main" id="{1DDDCA48-3D29-DA2C-A8C6-0E026BA8ABE0}"/>
              </a:ext>
            </a:extLst>
          </p:cNvPr>
          <p:cNvCxnSpPr/>
          <p:nvPr>
            <p:custDataLst>
              <p:tags r:id="rId17"/>
            </p:custDataLst>
          </p:nvPr>
        </p:nvCxnSpPr>
        <p:spPr>
          <a:xfrm>
            <a:off x="571500" y="1575093"/>
            <a:ext cx="11049000" cy="0"/>
          </a:xfrm>
          <a:prstGeom prst="line">
            <a:avLst/>
          </a:prstGeom>
          <a:ln w="12700" cap="flat">
            <a:solidFill>
              <a:srgbClr val="7F7F7F"/>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B5BE7BD3-88EC-CD98-ACCA-5DCFFC13304C}"/>
              </a:ext>
            </a:extLst>
          </p:cNvPr>
          <p:cNvCxnSpPr/>
          <p:nvPr>
            <p:custDataLst>
              <p:tags r:id="rId18"/>
            </p:custDataLst>
          </p:nvPr>
        </p:nvCxnSpPr>
        <p:spPr>
          <a:xfrm>
            <a:off x="571500" y="2607052"/>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2A0ED58-4606-0EE6-BD1C-F43E0A3D64E4}"/>
              </a:ext>
            </a:extLst>
          </p:cNvPr>
          <p:cNvCxnSpPr/>
          <p:nvPr>
            <p:custDataLst>
              <p:tags r:id="rId19"/>
            </p:custDataLst>
          </p:nvPr>
        </p:nvCxnSpPr>
        <p:spPr>
          <a:xfrm>
            <a:off x="571500" y="3956405"/>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1B345ED-9217-1961-B83B-403392A3B472}"/>
              </a:ext>
            </a:extLst>
          </p:cNvPr>
          <p:cNvCxnSpPr/>
          <p:nvPr>
            <p:custDataLst>
              <p:tags r:id="rId20"/>
            </p:custDataLst>
          </p:nvPr>
        </p:nvCxnSpPr>
        <p:spPr>
          <a:xfrm>
            <a:off x="571500" y="5434227"/>
            <a:ext cx="11049000" cy="0"/>
          </a:xfrm>
          <a:prstGeom prst="line">
            <a:avLst/>
          </a:prstGeom>
          <a:ln w="6350" cap="flat">
            <a:solidFill>
              <a:srgbClr val="7F7F7F"/>
            </a:solidFill>
            <a:prstDash val="solid"/>
            <a:miter lim="800000"/>
            <a:tailEnd type="none"/>
          </a:ln>
        </p:spPr>
        <p:style>
          <a:lnRef idx="1">
            <a:schemeClr val="accent1"/>
          </a:lnRef>
          <a:fillRef idx="0">
            <a:schemeClr val="accent1"/>
          </a:fillRef>
          <a:effectRef idx="0">
            <a:schemeClr val="accent1"/>
          </a:effectRef>
          <a:fontRef idx="minor">
            <a:schemeClr val="tx1"/>
          </a:fontRef>
        </p:style>
      </p:cxnSp>
      <p:sp>
        <p:nvSpPr>
          <p:cNvPr id="30" name="TrackerNumBlue 30">
            <a:extLst>
              <a:ext uri="{FF2B5EF4-FFF2-40B4-BE49-F238E27FC236}">
                <a16:creationId xmlns:a16="http://schemas.microsoft.com/office/drawing/2014/main" id="{EB423FE5-7B9F-A446-1FB8-CA048C5D7656}"/>
              </a:ext>
            </a:extLst>
          </p:cNvPr>
          <p:cNvSpPr/>
          <p:nvPr>
            <p:custDataLst>
              <p:tags r:id="rId21"/>
            </p:custDataLst>
          </p:nvPr>
        </p:nvSpPr>
        <p:spPr>
          <a:xfrm>
            <a:off x="2067005" y="1325013"/>
            <a:ext cx="210312" cy="206125"/>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1</a:t>
            </a:r>
            <a:endParaRPr kumimoji="0" lang="en-US" sz="1200" b="0" i="0" u="none" strike="noStrike" kern="1200" cap="none" spc="0" normalizeH="0" baseline="0" noProof="0" err="1">
              <a:ln>
                <a:noFill/>
              </a:ln>
              <a:solidFill>
                <a:srgbClr val="FFFFFF"/>
              </a:solidFill>
              <a:effectLst/>
              <a:uLnTx/>
              <a:uFillTx/>
              <a:latin typeface="Arial"/>
              <a:ea typeface="+mn-ea"/>
              <a:cs typeface="+mn-cs"/>
            </a:endParaRPr>
          </a:p>
        </p:txBody>
      </p:sp>
      <p:sp>
        <p:nvSpPr>
          <p:cNvPr id="32" name="TrackerNumBlue 30">
            <a:extLst>
              <a:ext uri="{FF2B5EF4-FFF2-40B4-BE49-F238E27FC236}">
                <a16:creationId xmlns:a16="http://schemas.microsoft.com/office/drawing/2014/main" id="{26E2FF04-6FEE-BAFB-1466-3AC910663A22}"/>
              </a:ext>
            </a:extLst>
          </p:cNvPr>
          <p:cNvSpPr/>
          <p:nvPr>
            <p:custDataLst>
              <p:tags r:id="rId22"/>
            </p:custDataLst>
          </p:nvPr>
        </p:nvSpPr>
        <p:spPr>
          <a:xfrm>
            <a:off x="6791390" y="1325013"/>
            <a:ext cx="210312" cy="206125"/>
          </a:xfrm>
          <a:prstGeom prst="ellipse">
            <a:avLst/>
          </a:prstGeom>
          <a:solidFill>
            <a:schemeClr val="accent1"/>
          </a:solidFill>
          <a:ln w="6350" cap="sq" cmpd="sng" algn="ctr">
            <a:noFill/>
            <a:prstDash val="solid"/>
            <a:miter lim="800000"/>
          </a:ln>
          <a:effectLst/>
          <a:extLst>
            <a:ext uri="{91240B29-F687-4F45-9708-019B960494DF}">
              <a14:hiddenLine xmlns:a14="http://schemas.microsoft.com/office/drawing/2010/main" w="6350" cap="sq" cmpd="sng" algn="ctr">
                <a:solidFill>
                  <a:schemeClr val="accent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1"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200" b="0" i="0" u="none" strike="noStrike" kern="1200" cap="none" spc="0" normalizeH="0" baseline="0" noProof="0">
                <a:ln>
                  <a:noFill/>
                </a:ln>
                <a:solidFill>
                  <a:srgbClr val="FFFFFF"/>
                </a:solidFill>
                <a:effectLst/>
                <a:uLnTx/>
                <a:uFillTx/>
                <a:latin typeface="Arial"/>
                <a:ea typeface="+mn-ea"/>
                <a:cs typeface="+mn-cs"/>
              </a:rPr>
              <a:t>2</a:t>
            </a:r>
          </a:p>
        </p:txBody>
      </p:sp>
      <p:pic>
        <p:nvPicPr>
          <p:cNvPr id="35" name="CustomIcon">
            <a:extLst>
              <a:ext uri="{FF2B5EF4-FFF2-40B4-BE49-F238E27FC236}">
                <a16:creationId xmlns:a16="http://schemas.microsoft.com/office/drawing/2014/main" id="{BA96DF4A-9B03-0A9E-2E72-7B7A90E3328D}"/>
              </a:ext>
            </a:extLst>
          </p:cNvPr>
          <p:cNvPicPr>
            <a:picLocks/>
          </p:cNvPicPr>
          <p:nvPr>
            <p:custDataLst>
              <p:tags r:id="rId23"/>
            </p:custDataLst>
          </p:nvPr>
        </p:nvPicPr>
        <p:blipFill>
          <a:blip>
            <a:extLst>
              <a:ext uri="{96DAC541-7B7A-43D3-8B79-37D633B846F1}">
                <asvg:svgBlip xmlns:asvg="http://schemas.microsoft.com/office/drawing/2016/SVG/main" r:embed="rId30"/>
              </a:ext>
            </a:extLst>
          </a:blip>
          <a:stretch>
            <a:fillRect/>
          </a:stretch>
        </p:blipFill>
        <p:spPr>
          <a:xfrm>
            <a:off x="600456" y="1628932"/>
            <a:ext cx="340654" cy="349494"/>
          </a:xfrm>
          <a:prstGeom prst="rect">
            <a:avLst/>
          </a:prstGeom>
        </p:spPr>
      </p:pic>
      <p:pic>
        <p:nvPicPr>
          <p:cNvPr id="37" name="CustomIcon">
            <a:extLst>
              <a:ext uri="{FF2B5EF4-FFF2-40B4-BE49-F238E27FC236}">
                <a16:creationId xmlns:a16="http://schemas.microsoft.com/office/drawing/2014/main" id="{63991097-A62C-08E7-D158-09348E5A3BBF}"/>
              </a:ext>
            </a:extLst>
          </p:cNvPr>
          <p:cNvPicPr>
            <a:picLocks/>
          </p:cNvPicPr>
          <p:nvPr>
            <p:custDataLst>
              <p:tags r:id="rId24"/>
            </p:custDataLst>
          </p:nvPr>
        </p:nvPicPr>
        <p:blipFill>
          <a:blip>
            <a:extLst>
              <a:ext uri="{96DAC541-7B7A-43D3-8B79-37D633B846F1}">
                <asvg:svgBlip xmlns:asvg="http://schemas.microsoft.com/office/drawing/2016/SVG/main" r:embed="rId31"/>
              </a:ext>
            </a:extLst>
          </a:blip>
          <a:stretch>
            <a:fillRect/>
          </a:stretch>
        </p:blipFill>
        <p:spPr>
          <a:xfrm>
            <a:off x="600456" y="2622167"/>
            <a:ext cx="340654" cy="349494"/>
          </a:xfrm>
          <a:prstGeom prst="rect">
            <a:avLst/>
          </a:prstGeom>
        </p:spPr>
      </p:pic>
      <p:pic>
        <p:nvPicPr>
          <p:cNvPr id="39" name="CustomIcon">
            <a:extLst>
              <a:ext uri="{FF2B5EF4-FFF2-40B4-BE49-F238E27FC236}">
                <a16:creationId xmlns:a16="http://schemas.microsoft.com/office/drawing/2014/main" id="{34C849F4-D101-78A1-A2D5-148233A0C34D}"/>
              </a:ext>
            </a:extLst>
          </p:cNvPr>
          <p:cNvPicPr>
            <a:picLocks/>
          </p:cNvPicPr>
          <p:nvPr>
            <p:custDataLst>
              <p:tags r:id="rId25"/>
            </p:custDataLst>
          </p:nvPr>
        </p:nvPicPr>
        <p:blipFill>
          <a:blip>
            <a:extLst>
              <a:ext uri="{96DAC541-7B7A-43D3-8B79-37D633B846F1}">
                <asvg:svgBlip xmlns:asvg="http://schemas.microsoft.com/office/drawing/2016/SVG/main" r:embed="rId32"/>
              </a:ext>
            </a:extLst>
          </a:blip>
          <a:stretch>
            <a:fillRect/>
          </a:stretch>
        </p:blipFill>
        <p:spPr>
          <a:xfrm>
            <a:off x="600456" y="3996013"/>
            <a:ext cx="340654" cy="349494"/>
          </a:xfrm>
          <a:prstGeom prst="rect">
            <a:avLst/>
          </a:prstGeom>
        </p:spPr>
      </p:pic>
      <p:pic>
        <p:nvPicPr>
          <p:cNvPr id="41" name="CustomIcon">
            <a:extLst>
              <a:ext uri="{FF2B5EF4-FFF2-40B4-BE49-F238E27FC236}">
                <a16:creationId xmlns:a16="http://schemas.microsoft.com/office/drawing/2014/main" id="{886042EA-51FC-B562-9D83-99EC4CDB8E30}"/>
              </a:ext>
            </a:extLst>
          </p:cNvPr>
          <p:cNvPicPr>
            <a:picLocks/>
          </p:cNvPicPr>
          <p:nvPr>
            <p:custDataLst>
              <p:tags r:id="rId26"/>
            </p:custDataLst>
          </p:nvPr>
        </p:nvPicPr>
        <p:blipFill>
          <a:blip>
            <a:extLst>
              <a:ext uri="{96DAC541-7B7A-43D3-8B79-37D633B846F1}">
                <asvg:svgBlip xmlns:asvg="http://schemas.microsoft.com/office/drawing/2016/SVG/main" r:embed="rId33"/>
              </a:ext>
            </a:extLst>
          </a:blip>
          <a:stretch>
            <a:fillRect/>
          </a:stretch>
        </p:blipFill>
        <p:spPr>
          <a:xfrm>
            <a:off x="600456" y="5449341"/>
            <a:ext cx="340654" cy="349494"/>
          </a:xfrm>
          <a:prstGeom prst="rect">
            <a:avLst/>
          </a:prstGeom>
        </p:spPr>
      </p:pic>
      <p:sp>
        <p:nvSpPr>
          <p:cNvPr id="26" name="Rectangle 25">
            <a:extLst>
              <a:ext uri="{FF2B5EF4-FFF2-40B4-BE49-F238E27FC236}">
                <a16:creationId xmlns:a16="http://schemas.microsoft.com/office/drawing/2014/main" id="{15F50D77-901B-FFC0-C79E-360972912B3E}"/>
              </a:ext>
            </a:extLst>
          </p:cNvPr>
          <p:cNvSpPr/>
          <p:nvPr/>
        </p:nvSpPr>
        <p:spPr>
          <a:xfrm>
            <a:off x="10193497" y="875003"/>
            <a:ext cx="163702" cy="158483"/>
          </a:xfrm>
          <a:prstGeom prst="rect">
            <a:avLst/>
          </a:prstGeom>
          <a:solidFill>
            <a:schemeClr val="accent2">
              <a:lumMod val="20000"/>
              <a:lumOff val="80000"/>
            </a:schemeClr>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29" name="TextBox 28">
            <a:extLst>
              <a:ext uri="{FF2B5EF4-FFF2-40B4-BE49-F238E27FC236}">
                <a16:creationId xmlns:a16="http://schemas.microsoft.com/office/drawing/2014/main" id="{0FD847D7-8CFD-2344-3421-C0ED57C7DA09}"/>
              </a:ext>
            </a:extLst>
          </p:cNvPr>
          <p:cNvSpPr txBox="1"/>
          <p:nvPr/>
        </p:nvSpPr>
        <p:spPr>
          <a:xfrm>
            <a:off x="10417680" y="892080"/>
            <a:ext cx="1265444" cy="123111"/>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Additional detail  to follow</a:t>
            </a:r>
          </a:p>
        </p:txBody>
      </p:sp>
      <p:grpSp>
        <p:nvGrpSpPr>
          <p:cNvPr id="34" name="sticker">
            <a:extLst>
              <a:ext uri="{FF2B5EF4-FFF2-40B4-BE49-F238E27FC236}">
                <a16:creationId xmlns:a16="http://schemas.microsoft.com/office/drawing/2014/main" id="{4FC5D526-2E72-92F8-A64C-9312C04A2061}"/>
              </a:ext>
            </a:extLst>
          </p:cNvPr>
          <p:cNvGrpSpPr/>
          <p:nvPr/>
        </p:nvGrpSpPr>
        <p:grpSpPr>
          <a:xfrm>
            <a:off x="558192" y="865887"/>
            <a:ext cx="2019784" cy="156966"/>
            <a:chOff x="558192" y="1289273"/>
            <a:chExt cx="2019784" cy="156966"/>
          </a:xfrm>
        </p:grpSpPr>
        <p:sp>
          <p:nvSpPr>
            <p:cNvPr id="36" name="StickerRectangle">
              <a:extLst>
                <a:ext uri="{FF2B5EF4-FFF2-40B4-BE49-F238E27FC236}">
                  <a16:creationId xmlns:a16="http://schemas.microsoft.com/office/drawing/2014/main" id="{8978B116-FD10-3A1F-1734-A60B31CEB827}"/>
                </a:ext>
              </a:extLst>
            </p:cNvPr>
            <p:cNvSpPr>
              <a:spLocks noChangeArrowheads="1"/>
            </p:cNvSpPr>
            <p:nvPr userDrawn="1"/>
          </p:nvSpPr>
          <p:spPr bwMode="gray">
            <a:xfrm>
              <a:off x="558192" y="1289273"/>
              <a:ext cx="2019784"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marL="0" marR="0" lvl="0" indent="0" algn="l" defTabSz="1193860" rtl="0" eaLnBrk="1" fontAlgn="auto" latinLnBrk="0" hangingPunct="1">
                <a:lnSpc>
                  <a:spcPct val="100000"/>
                </a:lnSpc>
                <a:spcBef>
                  <a:spcPts val="0"/>
                </a:spcBef>
                <a:spcAft>
                  <a:spcPts val="0"/>
                </a:spcAft>
                <a:buClr>
                  <a:srgbClr val="FFFFFF"/>
                </a:buClr>
                <a:buSzTx/>
                <a:buFontTx/>
                <a:buNone/>
                <a:tabLst/>
                <a:defRPr/>
              </a:pPr>
              <a:r>
                <a:rPr kumimoji="0" lang="en-US" sz="900" b="1" i="0" u="none" strike="noStrike" kern="1200" cap="none" spc="50" normalizeH="0" baseline="0" noProof="0">
                  <a:ln w="3175">
                    <a:noFill/>
                  </a:ln>
                  <a:solidFill>
                    <a:srgbClr val="000000"/>
                  </a:solidFill>
                  <a:effectLst/>
                  <a:uLnTx/>
                  <a:uFillTx/>
                  <a:latin typeface="Arial"/>
                  <a:ea typeface="+mn-ea"/>
                  <a:cs typeface="+mn-cs"/>
                </a:rPr>
                <a:t>Preliminary – for live discussion</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38" name="StickerUnderline">
              <a:extLst>
                <a:ext uri="{FF2B5EF4-FFF2-40B4-BE49-F238E27FC236}">
                  <a16:creationId xmlns:a16="http://schemas.microsoft.com/office/drawing/2014/main" id="{92BD1CE1-CF02-C21F-228F-F127488E9A73}"/>
                </a:ext>
              </a:extLst>
            </p:cNvPr>
            <p:cNvCxnSpPr>
              <a:cxnSpLocks noChangeShapeType="1"/>
              <a:stCxn id="36" idx="4"/>
              <a:endCxn id="36" idx="6"/>
            </p:cNvCxnSpPr>
            <p:nvPr/>
          </p:nvCxnSpPr>
          <p:spPr bwMode="gray">
            <a:xfrm>
              <a:off x="558192" y="1446239"/>
              <a:ext cx="2019784"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0965948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Object 2" hidden="1">
            <a:extLst>
              <a:ext uri="{FF2B5EF4-FFF2-40B4-BE49-F238E27FC236}">
                <a16:creationId xmlns:a16="http://schemas.microsoft.com/office/drawing/2014/main" id="{5B3528FD-A3B0-7320-ED8B-6D42DE8D472C}"/>
              </a:ext>
            </a:extLst>
          </p:cNvPr>
          <p:cNvGraphicFramePr>
            <a:graphicFrameLocks noChangeAspect="1"/>
          </p:cNvGraphicFramePr>
          <p:nvPr>
            <p:custDataLst>
              <p:tags r:id="rId1"/>
            </p:custDataLst>
            <p:extLst>
              <p:ext uri="{D42A27DB-BD31-4B8C-83A1-F6EECF244321}">
                <p14:modId xmlns:p14="http://schemas.microsoft.com/office/powerpoint/2010/main" val="78618785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9" imgW="404" imgH="403" progId="TCLayout.ActiveDocument.1">
                  <p:embed/>
                </p:oleObj>
              </mc:Choice>
              <mc:Fallback>
                <p:oleObj name="think-cell Slide" r:id="rId59" imgW="404" imgH="403" progId="TCLayout.ActiveDocument.1">
                  <p:embed/>
                  <p:pic>
                    <p:nvPicPr>
                      <p:cNvPr id="24" name="Object 2" hidden="1">
                        <a:extLst>
                          <a:ext uri="{FF2B5EF4-FFF2-40B4-BE49-F238E27FC236}">
                            <a16:creationId xmlns:a16="http://schemas.microsoft.com/office/drawing/2014/main" id="{5B3528FD-A3B0-7320-ED8B-6D42DE8D472C}"/>
                          </a:ext>
                        </a:extLst>
                      </p:cNvPr>
                      <p:cNvPicPr/>
                      <p:nvPr/>
                    </p:nvPicPr>
                    <p:blipFill>
                      <a:blip r:embed="rId60"/>
                      <a:stretch>
                        <a:fillRect/>
                      </a:stretch>
                    </p:blipFill>
                    <p:spPr>
                      <a:xfrm>
                        <a:off x="1588" y="1588"/>
                        <a:ext cx="1588" cy="1588"/>
                      </a:xfrm>
                      <a:prstGeom prst="rect">
                        <a:avLst/>
                      </a:prstGeom>
                    </p:spPr>
                  </p:pic>
                </p:oleObj>
              </mc:Fallback>
            </mc:AlternateContent>
          </a:graphicData>
        </a:graphic>
      </p:graphicFrame>
      <p:sp>
        <p:nvSpPr>
          <p:cNvPr id="2" name="2. Slide Title">
            <a:extLst>
              <a:ext uri="{FF2B5EF4-FFF2-40B4-BE49-F238E27FC236}">
                <a16:creationId xmlns:a16="http://schemas.microsoft.com/office/drawing/2014/main" id="{2AA2B610-21D6-A00A-A29A-98480E9E29E4}"/>
              </a:ext>
            </a:extLst>
          </p:cNvPr>
          <p:cNvSpPr>
            <a:spLocks noGrp="1"/>
          </p:cNvSpPr>
          <p:nvPr>
            <p:ph type="title"/>
            <p:custDataLst>
              <p:tags r:id="rId2"/>
            </p:custDataLst>
          </p:nvPr>
        </p:nvSpPr>
        <p:spPr>
          <a:xfrm>
            <a:off x="554736" y="87276"/>
            <a:ext cx="11082528" cy="731520"/>
          </a:xfrm>
        </p:spPr>
        <p:txBody>
          <a:bodyPr vert="horz"/>
          <a:lstStyle/>
          <a:p>
            <a:r>
              <a:rPr lang="en-US" dirty="0"/>
              <a:t>Agentification creates opp. to redesign &amp; consolidate roles </a:t>
            </a:r>
            <a:endParaRPr lang="en-NZ" dirty="0"/>
          </a:p>
        </p:txBody>
      </p:sp>
      <p:cxnSp>
        <p:nvCxnSpPr>
          <p:cNvPr id="5" name="Straight Connector 4">
            <a:extLst>
              <a:ext uri="{FF2B5EF4-FFF2-40B4-BE49-F238E27FC236}">
                <a16:creationId xmlns:a16="http://schemas.microsoft.com/office/drawing/2014/main" id="{DC464437-3DB1-EBDD-8299-096504B382F7}"/>
              </a:ext>
            </a:extLst>
          </p:cNvPr>
          <p:cNvCxnSpPr>
            <a:cxnSpLocks/>
          </p:cNvCxnSpPr>
          <p:nvPr>
            <p:custDataLst>
              <p:tags r:id="rId3"/>
            </p:custDataLst>
          </p:nvPr>
        </p:nvCxnSpPr>
        <p:spPr bwMode="gray">
          <a:xfrm>
            <a:off x="5211763" y="2098675"/>
            <a:ext cx="285750" cy="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57" name="Straight Connector 56">
            <a:extLst>
              <a:ext uri="{FF2B5EF4-FFF2-40B4-BE49-F238E27FC236}">
                <a16:creationId xmlns:a16="http://schemas.microsoft.com/office/drawing/2014/main" id="{5A90B3FB-7CAE-22EC-277C-7AD12F8B4F17}"/>
              </a:ext>
            </a:extLst>
          </p:cNvPr>
          <p:cNvCxnSpPr/>
          <p:nvPr>
            <p:custDataLst>
              <p:tags r:id="rId4"/>
            </p:custDataLst>
          </p:nvPr>
        </p:nvCxnSpPr>
        <p:spPr bwMode="gray">
          <a:xfrm>
            <a:off x="5211763" y="2098675"/>
            <a:ext cx="125413" cy="1127125"/>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3" name="Straight Connector 62">
            <a:extLst>
              <a:ext uri="{FF2B5EF4-FFF2-40B4-BE49-F238E27FC236}">
                <a16:creationId xmlns:a16="http://schemas.microsoft.com/office/drawing/2014/main" id="{5BEB38F3-07A5-817D-A729-D1D50486E655}"/>
              </a:ext>
            </a:extLst>
          </p:cNvPr>
          <p:cNvCxnSpPr/>
          <p:nvPr>
            <p:custDataLst>
              <p:tags r:id="rId5"/>
            </p:custDataLst>
          </p:nvPr>
        </p:nvCxnSpPr>
        <p:spPr bwMode="gray">
          <a:xfrm>
            <a:off x="5354638" y="3378200"/>
            <a:ext cx="142875" cy="1290638"/>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9" name="Straight Connector 68">
            <a:extLst>
              <a:ext uri="{FF2B5EF4-FFF2-40B4-BE49-F238E27FC236}">
                <a16:creationId xmlns:a16="http://schemas.microsoft.com/office/drawing/2014/main" id="{5ECA28F1-40BB-EF04-4144-162FC05DA921}"/>
              </a:ext>
            </a:extLst>
          </p:cNvPr>
          <p:cNvCxnSpPr/>
          <p:nvPr>
            <p:custDataLst>
              <p:tags r:id="rId6"/>
            </p:custDataLst>
          </p:nvPr>
        </p:nvCxnSpPr>
        <p:spPr bwMode="gray">
          <a:xfrm>
            <a:off x="5211763" y="3284538"/>
            <a:ext cx="7938" cy="46038"/>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4" name="Straight Connector 63">
            <a:extLst>
              <a:ext uri="{FF2B5EF4-FFF2-40B4-BE49-F238E27FC236}">
                <a16:creationId xmlns:a16="http://schemas.microsoft.com/office/drawing/2014/main" id="{5250498C-7944-A980-E8AA-3396BC5D5A41}"/>
              </a:ext>
            </a:extLst>
          </p:cNvPr>
          <p:cNvCxnSpPr/>
          <p:nvPr>
            <p:custDataLst>
              <p:tags r:id="rId7"/>
            </p:custDataLst>
          </p:nvPr>
        </p:nvCxnSpPr>
        <p:spPr bwMode="gray">
          <a:xfrm>
            <a:off x="5227638" y="3378200"/>
            <a:ext cx="269875" cy="1550988"/>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1" name="Straight Connector 70">
            <a:extLst>
              <a:ext uri="{FF2B5EF4-FFF2-40B4-BE49-F238E27FC236}">
                <a16:creationId xmlns:a16="http://schemas.microsoft.com/office/drawing/2014/main" id="{EDDC723F-90B5-384F-415D-777CCB839C63}"/>
              </a:ext>
            </a:extLst>
          </p:cNvPr>
          <p:cNvCxnSpPr/>
          <p:nvPr>
            <p:custDataLst>
              <p:tags r:id="rId8"/>
            </p:custDataLst>
          </p:nvPr>
        </p:nvCxnSpPr>
        <p:spPr bwMode="gray">
          <a:xfrm>
            <a:off x="5211763" y="3284538"/>
            <a:ext cx="7938" cy="46038"/>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2246DF43-57D6-00A6-A258-70DA4F22CDB8}"/>
              </a:ext>
            </a:extLst>
          </p:cNvPr>
          <p:cNvCxnSpPr/>
          <p:nvPr>
            <p:custDataLst>
              <p:tags r:id="rId9"/>
            </p:custDataLst>
          </p:nvPr>
        </p:nvCxnSpPr>
        <p:spPr bwMode="gray">
          <a:xfrm>
            <a:off x="5227638" y="3378200"/>
            <a:ext cx="269875" cy="1550988"/>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D8BA778D-101B-92F9-42E9-DF658D8458ED}"/>
              </a:ext>
            </a:extLst>
          </p:cNvPr>
          <p:cNvCxnSpPr/>
          <p:nvPr>
            <p:custDataLst>
              <p:tags r:id="rId10"/>
            </p:custDataLst>
          </p:nvPr>
        </p:nvCxnSpPr>
        <p:spPr bwMode="gray">
          <a:xfrm>
            <a:off x="5211763" y="3321050"/>
            <a:ext cx="7938" cy="444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6" name="Straight Connector 65">
            <a:extLst>
              <a:ext uri="{FF2B5EF4-FFF2-40B4-BE49-F238E27FC236}">
                <a16:creationId xmlns:a16="http://schemas.microsoft.com/office/drawing/2014/main" id="{8A13E0CB-11C4-5D24-D61F-63BAAC43B775}"/>
              </a:ext>
            </a:extLst>
          </p:cNvPr>
          <p:cNvCxnSpPr/>
          <p:nvPr>
            <p:custDataLst>
              <p:tags r:id="rId11"/>
            </p:custDataLst>
          </p:nvPr>
        </p:nvCxnSpPr>
        <p:spPr bwMode="gray">
          <a:xfrm>
            <a:off x="5221288" y="3378200"/>
            <a:ext cx="276225" cy="15605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73" name="Straight Connector 72">
            <a:extLst>
              <a:ext uri="{FF2B5EF4-FFF2-40B4-BE49-F238E27FC236}">
                <a16:creationId xmlns:a16="http://schemas.microsoft.com/office/drawing/2014/main" id="{CB9454DB-8216-2AC7-E6D5-D40651F9F3BC}"/>
              </a:ext>
            </a:extLst>
          </p:cNvPr>
          <p:cNvCxnSpPr/>
          <p:nvPr>
            <p:custDataLst>
              <p:tags r:id="rId12"/>
            </p:custDataLst>
          </p:nvPr>
        </p:nvCxnSpPr>
        <p:spPr bwMode="gray">
          <a:xfrm>
            <a:off x="5211763" y="3321050"/>
            <a:ext cx="7938" cy="444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67" name="Straight Connector 66">
            <a:extLst>
              <a:ext uri="{FF2B5EF4-FFF2-40B4-BE49-F238E27FC236}">
                <a16:creationId xmlns:a16="http://schemas.microsoft.com/office/drawing/2014/main" id="{1087A2D9-4F86-C730-8B25-3AD56EA818DE}"/>
              </a:ext>
            </a:extLst>
          </p:cNvPr>
          <p:cNvCxnSpPr/>
          <p:nvPr>
            <p:custDataLst>
              <p:tags r:id="rId13"/>
            </p:custDataLst>
          </p:nvPr>
        </p:nvCxnSpPr>
        <p:spPr bwMode="gray">
          <a:xfrm>
            <a:off x="5221288" y="3378200"/>
            <a:ext cx="276225" cy="15605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1851EA24-0518-ACE2-E67A-9FEDED5DD2FB}"/>
              </a:ext>
            </a:extLst>
          </p:cNvPr>
          <p:cNvCxnSpPr>
            <a:cxnSpLocks/>
          </p:cNvCxnSpPr>
          <p:nvPr>
            <p:custDataLst>
              <p:tags r:id="rId14"/>
            </p:custDataLst>
          </p:nvPr>
        </p:nvCxnSpPr>
        <p:spPr bwMode="gray">
          <a:xfrm>
            <a:off x="5211763" y="5159375"/>
            <a:ext cx="285750" cy="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49" name="Chart 48">
            <a:extLst>
              <a:ext uri="{FF2B5EF4-FFF2-40B4-BE49-F238E27FC236}">
                <a16:creationId xmlns:a16="http://schemas.microsoft.com/office/drawing/2014/main" id="{43A0A2CF-8C94-5017-FE96-D27E0FFDAC37}"/>
              </a:ext>
            </a:extLst>
          </p:cNvPr>
          <p:cNvGraphicFramePr/>
          <p:nvPr>
            <p:custDataLst>
              <p:tags r:id="rId15"/>
            </p:custDataLst>
          </p:nvPr>
        </p:nvGraphicFramePr>
        <p:xfrm>
          <a:off x="4270375" y="1873250"/>
          <a:ext cx="2168525" cy="4051300"/>
        </p:xfrm>
        <a:graphic>
          <a:graphicData uri="http://schemas.openxmlformats.org/drawingml/2006/chart">
            <c:chart xmlns:c="http://schemas.openxmlformats.org/drawingml/2006/chart" xmlns:r="http://schemas.openxmlformats.org/officeDocument/2006/relationships" r:id="rId61"/>
          </a:graphicData>
        </a:graphic>
      </p:graphicFrame>
      <p:cxnSp>
        <p:nvCxnSpPr>
          <p:cNvPr id="56" name="Straight Connector 55">
            <a:extLst>
              <a:ext uri="{FF2B5EF4-FFF2-40B4-BE49-F238E27FC236}">
                <a16:creationId xmlns:a16="http://schemas.microsoft.com/office/drawing/2014/main" id="{4F7BB3A9-5813-D4E2-BF73-8142EE5B6ED6}"/>
              </a:ext>
            </a:extLst>
          </p:cNvPr>
          <p:cNvCxnSpPr>
            <a:cxnSpLocks/>
          </p:cNvCxnSpPr>
          <p:nvPr>
            <p:custDataLst>
              <p:tags r:id="rId16"/>
            </p:custDataLst>
          </p:nvPr>
        </p:nvCxnSpPr>
        <p:spPr bwMode="auto">
          <a:xfrm flipH="1">
            <a:off x="5135563" y="3302000"/>
            <a:ext cx="92075" cy="0"/>
          </a:xfrm>
          <a:prstGeom prst="line">
            <a:avLst/>
          </a:prstGeom>
          <a:ln w="9525" cap="flat" cmpd="sng" algn="ctr">
            <a:solidFill>
              <a:schemeClr val="tx1"/>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sp>
        <p:nvSpPr>
          <p:cNvPr id="15" name="Text Placeholder 2">
            <a:extLst>
              <a:ext uri="{FF2B5EF4-FFF2-40B4-BE49-F238E27FC236}">
                <a16:creationId xmlns:a16="http://schemas.microsoft.com/office/drawing/2014/main" id="{BB971E10-D9EF-F1D6-EB80-C0B32D819BF4}"/>
              </a:ext>
            </a:extLst>
          </p:cNvPr>
          <p:cNvSpPr>
            <a:spLocks noGrp="1"/>
          </p:cNvSpPr>
          <p:nvPr>
            <p:custDataLst>
              <p:tags r:id="rId17"/>
            </p:custDataLst>
          </p:nvPr>
        </p:nvSpPr>
        <p:spPr bwMode="auto">
          <a:xfrm>
            <a:off x="4672013" y="5741988"/>
            <a:ext cx="36353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22E7C82-8CEC-4612-AC32-6DBA7D7F29E1}" type="datetime'To''''''''''''''''d''''''''''''''a''''y'''''''''''''''''''''">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Today</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1" name="Text Placeholder 2">
            <a:extLst>
              <a:ext uri="{FF2B5EF4-FFF2-40B4-BE49-F238E27FC236}">
                <a16:creationId xmlns:a16="http://schemas.microsoft.com/office/drawing/2014/main" id="{C994E9CC-4503-769A-0387-5E2CADB70BFF}"/>
              </a:ext>
            </a:extLst>
          </p:cNvPr>
          <p:cNvSpPr>
            <a:spLocks noGrp="1"/>
          </p:cNvSpPr>
          <p:nvPr>
            <p:custDataLst>
              <p:tags r:id="rId18"/>
            </p:custDataLst>
          </p:nvPr>
        </p:nvSpPr>
        <p:spPr bwMode="auto">
          <a:xfrm>
            <a:off x="5514975" y="5741988"/>
            <a:ext cx="681038" cy="3048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7D58EEDF-F66B-4372-816B-63A07435F490}" type="datetime'''''Fu''''''tu''re (wit''''''h ''''''Age''ntic A''I'''')'''''">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Future (with Agentic AI)</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37" name="TextBox 36">
            <a:extLst>
              <a:ext uri="{FF2B5EF4-FFF2-40B4-BE49-F238E27FC236}">
                <a16:creationId xmlns:a16="http://schemas.microsoft.com/office/drawing/2014/main" id="{DB37AADA-DBAA-A320-D330-5CE560A75F4D}"/>
              </a:ext>
            </a:extLst>
          </p:cNvPr>
          <p:cNvSpPr txBox="1"/>
          <p:nvPr/>
        </p:nvSpPr>
        <p:spPr>
          <a:xfrm>
            <a:off x="4478338" y="1690688"/>
            <a:ext cx="1828800" cy="246063"/>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6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TM</a:t>
            </a:r>
          </a:p>
        </p:txBody>
      </p:sp>
      <p:sp>
        <p:nvSpPr>
          <p:cNvPr id="38" name="TextBox 37">
            <a:extLst>
              <a:ext uri="{FF2B5EF4-FFF2-40B4-BE49-F238E27FC236}">
                <a16:creationId xmlns:a16="http://schemas.microsoft.com/office/drawing/2014/main" id="{BAE8999A-7251-AE4E-1041-9E13BE40F064}"/>
              </a:ext>
            </a:extLst>
          </p:cNvPr>
          <p:cNvSpPr txBox="1"/>
          <p:nvPr/>
        </p:nvSpPr>
        <p:spPr>
          <a:xfrm>
            <a:off x="539750" y="1690688"/>
            <a:ext cx="1828800" cy="246063"/>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6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SSR</a:t>
            </a:r>
          </a:p>
        </p:txBody>
      </p:sp>
      <p:sp>
        <p:nvSpPr>
          <p:cNvPr id="39" name="TextBox 38">
            <a:extLst>
              <a:ext uri="{FF2B5EF4-FFF2-40B4-BE49-F238E27FC236}">
                <a16:creationId xmlns:a16="http://schemas.microsoft.com/office/drawing/2014/main" id="{79A7D8D1-36F0-5604-914D-F59FF0DC87DB}"/>
              </a:ext>
            </a:extLst>
          </p:cNvPr>
          <p:cNvSpPr txBox="1"/>
          <p:nvPr/>
        </p:nvSpPr>
        <p:spPr>
          <a:xfrm>
            <a:off x="8299450" y="1690688"/>
            <a:ext cx="1828800" cy="246063"/>
          </a:xfrm>
          <a:prstGeom prst="rect">
            <a:avLst/>
          </a:prstGeom>
        </p:spPr>
        <p:txBody>
          <a:bodyPr vert="horz"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6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CC</a:t>
            </a:r>
          </a:p>
        </p:txBody>
      </p:sp>
      <p:cxnSp>
        <p:nvCxnSpPr>
          <p:cNvPr id="41" name="Straight Connector 40">
            <a:extLst>
              <a:ext uri="{FF2B5EF4-FFF2-40B4-BE49-F238E27FC236}">
                <a16:creationId xmlns:a16="http://schemas.microsoft.com/office/drawing/2014/main" id="{79AF8299-45A1-AB0C-5977-42CEB36346B2}"/>
              </a:ext>
            </a:extLst>
          </p:cNvPr>
          <p:cNvCxnSpPr>
            <a:cxnSpLocks/>
          </p:cNvCxnSpPr>
          <p:nvPr/>
        </p:nvCxnSpPr>
        <p:spPr>
          <a:xfrm>
            <a:off x="4352925" y="1690688"/>
            <a:ext cx="0" cy="4843463"/>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8ED3E21C-9AAA-3F20-4573-851C019A579E}"/>
              </a:ext>
            </a:extLst>
          </p:cNvPr>
          <p:cNvCxnSpPr/>
          <p:nvPr>
            <p:custDataLst>
              <p:tags r:id="rId19"/>
            </p:custDataLst>
          </p:nvPr>
        </p:nvCxnSpPr>
        <p:spPr bwMode="gray">
          <a:xfrm>
            <a:off x="9051925" y="2098675"/>
            <a:ext cx="284163" cy="217646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44" name="Straight Connector 43">
            <a:extLst>
              <a:ext uri="{FF2B5EF4-FFF2-40B4-BE49-F238E27FC236}">
                <a16:creationId xmlns:a16="http://schemas.microsoft.com/office/drawing/2014/main" id="{200ED64A-BA5E-14B3-174B-38CBE588636A}"/>
              </a:ext>
            </a:extLst>
          </p:cNvPr>
          <p:cNvCxnSpPr>
            <a:cxnSpLocks/>
          </p:cNvCxnSpPr>
          <p:nvPr>
            <p:custDataLst>
              <p:tags r:id="rId20"/>
            </p:custDataLst>
          </p:nvPr>
        </p:nvCxnSpPr>
        <p:spPr bwMode="gray">
          <a:xfrm>
            <a:off x="9051925" y="3654425"/>
            <a:ext cx="284163" cy="93186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4" name="Straight Connector 113">
            <a:extLst>
              <a:ext uri="{FF2B5EF4-FFF2-40B4-BE49-F238E27FC236}">
                <a16:creationId xmlns:a16="http://schemas.microsoft.com/office/drawing/2014/main" id="{EFD344A0-8F81-92AC-39E0-49CF1BFBBB1A}"/>
              </a:ext>
            </a:extLst>
          </p:cNvPr>
          <p:cNvCxnSpPr/>
          <p:nvPr>
            <p:custDataLst>
              <p:tags r:id="rId21"/>
            </p:custDataLst>
          </p:nvPr>
        </p:nvCxnSpPr>
        <p:spPr bwMode="gray">
          <a:xfrm>
            <a:off x="9051925" y="4821238"/>
            <a:ext cx="284163" cy="5715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5" name="Straight Connector 114">
            <a:extLst>
              <a:ext uri="{FF2B5EF4-FFF2-40B4-BE49-F238E27FC236}">
                <a16:creationId xmlns:a16="http://schemas.microsoft.com/office/drawing/2014/main" id="{F13510B5-6498-6986-962F-2BDCDCDECD7C}"/>
              </a:ext>
            </a:extLst>
          </p:cNvPr>
          <p:cNvCxnSpPr/>
          <p:nvPr>
            <p:custDataLst>
              <p:tags r:id="rId22"/>
            </p:custDataLst>
          </p:nvPr>
        </p:nvCxnSpPr>
        <p:spPr bwMode="gray">
          <a:xfrm>
            <a:off x="9051925" y="4892675"/>
            <a:ext cx="284163" cy="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116" name="Straight Connector 115">
            <a:extLst>
              <a:ext uri="{FF2B5EF4-FFF2-40B4-BE49-F238E27FC236}">
                <a16:creationId xmlns:a16="http://schemas.microsoft.com/office/drawing/2014/main" id="{4E1C46EE-26E5-820A-5B22-3605759D4FE3}"/>
              </a:ext>
            </a:extLst>
          </p:cNvPr>
          <p:cNvCxnSpPr/>
          <p:nvPr>
            <p:custDataLst>
              <p:tags r:id="rId23"/>
            </p:custDataLst>
          </p:nvPr>
        </p:nvCxnSpPr>
        <p:spPr bwMode="gray">
          <a:xfrm>
            <a:off x="9051925" y="4892675"/>
            <a:ext cx="284163" cy="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50" name="Chart 49">
            <a:extLst>
              <a:ext uri="{FF2B5EF4-FFF2-40B4-BE49-F238E27FC236}">
                <a16:creationId xmlns:a16="http://schemas.microsoft.com/office/drawing/2014/main" id="{46716F42-43DA-9A2E-0B4F-F0306B073DF7}"/>
              </a:ext>
            </a:extLst>
          </p:cNvPr>
          <p:cNvGraphicFramePr/>
          <p:nvPr>
            <p:custDataLst>
              <p:tags r:id="rId24"/>
            </p:custDataLst>
          </p:nvPr>
        </p:nvGraphicFramePr>
        <p:xfrm>
          <a:off x="8113713" y="1873250"/>
          <a:ext cx="2160587" cy="4051300"/>
        </p:xfrm>
        <a:graphic>
          <a:graphicData uri="http://schemas.openxmlformats.org/drawingml/2006/chart">
            <c:chart xmlns:c="http://schemas.openxmlformats.org/drawingml/2006/chart" xmlns:r="http://schemas.openxmlformats.org/officeDocument/2006/relationships" r:id="rId62"/>
          </a:graphicData>
        </a:graphic>
      </p:graphicFrame>
      <p:sp>
        <p:nvSpPr>
          <p:cNvPr id="183" name="Text Placeholder 2">
            <a:extLst>
              <a:ext uri="{FF2B5EF4-FFF2-40B4-BE49-F238E27FC236}">
                <a16:creationId xmlns:a16="http://schemas.microsoft.com/office/drawing/2014/main" id="{192DB789-515B-4504-BE53-6445F2427687}"/>
              </a:ext>
            </a:extLst>
          </p:cNvPr>
          <p:cNvSpPr>
            <a:spLocks noGrp="1"/>
          </p:cNvSpPr>
          <p:nvPr>
            <p:custDataLst>
              <p:tags r:id="rId25"/>
            </p:custDataLst>
          </p:nvPr>
        </p:nvSpPr>
        <p:spPr bwMode="gray">
          <a:xfrm>
            <a:off x="8586788" y="4779963"/>
            <a:ext cx="217488" cy="152400"/>
          </a:xfrm>
          <a:prstGeom prst="rect">
            <a:avLst/>
          </a:prstGeom>
          <a:solidFill>
            <a:srgbClr val="C3E6FD"/>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81EF776B-5786-4661-B7A8-26CB3EC2CAAF}" type="datetime'''''''''''''''''''''2''''%'''''''''''''">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2%</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2" name="Text Placeholder 2">
            <a:extLst>
              <a:ext uri="{FF2B5EF4-FFF2-40B4-BE49-F238E27FC236}">
                <a16:creationId xmlns:a16="http://schemas.microsoft.com/office/drawing/2014/main" id="{97437BC6-14B6-3729-B5BB-45363F76C4A4}"/>
              </a:ext>
            </a:extLst>
          </p:cNvPr>
          <p:cNvSpPr>
            <a:spLocks noGrp="1"/>
          </p:cNvSpPr>
          <p:nvPr>
            <p:custDataLst>
              <p:tags r:id="rId26"/>
            </p:custDataLst>
          </p:nvPr>
        </p:nvSpPr>
        <p:spPr bwMode="auto">
          <a:xfrm>
            <a:off x="8513763" y="5741988"/>
            <a:ext cx="36353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1EFB8D6-822B-4F24-9646-020924F5999E}" type="datetime'''''''''''''''''''''T''''''''o''''''''''''''''''''day'''''">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Today</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58" name="Text Placeholder 2">
            <a:extLst>
              <a:ext uri="{FF2B5EF4-FFF2-40B4-BE49-F238E27FC236}">
                <a16:creationId xmlns:a16="http://schemas.microsoft.com/office/drawing/2014/main" id="{369EF38A-915C-4778-C896-242E3E092B48}"/>
              </a:ext>
            </a:extLst>
          </p:cNvPr>
          <p:cNvSpPr>
            <a:spLocks noGrp="1"/>
          </p:cNvSpPr>
          <p:nvPr>
            <p:custDataLst>
              <p:tags r:id="rId27"/>
            </p:custDataLst>
          </p:nvPr>
        </p:nvSpPr>
        <p:spPr bwMode="auto">
          <a:xfrm>
            <a:off x="9351963" y="5741988"/>
            <a:ext cx="681038" cy="3048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C0F8DA2E-AADD-4C13-BE87-2B2C95FF2CC8}" type="datetime'Fu''''tur''e'' ''''(w''ith'' A''''g''en''t''ic A''I'')'''''''">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Future (with Agentic AI)</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85" name="Straight Connector 84">
            <a:extLst>
              <a:ext uri="{FF2B5EF4-FFF2-40B4-BE49-F238E27FC236}">
                <a16:creationId xmlns:a16="http://schemas.microsoft.com/office/drawing/2014/main" id="{0DE7A60E-CF7E-C35A-34FE-A3AB2CA77242}"/>
              </a:ext>
            </a:extLst>
          </p:cNvPr>
          <p:cNvCxnSpPr>
            <a:cxnSpLocks/>
          </p:cNvCxnSpPr>
          <p:nvPr/>
        </p:nvCxnSpPr>
        <p:spPr>
          <a:xfrm>
            <a:off x="8204200" y="1690688"/>
            <a:ext cx="0" cy="4843463"/>
          </a:xfrm>
          <a:prstGeom prst="line">
            <a:avLst/>
          </a:prstGeom>
          <a:ln w="6350" cap="flat">
            <a:solidFill>
              <a:srgbClr val="B3B3B3"/>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7072E55C-822F-8B35-EBBB-8F0FBF043451}"/>
              </a:ext>
            </a:extLst>
          </p:cNvPr>
          <p:cNvCxnSpPr>
            <a:cxnSpLocks/>
          </p:cNvCxnSpPr>
          <p:nvPr>
            <p:custDataLst>
              <p:tags r:id="rId28"/>
            </p:custDataLst>
          </p:nvPr>
        </p:nvCxnSpPr>
        <p:spPr bwMode="gray">
          <a:xfrm>
            <a:off x="1292225" y="2098675"/>
            <a:ext cx="287338" cy="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7" name="Straight Connector 86">
            <a:extLst>
              <a:ext uri="{FF2B5EF4-FFF2-40B4-BE49-F238E27FC236}">
                <a16:creationId xmlns:a16="http://schemas.microsoft.com/office/drawing/2014/main" id="{F06B7ED3-E484-B248-9C5B-653D2DB72B25}"/>
              </a:ext>
            </a:extLst>
          </p:cNvPr>
          <p:cNvCxnSpPr>
            <a:cxnSpLocks/>
          </p:cNvCxnSpPr>
          <p:nvPr>
            <p:custDataLst>
              <p:tags r:id="rId29"/>
            </p:custDataLst>
          </p:nvPr>
        </p:nvCxnSpPr>
        <p:spPr bwMode="gray">
          <a:xfrm>
            <a:off x="1292225" y="2098675"/>
            <a:ext cx="287338" cy="2681288"/>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8" name="Straight Connector 87">
            <a:extLst>
              <a:ext uri="{FF2B5EF4-FFF2-40B4-BE49-F238E27FC236}">
                <a16:creationId xmlns:a16="http://schemas.microsoft.com/office/drawing/2014/main" id="{CED2EB73-1F34-46A0-1C28-8DF365836BCD}"/>
              </a:ext>
            </a:extLst>
          </p:cNvPr>
          <p:cNvCxnSpPr>
            <a:cxnSpLocks/>
          </p:cNvCxnSpPr>
          <p:nvPr>
            <p:custDataLst>
              <p:tags r:id="rId30"/>
            </p:custDataLst>
          </p:nvPr>
        </p:nvCxnSpPr>
        <p:spPr bwMode="gray">
          <a:xfrm>
            <a:off x="1292225" y="2998788"/>
            <a:ext cx="287338" cy="1978025"/>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89" name="Straight Connector 88">
            <a:extLst>
              <a:ext uri="{FF2B5EF4-FFF2-40B4-BE49-F238E27FC236}">
                <a16:creationId xmlns:a16="http://schemas.microsoft.com/office/drawing/2014/main" id="{A3D59F2C-B345-FE70-F94C-99BF2F597902}"/>
              </a:ext>
            </a:extLst>
          </p:cNvPr>
          <p:cNvCxnSpPr>
            <a:cxnSpLocks/>
          </p:cNvCxnSpPr>
          <p:nvPr>
            <p:custDataLst>
              <p:tags r:id="rId31"/>
            </p:custDataLst>
          </p:nvPr>
        </p:nvCxnSpPr>
        <p:spPr bwMode="gray">
          <a:xfrm>
            <a:off x="1292225" y="4186238"/>
            <a:ext cx="287338" cy="102870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90" name="Straight Connector 89">
            <a:extLst>
              <a:ext uri="{FF2B5EF4-FFF2-40B4-BE49-F238E27FC236}">
                <a16:creationId xmlns:a16="http://schemas.microsoft.com/office/drawing/2014/main" id="{3F616924-3D82-B214-B624-003E557D4BA3}"/>
              </a:ext>
            </a:extLst>
          </p:cNvPr>
          <p:cNvCxnSpPr>
            <a:cxnSpLocks/>
          </p:cNvCxnSpPr>
          <p:nvPr>
            <p:custDataLst>
              <p:tags r:id="rId32"/>
            </p:custDataLst>
          </p:nvPr>
        </p:nvCxnSpPr>
        <p:spPr bwMode="gray">
          <a:xfrm>
            <a:off x="1292225" y="4367213"/>
            <a:ext cx="287338" cy="892175"/>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17" name="Straight Connector 216">
            <a:extLst>
              <a:ext uri="{FF2B5EF4-FFF2-40B4-BE49-F238E27FC236}">
                <a16:creationId xmlns:a16="http://schemas.microsoft.com/office/drawing/2014/main" id="{AA64B36F-0312-A3A7-9FEE-A109F8B788EC}"/>
              </a:ext>
            </a:extLst>
          </p:cNvPr>
          <p:cNvCxnSpPr/>
          <p:nvPr>
            <p:custDataLst>
              <p:tags r:id="rId33"/>
            </p:custDataLst>
          </p:nvPr>
        </p:nvCxnSpPr>
        <p:spPr bwMode="gray">
          <a:xfrm>
            <a:off x="1292225" y="4691063"/>
            <a:ext cx="287338" cy="633413"/>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cxnSp>
        <p:nvCxnSpPr>
          <p:cNvPr id="209" name="Straight Connector 208">
            <a:extLst>
              <a:ext uri="{FF2B5EF4-FFF2-40B4-BE49-F238E27FC236}">
                <a16:creationId xmlns:a16="http://schemas.microsoft.com/office/drawing/2014/main" id="{EED35F6E-BB22-1286-8AA1-3812448E2E13}"/>
              </a:ext>
            </a:extLst>
          </p:cNvPr>
          <p:cNvCxnSpPr>
            <a:cxnSpLocks/>
          </p:cNvCxnSpPr>
          <p:nvPr>
            <p:custDataLst>
              <p:tags r:id="rId34"/>
            </p:custDataLst>
          </p:nvPr>
        </p:nvCxnSpPr>
        <p:spPr bwMode="gray">
          <a:xfrm>
            <a:off x="1292225" y="5411788"/>
            <a:ext cx="287338" cy="0"/>
          </a:xfrm>
          <a:prstGeom prst="line">
            <a:avLst/>
          </a:prstGeom>
          <a:ln w="9525" cap="flat" cmpd="sng" algn="ctr">
            <a:solidFill>
              <a:srgbClr val="E6E6E6"/>
            </a:solidFill>
            <a:prstDash val="solid"/>
            <a:round/>
            <a:headEnd type="none" w="med" len="med"/>
            <a:tailEnd type="none" w="med" len="med"/>
          </a:ln>
          <a:effectLst/>
        </p:spPr>
        <p:style>
          <a:lnRef idx="1">
            <a:schemeClr val="dk1"/>
          </a:lnRef>
          <a:fillRef idx="0">
            <a:schemeClr val="dk1"/>
          </a:fillRef>
          <a:effectRef idx="0">
            <a:schemeClr val="dk1"/>
          </a:effectRef>
          <a:fontRef idx="minor">
            <a:schemeClr val="tx1"/>
          </a:fontRef>
        </p:style>
      </p:cxnSp>
      <p:graphicFrame>
        <p:nvGraphicFramePr>
          <p:cNvPr id="51" name="Chart 50">
            <a:extLst>
              <a:ext uri="{FF2B5EF4-FFF2-40B4-BE49-F238E27FC236}">
                <a16:creationId xmlns:a16="http://schemas.microsoft.com/office/drawing/2014/main" id="{09510394-63CF-B8A2-2D36-3ED188B1194C}"/>
              </a:ext>
            </a:extLst>
          </p:cNvPr>
          <p:cNvGraphicFramePr/>
          <p:nvPr>
            <p:custDataLst>
              <p:tags r:id="rId35"/>
            </p:custDataLst>
          </p:nvPr>
        </p:nvGraphicFramePr>
        <p:xfrm>
          <a:off x="344488" y="1873250"/>
          <a:ext cx="2182812" cy="4051300"/>
        </p:xfrm>
        <a:graphic>
          <a:graphicData uri="http://schemas.openxmlformats.org/drawingml/2006/chart">
            <c:chart xmlns:c="http://schemas.openxmlformats.org/drawingml/2006/chart" xmlns:r="http://schemas.openxmlformats.org/officeDocument/2006/relationships" r:id="rId63"/>
          </a:graphicData>
        </a:graphic>
      </p:graphicFrame>
      <p:sp>
        <p:nvSpPr>
          <p:cNvPr id="96" name="Text Placeholder 2">
            <a:extLst>
              <a:ext uri="{FF2B5EF4-FFF2-40B4-BE49-F238E27FC236}">
                <a16:creationId xmlns:a16="http://schemas.microsoft.com/office/drawing/2014/main" id="{15D03E92-B6D4-320A-8CB7-4D8C2B7AB3AE}"/>
              </a:ext>
            </a:extLst>
          </p:cNvPr>
          <p:cNvSpPr>
            <a:spLocks noGrp="1"/>
          </p:cNvSpPr>
          <p:nvPr>
            <p:custDataLst>
              <p:tags r:id="rId36"/>
            </p:custDataLst>
          </p:nvPr>
        </p:nvSpPr>
        <p:spPr bwMode="auto">
          <a:xfrm>
            <a:off x="749300" y="5741988"/>
            <a:ext cx="36353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6D9126CE-EB4D-45C8-8672-7732B6B8656B}" type="datetime'''''''T''''''''o''''d''''''''ay'''''''''''''''''''">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Today</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 name="Text Placeholder 2">
            <a:extLst>
              <a:ext uri="{FF2B5EF4-FFF2-40B4-BE49-F238E27FC236}">
                <a16:creationId xmlns:a16="http://schemas.microsoft.com/office/drawing/2014/main" id="{192DB789-515B-4504-BE53-6445F2427687}"/>
              </a:ext>
            </a:extLst>
          </p:cNvPr>
          <p:cNvSpPr>
            <a:spLocks noGrp="1"/>
          </p:cNvSpPr>
          <p:nvPr>
            <p:custDataLst>
              <p:tags r:id="rId37"/>
            </p:custDataLst>
          </p:nvPr>
        </p:nvSpPr>
        <p:spPr bwMode="gray">
          <a:xfrm>
            <a:off x="1797050" y="3362325"/>
            <a:ext cx="287338"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r>
              <a:rPr kumimoji="0" lang="en-US" alt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75%</a:t>
            </a:r>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60" name="Text Placeholder 2">
            <a:extLst>
              <a:ext uri="{FF2B5EF4-FFF2-40B4-BE49-F238E27FC236}">
                <a16:creationId xmlns:a16="http://schemas.microsoft.com/office/drawing/2014/main" id="{192DB789-515B-4504-BE53-6445F2427687}"/>
              </a:ext>
            </a:extLst>
          </p:cNvPr>
          <p:cNvSpPr>
            <a:spLocks noGrp="1"/>
          </p:cNvSpPr>
          <p:nvPr>
            <p:custDataLst>
              <p:tags r:id="rId38"/>
            </p:custDataLst>
          </p:nvPr>
        </p:nvSpPr>
        <p:spPr bwMode="gray">
          <a:xfrm>
            <a:off x="1652588" y="5160963"/>
            <a:ext cx="217488" cy="152400"/>
          </a:xfrm>
          <a:prstGeom prst="rect">
            <a:avLst/>
          </a:prstGeom>
          <a:solidFill>
            <a:srgbClr val="1537BA"/>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00CE3078-408C-45CF-B93A-9D2423236060}" type="datetime'''''''''''''''''''''''''''''''''''''''1''''''''''''%'''">
              <a:rPr kumimoji="0" lang="en-US" altLang="en-US" sz="1000" b="0" i="0" u="none" strike="noStrike" kern="1200" cap="none" spc="0" normalizeH="0" baseline="0" noProof="0" smtClean="0">
                <a:ln>
                  <a:noFill/>
                </a:ln>
                <a:solidFill>
                  <a:srgbClr val="FFFFFF"/>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1%</a:t>
            </a:fld>
            <a:endParaRPr kumimoji="0" lang="en-US" sz="1000" b="0" i="0" u="none" strike="noStrike" kern="1200" cap="none" spc="0" normalizeH="0" baseline="0" noProof="0">
              <a:ln>
                <a:noFill/>
              </a:ln>
              <a:solidFill>
                <a:srgbClr val="FFFFFF"/>
              </a:solidFill>
              <a:effectLst/>
              <a:uLnTx/>
              <a:uFillTx/>
              <a:latin typeface="Arial"/>
              <a:ea typeface="+mn-ea"/>
              <a:cs typeface="Arial" panose="020B0604020202020204" pitchFamily="34" charset="0"/>
            </a:endParaRPr>
          </a:p>
        </p:txBody>
      </p:sp>
      <p:sp>
        <p:nvSpPr>
          <p:cNvPr id="172" name="Text Placeholder 2">
            <a:extLst>
              <a:ext uri="{FF2B5EF4-FFF2-40B4-BE49-F238E27FC236}">
                <a16:creationId xmlns:a16="http://schemas.microsoft.com/office/drawing/2014/main" id="{192DB789-515B-4504-BE53-6445F2427687}"/>
              </a:ext>
            </a:extLst>
          </p:cNvPr>
          <p:cNvSpPr>
            <a:spLocks noGrp="1"/>
          </p:cNvSpPr>
          <p:nvPr>
            <p:custDataLst>
              <p:tags r:id="rId39"/>
            </p:custDataLst>
          </p:nvPr>
        </p:nvSpPr>
        <p:spPr bwMode="gray">
          <a:xfrm>
            <a:off x="2012950" y="5214938"/>
            <a:ext cx="217488" cy="152400"/>
          </a:xfrm>
          <a:prstGeom prst="rect">
            <a:avLst/>
          </a:prstGeom>
          <a:solidFill>
            <a:srgbClr val="C3E6FD"/>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150AE6D9-45A8-4D10-B97F-D7235633D39C}" type="datetime'''''2''''''''''''''''''''''''''''''''''''%'''">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2%</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74" name="Text Placeholder 2">
            <a:extLst>
              <a:ext uri="{FF2B5EF4-FFF2-40B4-BE49-F238E27FC236}">
                <a16:creationId xmlns:a16="http://schemas.microsoft.com/office/drawing/2014/main" id="{192DB789-515B-4504-BE53-6445F2427687}"/>
              </a:ext>
            </a:extLst>
          </p:cNvPr>
          <p:cNvSpPr>
            <a:spLocks noGrp="1"/>
          </p:cNvSpPr>
          <p:nvPr>
            <p:custDataLst>
              <p:tags r:id="rId40"/>
            </p:custDataLst>
          </p:nvPr>
        </p:nvSpPr>
        <p:spPr bwMode="gray">
          <a:xfrm>
            <a:off x="1652588" y="5291138"/>
            <a:ext cx="217488" cy="152400"/>
          </a:xfrm>
          <a:prstGeom prst="rect">
            <a:avLst/>
          </a:prstGeom>
          <a:solidFill>
            <a:schemeClr val="accent2"/>
          </a:solidFill>
          <a:ln>
            <a:noFill/>
          </a:ln>
          <a:effectLst/>
        </p:spPr>
        <p:txBody>
          <a:bodyPr vert="horz" wrap="none" lIns="17463" tIns="0" rIns="17463"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173A69DF-2C46-4E79-8D87-3E92C68D61BE}" type="datetime'''''''''''''''''''''''2''''''''''''''''''''''''%'''''">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2%</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02" name="Text Placeholder 2">
            <a:extLst>
              <a:ext uri="{FF2B5EF4-FFF2-40B4-BE49-F238E27FC236}">
                <a16:creationId xmlns:a16="http://schemas.microsoft.com/office/drawing/2014/main" id="{0D53DBAB-3E0C-038E-7A52-7DAD4D63F21F}"/>
              </a:ext>
            </a:extLst>
          </p:cNvPr>
          <p:cNvSpPr>
            <a:spLocks noGrp="1"/>
          </p:cNvSpPr>
          <p:nvPr>
            <p:custDataLst>
              <p:tags r:id="rId41"/>
            </p:custDataLst>
          </p:nvPr>
        </p:nvSpPr>
        <p:spPr bwMode="auto">
          <a:xfrm>
            <a:off x="1600200" y="5741988"/>
            <a:ext cx="681038" cy="3048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square" lIns="0" tIns="0" rIns="0" bIns="0" rtlCol="0" anchor="t">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Clr>
                <a:schemeClr val="tx1"/>
              </a:buClr>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Clr>
                <a:schemeClr val="tx1"/>
              </a:buClr>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Clr>
                <a:schemeClr val="tx1"/>
              </a:buClr>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6pPr>
            <a:lvl7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7pPr>
            <a:lvl8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8pPr>
            <a:lvl9pPr marL="914400" indent="0" algn="l" defTabSz="914400" rtl="0" eaLnBrk="1" latinLnBrk="0" hangingPunct="1">
              <a:lnSpc>
                <a:spcPct val="100000"/>
              </a:lnSpc>
              <a:spcBef>
                <a:spcPts val="0"/>
              </a:spcBef>
              <a:spcAft>
                <a:spcPts val="300"/>
              </a:spcAft>
              <a:buSzPct val="100000"/>
              <a:buFont typeface="Arial" panose="020B0604020202020204" pitchFamily="34" charset="0"/>
              <a:buNone/>
              <a:defRPr sz="1600" kern="1200">
                <a:solidFill>
                  <a:schemeClr val="tx1"/>
                </a:solidFill>
                <a:latin typeface="+mn-lt"/>
                <a:ea typeface="+mn-ea"/>
                <a:cs typeface="Arial" panose="020B0604020202020204" pitchFamily="34" charset="0"/>
              </a:defRPr>
            </a:lvl9pPr>
          </a:lstStyle>
          <a:p>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D22F4F17-0B19-4C49-963D-5A81660BB163}" type="datetime'Futu''''''r''''''''''e (wit''h'' A''g''''''''''entic AI)'">
              <a:rPr kumimoji="0" lang="en-US" altLang="en-US" sz="10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ctr"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Future (with Agentic AI)</a:t>
            </a:fld>
            <a:endPar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03" name="Rectangle 102">
            <a:extLst>
              <a:ext uri="{FF2B5EF4-FFF2-40B4-BE49-F238E27FC236}">
                <a16:creationId xmlns:a16="http://schemas.microsoft.com/office/drawing/2014/main" id="{A5A96783-56F9-F0B4-9E74-3DC77E40CEB3}"/>
              </a:ext>
            </a:extLst>
          </p:cNvPr>
          <p:cNvSpPr/>
          <p:nvPr>
            <p:custDataLst>
              <p:tags r:id="rId42"/>
            </p:custDataLst>
          </p:nvPr>
        </p:nvSpPr>
        <p:spPr bwMode="auto">
          <a:xfrm>
            <a:off x="6153150" y="1328738"/>
            <a:ext cx="109538" cy="109538"/>
          </a:xfrm>
          <a:prstGeom prst="rect">
            <a:avLst/>
          </a:prstGeom>
          <a:solidFill>
            <a:srgbClr val="FFFFFF"/>
          </a:solidFill>
          <a:ln w="9525" cap="sq" cmpd="sng" algn="ctr">
            <a:solidFill>
              <a:srgbClr val="000000"/>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04" name="Rectangle 103">
            <a:extLst>
              <a:ext uri="{FF2B5EF4-FFF2-40B4-BE49-F238E27FC236}">
                <a16:creationId xmlns:a16="http://schemas.microsoft.com/office/drawing/2014/main" id="{33A10565-3FD8-0060-17EE-7D44893FBAC4}"/>
              </a:ext>
            </a:extLst>
          </p:cNvPr>
          <p:cNvSpPr/>
          <p:nvPr>
            <p:custDataLst>
              <p:tags r:id="rId43"/>
            </p:custDataLst>
          </p:nvPr>
        </p:nvSpPr>
        <p:spPr bwMode="auto">
          <a:xfrm>
            <a:off x="6153150" y="1501775"/>
            <a:ext cx="109538" cy="109538"/>
          </a:xfrm>
          <a:prstGeom prst="rect">
            <a:avLst/>
          </a:prstGeom>
          <a:solidFill>
            <a:schemeClr val="accent3"/>
          </a:solidFill>
          <a:ln w="9525" cap="sq" cmpd="sng" algn="ctr">
            <a:solidFill>
              <a:srgbClr val="FFFFFF"/>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05" name="Rectangle 104">
            <a:extLst>
              <a:ext uri="{FF2B5EF4-FFF2-40B4-BE49-F238E27FC236}">
                <a16:creationId xmlns:a16="http://schemas.microsoft.com/office/drawing/2014/main" id="{FF69DD8E-ED44-B5F7-9E5D-1023800E07D7}"/>
              </a:ext>
            </a:extLst>
          </p:cNvPr>
          <p:cNvSpPr/>
          <p:nvPr>
            <p:custDataLst>
              <p:tags r:id="rId44"/>
            </p:custDataLst>
          </p:nvPr>
        </p:nvSpPr>
        <p:spPr bwMode="auto">
          <a:xfrm>
            <a:off x="7761288" y="1328738"/>
            <a:ext cx="109538" cy="109538"/>
          </a:xfrm>
          <a:prstGeom prst="rect">
            <a:avLst/>
          </a:prstGeom>
          <a:solidFill>
            <a:schemeClr val="accent6"/>
          </a:solidFill>
          <a:ln w="9525" cap="sq" cmpd="sng" algn="ctr">
            <a:solidFill>
              <a:srgbClr val="FFFFFF"/>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06" name="Rectangle 105">
            <a:extLst>
              <a:ext uri="{FF2B5EF4-FFF2-40B4-BE49-F238E27FC236}">
                <a16:creationId xmlns:a16="http://schemas.microsoft.com/office/drawing/2014/main" id="{99CA45DE-EF98-FD0D-2A94-3869BB76E4B8}"/>
              </a:ext>
            </a:extLst>
          </p:cNvPr>
          <p:cNvSpPr/>
          <p:nvPr>
            <p:custDataLst>
              <p:tags r:id="rId45"/>
            </p:custDataLst>
          </p:nvPr>
        </p:nvSpPr>
        <p:spPr bwMode="auto">
          <a:xfrm>
            <a:off x="7761288" y="1501775"/>
            <a:ext cx="109538" cy="109538"/>
          </a:xfrm>
          <a:prstGeom prst="rect">
            <a:avLst/>
          </a:prstGeom>
          <a:solidFill>
            <a:srgbClr val="1537BA"/>
          </a:solidFill>
          <a:ln w="9525" cap="sq" cmpd="sng" algn="ctr">
            <a:solidFill>
              <a:srgbClr val="FFFFFF"/>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07" name="Rectangle 106">
            <a:extLst>
              <a:ext uri="{FF2B5EF4-FFF2-40B4-BE49-F238E27FC236}">
                <a16:creationId xmlns:a16="http://schemas.microsoft.com/office/drawing/2014/main" id="{B49D24BF-81A7-EB5B-83D6-24B05421BAC0}"/>
              </a:ext>
            </a:extLst>
          </p:cNvPr>
          <p:cNvSpPr/>
          <p:nvPr>
            <p:custDataLst>
              <p:tags r:id="rId46"/>
            </p:custDataLst>
          </p:nvPr>
        </p:nvSpPr>
        <p:spPr bwMode="auto">
          <a:xfrm>
            <a:off x="9144000" y="1328738"/>
            <a:ext cx="109538" cy="109538"/>
          </a:xfrm>
          <a:prstGeom prst="rect">
            <a:avLst/>
          </a:prstGeom>
          <a:solidFill>
            <a:srgbClr val="C3E6FD"/>
          </a:solidFill>
          <a:ln w="9525" cap="sq" cmpd="sng" algn="ctr">
            <a:solidFill>
              <a:srgbClr val="FFFFFF"/>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219" name="Rectangle 218">
            <a:extLst>
              <a:ext uri="{FF2B5EF4-FFF2-40B4-BE49-F238E27FC236}">
                <a16:creationId xmlns:a16="http://schemas.microsoft.com/office/drawing/2014/main" id="{1FD37827-9C48-D590-B746-D3B6397306D6}"/>
              </a:ext>
            </a:extLst>
          </p:cNvPr>
          <p:cNvSpPr/>
          <p:nvPr>
            <p:custDataLst>
              <p:tags r:id="rId47"/>
            </p:custDataLst>
          </p:nvPr>
        </p:nvSpPr>
        <p:spPr bwMode="auto">
          <a:xfrm>
            <a:off x="9144000" y="1501775"/>
            <a:ext cx="109538" cy="109538"/>
          </a:xfrm>
          <a:prstGeom prst="rect">
            <a:avLst/>
          </a:prstGeom>
          <a:solidFill>
            <a:schemeClr val="accent2"/>
          </a:solidFill>
          <a:ln w="9525" cap="sq" cmpd="sng" algn="ctr">
            <a:solidFill>
              <a:srgbClr val="FFFFFF"/>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211" name="Rectangle 210">
            <a:extLst>
              <a:ext uri="{FF2B5EF4-FFF2-40B4-BE49-F238E27FC236}">
                <a16:creationId xmlns:a16="http://schemas.microsoft.com/office/drawing/2014/main" id="{B7055675-3D29-6DE6-18E0-17FC7A508CFB}"/>
              </a:ext>
            </a:extLst>
          </p:cNvPr>
          <p:cNvSpPr/>
          <p:nvPr>
            <p:custDataLst>
              <p:tags r:id="rId48"/>
            </p:custDataLst>
          </p:nvPr>
        </p:nvSpPr>
        <p:spPr bwMode="auto">
          <a:xfrm>
            <a:off x="10031413" y="1328738"/>
            <a:ext cx="109538" cy="109538"/>
          </a:xfrm>
          <a:prstGeom prst="rect">
            <a:avLst/>
          </a:prstGeom>
          <a:solidFill>
            <a:srgbClr val="061F79"/>
          </a:solidFill>
          <a:ln w="9525" cap="sq" cmpd="sng" algn="ctr">
            <a:solidFill>
              <a:srgbClr val="FFFFFF"/>
            </a:solid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600" b="0" i="0" u="none" strike="noStrike" kern="1200" cap="none" spc="0" normalizeH="0" baseline="0" noProof="0" err="1">
              <a:ln>
                <a:noFill/>
              </a:ln>
              <a:solidFill>
                <a:srgbClr val="FFFFFF"/>
              </a:solidFill>
              <a:effectLst/>
              <a:uLnTx/>
              <a:uFillTx/>
              <a:latin typeface="Arial"/>
              <a:ea typeface="+mn-ea"/>
              <a:cs typeface="+mn-cs"/>
            </a:endParaRPr>
          </a:p>
        </p:txBody>
      </p:sp>
      <p:sp>
        <p:nvSpPr>
          <p:cNvPr id="108" name="Text Placeholder 2">
            <a:extLst>
              <a:ext uri="{FF2B5EF4-FFF2-40B4-BE49-F238E27FC236}">
                <a16:creationId xmlns:a16="http://schemas.microsoft.com/office/drawing/2014/main" id="{DA45363D-0EB9-9932-4FF0-C535A58EAA96}"/>
              </a:ext>
            </a:extLst>
          </p:cNvPr>
          <p:cNvSpPr>
            <a:spLocks noGrp="1"/>
          </p:cNvSpPr>
          <p:nvPr>
            <p:custDataLst>
              <p:tags r:id="rId49"/>
            </p:custDataLst>
          </p:nvPr>
        </p:nvSpPr>
        <p:spPr bwMode="auto">
          <a:xfrm>
            <a:off x="6313488" y="1325563"/>
            <a:ext cx="13462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D833BEA9-8FCD-4C6B-930F-023B2F0C691D}" type="datetime'''Fre''''ed'' up'' t''''ime ''''''f''ro''''m ''''''AI/agentic'">
              <a:rPr kumimoji="0" lang="en-US" altLang="en-US" sz="8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Freed up time from AI/agentic</a:t>
            </a:fld>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09" name="Text Placeholder 2">
            <a:extLst>
              <a:ext uri="{FF2B5EF4-FFF2-40B4-BE49-F238E27FC236}">
                <a16:creationId xmlns:a16="http://schemas.microsoft.com/office/drawing/2014/main" id="{684F5040-CEED-25CB-9E66-F8F5042F1646}"/>
              </a:ext>
            </a:extLst>
          </p:cNvPr>
          <p:cNvSpPr>
            <a:spLocks noGrp="1"/>
          </p:cNvSpPr>
          <p:nvPr>
            <p:custDataLst>
              <p:tags r:id="rId50"/>
            </p:custDataLst>
          </p:nvPr>
        </p:nvSpPr>
        <p:spPr bwMode="auto">
          <a:xfrm>
            <a:off x="6313488" y="1498600"/>
            <a:ext cx="105092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F49797C0-00CE-481D-8F64-1FF317958C52}" type="datetime'O''''r''der ''''intak''e &amp;'' ''c''r''e''a''''t''''i''o''''n'''">
              <a:rPr kumimoji="0" lang="en-US" altLang="en-US" sz="8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Order intake &amp; creation</a:t>
            </a:fld>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0" name="Text Placeholder 2">
            <a:extLst>
              <a:ext uri="{FF2B5EF4-FFF2-40B4-BE49-F238E27FC236}">
                <a16:creationId xmlns:a16="http://schemas.microsoft.com/office/drawing/2014/main" id="{C53AFB98-B190-A4F3-D145-A4648C74C8A0}"/>
              </a:ext>
            </a:extLst>
          </p:cNvPr>
          <p:cNvSpPr>
            <a:spLocks noGrp="1"/>
          </p:cNvSpPr>
          <p:nvPr>
            <p:custDataLst>
              <p:tags r:id="rId51"/>
            </p:custDataLst>
          </p:nvPr>
        </p:nvSpPr>
        <p:spPr bwMode="auto">
          <a:xfrm>
            <a:off x="7921625" y="1325563"/>
            <a:ext cx="112077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E0FDA51D-30BF-430B-8C05-44DC5501F1E6}" type="datetime'Orde''r v''''''isib''''i''lit''y ''''''''&amp;'' ''tr''ack''in''g'">
              <a:rPr kumimoji="0" lang="en-US" altLang="en-US" sz="8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Order visibility &amp; tracking</a:t>
            </a:fld>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1" name="Text Placeholder 2">
            <a:extLst>
              <a:ext uri="{FF2B5EF4-FFF2-40B4-BE49-F238E27FC236}">
                <a16:creationId xmlns:a16="http://schemas.microsoft.com/office/drawing/2014/main" id="{2840C20F-9739-70DD-014F-18D10D90BEA9}"/>
              </a:ext>
            </a:extLst>
          </p:cNvPr>
          <p:cNvSpPr>
            <a:spLocks noGrp="1"/>
          </p:cNvSpPr>
          <p:nvPr>
            <p:custDataLst>
              <p:tags r:id="rId52"/>
            </p:custDataLst>
          </p:nvPr>
        </p:nvSpPr>
        <p:spPr bwMode="auto">
          <a:xfrm>
            <a:off x="7921625" y="1498600"/>
            <a:ext cx="10842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94A201B-BF28-49F7-AF21-BCBEBFE43302}" type="datetime'''R''e''pl''''ac''eme''''n''t'''''''' &amp; ''Ret''u''rn''''s'">
              <a:rPr kumimoji="0" lang="en-US" altLang="en-US" sz="8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Replacement &amp; Returns</a:t>
            </a:fld>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12" name="Text Placeholder 2">
            <a:extLst>
              <a:ext uri="{FF2B5EF4-FFF2-40B4-BE49-F238E27FC236}">
                <a16:creationId xmlns:a16="http://schemas.microsoft.com/office/drawing/2014/main" id="{316521E2-B244-090B-C2BB-B2F0A3E56731}"/>
              </a:ext>
            </a:extLst>
          </p:cNvPr>
          <p:cNvSpPr>
            <a:spLocks noGrp="1"/>
          </p:cNvSpPr>
          <p:nvPr>
            <p:custDataLst>
              <p:tags r:id="rId53"/>
            </p:custDataLst>
          </p:nvPr>
        </p:nvSpPr>
        <p:spPr bwMode="auto">
          <a:xfrm>
            <a:off x="9304338" y="1325563"/>
            <a:ext cx="24288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D3415D3D-B3CD-4A97-BAAE-1ADB8B5108C5}" type="datetime'''''''M''''''''''''''''''''''''''''''''''''''''''''''T''''S '">
              <a:rPr kumimoji="0" lang="en-US" altLang="en-US" sz="8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MTS </a:t>
            </a:fld>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14" name="Text Placeholder 2">
            <a:extLst>
              <a:ext uri="{FF2B5EF4-FFF2-40B4-BE49-F238E27FC236}">
                <a16:creationId xmlns:a16="http://schemas.microsoft.com/office/drawing/2014/main" id="{4E11F051-7357-DDC7-B599-C276E3103CE2}"/>
              </a:ext>
            </a:extLst>
          </p:cNvPr>
          <p:cNvSpPr>
            <a:spLocks noGrp="1"/>
          </p:cNvSpPr>
          <p:nvPr>
            <p:custDataLst>
              <p:tags r:id="rId54"/>
            </p:custDataLst>
          </p:nvPr>
        </p:nvSpPr>
        <p:spPr bwMode="auto">
          <a:xfrm>
            <a:off x="9304338" y="1498600"/>
            <a:ext cx="62547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47FE0E7E-4CD3-453B-ABA4-25747A665686}" type="datetime'''''''NS''''''P'''''' ''h''''''an''''''''''dling'''''''''">
              <a:rPr kumimoji="0" lang="en-US" altLang="en-US" sz="8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NSP handling</a:t>
            </a:fld>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206" name="Text Placeholder 2">
            <a:extLst>
              <a:ext uri="{FF2B5EF4-FFF2-40B4-BE49-F238E27FC236}">
                <a16:creationId xmlns:a16="http://schemas.microsoft.com/office/drawing/2014/main" id="{2B580D4F-3A79-B3C6-FCD0-AADE27307ADE}"/>
              </a:ext>
            </a:extLst>
          </p:cNvPr>
          <p:cNvSpPr>
            <a:spLocks noGrp="1"/>
          </p:cNvSpPr>
          <p:nvPr>
            <p:custDataLst>
              <p:tags r:id="rId55"/>
            </p:custDataLst>
          </p:nvPr>
        </p:nvSpPr>
        <p:spPr bwMode="auto">
          <a:xfrm>
            <a:off x="10191750" y="1325563"/>
            <a:ext cx="151923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a:lstStyle>
          <a:p>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fld id="{72F31B5F-6FC6-452A-A0C8-3ED85A4E1D7F}" type="datetime'Misc''''ell''a''n''''e''ous'' (m''ee''ti''ngs,'''' ''breaks)'">
              <a:rPr kumimoji="0" lang="en-US" altLang="en-US" sz="800" b="0" i="0" u="none" strike="noStrike" kern="1200" cap="none" spc="0" normalizeH="0" baseline="0" noProof="0" smtClean="0">
                <a:ln>
                  <a:noFill/>
                </a:ln>
                <a:solidFill>
                  <a:srgbClr val="000000"/>
                </a:solidFill>
                <a:effectLst/>
                <a:uLnTx/>
                <a:uFillTx/>
                <a:latin typeface="Arial"/>
                <a:ea typeface="+mn-ea"/>
                <a:cs typeface="Arial" panose="020B0604020202020204" pitchFamily="34" charset="0"/>
              </a:rPr>
              <a:pPr marL="0" marR="0" lvl="0" indent="0" algn="l" defTabSz="914400" rtl="0" eaLnBrk="1" fontAlgn="auto" latinLnBrk="0" hangingPunct="1">
                <a:lnSpc>
                  <a:spcPct val="100000"/>
                </a:lnSpc>
                <a:spcBef>
                  <a:spcPct val="0"/>
                </a:spcBef>
                <a:spcAft>
                  <a:spcPct val="0"/>
                </a:spcAft>
                <a:buClrTx/>
                <a:buSzTx/>
                <a:buFont typeface="Segoe UI" panose="020B0502040204020203" pitchFamily="34" charset="0"/>
                <a:buChar char="​"/>
                <a:tabLst/>
                <a:defRPr/>
              </a:pPr>
              <a:t>Miscellaneous (meetings, breaks)</a:t>
            </a:fld>
            <a:endPar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cxnSp>
        <p:nvCxnSpPr>
          <p:cNvPr id="136" name="Straight Connector 135">
            <a:extLst>
              <a:ext uri="{FF2B5EF4-FFF2-40B4-BE49-F238E27FC236}">
                <a16:creationId xmlns:a16="http://schemas.microsoft.com/office/drawing/2014/main" id="{66A4EA6D-33DD-3378-5F29-24C0E9593EAF}"/>
              </a:ext>
            </a:extLst>
          </p:cNvPr>
          <p:cNvCxnSpPr>
            <a:cxnSpLocks/>
          </p:cNvCxnSpPr>
          <p:nvPr/>
        </p:nvCxnSpPr>
        <p:spPr>
          <a:xfrm flipV="1">
            <a:off x="4494213" y="1947863"/>
            <a:ext cx="3509963" cy="20638"/>
          </a:xfrm>
          <a:prstGeom prst="line">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5C6FA2AE-B362-38ED-6A4E-386D3E37485B}"/>
              </a:ext>
            </a:extLst>
          </p:cNvPr>
          <p:cNvCxnSpPr>
            <a:cxnSpLocks/>
          </p:cNvCxnSpPr>
          <p:nvPr/>
        </p:nvCxnSpPr>
        <p:spPr>
          <a:xfrm flipV="1">
            <a:off x="8321675" y="1952625"/>
            <a:ext cx="3330575" cy="17463"/>
          </a:xfrm>
          <a:prstGeom prst="line">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01AEB451-B68A-B86E-A220-1ED2EB2A7217}"/>
              </a:ext>
            </a:extLst>
          </p:cNvPr>
          <p:cNvCxnSpPr>
            <a:cxnSpLocks/>
          </p:cNvCxnSpPr>
          <p:nvPr/>
        </p:nvCxnSpPr>
        <p:spPr>
          <a:xfrm flipV="1">
            <a:off x="539750" y="1954213"/>
            <a:ext cx="3644900" cy="20638"/>
          </a:xfrm>
          <a:prstGeom prst="line">
            <a:avLst/>
          </a:prstGeom>
          <a:ln w="12700" cap="flat">
            <a:solidFill>
              <a:srgbClr val="757575"/>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 name="Oval 2">
            <a:extLst>
              <a:ext uri="{FF2B5EF4-FFF2-40B4-BE49-F238E27FC236}">
                <a16:creationId xmlns:a16="http://schemas.microsoft.com/office/drawing/2014/main" id="{02FA3A74-9243-686A-75DC-DB360E76FE80}"/>
              </a:ext>
            </a:extLst>
          </p:cNvPr>
          <p:cNvSpPr/>
          <p:nvPr/>
        </p:nvSpPr>
        <p:spPr>
          <a:xfrm>
            <a:off x="4556125" y="5981700"/>
            <a:ext cx="673100" cy="301625"/>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a:ea typeface="+mn-ea"/>
                <a:cs typeface="+mn-cs"/>
              </a:rPr>
              <a:t>~110</a:t>
            </a:r>
          </a:p>
        </p:txBody>
      </p:sp>
      <p:sp>
        <p:nvSpPr>
          <p:cNvPr id="9" name="Oval 8">
            <a:extLst>
              <a:ext uri="{FF2B5EF4-FFF2-40B4-BE49-F238E27FC236}">
                <a16:creationId xmlns:a16="http://schemas.microsoft.com/office/drawing/2014/main" id="{F93A9D09-80C7-B3AB-0762-8A9E152744D9}"/>
              </a:ext>
            </a:extLst>
          </p:cNvPr>
          <p:cNvSpPr/>
          <p:nvPr/>
        </p:nvSpPr>
        <p:spPr>
          <a:xfrm>
            <a:off x="8359775" y="5981700"/>
            <a:ext cx="673100" cy="301625"/>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a:ea typeface="+mn-ea"/>
                <a:cs typeface="+mn-cs"/>
              </a:rPr>
              <a:t>~40</a:t>
            </a:r>
          </a:p>
        </p:txBody>
      </p:sp>
      <p:sp>
        <p:nvSpPr>
          <p:cNvPr id="14" name="Oval 13">
            <a:extLst>
              <a:ext uri="{FF2B5EF4-FFF2-40B4-BE49-F238E27FC236}">
                <a16:creationId xmlns:a16="http://schemas.microsoft.com/office/drawing/2014/main" id="{1E045614-F47D-14EB-9BB0-06D5DFCAF935}"/>
              </a:ext>
            </a:extLst>
          </p:cNvPr>
          <p:cNvSpPr/>
          <p:nvPr/>
        </p:nvSpPr>
        <p:spPr>
          <a:xfrm>
            <a:off x="612775" y="5981700"/>
            <a:ext cx="673100" cy="301625"/>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r>
              <a:rPr kumimoji="0" lang="en-US" sz="1000" b="0" i="0" u="none" strike="noStrike" kern="1200" cap="none" spc="0" normalizeH="0" baseline="0" noProof="0">
                <a:ln>
                  <a:noFill/>
                </a:ln>
                <a:solidFill>
                  <a:srgbClr val="FFFFFF"/>
                </a:solidFill>
                <a:effectLst/>
                <a:uLnTx/>
                <a:uFillTx/>
                <a:latin typeface="Arial"/>
                <a:ea typeface="+mn-ea"/>
                <a:cs typeface="+mn-cs"/>
              </a:rPr>
              <a:t>~150</a:t>
            </a:r>
          </a:p>
        </p:txBody>
      </p:sp>
      <p:sp>
        <p:nvSpPr>
          <p:cNvPr id="130" name="Oval 129">
            <a:extLst>
              <a:ext uri="{FF2B5EF4-FFF2-40B4-BE49-F238E27FC236}">
                <a16:creationId xmlns:a16="http://schemas.microsoft.com/office/drawing/2014/main" id="{9CC6C0E2-19A7-7D9D-2945-D74EEECD44C0}"/>
              </a:ext>
            </a:extLst>
          </p:cNvPr>
          <p:cNvSpPr/>
          <p:nvPr/>
        </p:nvSpPr>
        <p:spPr>
          <a:xfrm>
            <a:off x="10171113" y="1530350"/>
            <a:ext cx="327025" cy="160338"/>
          </a:xfrm>
          <a:prstGeom prst="ellipse">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Arial"/>
              <a:ea typeface="+mn-ea"/>
              <a:cs typeface="+mn-cs"/>
            </a:endParaRPr>
          </a:p>
        </p:txBody>
      </p:sp>
      <p:sp>
        <p:nvSpPr>
          <p:cNvPr id="131" name="TextBox 130">
            <a:extLst>
              <a:ext uri="{FF2B5EF4-FFF2-40B4-BE49-F238E27FC236}">
                <a16:creationId xmlns:a16="http://schemas.microsoft.com/office/drawing/2014/main" id="{68ABFDC3-6BDC-55DE-447B-65D796F28331}"/>
              </a:ext>
            </a:extLst>
          </p:cNvPr>
          <p:cNvSpPr txBox="1"/>
          <p:nvPr/>
        </p:nvSpPr>
        <p:spPr>
          <a:xfrm>
            <a:off x="10550525" y="1536700"/>
            <a:ext cx="1006475" cy="153988"/>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Team size today</a:t>
            </a:r>
          </a:p>
        </p:txBody>
      </p:sp>
      <p:sp>
        <p:nvSpPr>
          <p:cNvPr id="121" name="TextBox 120">
            <a:extLst>
              <a:ext uri="{FF2B5EF4-FFF2-40B4-BE49-F238E27FC236}">
                <a16:creationId xmlns:a16="http://schemas.microsoft.com/office/drawing/2014/main" id="{63EF3BE4-ABD9-AB9D-B043-F2F68461993A}"/>
              </a:ext>
            </a:extLst>
          </p:cNvPr>
          <p:cNvSpPr txBox="1"/>
          <p:nvPr/>
        </p:nvSpPr>
        <p:spPr>
          <a:xfrm>
            <a:off x="6565900" y="2141538"/>
            <a:ext cx="1603375" cy="3877985"/>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marR="0" lvl="0" indent="-28575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TMs have the capabilities to take over SSR order activities </a:t>
            </a: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(e.g., post-order/NSP edits) given deep familiarity with the activities (e.g., some TMs do 15-20% of SSR ordering tasks today) and many TMs were previously SSRs</a:t>
            </a:r>
          </a:p>
          <a:p>
            <a:pPr marL="285750" marR="0" lvl="0" indent="-28575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Agentification of TM responsibilities frees up ~70% of time </a:t>
            </a: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which creates capacity to assume future state SSR order intake &amp; NSP-related responsibilities</a:t>
            </a:r>
          </a:p>
          <a:p>
            <a:pPr marL="285750" marR="0" lvl="0" indent="-28575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endPar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endParaRPr>
          </a:p>
        </p:txBody>
      </p:sp>
      <p:sp>
        <p:nvSpPr>
          <p:cNvPr id="122" name="TextBox 121">
            <a:extLst>
              <a:ext uri="{FF2B5EF4-FFF2-40B4-BE49-F238E27FC236}">
                <a16:creationId xmlns:a16="http://schemas.microsoft.com/office/drawing/2014/main" id="{5C1B9471-7EA8-E111-79B0-8EFFC3445B32}"/>
              </a:ext>
            </a:extLst>
          </p:cNvPr>
          <p:cNvSpPr txBox="1"/>
          <p:nvPr/>
        </p:nvSpPr>
        <p:spPr>
          <a:xfrm>
            <a:off x="10387786" y="2141538"/>
            <a:ext cx="1237477" cy="3123932"/>
          </a:xfrm>
          <a:prstGeom prst="rect">
            <a:avLst/>
          </a:prstGeom>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285750" marR="0" lvl="0" indent="-28575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CC perform order tracking activities for D2C channel</a:t>
            </a: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similar to SSR responsibility in B2B</a:t>
            </a:r>
          </a:p>
          <a:p>
            <a:pPr marL="285750" marR="0" lvl="0" indent="-28575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sz="1100" b="1"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Agentification</a:t>
            </a: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 of CC responsibilities frees up ~60% of time </a:t>
            </a: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which creates capacity to assume future state SSR order tracking responsibilities</a:t>
            </a:r>
          </a:p>
        </p:txBody>
      </p:sp>
      <p:cxnSp>
        <p:nvCxnSpPr>
          <p:cNvPr id="205" name="Connector: Elbow 204">
            <a:extLst>
              <a:ext uri="{FF2B5EF4-FFF2-40B4-BE49-F238E27FC236}">
                <a16:creationId xmlns:a16="http://schemas.microsoft.com/office/drawing/2014/main" id="{1567ADDB-1780-4751-8E5B-694E2B1718F1}"/>
              </a:ext>
            </a:extLst>
          </p:cNvPr>
          <p:cNvCxnSpPr>
            <a:cxnSpLocks/>
          </p:cNvCxnSpPr>
          <p:nvPr/>
        </p:nvCxnSpPr>
        <p:spPr>
          <a:xfrm flipV="1">
            <a:off x="2274888" y="4037805"/>
            <a:ext cx="7975600" cy="1023938"/>
          </a:xfrm>
          <a:prstGeom prst="bentConnector5">
            <a:avLst>
              <a:gd name="adj1" fmla="val 10048"/>
              <a:gd name="adj2" fmla="val -138425"/>
              <a:gd name="adj3" fmla="val 101422"/>
            </a:avLst>
          </a:prstGeom>
          <a:ln w="15875" cap="flat">
            <a:solidFill>
              <a:srgbClr val="0BDACB"/>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sp>
        <p:nvSpPr>
          <p:cNvPr id="270" name="3. Subtitle">
            <a:extLst>
              <a:ext uri="{FF2B5EF4-FFF2-40B4-BE49-F238E27FC236}">
                <a16:creationId xmlns:a16="http://schemas.microsoft.com/office/drawing/2014/main" id="{B02C8C01-C9D3-A6AC-9A2D-19408DA57110}"/>
              </a:ext>
            </a:extLst>
          </p:cNvPr>
          <p:cNvSpPr>
            <a:spLocks noGrp="1"/>
          </p:cNvSpPr>
          <p:nvPr>
            <p:ph type="subTitle" idx="1"/>
            <p:custDataLst>
              <p:tags r:id="rId56"/>
            </p:custDataLst>
          </p:nvPr>
        </p:nvSpPr>
        <p:spPr>
          <a:xfrm>
            <a:off x="554736" y="808765"/>
            <a:ext cx="11082528" cy="215444"/>
          </a:xfrm>
          <a:noFill/>
          <a:ln/>
          <a:extLst>
            <a:ext uri="{909E8E84-426E-40DD-AFC4-6F175D3DCCD1}">
              <a14:hiddenFill xmlns:a14="http://schemas.microsoft.com/office/drawing/2010/main">
                <a:solidFill>
                  <a:srgbClr val="FFFFFF"/>
                </a:solidFill>
              </a14:hiddenFill>
            </a:ext>
          </a:extLst>
        </p:spPr>
        <p:txBody>
          <a:bodyPr/>
          <a:lstStyle/>
          <a:p>
            <a:r>
              <a:rPr lang="en-US" sz="1400"/>
              <a:t>Scenario assumes the upper bound of Horizon 3’s time savings and a constant workload volume in future-state</a:t>
            </a:r>
          </a:p>
        </p:txBody>
      </p:sp>
      <p:cxnSp>
        <p:nvCxnSpPr>
          <p:cNvPr id="271" name="Connector: Elbow 270">
            <a:extLst>
              <a:ext uri="{FF2B5EF4-FFF2-40B4-BE49-F238E27FC236}">
                <a16:creationId xmlns:a16="http://schemas.microsoft.com/office/drawing/2014/main" id="{80F6E852-9C28-20CA-CC27-05EDE07C9C20}"/>
              </a:ext>
            </a:extLst>
          </p:cNvPr>
          <p:cNvCxnSpPr>
            <a:cxnSpLocks/>
          </p:cNvCxnSpPr>
          <p:nvPr/>
        </p:nvCxnSpPr>
        <p:spPr>
          <a:xfrm flipV="1">
            <a:off x="2106613" y="4191882"/>
            <a:ext cx="4157663" cy="692150"/>
          </a:xfrm>
          <a:prstGeom prst="bentConnector5">
            <a:avLst>
              <a:gd name="adj1" fmla="val 26015"/>
              <a:gd name="adj2" fmla="val -210469"/>
              <a:gd name="adj3" fmla="val 105498"/>
            </a:avLst>
          </a:prstGeom>
          <a:ln w="15875" cap="flat">
            <a:solidFill>
              <a:srgbClr val="2251FF"/>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sp>
        <p:nvSpPr>
          <p:cNvPr id="162" name="TextBox 161">
            <a:extLst>
              <a:ext uri="{FF2B5EF4-FFF2-40B4-BE49-F238E27FC236}">
                <a16:creationId xmlns:a16="http://schemas.microsoft.com/office/drawing/2014/main" id="{9AC7750F-3A8B-7020-F09A-01EEE41A399D}"/>
              </a:ext>
            </a:extLst>
          </p:cNvPr>
          <p:cNvSpPr txBox="1"/>
          <p:nvPr/>
        </p:nvSpPr>
        <p:spPr>
          <a:xfrm>
            <a:off x="2828695" y="2141538"/>
            <a:ext cx="1411518" cy="2616101"/>
          </a:xfrm>
          <a:prstGeom prst="rect">
            <a:avLst/>
          </a:prstGeom>
          <a:solidFill>
            <a:schemeClr val="bg1"/>
          </a:solidFill>
        </p:spPr>
        <p:txBody>
          <a:bodyPr vert="horz" wrap="square" lIns="0" tIns="0" rIns="0" bIns="0" rtlCol="0">
            <a:spAutoFit/>
          </a:bodyPr>
          <a:lstStyle>
            <a:lvl1pPr lvl="0" indent="0">
              <a:lnSpc>
                <a:spcPct val="100000"/>
              </a:lnSpc>
              <a:spcBef>
                <a:spcPts val="300"/>
              </a:spcBef>
              <a:spcAft>
                <a:spcPts val="300"/>
              </a:spcAft>
              <a:buFont typeface="Segoe UI" panose="020B0502040204020203" pitchFamily="34" charset="0"/>
              <a:buChar char="​"/>
              <a:defRPr sz="1600">
                <a:cs typeface="Arial" panose="020B0604020202020204" pitchFamily="34" charset="0"/>
              </a:defRPr>
            </a:lvl1pPr>
            <a:lvl2pPr marL="228600" lvl="1"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lvl="2"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lvl="3"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lvl="4"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171450" marR="0" lvl="0" indent="-17145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intake &amp; NSP handling tasks combined shrink to ~10% of SSR time </a:t>
            </a: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in future state, strengthening </a:t>
            </a:r>
            <a:r>
              <a:rPr kumimoji="0" lang="en-US" sz="1100" b="0" i="0" u="none" strike="noStrike" kern="1200" cap="none" spc="0" normalizeH="0" baseline="0" noProof="0" err="1">
                <a:ln>
                  <a:noFill/>
                </a:ln>
                <a:solidFill>
                  <a:srgbClr val="000000"/>
                </a:solidFill>
                <a:effectLst/>
                <a:uLnTx/>
                <a:uFillTx/>
                <a:latin typeface="Arial"/>
                <a:ea typeface="+mn-ea"/>
                <a:cs typeface="Arial" panose="020B0604020202020204" pitchFamily="34" charset="0"/>
              </a:rPr>
              <a:t>oppt</a:t>
            </a: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 for process consolidation within TM responsibilities</a:t>
            </a:r>
          </a:p>
          <a:p>
            <a:pPr marL="171450" marR="0" lvl="0" indent="-171450" algn="l" defTabSz="9144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US" sz="1100" b="1" i="0" u="none" strike="noStrike" kern="1200" cap="none" spc="0" normalizeH="0" baseline="0" noProof="0">
                <a:ln>
                  <a:noFill/>
                </a:ln>
                <a:solidFill>
                  <a:srgbClr val="000000"/>
                </a:solidFill>
                <a:effectLst/>
                <a:uLnTx/>
                <a:uFillTx/>
                <a:latin typeface="Arial"/>
                <a:ea typeface="+mn-ea"/>
                <a:cs typeface="Arial" panose="020B0604020202020204" pitchFamily="34" charset="0"/>
              </a:rPr>
              <a:t>Order tracking activities shrink to &lt;10% of SSR time in future state, </a:t>
            </a:r>
            <a:r>
              <a:rPr kumimoji="0" lang="en-US" sz="11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easily absorbed by CC pod</a:t>
            </a:r>
          </a:p>
        </p:txBody>
      </p:sp>
      <p:cxnSp>
        <p:nvCxnSpPr>
          <p:cNvPr id="6" name="Connector: Elbow 5">
            <a:extLst>
              <a:ext uri="{FF2B5EF4-FFF2-40B4-BE49-F238E27FC236}">
                <a16:creationId xmlns:a16="http://schemas.microsoft.com/office/drawing/2014/main" id="{F0DCCAF4-9C4E-94B1-CD7D-130F744913F6}"/>
              </a:ext>
            </a:extLst>
          </p:cNvPr>
          <p:cNvCxnSpPr>
            <a:cxnSpLocks/>
          </p:cNvCxnSpPr>
          <p:nvPr/>
        </p:nvCxnSpPr>
        <p:spPr>
          <a:xfrm flipV="1">
            <a:off x="2260600" y="4549774"/>
            <a:ext cx="3235325" cy="820329"/>
          </a:xfrm>
          <a:prstGeom prst="bentConnector3">
            <a:avLst>
              <a:gd name="adj1" fmla="val 62341"/>
            </a:avLst>
          </a:prstGeom>
          <a:ln w="15875" cap="flat">
            <a:solidFill>
              <a:srgbClr val="00A9F4"/>
            </a:solidFill>
            <a:prstDash val="dash"/>
            <a:miter lim="800000"/>
            <a:tailEnd type="triangle"/>
          </a:ln>
        </p:spPr>
        <p:style>
          <a:lnRef idx="1">
            <a:schemeClr val="accent1"/>
          </a:lnRef>
          <a:fillRef idx="0">
            <a:schemeClr val="accent1"/>
          </a:fillRef>
          <a:effectRef idx="0">
            <a:schemeClr val="accent1"/>
          </a:effectRef>
          <a:fontRef idx="minor">
            <a:schemeClr val="tx1"/>
          </a:fontRef>
        </p:style>
      </p:cxnSp>
      <p:grpSp>
        <p:nvGrpSpPr>
          <p:cNvPr id="13" name="sticker">
            <a:extLst>
              <a:ext uri="{FF2B5EF4-FFF2-40B4-BE49-F238E27FC236}">
                <a16:creationId xmlns:a16="http://schemas.microsoft.com/office/drawing/2014/main" id="{FE9FEECD-B1C0-DC24-DEBE-C3A84C91B4CB}"/>
              </a:ext>
            </a:extLst>
          </p:cNvPr>
          <p:cNvGrpSpPr/>
          <p:nvPr/>
        </p:nvGrpSpPr>
        <p:grpSpPr>
          <a:xfrm>
            <a:off x="558192" y="1362843"/>
            <a:ext cx="859210" cy="156966"/>
            <a:chOff x="558192" y="1289273"/>
            <a:chExt cx="859210" cy="156966"/>
          </a:xfrm>
        </p:grpSpPr>
        <p:sp>
          <p:nvSpPr>
            <p:cNvPr id="10" name="StickerRectangle">
              <a:extLst>
                <a:ext uri="{FF2B5EF4-FFF2-40B4-BE49-F238E27FC236}">
                  <a16:creationId xmlns:a16="http://schemas.microsoft.com/office/drawing/2014/main" id="{10C212AA-EE92-5507-8A4E-D956F7150F12}"/>
                </a:ext>
              </a:extLst>
            </p:cNvPr>
            <p:cNvSpPr>
              <a:spLocks noChangeArrowheads="1"/>
            </p:cNvSpPr>
            <p:nvPr userDrawn="1"/>
          </p:nvSpPr>
          <p:spPr bwMode="gray">
            <a:xfrm>
              <a:off x="558192" y="1289273"/>
              <a:ext cx="859210" cy="156966"/>
            </a:xfrm>
            <a:prstGeom prst="leftRightArrow">
              <a:avLst>
                <a:gd name="adj1" fmla="val 100000"/>
                <a:gd name="adj2" fmla="val 0"/>
              </a:avLst>
            </a:prstGeom>
            <a:no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marL="0" marR="0" lvl="0" indent="0" algn="l" defTabSz="1193860" rtl="0" eaLnBrk="1" fontAlgn="auto" latinLnBrk="0" hangingPunct="1">
                <a:lnSpc>
                  <a:spcPct val="100000"/>
                </a:lnSpc>
                <a:spcBef>
                  <a:spcPts val="0"/>
                </a:spcBef>
                <a:spcAft>
                  <a:spcPts val="0"/>
                </a:spcAft>
                <a:buClr>
                  <a:srgbClr val="FFFFFF"/>
                </a:buClr>
                <a:buSzTx/>
                <a:buFontTx/>
                <a:buNone/>
                <a:tabLst/>
                <a:defRPr/>
              </a:pPr>
              <a:r>
                <a:rPr kumimoji="0" lang="en-US" sz="900" b="1" i="0" u="none" strike="noStrike" kern="1200" cap="none" spc="50" normalizeH="0" baseline="0" noProof="0">
                  <a:ln w="3175">
                    <a:noFill/>
                  </a:ln>
                  <a:solidFill>
                    <a:srgbClr val="000000"/>
                  </a:solidFill>
                  <a:effectLst/>
                  <a:uLnTx/>
                  <a:uFillTx/>
                  <a:latin typeface="Arial"/>
                  <a:ea typeface="+mn-ea"/>
                  <a:cs typeface="+mn-cs"/>
                </a:rPr>
                <a:t>DIRECTIONAL</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cxnSp>
          <p:nvCxnSpPr>
            <p:cNvPr id="12" name="StickerUnderline">
              <a:extLst>
                <a:ext uri="{FF2B5EF4-FFF2-40B4-BE49-F238E27FC236}">
                  <a16:creationId xmlns:a16="http://schemas.microsoft.com/office/drawing/2014/main" id="{9ACA22D0-4643-EADD-F8F8-E003B1D808B5}"/>
                </a:ext>
              </a:extLst>
            </p:cNvPr>
            <p:cNvCxnSpPr>
              <a:cxnSpLocks noChangeShapeType="1"/>
              <a:stCxn id="10" idx="4"/>
              <a:endCxn id="10" idx="6"/>
            </p:cNvCxnSpPr>
            <p:nvPr/>
          </p:nvCxnSpPr>
          <p:spPr bwMode="gray">
            <a:xfrm>
              <a:off x="558192" y="1446239"/>
              <a:ext cx="859210"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103113823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c90ee1e1-c015-415f-8aa1-dd21303cc84c"/>
  <p:tag name="NEWVI" val="true"/>
  <p:tag name="TEMPLATELASTEDITTED" val="2019-02-25 12:05 PM"/>
  <p:tag name="TEMPLATECREATED" val="2019-02-27 01:18 PM"/>
  <p:tag name="TEMPLATEVERSION" val="3"/>
  <p:tag name="BLUEONEFOURTHTITLEFONTCOLORFIXED" val="true"/>
  <p:tag name="DARKLAYOUTNAMESCHANGEDTOCONTRAST" val="true"/>
  <p:tag name="THINKCELLPRESENTATIONDONOTDELETE" val="&lt;?xml version=&quot;1.0&quot; encoding=&quot;UTF-16&quot; standalone=&quot;yes&quot;?&gt;&lt;root reqver=&quot;25060&quot;&gt;&lt;version val=&quot;28144&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1-%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THINKCELLUNDODONOTDELETE" val="0"/>
  <p:tag name="TEMPLATELASTEDITED" val="2024-05-30 01:34 PM"/>
  <p:tag name="LINKEDPICTURESLINKREMOVED" val="Tru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5.xml><?xml version="1.0" encoding="utf-8"?>
<p:tagLst xmlns:a="http://schemas.openxmlformats.org/drawingml/2006/main" xmlns:r="http://schemas.openxmlformats.org/officeDocument/2006/relationships" xmlns:p="http://schemas.openxmlformats.org/presentationml/2006/main">
  <p:tag name="SHAPENAME" val="4. Footnote"/>
</p:tagLst>
</file>

<file path=ppt/tags/tag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xml><?xml version="1.0" encoding="utf-8"?>
<p:tagLst xmlns:a="http://schemas.openxmlformats.org/drawingml/2006/main" xmlns:r="http://schemas.openxmlformats.org/officeDocument/2006/relationships" xmlns:p="http://schemas.openxmlformats.org/presentationml/2006/main">
  <p:tag name="SHAPENAME" val="Grid"/>
</p:tagLst>
</file>

<file path=ppt/tags/tag8.xml><?xml version="1.0" encoding="utf-8"?>
<p:tagLst xmlns:a="http://schemas.openxmlformats.org/drawingml/2006/main" xmlns:r="http://schemas.openxmlformats.org/officeDocument/2006/relationships" xmlns:p="http://schemas.openxmlformats.org/presentationml/2006/main">
  <p:tag name="NAME" val="Moon"/>
</p:tagLst>
</file>

<file path=ppt/tags/tag9.xml><?xml version="1.0" encoding="utf-8"?>
<p:tagLst xmlns:a="http://schemas.openxmlformats.org/drawingml/2006/main" xmlns:r="http://schemas.openxmlformats.org/officeDocument/2006/relationships" xmlns:p="http://schemas.openxmlformats.org/presentationml/2006/main">
  <p:tag name="NAME" val="Moon"/>
</p:tagLst>
</file>

<file path=ppt/tags/tag10.xml><?xml version="1.0" encoding="utf-8"?>
<p:tagLst xmlns:a="http://schemas.openxmlformats.org/drawingml/2006/main" xmlns:r="http://schemas.openxmlformats.org/officeDocument/2006/relationships" xmlns:p="http://schemas.openxmlformats.org/presentationml/2006/main">
  <p:tag name="NAME" val="Moon"/>
</p:tagLst>
</file>

<file path=ppt/tags/tag11.xml><?xml version="1.0" encoding="utf-8"?>
<p:tagLst xmlns:a="http://schemas.openxmlformats.org/drawingml/2006/main" xmlns:r="http://schemas.openxmlformats.org/officeDocument/2006/relationships" xmlns:p="http://schemas.openxmlformats.org/presentationml/2006/main">
  <p:tag name="NAME" val="Moon"/>
</p:tagLst>
</file>

<file path=ppt/tags/tag12.xml><?xml version="1.0" encoding="utf-8"?>
<p:tagLst xmlns:a="http://schemas.openxmlformats.org/drawingml/2006/main" xmlns:r="http://schemas.openxmlformats.org/officeDocument/2006/relationships" xmlns:p="http://schemas.openxmlformats.org/presentationml/2006/main">
  <p:tag name="NAME" val="Moon"/>
</p:tagLst>
</file>

<file path=ppt/tags/tag13.xml><?xml version="1.0" encoding="utf-8"?>
<p:tagLst xmlns:a="http://schemas.openxmlformats.org/drawingml/2006/main" xmlns:r="http://schemas.openxmlformats.org/officeDocument/2006/relationships" xmlns:p="http://schemas.openxmlformats.org/presentationml/2006/main">
  <p:tag name="ANGLE" val="5"/>
</p:tagLst>
</file>

<file path=ppt/tags/tag14.xml><?xml version="1.0" encoding="utf-8"?>
<p:tagLst xmlns:a="http://schemas.openxmlformats.org/drawingml/2006/main" xmlns:r="http://schemas.openxmlformats.org/officeDocument/2006/relationships" xmlns:p="http://schemas.openxmlformats.org/presentationml/2006/main">
  <p:tag name="ANGLE" val="5"/>
</p:tagLst>
</file>

<file path=ppt/tags/tag15.xml><?xml version="1.0" encoding="utf-8"?>
<p:tagLst xmlns:a="http://schemas.openxmlformats.org/drawingml/2006/main" xmlns:r="http://schemas.openxmlformats.org/officeDocument/2006/relationships" xmlns:p="http://schemas.openxmlformats.org/presentationml/2006/main">
  <p:tag name="ANGLE" val="4"/>
</p:tagLst>
</file>

<file path=ppt/tags/tag16.xml><?xml version="1.0" encoding="utf-8"?>
<p:tagLst xmlns:a="http://schemas.openxmlformats.org/drawingml/2006/main" xmlns:r="http://schemas.openxmlformats.org/officeDocument/2006/relationships" xmlns:p="http://schemas.openxmlformats.org/presentationml/2006/main">
  <p:tag name="ANGLE" val="4"/>
</p:tagLst>
</file>

<file path=ppt/tags/tag17.xml><?xml version="1.0" encoding="utf-8"?>
<p:tagLst xmlns:a="http://schemas.openxmlformats.org/drawingml/2006/main" xmlns:r="http://schemas.openxmlformats.org/officeDocument/2006/relationships" xmlns:p="http://schemas.openxmlformats.org/presentationml/2006/main">
  <p:tag name="ANGLE" val="3"/>
</p:tagLst>
</file>

<file path=ppt/tags/tag18.xml><?xml version="1.0" encoding="utf-8"?>
<p:tagLst xmlns:a="http://schemas.openxmlformats.org/drawingml/2006/main" xmlns:r="http://schemas.openxmlformats.org/officeDocument/2006/relationships" xmlns:p="http://schemas.openxmlformats.org/presentationml/2006/main">
  <p:tag name="ANGLE" val="3"/>
</p:tagLst>
</file>

<file path=ppt/tags/tag19.xml><?xml version="1.0" encoding="utf-8"?>
<p:tagLst xmlns:a="http://schemas.openxmlformats.org/drawingml/2006/main" xmlns:r="http://schemas.openxmlformats.org/officeDocument/2006/relationships" xmlns:p="http://schemas.openxmlformats.org/presentationml/2006/main">
  <p:tag name="ANGLE" val="2"/>
</p:tagLst>
</file>

<file path=ppt/tags/tag20.xml><?xml version="1.0" encoding="utf-8"?>
<p:tagLst xmlns:a="http://schemas.openxmlformats.org/drawingml/2006/main" xmlns:r="http://schemas.openxmlformats.org/officeDocument/2006/relationships" xmlns:p="http://schemas.openxmlformats.org/presentationml/2006/main">
  <p:tag name="ANGLE" val="2"/>
</p:tagLst>
</file>

<file path=ppt/tags/tag21.xml><?xml version="1.0" encoding="utf-8"?>
<p:tagLst xmlns:a="http://schemas.openxmlformats.org/drawingml/2006/main" xmlns:r="http://schemas.openxmlformats.org/officeDocument/2006/relationships" xmlns:p="http://schemas.openxmlformats.org/presentationml/2006/main">
  <p:tag name="ANGLE" val="1"/>
</p:tagLst>
</file>

<file path=ppt/tags/tag22.xml><?xml version="1.0" encoding="utf-8"?>
<p:tagLst xmlns:a="http://schemas.openxmlformats.org/drawingml/2006/main" xmlns:r="http://schemas.openxmlformats.org/officeDocument/2006/relationships" xmlns:p="http://schemas.openxmlformats.org/presentationml/2006/main">
  <p:tag name="ANGLE" val="1"/>
</p:tagLst>
</file>

<file path=ppt/tags/tag23.xml><?xml version="1.0" encoding="utf-8"?>
<p:tagLst xmlns:a="http://schemas.openxmlformats.org/drawingml/2006/main" xmlns:r="http://schemas.openxmlformats.org/officeDocument/2006/relationships" xmlns:p="http://schemas.openxmlformats.org/presentationml/2006/main">
  <p:tag name="BACKGROUNDCOLOR" val="med"/>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6.xml><?xml version="1.0" encoding="utf-8"?>
<p:tagLst xmlns:a="http://schemas.openxmlformats.org/drawingml/2006/main" xmlns:r="http://schemas.openxmlformats.org/officeDocument/2006/relationships" xmlns:p="http://schemas.openxmlformats.org/presentationml/2006/main">
  <p:tag name="NAME" val="_new_logoimage"/>
</p:tagLst>
</file>

<file path=ppt/tags/tag27.xml><?xml version="1.0" encoding="utf-8"?>
<p:tagLst xmlns:a="http://schemas.openxmlformats.org/drawingml/2006/main" xmlns:r="http://schemas.openxmlformats.org/officeDocument/2006/relationships" xmlns:p="http://schemas.openxmlformats.org/presentationml/2006/main">
  <p:tag name="SHAPENAME" val="ClientLogo"/>
</p:tagLst>
</file>

<file path=ppt/tags/tag28.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9.xml><?xml version="1.0" encoding="utf-8"?>
<p:tagLst xmlns:a="http://schemas.openxmlformats.org/drawingml/2006/main" xmlns:r="http://schemas.openxmlformats.org/officeDocument/2006/relationships" xmlns:p="http://schemas.openxmlformats.org/presentationml/2006/main">
  <p:tag name="SHAPENAME" val="Subtitle"/>
</p:tagLst>
</file>

<file path=ppt/tags/tag30.xml><?xml version="1.0" encoding="utf-8"?>
<p:tagLst xmlns:a="http://schemas.openxmlformats.org/drawingml/2006/main" xmlns:r="http://schemas.openxmlformats.org/officeDocument/2006/relationships" xmlns:p="http://schemas.openxmlformats.org/presentationml/2006/main">
  <p:tag name="SHAPENAME" val="Title"/>
</p:tagLst>
</file>

<file path=ppt/tags/tag31.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5tNN_OdVRnC_8Tatiiw6bA"/>
</p:tagLst>
</file>

<file path=ppt/tags/tag3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6.xml><?xml version="1.0" encoding="utf-8"?>
<p:tagLst xmlns:a="http://schemas.openxmlformats.org/drawingml/2006/main" xmlns:r="http://schemas.openxmlformats.org/officeDocument/2006/relationships" xmlns:p="http://schemas.openxmlformats.org/presentationml/2006/main">
  <p:tag name="SHAPENAME" val="5. Source"/>
</p:tagLst>
</file>

<file path=ppt/tags/tag3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8.xml><?xml version="1.0" encoding="utf-8"?>
<p:tagLst xmlns:a="http://schemas.openxmlformats.org/drawingml/2006/main" xmlns:r="http://schemas.openxmlformats.org/officeDocument/2006/relationships" xmlns:p="http://schemas.openxmlformats.org/presentationml/2006/main">
  <p:tag name="SHAPENAME" val="3. Subtitle"/>
</p:tagLst>
</file>

<file path=ppt/tags/tag3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1.xml><?xml version="1.0" encoding="utf-8"?>
<p:tagLst xmlns:a="http://schemas.openxmlformats.org/drawingml/2006/main" xmlns:r="http://schemas.openxmlformats.org/officeDocument/2006/relationships" xmlns:p="http://schemas.openxmlformats.org/presentationml/2006/main">
  <p:tag name="SHAPENAME" val="5. Source"/>
</p:tagLst>
</file>

<file path=ppt/tags/tag4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45.xml><?xml version="1.0" encoding="utf-8"?>
<p:tagLst xmlns:a="http://schemas.openxmlformats.org/drawingml/2006/main" xmlns:r="http://schemas.openxmlformats.org/officeDocument/2006/relationships" xmlns:p="http://schemas.openxmlformats.org/presentationml/2006/main">
  <p:tag name="SHAPENAME" val="5. Source"/>
</p:tagLst>
</file>

<file path=ppt/tags/tag4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unuZ.dr0dtPKYSWmGw_6Yg"/>
</p:tagLst>
</file>

<file path=ppt/tags/tag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1.xml><?xml version="1.0" encoding="utf-8"?>
<p:tagLst xmlns:a="http://schemas.openxmlformats.org/drawingml/2006/main" xmlns:r="http://schemas.openxmlformats.org/officeDocument/2006/relationships" xmlns:p="http://schemas.openxmlformats.org/presentationml/2006/main">
  <p:tag name="SHAPENAME" val="5. Source"/>
</p:tagLst>
</file>

<file path=ppt/tags/tag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rUQibaDMIQaIJXCExx3CSg"/>
</p:tagLst>
</file>

<file path=ppt/tags/tag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6.xml><?xml version="1.0" encoding="utf-8"?>
<p:tagLst xmlns:a="http://schemas.openxmlformats.org/drawingml/2006/main" xmlns:r="http://schemas.openxmlformats.org/officeDocument/2006/relationships" xmlns:p="http://schemas.openxmlformats.org/presentationml/2006/main">
  <p:tag name="SHAPENAME" val="3. Subtitle"/>
</p:tagLst>
</file>

<file path=ppt/tags/tag5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8.xml><?xml version="1.0" encoding="utf-8"?>
<p:tagLst xmlns:a="http://schemas.openxmlformats.org/drawingml/2006/main" xmlns:r="http://schemas.openxmlformats.org/officeDocument/2006/relationships" xmlns:p="http://schemas.openxmlformats.org/presentationml/2006/main">
  <p:tag name="SHAPENAME" val="5. Source"/>
</p:tagLst>
</file>

<file path=ppt/tags/tag5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2e.WNeMwRPaNOv4PeDFU5Q"/>
</p:tagLst>
</file>

<file path=ppt/tags/tag6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6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6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6.xml><?xml version="1.0" encoding="utf-8"?>
<p:tagLst xmlns:a="http://schemas.openxmlformats.org/drawingml/2006/main" xmlns:r="http://schemas.openxmlformats.org/officeDocument/2006/relationships" xmlns:p="http://schemas.openxmlformats.org/presentationml/2006/main">
  <p:tag name="SHAPENAME" val="3. Subtitle"/>
</p:tagLst>
</file>

<file path=ppt/tags/tag67.xml><?xml version="1.0" encoding="utf-8"?>
<p:tagLst xmlns:a="http://schemas.openxmlformats.org/drawingml/2006/main" xmlns:r="http://schemas.openxmlformats.org/officeDocument/2006/relationships" xmlns:p="http://schemas.openxmlformats.org/presentationml/2006/main">
  <p:tag name="SHAPENAME" val="5. Source"/>
</p:tagLst>
</file>

<file path=ppt/tags/tag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vkXdkIixRi6Hs.rBsPur2w"/>
</p:tagLst>
</file>

<file path=ppt/tags/tag7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xml><?xml version="1.0" encoding="utf-8"?>
<p:tagLst xmlns:a="http://schemas.openxmlformats.org/drawingml/2006/main" xmlns:r="http://schemas.openxmlformats.org/officeDocument/2006/relationships" xmlns:p="http://schemas.openxmlformats.org/presentationml/2006/main">
  <p:tag name="SHAPENAME" val="3. Subtitle"/>
</p:tagLst>
</file>

<file path=ppt/tags/tag76.xml><?xml version="1.0" encoding="utf-8"?>
<p:tagLst xmlns:a="http://schemas.openxmlformats.org/drawingml/2006/main" xmlns:r="http://schemas.openxmlformats.org/officeDocument/2006/relationships" xmlns:p="http://schemas.openxmlformats.org/presentationml/2006/main">
  <p:tag name="SHAPENAME" val="5. Source"/>
</p:tagLst>
</file>

<file path=ppt/tags/tag7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8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8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3.xml><?xml version="1.0" encoding="utf-8"?>
<p:tagLst xmlns:a="http://schemas.openxmlformats.org/drawingml/2006/main" xmlns:r="http://schemas.openxmlformats.org/officeDocument/2006/relationships" xmlns:p="http://schemas.openxmlformats.org/presentationml/2006/main">
  <p:tag name="SHAPENAME" val="5. Source"/>
</p:tagLst>
</file>

<file path=ppt/tags/tag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6.xml><?xml version="1.0" encoding="utf-8"?>
<p:tagLst xmlns:a="http://schemas.openxmlformats.org/drawingml/2006/main" xmlns:r="http://schemas.openxmlformats.org/officeDocument/2006/relationships" xmlns:p="http://schemas.openxmlformats.org/presentationml/2006/main">
  <p:tag name="SHAPENAME" val="3. Subtitl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2e4Ps3taQqK3C0NeBEvQLA"/>
</p:tagLst>
</file>

<file path=ppt/tags/tag8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92.xml><?xml version="1.0" encoding="utf-8"?>
<p:tagLst xmlns:a="http://schemas.openxmlformats.org/drawingml/2006/main" xmlns:r="http://schemas.openxmlformats.org/officeDocument/2006/relationships" xmlns:p="http://schemas.openxmlformats.org/presentationml/2006/main">
  <p:tag name="SHAPENAME" val="5. Source"/>
</p:tagLst>
</file>

<file path=ppt/tags/tag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4.xml><?xml version="1.0" encoding="utf-8"?>
<p:tagLst xmlns:a="http://schemas.openxmlformats.org/drawingml/2006/main" xmlns:r="http://schemas.openxmlformats.org/officeDocument/2006/relationships" xmlns:p="http://schemas.openxmlformats.org/presentationml/2006/main">
  <p:tag name="SHAPENAME" val="3. Subtitle"/>
</p:tagLst>
</file>

<file path=ppt/tags/tag9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THKNm6U2RZKJH1GvudQSPw"/>
</p:tagLst>
</file>

<file path=ppt/tags/tag9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9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1.xml><?xml version="1.0" encoding="utf-8"?>
<p:tagLst xmlns:a="http://schemas.openxmlformats.org/drawingml/2006/main" xmlns:r="http://schemas.openxmlformats.org/officeDocument/2006/relationships" xmlns:p="http://schemas.openxmlformats.org/presentationml/2006/main">
  <p:tag name="SHAPENAME" val="5. Source"/>
</p:tagLst>
</file>

<file path=ppt/tags/tag1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0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4.xml><?xml version="1.0" encoding="utf-8"?>
<p:tagLst xmlns:a="http://schemas.openxmlformats.org/drawingml/2006/main" xmlns:r="http://schemas.openxmlformats.org/officeDocument/2006/relationships" xmlns:p="http://schemas.openxmlformats.org/presentationml/2006/main">
  <p:tag name="SHAPENAME" val="3. Subtitle"/>
</p:tagLst>
</file>

<file path=ppt/tags/tag10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8.xml><?xml version="1.0" encoding="utf-8"?>
<p:tagLst xmlns:a="http://schemas.openxmlformats.org/drawingml/2006/main" xmlns:r="http://schemas.openxmlformats.org/officeDocument/2006/relationships" xmlns:p="http://schemas.openxmlformats.org/presentationml/2006/main">
  <p:tag name="SHAPENAME" val="5. Source"/>
</p:tagLst>
</file>

<file path=ppt/tags/tag10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1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12.xml><?xml version="1.0" encoding="utf-8"?>
<p:tagLst xmlns:a="http://schemas.openxmlformats.org/drawingml/2006/main" xmlns:r="http://schemas.openxmlformats.org/officeDocument/2006/relationships" xmlns:p="http://schemas.openxmlformats.org/presentationml/2006/main">
  <p:tag name="SHAPENAME" val="5. Source"/>
</p:tagLst>
</file>

<file path=ppt/tags/tag11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4.xml><?xml version="1.0" encoding="utf-8"?>
<p:tagLst xmlns:a="http://schemas.openxmlformats.org/drawingml/2006/main" xmlns:r="http://schemas.openxmlformats.org/officeDocument/2006/relationships" xmlns:p="http://schemas.openxmlformats.org/presentationml/2006/main">
  <p:tag name="BACKGROUNDCOLOR" val="med"/>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NAME" val="_new_logoimage"/>
</p:tagLst>
</file>

<file path=ppt/tags/tag117.xml><?xml version="1.0" encoding="utf-8"?>
<p:tagLst xmlns:a="http://schemas.openxmlformats.org/drawingml/2006/main" xmlns:r="http://schemas.openxmlformats.org/officeDocument/2006/relationships" xmlns:p="http://schemas.openxmlformats.org/presentationml/2006/main">
  <p:tag name="SHAPENAME" val="5. Sourc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20sklhGDg_J5JkHAJOV5JQ"/>
</p:tagLst>
</file>

<file path=ppt/tags/tag12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2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2.xml><?xml version="1.0" encoding="utf-8"?>
<p:tagLst xmlns:a="http://schemas.openxmlformats.org/drawingml/2006/main" xmlns:r="http://schemas.openxmlformats.org/officeDocument/2006/relationships" xmlns:p="http://schemas.openxmlformats.org/presentationml/2006/main">
  <p:tag name="SHAPENAME" val="Grid"/>
</p:tagLst>
</file>

<file path=ppt/tags/tag123.xml><?xml version="1.0" encoding="utf-8"?>
<p:tagLst xmlns:a="http://schemas.openxmlformats.org/drawingml/2006/main" xmlns:r="http://schemas.openxmlformats.org/officeDocument/2006/relationships" xmlns:p="http://schemas.openxmlformats.org/presentationml/2006/main">
  <p:tag name="SHAPENAME" val="4. Footnote"/>
</p:tagLst>
</file>

<file path=ppt/tags/tag124.xml><?xml version="1.0" encoding="utf-8"?>
<p:tagLst xmlns:a="http://schemas.openxmlformats.org/drawingml/2006/main" xmlns:r="http://schemas.openxmlformats.org/officeDocument/2006/relationships" xmlns:p="http://schemas.openxmlformats.org/presentationml/2006/main">
  <p:tag name="NAME" val="Moon"/>
</p:tagLst>
</file>

<file path=ppt/tags/tag125.xml><?xml version="1.0" encoding="utf-8"?>
<p:tagLst xmlns:a="http://schemas.openxmlformats.org/drawingml/2006/main" xmlns:r="http://schemas.openxmlformats.org/officeDocument/2006/relationships" xmlns:p="http://schemas.openxmlformats.org/presentationml/2006/main">
  <p:tag name="NAME" val="Moon"/>
</p:tagLst>
</file>

<file path=ppt/tags/tag126.xml><?xml version="1.0" encoding="utf-8"?>
<p:tagLst xmlns:a="http://schemas.openxmlformats.org/drawingml/2006/main" xmlns:r="http://schemas.openxmlformats.org/officeDocument/2006/relationships" xmlns:p="http://schemas.openxmlformats.org/presentationml/2006/main">
  <p:tag name="NAME" val="Moon"/>
</p:tagLst>
</file>

<file path=ppt/tags/tag127.xml><?xml version="1.0" encoding="utf-8"?>
<p:tagLst xmlns:a="http://schemas.openxmlformats.org/drawingml/2006/main" xmlns:r="http://schemas.openxmlformats.org/officeDocument/2006/relationships" xmlns:p="http://schemas.openxmlformats.org/presentationml/2006/main">
  <p:tag name="NAME" val="Moon"/>
</p:tagLst>
</file>

<file path=ppt/tags/tag128.xml><?xml version="1.0" encoding="utf-8"?>
<p:tagLst xmlns:a="http://schemas.openxmlformats.org/drawingml/2006/main" xmlns:r="http://schemas.openxmlformats.org/officeDocument/2006/relationships" xmlns:p="http://schemas.openxmlformats.org/presentationml/2006/main">
  <p:tag name="NAME" val="Moon"/>
</p:tagLst>
</file>

<file path=ppt/tags/tag129.xml><?xml version="1.0" encoding="utf-8"?>
<p:tagLst xmlns:a="http://schemas.openxmlformats.org/drawingml/2006/main" xmlns:r="http://schemas.openxmlformats.org/officeDocument/2006/relationships" xmlns:p="http://schemas.openxmlformats.org/presentationml/2006/main">
  <p:tag name="ANGLE" val="5"/>
</p:tagLst>
</file>

<file path=ppt/tags/tag130.xml><?xml version="1.0" encoding="utf-8"?>
<p:tagLst xmlns:a="http://schemas.openxmlformats.org/drawingml/2006/main" xmlns:r="http://schemas.openxmlformats.org/officeDocument/2006/relationships" xmlns:p="http://schemas.openxmlformats.org/presentationml/2006/main">
  <p:tag name="ANGLE" val="5"/>
</p:tagLst>
</file>

<file path=ppt/tags/tag131.xml><?xml version="1.0" encoding="utf-8"?>
<p:tagLst xmlns:a="http://schemas.openxmlformats.org/drawingml/2006/main" xmlns:r="http://schemas.openxmlformats.org/officeDocument/2006/relationships" xmlns:p="http://schemas.openxmlformats.org/presentationml/2006/main">
  <p:tag name="ANGLE" val="4"/>
</p:tagLst>
</file>

<file path=ppt/tags/tag132.xml><?xml version="1.0" encoding="utf-8"?>
<p:tagLst xmlns:a="http://schemas.openxmlformats.org/drawingml/2006/main" xmlns:r="http://schemas.openxmlformats.org/officeDocument/2006/relationships" xmlns:p="http://schemas.openxmlformats.org/presentationml/2006/main">
  <p:tag name="ANGLE" val="4"/>
</p:tagLst>
</file>

<file path=ppt/tags/tag133.xml><?xml version="1.0" encoding="utf-8"?>
<p:tagLst xmlns:a="http://schemas.openxmlformats.org/drawingml/2006/main" xmlns:r="http://schemas.openxmlformats.org/officeDocument/2006/relationships" xmlns:p="http://schemas.openxmlformats.org/presentationml/2006/main">
  <p:tag name="ANGLE" val="3"/>
</p:tagLst>
</file>

<file path=ppt/tags/tag134.xml><?xml version="1.0" encoding="utf-8"?>
<p:tagLst xmlns:a="http://schemas.openxmlformats.org/drawingml/2006/main" xmlns:r="http://schemas.openxmlformats.org/officeDocument/2006/relationships" xmlns:p="http://schemas.openxmlformats.org/presentationml/2006/main">
  <p:tag name="ANGLE" val="3"/>
</p:tagLst>
</file>

<file path=ppt/tags/tag135.xml><?xml version="1.0" encoding="utf-8"?>
<p:tagLst xmlns:a="http://schemas.openxmlformats.org/drawingml/2006/main" xmlns:r="http://schemas.openxmlformats.org/officeDocument/2006/relationships" xmlns:p="http://schemas.openxmlformats.org/presentationml/2006/main">
  <p:tag name="ANGLE" val="2"/>
</p:tagLst>
</file>

<file path=ppt/tags/tag136.xml><?xml version="1.0" encoding="utf-8"?>
<p:tagLst xmlns:a="http://schemas.openxmlformats.org/drawingml/2006/main" xmlns:r="http://schemas.openxmlformats.org/officeDocument/2006/relationships" xmlns:p="http://schemas.openxmlformats.org/presentationml/2006/main">
  <p:tag name="ANGLE" val="2"/>
</p:tagLst>
</file>

<file path=ppt/tags/tag137.xml><?xml version="1.0" encoding="utf-8"?>
<p:tagLst xmlns:a="http://schemas.openxmlformats.org/drawingml/2006/main" xmlns:r="http://schemas.openxmlformats.org/officeDocument/2006/relationships" xmlns:p="http://schemas.openxmlformats.org/presentationml/2006/main">
  <p:tag name="ANGLE" val="1"/>
</p:tagLst>
</file>

<file path=ppt/tags/tag138.xml><?xml version="1.0" encoding="utf-8"?>
<p:tagLst xmlns:a="http://schemas.openxmlformats.org/drawingml/2006/main" xmlns:r="http://schemas.openxmlformats.org/officeDocument/2006/relationships" xmlns:p="http://schemas.openxmlformats.org/presentationml/2006/main">
  <p:tag name="ANGLE" val="1"/>
</p:tagLst>
</file>

<file path=ppt/tags/tag139.xml><?xml version="1.0" encoding="utf-8"?>
<p:tagLst xmlns:a="http://schemas.openxmlformats.org/drawingml/2006/main" xmlns:r="http://schemas.openxmlformats.org/officeDocument/2006/relationships" xmlns:p="http://schemas.openxmlformats.org/presentationml/2006/main">
  <p:tag name="BACKGROUNDCOLOR" val="med"/>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Kcd9z.T0ityQiOhevFTgFQ"/>
</p:tagLst>
</file>

<file path=ppt/tags/tag142.xml><?xml version="1.0" encoding="utf-8"?>
<p:tagLst xmlns:a="http://schemas.openxmlformats.org/drawingml/2006/main" xmlns:r="http://schemas.openxmlformats.org/officeDocument/2006/relationships" xmlns:p="http://schemas.openxmlformats.org/presentationml/2006/main">
  <p:tag name="SHAPENAME" val="ClientLogo"/>
</p:tagLst>
</file>

<file path=ppt/tags/tag143.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44.xml><?xml version="1.0" encoding="utf-8"?>
<p:tagLst xmlns:a="http://schemas.openxmlformats.org/drawingml/2006/main" xmlns:r="http://schemas.openxmlformats.org/officeDocument/2006/relationships" xmlns:p="http://schemas.openxmlformats.org/presentationml/2006/main">
  <p:tag name="SHAPENAME" val="Subtitle"/>
</p:tagLst>
</file>

<file path=ppt/tags/tag145.xml><?xml version="1.0" encoding="utf-8"?>
<p:tagLst xmlns:a="http://schemas.openxmlformats.org/drawingml/2006/main" xmlns:r="http://schemas.openxmlformats.org/officeDocument/2006/relationships" xmlns:p="http://schemas.openxmlformats.org/presentationml/2006/main">
  <p:tag name="SHAPENAME" val="Title"/>
</p:tagLst>
</file>

<file path=ppt/tags/tag146.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147.xml><?xml version="1.0" encoding="utf-8"?>
<p:tagLst xmlns:a="http://schemas.openxmlformats.org/drawingml/2006/main" xmlns:r="http://schemas.openxmlformats.org/officeDocument/2006/relationships" xmlns:p="http://schemas.openxmlformats.org/presentationml/2006/main">
  <p:tag name="NAME" val="_new_logoimag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ZkG5iHMTSC2mGhtG.mpRUA"/>
</p:tagLst>
</file>

<file path=ppt/tags/tag15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1.xml><?xml version="1.0" encoding="utf-8"?>
<p:tagLst xmlns:a="http://schemas.openxmlformats.org/drawingml/2006/main" xmlns:r="http://schemas.openxmlformats.org/officeDocument/2006/relationships" xmlns:p="http://schemas.openxmlformats.org/presentationml/2006/main">
  <p:tag name="SHAPENAME" val="5. Source"/>
</p:tagLst>
</file>

<file path=ppt/tags/tag15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5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57.xml><?xml version="1.0" encoding="utf-8"?>
<p:tagLst xmlns:a="http://schemas.openxmlformats.org/drawingml/2006/main" xmlns:r="http://schemas.openxmlformats.org/officeDocument/2006/relationships" xmlns:p="http://schemas.openxmlformats.org/presentationml/2006/main">
  <p:tag name="SHAPENAME" val="5. Source"/>
</p:tagLst>
</file>

<file path=ppt/tags/tag15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1.xml><?xml version="1.0" encoding="utf-8"?>
<p:tagLst xmlns:a="http://schemas.openxmlformats.org/drawingml/2006/main" xmlns:r="http://schemas.openxmlformats.org/officeDocument/2006/relationships" xmlns:p="http://schemas.openxmlformats.org/presentationml/2006/main">
  <p:tag name="SHAPENAME" val="5. Source"/>
</p:tagLst>
</file>

<file path=ppt/tags/tag1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zsZQyKFgCFD5XAZPv3AWBQ"/>
</p:tagLst>
</file>

<file path=ppt/tags/tag1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7.xml><?xml version="1.0" encoding="utf-8"?>
<p:tagLst xmlns:a="http://schemas.openxmlformats.org/drawingml/2006/main" xmlns:r="http://schemas.openxmlformats.org/officeDocument/2006/relationships" xmlns:p="http://schemas.openxmlformats.org/presentationml/2006/main">
  <p:tag name="SHAPENAME" val="5. Source"/>
</p:tagLst>
</file>

<file path=ppt/tags/tag16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Yh.LyJP9Ef7CM8T6PUBqdw"/>
</p:tagLst>
</file>

<file path=ppt/tags/tag17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7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7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74.xml><?xml version="1.0" encoding="utf-8"?>
<p:tagLst xmlns:a="http://schemas.openxmlformats.org/drawingml/2006/main" xmlns:r="http://schemas.openxmlformats.org/officeDocument/2006/relationships" xmlns:p="http://schemas.openxmlformats.org/presentationml/2006/main">
  <p:tag name="SHAPENAME" val="5. Source"/>
</p:tagLst>
</file>

<file path=ppt/tags/tag175.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aJMKD2AQ9e77MMhub83YA"/>
</p:tagLst>
</file>

<file path=ppt/tags/tag178.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79.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8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3.xml><?xml version="1.0" encoding="utf-8"?>
<p:tagLst xmlns:a="http://schemas.openxmlformats.org/drawingml/2006/main" xmlns:r="http://schemas.openxmlformats.org/officeDocument/2006/relationships" xmlns:p="http://schemas.openxmlformats.org/presentationml/2006/main">
  <p:tag name="SHAPENAME" val="5. Source"/>
</p:tagLst>
</file>

<file path=ppt/tags/tag1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7P6iKZZoTDSflm.OoOVoMA"/>
</p:tagLst>
</file>

<file path=ppt/tags/tag187.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8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8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92.xml><?xml version="1.0" encoding="utf-8"?>
<p:tagLst xmlns:a="http://schemas.openxmlformats.org/drawingml/2006/main" xmlns:r="http://schemas.openxmlformats.org/officeDocument/2006/relationships" xmlns:p="http://schemas.openxmlformats.org/presentationml/2006/main">
  <p:tag name="SHAPENAME" val="5. Source"/>
</p:tagLst>
</file>

<file path=ppt/tags/tag19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1LRCzsv.ik_t3bs5QJ6VLg"/>
</p:tagLst>
</file>

<file path=ppt/tags/tag196.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19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9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9.xml><?xml version="1.0" encoding="utf-8"?>
<p:tagLst xmlns:a="http://schemas.openxmlformats.org/drawingml/2006/main" xmlns:r="http://schemas.openxmlformats.org/officeDocument/2006/relationships" xmlns:p="http://schemas.openxmlformats.org/presentationml/2006/main">
  <p:tag name="SHAPENAME" val="5. Source"/>
</p:tagLst>
</file>

<file path=ppt/tags/tag20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1.xml><?xml version="1.0" encoding="utf-8"?>
<p:tagLst xmlns:a="http://schemas.openxmlformats.org/drawingml/2006/main" xmlns:r="http://schemas.openxmlformats.org/officeDocument/2006/relationships" xmlns:p="http://schemas.openxmlformats.org/presentationml/2006/main">
  <p:tag name="SHAPENAME" val="3. Subtitle"/>
</p:tagLst>
</file>

<file path=ppt/tags/tag20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05.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06.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0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8.xml><?xml version="1.0" encoding="utf-8"?>
<p:tagLst xmlns:a="http://schemas.openxmlformats.org/drawingml/2006/main" xmlns:r="http://schemas.openxmlformats.org/officeDocument/2006/relationships" xmlns:p="http://schemas.openxmlformats.org/presentationml/2006/main">
  <p:tag name="SHAPENAME" val="5. Source"/>
</p:tagLst>
</file>

<file path=ppt/tags/tag20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0.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jPpd5uKiKgbfSxqQQ0aBGA"/>
</p:tagLst>
</file>

<file path=ppt/tags/tag21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1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16.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7.xml><?xml version="1.0" encoding="utf-8"?>
<p:tagLst xmlns:a="http://schemas.openxmlformats.org/drawingml/2006/main" xmlns:r="http://schemas.openxmlformats.org/officeDocument/2006/relationships" xmlns:p="http://schemas.openxmlformats.org/presentationml/2006/main">
  <p:tag name="SHAPENAME" val="5. Source"/>
</p:tagLst>
</file>

<file path=ppt/tags/tag21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9.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PFw0tr2VymfPrG.nUcDKQ"/>
</p:tagLst>
</file>

<file path=ppt/tags/tag223.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2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2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6.xml><?xml version="1.0" encoding="utf-8"?>
<p:tagLst xmlns:a="http://schemas.openxmlformats.org/drawingml/2006/main" xmlns:r="http://schemas.openxmlformats.org/officeDocument/2006/relationships" xmlns:p="http://schemas.openxmlformats.org/presentationml/2006/main">
  <p:tag name="SHAPENAME" val="5. Source"/>
</p:tagLst>
</file>

<file path=ppt/tags/tag22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2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2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32.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3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3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35.xml><?xml version="1.0" encoding="utf-8"?>
<p:tagLst xmlns:a="http://schemas.openxmlformats.org/drawingml/2006/main" xmlns:r="http://schemas.openxmlformats.org/officeDocument/2006/relationships" xmlns:p="http://schemas.openxmlformats.org/presentationml/2006/main">
  <p:tag name="SHAPENAME" val="5. Source"/>
</p:tagLst>
</file>

<file path=ppt/tags/tag23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7.xml><?xml version="1.0" encoding="utf-8"?>
<p:tagLst xmlns:a="http://schemas.openxmlformats.org/drawingml/2006/main" xmlns:r="http://schemas.openxmlformats.org/officeDocument/2006/relationships" xmlns:p="http://schemas.openxmlformats.org/presentationml/2006/main">
  <p:tag name="SHAPENAME" val="3. Subtitle"/>
</p:tagLst>
</file>

<file path=ppt/tags/tag23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0.xml><?xml version="1.0" encoding="utf-8"?>
<p:tagLst xmlns:a="http://schemas.openxmlformats.org/drawingml/2006/main" xmlns:r="http://schemas.openxmlformats.org/officeDocument/2006/relationships" xmlns:p="http://schemas.openxmlformats.org/presentationml/2006/main">
  <p:tag name="THINKCELLSHAPEDONOTDELETE" val="tHsf0lKEfRW2M5NTSiP3pCQ"/>
</p:tagLst>
</file>

<file path=ppt/tags/tag241.xml><?xml version="1.0" encoding="utf-8"?>
<p:tagLst xmlns:a="http://schemas.openxmlformats.org/drawingml/2006/main" xmlns:r="http://schemas.openxmlformats.org/officeDocument/2006/relationships" xmlns:p="http://schemas.openxmlformats.org/presentationml/2006/main">
  <p:tag name="SHAPENAME" val="RectangleDark"/>
</p:tagLst>
</file>

<file path=ppt/tags/tag24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4.xml><?xml version="1.0" encoding="utf-8"?>
<p:tagLst xmlns:a="http://schemas.openxmlformats.org/drawingml/2006/main" xmlns:r="http://schemas.openxmlformats.org/officeDocument/2006/relationships" xmlns:p="http://schemas.openxmlformats.org/presentationml/2006/main">
  <p:tag name="SHAPENAME" val="5. Source"/>
</p:tagLst>
</file>

<file path=ppt/tags/tag24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46.xml><?xml version="1.0" encoding="utf-8"?>
<p:tagLst xmlns:a="http://schemas.openxmlformats.org/drawingml/2006/main" xmlns:r="http://schemas.openxmlformats.org/officeDocument/2006/relationships" xmlns:p="http://schemas.openxmlformats.org/presentationml/2006/main">
  <p:tag name="SHAPENAME" val="3. Subtitle"/>
</p:tagLst>
</file>

<file path=ppt/tags/tag24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48.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4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1.xml><?xml version="1.0" encoding="utf-8"?>
<p:tagLst xmlns:a="http://schemas.openxmlformats.org/drawingml/2006/main" xmlns:r="http://schemas.openxmlformats.org/officeDocument/2006/relationships" xmlns:p="http://schemas.openxmlformats.org/presentationml/2006/main">
  <p:tag name="SHAPENAME" val="5. Source"/>
</p:tagLst>
</file>

<file path=ppt/tags/tag2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5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55.xml><?xml version="1.0" encoding="utf-8"?>
<p:tagLst xmlns:a="http://schemas.openxmlformats.org/drawingml/2006/main" xmlns:r="http://schemas.openxmlformats.org/officeDocument/2006/relationships" xmlns:p="http://schemas.openxmlformats.org/presentationml/2006/main">
  <p:tag name="SHAPENAME" val="5. Source"/>
</p:tagLst>
</file>

<file path=ppt/tags/tag25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7.xml><?xml version="1.0" encoding="utf-8"?>
<p:tagLst xmlns:a="http://schemas.openxmlformats.org/drawingml/2006/main" xmlns:r="http://schemas.openxmlformats.org/officeDocument/2006/relationships" xmlns:p="http://schemas.openxmlformats.org/presentationml/2006/main">
  <p:tag name="BACKGROUNDCOLOR" val="med"/>
</p:tagLst>
</file>

<file path=ppt/tags/tag2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9.xml><?xml version="1.0" encoding="utf-8"?>
<p:tagLst xmlns:a="http://schemas.openxmlformats.org/drawingml/2006/main" xmlns:r="http://schemas.openxmlformats.org/officeDocument/2006/relationships" xmlns:p="http://schemas.openxmlformats.org/presentationml/2006/main">
  <p:tag name="NAME" val="_new_logoimage"/>
</p:tagLst>
</file>

<file path=ppt/tags/tag260.xml><?xml version="1.0" encoding="utf-8"?>
<p:tagLst xmlns:a="http://schemas.openxmlformats.org/drawingml/2006/main" xmlns:r="http://schemas.openxmlformats.org/officeDocument/2006/relationships" xmlns:p="http://schemas.openxmlformats.org/presentationml/2006/main">
  <p:tag name="SHAPENAME" val="5. Source"/>
</p:tagLst>
</file>

<file path=ppt/tags/tag2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2.xml><?xml version="1.0" encoding="utf-8"?>
<p:tagLst xmlns:a="http://schemas.openxmlformats.org/drawingml/2006/main" xmlns:r="http://schemas.openxmlformats.org/officeDocument/2006/relationships" xmlns:p="http://schemas.openxmlformats.org/presentationml/2006/main">
  <p:tag name="THINKCELLSHAPEDONOTDELETE" val="tSUb1LmWUTH66PHUHOGMc5A"/>
</p:tagLst>
</file>

<file path=ppt/tags/tag26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64.xml><?xml version="1.0" encoding="utf-8"?>
<p:tagLst xmlns:a="http://schemas.openxmlformats.org/drawingml/2006/main" xmlns:r="http://schemas.openxmlformats.org/officeDocument/2006/relationships" xmlns:p="http://schemas.openxmlformats.org/presentationml/2006/main">
  <p:tag name="SHAPENAME" val="4. Footnote"/>
</p:tagLst>
</file>

<file path=ppt/tags/tag2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66.xml><?xml version="1.0" encoding="utf-8"?>
<p:tagLst xmlns:a="http://schemas.openxmlformats.org/drawingml/2006/main" xmlns:r="http://schemas.openxmlformats.org/officeDocument/2006/relationships" xmlns:p="http://schemas.openxmlformats.org/presentationml/2006/main">
  <p:tag name="SHAPENAME" val="Grid"/>
</p:tagLst>
</file>

<file path=ppt/tags/tag267.xml><?xml version="1.0" encoding="utf-8"?>
<p:tagLst xmlns:a="http://schemas.openxmlformats.org/drawingml/2006/main" xmlns:r="http://schemas.openxmlformats.org/officeDocument/2006/relationships" xmlns:p="http://schemas.openxmlformats.org/presentationml/2006/main">
  <p:tag name="NAME" val="Moon"/>
</p:tagLst>
</file>

<file path=ppt/tags/tag268.xml><?xml version="1.0" encoding="utf-8"?>
<p:tagLst xmlns:a="http://schemas.openxmlformats.org/drawingml/2006/main" xmlns:r="http://schemas.openxmlformats.org/officeDocument/2006/relationships" xmlns:p="http://schemas.openxmlformats.org/presentationml/2006/main">
  <p:tag name="NAME" val="Moon"/>
</p:tagLst>
</file>

<file path=ppt/tags/tag269.xml><?xml version="1.0" encoding="utf-8"?>
<p:tagLst xmlns:a="http://schemas.openxmlformats.org/drawingml/2006/main" xmlns:r="http://schemas.openxmlformats.org/officeDocument/2006/relationships" xmlns:p="http://schemas.openxmlformats.org/presentationml/2006/main">
  <p:tag name="NAME" val="Moon"/>
</p:tagLst>
</file>

<file path=ppt/tags/tag270.xml><?xml version="1.0" encoding="utf-8"?>
<p:tagLst xmlns:a="http://schemas.openxmlformats.org/drawingml/2006/main" xmlns:r="http://schemas.openxmlformats.org/officeDocument/2006/relationships" xmlns:p="http://schemas.openxmlformats.org/presentationml/2006/main">
  <p:tag name="NAME" val="Moon"/>
</p:tagLst>
</file>

<file path=ppt/tags/tag271.xml><?xml version="1.0" encoding="utf-8"?>
<p:tagLst xmlns:a="http://schemas.openxmlformats.org/drawingml/2006/main" xmlns:r="http://schemas.openxmlformats.org/officeDocument/2006/relationships" xmlns:p="http://schemas.openxmlformats.org/presentationml/2006/main">
  <p:tag name="NAME" val="Moon"/>
</p:tagLst>
</file>

<file path=ppt/tags/tag272.xml><?xml version="1.0" encoding="utf-8"?>
<p:tagLst xmlns:a="http://schemas.openxmlformats.org/drawingml/2006/main" xmlns:r="http://schemas.openxmlformats.org/officeDocument/2006/relationships" xmlns:p="http://schemas.openxmlformats.org/presentationml/2006/main">
  <p:tag name="ANGLE" val="5"/>
</p:tagLst>
</file>

<file path=ppt/tags/tag273.xml><?xml version="1.0" encoding="utf-8"?>
<p:tagLst xmlns:a="http://schemas.openxmlformats.org/drawingml/2006/main" xmlns:r="http://schemas.openxmlformats.org/officeDocument/2006/relationships" xmlns:p="http://schemas.openxmlformats.org/presentationml/2006/main">
  <p:tag name="ANGLE" val="5"/>
</p:tagLst>
</file>

<file path=ppt/tags/tag274.xml><?xml version="1.0" encoding="utf-8"?>
<p:tagLst xmlns:a="http://schemas.openxmlformats.org/drawingml/2006/main" xmlns:r="http://schemas.openxmlformats.org/officeDocument/2006/relationships" xmlns:p="http://schemas.openxmlformats.org/presentationml/2006/main">
  <p:tag name="ANGLE" val="4"/>
</p:tagLst>
</file>

<file path=ppt/tags/tag275.xml><?xml version="1.0" encoding="utf-8"?>
<p:tagLst xmlns:a="http://schemas.openxmlformats.org/drawingml/2006/main" xmlns:r="http://schemas.openxmlformats.org/officeDocument/2006/relationships" xmlns:p="http://schemas.openxmlformats.org/presentationml/2006/main">
  <p:tag name="ANGLE" val="4"/>
</p:tagLst>
</file>

<file path=ppt/tags/tag276.xml><?xml version="1.0" encoding="utf-8"?>
<p:tagLst xmlns:a="http://schemas.openxmlformats.org/drawingml/2006/main" xmlns:r="http://schemas.openxmlformats.org/officeDocument/2006/relationships" xmlns:p="http://schemas.openxmlformats.org/presentationml/2006/main">
  <p:tag name="ANGLE" val="3"/>
</p:tagLst>
</file>

<file path=ppt/tags/tag277.xml><?xml version="1.0" encoding="utf-8"?>
<p:tagLst xmlns:a="http://schemas.openxmlformats.org/drawingml/2006/main" xmlns:r="http://schemas.openxmlformats.org/officeDocument/2006/relationships" xmlns:p="http://schemas.openxmlformats.org/presentationml/2006/main">
  <p:tag name="ANGLE" val="3"/>
</p:tagLst>
</file>

<file path=ppt/tags/tag278.xml><?xml version="1.0" encoding="utf-8"?>
<p:tagLst xmlns:a="http://schemas.openxmlformats.org/drawingml/2006/main" xmlns:r="http://schemas.openxmlformats.org/officeDocument/2006/relationships" xmlns:p="http://schemas.openxmlformats.org/presentationml/2006/main">
  <p:tag name="ANGLE" val="2"/>
</p:tagLst>
</file>

<file path=ppt/tags/tag279.xml><?xml version="1.0" encoding="utf-8"?>
<p:tagLst xmlns:a="http://schemas.openxmlformats.org/drawingml/2006/main" xmlns:r="http://schemas.openxmlformats.org/officeDocument/2006/relationships" xmlns:p="http://schemas.openxmlformats.org/presentationml/2006/main">
  <p:tag name="ANGLE" val="2"/>
</p:tagLst>
</file>

<file path=ppt/tags/tag280.xml><?xml version="1.0" encoding="utf-8"?>
<p:tagLst xmlns:a="http://schemas.openxmlformats.org/drawingml/2006/main" xmlns:r="http://schemas.openxmlformats.org/officeDocument/2006/relationships" xmlns:p="http://schemas.openxmlformats.org/presentationml/2006/main">
  <p:tag name="ANGLE" val="1"/>
</p:tagLst>
</file>

<file path=ppt/tags/tag281.xml><?xml version="1.0" encoding="utf-8"?>
<p:tagLst xmlns:a="http://schemas.openxmlformats.org/drawingml/2006/main" xmlns:r="http://schemas.openxmlformats.org/officeDocument/2006/relationships" xmlns:p="http://schemas.openxmlformats.org/presentationml/2006/main">
  <p:tag name="ANGLE" val="1"/>
</p:tagLst>
</file>

<file path=ppt/tags/tag2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3.xml><?xml version="1.0" encoding="utf-8"?>
<p:tagLst xmlns:a="http://schemas.openxmlformats.org/drawingml/2006/main" xmlns:r="http://schemas.openxmlformats.org/officeDocument/2006/relationships" xmlns:p="http://schemas.openxmlformats.org/presentationml/2006/main">
  <p:tag name="THINKCELLSHAPEDONOTDELETE" val="tLa5NG5p6QVlH6GlSHMQ0RQ"/>
</p:tagLst>
</file>

<file path=ppt/tags/tag284.xml><?xml version="1.0" encoding="utf-8"?>
<p:tagLst xmlns:a="http://schemas.openxmlformats.org/drawingml/2006/main" xmlns:r="http://schemas.openxmlformats.org/officeDocument/2006/relationships" xmlns:p="http://schemas.openxmlformats.org/presentationml/2006/main">
  <p:tag name="NAME" val="_new_logoimage"/>
</p:tagLst>
</file>

<file path=ppt/tags/tag285.xml><?xml version="1.0" encoding="utf-8"?>
<p:tagLst xmlns:a="http://schemas.openxmlformats.org/drawingml/2006/main" xmlns:r="http://schemas.openxmlformats.org/officeDocument/2006/relationships" xmlns:p="http://schemas.openxmlformats.org/presentationml/2006/main">
  <p:tag name="SHAPENAME" val="ClientLogo"/>
</p:tagLst>
</file>

<file path=ppt/tags/tag286.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87.xml><?xml version="1.0" encoding="utf-8"?>
<p:tagLst xmlns:a="http://schemas.openxmlformats.org/drawingml/2006/main" xmlns:r="http://schemas.openxmlformats.org/officeDocument/2006/relationships" xmlns:p="http://schemas.openxmlformats.org/presentationml/2006/main">
  <p:tag name="SHAPENAME" val="Subtitle"/>
</p:tagLst>
</file>

<file path=ppt/tags/tag288.xml><?xml version="1.0" encoding="utf-8"?>
<p:tagLst xmlns:a="http://schemas.openxmlformats.org/drawingml/2006/main" xmlns:r="http://schemas.openxmlformats.org/officeDocument/2006/relationships" xmlns:p="http://schemas.openxmlformats.org/presentationml/2006/main">
  <p:tag name="SHAPENAME" val="Title"/>
</p:tagLst>
</file>

<file path=ppt/tags/tag289.xml><?xml version="1.0" encoding="utf-8"?>
<p:tagLst xmlns:a="http://schemas.openxmlformats.org/drawingml/2006/main" xmlns:r="http://schemas.openxmlformats.org/officeDocument/2006/relationships" xmlns:p="http://schemas.openxmlformats.org/presentationml/2006/main">
  <p:tag name="SHAPENAME" val="Disclaimer-template"/>
</p:tagLst>
</file>

<file path=ppt/tags/tag2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1.xml><?xml version="1.0" encoding="utf-8"?>
<p:tagLst xmlns:a="http://schemas.openxmlformats.org/drawingml/2006/main" xmlns:r="http://schemas.openxmlformats.org/officeDocument/2006/relationships" xmlns:p="http://schemas.openxmlformats.org/presentationml/2006/main">
  <p:tag name="NAME" val="_new_logoimage"/>
</p:tagLst>
</file>

<file path=ppt/tags/tag292.xml><?xml version="1.0" encoding="utf-8"?>
<p:tagLst xmlns:a="http://schemas.openxmlformats.org/drawingml/2006/main" xmlns:r="http://schemas.openxmlformats.org/officeDocument/2006/relationships" xmlns:p="http://schemas.openxmlformats.org/presentationml/2006/main">
  <p:tag name="SHAPENAME" val="5. Source"/>
</p:tagLst>
</file>

<file path=ppt/tags/tag2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4.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295.xml><?xml version="1.0" encoding="utf-8"?>
<p:tagLst xmlns:a="http://schemas.openxmlformats.org/drawingml/2006/main" xmlns:r="http://schemas.openxmlformats.org/officeDocument/2006/relationships" xmlns:p="http://schemas.openxmlformats.org/presentationml/2006/main">
  <p:tag name="SHAPENAME" val="Title"/>
</p:tagLst>
</file>

<file path=ppt/tags/tag296.xml><?xml version="1.0" encoding="utf-8"?>
<p:tagLst xmlns:a="http://schemas.openxmlformats.org/drawingml/2006/main" xmlns:r="http://schemas.openxmlformats.org/officeDocument/2006/relationships" xmlns:p="http://schemas.openxmlformats.org/presentationml/2006/main">
  <p:tag name="NAME" val="Sticky"/>
</p:tagLst>
</file>

<file path=ppt/tags/tag297.xml><?xml version="1.0" encoding="utf-8"?>
<p:tagLst xmlns:a="http://schemas.openxmlformats.org/drawingml/2006/main" xmlns:r="http://schemas.openxmlformats.org/officeDocument/2006/relationships" xmlns:p="http://schemas.openxmlformats.org/presentationml/2006/main">
  <p:tag name="NAME" val="Sticky"/>
</p:tagLst>
</file>

<file path=ppt/tags/tag298.xml><?xml version="1.0" encoding="utf-8"?>
<p:tagLst xmlns:a="http://schemas.openxmlformats.org/drawingml/2006/main" xmlns:r="http://schemas.openxmlformats.org/officeDocument/2006/relationships" xmlns:p="http://schemas.openxmlformats.org/presentationml/2006/main">
  <p:tag name="NAME" val="Sticky"/>
</p:tagLst>
</file>

<file path=ppt/tags/tag2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2.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30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04.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05.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06.xml><?xml version="1.0" encoding="utf-8"?>
<p:tagLst xmlns:a="http://schemas.openxmlformats.org/drawingml/2006/main" xmlns:r="http://schemas.openxmlformats.org/officeDocument/2006/relationships" xmlns:p="http://schemas.openxmlformats.org/presentationml/2006/main">
  <p:tag name="HEIGHT" val="30"/>
  <p:tag name="LEFT" val="223"/>
  <p:tag name="MTNUMBER" val="0.722052928396525"/>
  <p:tag name="MTTABLE" val="Cell"/>
  <p:tag name="TOP" val="160"/>
  <p:tag name="WIDTH" val="158"/>
</p:tagLst>
</file>

<file path=ppt/tags/tag307.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08.xml><?xml version="1.0" encoding="utf-8"?>
<p:tagLst xmlns:a="http://schemas.openxmlformats.org/drawingml/2006/main" xmlns:r="http://schemas.openxmlformats.org/officeDocument/2006/relationships" xmlns:p="http://schemas.openxmlformats.org/presentationml/2006/main">
  <p:tag name="NAME" val="CustomIcon"/>
</p:tagLst>
</file>

<file path=ppt/tags/tag30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10.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11.xml><?xml version="1.0" encoding="utf-8"?>
<p:tagLst xmlns:a="http://schemas.openxmlformats.org/drawingml/2006/main" xmlns:r="http://schemas.openxmlformats.org/officeDocument/2006/relationships" xmlns:p="http://schemas.openxmlformats.org/presentationml/2006/main">
  <p:tag name="HEIGHT" val="30"/>
  <p:tag name="LEFT" val="223"/>
  <p:tag name="MTNUMBER" val="0.722052928396525"/>
  <p:tag name="MTTABLE" val="Cell"/>
  <p:tag name="TOP" val="160"/>
  <p:tag name="WIDTH" val="158"/>
</p:tagLst>
</file>

<file path=ppt/tags/tag312.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13.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14.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15.xml><?xml version="1.0" encoding="utf-8"?>
<p:tagLst xmlns:a="http://schemas.openxmlformats.org/drawingml/2006/main" xmlns:r="http://schemas.openxmlformats.org/officeDocument/2006/relationships" xmlns:p="http://schemas.openxmlformats.org/presentationml/2006/main">
  <p:tag name="HEIGHT" val="30"/>
  <p:tag name="LEFT" val="223"/>
  <p:tag name="MTNUMBER" val="0.722052928396525"/>
  <p:tag name="MTTABLE" val="Cell"/>
  <p:tag name="TOP" val="160"/>
  <p:tag name="WIDTH" val="158"/>
</p:tagLst>
</file>

<file path=ppt/tags/tag316.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17.xml><?xml version="1.0" encoding="utf-8"?>
<p:tagLst xmlns:a="http://schemas.openxmlformats.org/drawingml/2006/main" xmlns:r="http://schemas.openxmlformats.org/officeDocument/2006/relationships" xmlns:p="http://schemas.openxmlformats.org/presentationml/2006/main">
  <p:tag name="HEIGHT" val="30"/>
  <p:tag name="LEFT" val="223"/>
  <p:tag name="MTNUMBER" val="0.722052928396525"/>
  <p:tag name="MTTABLE" val="Cell"/>
  <p:tag name="TOP" val="160"/>
  <p:tag name="WIDTH" val="158"/>
</p:tagLst>
</file>

<file path=ppt/tags/tag31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19.xml><?xml version="1.0" encoding="utf-8"?>
<p:tagLst xmlns:a="http://schemas.openxmlformats.org/drawingml/2006/main" xmlns:r="http://schemas.openxmlformats.org/officeDocument/2006/relationships" xmlns:p="http://schemas.openxmlformats.org/presentationml/2006/main">
  <p:tag name="NAME" val="CustomIcon"/>
</p:tagLst>
</file>

<file path=ppt/tags/tag32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321.xml><?xml version="1.0" encoding="utf-8"?>
<p:tagLst xmlns:a="http://schemas.openxmlformats.org/drawingml/2006/main" xmlns:r="http://schemas.openxmlformats.org/officeDocument/2006/relationships" xmlns:p="http://schemas.openxmlformats.org/presentationml/2006/main">
  <p:tag name="NAME" val="Flow"/>
</p:tagLst>
</file>

<file path=ppt/tags/tag322.xml><?xml version="1.0" encoding="utf-8"?>
<p:tagLst xmlns:a="http://schemas.openxmlformats.org/drawingml/2006/main" xmlns:r="http://schemas.openxmlformats.org/officeDocument/2006/relationships" xmlns:p="http://schemas.openxmlformats.org/presentationml/2006/main">
  <p:tag name="NAME" val="Flow"/>
</p:tagLst>
</file>

<file path=ppt/tags/tag323.xml><?xml version="1.0" encoding="utf-8"?>
<p:tagLst xmlns:a="http://schemas.openxmlformats.org/drawingml/2006/main" xmlns:r="http://schemas.openxmlformats.org/officeDocument/2006/relationships" xmlns:p="http://schemas.openxmlformats.org/presentationml/2006/main">
  <p:tag name="NAME" val="CustomIcon"/>
</p:tagLst>
</file>

<file path=ppt/tags/tag324.xml><?xml version="1.0" encoding="utf-8"?>
<p:tagLst xmlns:a="http://schemas.openxmlformats.org/drawingml/2006/main" xmlns:r="http://schemas.openxmlformats.org/officeDocument/2006/relationships" xmlns:p="http://schemas.openxmlformats.org/presentationml/2006/main">
  <p:tag name="NAME" val="CustomIcon"/>
</p:tagLst>
</file>

<file path=ppt/tags/tag325.xml><?xml version="1.0" encoding="utf-8"?>
<p:tagLst xmlns:a="http://schemas.openxmlformats.org/drawingml/2006/main" xmlns:r="http://schemas.openxmlformats.org/officeDocument/2006/relationships" xmlns:p="http://schemas.openxmlformats.org/presentationml/2006/main">
  <p:tag name="NAME" val="CustomIcon"/>
</p:tagLst>
</file>

<file path=ppt/tags/tag326.xml><?xml version="1.0" encoding="utf-8"?>
<p:tagLst xmlns:a="http://schemas.openxmlformats.org/drawingml/2006/main" xmlns:r="http://schemas.openxmlformats.org/officeDocument/2006/relationships" xmlns:p="http://schemas.openxmlformats.org/presentationml/2006/main">
  <p:tag name="NAME" val="CustomIcon"/>
</p:tagLst>
</file>

<file path=ppt/tags/tag327.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328.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329.xml><?xml version="1.0" encoding="utf-8"?>
<p:tagLst xmlns:a="http://schemas.openxmlformats.org/drawingml/2006/main" xmlns:r="http://schemas.openxmlformats.org/officeDocument/2006/relationships" xmlns:p="http://schemas.openxmlformats.org/presentationml/2006/main">
  <p:tag name="NAME" val="CustomIcon"/>
</p:tagLst>
</file>

<file path=ppt/tags/tag330.xml><?xml version="1.0" encoding="utf-8"?>
<p:tagLst xmlns:a="http://schemas.openxmlformats.org/drawingml/2006/main" xmlns:r="http://schemas.openxmlformats.org/officeDocument/2006/relationships" xmlns:p="http://schemas.openxmlformats.org/presentationml/2006/main">
  <p:tag name="NAME" val="TrackerNumWhite"/>
</p:tagLst>
</file>

<file path=ppt/tags/tag331.xml><?xml version="1.0" encoding="utf-8"?>
<p:tagLst xmlns:a="http://schemas.openxmlformats.org/drawingml/2006/main" xmlns:r="http://schemas.openxmlformats.org/officeDocument/2006/relationships" xmlns:p="http://schemas.openxmlformats.org/presentationml/2006/main">
  <p:tag name="NAME" val="TrackerNumWhite"/>
</p:tagLst>
</file>

<file path=ppt/tags/tag332.xml><?xml version="1.0" encoding="utf-8"?>
<p:tagLst xmlns:a="http://schemas.openxmlformats.org/drawingml/2006/main" xmlns:r="http://schemas.openxmlformats.org/officeDocument/2006/relationships" xmlns:p="http://schemas.openxmlformats.org/presentationml/2006/main">
  <p:tag name="NAME" val="TrackerNumWhite"/>
</p:tagLst>
</file>

<file path=ppt/tags/tag333.xml><?xml version="1.0" encoding="utf-8"?>
<p:tagLst xmlns:a="http://schemas.openxmlformats.org/drawingml/2006/main" xmlns:r="http://schemas.openxmlformats.org/officeDocument/2006/relationships" xmlns:p="http://schemas.openxmlformats.org/presentationml/2006/main">
  <p:tag name="NAME" val="TrackerNumWhite"/>
</p:tagLst>
</file>

<file path=ppt/tags/tag334.xml><?xml version="1.0" encoding="utf-8"?>
<p:tagLst xmlns:a="http://schemas.openxmlformats.org/drawingml/2006/main" xmlns:r="http://schemas.openxmlformats.org/officeDocument/2006/relationships" xmlns:p="http://schemas.openxmlformats.org/presentationml/2006/main">
  <p:tag name="NAME" val="TrackerNumWhite"/>
</p:tagLst>
</file>

<file path=ppt/tags/tag335.xml><?xml version="1.0" encoding="utf-8"?>
<p:tagLst xmlns:a="http://schemas.openxmlformats.org/drawingml/2006/main" xmlns:r="http://schemas.openxmlformats.org/officeDocument/2006/relationships" xmlns:p="http://schemas.openxmlformats.org/presentationml/2006/main">
  <p:tag name="NAME" val="TrackerNumWhite"/>
</p:tagLst>
</file>

<file path=ppt/tags/tag336.xml><?xml version="1.0" encoding="utf-8"?>
<p:tagLst xmlns:a="http://schemas.openxmlformats.org/drawingml/2006/main" xmlns:r="http://schemas.openxmlformats.org/officeDocument/2006/relationships" xmlns:p="http://schemas.openxmlformats.org/presentationml/2006/main">
  <p:tag name="NAME" val="TrackerNumWhite"/>
</p:tagLst>
</file>

<file path=ppt/tags/tag337.xml><?xml version="1.0" encoding="utf-8"?>
<p:tagLst xmlns:a="http://schemas.openxmlformats.org/drawingml/2006/main" xmlns:r="http://schemas.openxmlformats.org/officeDocument/2006/relationships" xmlns:p="http://schemas.openxmlformats.org/presentationml/2006/main">
  <p:tag name="NAME" val="TrackerNumWhite"/>
</p:tagLst>
</file>

<file path=ppt/tags/tag338.xml><?xml version="1.0" encoding="utf-8"?>
<p:tagLst xmlns:a="http://schemas.openxmlformats.org/drawingml/2006/main" xmlns:r="http://schemas.openxmlformats.org/officeDocument/2006/relationships" xmlns:p="http://schemas.openxmlformats.org/presentationml/2006/main">
  <p:tag name="NAME" val="TrackerNumWhite"/>
</p:tagLst>
</file>

<file path=ppt/tags/tag339.xml><?xml version="1.0" encoding="utf-8"?>
<p:tagLst xmlns:a="http://schemas.openxmlformats.org/drawingml/2006/main" xmlns:r="http://schemas.openxmlformats.org/officeDocument/2006/relationships" xmlns:p="http://schemas.openxmlformats.org/presentationml/2006/main">
  <p:tag name="NAME" val="TrackerNumWhite"/>
</p:tagLst>
</file>

<file path=ppt/tags/tag340.xml><?xml version="1.0" encoding="utf-8"?>
<p:tagLst xmlns:a="http://schemas.openxmlformats.org/drawingml/2006/main" xmlns:r="http://schemas.openxmlformats.org/officeDocument/2006/relationships" xmlns:p="http://schemas.openxmlformats.org/presentationml/2006/main">
  <p:tag name="NAME" val="TrackerNumWhite"/>
</p:tagLst>
</file>

<file path=ppt/tags/tag341.xml><?xml version="1.0" encoding="utf-8"?>
<p:tagLst xmlns:a="http://schemas.openxmlformats.org/drawingml/2006/main" xmlns:r="http://schemas.openxmlformats.org/officeDocument/2006/relationships" xmlns:p="http://schemas.openxmlformats.org/presentationml/2006/main">
  <p:tag name="NAME" val="TrackerNumWhite"/>
</p:tagLst>
</file>

<file path=ppt/tags/tag342.xml><?xml version="1.0" encoding="utf-8"?>
<p:tagLst xmlns:a="http://schemas.openxmlformats.org/drawingml/2006/main" xmlns:r="http://schemas.openxmlformats.org/officeDocument/2006/relationships" xmlns:p="http://schemas.openxmlformats.org/presentationml/2006/main">
  <p:tag name="NAME" val="TrackerNumWhite"/>
</p:tagLst>
</file>

<file path=ppt/tags/tag343.xml><?xml version="1.0" encoding="utf-8"?>
<p:tagLst xmlns:a="http://schemas.openxmlformats.org/drawingml/2006/main" xmlns:r="http://schemas.openxmlformats.org/officeDocument/2006/relationships" xmlns:p="http://schemas.openxmlformats.org/presentationml/2006/main">
  <p:tag name="NAME" val="TrackerNumWhite"/>
</p:tagLst>
</file>

<file path=ppt/tags/tag344.xml><?xml version="1.0" encoding="utf-8"?>
<p:tagLst xmlns:a="http://schemas.openxmlformats.org/drawingml/2006/main" xmlns:r="http://schemas.openxmlformats.org/officeDocument/2006/relationships" xmlns:p="http://schemas.openxmlformats.org/presentationml/2006/main">
  <p:tag name="NAME" val="CustomIcon"/>
</p:tagLst>
</file>

<file path=ppt/tags/tag345.xml><?xml version="1.0" encoding="utf-8"?>
<p:tagLst xmlns:a="http://schemas.openxmlformats.org/drawingml/2006/main" xmlns:r="http://schemas.openxmlformats.org/officeDocument/2006/relationships" xmlns:p="http://schemas.openxmlformats.org/presentationml/2006/main">
  <p:tag name="NAME" val="CustomIcon"/>
</p:tagLst>
</file>

<file path=ppt/tags/tag346.xml><?xml version="1.0" encoding="utf-8"?>
<p:tagLst xmlns:a="http://schemas.openxmlformats.org/drawingml/2006/main" xmlns:r="http://schemas.openxmlformats.org/officeDocument/2006/relationships" xmlns:p="http://schemas.openxmlformats.org/presentationml/2006/main">
  <p:tag name="NAME" val="CustomIcon"/>
</p:tagLst>
</file>

<file path=ppt/tags/tag347.xml><?xml version="1.0" encoding="utf-8"?>
<p:tagLst xmlns:a="http://schemas.openxmlformats.org/drawingml/2006/main" xmlns:r="http://schemas.openxmlformats.org/officeDocument/2006/relationships" xmlns:p="http://schemas.openxmlformats.org/presentationml/2006/main">
  <p:tag name="NAME" val="CustomIcon"/>
</p:tagLst>
</file>

<file path=ppt/tags/tag34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49.xml><?xml version="1.0" encoding="utf-8"?>
<p:tagLst xmlns:a="http://schemas.openxmlformats.org/drawingml/2006/main" xmlns:r="http://schemas.openxmlformats.org/officeDocument/2006/relationships" xmlns:p="http://schemas.openxmlformats.org/presentationml/2006/main">
  <p:tag name="NAME" val="TrackerNumWhite"/>
</p:tagLst>
</file>

<file path=ppt/tags/tag350.xml><?xml version="1.0" encoding="utf-8"?>
<p:tagLst xmlns:a="http://schemas.openxmlformats.org/drawingml/2006/main" xmlns:r="http://schemas.openxmlformats.org/officeDocument/2006/relationships" xmlns:p="http://schemas.openxmlformats.org/presentationml/2006/main">
  <p:tag name="NAME" val="SingleBoatShape"/>
</p:tagLst>
</file>

<file path=ppt/tags/tag351.xml><?xml version="1.0" encoding="utf-8"?>
<p:tagLst xmlns:a="http://schemas.openxmlformats.org/drawingml/2006/main" xmlns:r="http://schemas.openxmlformats.org/officeDocument/2006/relationships" xmlns:p="http://schemas.openxmlformats.org/presentationml/2006/main">
  <p:tag name="NAME" val="SingleBoatText"/>
</p:tagLst>
</file>

<file path=ppt/tags/tag352.xml><?xml version="1.0" encoding="utf-8"?>
<p:tagLst xmlns:a="http://schemas.openxmlformats.org/drawingml/2006/main" xmlns:r="http://schemas.openxmlformats.org/officeDocument/2006/relationships" xmlns:p="http://schemas.openxmlformats.org/presentationml/2006/main">
  <p:tag name="NAME" val="SingleBoatShape"/>
</p:tagLst>
</file>

<file path=ppt/tags/tag353.xml><?xml version="1.0" encoding="utf-8"?>
<p:tagLst xmlns:a="http://schemas.openxmlformats.org/drawingml/2006/main" xmlns:r="http://schemas.openxmlformats.org/officeDocument/2006/relationships" xmlns:p="http://schemas.openxmlformats.org/presentationml/2006/main">
  <p:tag name="NAME" val="SingleBoatText"/>
</p:tagLst>
</file>

<file path=ppt/tags/tag3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5.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35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57.xml><?xml version="1.0" encoding="utf-8"?>
<p:tagLst xmlns:a="http://schemas.openxmlformats.org/drawingml/2006/main" xmlns:r="http://schemas.openxmlformats.org/officeDocument/2006/relationships" xmlns:p="http://schemas.openxmlformats.org/presentationml/2006/main">
  <p:tag name="NAME" val="CustomIcon"/>
</p:tagLst>
</file>

<file path=ppt/tags/tag35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5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60.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61.xml><?xml version="1.0" encoding="utf-8"?>
<p:tagLst xmlns:a="http://schemas.openxmlformats.org/drawingml/2006/main" xmlns:r="http://schemas.openxmlformats.org/officeDocument/2006/relationships" xmlns:p="http://schemas.openxmlformats.org/presentationml/2006/main">
  <p:tag name="HEIGHT" val="30"/>
  <p:tag name="LEFT" val="223"/>
  <p:tag name="MTNUMBER" val="0.722052928396525"/>
  <p:tag name="MTTABLE" val="Cell"/>
  <p:tag name="TOP" val="160"/>
  <p:tag name="WIDTH" val="158"/>
</p:tagLst>
</file>

<file path=ppt/tags/tag362.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63.xml><?xml version="1.0" encoding="utf-8"?>
<p:tagLst xmlns:a="http://schemas.openxmlformats.org/drawingml/2006/main" xmlns:r="http://schemas.openxmlformats.org/officeDocument/2006/relationships" xmlns:p="http://schemas.openxmlformats.org/presentationml/2006/main">
  <p:tag name="HEIGHT" val="30"/>
  <p:tag name="LEFT" val="223"/>
  <p:tag name="MTNUMBER" val="0.722052928396525"/>
  <p:tag name="MTTABLE" val="Cell"/>
  <p:tag name="TOP" val="160"/>
  <p:tag name="WIDTH" val="158"/>
</p:tagLst>
</file>

<file path=ppt/tags/tag364.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65.xml><?xml version="1.0" encoding="utf-8"?>
<p:tagLst xmlns:a="http://schemas.openxmlformats.org/drawingml/2006/main" xmlns:r="http://schemas.openxmlformats.org/officeDocument/2006/relationships" xmlns:p="http://schemas.openxmlformats.org/presentationml/2006/main">
  <p:tag name="HEIGHT" val="30"/>
  <p:tag name="LEFT" val="223"/>
  <p:tag name="MTNUMBER" val="0.722052928396525"/>
  <p:tag name="MTTABLE" val="Cell"/>
  <p:tag name="TOP" val="160"/>
  <p:tag name="WIDTH" val="158"/>
</p:tagLst>
</file>

<file path=ppt/tags/tag366.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67.xml><?xml version="1.0" encoding="utf-8"?>
<p:tagLst xmlns:a="http://schemas.openxmlformats.org/drawingml/2006/main" xmlns:r="http://schemas.openxmlformats.org/officeDocument/2006/relationships" xmlns:p="http://schemas.openxmlformats.org/presentationml/2006/main">
  <p:tag name="NAME" val="CustomIcon"/>
</p:tagLst>
</file>

<file path=ppt/tags/tag36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369.xml><?xml version="1.0" encoding="utf-8"?>
<p:tagLst xmlns:a="http://schemas.openxmlformats.org/drawingml/2006/main" xmlns:r="http://schemas.openxmlformats.org/officeDocument/2006/relationships" xmlns:p="http://schemas.openxmlformats.org/presentationml/2006/main">
  <p:tag name="NAME" val="Flow"/>
</p:tagLst>
</file>

<file path=ppt/tags/tag370.xml><?xml version="1.0" encoding="utf-8"?>
<p:tagLst xmlns:a="http://schemas.openxmlformats.org/drawingml/2006/main" xmlns:r="http://schemas.openxmlformats.org/officeDocument/2006/relationships" xmlns:p="http://schemas.openxmlformats.org/presentationml/2006/main">
  <p:tag name="NAME" val="Flow"/>
</p:tagLst>
</file>

<file path=ppt/tags/tag371.xml><?xml version="1.0" encoding="utf-8"?>
<p:tagLst xmlns:a="http://schemas.openxmlformats.org/drawingml/2006/main" xmlns:r="http://schemas.openxmlformats.org/officeDocument/2006/relationships" xmlns:p="http://schemas.openxmlformats.org/presentationml/2006/main">
  <p:tag name="NAME" val="CustomIcon"/>
</p:tagLst>
</file>

<file path=ppt/tags/tag372.xml><?xml version="1.0" encoding="utf-8"?>
<p:tagLst xmlns:a="http://schemas.openxmlformats.org/drawingml/2006/main" xmlns:r="http://schemas.openxmlformats.org/officeDocument/2006/relationships" xmlns:p="http://schemas.openxmlformats.org/presentationml/2006/main">
  <p:tag name="NAME" val="CustomIcon"/>
</p:tagLst>
</file>

<file path=ppt/tags/tag373.xml><?xml version="1.0" encoding="utf-8"?>
<p:tagLst xmlns:a="http://schemas.openxmlformats.org/drawingml/2006/main" xmlns:r="http://schemas.openxmlformats.org/officeDocument/2006/relationships" xmlns:p="http://schemas.openxmlformats.org/presentationml/2006/main">
  <p:tag name="NAME" val="CustomIcon"/>
</p:tagLst>
</file>

<file path=ppt/tags/tag374.xml><?xml version="1.0" encoding="utf-8"?>
<p:tagLst xmlns:a="http://schemas.openxmlformats.org/drawingml/2006/main" xmlns:r="http://schemas.openxmlformats.org/officeDocument/2006/relationships" xmlns:p="http://schemas.openxmlformats.org/presentationml/2006/main">
  <p:tag name="NAME" val="CustomIcon"/>
</p:tagLst>
</file>

<file path=ppt/tags/tag375.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376.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377.xml><?xml version="1.0" encoding="utf-8"?>
<p:tagLst xmlns:a="http://schemas.openxmlformats.org/drawingml/2006/main" xmlns:r="http://schemas.openxmlformats.org/officeDocument/2006/relationships" xmlns:p="http://schemas.openxmlformats.org/presentationml/2006/main">
  <p:tag name="HEIGHT" val="30"/>
  <p:tag name="LEFT" val="223"/>
  <p:tag name="MTNUMBER" val="0.722052928396525"/>
  <p:tag name="MTTABLE" val="Cell"/>
  <p:tag name="TOP" val="160"/>
  <p:tag name="WIDTH" val="158"/>
</p:tagLst>
</file>

<file path=ppt/tags/tag378.xml><?xml version="1.0" encoding="utf-8"?>
<p:tagLst xmlns:a="http://schemas.openxmlformats.org/drawingml/2006/main" xmlns:r="http://schemas.openxmlformats.org/officeDocument/2006/relationships" xmlns:p="http://schemas.openxmlformats.org/presentationml/2006/main">
  <p:tag name="NAME" val="TrackerNumWhite"/>
</p:tagLst>
</file>

<file path=ppt/tags/tag379.xml><?xml version="1.0" encoding="utf-8"?>
<p:tagLst xmlns:a="http://schemas.openxmlformats.org/drawingml/2006/main" xmlns:r="http://schemas.openxmlformats.org/officeDocument/2006/relationships" xmlns:p="http://schemas.openxmlformats.org/presentationml/2006/main">
  <p:tag name="NAME" val="TrackerNumWhite"/>
</p:tagLst>
</file>

<file path=ppt/tags/tag380.xml><?xml version="1.0" encoding="utf-8"?>
<p:tagLst xmlns:a="http://schemas.openxmlformats.org/drawingml/2006/main" xmlns:r="http://schemas.openxmlformats.org/officeDocument/2006/relationships" xmlns:p="http://schemas.openxmlformats.org/presentationml/2006/main">
  <p:tag name="NAME" val="TrackerNumWhite"/>
</p:tagLst>
</file>

<file path=ppt/tags/tag381.xml><?xml version="1.0" encoding="utf-8"?>
<p:tagLst xmlns:a="http://schemas.openxmlformats.org/drawingml/2006/main" xmlns:r="http://schemas.openxmlformats.org/officeDocument/2006/relationships" xmlns:p="http://schemas.openxmlformats.org/presentationml/2006/main">
  <p:tag name="NAME" val="TrackerNumWhite"/>
</p:tagLst>
</file>

<file path=ppt/tags/tag382.xml><?xml version="1.0" encoding="utf-8"?>
<p:tagLst xmlns:a="http://schemas.openxmlformats.org/drawingml/2006/main" xmlns:r="http://schemas.openxmlformats.org/officeDocument/2006/relationships" xmlns:p="http://schemas.openxmlformats.org/presentationml/2006/main">
  <p:tag name="NAME" val="TrackerNumWhite"/>
</p:tagLst>
</file>

<file path=ppt/tags/tag383.xml><?xml version="1.0" encoding="utf-8"?>
<p:tagLst xmlns:a="http://schemas.openxmlformats.org/drawingml/2006/main" xmlns:r="http://schemas.openxmlformats.org/officeDocument/2006/relationships" xmlns:p="http://schemas.openxmlformats.org/presentationml/2006/main">
  <p:tag name="NAME" val="TrackerNumWhite"/>
</p:tagLst>
</file>

<file path=ppt/tags/tag384.xml><?xml version="1.0" encoding="utf-8"?>
<p:tagLst xmlns:a="http://schemas.openxmlformats.org/drawingml/2006/main" xmlns:r="http://schemas.openxmlformats.org/officeDocument/2006/relationships" xmlns:p="http://schemas.openxmlformats.org/presentationml/2006/main">
  <p:tag name="NAME" val="TrackerNumWhite"/>
</p:tagLst>
</file>

<file path=ppt/tags/tag385.xml><?xml version="1.0" encoding="utf-8"?>
<p:tagLst xmlns:a="http://schemas.openxmlformats.org/drawingml/2006/main" xmlns:r="http://schemas.openxmlformats.org/officeDocument/2006/relationships" xmlns:p="http://schemas.openxmlformats.org/presentationml/2006/main">
  <p:tag name="NAME" val="CustomIcon"/>
</p:tagLst>
</file>

<file path=ppt/tags/tag386.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387.xml><?xml version="1.0" encoding="utf-8"?>
<p:tagLst xmlns:a="http://schemas.openxmlformats.org/drawingml/2006/main" xmlns:r="http://schemas.openxmlformats.org/officeDocument/2006/relationships" xmlns:p="http://schemas.openxmlformats.org/presentationml/2006/main">
  <p:tag name="NAME" val="CustomIcon"/>
</p:tagLst>
</file>

<file path=ppt/tags/tag388.xml><?xml version="1.0" encoding="utf-8"?>
<p:tagLst xmlns:a="http://schemas.openxmlformats.org/drawingml/2006/main" xmlns:r="http://schemas.openxmlformats.org/officeDocument/2006/relationships" xmlns:p="http://schemas.openxmlformats.org/presentationml/2006/main">
  <p:tag name="NAME" val="CustomIcon"/>
</p:tagLst>
</file>

<file path=ppt/tags/tag389.xml><?xml version="1.0" encoding="utf-8"?>
<p:tagLst xmlns:a="http://schemas.openxmlformats.org/drawingml/2006/main" xmlns:r="http://schemas.openxmlformats.org/officeDocument/2006/relationships" xmlns:p="http://schemas.openxmlformats.org/presentationml/2006/main">
  <p:tag name="NAME" val="TrackerNumWhite"/>
</p:tagLst>
</file>

<file path=ppt/tags/tag390.xml><?xml version="1.0" encoding="utf-8"?>
<p:tagLst xmlns:a="http://schemas.openxmlformats.org/drawingml/2006/main" xmlns:r="http://schemas.openxmlformats.org/officeDocument/2006/relationships" xmlns:p="http://schemas.openxmlformats.org/presentationml/2006/main">
  <p:tag name="NAME" val="TrackerNumWhite"/>
</p:tagLst>
</file>

<file path=ppt/tags/tag391.xml><?xml version="1.0" encoding="utf-8"?>
<p:tagLst xmlns:a="http://schemas.openxmlformats.org/drawingml/2006/main" xmlns:r="http://schemas.openxmlformats.org/officeDocument/2006/relationships" xmlns:p="http://schemas.openxmlformats.org/presentationml/2006/main">
  <p:tag name="NAME" val="TrackerNumWhite"/>
</p:tagLst>
</file>

<file path=ppt/tags/tag392.xml><?xml version="1.0" encoding="utf-8"?>
<p:tagLst xmlns:a="http://schemas.openxmlformats.org/drawingml/2006/main" xmlns:r="http://schemas.openxmlformats.org/officeDocument/2006/relationships" xmlns:p="http://schemas.openxmlformats.org/presentationml/2006/main">
  <p:tag name="NAME" val="TrackerNumWhite"/>
</p:tagLst>
</file>

<file path=ppt/tags/tag393.xml><?xml version="1.0" encoding="utf-8"?>
<p:tagLst xmlns:a="http://schemas.openxmlformats.org/drawingml/2006/main" xmlns:r="http://schemas.openxmlformats.org/officeDocument/2006/relationships" xmlns:p="http://schemas.openxmlformats.org/presentationml/2006/main">
  <p:tag name="NAME" val="SingleBoatShape"/>
</p:tagLst>
</file>

<file path=ppt/tags/tag394.xml><?xml version="1.0" encoding="utf-8"?>
<p:tagLst xmlns:a="http://schemas.openxmlformats.org/drawingml/2006/main" xmlns:r="http://schemas.openxmlformats.org/officeDocument/2006/relationships" xmlns:p="http://schemas.openxmlformats.org/presentationml/2006/main">
  <p:tag name="NAME" val="SingleBoatText"/>
</p:tagLst>
</file>

<file path=ppt/tags/tag395.xml><?xml version="1.0" encoding="utf-8"?>
<p:tagLst xmlns:a="http://schemas.openxmlformats.org/drawingml/2006/main" xmlns:r="http://schemas.openxmlformats.org/officeDocument/2006/relationships" xmlns:p="http://schemas.openxmlformats.org/presentationml/2006/main">
  <p:tag name="NAME" val="SingleBoatShape"/>
</p:tagLst>
</file>

<file path=ppt/tags/tag396.xml><?xml version="1.0" encoding="utf-8"?>
<p:tagLst xmlns:a="http://schemas.openxmlformats.org/drawingml/2006/main" xmlns:r="http://schemas.openxmlformats.org/officeDocument/2006/relationships" xmlns:p="http://schemas.openxmlformats.org/presentationml/2006/main">
  <p:tag name="NAME" val="SingleBoatText"/>
</p:tagLst>
</file>

<file path=ppt/tags/tag3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99.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400.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401.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10"/>
  <p:tag name="WIDTH" val="276.6667"/>
</p:tagLst>
</file>

<file path=ppt/tags/tag402.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403.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81.4286"/>
  <p:tag name="WIDTH" val="276.6667"/>
</p:tagLst>
</file>

<file path=ppt/tags/tag404.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405.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406.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407.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408.xml><?xml version="1.0" encoding="utf-8"?>
<p:tagLst xmlns:a="http://schemas.openxmlformats.org/drawingml/2006/main" xmlns:r="http://schemas.openxmlformats.org/officeDocument/2006/relationships" xmlns:p="http://schemas.openxmlformats.org/presentationml/2006/main">
  <p:tag name="NAME" val="TrackerNumBlue"/>
</p:tagLst>
</file>

<file path=ppt/tags/tag409.xml><?xml version="1.0" encoding="utf-8"?>
<p:tagLst xmlns:a="http://schemas.openxmlformats.org/drawingml/2006/main" xmlns:r="http://schemas.openxmlformats.org/officeDocument/2006/relationships" xmlns:p="http://schemas.openxmlformats.org/presentationml/2006/main">
  <p:tag name="NAME" val="TrackerNumBlue"/>
</p:tagLst>
</file>

<file path=ppt/tags/tag410.xml><?xml version="1.0" encoding="utf-8"?>
<p:tagLst xmlns:a="http://schemas.openxmlformats.org/drawingml/2006/main" xmlns:r="http://schemas.openxmlformats.org/officeDocument/2006/relationships" xmlns:p="http://schemas.openxmlformats.org/presentationml/2006/main">
  <p:tag name="NAME" val="TrackerNumBlue"/>
</p:tagLst>
</file>

<file path=ppt/tags/tag411.xml><?xml version="1.0" encoding="utf-8"?>
<p:tagLst xmlns:a="http://schemas.openxmlformats.org/drawingml/2006/main" xmlns:r="http://schemas.openxmlformats.org/officeDocument/2006/relationships" xmlns:p="http://schemas.openxmlformats.org/presentationml/2006/main">
  <p:tag name="NAME" val="TrackerNumBlue"/>
</p:tagLst>
</file>

<file path=ppt/tags/tag412.xml><?xml version="1.0" encoding="utf-8"?>
<p:tagLst xmlns:a="http://schemas.openxmlformats.org/drawingml/2006/main" xmlns:r="http://schemas.openxmlformats.org/officeDocument/2006/relationships" xmlns:p="http://schemas.openxmlformats.org/presentationml/2006/main">
  <p:tag name="NAME" val="TrackerNumBlue"/>
</p:tagLst>
</file>

<file path=ppt/tags/tag413.xml><?xml version="1.0" encoding="utf-8"?>
<p:tagLst xmlns:a="http://schemas.openxmlformats.org/drawingml/2006/main" xmlns:r="http://schemas.openxmlformats.org/officeDocument/2006/relationships" xmlns:p="http://schemas.openxmlformats.org/presentationml/2006/main">
  <p:tag name="APLORISLIBID" val="L33d69ce7-e312-4efe-994e-6f10ecacfa67.1.8s/+Hg=="/>
</p:tagLst>
</file>

<file path=ppt/tags/tag4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18.xml><?xml version="1.0" encoding="utf-8"?>
<p:tagLst xmlns:a="http://schemas.openxmlformats.org/drawingml/2006/main" xmlns:r="http://schemas.openxmlformats.org/officeDocument/2006/relationships" xmlns:p="http://schemas.openxmlformats.org/presentationml/2006/main">
  <p:tag name="SHAPENAME" val="4. Footnote"/>
</p:tagLst>
</file>

<file path=ppt/tags/tag41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2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2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22.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423.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424.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425.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42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27.xml><?xml version="1.0" encoding="utf-8"?>
<p:tagLst xmlns:a="http://schemas.openxmlformats.org/drawingml/2006/main" xmlns:r="http://schemas.openxmlformats.org/officeDocument/2006/relationships" xmlns:p="http://schemas.openxmlformats.org/presentationml/2006/main">
  <p:tag name="NAME" val="TrackerNumBlue"/>
</p:tagLst>
</file>

<file path=ppt/tags/tag428.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429.xml><?xml version="1.0" encoding="utf-8"?>
<p:tagLst xmlns:a="http://schemas.openxmlformats.org/drawingml/2006/main" xmlns:r="http://schemas.openxmlformats.org/officeDocument/2006/relationships" xmlns:p="http://schemas.openxmlformats.org/presentationml/2006/main">
  <p:tag name="ANGLE" val="3"/>
</p:tagLst>
</file>

<file path=ppt/tags/tag430.xml><?xml version="1.0" encoding="utf-8"?>
<p:tagLst xmlns:a="http://schemas.openxmlformats.org/drawingml/2006/main" xmlns:r="http://schemas.openxmlformats.org/officeDocument/2006/relationships" xmlns:p="http://schemas.openxmlformats.org/presentationml/2006/main">
  <p:tag name="ANGLE" val="3"/>
</p:tagLst>
</file>

<file path=ppt/tags/tag431.xml><?xml version="1.0" encoding="utf-8"?>
<p:tagLst xmlns:a="http://schemas.openxmlformats.org/drawingml/2006/main" xmlns:r="http://schemas.openxmlformats.org/officeDocument/2006/relationships" xmlns:p="http://schemas.openxmlformats.org/presentationml/2006/main">
  <p:tag name="ANGLE" val="3"/>
</p:tagLst>
</file>

<file path=ppt/tags/tag432.xml><?xml version="1.0" encoding="utf-8"?>
<p:tagLst xmlns:a="http://schemas.openxmlformats.org/drawingml/2006/main" xmlns:r="http://schemas.openxmlformats.org/officeDocument/2006/relationships" xmlns:p="http://schemas.openxmlformats.org/presentationml/2006/main">
  <p:tag name="ANGLE" val="3"/>
</p:tagLst>
</file>

<file path=ppt/tags/tag433.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434.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435.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436.xml><?xml version="1.0" encoding="utf-8"?>
<p:tagLst xmlns:a="http://schemas.openxmlformats.org/drawingml/2006/main" xmlns:r="http://schemas.openxmlformats.org/officeDocument/2006/relationships" xmlns:p="http://schemas.openxmlformats.org/presentationml/2006/main">
  <p:tag name="ANGLE" val="3"/>
</p:tagLst>
</file>

<file path=ppt/tags/tag437.xml><?xml version="1.0" encoding="utf-8"?>
<p:tagLst xmlns:a="http://schemas.openxmlformats.org/drawingml/2006/main" xmlns:r="http://schemas.openxmlformats.org/officeDocument/2006/relationships" xmlns:p="http://schemas.openxmlformats.org/presentationml/2006/main">
  <p:tag name="ANGLE" val="3"/>
</p:tagLst>
</file>

<file path=ppt/tags/tag438.xml><?xml version="1.0" encoding="utf-8"?>
<p:tagLst xmlns:a="http://schemas.openxmlformats.org/drawingml/2006/main" xmlns:r="http://schemas.openxmlformats.org/officeDocument/2006/relationships" xmlns:p="http://schemas.openxmlformats.org/presentationml/2006/main">
  <p:tag name="NAME" val="TrackerNumBlue"/>
</p:tagLst>
</file>

<file path=ppt/tags/tag439.xml><?xml version="1.0" encoding="utf-8"?>
<p:tagLst xmlns:a="http://schemas.openxmlformats.org/drawingml/2006/main" xmlns:r="http://schemas.openxmlformats.org/officeDocument/2006/relationships" xmlns:p="http://schemas.openxmlformats.org/presentationml/2006/main">
  <p:tag name="NAME" val="TrackerNumBlue"/>
</p:tagLst>
</file>

<file path=ppt/tags/tag440.xml><?xml version="1.0" encoding="utf-8"?>
<p:tagLst xmlns:a="http://schemas.openxmlformats.org/drawingml/2006/main" xmlns:r="http://schemas.openxmlformats.org/officeDocument/2006/relationships" xmlns:p="http://schemas.openxmlformats.org/presentationml/2006/main">
  <p:tag name="NAME" val="TrackerNumBlue"/>
</p:tagLst>
</file>

<file path=ppt/tags/tag441.xml><?xml version="1.0" encoding="utf-8"?>
<p:tagLst xmlns:a="http://schemas.openxmlformats.org/drawingml/2006/main" xmlns:r="http://schemas.openxmlformats.org/officeDocument/2006/relationships" xmlns:p="http://schemas.openxmlformats.org/presentationml/2006/main">
  <p:tag name="NAME" val="TrackerNumBlue"/>
</p:tagLst>
</file>

<file path=ppt/tags/tag4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4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45.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46.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447.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4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49.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450.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451.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52.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53.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54.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55.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56.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57.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5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5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60.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61.xml><?xml version="1.0" encoding="utf-8"?>
<p:tagLst xmlns:a="http://schemas.openxmlformats.org/drawingml/2006/main" xmlns:r="http://schemas.openxmlformats.org/officeDocument/2006/relationships" xmlns:p="http://schemas.openxmlformats.org/presentationml/2006/main">
  <p:tag name="NAME" val="CustomIcon"/>
</p:tagLst>
</file>

<file path=ppt/tags/tag462.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63.xml><?xml version="1.0" encoding="utf-8"?>
<p:tagLst xmlns:a="http://schemas.openxmlformats.org/drawingml/2006/main" xmlns:r="http://schemas.openxmlformats.org/officeDocument/2006/relationships" xmlns:p="http://schemas.openxmlformats.org/presentationml/2006/main">
  <p:tag name="NAME" val="CustomIcon"/>
</p:tagLst>
</file>

<file path=ppt/tags/tag464.xml><?xml version="1.0" encoding="utf-8"?>
<p:tagLst xmlns:a="http://schemas.openxmlformats.org/drawingml/2006/main" xmlns:r="http://schemas.openxmlformats.org/officeDocument/2006/relationships" xmlns:p="http://schemas.openxmlformats.org/presentationml/2006/main">
  <p:tag name="NAME" val="CustomIcon"/>
</p:tagLst>
</file>

<file path=ppt/tags/tag465.xml><?xml version="1.0" encoding="utf-8"?>
<p:tagLst xmlns:a="http://schemas.openxmlformats.org/drawingml/2006/main" xmlns:r="http://schemas.openxmlformats.org/officeDocument/2006/relationships" xmlns:p="http://schemas.openxmlformats.org/presentationml/2006/main">
  <p:tag name="NAME" val="CustomIcon"/>
</p:tagLst>
</file>

<file path=ppt/tags/tag466.xml><?xml version="1.0" encoding="utf-8"?>
<p:tagLst xmlns:a="http://schemas.openxmlformats.org/drawingml/2006/main" xmlns:r="http://schemas.openxmlformats.org/officeDocument/2006/relationships" xmlns:p="http://schemas.openxmlformats.org/presentationml/2006/main">
  <p:tag name="NAME" val="CustomIcon"/>
</p:tagLst>
</file>

<file path=ppt/tags/tag467.xml><?xml version="1.0" encoding="utf-8"?>
<p:tagLst xmlns:a="http://schemas.openxmlformats.org/drawingml/2006/main" xmlns:r="http://schemas.openxmlformats.org/officeDocument/2006/relationships" xmlns:p="http://schemas.openxmlformats.org/presentationml/2006/main">
  <p:tag name="NAME" val="Flow"/>
</p:tagLst>
</file>

<file path=ppt/tags/tag468.xml><?xml version="1.0" encoding="utf-8"?>
<p:tagLst xmlns:a="http://schemas.openxmlformats.org/drawingml/2006/main" xmlns:r="http://schemas.openxmlformats.org/officeDocument/2006/relationships" xmlns:p="http://schemas.openxmlformats.org/presentationml/2006/main">
  <p:tag name="NAME" val="Flow"/>
</p:tagLst>
</file>

<file path=ppt/tags/tag469.xml><?xml version="1.0" encoding="utf-8"?>
<p:tagLst xmlns:a="http://schemas.openxmlformats.org/drawingml/2006/main" xmlns:r="http://schemas.openxmlformats.org/officeDocument/2006/relationships" xmlns:p="http://schemas.openxmlformats.org/presentationml/2006/main">
  <p:tag name="NAME" val="CustomIcon"/>
</p:tagLst>
</file>

<file path=ppt/tags/tag470.xml><?xml version="1.0" encoding="utf-8"?>
<p:tagLst xmlns:a="http://schemas.openxmlformats.org/drawingml/2006/main" xmlns:r="http://schemas.openxmlformats.org/officeDocument/2006/relationships" xmlns:p="http://schemas.openxmlformats.org/presentationml/2006/main">
  <p:tag name="NAME" val="CustomIcon"/>
</p:tagLst>
</file>

<file path=ppt/tags/tag471.xml><?xml version="1.0" encoding="utf-8"?>
<p:tagLst xmlns:a="http://schemas.openxmlformats.org/drawingml/2006/main" xmlns:r="http://schemas.openxmlformats.org/officeDocument/2006/relationships" xmlns:p="http://schemas.openxmlformats.org/presentationml/2006/main">
  <p:tag name="NAME" val="CustomIcon"/>
</p:tagLst>
</file>

<file path=ppt/tags/tag472.xml><?xml version="1.0" encoding="utf-8"?>
<p:tagLst xmlns:a="http://schemas.openxmlformats.org/drawingml/2006/main" xmlns:r="http://schemas.openxmlformats.org/officeDocument/2006/relationships" xmlns:p="http://schemas.openxmlformats.org/presentationml/2006/main">
  <p:tag name="NAME" val="CustomIcon"/>
</p:tagLst>
</file>

<file path=ppt/tags/tag473.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474.xml><?xml version="1.0" encoding="utf-8"?>
<p:tagLst xmlns:a="http://schemas.openxmlformats.org/drawingml/2006/main" xmlns:r="http://schemas.openxmlformats.org/officeDocument/2006/relationships" xmlns:p="http://schemas.openxmlformats.org/presentationml/2006/main">
  <p:tag name="NAME" val="TrackerNumWhite"/>
</p:tagLst>
</file>

<file path=ppt/tags/tag475.xml><?xml version="1.0" encoding="utf-8"?>
<p:tagLst xmlns:a="http://schemas.openxmlformats.org/drawingml/2006/main" xmlns:r="http://schemas.openxmlformats.org/officeDocument/2006/relationships" xmlns:p="http://schemas.openxmlformats.org/presentationml/2006/main">
  <p:tag name="NAME" val="TrackerNumWhite"/>
</p:tagLst>
</file>

<file path=ppt/tags/tag476.xml><?xml version="1.0" encoding="utf-8"?>
<p:tagLst xmlns:a="http://schemas.openxmlformats.org/drawingml/2006/main" xmlns:r="http://schemas.openxmlformats.org/officeDocument/2006/relationships" xmlns:p="http://schemas.openxmlformats.org/presentationml/2006/main">
  <p:tag name="NAME" val="TrackerNumWhite"/>
</p:tagLst>
</file>

<file path=ppt/tags/tag477.xml><?xml version="1.0" encoding="utf-8"?>
<p:tagLst xmlns:a="http://schemas.openxmlformats.org/drawingml/2006/main" xmlns:r="http://schemas.openxmlformats.org/officeDocument/2006/relationships" xmlns:p="http://schemas.openxmlformats.org/presentationml/2006/main">
  <p:tag name="NAME" val="TrackerNumWhite"/>
</p:tagLst>
</file>

<file path=ppt/tags/tag478.xml><?xml version="1.0" encoding="utf-8"?>
<p:tagLst xmlns:a="http://schemas.openxmlformats.org/drawingml/2006/main" xmlns:r="http://schemas.openxmlformats.org/officeDocument/2006/relationships" xmlns:p="http://schemas.openxmlformats.org/presentationml/2006/main">
  <p:tag name="NAME" val="TrackerNumWhite"/>
</p:tagLst>
</file>

<file path=ppt/tags/tag479.xml><?xml version="1.0" encoding="utf-8"?>
<p:tagLst xmlns:a="http://schemas.openxmlformats.org/drawingml/2006/main" xmlns:r="http://schemas.openxmlformats.org/officeDocument/2006/relationships" xmlns:p="http://schemas.openxmlformats.org/presentationml/2006/main">
  <p:tag name="NAME" val="TrackerNumWhite"/>
</p:tagLst>
</file>

<file path=ppt/tags/tag480.xml><?xml version="1.0" encoding="utf-8"?>
<p:tagLst xmlns:a="http://schemas.openxmlformats.org/drawingml/2006/main" xmlns:r="http://schemas.openxmlformats.org/officeDocument/2006/relationships" xmlns:p="http://schemas.openxmlformats.org/presentationml/2006/main">
  <p:tag name="NAME" val="TrackerNumWhite"/>
</p:tagLst>
</file>

<file path=ppt/tags/tag481.xml><?xml version="1.0" encoding="utf-8"?>
<p:tagLst xmlns:a="http://schemas.openxmlformats.org/drawingml/2006/main" xmlns:r="http://schemas.openxmlformats.org/officeDocument/2006/relationships" xmlns:p="http://schemas.openxmlformats.org/presentationml/2006/main">
  <p:tag name="NAME" val="TrackerNumWhite"/>
</p:tagLst>
</file>

<file path=ppt/tags/tag482.xml><?xml version="1.0" encoding="utf-8"?>
<p:tagLst xmlns:a="http://schemas.openxmlformats.org/drawingml/2006/main" xmlns:r="http://schemas.openxmlformats.org/officeDocument/2006/relationships" xmlns:p="http://schemas.openxmlformats.org/presentationml/2006/main">
  <p:tag name="NAME" val="TrackerNumWhite"/>
</p:tagLst>
</file>

<file path=ppt/tags/tag483.xml><?xml version="1.0" encoding="utf-8"?>
<p:tagLst xmlns:a="http://schemas.openxmlformats.org/drawingml/2006/main" xmlns:r="http://schemas.openxmlformats.org/officeDocument/2006/relationships" xmlns:p="http://schemas.openxmlformats.org/presentationml/2006/main">
  <p:tag name="NAME" val="TrackerNumWhite"/>
</p:tagLst>
</file>

<file path=ppt/tags/tag484.xml><?xml version="1.0" encoding="utf-8"?>
<p:tagLst xmlns:a="http://schemas.openxmlformats.org/drawingml/2006/main" xmlns:r="http://schemas.openxmlformats.org/officeDocument/2006/relationships" xmlns:p="http://schemas.openxmlformats.org/presentationml/2006/main">
  <p:tag name="NAME" val="TrackerNumWhite"/>
</p:tagLst>
</file>

<file path=ppt/tags/tag485.xml><?xml version="1.0" encoding="utf-8"?>
<p:tagLst xmlns:a="http://schemas.openxmlformats.org/drawingml/2006/main" xmlns:r="http://schemas.openxmlformats.org/officeDocument/2006/relationships" xmlns:p="http://schemas.openxmlformats.org/presentationml/2006/main">
  <p:tag name="NAME" val="TrackerNumWhite"/>
</p:tagLst>
</file>

<file path=ppt/tags/tag486.xml><?xml version="1.0" encoding="utf-8"?>
<p:tagLst xmlns:a="http://schemas.openxmlformats.org/drawingml/2006/main" xmlns:r="http://schemas.openxmlformats.org/officeDocument/2006/relationships" xmlns:p="http://schemas.openxmlformats.org/presentationml/2006/main">
  <p:tag name="NAME" val="TrackerNumWhite"/>
</p:tagLst>
</file>

<file path=ppt/tags/tag487.xml><?xml version="1.0" encoding="utf-8"?>
<p:tagLst xmlns:a="http://schemas.openxmlformats.org/drawingml/2006/main" xmlns:r="http://schemas.openxmlformats.org/officeDocument/2006/relationships" xmlns:p="http://schemas.openxmlformats.org/presentationml/2006/main">
  <p:tag name="NAME" val="TrackerNumWhite"/>
</p:tagLst>
</file>

<file path=ppt/tags/tag488.xml><?xml version="1.0" encoding="utf-8"?>
<p:tagLst xmlns:a="http://schemas.openxmlformats.org/drawingml/2006/main" xmlns:r="http://schemas.openxmlformats.org/officeDocument/2006/relationships" xmlns:p="http://schemas.openxmlformats.org/presentationml/2006/main">
  <p:tag name="NAME" val="CustomIcon"/>
</p:tagLst>
</file>

<file path=ppt/tags/tag489.xml><?xml version="1.0" encoding="utf-8"?>
<p:tagLst xmlns:a="http://schemas.openxmlformats.org/drawingml/2006/main" xmlns:r="http://schemas.openxmlformats.org/officeDocument/2006/relationships" xmlns:p="http://schemas.openxmlformats.org/presentationml/2006/main">
  <p:tag name="NAME" val="TrackerNumWhite"/>
</p:tagLst>
</file>

<file path=ppt/tags/tag490.xml><?xml version="1.0" encoding="utf-8"?>
<p:tagLst xmlns:a="http://schemas.openxmlformats.org/drawingml/2006/main" xmlns:r="http://schemas.openxmlformats.org/officeDocument/2006/relationships" xmlns:p="http://schemas.openxmlformats.org/presentationml/2006/main">
  <p:tag name="NAME" val="TrackerNumWhite"/>
</p:tagLst>
</file>

<file path=ppt/tags/tag491.xml><?xml version="1.0" encoding="utf-8"?>
<p:tagLst xmlns:a="http://schemas.openxmlformats.org/drawingml/2006/main" xmlns:r="http://schemas.openxmlformats.org/officeDocument/2006/relationships" xmlns:p="http://schemas.openxmlformats.org/presentationml/2006/main">
  <p:tag name="NAME" val="CustomIcon"/>
</p:tagLst>
</file>

<file path=ppt/tags/tag492.xml><?xml version="1.0" encoding="utf-8"?>
<p:tagLst xmlns:a="http://schemas.openxmlformats.org/drawingml/2006/main" xmlns:r="http://schemas.openxmlformats.org/officeDocument/2006/relationships" xmlns:p="http://schemas.openxmlformats.org/presentationml/2006/main">
  <p:tag name="NAME" val="SingleBoatShape"/>
</p:tagLst>
</file>

<file path=ppt/tags/tag493.xml><?xml version="1.0" encoding="utf-8"?>
<p:tagLst xmlns:a="http://schemas.openxmlformats.org/drawingml/2006/main" xmlns:r="http://schemas.openxmlformats.org/officeDocument/2006/relationships" xmlns:p="http://schemas.openxmlformats.org/presentationml/2006/main">
  <p:tag name="NAME" val="SingleBoatText"/>
</p:tagLst>
</file>

<file path=ppt/tags/tag494.xml><?xml version="1.0" encoding="utf-8"?>
<p:tagLst xmlns:a="http://schemas.openxmlformats.org/drawingml/2006/main" xmlns:r="http://schemas.openxmlformats.org/officeDocument/2006/relationships" xmlns:p="http://schemas.openxmlformats.org/presentationml/2006/main">
  <p:tag name="NAME" val="SingleBoatShape"/>
</p:tagLst>
</file>

<file path=ppt/tags/tag495.xml><?xml version="1.0" encoding="utf-8"?>
<p:tagLst xmlns:a="http://schemas.openxmlformats.org/drawingml/2006/main" xmlns:r="http://schemas.openxmlformats.org/officeDocument/2006/relationships" xmlns:p="http://schemas.openxmlformats.org/presentationml/2006/main">
  <p:tag name="NAME" val="SingleBoatText"/>
</p:tagLst>
</file>

<file path=ppt/tags/tag4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49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49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00.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501.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502.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03.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04.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05.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06.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07.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0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0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10.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11.xml><?xml version="1.0" encoding="utf-8"?>
<p:tagLst xmlns:a="http://schemas.openxmlformats.org/drawingml/2006/main" xmlns:r="http://schemas.openxmlformats.org/officeDocument/2006/relationships" xmlns:p="http://schemas.openxmlformats.org/presentationml/2006/main">
  <p:tag name="NAME" val="CustomIcon"/>
</p:tagLst>
</file>

<file path=ppt/tags/tag512.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13.xml><?xml version="1.0" encoding="utf-8"?>
<p:tagLst xmlns:a="http://schemas.openxmlformats.org/drawingml/2006/main" xmlns:r="http://schemas.openxmlformats.org/officeDocument/2006/relationships" xmlns:p="http://schemas.openxmlformats.org/presentationml/2006/main">
  <p:tag name="NAME" val="CustomIcon"/>
</p:tagLst>
</file>

<file path=ppt/tags/tag514.xml><?xml version="1.0" encoding="utf-8"?>
<p:tagLst xmlns:a="http://schemas.openxmlformats.org/drawingml/2006/main" xmlns:r="http://schemas.openxmlformats.org/officeDocument/2006/relationships" xmlns:p="http://schemas.openxmlformats.org/presentationml/2006/main">
  <p:tag name="NAME" val="CustomIcon"/>
</p:tagLst>
</file>

<file path=ppt/tags/tag515.xml><?xml version="1.0" encoding="utf-8"?>
<p:tagLst xmlns:a="http://schemas.openxmlformats.org/drawingml/2006/main" xmlns:r="http://schemas.openxmlformats.org/officeDocument/2006/relationships" xmlns:p="http://schemas.openxmlformats.org/presentationml/2006/main">
  <p:tag name="NAME" val="CustomIcon"/>
</p:tagLst>
</file>

<file path=ppt/tags/tag516.xml><?xml version="1.0" encoding="utf-8"?>
<p:tagLst xmlns:a="http://schemas.openxmlformats.org/drawingml/2006/main" xmlns:r="http://schemas.openxmlformats.org/officeDocument/2006/relationships" xmlns:p="http://schemas.openxmlformats.org/presentationml/2006/main">
  <p:tag name="NAME" val="CustomIcon"/>
</p:tagLst>
</file>

<file path=ppt/tags/tag517.xml><?xml version="1.0" encoding="utf-8"?>
<p:tagLst xmlns:a="http://schemas.openxmlformats.org/drawingml/2006/main" xmlns:r="http://schemas.openxmlformats.org/officeDocument/2006/relationships" xmlns:p="http://schemas.openxmlformats.org/presentationml/2006/main">
  <p:tag name="NAME" val="Flow"/>
</p:tagLst>
</file>

<file path=ppt/tags/tag518.xml><?xml version="1.0" encoding="utf-8"?>
<p:tagLst xmlns:a="http://schemas.openxmlformats.org/drawingml/2006/main" xmlns:r="http://schemas.openxmlformats.org/officeDocument/2006/relationships" xmlns:p="http://schemas.openxmlformats.org/presentationml/2006/main">
  <p:tag name="NAME" val="Flow"/>
</p:tagLst>
</file>

<file path=ppt/tags/tag519.xml><?xml version="1.0" encoding="utf-8"?>
<p:tagLst xmlns:a="http://schemas.openxmlformats.org/drawingml/2006/main" xmlns:r="http://schemas.openxmlformats.org/officeDocument/2006/relationships" xmlns:p="http://schemas.openxmlformats.org/presentationml/2006/main">
  <p:tag name="NAME" val="CustomIcon"/>
</p:tagLst>
</file>

<file path=ppt/tags/tag520.xml><?xml version="1.0" encoding="utf-8"?>
<p:tagLst xmlns:a="http://schemas.openxmlformats.org/drawingml/2006/main" xmlns:r="http://schemas.openxmlformats.org/officeDocument/2006/relationships" xmlns:p="http://schemas.openxmlformats.org/presentationml/2006/main">
  <p:tag name="NAME" val="CustomIcon"/>
</p:tagLst>
</file>

<file path=ppt/tags/tag521.xml><?xml version="1.0" encoding="utf-8"?>
<p:tagLst xmlns:a="http://schemas.openxmlformats.org/drawingml/2006/main" xmlns:r="http://schemas.openxmlformats.org/officeDocument/2006/relationships" xmlns:p="http://schemas.openxmlformats.org/presentationml/2006/main">
  <p:tag name="NAME" val="CustomIcon"/>
</p:tagLst>
</file>

<file path=ppt/tags/tag522.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523.xml><?xml version="1.0" encoding="utf-8"?>
<p:tagLst xmlns:a="http://schemas.openxmlformats.org/drawingml/2006/main" xmlns:r="http://schemas.openxmlformats.org/officeDocument/2006/relationships" xmlns:p="http://schemas.openxmlformats.org/presentationml/2006/main">
  <p:tag name="NAME" val="TrackerNumWhite"/>
</p:tagLst>
</file>

<file path=ppt/tags/tag524.xml><?xml version="1.0" encoding="utf-8"?>
<p:tagLst xmlns:a="http://schemas.openxmlformats.org/drawingml/2006/main" xmlns:r="http://schemas.openxmlformats.org/officeDocument/2006/relationships" xmlns:p="http://schemas.openxmlformats.org/presentationml/2006/main">
  <p:tag name="NAME" val="TrackerNumWhite"/>
</p:tagLst>
</file>

<file path=ppt/tags/tag525.xml><?xml version="1.0" encoding="utf-8"?>
<p:tagLst xmlns:a="http://schemas.openxmlformats.org/drawingml/2006/main" xmlns:r="http://schemas.openxmlformats.org/officeDocument/2006/relationships" xmlns:p="http://schemas.openxmlformats.org/presentationml/2006/main">
  <p:tag name="NAME" val="TrackerNumWhite"/>
</p:tagLst>
</file>

<file path=ppt/tags/tag526.xml><?xml version="1.0" encoding="utf-8"?>
<p:tagLst xmlns:a="http://schemas.openxmlformats.org/drawingml/2006/main" xmlns:r="http://schemas.openxmlformats.org/officeDocument/2006/relationships" xmlns:p="http://schemas.openxmlformats.org/presentationml/2006/main">
  <p:tag name="NAME" val="TrackerNumWhite"/>
</p:tagLst>
</file>

<file path=ppt/tags/tag527.xml><?xml version="1.0" encoding="utf-8"?>
<p:tagLst xmlns:a="http://schemas.openxmlformats.org/drawingml/2006/main" xmlns:r="http://schemas.openxmlformats.org/officeDocument/2006/relationships" xmlns:p="http://schemas.openxmlformats.org/presentationml/2006/main">
  <p:tag name="NAME" val="TrackerNumWhite"/>
</p:tagLst>
</file>

<file path=ppt/tags/tag528.xml><?xml version="1.0" encoding="utf-8"?>
<p:tagLst xmlns:a="http://schemas.openxmlformats.org/drawingml/2006/main" xmlns:r="http://schemas.openxmlformats.org/officeDocument/2006/relationships" xmlns:p="http://schemas.openxmlformats.org/presentationml/2006/main">
  <p:tag name="NAME" val="TrackerNumWhite"/>
</p:tagLst>
</file>

<file path=ppt/tags/tag529.xml><?xml version="1.0" encoding="utf-8"?>
<p:tagLst xmlns:a="http://schemas.openxmlformats.org/drawingml/2006/main" xmlns:r="http://schemas.openxmlformats.org/officeDocument/2006/relationships" xmlns:p="http://schemas.openxmlformats.org/presentationml/2006/main">
  <p:tag name="NAME" val="TrackerNumWhite"/>
</p:tagLst>
</file>

<file path=ppt/tags/tag530.xml><?xml version="1.0" encoding="utf-8"?>
<p:tagLst xmlns:a="http://schemas.openxmlformats.org/drawingml/2006/main" xmlns:r="http://schemas.openxmlformats.org/officeDocument/2006/relationships" xmlns:p="http://schemas.openxmlformats.org/presentationml/2006/main">
  <p:tag name="NAME" val="TrackerNumWhite"/>
</p:tagLst>
</file>

<file path=ppt/tags/tag531.xml><?xml version="1.0" encoding="utf-8"?>
<p:tagLst xmlns:a="http://schemas.openxmlformats.org/drawingml/2006/main" xmlns:r="http://schemas.openxmlformats.org/officeDocument/2006/relationships" xmlns:p="http://schemas.openxmlformats.org/presentationml/2006/main">
  <p:tag name="NAME" val="TrackerNumWhite"/>
</p:tagLst>
</file>

<file path=ppt/tags/tag532.xml><?xml version="1.0" encoding="utf-8"?>
<p:tagLst xmlns:a="http://schemas.openxmlformats.org/drawingml/2006/main" xmlns:r="http://schemas.openxmlformats.org/officeDocument/2006/relationships" xmlns:p="http://schemas.openxmlformats.org/presentationml/2006/main">
  <p:tag name="NAME" val="TrackerNumWhite"/>
</p:tagLst>
</file>

<file path=ppt/tags/tag533.xml><?xml version="1.0" encoding="utf-8"?>
<p:tagLst xmlns:a="http://schemas.openxmlformats.org/drawingml/2006/main" xmlns:r="http://schemas.openxmlformats.org/officeDocument/2006/relationships" xmlns:p="http://schemas.openxmlformats.org/presentationml/2006/main">
  <p:tag name="NAME" val="TrackerNumWhite"/>
</p:tagLst>
</file>

<file path=ppt/tags/tag534.xml><?xml version="1.0" encoding="utf-8"?>
<p:tagLst xmlns:a="http://schemas.openxmlformats.org/drawingml/2006/main" xmlns:r="http://schemas.openxmlformats.org/officeDocument/2006/relationships" xmlns:p="http://schemas.openxmlformats.org/presentationml/2006/main">
  <p:tag name="NAME" val="CustomIcon"/>
</p:tagLst>
</file>

<file path=ppt/tags/tag535.xml><?xml version="1.0" encoding="utf-8"?>
<p:tagLst xmlns:a="http://schemas.openxmlformats.org/drawingml/2006/main" xmlns:r="http://schemas.openxmlformats.org/officeDocument/2006/relationships" xmlns:p="http://schemas.openxmlformats.org/presentationml/2006/main">
  <p:tag name="NAME" val="TrackerNumWhite"/>
</p:tagLst>
</file>

<file path=ppt/tags/tag536.xml><?xml version="1.0" encoding="utf-8"?>
<p:tagLst xmlns:a="http://schemas.openxmlformats.org/drawingml/2006/main" xmlns:r="http://schemas.openxmlformats.org/officeDocument/2006/relationships" xmlns:p="http://schemas.openxmlformats.org/presentationml/2006/main">
  <p:tag name="NAME" val="TrackerNumWhite"/>
</p:tagLst>
</file>

<file path=ppt/tags/tag537.xml><?xml version="1.0" encoding="utf-8"?>
<p:tagLst xmlns:a="http://schemas.openxmlformats.org/drawingml/2006/main" xmlns:r="http://schemas.openxmlformats.org/officeDocument/2006/relationships" xmlns:p="http://schemas.openxmlformats.org/presentationml/2006/main">
  <p:tag name="NAME" val="CustomIcon"/>
</p:tagLst>
</file>

<file path=ppt/tags/tag538.xml><?xml version="1.0" encoding="utf-8"?>
<p:tagLst xmlns:a="http://schemas.openxmlformats.org/drawingml/2006/main" xmlns:r="http://schemas.openxmlformats.org/officeDocument/2006/relationships" xmlns:p="http://schemas.openxmlformats.org/presentationml/2006/main">
  <p:tag name="NAME" val="SingleBoatShape"/>
</p:tagLst>
</file>

<file path=ppt/tags/tag539.xml><?xml version="1.0" encoding="utf-8"?>
<p:tagLst xmlns:a="http://schemas.openxmlformats.org/drawingml/2006/main" xmlns:r="http://schemas.openxmlformats.org/officeDocument/2006/relationships" xmlns:p="http://schemas.openxmlformats.org/presentationml/2006/main">
  <p:tag name="NAME" val="SingleBoatText"/>
</p:tagLst>
</file>

<file path=ppt/tags/tag540.xml><?xml version="1.0" encoding="utf-8"?>
<p:tagLst xmlns:a="http://schemas.openxmlformats.org/drawingml/2006/main" xmlns:r="http://schemas.openxmlformats.org/officeDocument/2006/relationships" xmlns:p="http://schemas.openxmlformats.org/presentationml/2006/main">
  <p:tag name="NAME" val="SingleBoatShape"/>
</p:tagLst>
</file>

<file path=ppt/tags/tag541.xml><?xml version="1.0" encoding="utf-8"?>
<p:tagLst xmlns:a="http://schemas.openxmlformats.org/drawingml/2006/main" xmlns:r="http://schemas.openxmlformats.org/officeDocument/2006/relationships" xmlns:p="http://schemas.openxmlformats.org/presentationml/2006/main">
  <p:tag name="NAME" val="SingleBoatText"/>
</p:tagLst>
</file>

<file path=ppt/tags/tag5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44.xml><?xml version="1.0" encoding="utf-8"?>
<p:tagLst xmlns:a="http://schemas.openxmlformats.org/drawingml/2006/main" xmlns:r="http://schemas.openxmlformats.org/officeDocument/2006/relationships" xmlns:p="http://schemas.openxmlformats.org/presentationml/2006/main">
  <p:tag name="SHAPENAME" val="3. Subtitle"/>
</p:tagLst>
</file>

<file path=ppt/tags/tag545.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546.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547.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10"/>
  <p:tag name="WIDTH" val="276.6667"/>
</p:tagLst>
</file>

<file path=ppt/tags/tag548.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38.5714"/>
  <p:tag name="WIDTH" val="276.6667"/>
</p:tagLst>
</file>

<file path=ppt/tags/tag549.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67.1429"/>
  <p:tag name="WIDTH" val="276.6667"/>
</p:tagLst>
</file>

<file path=ppt/tags/tag550.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95.7143"/>
  <p:tag name="WIDTH" val="276.6667"/>
</p:tagLst>
</file>

<file path=ppt/tags/tag551.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24.2857"/>
  <p:tag name="WIDTH" val="276.6667"/>
</p:tagLst>
</file>

<file path=ppt/tags/tag552.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52.8571"/>
  <p:tag name="WIDTH" val="276.6667"/>
</p:tagLst>
</file>

<file path=ppt/tags/tag553.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38.5714"/>
  <p:tag name="WIDTH" val="276.6667"/>
</p:tagLst>
</file>

<file path=ppt/tags/tag554.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67.1429"/>
  <p:tag name="WIDTH" val="276.6667"/>
</p:tagLst>
</file>

<file path=ppt/tags/tag555.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95.7143"/>
  <p:tag name="WIDTH" val="276.6667"/>
</p:tagLst>
</file>

<file path=ppt/tags/tag556.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52.8571"/>
  <p:tag name="WIDTH" val="276.6667"/>
</p:tagLst>
</file>

<file path=ppt/tags/tag557.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558.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310"/>
  <p:tag name="WIDTH" val="276.6667"/>
</p:tagLst>
</file>

<file path=ppt/tags/tag559.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338.5714"/>
  <p:tag name="WIDTH" val="276.6667"/>
</p:tagLst>
</file>

<file path=ppt/tags/tag560.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367.1429"/>
  <p:tag name="WIDTH" val="276.6667"/>
</p:tagLst>
</file>

<file path=ppt/tags/tag561.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395.7143"/>
  <p:tag name="WIDTH" val="276.6667"/>
</p:tagLst>
</file>

<file path=ppt/tags/tag562.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424.2857"/>
  <p:tag name="WIDTH" val="276.6667"/>
</p:tagLst>
</file>

<file path=ppt/tags/tag563.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452.8571"/>
  <p:tag name="WIDTH" val="276.6667"/>
</p:tagLst>
</file>

<file path=ppt/tags/tag564.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481.4286"/>
  <p:tag name="WIDTH" val="276.6667"/>
</p:tagLst>
</file>

<file path=ppt/tags/tag565.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38.5714"/>
  <p:tag name="WIDTH" val="276.6667"/>
</p:tagLst>
</file>

<file path=ppt/tags/tag566.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67.1429"/>
  <p:tag name="WIDTH" val="276.6667"/>
</p:tagLst>
</file>

<file path=ppt/tags/tag567.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95.7143"/>
  <p:tag name="WIDTH" val="276.6667"/>
</p:tagLst>
</file>

<file path=ppt/tags/tag568.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424.2857"/>
  <p:tag name="WIDTH" val="276.6667"/>
</p:tagLst>
</file>

<file path=ppt/tags/tag569.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452.8571"/>
  <p:tag name="WIDTH" val="276.6667"/>
</p:tagLst>
</file>

<file path=ppt/tags/tag570.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10"/>
  <p:tag name="WIDTH" val="276.6667"/>
</p:tagLst>
</file>

<file path=ppt/tags/tag571.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10"/>
  <p:tag name="WIDTH" val="276.6667"/>
</p:tagLst>
</file>

<file path=ppt/tags/tag572.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573.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10"/>
  <p:tag name="WIDTH" val="276.6667"/>
</p:tagLst>
</file>

<file path=ppt/tags/tag574.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575.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95.7143"/>
  <p:tag name="WIDTH" val="276.6667"/>
</p:tagLst>
</file>

<file path=ppt/tags/tag576.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24.2857"/>
  <p:tag name="WIDTH" val="276.6667"/>
</p:tagLst>
</file>

<file path=ppt/tags/tag577.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52.8571"/>
  <p:tag name="WIDTH" val="276.6667"/>
</p:tagLst>
</file>

<file path=ppt/tags/tag578.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95.7143"/>
  <p:tag name="WIDTH" val="276.6667"/>
</p:tagLst>
</file>

<file path=ppt/tags/tag579.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52.8571"/>
  <p:tag name="WIDTH" val="276.6667"/>
</p:tagLst>
</file>

<file path=ppt/tags/tag580.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581.xml><?xml version="1.0" encoding="utf-8"?>
<p:tagLst xmlns:a="http://schemas.openxmlformats.org/drawingml/2006/main" xmlns:r="http://schemas.openxmlformats.org/officeDocument/2006/relationships" xmlns:p="http://schemas.openxmlformats.org/presentationml/2006/main">
  <p:tag name="NAME" val="TrackerNumBlue"/>
</p:tagLst>
</file>

<file path=ppt/tags/tag582.xml><?xml version="1.0" encoding="utf-8"?>
<p:tagLst xmlns:a="http://schemas.openxmlformats.org/drawingml/2006/main" xmlns:r="http://schemas.openxmlformats.org/officeDocument/2006/relationships" xmlns:p="http://schemas.openxmlformats.org/presentationml/2006/main">
  <p:tag name="NAME" val="TrackerNumBlue"/>
</p:tagLst>
</file>

<file path=ppt/tags/tag583.xml><?xml version="1.0" encoding="utf-8"?>
<p:tagLst xmlns:a="http://schemas.openxmlformats.org/drawingml/2006/main" xmlns:r="http://schemas.openxmlformats.org/officeDocument/2006/relationships" xmlns:p="http://schemas.openxmlformats.org/presentationml/2006/main">
  <p:tag name="NAME" val="TrackerNumBlue"/>
</p:tagLst>
</file>

<file path=ppt/tags/tag584.xml><?xml version="1.0" encoding="utf-8"?>
<p:tagLst xmlns:a="http://schemas.openxmlformats.org/drawingml/2006/main" xmlns:r="http://schemas.openxmlformats.org/officeDocument/2006/relationships" xmlns:p="http://schemas.openxmlformats.org/presentationml/2006/main">
  <p:tag name="NAME" val="TrackerNumBlue"/>
</p:tagLst>
</file>

<file path=ppt/tags/tag5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87.xml><?xml version="1.0" encoding="utf-8"?>
<p:tagLst xmlns:a="http://schemas.openxmlformats.org/drawingml/2006/main" xmlns:r="http://schemas.openxmlformats.org/officeDocument/2006/relationships" xmlns:p="http://schemas.openxmlformats.org/presentationml/2006/main">
  <p:tag name="NAME" val="Flow"/>
</p:tagLst>
</file>

<file path=ppt/tags/tag588.xml><?xml version="1.0" encoding="utf-8"?>
<p:tagLst xmlns:a="http://schemas.openxmlformats.org/drawingml/2006/main" xmlns:r="http://schemas.openxmlformats.org/officeDocument/2006/relationships" xmlns:p="http://schemas.openxmlformats.org/presentationml/2006/main">
  <p:tag name="NAME" val="Flow"/>
</p:tagLst>
</file>

<file path=ppt/tags/tag589.xml><?xml version="1.0" encoding="utf-8"?>
<p:tagLst xmlns:a="http://schemas.openxmlformats.org/drawingml/2006/main" xmlns:r="http://schemas.openxmlformats.org/officeDocument/2006/relationships" xmlns:p="http://schemas.openxmlformats.org/presentationml/2006/main">
  <p:tag name="NAME" val="Flow"/>
</p:tagLst>
</file>

<file path=ppt/tags/tag590.xml><?xml version="1.0" encoding="utf-8"?>
<p:tagLst xmlns:a="http://schemas.openxmlformats.org/drawingml/2006/main" xmlns:r="http://schemas.openxmlformats.org/officeDocument/2006/relationships" xmlns:p="http://schemas.openxmlformats.org/presentationml/2006/main">
  <p:tag name="NAME" val="Flow"/>
</p:tagLst>
</file>

<file path=ppt/tags/tag591.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592.xml><?xml version="1.0" encoding="utf-8"?>
<p:tagLst xmlns:a="http://schemas.openxmlformats.org/drawingml/2006/main" xmlns:r="http://schemas.openxmlformats.org/officeDocument/2006/relationships" xmlns:p="http://schemas.openxmlformats.org/presentationml/2006/main">
  <p:tag name="NAME" val="TrackerAlphaWhite"/>
</p:tagLst>
</file>

<file path=ppt/tags/tag593.xml><?xml version="1.0" encoding="utf-8"?>
<p:tagLst xmlns:a="http://schemas.openxmlformats.org/drawingml/2006/main" xmlns:r="http://schemas.openxmlformats.org/officeDocument/2006/relationships" xmlns:p="http://schemas.openxmlformats.org/presentationml/2006/main">
  <p:tag name="NAME" val="CustomIcon"/>
</p:tagLst>
</file>

<file path=ppt/tags/tag594.xml><?xml version="1.0" encoding="utf-8"?>
<p:tagLst xmlns:a="http://schemas.openxmlformats.org/drawingml/2006/main" xmlns:r="http://schemas.openxmlformats.org/officeDocument/2006/relationships" xmlns:p="http://schemas.openxmlformats.org/presentationml/2006/main">
  <p:tag name="NAME" val="CustomIcon"/>
</p:tagLst>
</file>

<file path=ppt/tags/tag595.xml><?xml version="1.0" encoding="utf-8"?>
<p:tagLst xmlns:a="http://schemas.openxmlformats.org/drawingml/2006/main" xmlns:r="http://schemas.openxmlformats.org/officeDocument/2006/relationships" xmlns:p="http://schemas.openxmlformats.org/presentationml/2006/main">
  <p:tag name="NAME" val="CustomIcon"/>
</p:tagLst>
</file>

<file path=ppt/tags/tag596.xml><?xml version="1.0" encoding="utf-8"?>
<p:tagLst xmlns:a="http://schemas.openxmlformats.org/drawingml/2006/main" xmlns:r="http://schemas.openxmlformats.org/officeDocument/2006/relationships" xmlns:p="http://schemas.openxmlformats.org/presentationml/2006/main">
  <p:tag name="NAME" val="CustomIcon"/>
</p:tagLst>
</file>

<file path=ppt/tags/tag597.xml><?xml version="1.0" encoding="utf-8"?>
<p:tagLst xmlns:a="http://schemas.openxmlformats.org/drawingml/2006/main" xmlns:r="http://schemas.openxmlformats.org/officeDocument/2006/relationships" xmlns:p="http://schemas.openxmlformats.org/presentationml/2006/main">
  <p:tag name="NAME" val="SingleBoatShape"/>
</p:tagLst>
</file>

<file path=ppt/tags/tag598.xml><?xml version="1.0" encoding="utf-8"?>
<p:tagLst xmlns:a="http://schemas.openxmlformats.org/drawingml/2006/main" xmlns:r="http://schemas.openxmlformats.org/officeDocument/2006/relationships" xmlns:p="http://schemas.openxmlformats.org/presentationml/2006/main">
  <p:tag name="NAME" val="SingleBoatText"/>
</p:tagLst>
</file>

<file path=ppt/tags/tag599.xml><?xml version="1.0" encoding="utf-8"?>
<p:tagLst xmlns:a="http://schemas.openxmlformats.org/drawingml/2006/main" xmlns:r="http://schemas.openxmlformats.org/officeDocument/2006/relationships" xmlns:p="http://schemas.openxmlformats.org/presentationml/2006/main">
  <p:tag name="NAME" val="SingleBoatShape"/>
</p:tagLst>
</file>

<file path=ppt/tags/tag600.xml><?xml version="1.0" encoding="utf-8"?>
<p:tagLst xmlns:a="http://schemas.openxmlformats.org/drawingml/2006/main" xmlns:r="http://schemas.openxmlformats.org/officeDocument/2006/relationships" xmlns:p="http://schemas.openxmlformats.org/presentationml/2006/main">
  <p:tag name="NAME" val="SingleBoatText"/>
</p:tagLst>
</file>

<file path=ppt/tags/tag601.xml><?xml version="1.0" encoding="utf-8"?>
<p:tagLst xmlns:a="http://schemas.openxmlformats.org/drawingml/2006/main" xmlns:r="http://schemas.openxmlformats.org/officeDocument/2006/relationships" xmlns:p="http://schemas.openxmlformats.org/presentationml/2006/main">
  <p:tag name="NAME" val="SingleBoatShape"/>
</p:tagLst>
</file>

<file path=ppt/tags/tag602.xml><?xml version="1.0" encoding="utf-8"?>
<p:tagLst xmlns:a="http://schemas.openxmlformats.org/drawingml/2006/main" xmlns:r="http://schemas.openxmlformats.org/officeDocument/2006/relationships" xmlns:p="http://schemas.openxmlformats.org/presentationml/2006/main">
  <p:tag name="NAME" val="SingleBoatText"/>
</p:tagLst>
</file>

<file path=ppt/tags/tag603.xml><?xml version="1.0" encoding="utf-8"?>
<p:tagLst xmlns:a="http://schemas.openxmlformats.org/drawingml/2006/main" xmlns:r="http://schemas.openxmlformats.org/officeDocument/2006/relationships" xmlns:p="http://schemas.openxmlformats.org/presentationml/2006/main">
  <p:tag name="NAME" val="SingleBoatShape"/>
</p:tagLst>
</file>

<file path=ppt/tags/tag604.xml><?xml version="1.0" encoding="utf-8"?>
<p:tagLst xmlns:a="http://schemas.openxmlformats.org/drawingml/2006/main" xmlns:r="http://schemas.openxmlformats.org/officeDocument/2006/relationships" xmlns:p="http://schemas.openxmlformats.org/presentationml/2006/main">
  <p:tag name="NAME" val="SingleBoatText"/>
</p:tagLst>
</file>

<file path=ppt/tags/tag605.xml><?xml version="1.0" encoding="utf-8"?>
<p:tagLst xmlns:a="http://schemas.openxmlformats.org/drawingml/2006/main" xmlns:r="http://schemas.openxmlformats.org/officeDocument/2006/relationships" xmlns:p="http://schemas.openxmlformats.org/presentationml/2006/main">
  <p:tag name="NAME" val="CustomIcon"/>
</p:tagLst>
</file>

<file path=ppt/tags/tag606.xml><?xml version="1.0" encoding="utf-8"?>
<p:tagLst xmlns:a="http://schemas.openxmlformats.org/drawingml/2006/main" xmlns:r="http://schemas.openxmlformats.org/officeDocument/2006/relationships" xmlns:p="http://schemas.openxmlformats.org/presentationml/2006/main">
  <p:tag name="NAME" val="CustomIcon"/>
</p:tagLst>
</file>

<file path=ppt/tags/tag607.xml><?xml version="1.0" encoding="utf-8"?>
<p:tagLst xmlns:a="http://schemas.openxmlformats.org/drawingml/2006/main" xmlns:r="http://schemas.openxmlformats.org/officeDocument/2006/relationships" xmlns:p="http://schemas.openxmlformats.org/presentationml/2006/main">
  <p:tag name="NAME" val="CustomIcon"/>
</p:tagLst>
</file>

<file path=ppt/tags/tag608.xml><?xml version="1.0" encoding="utf-8"?>
<p:tagLst xmlns:a="http://schemas.openxmlformats.org/drawingml/2006/main" xmlns:r="http://schemas.openxmlformats.org/officeDocument/2006/relationships" xmlns:p="http://schemas.openxmlformats.org/presentationml/2006/main">
  <p:tag name="NAME" val="CustomIcon"/>
</p:tagLst>
</file>

<file path=ppt/tags/tag6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11.xml><?xml version="1.0" encoding="utf-8"?>
<p:tagLst xmlns:a="http://schemas.openxmlformats.org/drawingml/2006/main" xmlns:r="http://schemas.openxmlformats.org/officeDocument/2006/relationships" xmlns:p="http://schemas.openxmlformats.org/presentationml/2006/main">
  <p:tag name="SHAPENAME" val="4. Footnote"/>
</p:tagLst>
</file>

<file path=ppt/tags/tag61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1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14.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615.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61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17.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618.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619.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620.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621.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622.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623.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624.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625.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626.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627.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28.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629.xml><?xml version="1.0" encoding="utf-8"?>
<p:tagLst xmlns:a="http://schemas.openxmlformats.org/drawingml/2006/main" xmlns:r="http://schemas.openxmlformats.org/officeDocument/2006/relationships" xmlns:p="http://schemas.openxmlformats.org/presentationml/2006/main">
  <p:tag name="NAME" val="TrackerNumBlue"/>
</p:tagLst>
</file>

<file path=ppt/tags/tag630.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631.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632.xml><?xml version="1.0" encoding="utf-8"?>
<p:tagLst xmlns:a="http://schemas.openxmlformats.org/drawingml/2006/main" xmlns:r="http://schemas.openxmlformats.org/officeDocument/2006/relationships" xmlns:p="http://schemas.openxmlformats.org/presentationml/2006/main">
  <p:tag name="NAME" val="TrackerNumBlue"/>
</p:tagLst>
</file>

<file path=ppt/tags/tag633.xml><?xml version="1.0" encoding="utf-8"?>
<p:tagLst xmlns:a="http://schemas.openxmlformats.org/drawingml/2006/main" xmlns:r="http://schemas.openxmlformats.org/officeDocument/2006/relationships" xmlns:p="http://schemas.openxmlformats.org/presentationml/2006/main">
  <p:tag name="NAME" val="TrackerNumBlue"/>
</p:tagLst>
</file>

<file path=ppt/tags/tag634.xml><?xml version="1.0" encoding="utf-8"?>
<p:tagLst xmlns:a="http://schemas.openxmlformats.org/drawingml/2006/main" xmlns:r="http://schemas.openxmlformats.org/officeDocument/2006/relationships" xmlns:p="http://schemas.openxmlformats.org/presentationml/2006/main">
  <p:tag name="NAME" val="TrackerNumBlue"/>
</p:tagLst>
</file>

<file path=ppt/tags/tag6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6.xml><?xml version="1.0" encoding="utf-8"?>
<p:tagLst xmlns:a="http://schemas.openxmlformats.org/drawingml/2006/main" xmlns:r="http://schemas.openxmlformats.org/officeDocument/2006/relationships" xmlns:p="http://schemas.openxmlformats.org/presentationml/2006/main">
  <p:tag name="NAME" val="TrackerNumWhite"/>
</p:tagLst>
</file>

<file path=ppt/tags/tag637.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638.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3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40.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41.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42.xml><?xml version="1.0" encoding="utf-8"?>
<p:tagLst xmlns:a="http://schemas.openxmlformats.org/drawingml/2006/main" xmlns:r="http://schemas.openxmlformats.org/officeDocument/2006/relationships" xmlns:p="http://schemas.openxmlformats.org/presentationml/2006/main">
  <p:tag name="NAME" val="CustomIcon"/>
</p:tagLst>
</file>

<file path=ppt/tags/tag64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644.xml><?xml version="1.0" encoding="utf-8"?>
<p:tagLst xmlns:a="http://schemas.openxmlformats.org/drawingml/2006/main" xmlns:r="http://schemas.openxmlformats.org/officeDocument/2006/relationships" xmlns:p="http://schemas.openxmlformats.org/presentationml/2006/main">
  <p:tag name="NAME" val="Flow"/>
</p:tagLst>
</file>

<file path=ppt/tags/tag645.xml><?xml version="1.0" encoding="utf-8"?>
<p:tagLst xmlns:a="http://schemas.openxmlformats.org/drawingml/2006/main" xmlns:r="http://schemas.openxmlformats.org/officeDocument/2006/relationships" xmlns:p="http://schemas.openxmlformats.org/presentationml/2006/main">
  <p:tag name="NAME" val="Flow"/>
</p:tagLst>
</file>

<file path=ppt/tags/tag646.xml><?xml version="1.0" encoding="utf-8"?>
<p:tagLst xmlns:a="http://schemas.openxmlformats.org/drawingml/2006/main" xmlns:r="http://schemas.openxmlformats.org/officeDocument/2006/relationships" xmlns:p="http://schemas.openxmlformats.org/presentationml/2006/main">
  <p:tag name="NAME" val="CustomIcon"/>
</p:tagLst>
</file>

<file path=ppt/tags/tag647.xml><?xml version="1.0" encoding="utf-8"?>
<p:tagLst xmlns:a="http://schemas.openxmlformats.org/drawingml/2006/main" xmlns:r="http://schemas.openxmlformats.org/officeDocument/2006/relationships" xmlns:p="http://schemas.openxmlformats.org/presentationml/2006/main">
  <p:tag name="NAME" val="CustomIcon"/>
</p:tagLst>
</file>

<file path=ppt/tags/tag648.xml><?xml version="1.0" encoding="utf-8"?>
<p:tagLst xmlns:a="http://schemas.openxmlformats.org/drawingml/2006/main" xmlns:r="http://schemas.openxmlformats.org/officeDocument/2006/relationships" xmlns:p="http://schemas.openxmlformats.org/presentationml/2006/main">
  <p:tag name="NAME" val="CustomIcon"/>
</p:tagLst>
</file>

<file path=ppt/tags/tag649.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650.xml><?xml version="1.0" encoding="utf-8"?>
<p:tagLst xmlns:a="http://schemas.openxmlformats.org/drawingml/2006/main" xmlns:r="http://schemas.openxmlformats.org/officeDocument/2006/relationships" xmlns:p="http://schemas.openxmlformats.org/presentationml/2006/main">
  <p:tag name="NAME" val="TrackerNumWhite"/>
</p:tagLst>
</file>

<file path=ppt/tags/tag651.xml><?xml version="1.0" encoding="utf-8"?>
<p:tagLst xmlns:a="http://schemas.openxmlformats.org/drawingml/2006/main" xmlns:r="http://schemas.openxmlformats.org/officeDocument/2006/relationships" xmlns:p="http://schemas.openxmlformats.org/presentationml/2006/main">
  <p:tag name="NAME" val="TrackerNumWhite"/>
</p:tagLst>
</file>

<file path=ppt/tags/tag652.xml><?xml version="1.0" encoding="utf-8"?>
<p:tagLst xmlns:a="http://schemas.openxmlformats.org/drawingml/2006/main" xmlns:r="http://schemas.openxmlformats.org/officeDocument/2006/relationships" xmlns:p="http://schemas.openxmlformats.org/presentationml/2006/main">
  <p:tag name="NAME" val="TrackerNumWhite"/>
</p:tagLst>
</file>

<file path=ppt/tags/tag653.xml><?xml version="1.0" encoding="utf-8"?>
<p:tagLst xmlns:a="http://schemas.openxmlformats.org/drawingml/2006/main" xmlns:r="http://schemas.openxmlformats.org/officeDocument/2006/relationships" xmlns:p="http://schemas.openxmlformats.org/presentationml/2006/main">
  <p:tag name="NAME" val="CustomIcon"/>
</p:tagLst>
</file>

<file path=ppt/tags/tag654.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55.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656.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57.xml><?xml version="1.0" encoding="utf-8"?>
<p:tagLst xmlns:a="http://schemas.openxmlformats.org/drawingml/2006/main" xmlns:r="http://schemas.openxmlformats.org/officeDocument/2006/relationships" xmlns:p="http://schemas.openxmlformats.org/presentationml/2006/main">
  <p:tag name="NAME" val="TrackerNumWhite"/>
</p:tagLst>
</file>

<file path=ppt/tags/tag65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5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60.xml><?xml version="1.0" encoding="utf-8"?>
<p:tagLst xmlns:a="http://schemas.openxmlformats.org/drawingml/2006/main" xmlns:r="http://schemas.openxmlformats.org/officeDocument/2006/relationships" xmlns:p="http://schemas.openxmlformats.org/presentationml/2006/main">
  <p:tag name="NAME" val="TrackerNumWhite"/>
</p:tagLst>
</file>

<file path=ppt/tags/tag661.xml><?xml version="1.0" encoding="utf-8"?>
<p:tagLst xmlns:a="http://schemas.openxmlformats.org/drawingml/2006/main" xmlns:r="http://schemas.openxmlformats.org/officeDocument/2006/relationships" xmlns:p="http://schemas.openxmlformats.org/presentationml/2006/main">
  <p:tag name="NAME" val="TrackerNumWhite"/>
</p:tagLst>
</file>

<file path=ppt/tags/tag662.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63.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64.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65.xml><?xml version="1.0" encoding="utf-8"?>
<p:tagLst xmlns:a="http://schemas.openxmlformats.org/drawingml/2006/main" xmlns:r="http://schemas.openxmlformats.org/officeDocument/2006/relationships" xmlns:p="http://schemas.openxmlformats.org/presentationml/2006/main">
  <p:tag name="NAME" val="TrackerNumWhite"/>
</p:tagLst>
</file>

<file path=ppt/tags/tag666.xml><?xml version="1.0" encoding="utf-8"?>
<p:tagLst xmlns:a="http://schemas.openxmlformats.org/drawingml/2006/main" xmlns:r="http://schemas.openxmlformats.org/officeDocument/2006/relationships" xmlns:p="http://schemas.openxmlformats.org/presentationml/2006/main">
  <p:tag name="NAME" val="TrackerNumWhite"/>
</p:tagLst>
</file>

<file path=ppt/tags/tag667.xml><?xml version="1.0" encoding="utf-8"?>
<p:tagLst xmlns:a="http://schemas.openxmlformats.org/drawingml/2006/main" xmlns:r="http://schemas.openxmlformats.org/officeDocument/2006/relationships" xmlns:p="http://schemas.openxmlformats.org/presentationml/2006/main">
  <p:tag name="NAME" val="CustomIcon"/>
</p:tagLst>
</file>

<file path=ppt/tags/tag66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69.xml><?xml version="1.0" encoding="utf-8"?>
<p:tagLst xmlns:a="http://schemas.openxmlformats.org/drawingml/2006/main" xmlns:r="http://schemas.openxmlformats.org/officeDocument/2006/relationships" xmlns:p="http://schemas.openxmlformats.org/presentationml/2006/main">
  <p:tag name="NAME" val="TrackerNumWhite"/>
</p:tagLst>
</file>

<file path=ppt/tags/tag670.xml><?xml version="1.0" encoding="utf-8"?>
<p:tagLst xmlns:a="http://schemas.openxmlformats.org/drawingml/2006/main" xmlns:r="http://schemas.openxmlformats.org/officeDocument/2006/relationships" xmlns:p="http://schemas.openxmlformats.org/presentationml/2006/main">
  <p:tag name="NAME" val="CustomIcon"/>
</p:tagLst>
</file>

<file path=ppt/tags/tag671.xml><?xml version="1.0" encoding="utf-8"?>
<p:tagLst xmlns:a="http://schemas.openxmlformats.org/drawingml/2006/main" xmlns:r="http://schemas.openxmlformats.org/officeDocument/2006/relationships" xmlns:p="http://schemas.openxmlformats.org/presentationml/2006/main">
  <p:tag name="NAME" val="CustomIcon"/>
</p:tagLst>
</file>

<file path=ppt/tags/tag672.xml><?xml version="1.0" encoding="utf-8"?>
<p:tagLst xmlns:a="http://schemas.openxmlformats.org/drawingml/2006/main" xmlns:r="http://schemas.openxmlformats.org/officeDocument/2006/relationships" xmlns:p="http://schemas.openxmlformats.org/presentationml/2006/main">
  <p:tag name="NAME" val="CustomIcon"/>
</p:tagLst>
</file>

<file path=ppt/tags/tag673.xml><?xml version="1.0" encoding="utf-8"?>
<p:tagLst xmlns:a="http://schemas.openxmlformats.org/drawingml/2006/main" xmlns:r="http://schemas.openxmlformats.org/officeDocument/2006/relationships" xmlns:p="http://schemas.openxmlformats.org/presentationml/2006/main">
  <p:tag name="NAME" val="TrackerNumWhite"/>
</p:tagLst>
</file>

<file path=ppt/tags/tag674.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75.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76.xml><?xml version="1.0" encoding="utf-8"?>
<p:tagLst xmlns:a="http://schemas.openxmlformats.org/drawingml/2006/main" xmlns:r="http://schemas.openxmlformats.org/officeDocument/2006/relationships" xmlns:p="http://schemas.openxmlformats.org/presentationml/2006/main">
  <p:tag name="NAME" val="TrackerNumWhite"/>
</p:tagLst>
</file>

<file path=ppt/tags/tag677.xml><?xml version="1.0" encoding="utf-8"?>
<p:tagLst xmlns:a="http://schemas.openxmlformats.org/drawingml/2006/main" xmlns:r="http://schemas.openxmlformats.org/officeDocument/2006/relationships" xmlns:p="http://schemas.openxmlformats.org/presentationml/2006/main">
  <p:tag name="NAME" val="CustomIcon"/>
</p:tagLst>
</file>

<file path=ppt/tags/tag678.xml><?xml version="1.0" encoding="utf-8"?>
<p:tagLst xmlns:a="http://schemas.openxmlformats.org/drawingml/2006/main" xmlns:r="http://schemas.openxmlformats.org/officeDocument/2006/relationships" xmlns:p="http://schemas.openxmlformats.org/presentationml/2006/main">
  <p:tag name="NAME" val="TrackerNumWhite"/>
</p:tagLst>
</file>

<file path=ppt/tags/tag679.xml><?xml version="1.0" encoding="utf-8"?>
<p:tagLst xmlns:a="http://schemas.openxmlformats.org/drawingml/2006/main" xmlns:r="http://schemas.openxmlformats.org/officeDocument/2006/relationships" xmlns:p="http://schemas.openxmlformats.org/presentationml/2006/main">
  <p:tag name="NAME" val="LineSpecialityArrow"/>
</p:tagLst>
</file>

<file path=ppt/tags/tag680.xml><?xml version="1.0" encoding="utf-8"?>
<p:tagLst xmlns:a="http://schemas.openxmlformats.org/drawingml/2006/main" xmlns:r="http://schemas.openxmlformats.org/officeDocument/2006/relationships" xmlns:p="http://schemas.openxmlformats.org/presentationml/2006/main">
  <p:tag name="NAME" val="TrackerNumWhite"/>
</p:tagLst>
</file>

<file path=ppt/tags/tag681.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82.xml><?xml version="1.0" encoding="utf-8"?>
<p:tagLst xmlns:a="http://schemas.openxmlformats.org/drawingml/2006/main" xmlns:r="http://schemas.openxmlformats.org/officeDocument/2006/relationships" xmlns:p="http://schemas.openxmlformats.org/presentationml/2006/main">
  <p:tag name="NAME" val="TrackerNumWhite"/>
</p:tagLst>
</file>

<file path=ppt/tags/tag683.xml><?xml version="1.0" encoding="utf-8"?>
<p:tagLst xmlns:a="http://schemas.openxmlformats.org/drawingml/2006/main" xmlns:r="http://schemas.openxmlformats.org/officeDocument/2006/relationships" xmlns:p="http://schemas.openxmlformats.org/presentationml/2006/main">
  <p:tag name="NAME" val="CustomIcon"/>
</p:tagLst>
</file>

<file path=ppt/tags/tag684.xml><?xml version="1.0" encoding="utf-8"?>
<p:tagLst xmlns:a="http://schemas.openxmlformats.org/drawingml/2006/main" xmlns:r="http://schemas.openxmlformats.org/officeDocument/2006/relationships" xmlns:p="http://schemas.openxmlformats.org/presentationml/2006/main">
  <p:tag name="NAME" val="CustomIcon"/>
</p:tagLst>
</file>

<file path=ppt/tags/tag685.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86.xml><?xml version="1.0" encoding="utf-8"?>
<p:tagLst xmlns:a="http://schemas.openxmlformats.org/drawingml/2006/main" xmlns:r="http://schemas.openxmlformats.org/officeDocument/2006/relationships" xmlns:p="http://schemas.openxmlformats.org/presentationml/2006/main">
  <p:tag name="NAME" val="TrackerNumWhite"/>
</p:tagLst>
</file>

<file path=ppt/tags/tag687.xml><?xml version="1.0" encoding="utf-8"?>
<p:tagLst xmlns:a="http://schemas.openxmlformats.org/drawingml/2006/main" xmlns:r="http://schemas.openxmlformats.org/officeDocument/2006/relationships" xmlns:p="http://schemas.openxmlformats.org/presentationml/2006/main">
  <p:tag name="NAME" val="CustomIcon"/>
</p:tagLst>
</file>

<file path=ppt/tags/tag68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689.xml><?xml version="1.0" encoding="utf-8"?>
<p:tagLst xmlns:a="http://schemas.openxmlformats.org/drawingml/2006/main" xmlns:r="http://schemas.openxmlformats.org/officeDocument/2006/relationships" xmlns:p="http://schemas.openxmlformats.org/presentationml/2006/main">
  <p:tag name="NAME" val="TrackerNumWhite"/>
</p:tagLst>
</file>

<file path=ppt/tags/tag690.xml><?xml version="1.0" encoding="utf-8"?>
<p:tagLst xmlns:a="http://schemas.openxmlformats.org/drawingml/2006/main" xmlns:r="http://schemas.openxmlformats.org/officeDocument/2006/relationships" xmlns:p="http://schemas.openxmlformats.org/presentationml/2006/main">
  <p:tag name="NAME" val="CustomIcon"/>
</p:tagLst>
</file>

<file path=ppt/tags/tag691.xml><?xml version="1.0" encoding="utf-8"?>
<p:tagLst xmlns:a="http://schemas.openxmlformats.org/drawingml/2006/main" xmlns:r="http://schemas.openxmlformats.org/officeDocument/2006/relationships" xmlns:p="http://schemas.openxmlformats.org/presentationml/2006/main">
  <p:tag name="NAME" val="CustomIcon"/>
</p:tagLst>
</file>

<file path=ppt/tags/tag692.xml><?xml version="1.0" encoding="utf-8"?>
<p:tagLst xmlns:a="http://schemas.openxmlformats.org/drawingml/2006/main" xmlns:r="http://schemas.openxmlformats.org/officeDocument/2006/relationships" xmlns:p="http://schemas.openxmlformats.org/presentationml/2006/main">
  <p:tag name="NAME" val="CustomIcon"/>
</p:tagLst>
</file>

<file path=ppt/tags/tag693.xml><?xml version="1.0" encoding="utf-8"?>
<p:tagLst xmlns:a="http://schemas.openxmlformats.org/drawingml/2006/main" xmlns:r="http://schemas.openxmlformats.org/officeDocument/2006/relationships" xmlns:p="http://schemas.openxmlformats.org/presentationml/2006/main">
  <p:tag name="NAME" val="CustomIcon"/>
</p:tagLst>
</file>

<file path=ppt/tags/tag694.xml><?xml version="1.0" encoding="utf-8"?>
<p:tagLst xmlns:a="http://schemas.openxmlformats.org/drawingml/2006/main" xmlns:r="http://schemas.openxmlformats.org/officeDocument/2006/relationships" xmlns:p="http://schemas.openxmlformats.org/presentationml/2006/main">
  <p:tag name="NAME" val="SingleBoatShape"/>
</p:tagLst>
</file>

<file path=ppt/tags/tag695.xml><?xml version="1.0" encoding="utf-8"?>
<p:tagLst xmlns:a="http://schemas.openxmlformats.org/drawingml/2006/main" xmlns:r="http://schemas.openxmlformats.org/officeDocument/2006/relationships" xmlns:p="http://schemas.openxmlformats.org/presentationml/2006/main">
  <p:tag name="NAME" val="SingleBoatText"/>
</p:tagLst>
</file>

<file path=ppt/tags/tag696.xml><?xml version="1.0" encoding="utf-8"?>
<p:tagLst xmlns:a="http://schemas.openxmlformats.org/drawingml/2006/main" xmlns:r="http://schemas.openxmlformats.org/officeDocument/2006/relationships" xmlns:p="http://schemas.openxmlformats.org/presentationml/2006/main">
  <p:tag name="NAME" val="SingleBoatShape"/>
</p:tagLst>
</file>

<file path=ppt/tags/tag697.xml><?xml version="1.0" encoding="utf-8"?>
<p:tagLst xmlns:a="http://schemas.openxmlformats.org/drawingml/2006/main" xmlns:r="http://schemas.openxmlformats.org/officeDocument/2006/relationships" xmlns:p="http://schemas.openxmlformats.org/presentationml/2006/main">
  <p:tag name="NAME" val="SingleBoatText"/>
</p:tagLst>
</file>

<file path=ppt/tags/tag6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00.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701.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702.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10"/>
  <p:tag name="WIDTH" val="276.6667"/>
</p:tagLst>
</file>

<file path=ppt/tags/tag703.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704.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81.4286"/>
  <p:tag name="WIDTH" val="276.6667"/>
</p:tagLst>
</file>

<file path=ppt/tags/tag705.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706.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707.xml><?xml version="1.0" encoding="utf-8"?>
<p:tagLst xmlns:a="http://schemas.openxmlformats.org/drawingml/2006/main" xmlns:r="http://schemas.openxmlformats.org/officeDocument/2006/relationships" xmlns:p="http://schemas.openxmlformats.org/presentationml/2006/main">
  <p:tag name="NAME" val="TrackerNumBlue"/>
</p:tagLst>
</file>

<file path=ppt/tags/tag708.xml><?xml version="1.0" encoding="utf-8"?>
<p:tagLst xmlns:a="http://schemas.openxmlformats.org/drawingml/2006/main" xmlns:r="http://schemas.openxmlformats.org/officeDocument/2006/relationships" xmlns:p="http://schemas.openxmlformats.org/presentationml/2006/main">
  <p:tag name="NAME" val="TrackerNumBlue"/>
</p:tagLst>
</file>

<file path=ppt/tags/tag709.xml><?xml version="1.0" encoding="utf-8"?>
<p:tagLst xmlns:a="http://schemas.openxmlformats.org/drawingml/2006/main" xmlns:r="http://schemas.openxmlformats.org/officeDocument/2006/relationships" xmlns:p="http://schemas.openxmlformats.org/presentationml/2006/main">
  <p:tag name="NAME" val="TrackerNumBlue"/>
</p:tagLst>
</file>

<file path=ppt/tags/tag7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12.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713.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714.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10"/>
  <p:tag name="WIDTH" val="276.6667"/>
</p:tagLst>
</file>

<file path=ppt/tags/tag715.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716.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81.4286"/>
  <p:tag name="WIDTH" val="276.6667"/>
</p:tagLst>
</file>

<file path=ppt/tags/tag717.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718.xml><?xml version="1.0" encoding="utf-8"?>
<p:tagLst xmlns:a="http://schemas.openxmlformats.org/drawingml/2006/main" xmlns:r="http://schemas.openxmlformats.org/officeDocument/2006/relationships" xmlns:p="http://schemas.openxmlformats.org/presentationml/2006/main">
  <p:tag name="NAME" val="TrackerNumBlue"/>
</p:tagLst>
</file>

<file path=ppt/tags/tag719.xml><?xml version="1.0" encoding="utf-8"?>
<p:tagLst xmlns:a="http://schemas.openxmlformats.org/drawingml/2006/main" xmlns:r="http://schemas.openxmlformats.org/officeDocument/2006/relationships" xmlns:p="http://schemas.openxmlformats.org/presentationml/2006/main">
  <p:tag name="NAME" val="TrackerNumBlue"/>
</p:tagLst>
</file>

<file path=ppt/tags/tag7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24.xml><?xml version="1.0" encoding="utf-8"?>
<p:tagLst xmlns:a="http://schemas.openxmlformats.org/drawingml/2006/main" xmlns:r="http://schemas.openxmlformats.org/officeDocument/2006/relationships" xmlns:p="http://schemas.openxmlformats.org/presentationml/2006/main">
  <p:tag name="SHAPENAME" val="4. Footnote"/>
</p:tagLst>
</file>

<file path=ppt/tags/tag72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2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27.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28.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729.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730.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731.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73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33.xml><?xml version="1.0" encoding="utf-8"?>
<p:tagLst xmlns:a="http://schemas.openxmlformats.org/drawingml/2006/main" xmlns:r="http://schemas.openxmlformats.org/officeDocument/2006/relationships" xmlns:p="http://schemas.openxmlformats.org/presentationml/2006/main">
  <p:tag name="NAME" val="TrackerNumBlue"/>
</p:tagLst>
</file>

<file path=ppt/tags/tag734.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735.xml><?xml version="1.0" encoding="utf-8"?>
<p:tagLst xmlns:a="http://schemas.openxmlformats.org/drawingml/2006/main" xmlns:r="http://schemas.openxmlformats.org/officeDocument/2006/relationships" xmlns:p="http://schemas.openxmlformats.org/presentationml/2006/main">
  <p:tag name="ANGLE" val="3"/>
</p:tagLst>
</file>

<file path=ppt/tags/tag736.xml><?xml version="1.0" encoding="utf-8"?>
<p:tagLst xmlns:a="http://schemas.openxmlformats.org/drawingml/2006/main" xmlns:r="http://schemas.openxmlformats.org/officeDocument/2006/relationships" xmlns:p="http://schemas.openxmlformats.org/presentationml/2006/main">
  <p:tag name="ANGLE" val="3"/>
</p:tagLst>
</file>

<file path=ppt/tags/tag737.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738.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739.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740.xml><?xml version="1.0" encoding="utf-8"?>
<p:tagLst xmlns:a="http://schemas.openxmlformats.org/drawingml/2006/main" xmlns:r="http://schemas.openxmlformats.org/officeDocument/2006/relationships" xmlns:p="http://schemas.openxmlformats.org/presentationml/2006/main">
  <p:tag name="NAME" val="Sticky"/>
</p:tagLst>
</file>

<file path=ppt/tags/tag741.xml><?xml version="1.0" encoding="utf-8"?>
<p:tagLst xmlns:a="http://schemas.openxmlformats.org/drawingml/2006/main" xmlns:r="http://schemas.openxmlformats.org/officeDocument/2006/relationships" xmlns:p="http://schemas.openxmlformats.org/presentationml/2006/main">
  <p:tag name="NAME" val="Sticky"/>
</p:tagLst>
</file>

<file path=ppt/tags/tag742.xml><?xml version="1.0" encoding="utf-8"?>
<p:tagLst xmlns:a="http://schemas.openxmlformats.org/drawingml/2006/main" xmlns:r="http://schemas.openxmlformats.org/officeDocument/2006/relationships" xmlns:p="http://schemas.openxmlformats.org/presentationml/2006/main">
  <p:tag name="NAME" val="Sticky"/>
</p:tagLst>
</file>

<file path=ppt/tags/tag743.xml><?xml version="1.0" encoding="utf-8"?>
<p:tagLst xmlns:a="http://schemas.openxmlformats.org/drawingml/2006/main" xmlns:r="http://schemas.openxmlformats.org/officeDocument/2006/relationships" xmlns:p="http://schemas.openxmlformats.org/presentationml/2006/main">
  <p:tag name="ANGLE" val="3"/>
</p:tagLst>
</file>

<file path=ppt/tags/tag744.xml><?xml version="1.0" encoding="utf-8"?>
<p:tagLst xmlns:a="http://schemas.openxmlformats.org/drawingml/2006/main" xmlns:r="http://schemas.openxmlformats.org/officeDocument/2006/relationships" xmlns:p="http://schemas.openxmlformats.org/presentationml/2006/main">
  <p:tag name="ANGLE" val="3"/>
</p:tagLst>
</file>

<file path=ppt/tags/tag745.xml><?xml version="1.0" encoding="utf-8"?>
<p:tagLst xmlns:a="http://schemas.openxmlformats.org/drawingml/2006/main" xmlns:r="http://schemas.openxmlformats.org/officeDocument/2006/relationships" xmlns:p="http://schemas.openxmlformats.org/presentationml/2006/main">
  <p:tag name="NAME" val="TrackerNumBlue"/>
</p:tagLst>
</file>

<file path=ppt/tags/tag746.xml><?xml version="1.0" encoding="utf-8"?>
<p:tagLst xmlns:a="http://schemas.openxmlformats.org/drawingml/2006/main" xmlns:r="http://schemas.openxmlformats.org/officeDocument/2006/relationships" xmlns:p="http://schemas.openxmlformats.org/presentationml/2006/main">
  <p:tag name="NAME" val="TrackerNumBlue"/>
</p:tagLst>
</file>

<file path=ppt/tags/tag747.xml><?xml version="1.0" encoding="utf-8"?>
<p:tagLst xmlns:a="http://schemas.openxmlformats.org/drawingml/2006/main" xmlns:r="http://schemas.openxmlformats.org/officeDocument/2006/relationships" xmlns:p="http://schemas.openxmlformats.org/presentationml/2006/main">
  <p:tag name="NAME" val="TrackerNumBlue"/>
</p:tagLst>
</file>

<file path=ppt/tags/tag748.xml><?xml version="1.0" encoding="utf-8"?>
<p:tagLst xmlns:a="http://schemas.openxmlformats.org/drawingml/2006/main" xmlns:r="http://schemas.openxmlformats.org/officeDocument/2006/relationships" xmlns:p="http://schemas.openxmlformats.org/presentationml/2006/main">
  <p:tag name="NAME" val="TrackerNumBlue"/>
</p:tagLst>
</file>

<file path=ppt/tags/tag7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51.xml><?xml version="1.0" encoding="utf-8"?>
<p:tagLst xmlns:a="http://schemas.openxmlformats.org/drawingml/2006/main" xmlns:r="http://schemas.openxmlformats.org/officeDocument/2006/relationships" xmlns:p="http://schemas.openxmlformats.org/presentationml/2006/main">
  <p:tag name="NAME" val="SingleBoatShape"/>
</p:tagLst>
</file>

<file path=ppt/tags/tag75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53.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845712017196096"/>
  <p:tag name="MTTABLE" val="Cell"/>
  <p:tag name="TOP" val="110"/>
  <p:tag name="WIDTH" val="276.6667"/>
</p:tagLst>
</file>

<file path=ppt/tags/tag754.xml><?xml version="1.0" encoding="utf-8"?>
<p:tagLst xmlns:a="http://schemas.openxmlformats.org/drawingml/2006/main" xmlns:r="http://schemas.openxmlformats.org/officeDocument/2006/relationships" xmlns:p="http://schemas.openxmlformats.org/presentationml/2006/main">
  <p:tag name="NAME" val="CustomIcon"/>
</p:tagLst>
</file>

<file path=ppt/tags/tag755.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756.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757.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845712017196096"/>
  <p:tag name="MTTABLE" val="Cell"/>
  <p:tag name="TOP" val="110"/>
  <p:tag name="WIDTH" val="276.6667"/>
</p:tagLst>
</file>

<file path=ppt/tags/tag758.xml><?xml version="1.0" encoding="utf-8"?>
<p:tagLst xmlns:a="http://schemas.openxmlformats.org/drawingml/2006/main" xmlns:r="http://schemas.openxmlformats.org/officeDocument/2006/relationships" xmlns:p="http://schemas.openxmlformats.org/presentationml/2006/main">
  <p:tag name="NAME" val="CustomIcon"/>
</p:tagLst>
</file>

<file path=ppt/tags/tag759.xml><?xml version="1.0" encoding="utf-8"?>
<p:tagLst xmlns:a="http://schemas.openxmlformats.org/drawingml/2006/main" xmlns:r="http://schemas.openxmlformats.org/officeDocument/2006/relationships" xmlns:p="http://schemas.openxmlformats.org/presentationml/2006/main">
  <p:tag name="NAME" val="CustomIcon"/>
</p:tagLst>
</file>

<file path=ppt/tags/tag760.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761.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762.xml><?xml version="1.0" encoding="utf-8"?>
<p:tagLst xmlns:a="http://schemas.openxmlformats.org/drawingml/2006/main" xmlns:r="http://schemas.openxmlformats.org/officeDocument/2006/relationships" xmlns:p="http://schemas.openxmlformats.org/presentationml/2006/main">
  <p:tag name="NAME" val="CustomIcon"/>
</p:tagLst>
</file>

<file path=ppt/tags/tag763.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845712017196096"/>
  <p:tag name="MTTABLE" val="Cell"/>
  <p:tag name="TOP" val="110"/>
  <p:tag name="WIDTH" val="276.6667"/>
</p:tagLst>
</file>

<file path=ppt/tags/tag764.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845712017196096"/>
  <p:tag name="MTTABLE" val="Cell"/>
  <p:tag name="TOP" val="110"/>
  <p:tag name="WIDTH" val="276.6667"/>
</p:tagLst>
</file>

<file path=ppt/tags/tag765.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766.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767.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768.xml><?xml version="1.0" encoding="utf-8"?>
<p:tagLst xmlns:a="http://schemas.openxmlformats.org/drawingml/2006/main" xmlns:r="http://schemas.openxmlformats.org/officeDocument/2006/relationships" xmlns:p="http://schemas.openxmlformats.org/presentationml/2006/main">
  <p:tag name="NAME" val="CustomIcon"/>
</p:tagLst>
</file>

<file path=ppt/tags/tag769.xml><?xml version="1.0" encoding="utf-8"?>
<p:tagLst xmlns:a="http://schemas.openxmlformats.org/drawingml/2006/main" xmlns:r="http://schemas.openxmlformats.org/officeDocument/2006/relationships" xmlns:p="http://schemas.openxmlformats.org/presentationml/2006/main">
  <p:tag name="NAME" val="CustomIcon"/>
</p:tagLst>
</file>

<file path=ppt/tags/tag770.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1.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2.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3.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4.xml><?xml version="1.0" encoding="utf-8"?>
<p:tagLst xmlns:a="http://schemas.openxmlformats.org/drawingml/2006/main" xmlns:r="http://schemas.openxmlformats.org/officeDocument/2006/relationships" xmlns:p="http://schemas.openxmlformats.org/presentationml/2006/main">
  <p:tag name="NAME" val="CustomIcon"/>
</p:tagLst>
</file>

<file path=ppt/tags/tag775.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6.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777.xml><?xml version="1.0" encoding="utf-8"?>
<p:tagLst xmlns:a="http://schemas.openxmlformats.org/drawingml/2006/main" xmlns:r="http://schemas.openxmlformats.org/officeDocument/2006/relationships" xmlns:p="http://schemas.openxmlformats.org/presentationml/2006/main">
  <p:tag name="NAME" val="TrackerNumWhite"/>
</p:tagLst>
</file>

<file path=ppt/tags/tag778.xml><?xml version="1.0" encoding="utf-8"?>
<p:tagLst xmlns:a="http://schemas.openxmlformats.org/drawingml/2006/main" xmlns:r="http://schemas.openxmlformats.org/officeDocument/2006/relationships" xmlns:p="http://schemas.openxmlformats.org/presentationml/2006/main">
  <p:tag name="NAME" val="SingleBoatShape"/>
</p:tagLst>
</file>

<file path=ppt/tags/tag779.xml><?xml version="1.0" encoding="utf-8"?>
<p:tagLst xmlns:a="http://schemas.openxmlformats.org/drawingml/2006/main" xmlns:r="http://schemas.openxmlformats.org/officeDocument/2006/relationships" xmlns:p="http://schemas.openxmlformats.org/presentationml/2006/main">
  <p:tag name="NAME" val="SingleBoatShape"/>
</p:tagLst>
</file>

<file path=ppt/tags/tag780.xml><?xml version="1.0" encoding="utf-8"?>
<p:tagLst xmlns:a="http://schemas.openxmlformats.org/drawingml/2006/main" xmlns:r="http://schemas.openxmlformats.org/officeDocument/2006/relationships" xmlns:p="http://schemas.openxmlformats.org/presentationml/2006/main">
  <p:tag name="NAME" val="CustomIcon"/>
</p:tagLst>
</file>

<file path=ppt/tags/tag781.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782.xml><?xml version="1.0" encoding="utf-8"?>
<p:tagLst xmlns:a="http://schemas.openxmlformats.org/drawingml/2006/main" xmlns:r="http://schemas.openxmlformats.org/officeDocument/2006/relationships" xmlns:p="http://schemas.openxmlformats.org/presentationml/2006/main">
  <p:tag name="NAME" val="TrackerNumWhite"/>
</p:tagLst>
</file>

<file path=ppt/tags/tag783.xml><?xml version="1.0" encoding="utf-8"?>
<p:tagLst xmlns:a="http://schemas.openxmlformats.org/drawingml/2006/main" xmlns:r="http://schemas.openxmlformats.org/officeDocument/2006/relationships" xmlns:p="http://schemas.openxmlformats.org/presentationml/2006/main">
  <p:tag name="NAME" val="CustomIcon"/>
</p:tagLst>
</file>

<file path=ppt/tags/tag784.xml><?xml version="1.0" encoding="utf-8"?>
<p:tagLst xmlns:a="http://schemas.openxmlformats.org/drawingml/2006/main" xmlns:r="http://schemas.openxmlformats.org/officeDocument/2006/relationships" xmlns:p="http://schemas.openxmlformats.org/presentationml/2006/main">
  <p:tag name="SHAPENAME" val="3. Subtitle"/>
</p:tagLst>
</file>

<file path=ppt/tags/tag785.xml><?xml version="1.0" encoding="utf-8"?>
<p:tagLst xmlns:a="http://schemas.openxmlformats.org/drawingml/2006/main" xmlns:r="http://schemas.openxmlformats.org/officeDocument/2006/relationships" xmlns:p="http://schemas.openxmlformats.org/presentationml/2006/main">
  <p:tag name="NAME" val="CustomIcon"/>
</p:tagLst>
</file>

<file path=ppt/tags/tag786.xml><?xml version="1.0" encoding="utf-8"?>
<p:tagLst xmlns:a="http://schemas.openxmlformats.org/drawingml/2006/main" xmlns:r="http://schemas.openxmlformats.org/officeDocument/2006/relationships" xmlns:p="http://schemas.openxmlformats.org/presentationml/2006/main">
  <p:tag name="NAME" val="CustomIcon"/>
</p:tagLst>
</file>

<file path=ppt/tags/tag787.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788.xml><?xml version="1.0" encoding="utf-8"?>
<p:tagLst xmlns:a="http://schemas.openxmlformats.org/drawingml/2006/main" xmlns:r="http://schemas.openxmlformats.org/officeDocument/2006/relationships" xmlns:p="http://schemas.openxmlformats.org/presentationml/2006/main">
  <p:tag name="NAME" val="TrackerNumWhite"/>
</p:tagLst>
</file>

<file path=ppt/tags/tag78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790.xml><?xml version="1.0" encoding="utf-8"?>
<p:tagLst xmlns:a="http://schemas.openxmlformats.org/drawingml/2006/main" xmlns:r="http://schemas.openxmlformats.org/officeDocument/2006/relationships" xmlns:p="http://schemas.openxmlformats.org/presentationml/2006/main">
  <p:tag name="NAME" val="TrackerNumWhite"/>
</p:tagLst>
</file>

<file path=ppt/tags/tag791.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7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3.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79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95.xml><?xml version="1.0" encoding="utf-8"?>
<p:tagLst xmlns:a="http://schemas.openxmlformats.org/drawingml/2006/main" xmlns:r="http://schemas.openxmlformats.org/officeDocument/2006/relationships" xmlns:p="http://schemas.openxmlformats.org/presentationml/2006/main">
  <p:tag name="NAME" val="SingleBoatShape"/>
</p:tagLst>
</file>

<file path=ppt/tags/tag79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797.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845712017196096"/>
  <p:tag name="MTTABLE" val="Cell"/>
  <p:tag name="TOP" val="110"/>
  <p:tag name="WIDTH" val="276.6667"/>
</p:tagLst>
</file>

<file path=ppt/tags/tag798.xml><?xml version="1.0" encoding="utf-8"?>
<p:tagLst xmlns:a="http://schemas.openxmlformats.org/drawingml/2006/main" xmlns:r="http://schemas.openxmlformats.org/officeDocument/2006/relationships" xmlns:p="http://schemas.openxmlformats.org/presentationml/2006/main">
  <p:tag name="NAME" val="CustomIcon"/>
</p:tagLst>
</file>

<file path=ppt/tags/tag79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800.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801.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845712017196096"/>
  <p:tag name="MTTABLE" val="Cell"/>
  <p:tag name="TOP" val="110"/>
  <p:tag name="WIDTH" val="276.6667"/>
</p:tagLst>
</file>

<file path=ppt/tags/tag802.xml><?xml version="1.0" encoding="utf-8"?>
<p:tagLst xmlns:a="http://schemas.openxmlformats.org/drawingml/2006/main" xmlns:r="http://schemas.openxmlformats.org/officeDocument/2006/relationships" xmlns:p="http://schemas.openxmlformats.org/presentationml/2006/main">
  <p:tag name="NAME" val="CustomIcon"/>
</p:tagLst>
</file>

<file path=ppt/tags/tag803.xml><?xml version="1.0" encoding="utf-8"?>
<p:tagLst xmlns:a="http://schemas.openxmlformats.org/drawingml/2006/main" xmlns:r="http://schemas.openxmlformats.org/officeDocument/2006/relationships" xmlns:p="http://schemas.openxmlformats.org/presentationml/2006/main">
  <p:tag name="NAME" val="CustomIcon"/>
</p:tagLst>
</file>

<file path=ppt/tags/tag804.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805.xml><?xml version="1.0" encoding="utf-8"?>
<p:tagLst xmlns:a="http://schemas.openxmlformats.org/drawingml/2006/main" xmlns:r="http://schemas.openxmlformats.org/officeDocument/2006/relationships" xmlns:p="http://schemas.openxmlformats.org/presentationml/2006/main">
  <p:tag name="NAME" val="CustomIcon"/>
</p:tagLst>
</file>

<file path=ppt/tags/tag806.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845712017196096"/>
  <p:tag name="MTTABLE" val="Cell"/>
  <p:tag name="TOP" val="110"/>
  <p:tag name="WIDTH" val="276.6667"/>
</p:tagLst>
</file>

<file path=ppt/tags/tag807.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845712017196096"/>
  <p:tag name="MTTABLE" val="Cell"/>
  <p:tag name="TOP" val="110"/>
  <p:tag name="WIDTH" val="276.6667"/>
</p:tagLst>
</file>

<file path=ppt/tags/tag80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809.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810.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811.xml><?xml version="1.0" encoding="utf-8"?>
<p:tagLst xmlns:a="http://schemas.openxmlformats.org/drawingml/2006/main" xmlns:r="http://schemas.openxmlformats.org/officeDocument/2006/relationships" xmlns:p="http://schemas.openxmlformats.org/presentationml/2006/main">
  <p:tag name="NAME" val="CustomIcon"/>
</p:tagLst>
</file>

<file path=ppt/tags/tag812.xml><?xml version="1.0" encoding="utf-8"?>
<p:tagLst xmlns:a="http://schemas.openxmlformats.org/drawingml/2006/main" xmlns:r="http://schemas.openxmlformats.org/officeDocument/2006/relationships" xmlns:p="http://schemas.openxmlformats.org/presentationml/2006/main">
  <p:tag name="NAME" val="TrackerNumWhite"/>
</p:tagLst>
</file>

<file path=ppt/tags/tag813.xml><?xml version="1.0" encoding="utf-8"?>
<p:tagLst xmlns:a="http://schemas.openxmlformats.org/drawingml/2006/main" xmlns:r="http://schemas.openxmlformats.org/officeDocument/2006/relationships" xmlns:p="http://schemas.openxmlformats.org/presentationml/2006/main">
  <p:tag name="NAME" val="TrackerNumWhite"/>
</p:tagLst>
</file>

<file path=ppt/tags/tag814.xml><?xml version="1.0" encoding="utf-8"?>
<p:tagLst xmlns:a="http://schemas.openxmlformats.org/drawingml/2006/main" xmlns:r="http://schemas.openxmlformats.org/officeDocument/2006/relationships" xmlns:p="http://schemas.openxmlformats.org/presentationml/2006/main">
  <p:tag name="NAME" val="TrackerNumWhite"/>
</p:tagLst>
</file>

<file path=ppt/tags/tag815.xml><?xml version="1.0" encoding="utf-8"?>
<p:tagLst xmlns:a="http://schemas.openxmlformats.org/drawingml/2006/main" xmlns:r="http://schemas.openxmlformats.org/officeDocument/2006/relationships" xmlns:p="http://schemas.openxmlformats.org/presentationml/2006/main">
  <p:tag name="NAME" val="CustomIcon"/>
</p:tagLst>
</file>

<file path=ppt/tags/tag816.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817.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818.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819.xml><?xml version="1.0" encoding="utf-8"?>
<p:tagLst xmlns:a="http://schemas.openxmlformats.org/drawingml/2006/main" xmlns:r="http://schemas.openxmlformats.org/officeDocument/2006/relationships" xmlns:p="http://schemas.openxmlformats.org/presentationml/2006/main">
  <p:tag name="NAME" val="TrackerNumWhite"/>
</p:tagLst>
</file>

<file path=ppt/tags/tag820.xml><?xml version="1.0" encoding="utf-8"?>
<p:tagLst xmlns:a="http://schemas.openxmlformats.org/drawingml/2006/main" xmlns:r="http://schemas.openxmlformats.org/officeDocument/2006/relationships" xmlns:p="http://schemas.openxmlformats.org/presentationml/2006/main">
  <p:tag name="NAME" val="TrackerNumWhite"/>
</p:tagLst>
</file>

<file path=ppt/tags/tag821.xml><?xml version="1.0" encoding="utf-8"?>
<p:tagLst xmlns:a="http://schemas.openxmlformats.org/drawingml/2006/main" xmlns:r="http://schemas.openxmlformats.org/officeDocument/2006/relationships" xmlns:p="http://schemas.openxmlformats.org/presentationml/2006/main">
  <p:tag name="NAME" val="CustomIcon"/>
</p:tagLst>
</file>

<file path=ppt/tags/tag822.xml><?xml version="1.0" encoding="utf-8"?>
<p:tagLst xmlns:a="http://schemas.openxmlformats.org/drawingml/2006/main" xmlns:r="http://schemas.openxmlformats.org/officeDocument/2006/relationships" xmlns:p="http://schemas.openxmlformats.org/presentationml/2006/main">
  <p:tag name="NAME" val="SingleBoatShape"/>
</p:tagLst>
</file>

<file path=ppt/tags/tag823.xml><?xml version="1.0" encoding="utf-8"?>
<p:tagLst xmlns:a="http://schemas.openxmlformats.org/drawingml/2006/main" xmlns:r="http://schemas.openxmlformats.org/officeDocument/2006/relationships" xmlns:p="http://schemas.openxmlformats.org/presentationml/2006/main">
  <p:tag name="NAME" val="SingleBoatShape"/>
</p:tagLst>
</file>

<file path=ppt/tags/tag824.xml><?xml version="1.0" encoding="utf-8"?>
<p:tagLst xmlns:a="http://schemas.openxmlformats.org/drawingml/2006/main" xmlns:r="http://schemas.openxmlformats.org/officeDocument/2006/relationships" xmlns:p="http://schemas.openxmlformats.org/presentationml/2006/main">
  <p:tag name="NAME" val="TrackerNumWhite"/>
</p:tagLst>
</file>

<file path=ppt/tags/tag825.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826.xml><?xml version="1.0" encoding="utf-8"?>
<p:tagLst xmlns:a="http://schemas.openxmlformats.org/drawingml/2006/main" xmlns:r="http://schemas.openxmlformats.org/officeDocument/2006/relationships" xmlns:p="http://schemas.openxmlformats.org/presentationml/2006/main">
  <p:tag name="NAME" val="TrackerNumWhite"/>
</p:tagLst>
</file>

<file path=ppt/tags/tag827.xml><?xml version="1.0" encoding="utf-8"?>
<p:tagLst xmlns:a="http://schemas.openxmlformats.org/drawingml/2006/main" xmlns:r="http://schemas.openxmlformats.org/officeDocument/2006/relationships" xmlns:p="http://schemas.openxmlformats.org/presentationml/2006/main">
  <p:tag name="HEIGHT" val="30"/>
  <p:tag name="LEFT" val="45"/>
  <p:tag name="MTNUMBER" val="0.722052928396525"/>
  <p:tag name="MTTABLE" val="Cell"/>
  <p:tag name="TOP" val="160"/>
  <p:tag name="WIDTH" val="158"/>
</p:tagLst>
</file>

<file path=ppt/tags/tag828.xml><?xml version="1.0" encoding="utf-8"?>
<p:tagLst xmlns:a="http://schemas.openxmlformats.org/drawingml/2006/main" xmlns:r="http://schemas.openxmlformats.org/officeDocument/2006/relationships" xmlns:p="http://schemas.openxmlformats.org/presentationml/2006/main">
  <p:tag name="NAME" val="TrackerNumWhite"/>
</p:tagLst>
</file>

<file path=ppt/tags/tag829.xml><?xml version="1.0" encoding="utf-8"?>
<p:tagLst xmlns:a="http://schemas.openxmlformats.org/drawingml/2006/main" xmlns:r="http://schemas.openxmlformats.org/officeDocument/2006/relationships" xmlns:p="http://schemas.openxmlformats.org/presentationml/2006/main">
  <p:tag name="NAME" val="TrackerNumWhite"/>
</p:tagLst>
</file>

<file path=ppt/tags/tag830.xml><?xml version="1.0" encoding="utf-8"?>
<p:tagLst xmlns:a="http://schemas.openxmlformats.org/drawingml/2006/main" xmlns:r="http://schemas.openxmlformats.org/officeDocument/2006/relationships" xmlns:p="http://schemas.openxmlformats.org/presentationml/2006/main">
  <p:tag name="SHAPENAME" val="3. Subtitle"/>
</p:tagLst>
</file>

<file path=ppt/tags/tag831.xml><?xml version="1.0" encoding="utf-8"?>
<p:tagLst xmlns:a="http://schemas.openxmlformats.org/drawingml/2006/main" xmlns:r="http://schemas.openxmlformats.org/officeDocument/2006/relationships" xmlns:p="http://schemas.openxmlformats.org/presentationml/2006/main">
  <p:tag name="NAME" val="CustomIcon"/>
</p:tagLst>
</file>

<file path=ppt/tags/tag8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34.xml><?xml version="1.0" encoding="utf-8"?>
<p:tagLst xmlns:a="http://schemas.openxmlformats.org/drawingml/2006/main" xmlns:r="http://schemas.openxmlformats.org/officeDocument/2006/relationships" xmlns:p="http://schemas.openxmlformats.org/presentationml/2006/main">
  <p:tag name="SHAPENAME" val="3. Subtitle"/>
</p:tagLst>
</file>

<file path=ppt/tags/tag835.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836.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10"/>
  <p:tag name="WIDTH" val="276.6667"/>
</p:tagLst>
</file>

<file path=ppt/tags/tag837.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10"/>
  <p:tag name="WIDTH" val="276.6667"/>
</p:tagLst>
</file>

<file path=ppt/tags/tag838.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839.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10"/>
  <p:tag name="WIDTH" val="276.6667"/>
</p:tagLst>
</file>

<file path=ppt/tags/tag840.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424.2857"/>
  <p:tag name="WIDTH" val="276.6667"/>
</p:tagLst>
</file>

<file path=ppt/tags/tag841.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67.1429"/>
  <p:tag name="WIDTH" val="276.6667"/>
</p:tagLst>
</file>

<file path=ppt/tags/tag842.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67.1429"/>
  <p:tag name="WIDTH" val="276.6667"/>
</p:tagLst>
</file>

<file path=ppt/tags/tag843.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95.7143"/>
  <p:tag name="WIDTH" val="276.6667"/>
</p:tagLst>
</file>

<file path=ppt/tags/tag844.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452.8571"/>
  <p:tag name="WIDTH" val="276.6667"/>
</p:tagLst>
</file>

<file path=ppt/tags/tag845.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38.5714"/>
  <p:tag name="WIDTH" val="276.6667"/>
</p:tagLst>
</file>

<file path=ppt/tags/tag846.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38.5714"/>
  <p:tag name="WIDTH" val="276.6667"/>
</p:tagLst>
</file>

<file path=ppt/tags/tag847.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52.8571"/>
  <p:tag name="WIDTH" val="276.6667"/>
</p:tagLst>
</file>

<file path=ppt/tags/tag848.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849.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310"/>
  <p:tag name="WIDTH" val="276.6667"/>
</p:tagLst>
</file>

<file path=ppt/tags/tag850.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851.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10"/>
  <p:tag name="WIDTH" val="276.6667"/>
</p:tagLst>
</file>

<file path=ppt/tags/tag852.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24.2857"/>
  <p:tag name="WIDTH" val="276.6667"/>
</p:tagLst>
</file>

<file path=ppt/tags/tag853.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854.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10"/>
  <p:tag name="WIDTH" val="276.6667"/>
</p:tagLst>
</file>

<file path=ppt/tags/tag855.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24.2857"/>
  <p:tag name="WIDTH" val="276.6667"/>
</p:tagLst>
</file>

<file path=ppt/tags/tag856.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10"/>
  <p:tag name="WIDTH" val="276.6667"/>
</p:tagLst>
</file>

<file path=ppt/tags/tag857.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10"/>
  <p:tag name="WIDTH" val="276.6667"/>
</p:tagLst>
</file>

<file path=ppt/tags/tag858.xml><?xml version="1.0" encoding="utf-8"?>
<p:tagLst xmlns:a="http://schemas.openxmlformats.org/drawingml/2006/main" xmlns:r="http://schemas.openxmlformats.org/officeDocument/2006/relationships" xmlns:p="http://schemas.openxmlformats.org/presentationml/2006/main">
  <p:tag name="NAME" val="TrackerNumBlue"/>
</p:tagLst>
</file>

<file path=ppt/tags/tag859.xml><?xml version="1.0" encoding="utf-8"?>
<p:tagLst xmlns:a="http://schemas.openxmlformats.org/drawingml/2006/main" xmlns:r="http://schemas.openxmlformats.org/officeDocument/2006/relationships" xmlns:p="http://schemas.openxmlformats.org/presentationml/2006/main">
  <p:tag name="NAME" val="TrackerNumBlue"/>
</p:tagLst>
</file>

<file path=ppt/tags/tag860.xml><?xml version="1.0" encoding="utf-8"?>
<p:tagLst xmlns:a="http://schemas.openxmlformats.org/drawingml/2006/main" xmlns:r="http://schemas.openxmlformats.org/officeDocument/2006/relationships" xmlns:p="http://schemas.openxmlformats.org/presentationml/2006/main">
  <p:tag name="NAME" val="TrackerNumBlue"/>
</p:tagLst>
</file>

<file path=ppt/tags/tag861.xml><?xml version="1.0" encoding="utf-8"?>
<p:tagLst xmlns:a="http://schemas.openxmlformats.org/drawingml/2006/main" xmlns:r="http://schemas.openxmlformats.org/officeDocument/2006/relationships" xmlns:p="http://schemas.openxmlformats.org/presentationml/2006/main">
  <p:tag name="NAME" val="TrackerNumBlue"/>
</p:tagLst>
</file>

<file path=ppt/tags/tag8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64.xml><?xml version="1.0" encoding="utf-8"?>
<p:tagLst xmlns:a="http://schemas.openxmlformats.org/drawingml/2006/main" xmlns:r="http://schemas.openxmlformats.org/officeDocument/2006/relationships" xmlns:p="http://schemas.openxmlformats.org/presentationml/2006/main">
  <p:tag name="NAME" val="Flow"/>
</p:tagLst>
</file>

<file path=ppt/tags/tag865.xml><?xml version="1.0" encoding="utf-8"?>
<p:tagLst xmlns:a="http://schemas.openxmlformats.org/drawingml/2006/main" xmlns:r="http://schemas.openxmlformats.org/officeDocument/2006/relationships" xmlns:p="http://schemas.openxmlformats.org/presentationml/2006/main">
  <p:tag name="NAME" val="Flow"/>
</p:tagLst>
</file>

<file path=ppt/tags/tag866.xml><?xml version="1.0" encoding="utf-8"?>
<p:tagLst xmlns:a="http://schemas.openxmlformats.org/drawingml/2006/main" xmlns:r="http://schemas.openxmlformats.org/officeDocument/2006/relationships" xmlns:p="http://schemas.openxmlformats.org/presentationml/2006/main">
  <p:tag name="NAME" val="Flow"/>
</p:tagLst>
</file>

<file path=ppt/tags/tag867.xml><?xml version="1.0" encoding="utf-8"?>
<p:tagLst xmlns:a="http://schemas.openxmlformats.org/drawingml/2006/main" xmlns:r="http://schemas.openxmlformats.org/officeDocument/2006/relationships" xmlns:p="http://schemas.openxmlformats.org/presentationml/2006/main">
  <p:tag name="NAME" val="CustomIcon"/>
</p:tagLst>
</file>

<file path=ppt/tags/tag868.xml><?xml version="1.0" encoding="utf-8"?>
<p:tagLst xmlns:a="http://schemas.openxmlformats.org/drawingml/2006/main" xmlns:r="http://schemas.openxmlformats.org/officeDocument/2006/relationships" xmlns:p="http://schemas.openxmlformats.org/presentationml/2006/main">
  <p:tag name="NAME" val="CustomIcon"/>
</p:tagLst>
</file>

<file path=ppt/tags/tag869.xml><?xml version="1.0" encoding="utf-8"?>
<p:tagLst xmlns:a="http://schemas.openxmlformats.org/drawingml/2006/main" xmlns:r="http://schemas.openxmlformats.org/officeDocument/2006/relationships" xmlns:p="http://schemas.openxmlformats.org/presentationml/2006/main">
  <p:tag name="NAME" val="CustomIcon"/>
</p:tagLst>
</file>

<file path=ppt/tags/tag870.xml><?xml version="1.0" encoding="utf-8"?>
<p:tagLst xmlns:a="http://schemas.openxmlformats.org/drawingml/2006/main" xmlns:r="http://schemas.openxmlformats.org/officeDocument/2006/relationships" xmlns:p="http://schemas.openxmlformats.org/presentationml/2006/main">
  <p:tag name="NAME" val="CustomIcon"/>
</p:tagLst>
</file>

<file path=ppt/tags/tag871.xml><?xml version="1.0" encoding="utf-8"?>
<p:tagLst xmlns:a="http://schemas.openxmlformats.org/drawingml/2006/main" xmlns:r="http://schemas.openxmlformats.org/officeDocument/2006/relationships" xmlns:p="http://schemas.openxmlformats.org/presentationml/2006/main">
  <p:tag name="NAME" val="SingleBoatShape"/>
</p:tagLst>
</file>

<file path=ppt/tags/tag872.xml><?xml version="1.0" encoding="utf-8"?>
<p:tagLst xmlns:a="http://schemas.openxmlformats.org/drawingml/2006/main" xmlns:r="http://schemas.openxmlformats.org/officeDocument/2006/relationships" xmlns:p="http://schemas.openxmlformats.org/presentationml/2006/main">
  <p:tag name="NAME" val="SingleBoatText"/>
</p:tagLst>
</file>

<file path=ppt/tags/tag873.xml><?xml version="1.0" encoding="utf-8"?>
<p:tagLst xmlns:a="http://schemas.openxmlformats.org/drawingml/2006/main" xmlns:r="http://schemas.openxmlformats.org/officeDocument/2006/relationships" xmlns:p="http://schemas.openxmlformats.org/presentationml/2006/main">
  <p:tag name="NAME" val="SingleBoatShape"/>
</p:tagLst>
</file>

<file path=ppt/tags/tag874.xml><?xml version="1.0" encoding="utf-8"?>
<p:tagLst xmlns:a="http://schemas.openxmlformats.org/drawingml/2006/main" xmlns:r="http://schemas.openxmlformats.org/officeDocument/2006/relationships" xmlns:p="http://schemas.openxmlformats.org/presentationml/2006/main">
  <p:tag name="NAME" val="SingleBoatText"/>
</p:tagLst>
</file>

<file path=ppt/tags/tag875.xml><?xml version="1.0" encoding="utf-8"?>
<p:tagLst xmlns:a="http://schemas.openxmlformats.org/drawingml/2006/main" xmlns:r="http://schemas.openxmlformats.org/officeDocument/2006/relationships" xmlns:p="http://schemas.openxmlformats.org/presentationml/2006/main">
  <p:tag name="NAME" val="SingleBoatShape"/>
</p:tagLst>
</file>

<file path=ppt/tags/tag876.xml><?xml version="1.0" encoding="utf-8"?>
<p:tagLst xmlns:a="http://schemas.openxmlformats.org/drawingml/2006/main" xmlns:r="http://schemas.openxmlformats.org/officeDocument/2006/relationships" xmlns:p="http://schemas.openxmlformats.org/presentationml/2006/main">
  <p:tag name="NAME" val="SingleBoatText"/>
</p:tagLst>
</file>

<file path=ppt/tags/tag8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87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88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88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88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83.xml><?xml version="1.0" encoding="utf-8"?>
<p:tagLst xmlns:a="http://schemas.openxmlformats.org/drawingml/2006/main" xmlns:r="http://schemas.openxmlformats.org/officeDocument/2006/relationships" xmlns:p="http://schemas.openxmlformats.org/presentationml/2006/main">
  <p:tag name="SHAPENAME" val="4. Footnote"/>
</p:tagLst>
</file>

<file path=ppt/tags/tag884.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885.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886.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887.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888.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889.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890.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891.xml><?xml version="1.0" encoding="utf-8"?>
<p:tagLst xmlns:a="http://schemas.openxmlformats.org/drawingml/2006/main" xmlns:r="http://schemas.openxmlformats.org/officeDocument/2006/relationships" xmlns:p="http://schemas.openxmlformats.org/presentationml/2006/main">
  <p:tag name="NAME" val="TrackerNumBlue"/>
</p:tagLst>
</file>

<file path=ppt/tags/tag892.xml><?xml version="1.0" encoding="utf-8"?>
<p:tagLst xmlns:a="http://schemas.openxmlformats.org/drawingml/2006/main" xmlns:r="http://schemas.openxmlformats.org/officeDocument/2006/relationships" xmlns:p="http://schemas.openxmlformats.org/presentationml/2006/main">
  <p:tag name="NAME" val="TrackerNumBlue"/>
</p:tagLst>
</file>

<file path=ppt/tags/tag893.xml><?xml version="1.0" encoding="utf-8"?>
<p:tagLst xmlns:a="http://schemas.openxmlformats.org/drawingml/2006/main" xmlns:r="http://schemas.openxmlformats.org/officeDocument/2006/relationships" xmlns:p="http://schemas.openxmlformats.org/presentationml/2006/main">
  <p:tag name="NAME" val="TrackerNumBlue"/>
</p:tagLst>
</file>

<file path=ppt/tags/tag89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895.xml><?xml version="1.0" encoding="utf-8"?>
<p:tagLst xmlns:a="http://schemas.openxmlformats.org/drawingml/2006/main" xmlns:r="http://schemas.openxmlformats.org/officeDocument/2006/relationships" xmlns:p="http://schemas.openxmlformats.org/presentationml/2006/main">
  <p:tag name="NAME" val="LineBasicDefault"/>
</p:tagLst>
</file>

<file path=ppt/tags/tag896.xml><?xml version="1.0" encoding="utf-8"?>
<p:tagLst xmlns:a="http://schemas.openxmlformats.org/drawingml/2006/main" xmlns:r="http://schemas.openxmlformats.org/officeDocument/2006/relationships" xmlns:p="http://schemas.openxmlformats.org/presentationml/2006/main">
  <p:tag name="NAME" val="LineBasicDefault"/>
</p:tagLst>
</file>

<file path=ppt/tags/tag897.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898.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899.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900.xml><?xml version="1.0" encoding="utf-8"?>
<p:tagLst xmlns:a="http://schemas.openxmlformats.org/drawingml/2006/main" xmlns:r="http://schemas.openxmlformats.org/officeDocument/2006/relationships" xmlns:p="http://schemas.openxmlformats.org/presentationml/2006/main">
  <p:tag name="NAME" val="TrackerNumBlue"/>
</p:tagLst>
</file>

<file path=ppt/tags/tag9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03.xml><?xml version="1.0" encoding="utf-8"?>
<p:tagLst xmlns:a="http://schemas.openxmlformats.org/drawingml/2006/main" xmlns:r="http://schemas.openxmlformats.org/officeDocument/2006/relationships" xmlns:p="http://schemas.openxmlformats.org/presentationml/2006/main">
  <p:tag name="NAME" val="CustomIcon"/>
</p:tagLst>
</file>

<file path=ppt/tags/tag90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905.xml><?xml version="1.0" encoding="utf-8"?>
<p:tagLst xmlns:a="http://schemas.openxmlformats.org/drawingml/2006/main" xmlns:r="http://schemas.openxmlformats.org/officeDocument/2006/relationships" xmlns:p="http://schemas.openxmlformats.org/presentationml/2006/main">
  <p:tag name="NAME" val="Flow"/>
</p:tagLst>
</file>

<file path=ppt/tags/tag906.xml><?xml version="1.0" encoding="utf-8"?>
<p:tagLst xmlns:a="http://schemas.openxmlformats.org/drawingml/2006/main" xmlns:r="http://schemas.openxmlformats.org/officeDocument/2006/relationships" xmlns:p="http://schemas.openxmlformats.org/presentationml/2006/main">
  <p:tag name="NAME" val="Flow"/>
</p:tagLst>
</file>

<file path=ppt/tags/tag907.xml><?xml version="1.0" encoding="utf-8"?>
<p:tagLst xmlns:a="http://schemas.openxmlformats.org/drawingml/2006/main" xmlns:r="http://schemas.openxmlformats.org/officeDocument/2006/relationships" xmlns:p="http://schemas.openxmlformats.org/presentationml/2006/main">
  <p:tag name="NAME" val="CustomIcon"/>
</p:tagLst>
</file>

<file path=ppt/tags/tag908.xml><?xml version="1.0" encoding="utf-8"?>
<p:tagLst xmlns:a="http://schemas.openxmlformats.org/drawingml/2006/main" xmlns:r="http://schemas.openxmlformats.org/officeDocument/2006/relationships" xmlns:p="http://schemas.openxmlformats.org/presentationml/2006/main">
  <p:tag name="NAME" val="CustomIcon"/>
</p:tagLst>
</file>

<file path=ppt/tags/tag909.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910.xml><?xml version="1.0" encoding="utf-8"?>
<p:tagLst xmlns:a="http://schemas.openxmlformats.org/drawingml/2006/main" xmlns:r="http://schemas.openxmlformats.org/officeDocument/2006/relationships" xmlns:p="http://schemas.openxmlformats.org/presentationml/2006/main">
  <p:tag name="NAME" val="GreyLineContentSeparatorDefault"/>
</p:tagLst>
</file>

<file path=ppt/tags/tag911.xml><?xml version="1.0" encoding="utf-8"?>
<p:tagLst xmlns:a="http://schemas.openxmlformats.org/drawingml/2006/main" xmlns:r="http://schemas.openxmlformats.org/officeDocument/2006/relationships" xmlns:p="http://schemas.openxmlformats.org/presentationml/2006/main">
  <p:tag name="NAME" val="CustomIcon"/>
</p:tagLst>
</file>

<file path=ppt/tags/tag912.xml><?xml version="1.0" encoding="utf-8"?>
<p:tagLst xmlns:a="http://schemas.openxmlformats.org/drawingml/2006/main" xmlns:r="http://schemas.openxmlformats.org/officeDocument/2006/relationships" xmlns:p="http://schemas.openxmlformats.org/presentationml/2006/main">
  <p:tag name="NAME" val="TrackerNumWhite"/>
</p:tagLst>
</file>

<file path=ppt/tags/tag913.xml><?xml version="1.0" encoding="utf-8"?>
<p:tagLst xmlns:a="http://schemas.openxmlformats.org/drawingml/2006/main" xmlns:r="http://schemas.openxmlformats.org/officeDocument/2006/relationships" xmlns:p="http://schemas.openxmlformats.org/presentationml/2006/main">
  <p:tag name="NAME" val="TrackerNumWhite"/>
</p:tagLst>
</file>

<file path=ppt/tags/tag914.xml><?xml version="1.0" encoding="utf-8"?>
<p:tagLst xmlns:a="http://schemas.openxmlformats.org/drawingml/2006/main" xmlns:r="http://schemas.openxmlformats.org/officeDocument/2006/relationships" xmlns:p="http://schemas.openxmlformats.org/presentationml/2006/main">
  <p:tag name="NAME" val="TrackerNumWhite"/>
</p:tagLst>
</file>

<file path=ppt/tags/tag915.xml><?xml version="1.0" encoding="utf-8"?>
<p:tagLst xmlns:a="http://schemas.openxmlformats.org/drawingml/2006/main" xmlns:r="http://schemas.openxmlformats.org/officeDocument/2006/relationships" xmlns:p="http://schemas.openxmlformats.org/presentationml/2006/main">
  <p:tag name="NAME" val="TrackerNumWhite"/>
</p:tagLst>
</file>

<file path=ppt/tags/tag916.xml><?xml version="1.0" encoding="utf-8"?>
<p:tagLst xmlns:a="http://schemas.openxmlformats.org/drawingml/2006/main" xmlns:r="http://schemas.openxmlformats.org/officeDocument/2006/relationships" xmlns:p="http://schemas.openxmlformats.org/presentationml/2006/main">
  <p:tag name="NAME" val="CustomIcon"/>
</p:tagLst>
</file>

<file path=ppt/tags/tag917.xml><?xml version="1.0" encoding="utf-8"?>
<p:tagLst xmlns:a="http://schemas.openxmlformats.org/drawingml/2006/main" xmlns:r="http://schemas.openxmlformats.org/officeDocument/2006/relationships" xmlns:p="http://schemas.openxmlformats.org/presentationml/2006/main">
  <p:tag name="NAME" val="CustomIcon"/>
</p:tagLst>
</file>

<file path=ppt/tags/tag918.xml><?xml version="1.0" encoding="utf-8"?>
<p:tagLst xmlns:a="http://schemas.openxmlformats.org/drawingml/2006/main" xmlns:r="http://schemas.openxmlformats.org/officeDocument/2006/relationships" xmlns:p="http://schemas.openxmlformats.org/presentationml/2006/main">
  <p:tag name="NAME" val="CustomIcon"/>
</p:tagLst>
</file>

<file path=ppt/tags/tag919.xml><?xml version="1.0" encoding="utf-8"?>
<p:tagLst xmlns:a="http://schemas.openxmlformats.org/drawingml/2006/main" xmlns:r="http://schemas.openxmlformats.org/officeDocument/2006/relationships" xmlns:p="http://schemas.openxmlformats.org/presentationml/2006/main">
  <p:tag name="NAME" val="TrackerNumWhite"/>
</p:tagLst>
</file>

<file path=ppt/tags/tag920.xml><?xml version="1.0" encoding="utf-8"?>
<p:tagLst xmlns:a="http://schemas.openxmlformats.org/drawingml/2006/main" xmlns:r="http://schemas.openxmlformats.org/officeDocument/2006/relationships" xmlns:p="http://schemas.openxmlformats.org/presentationml/2006/main">
  <p:tag name="NAME" val="TrackerNumWhite"/>
</p:tagLst>
</file>

<file path=ppt/tags/tag921.xml><?xml version="1.0" encoding="utf-8"?>
<p:tagLst xmlns:a="http://schemas.openxmlformats.org/drawingml/2006/main" xmlns:r="http://schemas.openxmlformats.org/officeDocument/2006/relationships" xmlns:p="http://schemas.openxmlformats.org/presentationml/2006/main">
  <p:tag name="NAME" val="TrackerNumWhite"/>
</p:tagLst>
</file>

<file path=ppt/tags/tag922.xml><?xml version="1.0" encoding="utf-8"?>
<p:tagLst xmlns:a="http://schemas.openxmlformats.org/drawingml/2006/main" xmlns:r="http://schemas.openxmlformats.org/officeDocument/2006/relationships" xmlns:p="http://schemas.openxmlformats.org/presentationml/2006/main">
  <p:tag name="NAME" val="TrackerNumWhite"/>
</p:tagLst>
</file>

<file path=ppt/tags/tag923.xml><?xml version="1.0" encoding="utf-8"?>
<p:tagLst xmlns:a="http://schemas.openxmlformats.org/drawingml/2006/main" xmlns:r="http://schemas.openxmlformats.org/officeDocument/2006/relationships" xmlns:p="http://schemas.openxmlformats.org/presentationml/2006/main">
  <p:tag name="NAME" val="TrackerNumWhite"/>
</p:tagLst>
</file>

<file path=ppt/tags/tag924.xml><?xml version="1.0" encoding="utf-8"?>
<p:tagLst xmlns:a="http://schemas.openxmlformats.org/drawingml/2006/main" xmlns:r="http://schemas.openxmlformats.org/officeDocument/2006/relationships" xmlns:p="http://schemas.openxmlformats.org/presentationml/2006/main">
  <p:tag name="NAME" val="TrackerNumWhite"/>
</p:tagLst>
</file>

<file path=ppt/tags/tag925.xml><?xml version="1.0" encoding="utf-8"?>
<p:tagLst xmlns:a="http://schemas.openxmlformats.org/drawingml/2006/main" xmlns:r="http://schemas.openxmlformats.org/officeDocument/2006/relationships" xmlns:p="http://schemas.openxmlformats.org/presentationml/2006/main">
  <p:tag name="NAME" val="TrackerNumWhite"/>
</p:tagLst>
</file>

<file path=ppt/tags/tag926.xml><?xml version="1.0" encoding="utf-8"?>
<p:tagLst xmlns:a="http://schemas.openxmlformats.org/drawingml/2006/main" xmlns:r="http://schemas.openxmlformats.org/officeDocument/2006/relationships" xmlns:p="http://schemas.openxmlformats.org/presentationml/2006/main">
  <p:tag name="NAME" val="CustomIcon"/>
</p:tagLst>
</file>

<file path=ppt/tags/tag927.xml><?xml version="1.0" encoding="utf-8"?>
<p:tagLst xmlns:a="http://schemas.openxmlformats.org/drawingml/2006/main" xmlns:r="http://schemas.openxmlformats.org/officeDocument/2006/relationships" xmlns:p="http://schemas.openxmlformats.org/presentationml/2006/main">
  <p:tag name="NAME" val="CustomIcon"/>
</p:tagLst>
</file>

<file path=ppt/tags/tag928.xml><?xml version="1.0" encoding="utf-8"?>
<p:tagLst xmlns:a="http://schemas.openxmlformats.org/drawingml/2006/main" xmlns:r="http://schemas.openxmlformats.org/officeDocument/2006/relationships" xmlns:p="http://schemas.openxmlformats.org/presentationml/2006/main">
  <p:tag name="NAME" val="SingleBoatShape"/>
</p:tagLst>
</file>

<file path=ppt/tags/tag929.xml><?xml version="1.0" encoding="utf-8"?>
<p:tagLst xmlns:a="http://schemas.openxmlformats.org/drawingml/2006/main" xmlns:r="http://schemas.openxmlformats.org/officeDocument/2006/relationships" xmlns:p="http://schemas.openxmlformats.org/presentationml/2006/main">
  <p:tag name="NAME" val="SingleBoatText"/>
</p:tagLst>
</file>

<file path=ppt/tags/tag930.xml><?xml version="1.0" encoding="utf-8"?>
<p:tagLst xmlns:a="http://schemas.openxmlformats.org/drawingml/2006/main" xmlns:r="http://schemas.openxmlformats.org/officeDocument/2006/relationships" xmlns:p="http://schemas.openxmlformats.org/presentationml/2006/main">
  <p:tag name="NAME" val="SingleBoatShape"/>
</p:tagLst>
</file>

<file path=ppt/tags/tag931.xml><?xml version="1.0" encoding="utf-8"?>
<p:tagLst xmlns:a="http://schemas.openxmlformats.org/drawingml/2006/main" xmlns:r="http://schemas.openxmlformats.org/officeDocument/2006/relationships" xmlns:p="http://schemas.openxmlformats.org/presentationml/2006/main">
  <p:tag name="NAME" val="SingleBoatText"/>
</p:tagLst>
</file>

<file path=ppt/tags/tag9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34.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935.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936.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10"/>
  <p:tag name="WIDTH" val="276.6667"/>
</p:tagLst>
</file>

<file path=ppt/tags/tag937.xml><?xml version="1.0" encoding="utf-8"?>
<p:tagLst xmlns:a="http://schemas.openxmlformats.org/drawingml/2006/main" xmlns:r="http://schemas.openxmlformats.org/officeDocument/2006/relationships" xmlns:p="http://schemas.openxmlformats.org/presentationml/2006/main">
  <p:tag name="MTNUMBER" val="0.616494329001985"/>
  <p:tag name="MTTABLE" val="HDiv"/>
</p:tagLst>
</file>

<file path=ppt/tags/tag938.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338.5714"/>
  <p:tag name="WIDTH" val="276.6667"/>
</p:tagLst>
</file>

<file path=ppt/tags/tag939.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367.1429"/>
  <p:tag name="WIDTH" val="276.6667"/>
</p:tagLst>
</file>

<file path=ppt/tags/tag940.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395.7143"/>
  <p:tag name="WIDTH" val="276.6667"/>
</p:tagLst>
</file>

<file path=ppt/tags/tag941.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424.2857"/>
  <p:tag name="WIDTH" val="276.6667"/>
</p:tagLst>
</file>

<file path=ppt/tags/tag942.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38.5714"/>
  <p:tag name="WIDTH" val="276.6667"/>
</p:tagLst>
</file>

<file path=ppt/tags/tag943.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67.1429"/>
  <p:tag name="WIDTH" val="276.6667"/>
</p:tagLst>
</file>

<file path=ppt/tags/tag944.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395.7143"/>
  <p:tag name="WIDTH" val="276.6667"/>
</p:tagLst>
</file>

<file path=ppt/tags/tag945.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424.2857"/>
  <p:tag name="WIDTH" val="276.6667"/>
</p:tagLst>
</file>

<file path=ppt/tags/tag946.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310"/>
  <p:tag name="WIDTH" val="276.6667"/>
</p:tagLst>
</file>

<file path=ppt/tags/tag947.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38.5714"/>
  <p:tag name="WIDTH" val="276.6667"/>
</p:tagLst>
</file>

<file path=ppt/tags/tag948.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67.1429"/>
  <p:tag name="WIDTH" val="276.6667"/>
</p:tagLst>
</file>

<file path=ppt/tags/tag949.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38.5714"/>
  <p:tag name="WIDTH" val="276.6667"/>
</p:tagLst>
</file>

<file path=ppt/tags/tag950.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67.1429"/>
  <p:tag name="WIDTH" val="276.6667"/>
</p:tagLst>
</file>

<file path=ppt/tags/tag951.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452.8571"/>
  <p:tag name="WIDTH" val="276.6667"/>
</p:tagLst>
</file>

<file path=ppt/tags/tag952.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481.4286"/>
  <p:tag name="WIDTH" val="276.6667"/>
</p:tagLst>
</file>

<file path=ppt/tags/tag953.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452.8571"/>
  <p:tag name="WIDTH" val="276.6667"/>
</p:tagLst>
</file>

<file path=ppt/tags/tag954.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24.2857"/>
  <p:tag name="WIDTH" val="276.6667"/>
</p:tagLst>
</file>

<file path=ppt/tags/tag955.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195.7143"/>
  <p:tag name="WIDTH" val="276.6667"/>
</p:tagLst>
</file>

<file path=ppt/tags/tag956.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24.2857"/>
  <p:tag name="WIDTH" val="276.6667"/>
</p:tagLst>
</file>

<file path=ppt/tags/tag957.xml><?xml version="1.0" encoding="utf-8"?>
<p:tagLst xmlns:a="http://schemas.openxmlformats.org/drawingml/2006/main" xmlns:r="http://schemas.openxmlformats.org/officeDocument/2006/relationships" xmlns:p="http://schemas.openxmlformats.org/presentationml/2006/main">
  <p:tag name="HEIGHT" val="8.571417"/>
  <p:tag name="LEFT" val="45"/>
  <p:tag name="MTNUMBER" val="0.616494329001985"/>
  <p:tag name="MTTABLE" val="Cell"/>
  <p:tag name="TOP" val="252.8571"/>
  <p:tag name="WIDTH" val="276.6667"/>
</p:tagLst>
</file>

<file path=ppt/tags/tag958.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195.7143"/>
  <p:tag name="WIDTH" val="276.6667"/>
</p:tagLst>
</file>

<file path=ppt/tags/tag959.xml><?xml version="1.0" encoding="utf-8"?>
<p:tagLst xmlns:a="http://schemas.openxmlformats.org/drawingml/2006/main" xmlns:r="http://schemas.openxmlformats.org/officeDocument/2006/relationships" xmlns:p="http://schemas.openxmlformats.org/presentationml/2006/main">
  <p:tag name="HEIGHT" val="8.571417"/>
  <p:tag name="LEFT" val="341.6667"/>
  <p:tag name="MTNUMBER" val="0.616494329001985"/>
  <p:tag name="MTTABLE" val="Cell"/>
  <p:tag name="TOP" val="252.8571"/>
  <p:tag name="WIDTH" val="276.6667"/>
</p:tagLst>
</file>

<file path=ppt/tags/tag960.xml><?xml version="1.0" encoding="utf-8"?>
<p:tagLst xmlns:a="http://schemas.openxmlformats.org/drawingml/2006/main" xmlns:r="http://schemas.openxmlformats.org/officeDocument/2006/relationships" xmlns:p="http://schemas.openxmlformats.org/presentationml/2006/main">
  <p:tag name="NAME" val="TrackerNumBlue"/>
</p:tagLst>
</file>

<file path=ppt/tags/tag961.xml><?xml version="1.0" encoding="utf-8"?>
<p:tagLst xmlns:a="http://schemas.openxmlformats.org/drawingml/2006/main" xmlns:r="http://schemas.openxmlformats.org/officeDocument/2006/relationships" xmlns:p="http://schemas.openxmlformats.org/presentationml/2006/main">
  <p:tag name="NAME" val="TrackerNumBlue"/>
</p:tagLst>
</file>

<file path=ppt/tags/tag962.xml><?xml version="1.0" encoding="utf-8"?>
<p:tagLst xmlns:a="http://schemas.openxmlformats.org/drawingml/2006/main" xmlns:r="http://schemas.openxmlformats.org/officeDocument/2006/relationships" xmlns:p="http://schemas.openxmlformats.org/presentationml/2006/main">
  <p:tag name="NAME" val="TrackerNumBlue"/>
</p:tagLst>
</file>

<file path=ppt/tags/tag963.xml><?xml version="1.0" encoding="utf-8"?>
<p:tagLst xmlns:a="http://schemas.openxmlformats.org/drawingml/2006/main" xmlns:r="http://schemas.openxmlformats.org/officeDocument/2006/relationships" xmlns:p="http://schemas.openxmlformats.org/presentationml/2006/main">
  <p:tag name="APLORISLIBID" val="L33d69ce7-e312-4efe-994e-6f10ecacfa67.1.8s/+Hg=="/>
</p:tagLst>
</file>

<file path=ppt/tags/tag9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5.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6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67.xml><?xml version="1.0" encoding="utf-8"?>
<p:tagLst xmlns:a="http://schemas.openxmlformats.org/drawingml/2006/main" xmlns:r="http://schemas.openxmlformats.org/officeDocument/2006/relationships" xmlns:p="http://schemas.openxmlformats.org/presentationml/2006/main">
  <p:tag name="SHAPENAME" val="4. Footnote"/>
</p:tagLst>
</file>

<file path=ppt/tags/tag9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70.xml><?xml version="1.0" encoding="utf-8"?>
<p:tagLst xmlns:a="http://schemas.openxmlformats.org/drawingml/2006/main" xmlns:r="http://schemas.openxmlformats.org/officeDocument/2006/relationships" xmlns:p="http://schemas.openxmlformats.org/presentationml/2006/main">
  <p:tag name="SHAPENAME" val="4. Footnote"/>
</p:tagLst>
</file>

<file path=ppt/tags/tag971.xml><?xml version="1.0" encoding="utf-8"?>
<p:tagLst xmlns:a="http://schemas.openxmlformats.org/drawingml/2006/main" xmlns:r="http://schemas.openxmlformats.org/officeDocument/2006/relationships" xmlns:p="http://schemas.openxmlformats.org/presentationml/2006/main">
  <p:tag name="NAME" val="LineBasicDefault"/>
</p:tagLst>
</file>

<file path=ppt/tags/tag97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97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97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975.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976.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977.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978.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979.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980.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981.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38.5714"/>
  <p:tag name="WIDTH" val="276.6667"/>
</p:tagLst>
</file>

<file path=ppt/tags/tag982.xml><?xml version="1.0" encoding="utf-8"?>
<p:tagLst xmlns:a="http://schemas.openxmlformats.org/drawingml/2006/main" xmlns:r="http://schemas.openxmlformats.org/officeDocument/2006/relationships" xmlns:p="http://schemas.openxmlformats.org/presentationml/2006/main">
  <p:tag name="NAME" val="TrackerNumBlue"/>
</p:tagLst>
</file>

<file path=ppt/tags/tag983.xml><?xml version="1.0" encoding="utf-8"?>
<p:tagLst xmlns:a="http://schemas.openxmlformats.org/drawingml/2006/main" xmlns:r="http://schemas.openxmlformats.org/officeDocument/2006/relationships" xmlns:p="http://schemas.openxmlformats.org/presentationml/2006/main">
  <p:tag name="NAME" val="TrackerNumBlue"/>
</p:tagLst>
</file>

<file path=ppt/tags/tag984.xml><?xml version="1.0" encoding="utf-8"?>
<p:tagLst xmlns:a="http://schemas.openxmlformats.org/drawingml/2006/main" xmlns:r="http://schemas.openxmlformats.org/officeDocument/2006/relationships" xmlns:p="http://schemas.openxmlformats.org/presentationml/2006/main">
  <p:tag name="NAME" val="TrackerNumBlue"/>
</p:tagLst>
</file>

<file path=ppt/tags/tag985.xml><?xml version="1.0" encoding="utf-8"?>
<p:tagLst xmlns:a="http://schemas.openxmlformats.org/drawingml/2006/main" xmlns:r="http://schemas.openxmlformats.org/officeDocument/2006/relationships" xmlns:p="http://schemas.openxmlformats.org/presentationml/2006/main">
  <p:tag name="ANGLE" val="3"/>
</p:tagLst>
</file>

<file path=ppt/tags/tag986.xml><?xml version="1.0" encoding="utf-8"?>
<p:tagLst xmlns:a="http://schemas.openxmlformats.org/drawingml/2006/main" xmlns:r="http://schemas.openxmlformats.org/officeDocument/2006/relationships" xmlns:p="http://schemas.openxmlformats.org/presentationml/2006/main">
  <p:tag name="ANGLE" val="3"/>
</p:tagLst>
</file>

<file path=ppt/tags/tag987.xml><?xml version="1.0" encoding="utf-8"?>
<p:tagLst xmlns:a="http://schemas.openxmlformats.org/drawingml/2006/main" xmlns:r="http://schemas.openxmlformats.org/officeDocument/2006/relationships" xmlns:p="http://schemas.openxmlformats.org/presentationml/2006/main">
  <p:tag name="ANGLE" val="3"/>
</p:tagLst>
</file>

<file path=ppt/tags/tag988.xml><?xml version="1.0" encoding="utf-8"?>
<p:tagLst xmlns:a="http://schemas.openxmlformats.org/drawingml/2006/main" xmlns:r="http://schemas.openxmlformats.org/officeDocument/2006/relationships" xmlns:p="http://schemas.openxmlformats.org/presentationml/2006/main">
  <p:tag name="ANGLE" val="3"/>
</p:tagLst>
</file>

<file path=ppt/tags/tag989.xml><?xml version="1.0" encoding="utf-8"?>
<p:tagLst xmlns:a="http://schemas.openxmlformats.org/drawingml/2006/main" xmlns:r="http://schemas.openxmlformats.org/officeDocument/2006/relationships" xmlns:p="http://schemas.openxmlformats.org/presentationml/2006/main">
  <p:tag name="ANGLE" val="3"/>
</p:tagLst>
</file>

<file path=ppt/tags/tag990.xml><?xml version="1.0" encoding="utf-8"?>
<p:tagLst xmlns:a="http://schemas.openxmlformats.org/drawingml/2006/main" xmlns:r="http://schemas.openxmlformats.org/officeDocument/2006/relationships" xmlns:p="http://schemas.openxmlformats.org/presentationml/2006/main">
  <p:tag name="ANGLE" val="3"/>
</p:tagLst>
</file>

<file path=ppt/tags/tag991.xml><?xml version="1.0" encoding="utf-8"?>
<p:tagLst xmlns:a="http://schemas.openxmlformats.org/drawingml/2006/main" xmlns:r="http://schemas.openxmlformats.org/officeDocument/2006/relationships" xmlns:p="http://schemas.openxmlformats.org/presentationml/2006/main">
  <p:tag name="ANGLE" val="3"/>
</p:tagLst>
</file>

<file path=ppt/tags/tag992.xml><?xml version="1.0" encoding="utf-8"?>
<p:tagLst xmlns:a="http://schemas.openxmlformats.org/drawingml/2006/main" xmlns:r="http://schemas.openxmlformats.org/officeDocument/2006/relationships" xmlns:p="http://schemas.openxmlformats.org/presentationml/2006/main">
  <p:tag name="ANGLE" val="3"/>
</p:tagLst>
</file>

<file path=ppt/tags/tag993.xml><?xml version="1.0" encoding="utf-8"?>
<p:tagLst xmlns:a="http://schemas.openxmlformats.org/drawingml/2006/main" xmlns:r="http://schemas.openxmlformats.org/officeDocument/2006/relationships" xmlns:p="http://schemas.openxmlformats.org/presentationml/2006/main">
  <p:tag name="ANGLE" val="3"/>
</p:tagLst>
</file>

<file path=ppt/tags/tag994.xml><?xml version="1.0" encoding="utf-8"?>
<p:tagLst xmlns:a="http://schemas.openxmlformats.org/drawingml/2006/main" xmlns:r="http://schemas.openxmlformats.org/officeDocument/2006/relationships" xmlns:p="http://schemas.openxmlformats.org/presentationml/2006/main">
  <p:tag name="ANGLE" val="3"/>
</p:tagLst>
</file>

<file path=ppt/tags/tag9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97.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99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999.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00.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001.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02.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003.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0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005.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06.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07.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08.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09.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10.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11.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12.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13.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14.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15.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16.xml><?xml version="1.0" encoding="utf-8"?>
<p:tagLst xmlns:a="http://schemas.openxmlformats.org/drawingml/2006/main" xmlns:r="http://schemas.openxmlformats.org/officeDocument/2006/relationships" xmlns:p="http://schemas.openxmlformats.org/presentationml/2006/main">
  <p:tag name="HEIGHT" val="8.571417"/>
  <p:tag name="LEFT" val="638.3333"/>
  <p:tag name="MTNUMBER" val="0.616494329001985"/>
  <p:tag name="MTTABLE" val="Cell"/>
  <p:tag name="TOP" val="310"/>
  <p:tag name="WIDTH" val="276.6667"/>
</p:tagLst>
</file>

<file path=ppt/tags/tag1017.xml><?xml version="1.0" encoding="utf-8"?>
<p:tagLst xmlns:a="http://schemas.openxmlformats.org/drawingml/2006/main" xmlns:r="http://schemas.openxmlformats.org/officeDocument/2006/relationships" xmlns:p="http://schemas.openxmlformats.org/presentationml/2006/main">
  <p:tag name="ANGLE" val="3"/>
</p:tagLst>
</file>

<file path=ppt/tags/tag1018.xml><?xml version="1.0" encoding="utf-8"?>
<p:tagLst xmlns:a="http://schemas.openxmlformats.org/drawingml/2006/main" xmlns:r="http://schemas.openxmlformats.org/officeDocument/2006/relationships" xmlns:p="http://schemas.openxmlformats.org/presentationml/2006/main">
  <p:tag name="ANGLE" val="3"/>
</p:tagLst>
</file>

<file path=ppt/tags/tag1019.xml><?xml version="1.0" encoding="utf-8"?>
<p:tagLst xmlns:a="http://schemas.openxmlformats.org/drawingml/2006/main" xmlns:r="http://schemas.openxmlformats.org/officeDocument/2006/relationships" xmlns:p="http://schemas.openxmlformats.org/presentationml/2006/main">
  <p:tag name="ANGLE" val="3"/>
</p:tagLst>
</file>

<file path=ppt/tags/tag1020.xml><?xml version="1.0" encoding="utf-8"?>
<p:tagLst xmlns:a="http://schemas.openxmlformats.org/drawingml/2006/main" xmlns:r="http://schemas.openxmlformats.org/officeDocument/2006/relationships" xmlns:p="http://schemas.openxmlformats.org/presentationml/2006/main">
  <p:tag name="ANGLE" val="3"/>
</p:tagLst>
</file>

<file path=ppt/tags/tag1021.xml><?xml version="1.0" encoding="utf-8"?>
<p:tagLst xmlns:a="http://schemas.openxmlformats.org/drawingml/2006/main" xmlns:r="http://schemas.openxmlformats.org/officeDocument/2006/relationships" xmlns:p="http://schemas.openxmlformats.org/presentationml/2006/main">
  <p:tag name="ANGLE" val="3"/>
</p:tagLst>
</file>

<file path=ppt/tags/tag1022.xml><?xml version="1.0" encoding="utf-8"?>
<p:tagLst xmlns:a="http://schemas.openxmlformats.org/drawingml/2006/main" xmlns:r="http://schemas.openxmlformats.org/officeDocument/2006/relationships" xmlns:p="http://schemas.openxmlformats.org/presentationml/2006/main">
  <p:tag name="ANGLE" val="3"/>
</p:tagLst>
</file>

<file path=ppt/tags/tag1023.xml><?xml version="1.0" encoding="utf-8"?>
<p:tagLst xmlns:a="http://schemas.openxmlformats.org/drawingml/2006/main" xmlns:r="http://schemas.openxmlformats.org/officeDocument/2006/relationships" xmlns:p="http://schemas.openxmlformats.org/presentationml/2006/main">
  <p:tag name="ANGLE" val="3"/>
</p:tagLst>
</file>

<file path=ppt/tags/tag1024.xml><?xml version="1.0" encoding="utf-8"?>
<p:tagLst xmlns:a="http://schemas.openxmlformats.org/drawingml/2006/main" xmlns:r="http://schemas.openxmlformats.org/officeDocument/2006/relationships" xmlns:p="http://schemas.openxmlformats.org/presentationml/2006/main">
  <p:tag name="ANGLE" val="3"/>
</p:tagLst>
</file>

<file path=ppt/tags/tag1025.xml><?xml version="1.0" encoding="utf-8"?>
<p:tagLst xmlns:a="http://schemas.openxmlformats.org/drawingml/2006/main" xmlns:r="http://schemas.openxmlformats.org/officeDocument/2006/relationships" xmlns:p="http://schemas.openxmlformats.org/presentationml/2006/main">
  <p:tag name="ANGLE" val="3"/>
</p:tagLst>
</file>

<file path=ppt/tags/tag1026.xml><?xml version="1.0" encoding="utf-8"?>
<p:tagLst xmlns:a="http://schemas.openxmlformats.org/drawingml/2006/main" xmlns:r="http://schemas.openxmlformats.org/officeDocument/2006/relationships" xmlns:p="http://schemas.openxmlformats.org/presentationml/2006/main">
  <p:tag name="ANGLE" val="3"/>
</p:tagLst>
</file>

<file path=ppt/tags/tag1027.xml><?xml version="1.0" encoding="utf-8"?>
<p:tagLst xmlns:a="http://schemas.openxmlformats.org/drawingml/2006/main" xmlns:r="http://schemas.openxmlformats.org/officeDocument/2006/relationships" xmlns:p="http://schemas.openxmlformats.org/presentationml/2006/main">
  <p:tag name="ANGLE" val="3"/>
</p:tagLst>
</file>

<file path=ppt/tags/tag1028.xml><?xml version="1.0" encoding="utf-8"?>
<p:tagLst xmlns:a="http://schemas.openxmlformats.org/drawingml/2006/main" xmlns:r="http://schemas.openxmlformats.org/officeDocument/2006/relationships" xmlns:p="http://schemas.openxmlformats.org/presentationml/2006/main">
  <p:tag name="ANGLE" val="3"/>
</p:tagLst>
</file>

<file path=ppt/tags/tag1029.xml><?xml version="1.0" encoding="utf-8"?>
<p:tagLst xmlns:a="http://schemas.openxmlformats.org/drawingml/2006/main" xmlns:r="http://schemas.openxmlformats.org/officeDocument/2006/relationships" xmlns:p="http://schemas.openxmlformats.org/presentationml/2006/main">
  <p:tag name="ANGLE" val="3"/>
</p:tagLst>
</file>

<file path=ppt/tags/tag1030.xml><?xml version="1.0" encoding="utf-8"?>
<p:tagLst xmlns:a="http://schemas.openxmlformats.org/drawingml/2006/main" xmlns:r="http://schemas.openxmlformats.org/officeDocument/2006/relationships" xmlns:p="http://schemas.openxmlformats.org/presentationml/2006/main">
  <p:tag name="ANGLE" val="3"/>
</p:tagLst>
</file>

<file path=ppt/tags/tag1031.xml><?xml version="1.0" encoding="utf-8"?>
<p:tagLst xmlns:a="http://schemas.openxmlformats.org/drawingml/2006/main" xmlns:r="http://schemas.openxmlformats.org/officeDocument/2006/relationships" xmlns:p="http://schemas.openxmlformats.org/presentationml/2006/main">
  <p:tag name="ANGLE" val="3"/>
</p:tagLst>
</file>

<file path=ppt/tags/tag1032.xml><?xml version="1.0" encoding="utf-8"?>
<p:tagLst xmlns:a="http://schemas.openxmlformats.org/drawingml/2006/main" xmlns:r="http://schemas.openxmlformats.org/officeDocument/2006/relationships" xmlns:p="http://schemas.openxmlformats.org/presentationml/2006/main">
  <p:tag name="ANGLE" val="3"/>
</p:tagLst>
</file>

<file path=ppt/tags/tag1033.xml><?xml version="1.0" encoding="utf-8"?>
<p:tagLst xmlns:a="http://schemas.openxmlformats.org/drawingml/2006/main" xmlns:r="http://schemas.openxmlformats.org/officeDocument/2006/relationships" xmlns:p="http://schemas.openxmlformats.org/presentationml/2006/main">
  <p:tag name="ANGLE" val="3"/>
</p:tagLst>
</file>

<file path=ppt/tags/tag1034.xml><?xml version="1.0" encoding="utf-8"?>
<p:tagLst xmlns:a="http://schemas.openxmlformats.org/drawingml/2006/main" xmlns:r="http://schemas.openxmlformats.org/officeDocument/2006/relationships" xmlns:p="http://schemas.openxmlformats.org/presentationml/2006/main">
  <p:tag name="ANGLE" val="3"/>
</p:tagLst>
</file>

<file path=ppt/tags/tag1035.xml><?xml version="1.0" encoding="utf-8"?>
<p:tagLst xmlns:a="http://schemas.openxmlformats.org/drawingml/2006/main" xmlns:r="http://schemas.openxmlformats.org/officeDocument/2006/relationships" xmlns:p="http://schemas.openxmlformats.org/presentationml/2006/main">
  <p:tag name="ANGLE" val="3"/>
</p:tagLst>
</file>

<file path=ppt/tags/tag1036.xml><?xml version="1.0" encoding="utf-8"?>
<p:tagLst xmlns:a="http://schemas.openxmlformats.org/drawingml/2006/main" xmlns:r="http://schemas.openxmlformats.org/officeDocument/2006/relationships" xmlns:p="http://schemas.openxmlformats.org/presentationml/2006/main">
  <p:tag name="ANGLE" val="3"/>
</p:tagLst>
</file>

<file path=ppt/tags/tag1037.xml><?xml version="1.0" encoding="utf-8"?>
<p:tagLst xmlns:a="http://schemas.openxmlformats.org/drawingml/2006/main" xmlns:r="http://schemas.openxmlformats.org/officeDocument/2006/relationships" xmlns:p="http://schemas.openxmlformats.org/presentationml/2006/main">
  <p:tag name="ANGLE" val="3"/>
</p:tagLst>
</file>

<file path=ppt/tags/tag1038.xml><?xml version="1.0" encoding="utf-8"?>
<p:tagLst xmlns:a="http://schemas.openxmlformats.org/drawingml/2006/main" xmlns:r="http://schemas.openxmlformats.org/officeDocument/2006/relationships" xmlns:p="http://schemas.openxmlformats.org/presentationml/2006/main">
  <p:tag name="ANGLE" val="3"/>
</p:tagLst>
</file>

<file path=ppt/tags/tag1039.xml><?xml version="1.0" encoding="utf-8"?>
<p:tagLst xmlns:a="http://schemas.openxmlformats.org/drawingml/2006/main" xmlns:r="http://schemas.openxmlformats.org/officeDocument/2006/relationships" xmlns:p="http://schemas.openxmlformats.org/presentationml/2006/main">
  <p:tag name="ANGLE" val="3"/>
</p:tagLst>
</file>

<file path=ppt/tags/tag1040.xml><?xml version="1.0" encoding="utf-8"?>
<p:tagLst xmlns:a="http://schemas.openxmlformats.org/drawingml/2006/main" xmlns:r="http://schemas.openxmlformats.org/officeDocument/2006/relationships" xmlns:p="http://schemas.openxmlformats.org/presentationml/2006/main">
  <p:tag name="ANGLE" val="3"/>
</p:tagLst>
</file>

<file path=ppt/tags/tag10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04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044.xml><?xml version="1.0" encoding="utf-8"?>
<p:tagLst xmlns:a="http://schemas.openxmlformats.org/drawingml/2006/main" xmlns:r="http://schemas.openxmlformats.org/officeDocument/2006/relationships" xmlns:p="http://schemas.openxmlformats.org/presentationml/2006/main">
  <p:tag name="NAME" val="TrackerNumBlue"/>
</p:tagLst>
</file>

<file path=ppt/tags/tag1045.xml><?xml version="1.0" encoding="utf-8"?>
<p:tagLst xmlns:a="http://schemas.openxmlformats.org/drawingml/2006/main" xmlns:r="http://schemas.openxmlformats.org/officeDocument/2006/relationships" xmlns:p="http://schemas.openxmlformats.org/presentationml/2006/main">
  <p:tag name="NAME" val="TrackerNumBlue"/>
</p:tagLst>
</file>

<file path=ppt/tags/tag1046.xml><?xml version="1.0" encoding="utf-8"?>
<p:tagLst xmlns:a="http://schemas.openxmlformats.org/drawingml/2006/main" xmlns:r="http://schemas.openxmlformats.org/officeDocument/2006/relationships" xmlns:p="http://schemas.openxmlformats.org/presentationml/2006/main">
  <p:tag name="NAME" val="TrackerNumBlue"/>
</p:tagLst>
</file>

<file path=ppt/tags/tag1047.xml><?xml version="1.0" encoding="utf-8"?>
<p:tagLst xmlns:a="http://schemas.openxmlformats.org/drawingml/2006/main" xmlns:r="http://schemas.openxmlformats.org/officeDocument/2006/relationships" xmlns:p="http://schemas.openxmlformats.org/presentationml/2006/main">
  <p:tag name="NAME" val="TrackerNumBlue"/>
</p:tagLst>
</file>

<file path=ppt/tags/tag1048.xml><?xml version="1.0" encoding="utf-8"?>
<p:tagLst xmlns:a="http://schemas.openxmlformats.org/drawingml/2006/main" xmlns:r="http://schemas.openxmlformats.org/officeDocument/2006/relationships" xmlns:p="http://schemas.openxmlformats.org/presentationml/2006/main">
  <p:tag name="NAME" val="TrackerNumBlue"/>
</p:tagLst>
</file>

<file path=ppt/tags/tag1049.xml><?xml version="1.0" encoding="utf-8"?>
<p:tagLst xmlns:a="http://schemas.openxmlformats.org/drawingml/2006/main" xmlns:r="http://schemas.openxmlformats.org/officeDocument/2006/relationships" xmlns:p="http://schemas.openxmlformats.org/presentationml/2006/main">
  <p:tag name="THINKCELLSHAPEDONOTDELETE" val="tX1ixr9MYLk51QoejK9D7DQ"/>
</p:tagLst>
</file>

<file path=ppt/tags/tag1050.xml><?xml version="1.0" encoding="utf-8"?>
<p:tagLst xmlns:a="http://schemas.openxmlformats.org/drawingml/2006/main" xmlns:r="http://schemas.openxmlformats.org/officeDocument/2006/relationships" xmlns:p="http://schemas.openxmlformats.org/presentationml/2006/main">
  <p:tag name="THINKCELLSHAPEDONOTDELETE" val="tDz2xGFSLUL_qQYWjO1TLaA"/>
</p:tagLst>
</file>

<file path=ppt/tags/tag1051.xml><?xml version="1.0" encoding="utf-8"?>
<p:tagLst xmlns:a="http://schemas.openxmlformats.org/drawingml/2006/main" xmlns:r="http://schemas.openxmlformats.org/officeDocument/2006/relationships" xmlns:p="http://schemas.openxmlformats.org/presentationml/2006/main">
  <p:tag name="THINKCELLSHAPEDONOTDELETE" val="t2EnfKbWA3faFow6M7cNVVw"/>
</p:tagLst>
</file>

<file path=ppt/tags/tag1052.xml><?xml version="1.0" encoding="utf-8"?>
<p:tagLst xmlns:a="http://schemas.openxmlformats.org/drawingml/2006/main" xmlns:r="http://schemas.openxmlformats.org/officeDocument/2006/relationships" xmlns:p="http://schemas.openxmlformats.org/presentationml/2006/main">
  <p:tag name="THINKCELLSHAPEDONOTDELETE" val="tMEoGvZGY0PxUkI4BjKRs_w"/>
</p:tagLst>
</file>

<file path=ppt/tags/tag1053.xml><?xml version="1.0" encoding="utf-8"?>
<p:tagLst xmlns:a="http://schemas.openxmlformats.org/drawingml/2006/main" xmlns:r="http://schemas.openxmlformats.org/officeDocument/2006/relationships" xmlns:p="http://schemas.openxmlformats.org/presentationml/2006/main">
  <p:tag name="THINKCELLSHAPEDONOTDELETE" val="t_ad59_b4C7dl6y1Lm_QRFw"/>
</p:tagLst>
</file>

<file path=ppt/tags/tag1054.xml><?xml version="1.0" encoding="utf-8"?>
<p:tagLst xmlns:a="http://schemas.openxmlformats.org/drawingml/2006/main" xmlns:r="http://schemas.openxmlformats.org/officeDocument/2006/relationships" xmlns:p="http://schemas.openxmlformats.org/presentationml/2006/main">
  <p:tag name="THINKCELLSHAPEDONOTDELETE" val="t_zfEkcJbRAC8L0Lkj6Rr2Q"/>
</p:tagLst>
</file>

<file path=ppt/tags/tag1055.xml><?xml version="1.0" encoding="utf-8"?>
<p:tagLst xmlns:a="http://schemas.openxmlformats.org/drawingml/2006/main" xmlns:r="http://schemas.openxmlformats.org/officeDocument/2006/relationships" xmlns:p="http://schemas.openxmlformats.org/presentationml/2006/main">
  <p:tag name="THINKCELLSHAPEDONOTDELETE" val="tSTjvi2fPp_0XDzYKqXIv2A"/>
</p:tagLst>
</file>

<file path=ppt/tags/tag1056.xml><?xml version="1.0" encoding="utf-8"?>
<p:tagLst xmlns:a="http://schemas.openxmlformats.org/drawingml/2006/main" xmlns:r="http://schemas.openxmlformats.org/officeDocument/2006/relationships" xmlns:p="http://schemas.openxmlformats.org/presentationml/2006/main">
  <p:tag name="THINKCELLSHAPEDONOTDELETE" val="tSDUtHuKbpA65qmj2WmNCTQ"/>
</p:tagLst>
</file>

<file path=ppt/tags/tag1057.xml><?xml version="1.0" encoding="utf-8"?>
<p:tagLst xmlns:a="http://schemas.openxmlformats.org/drawingml/2006/main" xmlns:r="http://schemas.openxmlformats.org/officeDocument/2006/relationships" xmlns:p="http://schemas.openxmlformats.org/presentationml/2006/main">
  <p:tag name="THINKCELLSHAPEDONOTDELETE" val="tewHKAsHaUqjs17a3U1I7wA"/>
</p:tagLst>
</file>

<file path=ppt/tags/tag1058.xml><?xml version="1.0" encoding="utf-8"?>
<p:tagLst xmlns:a="http://schemas.openxmlformats.org/drawingml/2006/main" xmlns:r="http://schemas.openxmlformats.org/officeDocument/2006/relationships" xmlns:p="http://schemas.openxmlformats.org/presentationml/2006/main">
  <p:tag name="THINKCELLSHAPEDONOTDELETE" val="tWFrZZWIMxc.agyr4YPx3sw"/>
</p:tagLst>
</file>

<file path=ppt/tags/tag1059.xml><?xml version="1.0" encoding="utf-8"?>
<p:tagLst xmlns:a="http://schemas.openxmlformats.org/drawingml/2006/main" xmlns:r="http://schemas.openxmlformats.org/officeDocument/2006/relationships" xmlns:p="http://schemas.openxmlformats.org/presentationml/2006/main">
  <p:tag name="THINKCELLSHAPEDONOTDELETE" val="t9h0aVGio6ToACmHz05l3NQ"/>
</p:tagLst>
</file>

<file path=ppt/tags/tag1060.xml><?xml version="1.0" encoding="utf-8"?>
<p:tagLst xmlns:a="http://schemas.openxmlformats.org/drawingml/2006/main" xmlns:r="http://schemas.openxmlformats.org/officeDocument/2006/relationships" xmlns:p="http://schemas.openxmlformats.org/presentationml/2006/main">
  <p:tag name="THINKCELLSHAPEDONOTDELETE" val="tBXl6tB6rXjqB4v8.xJg2mg"/>
</p:tagLst>
</file>

<file path=ppt/tags/tag1061.xml><?xml version="1.0" encoding="utf-8"?>
<p:tagLst xmlns:a="http://schemas.openxmlformats.org/drawingml/2006/main" xmlns:r="http://schemas.openxmlformats.org/officeDocument/2006/relationships" xmlns:p="http://schemas.openxmlformats.org/presentationml/2006/main">
  <p:tag name="THINKCELLSHAPEDONOTDELETE" val="tCl4K8PyftJ9wPvK9bYB9eA"/>
</p:tagLst>
</file>

<file path=ppt/tags/tag1062.xml><?xml version="1.0" encoding="utf-8"?>
<p:tagLst xmlns:a="http://schemas.openxmlformats.org/drawingml/2006/main" xmlns:r="http://schemas.openxmlformats.org/officeDocument/2006/relationships" xmlns:p="http://schemas.openxmlformats.org/presentationml/2006/main">
  <p:tag name="THINKCELLSHAPEDONOTDELETE" val="tndyzSKYj7n9yVexLlUOPuA"/>
</p:tagLst>
</file>

<file path=ppt/tags/tag1063.xml><?xml version="1.0" encoding="utf-8"?>
<p:tagLst xmlns:a="http://schemas.openxmlformats.org/drawingml/2006/main" xmlns:r="http://schemas.openxmlformats.org/officeDocument/2006/relationships" xmlns:p="http://schemas.openxmlformats.org/presentationml/2006/main">
  <p:tag name="THINKCELLSHAPEDONOTDELETE" val="tiro41H1Peiolc55TaJNsIA"/>
</p:tagLst>
</file>

<file path=ppt/tags/tag1064.xml><?xml version="1.0" encoding="utf-8"?>
<p:tagLst xmlns:a="http://schemas.openxmlformats.org/drawingml/2006/main" xmlns:r="http://schemas.openxmlformats.org/officeDocument/2006/relationships" xmlns:p="http://schemas.openxmlformats.org/presentationml/2006/main">
  <p:tag name="THINKCELLSHAPEDONOTDELETE" val="tFjwx21dNej3H1QtSQGT_dQ"/>
</p:tagLst>
</file>

<file path=ppt/tags/tag1065.xml><?xml version="1.0" encoding="utf-8"?>
<p:tagLst xmlns:a="http://schemas.openxmlformats.org/drawingml/2006/main" xmlns:r="http://schemas.openxmlformats.org/officeDocument/2006/relationships" xmlns:p="http://schemas.openxmlformats.org/presentationml/2006/main">
  <p:tag name="THINKCELLSHAPEDONOTDELETE" val="tGBjndTfbxFP4gh59AYudnA"/>
</p:tagLst>
</file>

<file path=ppt/tags/tag1066.xml><?xml version="1.0" encoding="utf-8"?>
<p:tagLst xmlns:a="http://schemas.openxmlformats.org/drawingml/2006/main" xmlns:r="http://schemas.openxmlformats.org/officeDocument/2006/relationships" xmlns:p="http://schemas.openxmlformats.org/presentationml/2006/main">
  <p:tag name="THINKCELLSHAPEDONOTDELETE" val="tRNO4Vul2aspxaP08QzKcGA"/>
</p:tagLst>
</file>

<file path=ppt/tags/tag1067.xml><?xml version="1.0" encoding="utf-8"?>
<p:tagLst xmlns:a="http://schemas.openxmlformats.org/drawingml/2006/main" xmlns:r="http://schemas.openxmlformats.org/officeDocument/2006/relationships" xmlns:p="http://schemas.openxmlformats.org/presentationml/2006/main">
  <p:tag name="THINKCELLSHAPEDONOTDELETE" val="trXxGcCHp.t9gXhhx87ux6g"/>
</p:tagLst>
</file>

<file path=ppt/tags/tag1068.xml><?xml version="1.0" encoding="utf-8"?>
<p:tagLst xmlns:a="http://schemas.openxmlformats.org/drawingml/2006/main" xmlns:r="http://schemas.openxmlformats.org/officeDocument/2006/relationships" xmlns:p="http://schemas.openxmlformats.org/presentationml/2006/main">
  <p:tag name="THINKCELLSHAPEDONOTDELETE" val="tPXL7wJQ1TwYSYDiimirFIg"/>
</p:tagLst>
</file>

<file path=ppt/tags/tag1069.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070.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071.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072.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073.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074.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075.xml><?xml version="1.0" encoding="utf-8"?>
<p:tagLst xmlns:a="http://schemas.openxmlformats.org/drawingml/2006/main" xmlns:r="http://schemas.openxmlformats.org/officeDocument/2006/relationships" xmlns:p="http://schemas.openxmlformats.org/presentationml/2006/main">
  <p:tag name="SHAPENAME" val="4. Footnote"/>
</p:tagLst>
</file>

<file path=ppt/tags/tag1076.xml><?xml version="1.0" encoding="utf-8"?>
<p:tagLst xmlns:a="http://schemas.openxmlformats.org/drawingml/2006/main" xmlns:r="http://schemas.openxmlformats.org/officeDocument/2006/relationships" xmlns:p="http://schemas.openxmlformats.org/presentationml/2006/main">
  <p:tag name="THINKCELLSHAPEDONOTDELETE" val="pyYDVMGy0N.yNiH7Av2Buxw"/>
</p:tagLst>
</file>

<file path=ppt/tags/tag1077.xml><?xml version="1.0" encoding="utf-8"?>
<p:tagLst xmlns:a="http://schemas.openxmlformats.org/drawingml/2006/main" xmlns:r="http://schemas.openxmlformats.org/officeDocument/2006/relationships" xmlns:p="http://schemas.openxmlformats.org/presentationml/2006/main">
  <p:tag name="THINKCELLSHAPEDONOTDELETE" val="pyYDVMGy0N.yNiH7Av2Buxw"/>
</p:tagLst>
</file>

<file path=ppt/tags/tag1078.xml><?xml version="1.0" encoding="utf-8"?>
<p:tagLst xmlns:a="http://schemas.openxmlformats.org/drawingml/2006/main" xmlns:r="http://schemas.openxmlformats.org/officeDocument/2006/relationships" xmlns:p="http://schemas.openxmlformats.org/presentationml/2006/main">
  <p:tag name="THINKCELLSHAPEDONOTDELETE" val="pyYDVMGy0N.yNiH7Av2Buxw"/>
</p:tagLst>
</file>

<file path=ppt/tags/tag1079.xml><?xml version="1.0" encoding="utf-8"?>
<p:tagLst xmlns:a="http://schemas.openxmlformats.org/drawingml/2006/main" xmlns:r="http://schemas.openxmlformats.org/officeDocument/2006/relationships" xmlns:p="http://schemas.openxmlformats.org/presentationml/2006/main">
  <p:tag name="THINKCELLSHAPEDONOTDELETE" val="tyaHcO_XqSn2J3mDsOuY42Q"/>
</p:tagLst>
</file>

<file path=ppt/tags/tag1080.xml><?xml version="1.0" encoding="utf-8"?>
<p:tagLst xmlns:a="http://schemas.openxmlformats.org/drawingml/2006/main" xmlns:r="http://schemas.openxmlformats.org/officeDocument/2006/relationships" xmlns:p="http://schemas.openxmlformats.org/presentationml/2006/main">
  <p:tag name="THINKCELLSHAPEDONOTDELETE" val="tLKuhE8uEHNJCuDxdvfBYMA"/>
</p:tagLst>
</file>

<file path=ppt/tags/tag1081.xml><?xml version="1.0" encoding="utf-8"?>
<p:tagLst xmlns:a="http://schemas.openxmlformats.org/drawingml/2006/main" xmlns:r="http://schemas.openxmlformats.org/officeDocument/2006/relationships" xmlns:p="http://schemas.openxmlformats.org/presentationml/2006/main">
  <p:tag name="THINKCELLSHAPEDONOTDELETE" val="t9GIai_UjI4jXKVf.9Pp4pQ"/>
</p:tagLst>
</file>

<file path=ppt/tags/tag1082.xml><?xml version="1.0" encoding="utf-8"?>
<p:tagLst xmlns:a="http://schemas.openxmlformats.org/drawingml/2006/main" xmlns:r="http://schemas.openxmlformats.org/officeDocument/2006/relationships" xmlns:p="http://schemas.openxmlformats.org/presentationml/2006/main">
  <p:tag name="THINKCELLSHAPEDONOTDELETE" val="tyVtt0RO0lDtjMzIwRY6tMA"/>
</p:tagLst>
</file>

<file path=ppt/tags/tag1083.xml><?xml version="1.0" encoding="utf-8"?>
<p:tagLst xmlns:a="http://schemas.openxmlformats.org/drawingml/2006/main" xmlns:r="http://schemas.openxmlformats.org/officeDocument/2006/relationships" xmlns:p="http://schemas.openxmlformats.org/presentationml/2006/main">
  <p:tag name="THINKCELLSHAPEDONOTDELETE" val="tT01nLrTvB4i.NH2u9UF0GA"/>
</p:tagLst>
</file>

<file path=ppt/tags/tag1084.xml><?xml version="1.0" encoding="utf-8"?>
<p:tagLst xmlns:a="http://schemas.openxmlformats.org/drawingml/2006/main" xmlns:r="http://schemas.openxmlformats.org/officeDocument/2006/relationships" xmlns:p="http://schemas.openxmlformats.org/presentationml/2006/main">
  <p:tag name="THINKCELLSHAPEDONOTDELETE" val="tV5hpQMkBqic_nZWVfYQQ5g"/>
</p:tagLst>
</file>

<file path=ppt/tags/tag1085.xml><?xml version="1.0" encoding="utf-8"?>
<p:tagLst xmlns:a="http://schemas.openxmlformats.org/drawingml/2006/main" xmlns:r="http://schemas.openxmlformats.org/officeDocument/2006/relationships" xmlns:p="http://schemas.openxmlformats.org/presentationml/2006/main">
  <p:tag name="THINKCELLSHAPEDONOTDELETE" val="t0_9Wdgq0VxvhvQRtSQus4Q"/>
</p:tagLst>
</file>

<file path=ppt/tags/tag1086.xml><?xml version="1.0" encoding="utf-8"?>
<p:tagLst xmlns:a="http://schemas.openxmlformats.org/drawingml/2006/main" xmlns:r="http://schemas.openxmlformats.org/officeDocument/2006/relationships" xmlns:p="http://schemas.openxmlformats.org/presentationml/2006/main">
  <p:tag name="THINKCELLSHAPEDONOTDELETE" val="txwE34mfcFYxFnjjFAmwUZw"/>
</p:tagLst>
</file>

<file path=ppt/tags/tag1087.xml><?xml version="1.0" encoding="utf-8"?>
<p:tagLst xmlns:a="http://schemas.openxmlformats.org/drawingml/2006/main" xmlns:r="http://schemas.openxmlformats.org/officeDocument/2006/relationships" xmlns:p="http://schemas.openxmlformats.org/presentationml/2006/main">
  <p:tag name="THINKCELLSHAPEDONOTDELETE" val="tU9AHjsKcoy5JIiqWSsWpEQ"/>
</p:tagLst>
</file>

<file path=ppt/tags/tag1088.xml><?xml version="1.0" encoding="utf-8"?>
<p:tagLst xmlns:a="http://schemas.openxmlformats.org/drawingml/2006/main" xmlns:r="http://schemas.openxmlformats.org/officeDocument/2006/relationships" xmlns:p="http://schemas.openxmlformats.org/presentationml/2006/main">
  <p:tag name="THINKCELLSHAPEDONOTDELETE" val="tf_ibVDY69hBhjTfTdPJR5w"/>
</p:tagLst>
</file>

<file path=ppt/tags/tag1089.xml><?xml version="1.0" encoding="utf-8"?>
<p:tagLst xmlns:a="http://schemas.openxmlformats.org/drawingml/2006/main" xmlns:r="http://schemas.openxmlformats.org/officeDocument/2006/relationships" xmlns:p="http://schemas.openxmlformats.org/presentationml/2006/main">
  <p:tag name="THINKCELLSHAPEDONOTDELETE" val="tgBS._HwmBGGPLaGER1xCdw"/>
</p:tagLst>
</file>

<file path=ppt/tags/tag1090.xml><?xml version="1.0" encoding="utf-8"?>
<p:tagLst xmlns:a="http://schemas.openxmlformats.org/drawingml/2006/main" xmlns:r="http://schemas.openxmlformats.org/officeDocument/2006/relationships" xmlns:p="http://schemas.openxmlformats.org/presentationml/2006/main">
  <p:tag name="THINKCELLSHAPEDONOTDELETE" val="t2KJgs0Q2K.wtQxgsRhUPQw"/>
</p:tagLst>
</file>

<file path=ppt/tags/tag1091.xml><?xml version="1.0" encoding="utf-8"?>
<p:tagLst xmlns:a="http://schemas.openxmlformats.org/drawingml/2006/main" xmlns:r="http://schemas.openxmlformats.org/officeDocument/2006/relationships" xmlns:p="http://schemas.openxmlformats.org/presentationml/2006/main">
  <p:tag name="THINKCELLSHAPEDONOTDELETE" val="tkiKrVsC3DV1sgyr1c_tLfg"/>
</p:tagLst>
</file>

<file path=ppt/tags/tag1092.xml><?xml version="1.0" encoding="utf-8"?>
<p:tagLst xmlns:a="http://schemas.openxmlformats.org/drawingml/2006/main" xmlns:r="http://schemas.openxmlformats.org/officeDocument/2006/relationships" xmlns:p="http://schemas.openxmlformats.org/presentationml/2006/main">
  <p:tag name="THINKCELLSHAPEDONOTDELETE" val="tbIJbylXpOPfHWdQOBORjhw"/>
</p:tagLst>
</file>

<file path=ppt/tags/tag1093.xml><?xml version="1.0" encoding="utf-8"?>
<p:tagLst xmlns:a="http://schemas.openxmlformats.org/drawingml/2006/main" xmlns:r="http://schemas.openxmlformats.org/officeDocument/2006/relationships" xmlns:p="http://schemas.openxmlformats.org/presentationml/2006/main">
  <p:tag name="THINKCELLSHAPEDONOTDELETE" val="tTOzuFnN1LfE8XvFsbGRz4g"/>
</p:tagLst>
</file>

<file path=ppt/tags/tag1094.xml><?xml version="1.0" encoding="utf-8"?>
<p:tagLst xmlns:a="http://schemas.openxmlformats.org/drawingml/2006/main" xmlns:r="http://schemas.openxmlformats.org/officeDocument/2006/relationships" xmlns:p="http://schemas.openxmlformats.org/presentationml/2006/main">
  <p:tag name="THINKCELLSHAPEDONOTDELETE" val="tVbmAq9mAg41.78bTYfQMmg"/>
</p:tagLst>
</file>

<file path=ppt/tags/tag1095.xml><?xml version="1.0" encoding="utf-8"?>
<p:tagLst xmlns:a="http://schemas.openxmlformats.org/drawingml/2006/main" xmlns:r="http://schemas.openxmlformats.org/officeDocument/2006/relationships" xmlns:p="http://schemas.openxmlformats.org/presentationml/2006/main">
  <p:tag name="THINKCELLSHAPEDONOTDELETE" val="txvGpLn_wi7YePjSgIBdTFA"/>
</p:tagLst>
</file>

<file path=ppt/tags/tag1096.xml><?xml version="1.0" encoding="utf-8"?>
<p:tagLst xmlns:a="http://schemas.openxmlformats.org/drawingml/2006/main" xmlns:r="http://schemas.openxmlformats.org/officeDocument/2006/relationships" xmlns:p="http://schemas.openxmlformats.org/presentationml/2006/main">
  <p:tag name="THINKCELLSHAPEDONOTDELETE" val="twlwExNnx5_YeyPXc6WdRXw"/>
</p:tagLst>
</file>

<file path=ppt/tags/tag1097.xml><?xml version="1.0" encoding="utf-8"?>
<p:tagLst xmlns:a="http://schemas.openxmlformats.org/drawingml/2006/main" xmlns:r="http://schemas.openxmlformats.org/officeDocument/2006/relationships" xmlns:p="http://schemas.openxmlformats.org/presentationml/2006/main">
  <p:tag name="THINKCELLSHAPEDONOTDELETE" val="tdOyP1ZyPetEq0YjaiKKFEQ"/>
</p:tagLst>
</file>

<file path=ppt/tags/tag1098.xml><?xml version="1.0" encoding="utf-8"?>
<p:tagLst xmlns:a="http://schemas.openxmlformats.org/drawingml/2006/main" xmlns:r="http://schemas.openxmlformats.org/officeDocument/2006/relationships" xmlns:p="http://schemas.openxmlformats.org/presentationml/2006/main">
  <p:tag name="THINKCELLSHAPEDONOTDELETE" val="t08n1MvzWGyjmVqDllmc3Ow"/>
</p:tagLst>
</file>

<file path=ppt/tags/tag1099.xml><?xml version="1.0" encoding="utf-8"?>
<p:tagLst xmlns:a="http://schemas.openxmlformats.org/drawingml/2006/main" xmlns:r="http://schemas.openxmlformats.org/officeDocument/2006/relationships" xmlns:p="http://schemas.openxmlformats.org/presentationml/2006/main">
  <p:tag name="THINKCELLSHAPEDONOTDELETE" val="toNvaZfvaqPlrnj5xnW1a7Q"/>
</p:tagLst>
</file>

<file path=ppt/tags/tag1100.xml><?xml version="1.0" encoding="utf-8"?>
<p:tagLst xmlns:a="http://schemas.openxmlformats.org/drawingml/2006/main" xmlns:r="http://schemas.openxmlformats.org/officeDocument/2006/relationships" xmlns:p="http://schemas.openxmlformats.org/presentationml/2006/main">
  <p:tag name="THINKCELLSHAPEDONOTDELETE" val="tPz6SmDSQ6.tZHWAK51Bq3g"/>
</p:tagLst>
</file>

<file path=ppt/tags/tag1101.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102.xml><?xml version="1.0" encoding="utf-8"?>
<p:tagLst xmlns:a="http://schemas.openxmlformats.org/drawingml/2006/main" xmlns:r="http://schemas.openxmlformats.org/officeDocument/2006/relationships" xmlns:p="http://schemas.openxmlformats.org/presentationml/2006/main">
  <p:tag name="NAME" val="GreyLineSeparatorStrong"/>
</p:tagLst>
</file>

<file path=ppt/tags/tag1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05.xml><?xml version="1.0" encoding="utf-8"?>
<p:tagLst xmlns:a="http://schemas.openxmlformats.org/drawingml/2006/main" xmlns:r="http://schemas.openxmlformats.org/officeDocument/2006/relationships" xmlns:p="http://schemas.openxmlformats.org/presentationml/2006/main">
  <p:tag name="HEIGHT" val="19.38748"/>
  <p:tag name="LEFT" val="45"/>
  <p:tag name="MTNUMBER" val="0.845712017196096"/>
  <p:tag name="MTTABLE" val="Cell"/>
  <p:tag name="TOP" val="110"/>
  <p:tag name="WIDTH" val="276.6667"/>
</p:tagLst>
</file>

<file path=ppt/tags/tag1106.xml><?xml version="1.0" encoding="utf-8"?>
<p:tagLst xmlns:a="http://schemas.openxmlformats.org/drawingml/2006/main" xmlns:r="http://schemas.openxmlformats.org/officeDocument/2006/relationships" xmlns:p="http://schemas.openxmlformats.org/presentationml/2006/main">
  <p:tag name="HEIGHT" val="33.25"/>
  <p:tag name="LEFT" val="669.2858"/>
  <p:tag name="MTNUMBER" val="0.882932666634644"/>
  <p:tag name="MTTABLE" val="Cell"/>
  <p:tag name="TOP" val="80"/>
  <p:tag name="WIDTH" val="121.9821"/>
</p:tagLst>
</file>

<file path=ppt/tags/tag1107.xml><?xml version="1.0" encoding="utf-8"?>
<p:tagLst xmlns:a="http://schemas.openxmlformats.org/drawingml/2006/main" xmlns:r="http://schemas.openxmlformats.org/officeDocument/2006/relationships" xmlns:p="http://schemas.openxmlformats.org/presentationml/2006/main">
  <p:tag name="HEIGHT" val="33.25"/>
  <p:tag name="LEFT" val="405.3215"/>
  <p:tag name="MTNUMBER" val="0.882932666634644"/>
  <p:tag name="MTTABLE" val="Cell"/>
  <p:tag name="TOP" val="80"/>
  <p:tag name="WIDTH" val="121.9821"/>
</p:tagLst>
</file>

<file path=ppt/tags/tag1108.xml><?xml version="1.0" encoding="utf-8"?>
<p:tagLst xmlns:a="http://schemas.openxmlformats.org/drawingml/2006/main" xmlns:r="http://schemas.openxmlformats.org/officeDocument/2006/relationships" xmlns:p="http://schemas.openxmlformats.org/presentationml/2006/main">
  <p:tag name="NAME" val="GreyLineSeparatorDefault"/>
</p:tagLst>
</file>

<file path=ppt/tags/tag1109.xml><?xml version="1.0" encoding="utf-8"?>
<p:tagLst xmlns:a="http://schemas.openxmlformats.org/drawingml/2006/main" xmlns:r="http://schemas.openxmlformats.org/officeDocument/2006/relationships" xmlns:p="http://schemas.openxmlformats.org/presentationml/2006/main">
  <p:tag name="MTNUMBER" val="0.845712017196096"/>
  <p:tag name="MTTABLE" val="HDiv"/>
</p:tagLst>
</file>

<file path=ppt/tags/tag1110.xml><?xml version="1.0" encoding="utf-8"?>
<p:tagLst xmlns:a="http://schemas.openxmlformats.org/drawingml/2006/main" xmlns:r="http://schemas.openxmlformats.org/officeDocument/2006/relationships" xmlns:p="http://schemas.openxmlformats.org/presentationml/2006/main">
  <p:tag name="MTNUMBER" val="0.845712017196096"/>
  <p:tag name="MTTABLE" val="HDiv"/>
</p:tagLst>
</file>

<file path=ppt/tags/tag1111.xml><?xml version="1.0" encoding="utf-8"?>
<p:tagLst xmlns:a="http://schemas.openxmlformats.org/drawingml/2006/main" xmlns:r="http://schemas.openxmlformats.org/officeDocument/2006/relationships" xmlns:p="http://schemas.openxmlformats.org/presentationml/2006/main">
  <p:tag name="MTNUMBER" val="0.845712017196096"/>
  <p:tag name="MTTABLE" val="HDiv"/>
</p:tagLst>
</file>

<file path=ppt/tags/tag1112.xml><?xml version="1.0" encoding="utf-8"?>
<p:tagLst xmlns:a="http://schemas.openxmlformats.org/drawingml/2006/main" xmlns:r="http://schemas.openxmlformats.org/officeDocument/2006/relationships" xmlns:p="http://schemas.openxmlformats.org/presentationml/2006/main">
  <p:tag name="MTNUMBER" val="0.845712017196096"/>
  <p:tag name="MTTABLE" val="HDiv"/>
</p:tagLst>
</file>

<file path=ppt/tags/tag1113.xml><?xml version="1.0" encoding="utf-8"?>
<p:tagLst xmlns:a="http://schemas.openxmlformats.org/drawingml/2006/main" xmlns:r="http://schemas.openxmlformats.org/officeDocument/2006/relationships" xmlns:p="http://schemas.openxmlformats.org/presentationml/2006/main">
  <p:tag name="MTNUMBER" val="0.845712017196096"/>
  <p:tag name="MTTABLE" val="HDiv"/>
</p:tagLst>
</file>

<file path=ppt/tags/tag1114.xml><?xml version="1.0" encoding="utf-8"?>
<p:tagLst xmlns:a="http://schemas.openxmlformats.org/drawingml/2006/main" xmlns:r="http://schemas.openxmlformats.org/officeDocument/2006/relationships" xmlns:p="http://schemas.openxmlformats.org/presentationml/2006/main">
  <p:tag name="HEIGHT" val="33.25"/>
  <p:tag name="LEFT" val="537.3036"/>
  <p:tag name="MTNUMBER" val="0.882932666634644"/>
  <p:tag name="MTTABLE" val="Cell"/>
  <p:tag name="TOP" val="80"/>
  <p:tag name="WIDTH" val="121.9821"/>
</p:tagLst>
</file>

<file path=ppt/tags/tag1115.xml><?xml version="1.0" encoding="utf-8"?>
<p:tagLst xmlns:a="http://schemas.openxmlformats.org/drawingml/2006/main" xmlns:r="http://schemas.openxmlformats.org/officeDocument/2006/relationships" xmlns:p="http://schemas.openxmlformats.org/presentationml/2006/main">
  <p:tag name="SHAPENAME" val="4. Footnote"/>
</p:tagLst>
</file>

<file path=ppt/tags/tag1116.xml><?xml version="1.0" encoding="utf-8"?>
<p:tagLst xmlns:a="http://schemas.openxmlformats.org/drawingml/2006/main" xmlns:r="http://schemas.openxmlformats.org/officeDocument/2006/relationships" xmlns:p="http://schemas.openxmlformats.org/presentationml/2006/main">
  <p:tag name="HEIGHT" val="33.25"/>
  <p:tag name="LEFT" val="537.3036"/>
  <p:tag name="MTNUMBER" val="0.882932666634644"/>
  <p:tag name="MTTABLE" val="Cell"/>
  <p:tag name="TOP" val="80"/>
  <p:tag name="WIDTH" val="121.9821"/>
</p:tagLst>
</file>

<file path=ppt/tags/tag1117.xml><?xml version="1.0" encoding="utf-8"?>
<p:tagLst xmlns:a="http://schemas.openxmlformats.org/drawingml/2006/main" xmlns:r="http://schemas.openxmlformats.org/officeDocument/2006/relationships" xmlns:p="http://schemas.openxmlformats.org/presentationml/2006/main">
  <p:tag name="HEIGHT" val="33.25"/>
  <p:tag name="LEFT" val="537.3036"/>
  <p:tag name="MTNUMBER" val="0.882932666634644"/>
  <p:tag name="MTTABLE" val="Cell"/>
  <p:tag name="TOP" val="80"/>
  <p:tag name="WIDTH" val="121.9821"/>
</p:tagLst>
</file>

<file path=ppt/tags/tag1118.xml><?xml version="1.0" encoding="utf-8"?>
<p:tagLst xmlns:a="http://schemas.openxmlformats.org/drawingml/2006/main" xmlns:r="http://schemas.openxmlformats.org/officeDocument/2006/relationships" xmlns:p="http://schemas.openxmlformats.org/presentationml/2006/main">
  <p:tag name="HEIGHT" val="33.25"/>
  <p:tag name="LEFT" val="537.3036"/>
  <p:tag name="MTNUMBER" val="0.882932666634644"/>
  <p:tag name="MTTABLE" val="Cell"/>
  <p:tag name="TOP" val="80"/>
  <p:tag name="WIDTH" val="121.9821"/>
</p:tagLst>
</file>

<file path=ppt/tags/tag1119.xml><?xml version="1.0" encoding="utf-8"?>
<p:tagLst xmlns:a="http://schemas.openxmlformats.org/drawingml/2006/main" xmlns:r="http://schemas.openxmlformats.org/officeDocument/2006/relationships" xmlns:p="http://schemas.openxmlformats.org/presentationml/2006/main">
  <p:tag name="HEIGHT" val="33.25"/>
  <p:tag name="LEFT" val="537.3036"/>
  <p:tag name="MTNUMBER" val="0.882932666634644"/>
  <p:tag name="MTTABLE" val="Cell"/>
  <p:tag name="TOP" val="80"/>
  <p:tag name="WIDTH" val="121.9821"/>
</p:tagLst>
</file>

<file path=ppt/tags/tag1120.xml><?xml version="1.0" encoding="utf-8"?>
<p:tagLst xmlns:a="http://schemas.openxmlformats.org/drawingml/2006/main" xmlns:r="http://schemas.openxmlformats.org/officeDocument/2006/relationships" xmlns:p="http://schemas.openxmlformats.org/presentationml/2006/main">
  <p:tag name="HEIGHT" val="33.25"/>
  <p:tag name="LEFT" val="405.3215"/>
  <p:tag name="MTNUMBER" val="0.882932666634644"/>
  <p:tag name="MTTABLE" val="Cell"/>
  <p:tag name="TOP" val="80"/>
  <p:tag name="WIDTH" val="121.9821"/>
</p:tagLst>
</file>

<file path=ppt/tags/tag1121.xml><?xml version="1.0" encoding="utf-8"?>
<p:tagLst xmlns:a="http://schemas.openxmlformats.org/drawingml/2006/main" xmlns:r="http://schemas.openxmlformats.org/officeDocument/2006/relationships" xmlns:p="http://schemas.openxmlformats.org/presentationml/2006/main">
  <p:tag name="HEIGHT" val="52.12254"/>
  <p:tag name="LEFT" val="638.3333"/>
  <p:tag name="MTNUMBER" val="0.845712017196096"/>
  <p:tag name="MTTABLE" val="Cell"/>
  <p:tag name="TOP" val="139.3875"/>
  <p:tag name="WIDTH" val="276.6667"/>
</p:tagLst>
</file>

<file path=ppt/tags/tag1122.xml><?xml version="1.0" encoding="utf-8"?>
<p:tagLst xmlns:a="http://schemas.openxmlformats.org/drawingml/2006/main" xmlns:r="http://schemas.openxmlformats.org/officeDocument/2006/relationships" xmlns:p="http://schemas.openxmlformats.org/presentationml/2006/main">
  <p:tag name="HEIGHT" val="52.12254"/>
  <p:tag name="LEFT" val="638.3333"/>
  <p:tag name="MTNUMBER" val="0.845712017196096"/>
  <p:tag name="MTTABLE" val="Cell"/>
  <p:tag name="TOP" val="139.3875"/>
  <p:tag name="WIDTH" val="276.6667"/>
</p:tagLst>
</file>

<file path=ppt/tags/tag1123.xml><?xml version="1.0" encoding="utf-8"?>
<p:tagLst xmlns:a="http://schemas.openxmlformats.org/drawingml/2006/main" xmlns:r="http://schemas.openxmlformats.org/officeDocument/2006/relationships" xmlns:p="http://schemas.openxmlformats.org/presentationml/2006/main">
  <p:tag name="HEIGHT" val="52.12254"/>
  <p:tag name="LEFT" val="638.3333"/>
  <p:tag name="MTNUMBER" val="0.845712017196096"/>
  <p:tag name="MTTABLE" val="Cell"/>
  <p:tag name="TOP" val="139.3875"/>
  <p:tag name="WIDTH" val="276.6667"/>
</p:tagLst>
</file>

<file path=ppt/tags/tag1124.xml><?xml version="1.0" encoding="utf-8"?>
<p:tagLst xmlns:a="http://schemas.openxmlformats.org/drawingml/2006/main" xmlns:r="http://schemas.openxmlformats.org/officeDocument/2006/relationships" xmlns:p="http://schemas.openxmlformats.org/presentationml/2006/main">
  <p:tag name="NAME" val="Moon"/>
</p:tagLst>
</file>

<file path=ppt/tags/tag1125.xml><?xml version="1.0" encoding="utf-8"?>
<p:tagLst xmlns:a="http://schemas.openxmlformats.org/drawingml/2006/main" xmlns:r="http://schemas.openxmlformats.org/officeDocument/2006/relationships" xmlns:p="http://schemas.openxmlformats.org/presentationml/2006/main">
  <p:tag name="NAME" val="Moon"/>
</p:tagLst>
</file>

<file path=ppt/tags/tag1126.xml><?xml version="1.0" encoding="utf-8"?>
<p:tagLst xmlns:a="http://schemas.openxmlformats.org/drawingml/2006/main" xmlns:r="http://schemas.openxmlformats.org/officeDocument/2006/relationships" xmlns:p="http://schemas.openxmlformats.org/presentationml/2006/main">
  <p:tag name="NAME" val="Moon"/>
</p:tagLst>
</file>

<file path=ppt/tags/tag1127.xml><?xml version="1.0" encoding="utf-8"?>
<p:tagLst xmlns:a="http://schemas.openxmlformats.org/drawingml/2006/main" xmlns:r="http://schemas.openxmlformats.org/officeDocument/2006/relationships" xmlns:p="http://schemas.openxmlformats.org/presentationml/2006/main">
  <p:tag name="NAME" val="MoonQuater"/>
</p:tagLst>
</file>

<file path=ppt/tags/tag1128.xml><?xml version="1.0" encoding="utf-8"?>
<p:tagLst xmlns:a="http://schemas.openxmlformats.org/drawingml/2006/main" xmlns:r="http://schemas.openxmlformats.org/officeDocument/2006/relationships" xmlns:p="http://schemas.openxmlformats.org/presentationml/2006/main">
  <p:tag name="NAME" val="Moon"/>
</p:tagLst>
</file>

<file path=ppt/tags/tag1129.xml><?xml version="1.0" encoding="utf-8"?>
<p:tagLst xmlns:a="http://schemas.openxmlformats.org/drawingml/2006/main" xmlns:r="http://schemas.openxmlformats.org/officeDocument/2006/relationships" xmlns:p="http://schemas.openxmlformats.org/presentationml/2006/main">
  <p:tag name="NAME" val="Moon"/>
</p:tagLst>
</file>

<file path=ppt/tags/tag1130.xml><?xml version="1.0" encoding="utf-8"?>
<p:tagLst xmlns:a="http://schemas.openxmlformats.org/drawingml/2006/main" xmlns:r="http://schemas.openxmlformats.org/officeDocument/2006/relationships" xmlns:p="http://schemas.openxmlformats.org/presentationml/2006/main">
  <p:tag name="NAME" val="Moon"/>
</p:tagLst>
</file>

<file path=ppt/tags/tag1131.xml><?xml version="1.0" encoding="utf-8"?>
<p:tagLst xmlns:a="http://schemas.openxmlformats.org/drawingml/2006/main" xmlns:r="http://schemas.openxmlformats.org/officeDocument/2006/relationships" xmlns:p="http://schemas.openxmlformats.org/presentationml/2006/main">
  <p:tag name="HEIGHT" val="33.25"/>
  <p:tag name="LEFT" val="537.3036"/>
  <p:tag name="MTNUMBER" val="0.882932666634644"/>
  <p:tag name="MTTABLE" val="Cell"/>
  <p:tag name="TOP" val="80"/>
  <p:tag name="WIDTH" val="121.9821"/>
</p:tagLst>
</file>

<file path=ppt/tags/tag1132.xml><?xml version="1.0" encoding="utf-8"?>
<p:tagLst xmlns:a="http://schemas.openxmlformats.org/drawingml/2006/main" xmlns:r="http://schemas.openxmlformats.org/officeDocument/2006/relationships" xmlns:p="http://schemas.openxmlformats.org/presentationml/2006/main">
  <p:tag name="ANGLE" val="5"/>
</p:tagLst>
</file>

<file path=ppt/tags/tag1133.xml><?xml version="1.0" encoding="utf-8"?>
<p:tagLst xmlns:a="http://schemas.openxmlformats.org/drawingml/2006/main" xmlns:r="http://schemas.openxmlformats.org/officeDocument/2006/relationships" xmlns:p="http://schemas.openxmlformats.org/presentationml/2006/main">
  <p:tag name="ANGLE" val="5"/>
</p:tagLst>
</file>

<file path=ppt/tags/tag1134.xml><?xml version="1.0" encoding="utf-8"?>
<p:tagLst xmlns:a="http://schemas.openxmlformats.org/drawingml/2006/main" xmlns:r="http://schemas.openxmlformats.org/officeDocument/2006/relationships" xmlns:p="http://schemas.openxmlformats.org/presentationml/2006/main">
  <p:tag name="ANGLE" val="1"/>
</p:tagLst>
</file>

<file path=ppt/tags/tag1135.xml><?xml version="1.0" encoding="utf-8"?>
<p:tagLst xmlns:a="http://schemas.openxmlformats.org/drawingml/2006/main" xmlns:r="http://schemas.openxmlformats.org/officeDocument/2006/relationships" xmlns:p="http://schemas.openxmlformats.org/presentationml/2006/main">
  <p:tag name="ANGLE" val="1"/>
</p:tagLst>
</file>

<file path=ppt/tags/tag1136.xml><?xml version="1.0" encoding="utf-8"?>
<p:tagLst xmlns:a="http://schemas.openxmlformats.org/drawingml/2006/main" xmlns:r="http://schemas.openxmlformats.org/officeDocument/2006/relationships" xmlns:p="http://schemas.openxmlformats.org/presentationml/2006/main">
  <p:tag name="ANGLE" val="2"/>
</p:tagLst>
</file>

<file path=ppt/tags/tag1137.xml><?xml version="1.0" encoding="utf-8"?>
<p:tagLst xmlns:a="http://schemas.openxmlformats.org/drawingml/2006/main" xmlns:r="http://schemas.openxmlformats.org/officeDocument/2006/relationships" xmlns:p="http://schemas.openxmlformats.org/presentationml/2006/main">
  <p:tag name="ANGLE" val="2"/>
</p:tagLst>
</file>

<file path=ppt/tags/tag1138.xml><?xml version="1.0" encoding="utf-8"?>
<p:tagLst xmlns:a="http://schemas.openxmlformats.org/drawingml/2006/main" xmlns:r="http://schemas.openxmlformats.org/officeDocument/2006/relationships" xmlns:p="http://schemas.openxmlformats.org/presentationml/2006/main">
  <p:tag name="ANGLE" val="2"/>
</p:tagLst>
</file>

<file path=ppt/tags/tag1139.xml><?xml version="1.0" encoding="utf-8"?>
<p:tagLst xmlns:a="http://schemas.openxmlformats.org/drawingml/2006/main" xmlns:r="http://schemas.openxmlformats.org/officeDocument/2006/relationships" xmlns:p="http://schemas.openxmlformats.org/presentationml/2006/main">
  <p:tag name="ANGLE" val="2"/>
</p:tagLst>
</file>

<file path=ppt/tags/tag1140.xml><?xml version="1.0" encoding="utf-8"?>
<p:tagLst xmlns:a="http://schemas.openxmlformats.org/drawingml/2006/main" xmlns:r="http://schemas.openxmlformats.org/officeDocument/2006/relationships" xmlns:p="http://schemas.openxmlformats.org/presentationml/2006/main">
  <p:tag name="ANGLE" val="5"/>
</p:tagLst>
</file>

<file path=ppt/tags/tag1141.xml><?xml version="1.0" encoding="utf-8"?>
<p:tagLst xmlns:a="http://schemas.openxmlformats.org/drawingml/2006/main" xmlns:r="http://schemas.openxmlformats.org/officeDocument/2006/relationships" xmlns:p="http://schemas.openxmlformats.org/presentationml/2006/main">
  <p:tag name="ANGLE" val="5"/>
</p:tagLst>
</file>

<file path=ppt/tags/tag1142.xml><?xml version="1.0" encoding="utf-8"?>
<p:tagLst xmlns:a="http://schemas.openxmlformats.org/drawingml/2006/main" xmlns:r="http://schemas.openxmlformats.org/officeDocument/2006/relationships" xmlns:p="http://schemas.openxmlformats.org/presentationml/2006/main">
  <p:tag name="ANGLE" val="3"/>
</p:tagLst>
</file>

<file path=ppt/tags/tag1143.xml><?xml version="1.0" encoding="utf-8"?>
<p:tagLst xmlns:a="http://schemas.openxmlformats.org/drawingml/2006/main" xmlns:r="http://schemas.openxmlformats.org/officeDocument/2006/relationships" xmlns:p="http://schemas.openxmlformats.org/presentationml/2006/main">
  <p:tag name="ANGLE" val="3"/>
</p:tagLst>
</file>

<file path=ppt/tags/tag1144.xml><?xml version="1.0" encoding="utf-8"?>
<p:tagLst xmlns:a="http://schemas.openxmlformats.org/drawingml/2006/main" xmlns:r="http://schemas.openxmlformats.org/officeDocument/2006/relationships" xmlns:p="http://schemas.openxmlformats.org/presentationml/2006/main">
  <p:tag name="ANGLE" val="3"/>
</p:tagLst>
</file>

<file path=ppt/tags/tag1145.xml><?xml version="1.0" encoding="utf-8"?>
<p:tagLst xmlns:a="http://schemas.openxmlformats.org/drawingml/2006/main" xmlns:r="http://schemas.openxmlformats.org/officeDocument/2006/relationships" xmlns:p="http://schemas.openxmlformats.org/presentationml/2006/main">
  <p:tag name="ANGLE" val="3"/>
</p:tagLst>
</file>

<file path=ppt/tags/tag1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7.xml><?xml version="1.0" encoding="utf-8"?>
<p:tagLst xmlns:a="http://schemas.openxmlformats.org/drawingml/2006/main" xmlns:r="http://schemas.openxmlformats.org/officeDocument/2006/relationships" xmlns:p="http://schemas.openxmlformats.org/presentationml/2006/main">
  <p:tag name="THINKCELLSHAPEDONOTDELETE" val="pC0UKjj5ZgzMX1wOvAjJTbw"/>
</p:tagLst>
</file>

<file path=ppt/tags/tag1148.xml><?xml version="1.0" encoding="utf-8"?>
<p:tagLst xmlns:a="http://schemas.openxmlformats.org/drawingml/2006/main" xmlns:r="http://schemas.openxmlformats.org/officeDocument/2006/relationships" xmlns:p="http://schemas.openxmlformats.org/presentationml/2006/main">
  <p:tag name="THINKCELLSHAPEDONOTDELETE" val="pC0UKjj5ZgzMX1wOvAjJTbw"/>
</p:tagLst>
</file>

<file path=ppt/tags/tag1149.xml><?xml version="1.0" encoding="utf-8"?>
<p:tagLst xmlns:a="http://schemas.openxmlformats.org/drawingml/2006/main" xmlns:r="http://schemas.openxmlformats.org/officeDocument/2006/relationships" xmlns:p="http://schemas.openxmlformats.org/presentationml/2006/main">
  <p:tag name="THINKCELLSHAPEDONOTDELETE" val="pC0UKjj5ZgzMX1wOvAjJTbw"/>
</p:tagLst>
</file>

<file path=ppt/tags/tag1150.xml><?xml version="1.0" encoding="utf-8"?>
<p:tagLst xmlns:a="http://schemas.openxmlformats.org/drawingml/2006/main" xmlns:r="http://schemas.openxmlformats.org/officeDocument/2006/relationships" xmlns:p="http://schemas.openxmlformats.org/presentationml/2006/main">
  <p:tag name="THINKCELLSHAPEDONOTDELETE" val="pZdg.lTYuZyn8GTRtpPGe5Q"/>
</p:tagLst>
</file>

<file path=ppt/tags/tag1151.xml><?xml version="1.0" encoding="utf-8"?>
<p:tagLst xmlns:a="http://schemas.openxmlformats.org/drawingml/2006/main" xmlns:r="http://schemas.openxmlformats.org/officeDocument/2006/relationships" xmlns:p="http://schemas.openxmlformats.org/presentationml/2006/main">
  <p:tag name="THINKCELLSHAPEDONOTDELETE" val="pbA5QrNJXaNWHB3aUbtluuQ"/>
</p:tagLst>
</file>

<file path=ppt/tags/tag1152.xml><?xml version="1.0" encoding="utf-8"?>
<p:tagLst xmlns:a="http://schemas.openxmlformats.org/drawingml/2006/main" xmlns:r="http://schemas.openxmlformats.org/officeDocument/2006/relationships" xmlns:p="http://schemas.openxmlformats.org/presentationml/2006/main">
  <p:tag name="THINKCELLSHAPEDONOTDELETE" val="pe0g4WFobdhZAGCL0j3zRZA"/>
</p:tagLst>
</file>

<file path=ppt/tags/tag1153.xml><?xml version="1.0" encoding="utf-8"?>
<p:tagLst xmlns:a="http://schemas.openxmlformats.org/drawingml/2006/main" xmlns:r="http://schemas.openxmlformats.org/officeDocument/2006/relationships" xmlns:p="http://schemas.openxmlformats.org/presentationml/2006/main">
  <p:tag name="THINKCELLSHAPEDONOTDELETE" val="pH_Aq30YHW1kbSumQRXyz_w"/>
</p:tagLst>
</file>

<file path=ppt/tags/tag1154.xml><?xml version="1.0" encoding="utf-8"?>
<p:tagLst xmlns:a="http://schemas.openxmlformats.org/drawingml/2006/main" xmlns:r="http://schemas.openxmlformats.org/officeDocument/2006/relationships" xmlns:p="http://schemas.openxmlformats.org/presentationml/2006/main">
  <p:tag name="THINKCELLSHAPEDONOTDELETE" val="pM7gV1eabhiJe1m3vDlGIig"/>
</p:tagLst>
</file>

<file path=ppt/tags/tag1155.xml><?xml version="1.0" encoding="utf-8"?>
<p:tagLst xmlns:a="http://schemas.openxmlformats.org/drawingml/2006/main" xmlns:r="http://schemas.openxmlformats.org/officeDocument/2006/relationships" xmlns:p="http://schemas.openxmlformats.org/presentationml/2006/main">
  <p:tag name="THINKCELLSHAPEDONOTDELETE" val="pC0UKjj5ZgzMX1wOvAjJTbw"/>
</p:tagLst>
</file>

<file path=ppt/tags/tag1156.xml><?xml version="1.0" encoding="utf-8"?>
<p:tagLst xmlns:a="http://schemas.openxmlformats.org/drawingml/2006/main" xmlns:r="http://schemas.openxmlformats.org/officeDocument/2006/relationships" xmlns:p="http://schemas.openxmlformats.org/presentationml/2006/main">
  <p:tag name="THINKCELLSHAPEDONOTDELETE" val="p5tlLz9xCQD2eR5ao__Sqyw"/>
</p:tagLst>
</file>

<file path=ppt/tags/tag115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58.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159.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160.xml><?xml version="1.0" encoding="utf-8"?>
<p:tagLst xmlns:a="http://schemas.openxmlformats.org/drawingml/2006/main" xmlns:r="http://schemas.openxmlformats.org/officeDocument/2006/relationships" xmlns:p="http://schemas.openxmlformats.org/presentationml/2006/main">
  <p:tag name="THINKCELLSHAPEDONOTDELETE" val="tsdZTmJe7hYYWYICyA4KUBg"/>
</p:tagLst>
</file>

<file path=ppt/tags/tag1161.xml><?xml version="1.0" encoding="utf-8"?>
<p:tagLst xmlns:a="http://schemas.openxmlformats.org/drawingml/2006/main" xmlns:r="http://schemas.openxmlformats.org/officeDocument/2006/relationships" xmlns:p="http://schemas.openxmlformats.org/presentationml/2006/main">
  <p:tag name="THINKCELLSHAPEDONOTDELETE" val="t0Y8yxUJ0f6jyV13IxpEglg"/>
</p:tagLst>
</file>

<file path=ppt/tags/tag1162.xml><?xml version="1.0" encoding="utf-8"?>
<p:tagLst xmlns:a="http://schemas.openxmlformats.org/drawingml/2006/main" xmlns:r="http://schemas.openxmlformats.org/officeDocument/2006/relationships" xmlns:p="http://schemas.openxmlformats.org/presentationml/2006/main">
  <p:tag name="THINKCELLSHAPEDONOTDELETE" val="tZ3skBMi1EamU6u5WX6NDTg"/>
</p:tagLst>
</file>

<file path=ppt/tags/tag1163.xml><?xml version="1.0" encoding="utf-8"?>
<p:tagLst xmlns:a="http://schemas.openxmlformats.org/drawingml/2006/main" xmlns:r="http://schemas.openxmlformats.org/officeDocument/2006/relationships" xmlns:p="http://schemas.openxmlformats.org/presentationml/2006/main">
  <p:tag name="THINKCELLSHAPEDONOTDELETE" val="tzzQCgEc3FGXnQsiEZfTvzg"/>
</p:tagLst>
</file>

<file path=ppt/tags/tag1164.xml><?xml version="1.0" encoding="utf-8"?>
<p:tagLst xmlns:a="http://schemas.openxmlformats.org/drawingml/2006/main" xmlns:r="http://schemas.openxmlformats.org/officeDocument/2006/relationships" xmlns:p="http://schemas.openxmlformats.org/presentationml/2006/main">
  <p:tag name="THINKCELLSHAPEDONOTDELETE" val="t3.06AtkZDPDK2OCPAMZ4gg"/>
</p:tagLst>
</file>

<file path=ppt/tags/tag1165.xml><?xml version="1.0" encoding="utf-8"?>
<p:tagLst xmlns:a="http://schemas.openxmlformats.org/drawingml/2006/main" xmlns:r="http://schemas.openxmlformats.org/officeDocument/2006/relationships" xmlns:p="http://schemas.openxmlformats.org/presentationml/2006/main">
  <p:tag name="THINKCELLSHAPEDONOTDELETE" val="to5eNJUsC6nQJSeNAOvIlLg"/>
</p:tagLst>
</file>

<file path=ppt/tags/tag1166.xml><?xml version="1.0" encoding="utf-8"?>
<p:tagLst xmlns:a="http://schemas.openxmlformats.org/drawingml/2006/main" xmlns:r="http://schemas.openxmlformats.org/officeDocument/2006/relationships" xmlns:p="http://schemas.openxmlformats.org/presentationml/2006/main">
  <p:tag name="THINKCELLSHAPEDONOTDELETE" val="tvmBj7knyH6PuCgM5TWKmtg"/>
</p:tagLst>
</file>

<file path=ppt/tags/tag1167.xml><?xml version="1.0" encoding="utf-8"?>
<p:tagLst xmlns:a="http://schemas.openxmlformats.org/drawingml/2006/main" xmlns:r="http://schemas.openxmlformats.org/officeDocument/2006/relationships" xmlns:p="http://schemas.openxmlformats.org/presentationml/2006/main">
  <p:tag name="THINKCELLSHAPEDONOTDELETE" val="tS..O88oHvZSxtafz0ZJyng"/>
</p:tagLst>
</file>

<file path=ppt/tags/tag1168.xml><?xml version="1.0" encoding="utf-8"?>
<p:tagLst xmlns:a="http://schemas.openxmlformats.org/drawingml/2006/main" xmlns:r="http://schemas.openxmlformats.org/officeDocument/2006/relationships" xmlns:p="http://schemas.openxmlformats.org/presentationml/2006/main">
  <p:tag name="THINKCELLSHAPEDONOTDELETE" val="tJ0ciCldisentKJhs7Oo2kg"/>
</p:tagLst>
</file>

<file path=ppt/tags/tag1169.xml><?xml version="1.0" encoding="utf-8"?>
<p:tagLst xmlns:a="http://schemas.openxmlformats.org/drawingml/2006/main" xmlns:r="http://schemas.openxmlformats.org/officeDocument/2006/relationships" xmlns:p="http://schemas.openxmlformats.org/presentationml/2006/main">
  <p:tag name="THINKCELLSHAPEDONOTDELETE" val="tzph0IHPPw_5aTLh83aHAKQ"/>
</p:tagLst>
</file>

<file path=ppt/tags/tag1170.xml><?xml version="1.0" encoding="utf-8"?>
<p:tagLst xmlns:a="http://schemas.openxmlformats.org/drawingml/2006/main" xmlns:r="http://schemas.openxmlformats.org/officeDocument/2006/relationships" xmlns:p="http://schemas.openxmlformats.org/presentationml/2006/main">
  <p:tag name="THINKCELLSHAPEDONOTDELETE" val="thpNoODOdGV35qx2hoIWIkg"/>
</p:tagLst>
</file>

<file path=ppt/tags/tag1171.xml><?xml version="1.0" encoding="utf-8"?>
<p:tagLst xmlns:a="http://schemas.openxmlformats.org/drawingml/2006/main" xmlns:r="http://schemas.openxmlformats.org/officeDocument/2006/relationships" xmlns:p="http://schemas.openxmlformats.org/presentationml/2006/main">
  <p:tag name="THINKCELLSHAPEDONOTDELETE" val="tnMczHX5FPsOckVrY7nTOQg"/>
</p:tagLst>
</file>

<file path=ppt/tags/tag1172.xml><?xml version="1.0" encoding="utf-8"?>
<p:tagLst xmlns:a="http://schemas.openxmlformats.org/drawingml/2006/main" xmlns:r="http://schemas.openxmlformats.org/officeDocument/2006/relationships" xmlns:p="http://schemas.openxmlformats.org/presentationml/2006/main">
  <p:tag name="THINKCELLSHAPEDONOTDELETE" val="tDYubhLz5is9f4Pvi0QSNXg"/>
</p:tagLst>
</file>

<file path=ppt/tags/tag1173.xml><?xml version="1.0" encoding="utf-8"?>
<p:tagLst xmlns:a="http://schemas.openxmlformats.org/drawingml/2006/main" xmlns:r="http://schemas.openxmlformats.org/officeDocument/2006/relationships" xmlns:p="http://schemas.openxmlformats.org/presentationml/2006/main">
  <p:tag name="THINKCELLSHAPEDONOTDELETE" val="tygXvaZYKi4ZPPnt5kIyQXw"/>
</p:tagLst>
</file>

<file path=ppt/tags/tag1174.xml><?xml version="1.0" encoding="utf-8"?>
<p:tagLst xmlns:a="http://schemas.openxmlformats.org/drawingml/2006/main" xmlns:r="http://schemas.openxmlformats.org/officeDocument/2006/relationships" xmlns:p="http://schemas.openxmlformats.org/presentationml/2006/main">
  <p:tag name="THINKCELLSHAPEDONOTDELETE" val="tUsVvWAVx5Gzba5Ekdf5_1w"/>
</p:tagLst>
</file>

<file path=ppt/tags/tag1175.xml><?xml version="1.0" encoding="utf-8"?>
<p:tagLst xmlns:a="http://schemas.openxmlformats.org/drawingml/2006/main" xmlns:r="http://schemas.openxmlformats.org/officeDocument/2006/relationships" xmlns:p="http://schemas.openxmlformats.org/presentationml/2006/main">
  <p:tag name="THINKCELLSHAPEDONOTDELETE" val="tetXn3cc431cEyLWWCTFylA"/>
</p:tagLst>
</file>

<file path=ppt/tags/tag1176.xml><?xml version="1.0" encoding="utf-8"?>
<p:tagLst xmlns:a="http://schemas.openxmlformats.org/drawingml/2006/main" xmlns:r="http://schemas.openxmlformats.org/officeDocument/2006/relationships" xmlns:p="http://schemas.openxmlformats.org/presentationml/2006/main">
  <p:tag name="THINKCELLSHAPEDONOTDELETE" val="t2ZtJ5X_XnhDNdTxATz5wcw"/>
</p:tagLst>
</file>

<file path=ppt/tags/tag1177.xml><?xml version="1.0" encoding="utf-8"?>
<p:tagLst xmlns:a="http://schemas.openxmlformats.org/drawingml/2006/main" xmlns:r="http://schemas.openxmlformats.org/officeDocument/2006/relationships" xmlns:p="http://schemas.openxmlformats.org/presentationml/2006/main">
  <p:tag name="THINKCELLSHAPEDONOTDELETE" val="tWHC45fVf0ZO2gUuU8YlQHg"/>
</p:tagLst>
</file>

<file path=ppt/tags/tag1178.xml><?xml version="1.0" encoding="utf-8"?>
<p:tagLst xmlns:a="http://schemas.openxmlformats.org/drawingml/2006/main" xmlns:r="http://schemas.openxmlformats.org/officeDocument/2006/relationships" xmlns:p="http://schemas.openxmlformats.org/presentationml/2006/main">
  <p:tag name="THINKCELLSHAPEDONOTDELETE" val="tCIErK6kra9ziWmmwWqweuA"/>
</p:tagLst>
</file>

<file path=ppt/tags/tag1179.xml><?xml version="1.0" encoding="utf-8"?>
<p:tagLst xmlns:a="http://schemas.openxmlformats.org/drawingml/2006/main" xmlns:r="http://schemas.openxmlformats.org/officeDocument/2006/relationships" xmlns:p="http://schemas.openxmlformats.org/presentationml/2006/main">
  <p:tag name="THINKCELLSHAPEDONOTDELETE" val="tWY9o5OFSsLvz1FV5QaXZiA"/>
</p:tagLst>
</file>

<file path=ppt/tags/tag1180.xml><?xml version="1.0" encoding="utf-8"?>
<p:tagLst xmlns:a="http://schemas.openxmlformats.org/drawingml/2006/main" xmlns:r="http://schemas.openxmlformats.org/officeDocument/2006/relationships" xmlns:p="http://schemas.openxmlformats.org/presentationml/2006/main">
  <p:tag name="THINKCELLSHAPEDONOTDELETE" val="tOOmtTxmugC0uDcgPyVzOdg"/>
</p:tagLst>
</file>

<file path=ppt/tags/tag1181.xml><?xml version="1.0" encoding="utf-8"?>
<p:tagLst xmlns:a="http://schemas.openxmlformats.org/drawingml/2006/main" xmlns:r="http://schemas.openxmlformats.org/officeDocument/2006/relationships" xmlns:p="http://schemas.openxmlformats.org/presentationml/2006/main">
  <p:tag name="THINKCELLSHAPEDONOTDELETE" val="tCnNvdYvExzFHp5KBMpLr_A"/>
</p:tagLst>
</file>

<file path=ppt/tags/tag1182.xml><?xml version="1.0" encoding="utf-8"?>
<p:tagLst xmlns:a="http://schemas.openxmlformats.org/drawingml/2006/main" xmlns:r="http://schemas.openxmlformats.org/officeDocument/2006/relationships" xmlns:p="http://schemas.openxmlformats.org/presentationml/2006/main">
  <p:tag name="THINKCELLSHAPEDONOTDELETE" val="t1gAPGgU9t2vYkFfufB.VFw"/>
</p:tagLst>
</file>

<file path=ppt/tags/tag1183.xml><?xml version="1.0" encoding="utf-8"?>
<p:tagLst xmlns:a="http://schemas.openxmlformats.org/drawingml/2006/main" xmlns:r="http://schemas.openxmlformats.org/officeDocument/2006/relationships" xmlns:p="http://schemas.openxmlformats.org/presentationml/2006/main">
  <p:tag name="THINKCELLSHAPEDONOTDELETE" val="tpbVkE2BWc3lBwIzZSQxePQ"/>
</p:tagLst>
</file>

<file path=ppt/tags/tag1184.xml><?xml version="1.0" encoding="utf-8"?>
<p:tagLst xmlns:a="http://schemas.openxmlformats.org/drawingml/2006/main" xmlns:r="http://schemas.openxmlformats.org/officeDocument/2006/relationships" xmlns:p="http://schemas.openxmlformats.org/presentationml/2006/main">
  <p:tag name="THINKCELLSHAPEDONOTDELETE" val="tx.wLu29jL0dQ4IsYtBBteQ"/>
</p:tagLst>
</file>

<file path=ppt/tags/tag1185.xml><?xml version="1.0" encoding="utf-8"?>
<p:tagLst xmlns:a="http://schemas.openxmlformats.org/drawingml/2006/main" xmlns:r="http://schemas.openxmlformats.org/officeDocument/2006/relationships" xmlns:p="http://schemas.openxmlformats.org/presentationml/2006/main">
  <p:tag name="THINKCELLSHAPEDONOTDELETE" val="tdfMxeBWix4.YyRXiqd2OpA"/>
</p:tagLst>
</file>

<file path=ppt/tags/tag1186.xml><?xml version="1.0" encoding="utf-8"?>
<p:tagLst xmlns:a="http://schemas.openxmlformats.org/drawingml/2006/main" xmlns:r="http://schemas.openxmlformats.org/officeDocument/2006/relationships" xmlns:p="http://schemas.openxmlformats.org/presentationml/2006/main">
  <p:tag name="THINKCELLSHAPEDONOTDELETE" val="thqH.P_X4G4SD_IzqO3kkXA"/>
</p:tagLst>
</file>

<file path=ppt/tags/tag1187.xml><?xml version="1.0" encoding="utf-8"?>
<p:tagLst xmlns:a="http://schemas.openxmlformats.org/drawingml/2006/main" xmlns:r="http://schemas.openxmlformats.org/officeDocument/2006/relationships" xmlns:p="http://schemas.openxmlformats.org/presentationml/2006/main">
  <p:tag name="THINKCELLSHAPEDONOTDELETE" val="tOHe53HjdFbnRj84v.6ZBVQ"/>
</p:tagLst>
</file>

<file path=ppt/tags/tag1188.xml><?xml version="1.0" encoding="utf-8"?>
<p:tagLst xmlns:a="http://schemas.openxmlformats.org/drawingml/2006/main" xmlns:r="http://schemas.openxmlformats.org/officeDocument/2006/relationships" xmlns:p="http://schemas.openxmlformats.org/presentationml/2006/main">
  <p:tag name="THINKCELLSHAPEDONOTDELETE" val="tva1SP7nCDg.MGh4birGr4g"/>
</p:tagLst>
</file>

<file path=ppt/tags/tag1189.xml><?xml version="1.0" encoding="utf-8"?>
<p:tagLst xmlns:a="http://schemas.openxmlformats.org/drawingml/2006/main" xmlns:r="http://schemas.openxmlformats.org/officeDocument/2006/relationships" xmlns:p="http://schemas.openxmlformats.org/presentationml/2006/main">
  <p:tag name="THINKCELLSHAPEDONOTDELETE" val="t7zgX9UkVzmEFF0bkAHIpng"/>
</p:tagLst>
</file>

<file path=ppt/tags/tag1190.xml><?xml version="1.0" encoding="utf-8"?>
<p:tagLst xmlns:a="http://schemas.openxmlformats.org/drawingml/2006/main" xmlns:r="http://schemas.openxmlformats.org/officeDocument/2006/relationships" xmlns:p="http://schemas.openxmlformats.org/presentationml/2006/main">
  <p:tag name="THINKCELLSHAPEDONOTDELETE" val="tE9bgPKYODeuWiIr_ukJ23Q"/>
</p:tagLst>
</file>

<file path=ppt/tags/tag1191.xml><?xml version="1.0" encoding="utf-8"?>
<p:tagLst xmlns:a="http://schemas.openxmlformats.org/drawingml/2006/main" xmlns:r="http://schemas.openxmlformats.org/officeDocument/2006/relationships" xmlns:p="http://schemas.openxmlformats.org/presentationml/2006/main">
  <p:tag name="THINKCELLSHAPEDONOTDELETE" val="tRJRBzNLqvs6ZdL4789lsSA"/>
</p:tagLst>
</file>

<file path=ppt/tags/tag1192.xml><?xml version="1.0" encoding="utf-8"?>
<p:tagLst xmlns:a="http://schemas.openxmlformats.org/drawingml/2006/main" xmlns:r="http://schemas.openxmlformats.org/officeDocument/2006/relationships" xmlns:p="http://schemas.openxmlformats.org/presentationml/2006/main">
  <p:tag name="THINKCELLSHAPEDONOTDELETE" val="t8rbJGlb7mO_h4rxEAmnGlg"/>
</p:tagLst>
</file>

<file path=ppt/tags/tag1193.xml><?xml version="1.0" encoding="utf-8"?>
<p:tagLst xmlns:a="http://schemas.openxmlformats.org/drawingml/2006/main" xmlns:r="http://schemas.openxmlformats.org/officeDocument/2006/relationships" xmlns:p="http://schemas.openxmlformats.org/presentationml/2006/main">
  <p:tag name="THINKCELLSHAPEDONOTDELETE" val="tjqB0vz9jdXumHIuHbF.5aw"/>
</p:tagLst>
</file>

<file path=ppt/tags/tag1194.xml><?xml version="1.0" encoding="utf-8"?>
<p:tagLst xmlns:a="http://schemas.openxmlformats.org/drawingml/2006/main" xmlns:r="http://schemas.openxmlformats.org/officeDocument/2006/relationships" xmlns:p="http://schemas.openxmlformats.org/presentationml/2006/main">
  <p:tag name="THINKCELLSHAPEDONOTDELETE" val="tEH7WTHLkG2aGZ6X5DeMQOA"/>
</p:tagLst>
</file>

<file path=ppt/tags/tag1195.xml><?xml version="1.0" encoding="utf-8"?>
<p:tagLst xmlns:a="http://schemas.openxmlformats.org/drawingml/2006/main" xmlns:r="http://schemas.openxmlformats.org/officeDocument/2006/relationships" xmlns:p="http://schemas.openxmlformats.org/presentationml/2006/main">
  <p:tag name="THINKCELLSHAPEDONOTDELETE" val="t2u9ghhm91FBF2KCwZcNteg"/>
</p:tagLst>
</file>

<file path=ppt/tags/tag1196.xml><?xml version="1.0" encoding="utf-8"?>
<p:tagLst xmlns:a="http://schemas.openxmlformats.org/drawingml/2006/main" xmlns:r="http://schemas.openxmlformats.org/officeDocument/2006/relationships" xmlns:p="http://schemas.openxmlformats.org/presentationml/2006/main">
  <p:tag name="THINKCELLSHAPEDONOTDELETE" val="tIxwm69GZVnXfDoFei.MT3g"/>
</p:tagLst>
</file>

<file path=ppt/tags/tag1197.xml><?xml version="1.0" encoding="utf-8"?>
<p:tagLst xmlns:a="http://schemas.openxmlformats.org/drawingml/2006/main" xmlns:r="http://schemas.openxmlformats.org/officeDocument/2006/relationships" xmlns:p="http://schemas.openxmlformats.org/presentationml/2006/main">
  <p:tag name="THINKCELLSHAPEDONOTDELETE" val="tbSIMv0l7bExHryOjcQYl7g"/>
</p:tagLst>
</file>

<file path=ppt/tags/tag1198.xml><?xml version="1.0" encoding="utf-8"?>
<p:tagLst xmlns:a="http://schemas.openxmlformats.org/drawingml/2006/main" xmlns:r="http://schemas.openxmlformats.org/officeDocument/2006/relationships" xmlns:p="http://schemas.openxmlformats.org/presentationml/2006/main">
  <p:tag name="THINKCELLSHAPEDONOTDELETE" val="t5LiDZuaXap1ujVtdW18M9A"/>
</p:tagLst>
</file>

<file path=ppt/tags/tag1199.xml><?xml version="1.0" encoding="utf-8"?>
<p:tagLst xmlns:a="http://schemas.openxmlformats.org/drawingml/2006/main" xmlns:r="http://schemas.openxmlformats.org/officeDocument/2006/relationships" xmlns:p="http://schemas.openxmlformats.org/presentationml/2006/main">
  <p:tag name="THINKCELLSHAPEDONOTDELETE" val="tDxViRfrhoA1huYBU16PdSg"/>
</p:tagLst>
</file>

<file path=ppt/tags/tag1200.xml><?xml version="1.0" encoding="utf-8"?>
<p:tagLst xmlns:a="http://schemas.openxmlformats.org/drawingml/2006/main" xmlns:r="http://schemas.openxmlformats.org/officeDocument/2006/relationships" xmlns:p="http://schemas.openxmlformats.org/presentationml/2006/main">
  <p:tag name="THINKCELLSHAPEDONOTDELETE" val="tUD9KElVVPrmP0iQBOgbjzg"/>
</p:tagLst>
</file>

<file path=ppt/tags/tag1201.xml><?xml version="1.0" encoding="utf-8"?>
<p:tagLst xmlns:a="http://schemas.openxmlformats.org/drawingml/2006/main" xmlns:r="http://schemas.openxmlformats.org/officeDocument/2006/relationships" xmlns:p="http://schemas.openxmlformats.org/presentationml/2006/main">
  <p:tag name="THINKCELLSHAPEDONOTDELETE" val="tDmgRbsaSzIJzg7AtDNI2Gw"/>
</p:tagLst>
</file>

<file path=ppt/tags/tag1202.xml><?xml version="1.0" encoding="utf-8"?>
<p:tagLst xmlns:a="http://schemas.openxmlformats.org/drawingml/2006/main" xmlns:r="http://schemas.openxmlformats.org/officeDocument/2006/relationships" xmlns:p="http://schemas.openxmlformats.org/presentationml/2006/main">
  <p:tag name="THINKCELLSHAPEDONOTDELETE" val="tSBz7hliDC7t7XxoKSLLbog"/>
</p:tagLst>
</file>

<file path=ppt/tags/tag1203.xml><?xml version="1.0" encoding="utf-8"?>
<p:tagLst xmlns:a="http://schemas.openxmlformats.org/drawingml/2006/main" xmlns:r="http://schemas.openxmlformats.org/officeDocument/2006/relationships" xmlns:p="http://schemas.openxmlformats.org/presentationml/2006/main">
  <p:tag name="THINKCELLSHAPEDONOTDELETE" val="tl3gZtR.WZiGHuT.NjELeKA"/>
</p:tagLst>
</file>

<file path=ppt/tags/tag1204.xml><?xml version="1.0" encoding="utf-8"?>
<p:tagLst xmlns:a="http://schemas.openxmlformats.org/drawingml/2006/main" xmlns:r="http://schemas.openxmlformats.org/officeDocument/2006/relationships" xmlns:p="http://schemas.openxmlformats.org/presentationml/2006/main">
  <p:tag name="THINKCELLSHAPEDONOTDELETE" val="tNftBrm4tpRXa2EOK_bcwjg"/>
</p:tagLst>
</file>

<file path=ppt/tags/tag1205.xml><?xml version="1.0" encoding="utf-8"?>
<p:tagLst xmlns:a="http://schemas.openxmlformats.org/drawingml/2006/main" xmlns:r="http://schemas.openxmlformats.org/officeDocument/2006/relationships" xmlns:p="http://schemas.openxmlformats.org/presentationml/2006/main">
  <p:tag name="THINKCELLSHAPEDONOTDELETE" val="tlPPA0sArLhmop3_uyl1ztg"/>
</p:tagLst>
</file>

<file path=ppt/tags/tag1206.xml><?xml version="1.0" encoding="utf-8"?>
<p:tagLst xmlns:a="http://schemas.openxmlformats.org/drawingml/2006/main" xmlns:r="http://schemas.openxmlformats.org/officeDocument/2006/relationships" xmlns:p="http://schemas.openxmlformats.org/presentationml/2006/main">
  <p:tag name="THINKCELLSHAPEDONOTDELETE" val="tSIj0dH7_jyZcazBOgQ9fog"/>
</p:tagLst>
</file>

<file path=ppt/tags/tag1207.xml><?xml version="1.0" encoding="utf-8"?>
<p:tagLst xmlns:a="http://schemas.openxmlformats.org/drawingml/2006/main" xmlns:r="http://schemas.openxmlformats.org/officeDocument/2006/relationships" xmlns:p="http://schemas.openxmlformats.org/presentationml/2006/main">
  <p:tag name="THINKCELLSHAPEDONOTDELETE" val="tVa7kI.OGe7.HhhyRq89w_A"/>
</p:tagLst>
</file>

<file path=ppt/tags/tag1208.xml><?xml version="1.0" encoding="utf-8"?>
<p:tagLst xmlns:a="http://schemas.openxmlformats.org/drawingml/2006/main" xmlns:r="http://schemas.openxmlformats.org/officeDocument/2006/relationships" xmlns:p="http://schemas.openxmlformats.org/presentationml/2006/main">
  <p:tag name="THINKCELLSHAPEDONOTDELETE" val="tmfTE7Me6QSYpg9kIOoQ7dw"/>
</p:tagLst>
</file>

<file path=ppt/tags/tag1209.xml><?xml version="1.0" encoding="utf-8"?>
<p:tagLst xmlns:a="http://schemas.openxmlformats.org/drawingml/2006/main" xmlns:r="http://schemas.openxmlformats.org/officeDocument/2006/relationships" xmlns:p="http://schemas.openxmlformats.org/presentationml/2006/main">
  <p:tag name="THINKCELLSHAPEDONOTDELETE" val="tFS6SjdxOHhfriS8D5_r1yg"/>
</p:tagLst>
</file>

<file path=ppt/tags/tag1210.xml><?xml version="1.0" encoding="utf-8"?>
<p:tagLst xmlns:a="http://schemas.openxmlformats.org/drawingml/2006/main" xmlns:r="http://schemas.openxmlformats.org/officeDocument/2006/relationships" xmlns:p="http://schemas.openxmlformats.org/presentationml/2006/main">
  <p:tag name="THINKCELLSHAPEDONOTDELETE" val="tsDCX9wxvnXKQPslbhY5Crw"/>
</p:tagLst>
</file>

<file path=ppt/tags/tag1211.xml><?xml version="1.0" encoding="utf-8"?>
<p:tagLst xmlns:a="http://schemas.openxmlformats.org/drawingml/2006/main" xmlns:r="http://schemas.openxmlformats.org/officeDocument/2006/relationships" xmlns:p="http://schemas.openxmlformats.org/presentationml/2006/main">
  <p:tag name="THINKCELLSHAPEDONOTDELETE" val="tX.yw4vSlqPUo_8lKo8kI1A"/>
</p:tagLst>
</file>

<file path=ppt/tags/tag1212.xml><?xml version="1.0" encoding="utf-8"?>
<p:tagLst xmlns:a="http://schemas.openxmlformats.org/drawingml/2006/main" xmlns:r="http://schemas.openxmlformats.org/officeDocument/2006/relationships" xmlns:p="http://schemas.openxmlformats.org/presentationml/2006/main">
  <p:tag name="THINKCELLSHAPEDONOTDELETE" val="tvzoi1NvicKU61xi6MP6zwA"/>
</p:tagLst>
</file>

<file path=ppt/tags/tag1213.xml><?xml version="1.0" encoding="utf-8"?>
<p:tagLst xmlns:a="http://schemas.openxmlformats.org/drawingml/2006/main" xmlns:r="http://schemas.openxmlformats.org/officeDocument/2006/relationships" xmlns:p="http://schemas.openxmlformats.org/presentationml/2006/main">
  <p:tag name="THINKCELLSHAPEDONOTDELETE" val="t5FVoy3S7AYB.8n1ycR6vmg"/>
</p:tagLst>
</file>

<file path=ppt/tags/tag1214.xml><?xml version="1.0" encoding="utf-8"?>
<p:tagLst xmlns:a="http://schemas.openxmlformats.org/drawingml/2006/main" xmlns:r="http://schemas.openxmlformats.org/officeDocument/2006/relationships" xmlns:p="http://schemas.openxmlformats.org/presentationml/2006/main">
  <p:tag name="THINKCELLSHAPEDONOTDELETE" val="tiyiK.Xnt9HU.7gICz_1aGA"/>
</p:tagLst>
</file>

<file path=ppt/tags/tag1215.xml><?xml version="1.0" encoding="utf-8"?>
<p:tagLst xmlns:a="http://schemas.openxmlformats.org/drawingml/2006/main" xmlns:r="http://schemas.openxmlformats.org/officeDocument/2006/relationships" xmlns:p="http://schemas.openxmlformats.org/presentationml/2006/main">
  <p:tag name="THINKCELLSHAPEDONOTDELETE" val="tyAFHUUGQDkOio6TeeRD.Bw"/>
</p:tagLst>
</file>

<file path=ppt/tags/tag1216.xml><?xml version="1.0" encoding="utf-8"?>
<p:tagLst xmlns:a="http://schemas.openxmlformats.org/drawingml/2006/main" xmlns:r="http://schemas.openxmlformats.org/officeDocument/2006/relationships" xmlns:p="http://schemas.openxmlformats.org/presentationml/2006/main">
  <p:tag name="THINKCELLSHAPEDONOTDELETE" val="tgGfZ58M9gPU7ktAjptjmMw"/>
</p:tagLst>
</file>

<file path=ppt/tags/tag1217.xml><?xml version="1.0" encoding="utf-8"?>
<p:tagLst xmlns:a="http://schemas.openxmlformats.org/drawingml/2006/main" xmlns:r="http://schemas.openxmlformats.org/officeDocument/2006/relationships" xmlns:p="http://schemas.openxmlformats.org/presentationml/2006/main">
  <p:tag name="THINKCELLSHAPEDONOTDELETE" val="tjlB0hB0rEZXgedIS2.WOdw"/>
</p:tagLst>
</file>

<file path=ppt/tags/tag1218.xml><?xml version="1.0" encoding="utf-8"?>
<p:tagLst xmlns:a="http://schemas.openxmlformats.org/drawingml/2006/main" xmlns:r="http://schemas.openxmlformats.org/officeDocument/2006/relationships" xmlns:p="http://schemas.openxmlformats.org/presentationml/2006/main">
  <p:tag name="THINKCELLSHAPEDONOTDELETE" val="tqQeMqEpda2P6ZF6MOTWdOA"/>
</p:tagLst>
</file>

<file path=ppt/tags/tag1219.xml><?xml version="1.0" encoding="utf-8"?>
<p:tagLst xmlns:a="http://schemas.openxmlformats.org/drawingml/2006/main" xmlns:r="http://schemas.openxmlformats.org/officeDocument/2006/relationships" xmlns:p="http://schemas.openxmlformats.org/presentationml/2006/main">
  <p:tag name="THINKCELLSHAPEDONOTDELETE" val="tZmVNneShNkuzyxVT2ZtTLA"/>
</p:tagLst>
</file>

<file path=ppt/tags/tag1220.xml><?xml version="1.0" encoding="utf-8"?>
<p:tagLst xmlns:a="http://schemas.openxmlformats.org/drawingml/2006/main" xmlns:r="http://schemas.openxmlformats.org/officeDocument/2006/relationships" xmlns:p="http://schemas.openxmlformats.org/presentationml/2006/main">
  <p:tag name="THINKCELLSHAPEDONOTDELETE" val="tg2SmOUp4Sdeewa9DklqlQw"/>
</p:tagLst>
</file>

<file path=ppt/tags/tag1221.xml><?xml version="1.0" encoding="utf-8"?>
<p:tagLst xmlns:a="http://schemas.openxmlformats.org/drawingml/2006/main" xmlns:r="http://schemas.openxmlformats.org/officeDocument/2006/relationships" xmlns:p="http://schemas.openxmlformats.org/presentationml/2006/main">
  <p:tag name="THINKCELLSHAPEDONOTDELETE" val="tJU_JY5rpftW1741Z98SDgw"/>
</p:tagLst>
</file>

<file path=ppt/tags/tag1222.xml><?xml version="1.0" encoding="utf-8"?>
<p:tagLst xmlns:a="http://schemas.openxmlformats.org/drawingml/2006/main" xmlns:r="http://schemas.openxmlformats.org/officeDocument/2006/relationships" xmlns:p="http://schemas.openxmlformats.org/presentationml/2006/main">
  <p:tag name="THINKCELLSHAPEDONOTDELETE" val="tmxVdP8LhVzwsDENMJiUo5A"/>
</p:tagLst>
</file>

<file path=ppt/tags/tag1223.xml><?xml version="1.0" encoding="utf-8"?>
<p:tagLst xmlns:a="http://schemas.openxmlformats.org/drawingml/2006/main" xmlns:r="http://schemas.openxmlformats.org/officeDocument/2006/relationships" xmlns:p="http://schemas.openxmlformats.org/presentationml/2006/main">
  <p:tag name="THINKCELLSHAPEDONOTDELETE" val="t13h8ohSlx54f6a6txY6n2Q"/>
</p:tagLst>
</file>

<file path=ppt/tags/tag1224.xml><?xml version="1.0" encoding="utf-8"?>
<p:tagLst xmlns:a="http://schemas.openxmlformats.org/drawingml/2006/main" xmlns:r="http://schemas.openxmlformats.org/officeDocument/2006/relationships" xmlns:p="http://schemas.openxmlformats.org/presentationml/2006/main">
  <p:tag name="THINKCELLSHAPEDONOTDELETE" val="tkOpf3FCF8NfKpPx9YEvpyA"/>
</p:tagLst>
</file>

<file path=ppt/tags/tag1225.xml><?xml version="1.0" encoding="utf-8"?>
<p:tagLst xmlns:a="http://schemas.openxmlformats.org/drawingml/2006/main" xmlns:r="http://schemas.openxmlformats.org/officeDocument/2006/relationships" xmlns:p="http://schemas.openxmlformats.org/presentationml/2006/main">
  <p:tag name="THINKCELLSHAPEDONOTDELETE" val="teZQM7nlXTuo70w3km4XAXg"/>
</p:tagLst>
</file>

<file path=ppt/tags/tag1226.xml><?xml version="1.0" encoding="utf-8"?>
<p:tagLst xmlns:a="http://schemas.openxmlformats.org/drawingml/2006/main" xmlns:r="http://schemas.openxmlformats.org/officeDocument/2006/relationships" xmlns:p="http://schemas.openxmlformats.org/presentationml/2006/main">
  <p:tag name="THINKCELLSHAPEDONOTDELETE" val="t6r8XQRaSlEKJ2MqGlf3nTQ"/>
</p:tagLst>
</file>

<file path=ppt/tags/tag1227.xml><?xml version="1.0" encoding="utf-8"?>
<p:tagLst xmlns:a="http://schemas.openxmlformats.org/drawingml/2006/main" xmlns:r="http://schemas.openxmlformats.org/officeDocument/2006/relationships" xmlns:p="http://schemas.openxmlformats.org/presentationml/2006/main">
  <p:tag name="THINKCELLSHAPEDONOTDELETE" val="t1K88f123uU4FwxoVr9d9gg"/>
</p:tagLst>
</file>

<file path=ppt/tags/tag1228.xml><?xml version="1.0" encoding="utf-8"?>
<p:tagLst xmlns:a="http://schemas.openxmlformats.org/drawingml/2006/main" xmlns:r="http://schemas.openxmlformats.org/officeDocument/2006/relationships" xmlns:p="http://schemas.openxmlformats.org/presentationml/2006/main">
  <p:tag name="THINKCELLSHAPEDONOTDELETE" val="tYgrM0BKB4_5c1jIUTbE7gw"/>
</p:tagLst>
</file>

<file path=ppt/tags/tag1229.xml><?xml version="1.0" encoding="utf-8"?>
<p:tagLst xmlns:a="http://schemas.openxmlformats.org/drawingml/2006/main" xmlns:r="http://schemas.openxmlformats.org/officeDocument/2006/relationships" xmlns:p="http://schemas.openxmlformats.org/presentationml/2006/main">
  <p:tag name="THINKCELLSHAPEDONOTDELETE" val="tKEKHHyxc6BtbgAV8NsHtug"/>
</p:tagLst>
</file>

<file path=ppt/tags/tag1230.xml><?xml version="1.0" encoding="utf-8"?>
<p:tagLst xmlns:a="http://schemas.openxmlformats.org/drawingml/2006/main" xmlns:r="http://schemas.openxmlformats.org/officeDocument/2006/relationships" xmlns:p="http://schemas.openxmlformats.org/presentationml/2006/main">
  <p:tag name="THINKCELLSHAPEDONOTDELETE" val="tddpJ.rl3C3SFZEoCEYBvuw"/>
</p:tagLst>
</file>

<file path=ppt/tags/tag1231.xml><?xml version="1.0" encoding="utf-8"?>
<p:tagLst xmlns:a="http://schemas.openxmlformats.org/drawingml/2006/main" xmlns:r="http://schemas.openxmlformats.org/officeDocument/2006/relationships" xmlns:p="http://schemas.openxmlformats.org/presentationml/2006/main">
  <p:tag name="THINKCELLSHAPEDONOTDELETE" val="tg.h3BrVgEvYFqfkmpznJ4A"/>
</p:tagLst>
</file>

<file path=ppt/tags/tag1232.xml><?xml version="1.0" encoding="utf-8"?>
<p:tagLst xmlns:a="http://schemas.openxmlformats.org/drawingml/2006/main" xmlns:r="http://schemas.openxmlformats.org/officeDocument/2006/relationships" xmlns:p="http://schemas.openxmlformats.org/presentationml/2006/main">
  <p:tag name="THINKCELLSHAPEDONOTDELETE" val="tYBZs9yVxo_TkP_gdoXwRQg"/>
</p:tagLst>
</file>

<file path=ppt/tags/tag1233.xml><?xml version="1.0" encoding="utf-8"?>
<p:tagLst xmlns:a="http://schemas.openxmlformats.org/drawingml/2006/main" xmlns:r="http://schemas.openxmlformats.org/officeDocument/2006/relationships" xmlns:p="http://schemas.openxmlformats.org/presentationml/2006/main">
  <p:tag name="THINKCELLSHAPEDONOTDELETE" val="t93kDdx6DqeqCL1ddNkiSHQ"/>
</p:tagLst>
</file>

<file path=ppt/tags/tag1234.xml><?xml version="1.0" encoding="utf-8"?>
<p:tagLst xmlns:a="http://schemas.openxmlformats.org/drawingml/2006/main" xmlns:r="http://schemas.openxmlformats.org/officeDocument/2006/relationships" xmlns:p="http://schemas.openxmlformats.org/presentationml/2006/main">
  <p:tag name="THINKCELLSHAPEDONOTDELETE" val="t98G9nKQYvjkZEGc5fiEMpg"/>
</p:tagLst>
</file>

<file path=ppt/tags/tag1235.xml><?xml version="1.0" encoding="utf-8"?>
<p:tagLst xmlns:a="http://schemas.openxmlformats.org/drawingml/2006/main" xmlns:r="http://schemas.openxmlformats.org/officeDocument/2006/relationships" xmlns:p="http://schemas.openxmlformats.org/presentationml/2006/main">
  <p:tag name="THINKCELLSHAPEDONOTDELETE" val="tc2P5xI9ho0xBNJI9zLyU0A"/>
</p:tagLst>
</file>

<file path=ppt/tags/tag1236.xml><?xml version="1.0" encoding="utf-8"?>
<p:tagLst xmlns:a="http://schemas.openxmlformats.org/drawingml/2006/main" xmlns:r="http://schemas.openxmlformats.org/officeDocument/2006/relationships" xmlns:p="http://schemas.openxmlformats.org/presentationml/2006/main">
  <p:tag name="THINKCELLSHAPEDONOTDELETE" val="ty2zVwE.MHFW5P.NPggptrQ"/>
</p:tagLst>
</file>

<file path=ppt/tags/tag1237.xml><?xml version="1.0" encoding="utf-8"?>
<p:tagLst xmlns:a="http://schemas.openxmlformats.org/drawingml/2006/main" xmlns:r="http://schemas.openxmlformats.org/officeDocument/2006/relationships" xmlns:p="http://schemas.openxmlformats.org/presentationml/2006/main">
  <p:tag name="THINKCELLSHAPEDONOTDELETE" val="t_GZj_HTX_JQGugDCLQ7GHQ"/>
</p:tagLst>
</file>

<file path=ppt/tags/tag1238.xml><?xml version="1.0" encoding="utf-8"?>
<p:tagLst xmlns:a="http://schemas.openxmlformats.org/drawingml/2006/main" xmlns:r="http://schemas.openxmlformats.org/officeDocument/2006/relationships" xmlns:p="http://schemas.openxmlformats.org/presentationml/2006/main">
  <p:tag name="THINKCELLSHAPEDONOTDELETE" val="taoa4QiBnPUSZUUGTqUF2uQ"/>
</p:tagLst>
</file>

<file path=ppt/tags/tag1239.xml><?xml version="1.0" encoding="utf-8"?>
<p:tagLst xmlns:a="http://schemas.openxmlformats.org/drawingml/2006/main" xmlns:r="http://schemas.openxmlformats.org/officeDocument/2006/relationships" xmlns:p="http://schemas.openxmlformats.org/presentationml/2006/main">
  <p:tag name="THINKCELLSHAPEDONOTDELETE" val="tS2y10OC67RKSO6naXkAQKA"/>
</p:tagLst>
</file>

<file path=ppt/tags/tag1240.xml><?xml version="1.0" encoding="utf-8"?>
<p:tagLst xmlns:a="http://schemas.openxmlformats.org/drawingml/2006/main" xmlns:r="http://schemas.openxmlformats.org/officeDocument/2006/relationships" xmlns:p="http://schemas.openxmlformats.org/presentationml/2006/main">
  <p:tag name="THINKCELLSHAPEDONOTDELETE" val="tKyaUrOK8gxnizNKK8g4EpA"/>
</p:tagLst>
</file>

<file path=ppt/tags/tag1241.xml><?xml version="1.0" encoding="utf-8"?>
<p:tagLst xmlns:a="http://schemas.openxmlformats.org/drawingml/2006/main" xmlns:r="http://schemas.openxmlformats.org/officeDocument/2006/relationships" xmlns:p="http://schemas.openxmlformats.org/presentationml/2006/main">
  <p:tag name="THINKCELLSHAPEDONOTDELETE" val="tIZx_KA0mPK2Cu2t77ZLVnQ"/>
</p:tagLst>
</file>

<file path=ppt/tags/tag1242.xml><?xml version="1.0" encoding="utf-8"?>
<p:tagLst xmlns:a="http://schemas.openxmlformats.org/drawingml/2006/main" xmlns:r="http://schemas.openxmlformats.org/officeDocument/2006/relationships" xmlns:p="http://schemas.openxmlformats.org/presentationml/2006/main">
  <p:tag name="THINKCELLSHAPEDONOTDELETE" val="t89cDCwYVO0ccN94pi01x2g"/>
</p:tagLst>
</file>

<file path=ppt/tags/tag1243.xml><?xml version="1.0" encoding="utf-8"?>
<p:tagLst xmlns:a="http://schemas.openxmlformats.org/drawingml/2006/main" xmlns:r="http://schemas.openxmlformats.org/officeDocument/2006/relationships" xmlns:p="http://schemas.openxmlformats.org/presentationml/2006/main">
  <p:tag name="THINKCELLSHAPEDONOTDELETE" val="t0So1UhPIFDLDFOIAqpjRug"/>
</p:tagLst>
</file>

<file path=ppt/tags/tag1244.xml><?xml version="1.0" encoding="utf-8"?>
<p:tagLst xmlns:a="http://schemas.openxmlformats.org/drawingml/2006/main" xmlns:r="http://schemas.openxmlformats.org/officeDocument/2006/relationships" xmlns:p="http://schemas.openxmlformats.org/presentationml/2006/main">
  <p:tag name="THINKCELLSHAPEDONOTDELETE" val="ta_cjL0Fd9TrDXMh0I4U.2Q"/>
</p:tagLst>
</file>

<file path=ppt/tags/tag1245.xml><?xml version="1.0" encoding="utf-8"?>
<p:tagLst xmlns:a="http://schemas.openxmlformats.org/drawingml/2006/main" xmlns:r="http://schemas.openxmlformats.org/officeDocument/2006/relationships" xmlns:p="http://schemas.openxmlformats.org/presentationml/2006/main">
  <p:tag name="THINKCELLSHAPEDONOTDELETE" val="thCaV3bkC0DIRGsWo51kS4w"/>
</p:tagLst>
</file>

<file path=ppt/tags/tag1246.xml><?xml version="1.0" encoding="utf-8"?>
<p:tagLst xmlns:a="http://schemas.openxmlformats.org/drawingml/2006/main" xmlns:r="http://schemas.openxmlformats.org/officeDocument/2006/relationships" xmlns:p="http://schemas.openxmlformats.org/presentationml/2006/main">
  <p:tag name="THINKCELLSHAPEDONOTDELETE" val="tyeTIDs73YYcxsfEKImDq9w"/>
</p:tagLst>
</file>

<file path=ppt/tags/tag1247.xml><?xml version="1.0" encoding="utf-8"?>
<p:tagLst xmlns:a="http://schemas.openxmlformats.org/drawingml/2006/main" xmlns:r="http://schemas.openxmlformats.org/officeDocument/2006/relationships" xmlns:p="http://schemas.openxmlformats.org/presentationml/2006/main">
  <p:tag name="THINKCELLSHAPEDONOTDELETE" val="tnQ0l7baQp5zd9hIK6bH9BA"/>
</p:tagLst>
</file>

<file path=ppt/tags/tag1248.xml><?xml version="1.0" encoding="utf-8"?>
<p:tagLst xmlns:a="http://schemas.openxmlformats.org/drawingml/2006/main" xmlns:r="http://schemas.openxmlformats.org/officeDocument/2006/relationships" xmlns:p="http://schemas.openxmlformats.org/presentationml/2006/main">
  <p:tag name="THINKCELLSHAPEDONOTDELETE" val="tLUzgGw_sCuHso6YvUlbPwA"/>
</p:tagLst>
</file>

<file path=ppt/tags/tag1249.xml><?xml version="1.0" encoding="utf-8"?>
<p:tagLst xmlns:a="http://schemas.openxmlformats.org/drawingml/2006/main" xmlns:r="http://schemas.openxmlformats.org/officeDocument/2006/relationships" xmlns:p="http://schemas.openxmlformats.org/presentationml/2006/main">
  <p:tag name="THINKCELLSHAPEDONOTDELETE" val="tHvHvmvbOd4sM33gvcBtepw"/>
</p:tagLst>
</file>

<file path=ppt/tags/tag1250.xml><?xml version="1.0" encoding="utf-8"?>
<p:tagLst xmlns:a="http://schemas.openxmlformats.org/drawingml/2006/main" xmlns:r="http://schemas.openxmlformats.org/officeDocument/2006/relationships" xmlns:p="http://schemas.openxmlformats.org/presentationml/2006/main">
  <p:tag name="THINKCELLSHAPEDONOTDELETE" val="tO.Ic9QygGAHQYqH40mA_Lw"/>
</p:tagLst>
</file>

<file path=ppt/tags/tag1251.xml><?xml version="1.0" encoding="utf-8"?>
<p:tagLst xmlns:a="http://schemas.openxmlformats.org/drawingml/2006/main" xmlns:r="http://schemas.openxmlformats.org/officeDocument/2006/relationships" xmlns:p="http://schemas.openxmlformats.org/presentationml/2006/main">
  <p:tag name="THINKCELLSHAPEDONOTDELETE" val="tzk1PkfCqxyybcAsyuv3uDA"/>
</p:tagLst>
</file>

<file path=ppt/tags/tag1252.xml><?xml version="1.0" encoding="utf-8"?>
<p:tagLst xmlns:a="http://schemas.openxmlformats.org/drawingml/2006/main" xmlns:r="http://schemas.openxmlformats.org/officeDocument/2006/relationships" xmlns:p="http://schemas.openxmlformats.org/presentationml/2006/main">
  <p:tag name="THINKCELLSHAPEDONOTDELETE" val="tj6.6GU.PoAe6bATCYYwHTw"/>
</p:tagLst>
</file>

<file path=ppt/tags/tag1253.xml><?xml version="1.0" encoding="utf-8"?>
<p:tagLst xmlns:a="http://schemas.openxmlformats.org/drawingml/2006/main" xmlns:r="http://schemas.openxmlformats.org/officeDocument/2006/relationships" xmlns:p="http://schemas.openxmlformats.org/presentationml/2006/main">
  <p:tag name="THINKCELLSHAPEDONOTDELETE" val="tVAqTbCyqdgOliLHfASxM3A"/>
</p:tagLst>
</file>

<file path=ppt/tags/tag1254.xml><?xml version="1.0" encoding="utf-8"?>
<p:tagLst xmlns:a="http://schemas.openxmlformats.org/drawingml/2006/main" xmlns:r="http://schemas.openxmlformats.org/officeDocument/2006/relationships" xmlns:p="http://schemas.openxmlformats.org/presentationml/2006/main">
  <p:tag name="THINKCELLSHAPEDONOTDELETE" val="twTOTtZEkFmEwpeuVZxBTQQ"/>
</p:tagLst>
</file>

<file path=ppt/tags/tag1255.xml><?xml version="1.0" encoding="utf-8"?>
<p:tagLst xmlns:a="http://schemas.openxmlformats.org/drawingml/2006/main" xmlns:r="http://schemas.openxmlformats.org/officeDocument/2006/relationships" xmlns:p="http://schemas.openxmlformats.org/presentationml/2006/main">
  <p:tag name="THINKCELLSHAPEDONOTDELETE" val="tw3sbJG6pHiqxTr_HUak0OA"/>
</p:tagLst>
</file>

<file path=ppt/tags/tag1256.xml><?xml version="1.0" encoding="utf-8"?>
<p:tagLst xmlns:a="http://schemas.openxmlformats.org/drawingml/2006/main" xmlns:r="http://schemas.openxmlformats.org/officeDocument/2006/relationships" xmlns:p="http://schemas.openxmlformats.org/presentationml/2006/main">
  <p:tag name="THINKCELLSHAPEDONOTDELETE" val="tReDUaAlaBoyz4h36qexwSA"/>
</p:tagLst>
</file>

<file path=ppt/tags/tag1257.xml><?xml version="1.0" encoding="utf-8"?>
<p:tagLst xmlns:a="http://schemas.openxmlformats.org/drawingml/2006/main" xmlns:r="http://schemas.openxmlformats.org/officeDocument/2006/relationships" xmlns:p="http://schemas.openxmlformats.org/presentationml/2006/main">
  <p:tag name="THINKCELLSHAPEDONOTDELETE" val="tCb5w_iNGgMvadURWB53sZg"/>
</p:tagLst>
</file>

<file path=ppt/tags/tag1258.xml><?xml version="1.0" encoding="utf-8"?>
<p:tagLst xmlns:a="http://schemas.openxmlformats.org/drawingml/2006/main" xmlns:r="http://schemas.openxmlformats.org/officeDocument/2006/relationships" xmlns:p="http://schemas.openxmlformats.org/presentationml/2006/main">
  <p:tag name="THINKCELLSHAPEDONOTDELETE" val="tlKUSdG8.7uGO4bW4lAPEsw"/>
</p:tagLst>
</file>

<file path=ppt/tags/tag1259.xml><?xml version="1.0" encoding="utf-8"?>
<p:tagLst xmlns:a="http://schemas.openxmlformats.org/drawingml/2006/main" xmlns:r="http://schemas.openxmlformats.org/officeDocument/2006/relationships" xmlns:p="http://schemas.openxmlformats.org/presentationml/2006/main">
  <p:tag name="THINKCELLSHAPEDONOTDELETE" val="tLddTx.Dun3pIgb2gXsBa.A"/>
</p:tagLst>
</file>

<file path=ppt/tags/tag1260.xml><?xml version="1.0" encoding="utf-8"?>
<p:tagLst xmlns:a="http://schemas.openxmlformats.org/drawingml/2006/main" xmlns:r="http://schemas.openxmlformats.org/officeDocument/2006/relationships" xmlns:p="http://schemas.openxmlformats.org/presentationml/2006/main">
  <p:tag name="THINKCELLSHAPEDONOTDELETE" val="tjJmU8MbAaDKO9F_nKvzJ9A"/>
</p:tagLst>
</file>

<file path=ppt/tags/tag1261.xml><?xml version="1.0" encoding="utf-8"?>
<p:tagLst xmlns:a="http://schemas.openxmlformats.org/drawingml/2006/main" xmlns:r="http://schemas.openxmlformats.org/officeDocument/2006/relationships" xmlns:p="http://schemas.openxmlformats.org/presentationml/2006/main">
  <p:tag name="THINKCELLSHAPEDONOTDELETE" val="tsnxSuHbzAFkXMANTMC2HaA"/>
</p:tagLst>
</file>

<file path=ppt/tags/tag1262.xml><?xml version="1.0" encoding="utf-8"?>
<p:tagLst xmlns:a="http://schemas.openxmlformats.org/drawingml/2006/main" xmlns:r="http://schemas.openxmlformats.org/officeDocument/2006/relationships" xmlns:p="http://schemas.openxmlformats.org/presentationml/2006/main">
  <p:tag name="THINKCELLSHAPEDONOTDELETE" val="tik1G.Z8il85Vb7KSAEKPmA"/>
</p:tagLst>
</file>

<file path=ppt/tags/tag1263.xml><?xml version="1.0" encoding="utf-8"?>
<p:tagLst xmlns:a="http://schemas.openxmlformats.org/drawingml/2006/main" xmlns:r="http://schemas.openxmlformats.org/officeDocument/2006/relationships" xmlns:p="http://schemas.openxmlformats.org/presentationml/2006/main">
  <p:tag name="THINKCELLSHAPEDONOTDELETE" val="tu9TA0gleX3gNGyiEotfsKw"/>
</p:tagLst>
</file>

<file path=ppt/tags/tag1264.xml><?xml version="1.0" encoding="utf-8"?>
<p:tagLst xmlns:a="http://schemas.openxmlformats.org/drawingml/2006/main" xmlns:r="http://schemas.openxmlformats.org/officeDocument/2006/relationships" xmlns:p="http://schemas.openxmlformats.org/presentationml/2006/main">
  <p:tag name="THINKCELLSHAPEDONOTDELETE" val="tajqlE0cdGSsKek6f4MrQwA"/>
</p:tagLst>
</file>

<file path=ppt/tags/tag1265.xml><?xml version="1.0" encoding="utf-8"?>
<p:tagLst xmlns:a="http://schemas.openxmlformats.org/drawingml/2006/main" xmlns:r="http://schemas.openxmlformats.org/officeDocument/2006/relationships" xmlns:p="http://schemas.openxmlformats.org/presentationml/2006/main">
  <p:tag name="THINKCELLSHAPEDONOTDELETE" val="tVausrIThmdtyipXxEJA31g"/>
</p:tagLst>
</file>

<file path=ppt/tags/tag1266.xml><?xml version="1.0" encoding="utf-8"?>
<p:tagLst xmlns:a="http://schemas.openxmlformats.org/drawingml/2006/main" xmlns:r="http://schemas.openxmlformats.org/officeDocument/2006/relationships" xmlns:p="http://schemas.openxmlformats.org/presentationml/2006/main">
  <p:tag name="THINKCELLSHAPEDONOTDELETE" val="pA8ETEtF2vGzWwJYIeJpZcA"/>
</p:tagLst>
</file>

<file path=ppt/tags/tag1267.xml><?xml version="1.0" encoding="utf-8"?>
<p:tagLst xmlns:a="http://schemas.openxmlformats.org/drawingml/2006/main" xmlns:r="http://schemas.openxmlformats.org/officeDocument/2006/relationships" xmlns:p="http://schemas.openxmlformats.org/presentationml/2006/main">
  <p:tag name="THINKCELLSHAPEDONOTDELETE" val="pP.44VOPIasg0MZQXQ6dU8Q"/>
</p:tagLst>
</file>

<file path=ppt/tags/tag1268.xml><?xml version="1.0" encoding="utf-8"?>
<p:tagLst xmlns:a="http://schemas.openxmlformats.org/drawingml/2006/main" xmlns:r="http://schemas.openxmlformats.org/officeDocument/2006/relationships" xmlns:p="http://schemas.openxmlformats.org/presentationml/2006/main">
  <p:tag name="THINKCELLSHAPEDONOTDELETE" val="pkdRoBF0iCveEO1In_JTRCw"/>
</p:tagLst>
</file>

<file path=ppt/tags/tag1269.xml><?xml version="1.0" encoding="utf-8"?>
<p:tagLst xmlns:a="http://schemas.openxmlformats.org/drawingml/2006/main" xmlns:r="http://schemas.openxmlformats.org/officeDocument/2006/relationships" xmlns:p="http://schemas.openxmlformats.org/presentationml/2006/main">
  <p:tag name="THINKCELLSHAPEDONOTDELETE" val="pn3KSHQKxq3Ur86xAGHE27A"/>
</p:tagLst>
</file>

<file path=ppt/tags/tag1270.xml><?xml version="1.0" encoding="utf-8"?>
<p:tagLst xmlns:a="http://schemas.openxmlformats.org/drawingml/2006/main" xmlns:r="http://schemas.openxmlformats.org/officeDocument/2006/relationships" xmlns:p="http://schemas.openxmlformats.org/presentationml/2006/main">
  <p:tag name="THINKCELLSHAPEDONOTDELETE" val="pOYtd1jWa7gRy5NZ.iW_86w"/>
</p:tagLst>
</file>

<file path=ppt/tags/tag1271.xml><?xml version="1.0" encoding="utf-8"?>
<p:tagLst xmlns:a="http://schemas.openxmlformats.org/drawingml/2006/main" xmlns:r="http://schemas.openxmlformats.org/officeDocument/2006/relationships" xmlns:p="http://schemas.openxmlformats.org/presentationml/2006/main">
  <p:tag name="THINKCELLSHAPEDONOTDELETE" val="pIf7SSI7zZIbLph.dWTSmwQ"/>
</p:tagLst>
</file>

<file path=ppt/tags/tag1272.xml><?xml version="1.0" encoding="utf-8"?>
<p:tagLst xmlns:a="http://schemas.openxmlformats.org/drawingml/2006/main" xmlns:r="http://schemas.openxmlformats.org/officeDocument/2006/relationships" xmlns:p="http://schemas.openxmlformats.org/presentationml/2006/main">
  <p:tag name="THINKCELLSHAPEDONOTDELETE" val="pBvyFZQt1EuKUfCqWogRcZQ"/>
</p:tagLst>
</file>

<file path=ppt/tags/tag1273.xml><?xml version="1.0" encoding="utf-8"?>
<p:tagLst xmlns:a="http://schemas.openxmlformats.org/drawingml/2006/main" xmlns:r="http://schemas.openxmlformats.org/officeDocument/2006/relationships" xmlns:p="http://schemas.openxmlformats.org/presentationml/2006/main">
  <p:tag name="NAME" val="TrackerNumBlue"/>
  <p:tag name="THINKCELLSHAPEDONOTDELETE" val="pmXCtVPCo6HYHB2qyqNMcew"/>
</p:tagLst>
</file>

<file path=ppt/tags/tag1274.xml><?xml version="1.0" encoding="utf-8"?>
<p:tagLst xmlns:a="http://schemas.openxmlformats.org/drawingml/2006/main" xmlns:r="http://schemas.openxmlformats.org/officeDocument/2006/relationships" xmlns:p="http://schemas.openxmlformats.org/presentationml/2006/main">
  <p:tag name="NAME" val="TrackerNumBlue"/>
  <p:tag name="THINKCELLSHAPEDONOTDELETE" val="p7oXOY2zvS4anx60AIWHUWA"/>
</p:tagLst>
</file>

<file path=ppt/tags/tag1275.xml><?xml version="1.0" encoding="utf-8"?>
<p:tagLst xmlns:a="http://schemas.openxmlformats.org/drawingml/2006/main" xmlns:r="http://schemas.openxmlformats.org/officeDocument/2006/relationships" xmlns:p="http://schemas.openxmlformats.org/presentationml/2006/main">
  <p:tag name="NAME" val="TrackerNumBlue"/>
  <p:tag name="THINKCELLSHAPEDONOTDELETE" val="pvMmAFvyF5wMHUOrr7F.UzQ"/>
</p:tagLst>
</file>

<file path=ppt/tags/tag1276.xml><?xml version="1.0" encoding="utf-8"?>
<p:tagLst xmlns:a="http://schemas.openxmlformats.org/drawingml/2006/main" xmlns:r="http://schemas.openxmlformats.org/officeDocument/2006/relationships" xmlns:p="http://schemas.openxmlformats.org/presentationml/2006/main">
  <p:tag name="NAME" val="TrackerNumBlue"/>
  <p:tag name="THINKCELLSHAPEDONOTDELETE" val="pcKB5finUWqcWDPPHEWdf2g"/>
</p:tagLst>
</file>

<file path=ppt/tags/tag1277.xml><?xml version="1.0" encoding="utf-8"?>
<p:tagLst xmlns:a="http://schemas.openxmlformats.org/drawingml/2006/main" xmlns:r="http://schemas.openxmlformats.org/officeDocument/2006/relationships" xmlns:p="http://schemas.openxmlformats.org/presentationml/2006/main">
  <p:tag name="NAME" val="TrackerNumBlue"/>
  <p:tag name="THINKCELLSHAPEDONOTDELETE" val="p_YVO8eXrClhrQORyTVijDQ"/>
</p:tagLst>
</file>

<file path=ppt/tags/tag1278.xml><?xml version="1.0" encoding="utf-8"?>
<p:tagLst xmlns:a="http://schemas.openxmlformats.org/drawingml/2006/main" xmlns:r="http://schemas.openxmlformats.org/officeDocument/2006/relationships" xmlns:p="http://schemas.openxmlformats.org/presentationml/2006/main">
  <p:tag name="NAME" val="GreyLineSeparatorStrong"/>
  <p:tag name="THINKCELLSHAPEDONOTDELETE" val="peJP8LBczlvtXBGOutn4gBg"/>
</p:tagLst>
</file>

<file path=ppt/tags/tag1279.xml><?xml version="1.0" encoding="utf-8"?>
<p:tagLst xmlns:a="http://schemas.openxmlformats.org/drawingml/2006/main" xmlns:r="http://schemas.openxmlformats.org/officeDocument/2006/relationships" xmlns:p="http://schemas.openxmlformats.org/presentationml/2006/main">
  <p:tag name="NAME" val="GreyLineSeparatorStrong"/>
  <p:tag name="THINKCELLSHAPEDONOTDELETE" val="pb1PfG73Xf1XZ46bd22drqQ"/>
</p:tagLst>
</file>

<file path=ppt/tags/tag1280.xml><?xml version="1.0" encoding="utf-8"?>
<p:tagLst xmlns:a="http://schemas.openxmlformats.org/drawingml/2006/main" xmlns:r="http://schemas.openxmlformats.org/officeDocument/2006/relationships" xmlns:p="http://schemas.openxmlformats.org/presentationml/2006/main">
  <p:tag name="NAME" val="GreyLineSeparatorStrong"/>
  <p:tag name="THINKCELLSHAPEDONOTDELETE" val="pRHA6pELOmFSZFBz3wyEPRQ"/>
</p:tagLst>
</file>

<file path=ppt/tags/tag1281.xml><?xml version="1.0" encoding="utf-8"?>
<p:tagLst xmlns:a="http://schemas.openxmlformats.org/drawingml/2006/main" xmlns:r="http://schemas.openxmlformats.org/officeDocument/2006/relationships" xmlns:p="http://schemas.openxmlformats.org/presentationml/2006/main">
  <p:tag name="NAME" val="GreyLineSeparatorStrong"/>
  <p:tag name="THINKCELLSHAPEDONOTDELETE" val="pHXu289XabCwdyRdoU95..g"/>
</p:tagLst>
</file>

<file path=ppt/tags/tag1282.xml><?xml version="1.0" encoding="utf-8"?>
<p:tagLst xmlns:a="http://schemas.openxmlformats.org/drawingml/2006/main" xmlns:r="http://schemas.openxmlformats.org/officeDocument/2006/relationships" xmlns:p="http://schemas.openxmlformats.org/presentationml/2006/main">
  <p:tag name="NAME" val="GreyLineSeparatorStrong"/>
  <p:tag name="THINKCELLSHAPEDONOTDELETE" val="pYSeg7hpH3yJElKXavSxBkA"/>
</p:tagLst>
</file>

<file path=ppt/tags/tag1283.xml><?xml version="1.0" encoding="utf-8"?>
<p:tagLst xmlns:a="http://schemas.openxmlformats.org/drawingml/2006/main" xmlns:r="http://schemas.openxmlformats.org/officeDocument/2006/relationships" xmlns:p="http://schemas.openxmlformats.org/presentationml/2006/main">
  <p:tag name="NAME" val="GreyLineSeparatorStrong"/>
  <p:tag name="THINKCELLSHAPEDONOTDELETE" val="pwovdwW4APCfRr2FtJtofeg"/>
</p:tagLst>
</file>

<file path=ppt/tags/tag1284.xml><?xml version="1.0" encoding="utf-8"?>
<p:tagLst xmlns:a="http://schemas.openxmlformats.org/drawingml/2006/main" xmlns:r="http://schemas.openxmlformats.org/officeDocument/2006/relationships" xmlns:p="http://schemas.openxmlformats.org/presentationml/2006/main">
  <p:tag name="THINKCELLSHAPEDONOTDELETE" val="pyYDVMGy0N.yNiH7Av2Buxw"/>
</p:tagLst>
</file>

<file path=ppt/tags/tag1285.xml><?xml version="1.0" encoding="utf-8"?>
<p:tagLst xmlns:a="http://schemas.openxmlformats.org/drawingml/2006/main" xmlns:r="http://schemas.openxmlformats.org/officeDocument/2006/relationships" xmlns:p="http://schemas.openxmlformats.org/presentationml/2006/main">
  <p:tag name="THINKCELLSHAPEDONOTDELETE" val="pPki5DiTliVtxRZNeuGuByA"/>
</p:tagLst>
</file>

<file path=ppt/tags/tag1286.xml><?xml version="1.0" encoding="utf-8"?>
<p:tagLst xmlns:a="http://schemas.openxmlformats.org/drawingml/2006/main" xmlns:r="http://schemas.openxmlformats.org/officeDocument/2006/relationships" xmlns:p="http://schemas.openxmlformats.org/presentationml/2006/main">
  <p:tag name="THINKCELLSHAPEDONOTDELETE" val="pwiQ64OIW9mHFys96.NGIcA"/>
</p:tagLst>
</file>

<file path=ppt/tags/tag1287.xml><?xml version="1.0" encoding="utf-8"?>
<p:tagLst xmlns:a="http://schemas.openxmlformats.org/drawingml/2006/main" xmlns:r="http://schemas.openxmlformats.org/officeDocument/2006/relationships" xmlns:p="http://schemas.openxmlformats.org/presentationml/2006/main">
  <p:tag name="THINKCELLSHAPEDONOTDELETE" val="pw3hl.OtAi.qPQcVf..Hbqg"/>
</p:tagLst>
</file>

<file path=ppt/tags/tag1288.xml><?xml version="1.0" encoding="utf-8"?>
<p:tagLst xmlns:a="http://schemas.openxmlformats.org/drawingml/2006/main" xmlns:r="http://schemas.openxmlformats.org/officeDocument/2006/relationships" xmlns:p="http://schemas.openxmlformats.org/presentationml/2006/main">
  <p:tag name="THINKCELLSHAPEDONOTDELETE" val="pSvFPV.N7VaBNtn0Jf59_Jg"/>
</p:tagLst>
</file>

<file path=ppt/tags/tag1289.xml><?xml version="1.0" encoding="utf-8"?>
<p:tagLst xmlns:a="http://schemas.openxmlformats.org/drawingml/2006/main" xmlns:r="http://schemas.openxmlformats.org/officeDocument/2006/relationships" xmlns:p="http://schemas.openxmlformats.org/presentationml/2006/main">
  <p:tag name="THINKCELLSHAPEDONOTDELETE" val="pr8TPJqLB7ZXVKdKoDfpUbg"/>
</p:tagLst>
</file>

<file path=ppt/tags/tag1290.xml><?xml version="1.0" encoding="utf-8"?>
<p:tagLst xmlns:a="http://schemas.openxmlformats.org/drawingml/2006/main" xmlns:r="http://schemas.openxmlformats.org/officeDocument/2006/relationships" xmlns:p="http://schemas.openxmlformats.org/presentationml/2006/main">
  <p:tag name="THINKCELLSHAPEDONOTDELETE" val="piC7fL6x630ALyh8M2Acc1g"/>
</p:tagLst>
</file>

<file path=ppt/tags/tag1291.xml><?xml version="1.0" encoding="utf-8"?>
<p:tagLst xmlns:a="http://schemas.openxmlformats.org/drawingml/2006/main" xmlns:r="http://schemas.openxmlformats.org/officeDocument/2006/relationships" xmlns:p="http://schemas.openxmlformats.org/presentationml/2006/main">
  <p:tag name="THINKCELLSHAPEDONOTDELETE" val="pDGgA0P7diOieMZGewLKI1Q"/>
</p:tagLst>
</file>

<file path=ppt/tags/tag1292.xml><?xml version="1.0" encoding="utf-8"?>
<p:tagLst xmlns:a="http://schemas.openxmlformats.org/drawingml/2006/main" xmlns:r="http://schemas.openxmlformats.org/officeDocument/2006/relationships" xmlns:p="http://schemas.openxmlformats.org/presentationml/2006/main">
  <p:tag name="THINKCELLSHAPEDONOTDELETE" val="pBvyFZQt1EuKUfCqWogRcZQ"/>
</p:tagLst>
</file>

<file path=ppt/tags/tag1293.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294.xml><?xml version="1.0" encoding="utf-8"?>
<p:tagLst xmlns:a="http://schemas.openxmlformats.org/drawingml/2006/main" xmlns:r="http://schemas.openxmlformats.org/officeDocument/2006/relationships" xmlns:p="http://schemas.openxmlformats.org/presentationml/2006/main">
  <p:tag name="NAME" val="LineBasicDefault"/>
</p:tagLst>
</file>

<file path=ppt/tags/tag1295.xml><?xml version="1.0" encoding="utf-8"?>
<p:tagLst xmlns:a="http://schemas.openxmlformats.org/drawingml/2006/main" xmlns:r="http://schemas.openxmlformats.org/officeDocument/2006/relationships" xmlns:p="http://schemas.openxmlformats.org/presentationml/2006/main">
  <p:tag name="THINKCELLSHAPEDONOTDELETE" val="pBvyFZQt1EuKUfCqWogRcZQ"/>
</p:tagLst>
</file>

<file path=ppt/tags/tag12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298.xml><?xml version="1.0" encoding="utf-8"?>
<p:tagLst xmlns:a="http://schemas.openxmlformats.org/drawingml/2006/main" xmlns:r="http://schemas.openxmlformats.org/officeDocument/2006/relationships" xmlns:p="http://schemas.openxmlformats.org/presentationml/2006/main">
  <p:tag name="HEIGHT" val="65.30622"/>
  <p:tag name="LEFT" val="45"/>
  <p:tag name="MTNUMBER" val="0.498636647359764"/>
  <p:tag name="MTTABLE" val="Cell"/>
  <p:tag name="TOP" val="158.775"/>
  <p:tag name="WIDTH" val="276.6667"/>
</p:tagLst>
</file>

<file path=ppt/tags/tag1299.xml><?xml version="1.0" encoding="utf-8"?>
<p:tagLst xmlns:a="http://schemas.openxmlformats.org/drawingml/2006/main" xmlns:r="http://schemas.openxmlformats.org/officeDocument/2006/relationships" xmlns:p="http://schemas.openxmlformats.org/presentationml/2006/main">
  <p:tag name="HEIGHT" val="65.30622"/>
  <p:tag name="LEFT" val="45"/>
  <p:tag name="MTNUMBER" val="0.498636647359764"/>
  <p:tag name="MTTABLE" val="Cell"/>
  <p:tag name="TOP" val="234.0813"/>
  <p:tag name="WIDTH" val="276.6667"/>
</p:tagLst>
</file>

<file path=ppt/tags/tag1300.xml><?xml version="1.0" encoding="utf-8"?>
<p:tagLst xmlns:a="http://schemas.openxmlformats.org/drawingml/2006/main" xmlns:r="http://schemas.openxmlformats.org/officeDocument/2006/relationships" xmlns:p="http://schemas.openxmlformats.org/presentationml/2006/main">
  <p:tag name="HEIGHT" val="65.30622"/>
  <p:tag name="LEFT" val="45"/>
  <p:tag name="MTNUMBER" val="0.498636647359764"/>
  <p:tag name="MTTABLE" val="Cell"/>
  <p:tag name="TOP" val="309.3875"/>
  <p:tag name="WIDTH" val="276.6667"/>
</p:tagLst>
</file>

<file path=ppt/tags/tag1301.xml><?xml version="1.0" encoding="utf-8"?>
<p:tagLst xmlns:a="http://schemas.openxmlformats.org/drawingml/2006/main" xmlns:r="http://schemas.openxmlformats.org/officeDocument/2006/relationships" xmlns:p="http://schemas.openxmlformats.org/presentationml/2006/main">
  <p:tag name="HEIGHT" val="65.30622"/>
  <p:tag name="LEFT" val="45"/>
  <p:tag name="MTNUMBER" val="0.498636647359764"/>
  <p:tag name="MTTABLE" val="Cell"/>
  <p:tag name="TOP" val="384.6937"/>
  <p:tag name="WIDTH" val="276.6667"/>
</p:tagLst>
</file>

<file path=ppt/tags/tag1302.xml><?xml version="1.0" encoding="utf-8"?>
<p:tagLst xmlns:a="http://schemas.openxmlformats.org/drawingml/2006/main" xmlns:r="http://schemas.openxmlformats.org/officeDocument/2006/relationships" xmlns:p="http://schemas.openxmlformats.org/presentationml/2006/main">
  <p:tag name="HEIGHT" val="38.77504"/>
  <p:tag name="LEFT" val="341.6667"/>
  <p:tag name="MTNUMBER" val="0.498636647359764"/>
  <p:tag name="MTTABLE" val="Cell"/>
  <p:tag name="TOP" val="110"/>
  <p:tag name="WIDTH" val="276.6667"/>
</p:tagLst>
</file>

<file path=ppt/tags/tag1303.xml><?xml version="1.0" encoding="utf-8"?>
<p:tagLst xmlns:a="http://schemas.openxmlformats.org/drawingml/2006/main" xmlns:r="http://schemas.openxmlformats.org/officeDocument/2006/relationships" xmlns:p="http://schemas.openxmlformats.org/presentationml/2006/main">
  <p:tag name="HEIGHT" val="65.30624"/>
  <p:tag name="LEFT" val="341.6667"/>
  <p:tag name="MTNUMBER" val="0.498636647359764"/>
  <p:tag name="MTTABLE" val="Cell"/>
  <p:tag name="TOP" val="158.775"/>
  <p:tag name="WIDTH" val="276.6667"/>
</p:tagLst>
</file>

<file path=ppt/tags/tag1304.xml><?xml version="1.0" encoding="utf-8"?>
<p:tagLst xmlns:a="http://schemas.openxmlformats.org/drawingml/2006/main" xmlns:r="http://schemas.openxmlformats.org/officeDocument/2006/relationships" xmlns:p="http://schemas.openxmlformats.org/presentationml/2006/main">
  <p:tag name="HEIGHT" val="65.30624"/>
  <p:tag name="LEFT" val="341.6667"/>
  <p:tag name="MTNUMBER" val="0.498636647359764"/>
  <p:tag name="MTTABLE" val="Cell"/>
  <p:tag name="TOP" val="234.0813"/>
  <p:tag name="WIDTH" val="276.6667"/>
</p:tagLst>
</file>

<file path=ppt/tags/tag1305.xml><?xml version="1.0" encoding="utf-8"?>
<p:tagLst xmlns:a="http://schemas.openxmlformats.org/drawingml/2006/main" xmlns:r="http://schemas.openxmlformats.org/officeDocument/2006/relationships" xmlns:p="http://schemas.openxmlformats.org/presentationml/2006/main">
  <p:tag name="HEIGHT" val="65.30624"/>
  <p:tag name="LEFT" val="341.6667"/>
  <p:tag name="MTNUMBER" val="0.498636647359764"/>
  <p:tag name="MTTABLE" val="Cell"/>
  <p:tag name="TOP" val="309.3875"/>
  <p:tag name="WIDTH" val="276.6667"/>
</p:tagLst>
</file>

<file path=ppt/tags/tag1306.xml><?xml version="1.0" encoding="utf-8"?>
<p:tagLst xmlns:a="http://schemas.openxmlformats.org/drawingml/2006/main" xmlns:r="http://schemas.openxmlformats.org/officeDocument/2006/relationships" xmlns:p="http://schemas.openxmlformats.org/presentationml/2006/main">
  <p:tag name="HEIGHT" val="65.30624"/>
  <p:tag name="LEFT" val="341.6667"/>
  <p:tag name="MTNUMBER" val="0.498636647359764"/>
  <p:tag name="MTTABLE" val="Cell"/>
  <p:tag name="TOP" val="384.6937"/>
  <p:tag name="WIDTH" val="276.6667"/>
</p:tagLst>
</file>

<file path=ppt/tags/tag1307.xml><?xml version="1.0" encoding="utf-8"?>
<p:tagLst xmlns:a="http://schemas.openxmlformats.org/drawingml/2006/main" xmlns:r="http://schemas.openxmlformats.org/officeDocument/2006/relationships" xmlns:p="http://schemas.openxmlformats.org/presentationml/2006/main">
  <p:tag name="HEIGHT" val="38.77504"/>
  <p:tag name="LEFT" val="638.3333"/>
  <p:tag name="MTNUMBER" val="0.498636647359764"/>
  <p:tag name="MTTABLE" val="Cell"/>
  <p:tag name="TOP" val="110"/>
  <p:tag name="WIDTH" val="276.6667"/>
</p:tagLst>
</file>

<file path=ppt/tags/tag1308.xml><?xml version="1.0" encoding="utf-8"?>
<p:tagLst xmlns:a="http://schemas.openxmlformats.org/drawingml/2006/main" xmlns:r="http://schemas.openxmlformats.org/officeDocument/2006/relationships" xmlns:p="http://schemas.openxmlformats.org/presentationml/2006/main">
  <p:tag name="HEIGHT" val="65.30624"/>
  <p:tag name="LEFT" val="638.3333"/>
  <p:tag name="MTNUMBER" val="0.498636647359764"/>
  <p:tag name="MTTABLE" val="Cell"/>
  <p:tag name="TOP" val="158.775"/>
  <p:tag name="WIDTH" val="276.6667"/>
</p:tagLst>
</file>

<file path=ppt/tags/tag1309.xml><?xml version="1.0" encoding="utf-8"?>
<p:tagLst xmlns:a="http://schemas.openxmlformats.org/drawingml/2006/main" xmlns:r="http://schemas.openxmlformats.org/officeDocument/2006/relationships" xmlns:p="http://schemas.openxmlformats.org/presentationml/2006/main">
  <p:tag name="HEIGHT" val="65.30624"/>
  <p:tag name="LEFT" val="638.3333"/>
  <p:tag name="MTNUMBER" val="0.498636647359764"/>
  <p:tag name="MTTABLE" val="Cell"/>
  <p:tag name="TOP" val="234.0813"/>
  <p:tag name="WIDTH" val="276.6667"/>
</p:tagLst>
</file>

<file path=ppt/tags/tag1310.xml><?xml version="1.0" encoding="utf-8"?>
<p:tagLst xmlns:a="http://schemas.openxmlformats.org/drawingml/2006/main" xmlns:r="http://schemas.openxmlformats.org/officeDocument/2006/relationships" xmlns:p="http://schemas.openxmlformats.org/presentationml/2006/main">
  <p:tag name="HEIGHT" val="65.30624"/>
  <p:tag name="LEFT" val="638.3333"/>
  <p:tag name="MTNUMBER" val="0.498636647359764"/>
  <p:tag name="MTTABLE" val="Cell"/>
  <p:tag name="TOP" val="309.3875"/>
  <p:tag name="WIDTH" val="276.6667"/>
</p:tagLst>
</file>

<file path=ppt/tags/tag1311.xml><?xml version="1.0" encoding="utf-8"?>
<p:tagLst xmlns:a="http://schemas.openxmlformats.org/drawingml/2006/main" xmlns:r="http://schemas.openxmlformats.org/officeDocument/2006/relationships" xmlns:p="http://schemas.openxmlformats.org/presentationml/2006/main">
  <p:tag name="HEIGHT" val="65.30624"/>
  <p:tag name="LEFT" val="638.3333"/>
  <p:tag name="MTNUMBER" val="0.498636647359764"/>
  <p:tag name="MTTABLE" val="Cell"/>
  <p:tag name="TOP" val="384.6937"/>
  <p:tag name="WIDTH" val="276.6667"/>
</p:tagLst>
</file>

<file path=ppt/tags/tag1312.xml><?xml version="1.0" encoding="utf-8"?>
<p:tagLst xmlns:a="http://schemas.openxmlformats.org/drawingml/2006/main" xmlns:r="http://schemas.openxmlformats.org/officeDocument/2006/relationships" xmlns:p="http://schemas.openxmlformats.org/presentationml/2006/main">
  <p:tag name="MTNUMBER" val="0.498636647359764"/>
  <p:tag name="MTTABLE" val="HTitleDiv"/>
</p:tagLst>
</file>

<file path=ppt/tags/tag1313.xml><?xml version="1.0" encoding="utf-8"?>
<p:tagLst xmlns:a="http://schemas.openxmlformats.org/drawingml/2006/main" xmlns:r="http://schemas.openxmlformats.org/officeDocument/2006/relationships" xmlns:p="http://schemas.openxmlformats.org/presentationml/2006/main">
  <p:tag name="MTNUMBER" val="0.498636647359764"/>
  <p:tag name="MTTABLE" val="HDiv"/>
</p:tagLst>
</file>

<file path=ppt/tags/tag1314.xml><?xml version="1.0" encoding="utf-8"?>
<p:tagLst xmlns:a="http://schemas.openxmlformats.org/drawingml/2006/main" xmlns:r="http://schemas.openxmlformats.org/officeDocument/2006/relationships" xmlns:p="http://schemas.openxmlformats.org/presentationml/2006/main">
  <p:tag name="MTNUMBER" val="0.498636647359764"/>
  <p:tag name="MTTABLE" val="HDiv"/>
</p:tagLst>
</file>

<file path=ppt/tags/tag1315.xml><?xml version="1.0" encoding="utf-8"?>
<p:tagLst xmlns:a="http://schemas.openxmlformats.org/drawingml/2006/main" xmlns:r="http://schemas.openxmlformats.org/officeDocument/2006/relationships" xmlns:p="http://schemas.openxmlformats.org/presentationml/2006/main">
  <p:tag name="MTNUMBER" val="0.498636647359764"/>
  <p:tag name="MTTABLE" val="HDiv"/>
</p:tagLst>
</file>

<file path=ppt/tags/tag1316.xml><?xml version="1.0" encoding="utf-8"?>
<p:tagLst xmlns:a="http://schemas.openxmlformats.org/drawingml/2006/main" xmlns:r="http://schemas.openxmlformats.org/officeDocument/2006/relationships" xmlns:p="http://schemas.openxmlformats.org/presentationml/2006/main">
  <p:tag name="NAME" val="TrackerNumBlue"/>
</p:tagLst>
</file>

<file path=ppt/tags/tag1317.xml><?xml version="1.0" encoding="utf-8"?>
<p:tagLst xmlns:a="http://schemas.openxmlformats.org/drawingml/2006/main" xmlns:r="http://schemas.openxmlformats.org/officeDocument/2006/relationships" xmlns:p="http://schemas.openxmlformats.org/presentationml/2006/main">
  <p:tag name="NAME" val="TrackerNumBlue"/>
</p:tagLst>
</file>

<file path=ppt/tags/tag1318.xml><?xml version="1.0" encoding="utf-8"?>
<p:tagLst xmlns:a="http://schemas.openxmlformats.org/drawingml/2006/main" xmlns:r="http://schemas.openxmlformats.org/officeDocument/2006/relationships" xmlns:p="http://schemas.openxmlformats.org/presentationml/2006/main">
  <p:tag name="NAME" val="CustomIcon"/>
</p:tagLst>
</file>

<file path=ppt/tags/tag1319.xml><?xml version="1.0" encoding="utf-8"?>
<p:tagLst xmlns:a="http://schemas.openxmlformats.org/drawingml/2006/main" xmlns:r="http://schemas.openxmlformats.org/officeDocument/2006/relationships" xmlns:p="http://schemas.openxmlformats.org/presentationml/2006/main">
  <p:tag name="NAME" val="CustomIcon"/>
</p:tagLst>
</file>

<file path=ppt/tags/tag1320.xml><?xml version="1.0" encoding="utf-8"?>
<p:tagLst xmlns:a="http://schemas.openxmlformats.org/drawingml/2006/main" xmlns:r="http://schemas.openxmlformats.org/officeDocument/2006/relationships" xmlns:p="http://schemas.openxmlformats.org/presentationml/2006/main">
  <p:tag name="NAME" val="CustomIcon"/>
</p:tagLst>
</file>

<file path=ppt/tags/tag1321.xml><?xml version="1.0" encoding="utf-8"?>
<p:tagLst xmlns:a="http://schemas.openxmlformats.org/drawingml/2006/main" xmlns:r="http://schemas.openxmlformats.org/officeDocument/2006/relationships" xmlns:p="http://schemas.openxmlformats.org/presentationml/2006/main">
  <p:tag name="NAME" val="CustomIcon"/>
</p:tagLst>
</file>

<file path=ppt/tags/tag13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24.xml><?xml version="1.0" encoding="utf-8"?>
<p:tagLst xmlns:a="http://schemas.openxmlformats.org/drawingml/2006/main" xmlns:r="http://schemas.openxmlformats.org/officeDocument/2006/relationships" xmlns:p="http://schemas.openxmlformats.org/presentationml/2006/main">
  <p:tag name="THINKCELLSHAPEDONOTDELETE" val="tA6c6Nbycryrnge1Iyq721A"/>
</p:tagLst>
</file>

<file path=ppt/tags/tag1325.xml><?xml version="1.0" encoding="utf-8"?>
<p:tagLst xmlns:a="http://schemas.openxmlformats.org/drawingml/2006/main" xmlns:r="http://schemas.openxmlformats.org/officeDocument/2006/relationships" xmlns:p="http://schemas.openxmlformats.org/presentationml/2006/main">
  <p:tag name="THINKCELLSHAPEDONOTDELETE" val="ttk10yncVzZaBCM.RYGISiA"/>
</p:tagLst>
</file>

<file path=ppt/tags/tag1326.xml><?xml version="1.0" encoding="utf-8"?>
<p:tagLst xmlns:a="http://schemas.openxmlformats.org/drawingml/2006/main" xmlns:r="http://schemas.openxmlformats.org/officeDocument/2006/relationships" xmlns:p="http://schemas.openxmlformats.org/presentationml/2006/main">
  <p:tag name="THINKCELLSHAPEDONOTDELETE" val="tGcGZpj5x2e7uZOwv6B17VA"/>
</p:tagLst>
</file>

<file path=ppt/tags/tag1327.xml><?xml version="1.0" encoding="utf-8"?>
<p:tagLst xmlns:a="http://schemas.openxmlformats.org/drawingml/2006/main" xmlns:r="http://schemas.openxmlformats.org/officeDocument/2006/relationships" xmlns:p="http://schemas.openxmlformats.org/presentationml/2006/main">
  <p:tag name="THINKCELLSHAPEDONOTDELETE" val="tz7cDSbol6BqXlK2lsoHYBQ"/>
</p:tagLst>
</file>

<file path=ppt/tags/tag1328.xml><?xml version="1.0" encoding="utf-8"?>
<p:tagLst xmlns:a="http://schemas.openxmlformats.org/drawingml/2006/main" xmlns:r="http://schemas.openxmlformats.org/officeDocument/2006/relationships" xmlns:p="http://schemas.openxmlformats.org/presentationml/2006/main">
  <p:tag name="THINKCELLSHAPEDONOTDELETE" val="tx4OYrzooVfeFyGR3.6bzxA"/>
</p:tagLst>
</file>

<file path=ppt/tags/tag1329.xml><?xml version="1.0" encoding="utf-8"?>
<p:tagLst xmlns:a="http://schemas.openxmlformats.org/drawingml/2006/main" xmlns:r="http://schemas.openxmlformats.org/officeDocument/2006/relationships" xmlns:p="http://schemas.openxmlformats.org/presentationml/2006/main">
  <p:tag name="THINKCELLSHAPEDONOTDELETE" val="t9mvrJpiWCFDdyzKSlFNrDA"/>
</p:tagLst>
</file>

<file path=ppt/tags/tag1330.xml><?xml version="1.0" encoding="utf-8"?>
<p:tagLst xmlns:a="http://schemas.openxmlformats.org/drawingml/2006/main" xmlns:r="http://schemas.openxmlformats.org/officeDocument/2006/relationships" xmlns:p="http://schemas.openxmlformats.org/presentationml/2006/main">
  <p:tag name="THINKCELLSHAPEDONOTDELETE" val="t5V4Savq53gGFiDS6YBJdAw"/>
</p:tagLst>
</file>

<file path=ppt/tags/tag1331.xml><?xml version="1.0" encoding="utf-8"?>
<p:tagLst xmlns:a="http://schemas.openxmlformats.org/drawingml/2006/main" xmlns:r="http://schemas.openxmlformats.org/officeDocument/2006/relationships" xmlns:p="http://schemas.openxmlformats.org/presentationml/2006/main">
  <p:tag name="THINKCELLSHAPEDONOTDELETE" val="twHntvB4TNGHUqXu0cAH53Q"/>
</p:tagLst>
</file>

<file path=ppt/tags/tag1332.xml><?xml version="1.0" encoding="utf-8"?>
<p:tagLst xmlns:a="http://schemas.openxmlformats.org/drawingml/2006/main" xmlns:r="http://schemas.openxmlformats.org/officeDocument/2006/relationships" xmlns:p="http://schemas.openxmlformats.org/presentationml/2006/main">
  <p:tag name="THINKCELLSHAPEDONOTDELETE" val="tIagdCmBtniko61kZmjJ32w"/>
</p:tagLst>
</file>

<file path=ppt/tags/tag1333.xml><?xml version="1.0" encoding="utf-8"?>
<p:tagLst xmlns:a="http://schemas.openxmlformats.org/drawingml/2006/main" xmlns:r="http://schemas.openxmlformats.org/officeDocument/2006/relationships" xmlns:p="http://schemas.openxmlformats.org/presentationml/2006/main">
  <p:tag name="THINKCELLSHAPEDONOTDELETE" val="tJ2ofg6ReWjLX4TnTzfag1w"/>
</p:tagLst>
</file>

<file path=ppt/tags/tag1334.xml><?xml version="1.0" encoding="utf-8"?>
<p:tagLst xmlns:a="http://schemas.openxmlformats.org/drawingml/2006/main" xmlns:r="http://schemas.openxmlformats.org/officeDocument/2006/relationships" xmlns:p="http://schemas.openxmlformats.org/presentationml/2006/main">
  <p:tag name="THINKCELLSHAPEDONOTDELETE" val="tRLp8oFfXv7Nj0Mdg.iagtA"/>
</p:tagLst>
</file>

<file path=ppt/tags/tag1335.xml><?xml version="1.0" encoding="utf-8"?>
<p:tagLst xmlns:a="http://schemas.openxmlformats.org/drawingml/2006/main" xmlns:r="http://schemas.openxmlformats.org/officeDocument/2006/relationships" xmlns:p="http://schemas.openxmlformats.org/presentationml/2006/main">
  <p:tag name="THINKCELLSHAPEDONOTDELETE" val="tubK1qhMZoFTFYWkHP.yCqg"/>
</p:tagLst>
</file>

<file path=ppt/tags/tag1336.xml><?xml version="1.0" encoding="utf-8"?>
<p:tagLst xmlns:a="http://schemas.openxmlformats.org/drawingml/2006/main" xmlns:r="http://schemas.openxmlformats.org/officeDocument/2006/relationships" xmlns:p="http://schemas.openxmlformats.org/presentationml/2006/main">
  <p:tag name="THINKCELLSHAPEDONOTDELETE" val="tYZSiU1uGKCPuUtRqXsvC.A"/>
</p:tagLst>
</file>

<file path=ppt/tags/tag1337.xml><?xml version="1.0" encoding="utf-8"?>
<p:tagLst xmlns:a="http://schemas.openxmlformats.org/drawingml/2006/main" xmlns:r="http://schemas.openxmlformats.org/officeDocument/2006/relationships" xmlns:p="http://schemas.openxmlformats.org/presentationml/2006/main">
  <p:tag name="THINKCELLSHAPEDONOTDELETE" val="tVmjHqWzLwJx3ZhziFEV8iQ"/>
</p:tagLst>
</file>

<file path=ppt/tags/tag1338.xml><?xml version="1.0" encoding="utf-8"?>
<p:tagLst xmlns:a="http://schemas.openxmlformats.org/drawingml/2006/main" xmlns:r="http://schemas.openxmlformats.org/officeDocument/2006/relationships" xmlns:p="http://schemas.openxmlformats.org/presentationml/2006/main">
  <p:tag name="THINKCELLSHAPEDONOTDELETE" val="t7G.X.KbI_Ew7nFd4KlBJYw"/>
</p:tagLst>
</file>

<file path=ppt/tags/tag1339.xml><?xml version="1.0" encoding="utf-8"?>
<p:tagLst xmlns:a="http://schemas.openxmlformats.org/drawingml/2006/main" xmlns:r="http://schemas.openxmlformats.org/officeDocument/2006/relationships" xmlns:p="http://schemas.openxmlformats.org/presentationml/2006/main">
  <p:tag name="THINKCELLSHAPEDONOTDELETE" val="tbkv4ArQ6q9f0ajyqKFHEIw"/>
</p:tagLst>
</file>

<file path=ppt/tags/tag1340.xml><?xml version="1.0" encoding="utf-8"?>
<p:tagLst xmlns:a="http://schemas.openxmlformats.org/drawingml/2006/main" xmlns:r="http://schemas.openxmlformats.org/officeDocument/2006/relationships" xmlns:p="http://schemas.openxmlformats.org/presentationml/2006/main">
  <p:tag name="THINKCELLSHAPEDONOTDELETE" val="tS1aObohw5Nl_47hPYZwweQ"/>
</p:tagLst>
</file>

<file path=ppt/tags/tag1341.xml><?xml version="1.0" encoding="utf-8"?>
<p:tagLst xmlns:a="http://schemas.openxmlformats.org/drawingml/2006/main" xmlns:r="http://schemas.openxmlformats.org/officeDocument/2006/relationships" xmlns:p="http://schemas.openxmlformats.org/presentationml/2006/main">
  <p:tag name="THINKCELLSHAPEDONOTDELETE" val="tRJ.10xWAJGUt_7i8V16ZGQ"/>
</p:tagLst>
</file>

<file path=ppt/tags/tag1342.xml><?xml version="1.0" encoding="utf-8"?>
<p:tagLst xmlns:a="http://schemas.openxmlformats.org/drawingml/2006/main" xmlns:r="http://schemas.openxmlformats.org/officeDocument/2006/relationships" xmlns:p="http://schemas.openxmlformats.org/presentationml/2006/main">
  <p:tag name="THINKCELLSHAPEDONOTDELETE" val="tfkF34XtQimAejmGYWqusuA"/>
</p:tagLst>
</file>

<file path=ppt/tags/tag1343.xml><?xml version="1.0" encoding="utf-8"?>
<p:tagLst xmlns:a="http://schemas.openxmlformats.org/drawingml/2006/main" xmlns:r="http://schemas.openxmlformats.org/officeDocument/2006/relationships" xmlns:p="http://schemas.openxmlformats.org/presentationml/2006/main">
  <p:tag name="THINKCELLSHAPEDONOTDELETE" val="t.kTAue0R3F2OKr9DtCEdXw"/>
</p:tagLst>
</file>

<file path=ppt/tags/tag1344.xml><?xml version="1.0" encoding="utf-8"?>
<p:tagLst xmlns:a="http://schemas.openxmlformats.org/drawingml/2006/main" xmlns:r="http://schemas.openxmlformats.org/officeDocument/2006/relationships" xmlns:p="http://schemas.openxmlformats.org/presentationml/2006/main">
  <p:tag name="THINKCELLSHAPEDONOTDELETE" val="td1y6JB5Nd3u8lxs2ymIrKw"/>
</p:tagLst>
</file>

<file path=ppt/tags/tag1345.xml><?xml version="1.0" encoding="utf-8"?>
<p:tagLst xmlns:a="http://schemas.openxmlformats.org/drawingml/2006/main" xmlns:r="http://schemas.openxmlformats.org/officeDocument/2006/relationships" xmlns:p="http://schemas.openxmlformats.org/presentationml/2006/main">
  <p:tag name="THINKCELLSHAPEDONOTDELETE" val="tZXgYf6Ns4hBfMcQ8bPPGBQ"/>
</p:tagLst>
</file>

<file path=ppt/tags/tag1346.xml><?xml version="1.0" encoding="utf-8"?>
<p:tagLst xmlns:a="http://schemas.openxmlformats.org/drawingml/2006/main" xmlns:r="http://schemas.openxmlformats.org/officeDocument/2006/relationships" xmlns:p="http://schemas.openxmlformats.org/presentationml/2006/main">
  <p:tag name="THINKCELLSHAPEDONOTDELETE" val="tnKIrTxMEQKxfv4qHSsoifg"/>
</p:tagLst>
</file>

<file path=ppt/tags/tag1347.xml><?xml version="1.0" encoding="utf-8"?>
<p:tagLst xmlns:a="http://schemas.openxmlformats.org/drawingml/2006/main" xmlns:r="http://schemas.openxmlformats.org/officeDocument/2006/relationships" xmlns:p="http://schemas.openxmlformats.org/presentationml/2006/main">
  <p:tag name="THINKCELLSHAPEDONOTDELETE" val="tm.KVF2iNUxWlyNBwMAz4xw"/>
</p:tagLst>
</file>

<file path=ppt/tags/tag1348.xml><?xml version="1.0" encoding="utf-8"?>
<p:tagLst xmlns:a="http://schemas.openxmlformats.org/drawingml/2006/main" xmlns:r="http://schemas.openxmlformats.org/officeDocument/2006/relationships" xmlns:p="http://schemas.openxmlformats.org/presentationml/2006/main">
  <p:tag name="THINKCELLSHAPEDONOTDELETE" val="tFpQF2RP7iNkJ0PZlaDD3Mw"/>
</p:tagLst>
</file>

<file path=ppt/tags/tag1349.xml><?xml version="1.0" encoding="utf-8"?>
<p:tagLst xmlns:a="http://schemas.openxmlformats.org/drawingml/2006/main" xmlns:r="http://schemas.openxmlformats.org/officeDocument/2006/relationships" xmlns:p="http://schemas.openxmlformats.org/presentationml/2006/main">
  <p:tag name="THINKCELLSHAPEDONOTDELETE" val="tFy8sKhFH8F5zSB06hgPx7g"/>
</p:tagLst>
</file>

<file path=ppt/tags/tag1350.xml><?xml version="1.0" encoding="utf-8"?>
<p:tagLst xmlns:a="http://schemas.openxmlformats.org/drawingml/2006/main" xmlns:r="http://schemas.openxmlformats.org/officeDocument/2006/relationships" xmlns:p="http://schemas.openxmlformats.org/presentationml/2006/main">
  <p:tag name="THINKCELLSHAPEDONOTDELETE" val="tilJzLvoaqFQXWkBP9v9WSw"/>
</p:tagLst>
</file>

<file path=ppt/tags/tag1351.xml><?xml version="1.0" encoding="utf-8"?>
<p:tagLst xmlns:a="http://schemas.openxmlformats.org/drawingml/2006/main" xmlns:r="http://schemas.openxmlformats.org/officeDocument/2006/relationships" xmlns:p="http://schemas.openxmlformats.org/presentationml/2006/main">
  <p:tag name="THINKCELLSHAPEDONOTDELETE" val="tqfDZDA7M_xHoREIqh6x3zA"/>
</p:tagLst>
</file>

<file path=ppt/tags/tag1352.xml><?xml version="1.0" encoding="utf-8"?>
<p:tagLst xmlns:a="http://schemas.openxmlformats.org/drawingml/2006/main" xmlns:r="http://schemas.openxmlformats.org/officeDocument/2006/relationships" xmlns:p="http://schemas.openxmlformats.org/presentationml/2006/main">
  <p:tag name="THINKCELLSHAPEDONOTDELETE" val="txdM5b_knW0IE7SkhlogmNw"/>
</p:tagLst>
</file>

<file path=ppt/tags/tag1353.xml><?xml version="1.0" encoding="utf-8"?>
<p:tagLst xmlns:a="http://schemas.openxmlformats.org/drawingml/2006/main" xmlns:r="http://schemas.openxmlformats.org/officeDocument/2006/relationships" xmlns:p="http://schemas.openxmlformats.org/presentationml/2006/main">
  <p:tag name="THINKCELLSHAPEDONOTDELETE" val="t4T1vlkbVM6ThRRDFPrV7Hg"/>
</p:tagLst>
</file>

<file path=ppt/tags/tag1354.xml><?xml version="1.0" encoding="utf-8"?>
<p:tagLst xmlns:a="http://schemas.openxmlformats.org/drawingml/2006/main" xmlns:r="http://schemas.openxmlformats.org/officeDocument/2006/relationships" xmlns:p="http://schemas.openxmlformats.org/presentationml/2006/main">
  <p:tag name="THINKCELLSHAPEDONOTDELETE" val="tQ12l1FXsZjqcsISyoqhy5A"/>
</p:tagLst>
</file>

<file path=ppt/tags/tag1355.xml><?xml version="1.0" encoding="utf-8"?>
<p:tagLst xmlns:a="http://schemas.openxmlformats.org/drawingml/2006/main" xmlns:r="http://schemas.openxmlformats.org/officeDocument/2006/relationships" xmlns:p="http://schemas.openxmlformats.org/presentationml/2006/main">
  <p:tag name="THINKCELLSHAPEDONOTDELETE" val="tct35qtyDPnzX0nPldmhAOQ"/>
</p:tagLst>
</file>

<file path=ppt/tags/tag1356.xml><?xml version="1.0" encoding="utf-8"?>
<p:tagLst xmlns:a="http://schemas.openxmlformats.org/drawingml/2006/main" xmlns:r="http://schemas.openxmlformats.org/officeDocument/2006/relationships" xmlns:p="http://schemas.openxmlformats.org/presentationml/2006/main">
  <p:tag name="THINKCELLSHAPEDONOTDELETE" val="tHK0qWWXLIoO1Enbv.vBEew"/>
</p:tagLst>
</file>

<file path=ppt/tags/tag1357.xml><?xml version="1.0" encoding="utf-8"?>
<p:tagLst xmlns:a="http://schemas.openxmlformats.org/drawingml/2006/main" xmlns:r="http://schemas.openxmlformats.org/officeDocument/2006/relationships" xmlns:p="http://schemas.openxmlformats.org/presentationml/2006/main">
  <p:tag name="THINKCELLSHAPEDONOTDELETE" val="tr9X62SAZBD2TTQ1YqDFDcQ"/>
</p:tagLst>
</file>

<file path=ppt/tags/tag1358.xml><?xml version="1.0" encoding="utf-8"?>
<p:tagLst xmlns:a="http://schemas.openxmlformats.org/drawingml/2006/main" xmlns:r="http://schemas.openxmlformats.org/officeDocument/2006/relationships" xmlns:p="http://schemas.openxmlformats.org/presentationml/2006/main">
  <p:tag name="THINKCELLSHAPEDONOTDELETE" val="tdSacYqw7GTtPnwuw6Ik7cA"/>
</p:tagLst>
</file>

<file path=ppt/tags/tag1359.xml><?xml version="1.0" encoding="utf-8"?>
<p:tagLst xmlns:a="http://schemas.openxmlformats.org/drawingml/2006/main" xmlns:r="http://schemas.openxmlformats.org/officeDocument/2006/relationships" xmlns:p="http://schemas.openxmlformats.org/presentationml/2006/main">
  <p:tag name="THINKCELLSHAPEDONOTDELETE" val="t_Rz4E72FkQ3iyM7hB91myg"/>
</p:tagLst>
</file>

<file path=ppt/tags/tag1360.xml><?xml version="1.0" encoding="utf-8"?>
<p:tagLst xmlns:a="http://schemas.openxmlformats.org/drawingml/2006/main" xmlns:r="http://schemas.openxmlformats.org/officeDocument/2006/relationships" xmlns:p="http://schemas.openxmlformats.org/presentationml/2006/main">
  <p:tag name="THINKCELLSHAPEDONOTDELETE" val="tVgoi4.HR7_pUMLz2H1dJOw"/>
</p:tagLst>
</file>

<file path=ppt/tags/tag1361.xml><?xml version="1.0" encoding="utf-8"?>
<p:tagLst xmlns:a="http://schemas.openxmlformats.org/drawingml/2006/main" xmlns:r="http://schemas.openxmlformats.org/officeDocument/2006/relationships" xmlns:p="http://schemas.openxmlformats.org/presentationml/2006/main">
  <p:tag name="THINKCELLSHAPEDONOTDELETE" val="tqTOuxvJkpb2hAGZMrw5VwA"/>
</p:tagLst>
</file>

<file path=ppt/tags/tag1362.xml><?xml version="1.0" encoding="utf-8"?>
<p:tagLst xmlns:a="http://schemas.openxmlformats.org/drawingml/2006/main" xmlns:r="http://schemas.openxmlformats.org/officeDocument/2006/relationships" xmlns:p="http://schemas.openxmlformats.org/presentationml/2006/main">
  <p:tag name="THINKCELLSHAPEDONOTDELETE" val="txtehvbQlGoZRV.KJEZQYCw"/>
</p:tagLst>
</file>

<file path=ppt/tags/tag1363.xml><?xml version="1.0" encoding="utf-8"?>
<p:tagLst xmlns:a="http://schemas.openxmlformats.org/drawingml/2006/main" xmlns:r="http://schemas.openxmlformats.org/officeDocument/2006/relationships" xmlns:p="http://schemas.openxmlformats.org/presentationml/2006/main">
  <p:tag name="THINKCELLSHAPEDONOTDELETE" val="tEeke_XfcJNcUqj4lMqTR.A"/>
</p:tagLst>
</file>

<file path=ppt/tags/tag1364.xml><?xml version="1.0" encoding="utf-8"?>
<p:tagLst xmlns:a="http://schemas.openxmlformats.org/drawingml/2006/main" xmlns:r="http://schemas.openxmlformats.org/officeDocument/2006/relationships" xmlns:p="http://schemas.openxmlformats.org/presentationml/2006/main">
  <p:tag name="THINKCELLSHAPEDONOTDELETE" val="tW8KSeLIJGWvpINQRwaiRsA"/>
</p:tagLst>
</file>

<file path=ppt/tags/tag1365.xml><?xml version="1.0" encoding="utf-8"?>
<p:tagLst xmlns:a="http://schemas.openxmlformats.org/drawingml/2006/main" xmlns:r="http://schemas.openxmlformats.org/officeDocument/2006/relationships" xmlns:p="http://schemas.openxmlformats.org/presentationml/2006/main">
  <p:tag name="THINKCELLSHAPEDONOTDELETE" val="tFsnOQU8lIcieUXJc8sp8Og"/>
</p:tagLst>
</file>

<file path=ppt/tags/tag1366.xml><?xml version="1.0" encoding="utf-8"?>
<p:tagLst xmlns:a="http://schemas.openxmlformats.org/drawingml/2006/main" xmlns:r="http://schemas.openxmlformats.org/officeDocument/2006/relationships" xmlns:p="http://schemas.openxmlformats.org/presentationml/2006/main">
  <p:tag name="THINKCELLSHAPEDONOTDELETE" val="ttroaCtNBQ7.e.GhWZZZhhQ"/>
</p:tagLst>
</file>

<file path=ppt/tags/tag1367.xml><?xml version="1.0" encoding="utf-8"?>
<p:tagLst xmlns:a="http://schemas.openxmlformats.org/drawingml/2006/main" xmlns:r="http://schemas.openxmlformats.org/officeDocument/2006/relationships" xmlns:p="http://schemas.openxmlformats.org/presentationml/2006/main">
  <p:tag name="THINKCELLSHAPEDONOTDELETE" val="t_Qb4ja6wmvK06CZyNNNSfg"/>
</p:tagLst>
</file>

<file path=ppt/tags/tag1368.xml><?xml version="1.0" encoding="utf-8"?>
<p:tagLst xmlns:a="http://schemas.openxmlformats.org/drawingml/2006/main" xmlns:r="http://schemas.openxmlformats.org/officeDocument/2006/relationships" xmlns:p="http://schemas.openxmlformats.org/presentationml/2006/main">
  <p:tag name="THINKCELLSHAPEDONOTDELETE" val="te_3M9KIKCvMQZrA9nC9neg"/>
</p:tagLst>
</file>

<file path=ppt/tags/tag1369.xml><?xml version="1.0" encoding="utf-8"?>
<p:tagLst xmlns:a="http://schemas.openxmlformats.org/drawingml/2006/main" xmlns:r="http://schemas.openxmlformats.org/officeDocument/2006/relationships" xmlns:p="http://schemas.openxmlformats.org/presentationml/2006/main">
  <p:tag name="THINKCELLSHAPEDONOTDELETE" val="t_Yst1FVyiTfP6zgtGS41UA"/>
</p:tagLst>
</file>

<file path=ppt/tags/tag1370.xml><?xml version="1.0" encoding="utf-8"?>
<p:tagLst xmlns:a="http://schemas.openxmlformats.org/drawingml/2006/main" xmlns:r="http://schemas.openxmlformats.org/officeDocument/2006/relationships" xmlns:p="http://schemas.openxmlformats.org/presentationml/2006/main">
  <p:tag name="THINKCELLSHAPEDONOTDELETE" val="trDuhJQeyu6rlM8tqRVArCg"/>
</p:tagLst>
</file>

<file path=ppt/tags/tag1371.xml><?xml version="1.0" encoding="utf-8"?>
<p:tagLst xmlns:a="http://schemas.openxmlformats.org/drawingml/2006/main" xmlns:r="http://schemas.openxmlformats.org/officeDocument/2006/relationships" xmlns:p="http://schemas.openxmlformats.org/presentationml/2006/main">
  <p:tag name="THINKCELLSHAPEDONOTDELETE" val="t0SFrwb6TUiqtlH1IXx2uwA"/>
</p:tagLst>
</file>

<file path=ppt/tags/tag1372.xml><?xml version="1.0" encoding="utf-8"?>
<p:tagLst xmlns:a="http://schemas.openxmlformats.org/drawingml/2006/main" xmlns:r="http://schemas.openxmlformats.org/officeDocument/2006/relationships" xmlns:p="http://schemas.openxmlformats.org/presentationml/2006/main">
  <p:tag name="THINKCELLSHAPEDONOTDELETE" val="t0lUl4.GuGRqU8JqNtxaXRA"/>
</p:tagLst>
</file>

<file path=ppt/tags/tag1373.xml><?xml version="1.0" encoding="utf-8"?>
<p:tagLst xmlns:a="http://schemas.openxmlformats.org/drawingml/2006/main" xmlns:r="http://schemas.openxmlformats.org/officeDocument/2006/relationships" xmlns:p="http://schemas.openxmlformats.org/presentationml/2006/main">
  <p:tag name="THINKCELLSHAPEDONOTDELETE" val="t38Oa.UhIo6.mgIiGW_5_6w"/>
</p:tagLst>
</file>

<file path=ppt/tags/tag1374.xml><?xml version="1.0" encoding="utf-8"?>
<p:tagLst xmlns:a="http://schemas.openxmlformats.org/drawingml/2006/main" xmlns:r="http://schemas.openxmlformats.org/officeDocument/2006/relationships" xmlns:p="http://schemas.openxmlformats.org/presentationml/2006/main">
  <p:tag name="THINKCELLSHAPEDONOTDELETE" val="tDTYQxJdyYcQBKbqSU0Rifg"/>
</p:tagLst>
</file>

<file path=ppt/tags/tag1375.xml><?xml version="1.0" encoding="utf-8"?>
<p:tagLst xmlns:a="http://schemas.openxmlformats.org/drawingml/2006/main" xmlns:r="http://schemas.openxmlformats.org/officeDocument/2006/relationships" xmlns:p="http://schemas.openxmlformats.org/presentationml/2006/main">
  <p:tag name="THINKCELLSHAPEDONOTDELETE" val="tFTorc96VD2dUaQuUwwHOvw"/>
</p:tagLst>
</file>

<file path=ppt/tags/tag1376.xml><?xml version="1.0" encoding="utf-8"?>
<p:tagLst xmlns:a="http://schemas.openxmlformats.org/drawingml/2006/main" xmlns:r="http://schemas.openxmlformats.org/officeDocument/2006/relationships" xmlns:p="http://schemas.openxmlformats.org/presentationml/2006/main">
  <p:tag name="THINKCELLSHAPEDONOTDELETE" val="tmUVwyJ6OsykkTpWV3qt6ZQ"/>
</p:tagLst>
</file>

<file path=ppt/tags/tag1377.xml><?xml version="1.0" encoding="utf-8"?>
<p:tagLst xmlns:a="http://schemas.openxmlformats.org/drawingml/2006/main" xmlns:r="http://schemas.openxmlformats.org/officeDocument/2006/relationships" xmlns:p="http://schemas.openxmlformats.org/presentationml/2006/main">
  <p:tag name="SHAPENAME" val="3. Subtitle"/>
</p:tagLst>
</file>

<file path=ppt/theme/theme1.xml><?xml version="1.0" encoding="utf-8"?>
<a:theme xmlns:a="http://schemas.openxmlformats.org/drawingml/2006/main" name="White">
  <a:themeElements>
    <a:clrScheme name="Custom 10">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fontScheme name="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extraClrScheme>
  </a:extraClrSchemeLst>
  <a:custClrLst>
    <a:custClr name="Electric Blue 900">
      <a:srgbClr val="061F79"/>
    </a:custClr>
    <a:custClr name="Electric Blue 700">
      <a:srgbClr val="1537BA"/>
    </a:custClr>
    <a:custClr name="Electric Blue 500">
      <a:srgbClr val="2251FF"/>
    </a:custClr>
    <a:custClr name="Electric Blue 300">
      <a:srgbClr val="5E9DFF"/>
    </a:custClr>
    <a:custClr name="Electric Blue 200">
      <a:srgbClr val="99C4FF"/>
    </a:custClr>
    <a:custClr name="Null">
      <a:srgbClr val="FEFFFF"/>
    </a:custClr>
    <a:custClr name="Null">
      <a:srgbClr val="FEFFFF"/>
    </a:custClr>
    <a:custClr name="Null">
      <a:srgbClr val="FEFFFF"/>
    </a:custClr>
    <a:custClr name="Null">
      <a:srgbClr val="FEFFFF"/>
    </a:custClr>
    <a:custClr name="Null">
      <a:srgbClr val="FEFFFF"/>
    </a:custClr>
    <a:custClr name="Deep Blue 900">
      <a:srgbClr val="051C2C"/>
    </a:custClr>
    <a:custClr name="Electric Blue 800">
      <a:srgbClr val="0E2B99"/>
    </a:custClr>
    <a:custClr name="Electric Blue 500">
      <a:srgbClr val="2251FF"/>
    </a:custClr>
    <a:custClr name="Electric Blue 200">
      <a:srgbClr val="99C4FF"/>
    </a:custClr>
    <a:custClr name="Gray 10%">
      <a:srgbClr val="E6E6E6"/>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Marine Green 900">
      <a:srgbClr val="108980"/>
    </a:custClr>
    <a:custClr name="Marine Green 700">
      <a:srgbClr val="14B8AB"/>
    </a:custClr>
    <a:custClr name="Marine Green 500">
      <a:srgbClr val="0BDACB"/>
    </a:custClr>
    <a:custClr name="Marine Green 300">
      <a:srgbClr val="75F0E7"/>
    </a:custClr>
    <a:custClr name="Sand Neutral 300">
      <a:srgbClr val="E6D7BC"/>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Marine Green 500">
      <a:srgbClr val="0BDACB"/>
    </a:custClr>
    <a:custClr name="Amber Yellow 500">
      <a:srgbClr val="FFA800"/>
    </a:custClr>
    <a:custClr name="Crimson Red 500">
      <a:srgbClr val="E33B3B"/>
    </a:custClr>
    <a:custClr name="Deep Blue 900">
      <a:srgbClr val="051C2C"/>
    </a:custClr>
    <a:custClr name="Null">
      <a:srgbClr val="FEFFFF"/>
    </a:custClr>
    <a:custClr name="Null">
      <a:srgbClr val="FEFFFF"/>
    </a:custClr>
    <a:custClr name="Null">
      <a:srgbClr val="FEFFFF"/>
    </a:custClr>
    <a:custClr name="Null">
      <a:srgbClr val="FEFFFF"/>
    </a:custClr>
    <a:custClr name="Null">
      <a:srgbClr val="FEFFFF"/>
    </a:custClr>
    <a:custClr name="Null">
      <a:srgbClr val="FEFFFF"/>
    </a:custClr>
  </a:custClrLst>
  <a:extLst>
    <a:ext uri="{05A4C25C-085E-4340-85A3-A5531E510DB2}">
      <thm15:themeFamily xmlns:thm15="http://schemas.microsoft.com/office/thememl/2012/main" name="OneFirm-English (United States)-Wide.potx" id="{E7F1697F-D05C-420C-A8B4-3A941AA7A471}" vid="{CA853051-14C5-410C-8048-8ECA5C4E8371}"/>
    </a:ext>
  </a:extLst>
</a:theme>
</file>

<file path=ppt/theme/theme2.xml><?xml version="1.0" encoding="utf-8"?>
<a:theme xmlns:a="http://schemas.openxmlformats.org/drawingml/2006/main" name="Contrast">
  <a:themeElements>
    <a:clrScheme name="Custom 18">
      <a:dk1>
        <a:srgbClr val="FFFFFF"/>
      </a:dk1>
      <a:lt1>
        <a:srgbClr val="051C2C"/>
      </a:lt1>
      <a:dk2>
        <a:srgbClr val="000000"/>
      </a:dk2>
      <a:lt2>
        <a:srgbClr val="000000"/>
      </a:lt2>
      <a:accent1>
        <a:srgbClr val="FFFFFF"/>
      </a:accent1>
      <a:accent2>
        <a:srgbClr val="00A9F4"/>
      </a:accent2>
      <a:accent3>
        <a:srgbClr val="2251FF"/>
      </a:accent3>
      <a:accent4>
        <a:srgbClr val="99E6FF"/>
      </a:accent4>
      <a:accent5>
        <a:srgbClr val="0679C3"/>
      </a:accent5>
      <a:accent6>
        <a:srgbClr val="75F0E7"/>
      </a:accent6>
      <a:hlink>
        <a:srgbClr val="00A9F4"/>
      </a:hlink>
      <a:folHlink>
        <a:srgbClr val="8C5AC8"/>
      </a:folHlink>
    </a:clrScheme>
    <a:fontScheme name="Scheme Blu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Blue">
        <a:dk1>
          <a:srgbClr val="FFFFFF"/>
        </a:dk1>
        <a:lt1>
          <a:srgbClr val="051C2C"/>
        </a:lt1>
        <a:dk2>
          <a:srgbClr val="000000"/>
        </a:dk2>
        <a:lt2>
          <a:srgbClr val="000000"/>
        </a:lt2>
        <a:accent1>
          <a:srgbClr val="FFFFFF"/>
        </a:accent1>
        <a:accent2>
          <a:srgbClr val="00A9F4"/>
        </a:accent2>
        <a:accent3>
          <a:srgbClr val="2251FF"/>
        </a:accent3>
        <a:accent4>
          <a:srgbClr val="99E6FF"/>
        </a:accent4>
        <a:accent5>
          <a:srgbClr val="0679C3"/>
        </a:accent5>
        <a:accent6>
          <a:srgbClr val="75F0E7"/>
        </a:accent6>
        <a:hlink>
          <a:srgbClr val="00A9F4"/>
        </a:hlink>
        <a:folHlink>
          <a:srgbClr val="8C5AC8"/>
        </a:folHlink>
      </a:clrScheme>
    </a:extraClrScheme>
  </a:extraClrSchemeLst>
  <a:custClrLst>
    <a:custClr name="Cyan 200">
      <a:srgbClr val="99E6FF"/>
    </a:custClr>
    <a:custClr name="Cyan 300">
      <a:srgbClr val="6ECBF7"/>
    </a:custClr>
    <a:custClr name="Cyan 500">
      <a:srgbClr val="00A9F4"/>
    </a:custClr>
    <a:custClr name="Cyan 700">
      <a:srgbClr val="0679C3"/>
    </a:custClr>
    <a:custClr name="Cyan 900">
      <a:srgbClr val="084D91"/>
    </a:custClr>
    <a:custClr name="Null">
      <a:srgbClr val="FEFFFF"/>
    </a:custClr>
    <a:custClr name="Null">
      <a:srgbClr val="FEFFFF"/>
    </a:custClr>
    <a:custClr name="Null">
      <a:srgbClr val="FEFFFF"/>
    </a:custClr>
    <a:custClr name="Null">
      <a:srgbClr val="FEFFFF"/>
    </a:custClr>
    <a:custClr name="Null">
      <a:srgbClr val="FEFFFF"/>
    </a:custClr>
    <a:custClr name="Cyan 700">
      <a:srgbClr val="0679C3"/>
    </a:custClr>
    <a:custClr name="Cyan 300">
      <a:srgbClr val="6ECBF7"/>
    </a:custClr>
    <a:custClr name="Gray 10%">
      <a:srgbClr val="E6E6E6"/>
    </a:custClr>
    <a:custClr name="Crimson Red 300">
      <a:srgbClr val="F17E7E"/>
    </a:custClr>
    <a:custClr name="Crimson Red 600">
      <a:srgbClr val="CD3030"/>
    </a:custClr>
    <a:custClr name="Null">
      <a:srgbClr val="FEFFFF"/>
    </a:custClr>
    <a:custClr name="Null">
      <a:srgbClr val="FEFFFF"/>
    </a:custClr>
    <a:custClr name="Null">
      <a:srgbClr val="FEFFFF"/>
    </a:custClr>
    <a:custClr name="Null">
      <a:srgbClr val="FEFFFF"/>
    </a:custClr>
    <a:custClr name="Null">
      <a:srgbClr val="FEFFFF"/>
    </a:custClr>
    <a:custClr name="Marine Green 900">
      <a:srgbClr val="108980"/>
    </a:custClr>
    <a:custClr name="Marine Green 600">
      <a:srgbClr val="10CBBC"/>
    </a:custClr>
    <a:custClr name="Sand Neutral 300">
      <a:srgbClr val="E6D7BC"/>
    </a:custClr>
    <a:custClr name="Crimson Red 300">
      <a:srgbClr val="F17E7E"/>
    </a:custClr>
    <a:custClr name="Crimson Red 600">
      <a:srgbClr val="CD3030"/>
    </a:custClr>
    <a:custClr name="Null">
      <a:srgbClr val="FEFFFF"/>
    </a:custClr>
    <a:custClr name="Null">
      <a:srgbClr val="FEFFFF"/>
    </a:custClr>
    <a:custClr name="Null">
      <a:srgbClr val="FEFFFF"/>
    </a:custClr>
    <a:custClr name="Null">
      <a:srgbClr val="FEFFFF"/>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Electric Blue 900">
      <a:srgbClr val="061F79"/>
    </a:custClr>
    <a:custClr name="Marine Green 500">
      <a:srgbClr val="0BDACB"/>
    </a:custClr>
    <a:custClr name="Amber Yellow 500">
      <a:srgbClr val="FFA800"/>
    </a:custClr>
    <a:custClr name="Crimson Red 500">
      <a:srgbClr val="E33B3B"/>
    </a:custClr>
    <a:custClr name="Deep Blue 700">
      <a:srgbClr val="103559"/>
    </a:custClr>
    <a:custClr name="Deep Blue 600">
      <a:srgbClr val="1B456E"/>
    </a:custClr>
    <a:custClr name="Deep Blue 500">
      <a:srgbClr val="2B5580"/>
    </a:custClr>
    <a:custClr name="Deep Blue 300">
      <a:srgbClr val="5380AC"/>
    </a:custClr>
    <a:custClr name="Deep Blue 200">
      <a:srgbClr val="82A6C9"/>
    </a:custClr>
    <a:custClr name="Null">
      <a:srgbClr val="FEFFFF"/>
    </a:custClr>
    <a:custClr name="Null">
      <a:srgbClr val="FEFFFF"/>
    </a:custClr>
  </a:custClrLst>
  <a:extLst>
    <a:ext uri="{05A4C25C-085E-4340-85A3-A5531E510DB2}">
      <thm15:themeFamily xmlns:thm15="http://schemas.microsoft.com/office/thememl/2012/main" name="OneFirm-English (United States)-Wide.potx" id="{E7F1697F-D05C-420C-A8B4-3A941AA7A471}" vid="{229FB231-AA91-4194-80BE-BFCE94AB411C}"/>
    </a:ext>
  </a:extLst>
</a:theme>
</file>

<file path=ppt/theme/theme3.xml><?xml version="1.0" encoding="utf-8"?>
<a:theme xmlns:a="http://schemas.openxmlformats.org/drawingml/2006/main" name="1_White">
  <a:themeElements>
    <a:clrScheme name="Custom 10">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fontScheme name="White Fonts">
      <a:majorFont>
        <a:latin typeface="Georgia"/>
        <a:ea typeface=""/>
        <a:cs typeface=""/>
      </a:majorFont>
      <a:minorFont>
        <a:latin typeface="Arial"/>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flat">
          <a:solidFill>
            <a:schemeClr val="tx1"/>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61F79"/>
        </a:accent1>
        <a:accent2>
          <a:srgbClr val="00A9F4"/>
        </a:accent2>
        <a:accent3>
          <a:srgbClr val="2251FF"/>
        </a:accent3>
        <a:accent4>
          <a:srgbClr val="99E6FF"/>
        </a:accent4>
        <a:accent5>
          <a:srgbClr val="0679C3"/>
        </a:accent5>
        <a:accent6>
          <a:srgbClr val="75F0E7"/>
        </a:accent6>
        <a:hlink>
          <a:srgbClr val="1F40E6"/>
        </a:hlink>
        <a:folHlink>
          <a:srgbClr val="8C5AC8"/>
        </a:folHlink>
      </a:clrScheme>
    </a:extraClrScheme>
  </a:extraClrSchemeLst>
  <a:custClrLst>
    <a:custClr name="Electric Blue 900">
      <a:srgbClr val="061F79"/>
    </a:custClr>
    <a:custClr name="Electric Blue 700">
      <a:srgbClr val="1537BA"/>
    </a:custClr>
    <a:custClr name="Electric Blue 500">
      <a:srgbClr val="2251FF"/>
    </a:custClr>
    <a:custClr name="Electric Blue 300">
      <a:srgbClr val="5E9DFF"/>
    </a:custClr>
    <a:custClr name="Electric Blue 200">
      <a:srgbClr val="99C4FF"/>
    </a:custClr>
    <a:custClr name="Null">
      <a:srgbClr val="FEFFFF"/>
    </a:custClr>
    <a:custClr name="Null">
      <a:srgbClr val="FEFFFF"/>
    </a:custClr>
    <a:custClr name="Null">
      <a:srgbClr val="FEFFFF"/>
    </a:custClr>
    <a:custClr name="Null">
      <a:srgbClr val="FEFFFF"/>
    </a:custClr>
    <a:custClr name="Null">
      <a:srgbClr val="FEFFFF"/>
    </a:custClr>
    <a:custClr name="Deep Blue 900">
      <a:srgbClr val="051C2C"/>
    </a:custClr>
    <a:custClr name="Electric Blue 800">
      <a:srgbClr val="0E2B99"/>
    </a:custClr>
    <a:custClr name="Electric Blue 500">
      <a:srgbClr val="2251FF"/>
    </a:custClr>
    <a:custClr name="Electric Blue 200">
      <a:srgbClr val="99C4FF"/>
    </a:custClr>
    <a:custClr name="Gray 10%">
      <a:srgbClr val="E6E6E6"/>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Marine Green 900">
      <a:srgbClr val="108980"/>
    </a:custClr>
    <a:custClr name="Marine Green 700">
      <a:srgbClr val="14B8AB"/>
    </a:custClr>
    <a:custClr name="Marine Green 500">
      <a:srgbClr val="0BDACB"/>
    </a:custClr>
    <a:custClr name="Marine Green 300">
      <a:srgbClr val="75F0E7"/>
    </a:custClr>
    <a:custClr name="Sand Neutral 300">
      <a:srgbClr val="E6D7BC"/>
    </a:custClr>
    <a:custClr name="Crimson Red 300">
      <a:srgbClr val="F17E7E"/>
    </a:custClr>
    <a:custClr name="Crimson Red 500">
      <a:srgbClr val="E33B3B"/>
    </a:custClr>
    <a:custClr name="Crimson Red 700">
      <a:srgbClr val="B82525"/>
    </a:custClr>
    <a:custClr name="Crimson Red 900">
      <a:srgbClr val="8E0B0B"/>
    </a:custClr>
    <a:custClr name="Null">
      <a:srgbClr val="FEFFFF"/>
    </a:custClr>
    <a:custClr name="Gray 70%">
      <a:srgbClr val="4D4D4D"/>
    </a:custClr>
    <a:custClr name="Gray 54%">
      <a:srgbClr val="757575"/>
    </a:custClr>
    <a:custClr name="Gray 30%">
      <a:srgbClr val="B3B3B3"/>
    </a:custClr>
    <a:custClr name="Gray 20%">
      <a:srgbClr val="CCCCCC"/>
    </a:custClr>
    <a:custClr name="Gray 10%">
      <a:srgbClr val="E6E6E6"/>
    </a:custClr>
    <a:custClr name="Null">
      <a:srgbClr val="FEFFFF"/>
    </a:custClr>
    <a:custClr name="Null">
      <a:srgbClr val="FEFFFF"/>
    </a:custClr>
    <a:custClr name="Null">
      <a:srgbClr val="FEFFFF"/>
    </a:custClr>
    <a:custClr name="Null">
      <a:srgbClr val="FEFFFF"/>
    </a:custClr>
    <a:custClr name="Null">
      <a:srgbClr val="FEFFFF"/>
    </a:custClr>
    <a:custClr name="Marine Green 500">
      <a:srgbClr val="0BDACB"/>
    </a:custClr>
    <a:custClr name="Amber Yellow 500">
      <a:srgbClr val="FFA800"/>
    </a:custClr>
    <a:custClr name="Crimson Red 500">
      <a:srgbClr val="E33B3B"/>
    </a:custClr>
    <a:custClr name="Deep Blue 900">
      <a:srgbClr val="051C2C"/>
    </a:custClr>
    <a:custClr name="Null">
      <a:srgbClr val="FEFFFF"/>
    </a:custClr>
    <a:custClr name="Null">
      <a:srgbClr val="FEFFFF"/>
    </a:custClr>
    <a:custClr name="Null">
      <a:srgbClr val="FEFFFF"/>
    </a:custClr>
    <a:custClr name="Null">
      <a:srgbClr val="FEFFFF"/>
    </a:custClr>
    <a:custClr name="Null">
      <a:srgbClr val="FEFFFF"/>
    </a:custClr>
    <a:custClr name="Null">
      <a:srgbClr val="FEFFFF"/>
    </a:custClr>
  </a:custClrLst>
  <a:extLst>
    <a:ext uri="{05A4C25C-085E-4340-85A3-A5531E510DB2}">
      <thm15:themeFamily xmlns:thm15="http://schemas.microsoft.com/office/thememl/2012/main" name="OneFirm-English (United States)-Wide.potx" id="{E7F1697F-D05C-420C-A8B4-3A941AA7A471}" vid="{CA853051-14C5-410C-8048-8ECA5C4E8371}"/>
    </a:ext>
  </a:extLst>
</a:theme>
</file>

<file path=ppt/theme/theme4.xml><?xml version="1.0" encoding="utf-8"?>
<a:theme xmlns:a="http://schemas.openxmlformats.org/drawingml/2006/main" name="Office Theme">
  <a:themeElements>
    <a:clrScheme name="Custom Scheme">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Custom Scheme 2">
      <a:dk1>
        <a:srgbClr val="000000"/>
      </a:dk1>
      <a:lt1>
        <a:srgbClr val="FFFFFF"/>
      </a:lt1>
      <a:dk2>
        <a:srgbClr val="051C2C"/>
      </a:dk2>
      <a:lt2>
        <a:srgbClr val="FFFFFF"/>
      </a:lt2>
      <a:accent1>
        <a:srgbClr val="051C2C"/>
      </a:accent1>
      <a:accent2>
        <a:srgbClr val="00A9F4"/>
      </a:accent2>
      <a:accent3>
        <a:srgbClr val="1F40E6"/>
      </a:accent3>
      <a:accent4>
        <a:srgbClr val="AAE6F0"/>
      </a:accent4>
      <a:accent5>
        <a:srgbClr val="3C96B4"/>
      </a:accent5>
      <a:accent6>
        <a:srgbClr val="AFC3FF"/>
      </a:accent6>
      <a:hlink>
        <a:srgbClr val="00A9F4"/>
      </a:hlink>
      <a:folHlink>
        <a:srgbClr val="00A9F4"/>
      </a:folHlink>
    </a:clrScheme>
    <a:fontScheme name="Custom Scheme2 Fonts">
      <a:majorFont>
        <a:latin typeface="Georgi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905762DEC12AEA479E66D30C69FBF331" ma:contentTypeVersion="8" ma:contentTypeDescription="Create a new document." ma:contentTypeScope="" ma:versionID="e41b985cb3c5bf02c2c93f97fb1d22f5">
  <xsd:schema xmlns:xsd="http://www.w3.org/2001/XMLSchema" xmlns:xs="http://www.w3.org/2001/XMLSchema" xmlns:p="http://schemas.microsoft.com/office/2006/metadata/properties" xmlns:ns2="a685f29f-8b29-4906-aa28-45c903b9817c" xmlns:ns3="8479f66d-0fab-4573-bb34-2faaa6c56896" targetNamespace="http://schemas.microsoft.com/office/2006/metadata/properties" ma:root="true" ma:fieldsID="c40f5f20b68abb4c69bcdcf3b641f6ce" ns2:_="" ns3:_="">
    <xsd:import namespace="a685f29f-8b29-4906-aa28-45c903b9817c"/>
    <xsd:import namespace="8479f66d-0fab-4573-bb34-2faaa6c56896"/>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DateTaken" minOccurs="0"/>
                <xsd:element ref="ns3:MediaServiceGenerationTime" minOccurs="0"/>
                <xsd:element ref="ns3:MediaServiceEventHashCode"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685f29f-8b29-4906-aa28-45c903b9817c"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8479f66d-0fab-4573-bb34-2faaa6c56896"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dlc_DocId xmlns="a685f29f-8b29-4906-aa28-45c903b9817c">NVTPNQ4PUNZN-187013513-382</_dlc_DocId>
    <_dlc_DocIdUrl xmlns="a685f29f-8b29-4906-aa28-45c903b9817c">
      <Url>https://mckinsey.sharepoint.com/sites/spe-int-7r4ka1jda9/_layouts/15/DocIdRedir.aspx?ID=NVTPNQ4PUNZN-187013513-382</Url>
      <Description>NVTPNQ4PUNZN-187013513-382</Description>
    </_dlc_DocIdUrl>
  </documentManagement>
</p:properties>
</file>

<file path=customXml/itemProps1.xml><?xml version="1.0" encoding="utf-8"?>
<ds:datastoreItem xmlns:ds="http://schemas.openxmlformats.org/officeDocument/2006/customXml" ds:itemID="{FCD69344-B4E7-4E37-9DE8-F62232FC545F}">
  <ds:schemaRefs>
    <ds:schemaRef ds:uri="http://schemas.microsoft.com/sharepoint/events"/>
  </ds:schemaRefs>
</ds:datastoreItem>
</file>

<file path=customXml/itemProps2.xml><?xml version="1.0" encoding="utf-8"?>
<ds:datastoreItem xmlns:ds="http://schemas.openxmlformats.org/officeDocument/2006/customXml" ds:itemID="{8B50EE39-9B4D-4C3C-8505-D8D6A5EC6B2C}">
  <ds:schemaRefs>
    <ds:schemaRef ds:uri="http://schemas.microsoft.com/sharepoint/v3/contenttype/forms"/>
  </ds:schemaRefs>
</ds:datastoreItem>
</file>

<file path=customXml/itemProps3.xml><?xml version="1.0" encoding="utf-8"?>
<ds:datastoreItem xmlns:ds="http://schemas.openxmlformats.org/officeDocument/2006/customXml" ds:itemID="{C6CADDEF-3912-402D-BD12-89B9FEE4C5B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685f29f-8b29-4906-aa28-45c903b9817c"/>
    <ds:schemaRef ds:uri="8479f66d-0fab-4573-bb34-2faaa6c5689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67DF283F-4B82-4892-8EF9-70B9B3E3286B}">
  <ds:schemaRefs>
    <ds:schemaRef ds:uri="8479f66d-0fab-4573-bb34-2faaa6c56896"/>
    <ds:schemaRef ds:uri="a685f29f-8b29-4906-aa28-45c903b9817c"/>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blank</Template>
  <TotalTime>4</TotalTime>
  <Words>12757</Words>
  <Application>Microsoft Office PowerPoint</Application>
  <PresentationFormat>Widescreen</PresentationFormat>
  <Paragraphs>1370</Paragraphs>
  <Slides>32</Slides>
  <Notes>27</Notes>
  <HiddenSlides>0</HiddenSlides>
  <MMClips>0</MMClips>
  <ScaleCrop>false</ScaleCrop>
  <HeadingPairs>
    <vt:vector size="8" baseType="variant">
      <vt:variant>
        <vt:lpstr>Fonts Used</vt:lpstr>
      </vt:variant>
      <vt:variant>
        <vt:i4>5</vt:i4>
      </vt:variant>
      <vt:variant>
        <vt:lpstr>Theme</vt:lpstr>
      </vt:variant>
      <vt:variant>
        <vt:i4>3</vt:i4>
      </vt:variant>
      <vt:variant>
        <vt:lpstr>Embedded OLE Servers</vt:lpstr>
      </vt:variant>
      <vt:variant>
        <vt:i4>1</vt:i4>
      </vt:variant>
      <vt:variant>
        <vt:lpstr>Slide Titles</vt:lpstr>
      </vt:variant>
      <vt:variant>
        <vt:i4>32</vt:i4>
      </vt:variant>
    </vt:vector>
  </HeadingPairs>
  <TitlesOfParts>
    <vt:vector size="41" baseType="lpstr">
      <vt:lpstr>Arial</vt:lpstr>
      <vt:lpstr>Courier New</vt:lpstr>
      <vt:lpstr>Georgia</vt:lpstr>
      <vt:lpstr>Segoe UI</vt:lpstr>
      <vt:lpstr>Wingdings</vt:lpstr>
      <vt:lpstr>White</vt:lpstr>
      <vt:lpstr>Contrast</vt:lpstr>
      <vt:lpstr>1_White</vt:lpstr>
      <vt:lpstr>think-cell Slide</vt:lpstr>
      <vt:lpstr>BSN Sports: Phase 1 (Diagnostic) Compendium</vt:lpstr>
      <vt:lpstr>Five processes have been mapped, and corresponding improvement initiatives for each have been identified</vt:lpstr>
      <vt:lpstr>A. Order Intake &amp; Creation: FSP - TM process flow</vt:lpstr>
      <vt:lpstr>A. Order Intake &amp; Creation: FSP process flow</vt:lpstr>
      <vt:lpstr>A. Order intake &amp; creation: What we have heard from SMEs</vt:lpstr>
      <vt:lpstr>A. Order intake &amp; creation: ‘Bold vision’ – Agentified order creation with predictive sales capabilities</vt:lpstr>
      <vt:lpstr>A. Order intake &amp; creation: Horizons to achieve ‘bold vision’</vt:lpstr>
      <vt:lpstr>B. MTS Operations: FSP – MTS pod process flow</vt:lpstr>
      <vt:lpstr>B. MTS Operations: FSP process flow </vt:lpstr>
      <vt:lpstr>B. MTS Operations: What we have heard from SMEs</vt:lpstr>
      <vt:lpstr>B. MTS Operations: ‘Bold vision’ – Agent-led self-serve journey, still allowing for FSP support</vt:lpstr>
      <vt:lpstr>B. MTS: Horizons to achieve ‘bold vision’</vt:lpstr>
      <vt:lpstr>C. NSP handling: Process flow and key pain points</vt:lpstr>
      <vt:lpstr>C. NSP handling: What we have heard from SMEs (1/2)</vt:lpstr>
      <vt:lpstr>C. NSP handling: What we have heard from SMEs (2/2)</vt:lpstr>
      <vt:lpstr>C. NSP handling: ‘Bold vision’ – Automated NSP creation and predictive selling</vt:lpstr>
      <vt:lpstr>C. NSP handling: Horizons to achieve ‘bold vision’</vt:lpstr>
      <vt:lpstr>D. R&amp;R: Process flow and key pain points (1/2)</vt:lpstr>
      <vt:lpstr>D. R&amp;R: Process flow and key pain points (2/2)</vt:lpstr>
      <vt:lpstr>D. R&amp;R: What we have heard from SMEs</vt:lpstr>
      <vt:lpstr>D. R&amp;R: ‘Bold vision’ – Predictive and preventative issue resolution</vt:lpstr>
      <vt:lpstr>D. R&amp;R: Horizons to achieve ‘bold vision’</vt:lpstr>
      <vt:lpstr>E. Order tracking &amp; visibility: Process flow</vt:lpstr>
      <vt:lpstr>E. Order tracking &amp; visibility: What we heard from SMEs</vt:lpstr>
      <vt:lpstr>E. Order tracking &amp; visibility: ‘Bold vision’ – proactive status management and reduction in incoming requests</vt:lpstr>
      <vt:lpstr>E. Order tracking &amp; visibility: Horizons to achieve ‘bold vision’</vt:lpstr>
      <vt:lpstr>Summary: Value levers by process to achieve BSN Sports bold vision</vt:lpstr>
      <vt:lpstr>Achieving Horizon 3 ‘bold vision’ could drive ~65% increase in overall sale support productivity</vt:lpstr>
      <vt:lpstr>Process prioritization overview</vt:lpstr>
      <vt:lpstr>Productivity impact breakdown by Pod</vt:lpstr>
      <vt:lpstr>Key considerations for role consolidation</vt:lpstr>
      <vt:lpstr>Agentification creates opp. to redesign &amp; consolidate roles </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Shreya Jaluka</dc:creator>
  <cp:keywords/>
  <dc:description/>
  <cp:lastModifiedBy>Emanuele D'Avolio</cp:lastModifiedBy>
  <cp:revision>2</cp:revision>
  <cp:lastPrinted>2018-10-30T20:37:12Z</cp:lastPrinted>
  <dcterms:created xsi:type="dcterms:W3CDTF">2026-04-10T20:53:35Z</dcterms:created>
  <dcterms:modified xsi:type="dcterms:W3CDTF">2026-05-23T18:13:22Z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XPowerLiteLastOptimized">
    <vt:lpwstr>1628964</vt:lpwstr>
  </property>
  <property fmtid="{D5CDD505-2E9C-101B-9397-08002B2CF9AE}" pid="3" name="NXPowerLiteSettings">
    <vt:lpwstr>C9000A38044001</vt:lpwstr>
  </property>
  <property fmtid="{D5CDD505-2E9C-101B-9397-08002B2CF9AE}" pid="4" name="NXPowerLiteVersion">
    <vt:lpwstr>D7.1.14</vt:lpwstr>
  </property>
  <property fmtid="{D5CDD505-2E9C-101B-9397-08002B2CF9AE}" pid="5" name="PPT">
    <vt:lpwstr>Hello</vt:lpwstr>
  </property>
  <property fmtid="{D5CDD505-2E9C-101B-9397-08002B2CF9AE}" pid="6" name="TemplateVersion">
    <vt:lpwstr>4</vt:lpwstr>
  </property>
  <property fmtid="{D5CDD505-2E9C-101B-9397-08002B2CF9AE}" pid="7" name="TemplateLastEdited">
    <vt:lpwstr>2024-05-30 01:34 PM</vt:lpwstr>
  </property>
  <property fmtid="{D5CDD505-2E9C-101B-9397-08002B2CF9AE}" pid="8" name="TemplateCreated">
    <vt:lpwstr>2019-02-27 01:18 PM</vt:lpwstr>
  </property>
  <property fmtid="{D5CDD505-2E9C-101B-9397-08002B2CF9AE}" pid="9" name="ContentTypeId">
    <vt:lpwstr>0x010100905762DEC12AEA479E66D30C69FBF331</vt:lpwstr>
  </property>
  <property fmtid="{D5CDD505-2E9C-101B-9397-08002B2CF9AE}" pid="10" name="MSIP_Label_83303d7c-e5a3-4cc8-90eb-69bfd7570ac4_Enabled">
    <vt:lpwstr>true</vt:lpwstr>
  </property>
  <property fmtid="{D5CDD505-2E9C-101B-9397-08002B2CF9AE}" pid="11" name="MSIP_Label_83303d7c-e5a3-4cc8-90eb-69bfd7570ac4_SetDate">
    <vt:lpwstr>2026-04-10T21:00:14Z</vt:lpwstr>
  </property>
  <property fmtid="{D5CDD505-2E9C-101B-9397-08002B2CF9AE}" pid="12" name="MSIP_Label_83303d7c-e5a3-4cc8-90eb-69bfd7570ac4_Method">
    <vt:lpwstr>Standard</vt:lpwstr>
  </property>
  <property fmtid="{D5CDD505-2E9C-101B-9397-08002B2CF9AE}" pid="13" name="MSIP_Label_83303d7c-e5a3-4cc8-90eb-69bfd7570ac4_Name">
    <vt:lpwstr>Client Confidential Information-SLV1</vt:lpwstr>
  </property>
  <property fmtid="{D5CDD505-2E9C-101B-9397-08002B2CF9AE}" pid="14" name="MSIP_Label_83303d7c-e5a3-4cc8-90eb-69bfd7570ac4_SiteId">
    <vt:lpwstr>cc8936bc-9382-4fff-87cb-6f55999549e7</vt:lpwstr>
  </property>
  <property fmtid="{D5CDD505-2E9C-101B-9397-08002B2CF9AE}" pid="15" name="MSIP_Label_83303d7c-e5a3-4cc8-90eb-69bfd7570ac4_ActionId">
    <vt:lpwstr>0e0bbb5a-7818-419f-8403-5cda8885be47</vt:lpwstr>
  </property>
  <property fmtid="{D5CDD505-2E9C-101B-9397-08002B2CF9AE}" pid="16" name="MSIP_Label_83303d7c-e5a3-4cc8-90eb-69bfd7570ac4_ContentBits">
    <vt:lpwstr>0</vt:lpwstr>
  </property>
  <property fmtid="{D5CDD505-2E9C-101B-9397-08002B2CF9AE}" pid="17" name="MSIP_Label_83303d7c-e5a3-4cc8-90eb-69bfd7570ac4_Tag">
    <vt:lpwstr>10, 3, 0, 1</vt:lpwstr>
  </property>
  <property fmtid="{D5CDD505-2E9C-101B-9397-08002B2CF9AE}" pid="18" name="_dlc_DocIdItemGuid">
    <vt:lpwstr>c648df1e-c6d9-491e-8abc-684a7e3decd5</vt:lpwstr>
  </property>
</Properties>
</file>